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theme/theme2.xml" ContentType="application/vnd.openxmlformats-officedocument.theme+xml"/>
  <Override PartName="/ppt/tags/tag6.xml" ContentType="application/vnd.openxmlformats-officedocument.presentationml.tags+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theme/theme3.xml" ContentType="application/vnd.openxmlformats-officedocument.theme+xml"/>
  <Override PartName="/ppt/tags/tag7.xml" ContentType="application/vnd.openxmlformats-officedocument.presentationml.tags+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theme/theme4.xml" ContentType="application/vnd.openxmlformats-officedocument.theme+xml"/>
  <Override PartName="/ppt/tags/tag8.xml" ContentType="application/vnd.openxmlformats-officedocument.presentationml.tags+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theme/theme5.xml" ContentType="application/vnd.openxmlformats-officedocument.theme+xml"/>
  <Override PartName="/ppt/slideLayouts/slideLayout127.xml" ContentType="application/vnd.openxmlformats-officedocument.presentationml.slideLayout+xml"/>
  <Override PartName="/ppt/theme/theme6.xml" ContentType="application/vnd.openxmlformats-officedocument.theme+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theme/theme7.xml" ContentType="application/vnd.openxmlformats-officedocument.theme+xml"/>
  <Override PartName="/ppt/tags/tag9.xml" ContentType="application/vnd.openxmlformats-officedocument.presentationml.tags+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theme/theme8.xml" ContentType="application/vnd.openxmlformats-officedocument.theme+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theme/theme9.xml" ContentType="application/vnd.openxmlformats-officedocument.theme+xml"/>
  <Override PartName="/ppt/tags/tag10.xml" ContentType="application/vnd.openxmlformats-officedocument.presentationml.tags+xml"/>
  <Override PartName="/ppt/theme/theme10.xml" ContentType="application/vnd.openxmlformats-officedocument.theme+xml"/>
  <Override PartName="/ppt/notesSlides/notesSlide1.xml" ContentType="application/vnd.openxmlformats-officedocument.presentationml.notesSlide+xml"/>
  <Override PartName="/ppt/media/image46.bin" ContentType="image/unknown"/>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5.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omments/modernComment_7FFFFF74_649959FB.xml" ContentType="application/vnd.ms-powerpoint.comment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omments/modernComment_106_7B8C079B.xml" ContentType="application/vnd.ms-powerpoint.comments+xml"/>
  <Override PartName="/ppt/notesSlides/notesSlide17.xml" ContentType="application/vnd.openxmlformats-officedocument.presentationml.notesSlide+xml"/>
  <Override PartName="/ppt/comments/modernComment_108_5DE948D5.xml" ContentType="application/vnd.ms-powerpoint.comments+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10" r:id="rId4"/>
    <p:sldMasterId id="2147483942" r:id="rId5"/>
    <p:sldMasterId id="2147484266" r:id="rId6"/>
    <p:sldMasterId id="2147484139" r:id="rId7"/>
    <p:sldMasterId id="2147484471" r:id="rId8"/>
    <p:sldMasterId id="2147484609" r:id="rId9"/>
    <p:sldMasterId id="2147484641" r:id="rId10"/>
    <p:sldMasterId id="2147484687" r:id="rId11"/>
    <p:sldMasterId id="2147484706" r:id="rId12"/>
  </p:sldMasterIdLst>
  <p:notesMasterIdLst>
    <p:notesMasterId r:id="rId47"/>
  </p:notesMasterIdLst>
  <p:sldIdLst>
    <p:sldId id="2147471933" r:id="rId13"/>
    <p:sldId id="261" r:id="rId14"/>
    <p:sldId id="2147481045" r:id="rId15"/>
    <p:sldId id="275" r:id="rId16"/>
    <p:sldId id="2147483517" r:id="rId17"/>
    <p:sldId id="2147483476" r:id="rId18"/>
    <p:sldId id="266" r:id="rId19"/>
    <p:sldId id="259" r:id="rId20"/>
    <p:sldId id="2147483646" r:id="rId21"/>
    <p:sldId id="2147483509" r:id="rId22"/>
    <p:sldId id="270" r:id="rId23"/>
    <p:sldId id="263" r:id="rId24"/>
    <p:sldId id="272" r:id="rId25"/>
    <p:sldId id="273" r:id="rId26"/>
    <p:sldId id="271" r:id="rId27"/>
    <p:sldId id="267" r:id="rId28"/>
    <p:sldId id="2147483508" r:id="rId29"/>
    <p:sldId id="269" r:id="rId30"/>
    <p:sldId id="268" r:id="rId31"/>
    <p:sldId id="2147483647" r:id="rId32"/>
    <p:sldId id="274" r:id="rId33"/>
    <p:sldId id="277" r:id="rId34"/>
    <p:sldId id="256" r:id="rId35"/>
    <p:sldId id="258" r:id="rId36"/>
    <p:sldId id="294" r:id="rId37"/>
    <p:sldId id="260" r:id="rId38"/>
    <p:sldId id="2076136757" r:id="rId39"/>
    <p:sldId id="265" r:id="rId40"/>
    <p:sldId id="257" r:id="rId41"/>
    <p:sldId id="2147483520" r:id="rId42"/>
    <p:sldId id="262" r:id="rId43"/>
    <p:sldId id="264" r:id="rId44"/>
    <p:sldId id="276" r:id="rId45"/>
    <p:sldId id="278" r:id="rId46"/>
  </p:sldIdLst>
  <p:sldSz cx="12192000" cy="6858000"/>
  <p:notesSz cx="6858000" cy="9144000"/>
  <p:defaultTextStyle>
    <a:defPPr>
      <a:defRPr lang="en-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Basic set of slides" id="{F227FFB0-1211-4DCC-B5C3-DE014BE1BD88}">
          <p14:sldIdLst>
            <p14:sldId id="2147471933"/>
            <p14:sldId id="261"/>
            <p14:sldId id="2147481045"/>
            <p14:sldId id="275"/>
            <p14:sldId id="2147483517"/>
            <p14:sldId id="2147483476"/>
            <p14:sldId id="266"/>
            <p14:sldId id="259"/>
            <p14:sldId id="2147483646"/>
            <p14:sldId id="2147483509"/>
            <p14:sldId id="270"/>
            <p14:sldId id="263"/>
            <p14:sldId id="272"/>
            <p14:sldId id="273"/>
            <p14:sldId id="271"/>
            <p14:sldId id="267"/>
            <p14:sldId id="2147483508"/>
            <p14:sldId id="269"/>
            <p14:sldId id="268"/>
            <p14:sldId id="2147483647"/>
            <p14:sldId id="274"/>
            <p14:sldId id="277"/>
            <p14:sldId id="256"/>
            <p14:sldId id="258"/>
            <p14:sldId id="294"/>
            <p14:sldId id="260"/>
            <p14:sldId id="2076136757"/>
            <p14:sldId id="265"/>
            <p14:sldId id="257"/>
            <p14:sldId id="2147483520"/>
            <p14:sldId id="262"/>
            <p14:sldId id="264"/>
            <p14:sldId id="276"/>
            <p14:sldId id="278"/>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9CA1217-3678-D883-76FF-A1F16F6C7E27}" name="de Beauregard, Charlotte" initials="Cd" userId="S::charlotte.debeauregard@capgemini.com::2b32753b-81c4-4c15-ba00-580d416b5668" providerId="AD"/>
  <p188:author id="{A185FE26-5854-EFFB-C5E0-A05D218F59CA}" name="Thakur, Shaveta" initials="ST" userId="S::shaveta.thakur@capgemini.com::b5a16d4e-c293-45dd-9905-2a08861e5335" providerId="AD"/>
  <p188:author id="{D1D4EC28-B149-4A6A-5E45-D336AE82C7E4}" name="Pandey, Vikas Kumar" initials="" userId="S::vikas-kumar.a.pandey@capgemini.com::0aef7b68-2ffa-4d16-9c5e-d653a08d52ec" providerId="AD"/>
  <p188:author id="{AAAF432C-7CA5-2F76-26AF-FEA2B9F867FA}" name="Arora, Muskaan" initials="MA" userId="S::muskaan.a.arora@capgemini.com::141ca392-bf14-4be4-8c4f-0c1a09dbafb3" providerId="AD"/>
  <p188:author id="{FE0B893A-C4B2-FC84-01F2-91B3F60FDB6F}" name="Choudhary, Ankit" initials="" userId="S::ankit.b.choudhary@capgemini.com::a088ad45-e191-4c18-91fb-730bebbe12fe" providerId="AD"/>
  <p188:author id="{0C2D3A4B-3811-0330-EFC2-E09E93DA3727}" name="Dasani, Kajal" initials="" userId="S::kajal.dasani@capgemini.com::724b87a8-2479-43e9-b7e1-42f88ac2ba97" providerId="AD"/>
  <p188:author id="{7FB10E58-486A-FB96-29D7-02BDAEDB7063}" name="Dilip Datey, Vaishnav" initials="" userId="S::vaishnav.dilip-datey@capgemini.com::c8ad96d3-d47c-4cbe-ab1d-6605a2b6a984" providerId="AD"/>
  <p188:author id="{1CB0086E-6FCF-45A0-453B-482BE7B148B0}" name="Khadse, Nikita" initials="" userId="S::nikita-kunal.khadse@capgemini.com::6a56b4ec-e19c-4f97-a684-81f9e52cb472" providerId="AD"/>
  <p188:author id="{F66FDA75-80C7-9F04-03AA-A28F4D38854B}" name="Atulkumar, Shah Parth" initials="SA" userId="S::shah-parth.atulkumar@capgemini.com::0fe34b7c-4b4b-47d5-b8e4-ccf4deb0bb0e" providerId="AD"/>
  <p188:author id="{417C587D-6F7A-CED6-FC19-D4298FB34254}" name="Keshari, Adarsh" initials="AK" userId="S::adarsh.keshari@capgemini.com::f131e8f8-16a1-4e78-99b9-630be34fe3cb" providerId="AD"/>
  <p188:author id="{C1B34281-0871-2BC9-EE94-7C966DF478F5}" name="Khan, Zainab" initials="" userId="S::zainab.khan@capgemini.com::206c823c-aa73-4ef9-8147-53e3b670e391" providerId="AD"/>
  <p188:author id="{C9369B82-F61C-1DAB-D2B9-DBEF2F861C75}" name="Wójcik, Jakub" initials="WJ" userId="S::jakub.wojcik@capgemini.com::67d39b31-f876-42af-a5d3-3244421dda40" providerId="AD"/>
  <p188:author id="{ABFE7C8A-44D6-C62D-74C1-98F46929C423}" name="Derché, Aurélie" initials="AD" userId="S::aurelie.derche@capgemini.com::5f68c882-6845-4196-8575-a10c2237bca0" providerId="AD"/>
  <p188:author id="{0B743A97-E87A-1723-F6DC-4DD70A495107}" name="More, Apurva" initials="" userId="S::apurva.more@capgemini.com::34734339-e485-4272-9a23-1d552082d324" providerId="AD"/>
  <p188:author id="{51369998-770B-F9F6-CD8E-615485FD164B}" name="Bhatia, Dipti Kiran" initials="DB" userId="S::dipti-kiran.bhatia@capgemini.com::dc59bc97-75be-4c8c-afbc-e9322bfdb2a9" providerId="AD"/>
  <p188:author id="{6E89B3AE-A78E-CE73-0152-84DD6E507D44}" name="Bholane, Pramod Vijay" initials="" userId="S::pramod-vijay.bholane@capgemini.com::5cc86be5-d5be-4f24-972c-56cb6802a771" providerId="AD"/>
  <p188:author id="{2D9795C6-22DE-B0BE-A7AE-90540B45F052}" name="Roy, Subrata" initials="SR" userId="S::subrata.a.roy@capgemini.com::93d6d08e-9b56-4f58-a933-ae82eae12ff2" providerId="AD"/>
  <p188:author id="{C8DA5DCC-B26E-E0DE-EAAE-6D52F5BDCCD2}" name="Chaudhari, Abhishek A" initials="CA" userId="S::abhishek-a.chaudhari@capgemini.com::edaf08a7-af2e-4434-84d6-ee00555d1303" providerId="AD"/>
  <p188:author id="{0B0145CE-706B-7CD9-4D78-EDA692C33230}" name="Joshi, Amit" initials="AJ" userId="S::amit.a.joshi@capgemini.com::81515d6e-bbc6-42b0-a870-581130595a28" providerId="AD"/>
  <p188:author id="{034D5FD4-13DA-7AFF-E06A-A881927290F4}" name="Basu, Atanu" initials="AB" userId="S::atanu.basu@capgemini.com::337b6f15-e096-4366-9699-725335cd9bc2" providerId="AD"/>
  <p188:author id="{F53056E6-A7AE-F09A-EF2F-15191B018ED8}" name="Borah, Chandamita" initials="" userId="S::chandamita.borah@capgemini.com::2e548ac0-032b-49d0-bd89-5f1a65df85e5" providerId="AD"/>
  <p188:author id="{F3EF9DEF-987F-A2D0-0E80-5B91465D3F1B}" name="Prasanna Kulkarni, Amruta" initials="AP" userId="S::amruta.prasanna-kulkarni@capgemini.com::17cde08b-a587-4cd0-beb3-45f6f67feabd"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28E"/>
    <a:srgbClr val="EA0000"/>
    <a:srgbClr val="F60000"/>
    <a:srgbClr val="FF2F2F"/>
    <a:srgbClr val="D0E509"/>
    <a:srgbClr val="00D5D0"/>
    <a:srgbClr val="EE3023"/>
    <a:srgbClr val="121A38"/>
    <a:srgbClr val="FFD9D9"/>
    <a:srgbClr val="A5E3F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F70D2CB-E744-4EE1-A99D-1A383123F013}" v="1" dt="2026-07-27T09:32:05.17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4660"/>
  </p:normalViewPr>
  <p:slideViewPr>
    <p:cSldViewPr snapToGrid="0">
      <p:cViewPr varScale="1">
        <p:scale>
          <a:sx n="60" d="100"/>
          <a:sy n="60" d="100"/>
        </p:scale>
        <p:origin x="816"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xml"/><Relationship Id="rId18" Type="http://schemas.openxmlformats.org/officeDocument/2006/relationships/slide" Target="slides/slide6.xml"/><Relationship Id="rId26" Type="http://schemas.openxmlformats.org/officeDocument/2006/relationships/slide" Target="slides/slide14.xml"/><Relationship Id="rId39" Type="http://schemas.openxmlformats.org/officeDocument/2006/relationships/slide" Target="slides/slide27.xml"/><Relationship Id="rId21" Type="http://schemas.openxmlformats.org/officeDocument/2006/relationships/slide" Target="slides/slide9.xml"/><Relationship Id="rId34" Type="http://schemas.openxmlformats.org/officeDocument/2006/relationships/slide" Target="slides/slide22.xml"/><Relationship Id="rId42" Type="http://schemas.openxmlformats.org/officeDocument/2006/relationships/slide" Target="slides/slide30.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4.xml"/><Relationship Id="rId29" Type="http://schemas.openxmlformats.org/officeDocument/2006/relationships/slide" Target="slides/slide17.xml"/><Relationship Id="rId11" Type="http://schemas.openxmlformats.org/officeDocument/2006/relationships/slideMaster" Target="slideMasters/slideMaster8.xml"/><Relationship Id="rId24" Type="http://schemas.openxmlformats.org/officeDocument/2006/relationships/slide" Target="slides/slide12.xml"/><Relationship Id="rId32" Type="http://schemas.openxmlformats.org/officeDocument/2006/relationships/slide" Target="slides/slide20.xml"/><Relationship Id="rId37" Type="http://schemas.openxmlformats.org/officeDocument/2006/relationships/slide" Target="slides/slide25.xml"/><Relationship Id="rId40" Type="http://schemas.openxmlformats.org/officeDocument/2006/relationships/slide" Target="slides/slide28.xml"/><Relationship Id="rId45" Type="http://schemas.openxmlformats.org/officeDocument/2006/relationships/slide" Target="slides/slide33.xml"/><Relationship Id="rId53" Type="http://schemas.microsoft.com/office/2015/10/relationships/revisionInfo" Target="revisionInfo.xml"/><Relationship Id="rId5" Type="http://schemas.openxmlformats.org/officeDocument/2006/relationships/slideMaster" Target="slideMasters/slideMaster2.xml"/><Relationship Id="rId10" Type="http://schemas.openxmlformats.org/officeDocument/2006/relationships/slideMaster" Target="slideMasters/slideMaster7.xml"/><Relationship Id="rId19" Type="http://schemas.openxmlformats.org/officeDocument/2006/relationships/slide" Target="slides/slide7.xml"/><Relationship Id="rId31" Type="http://schemas.openxmlformats.org/officeDocument/2006/relationships/slide" Target="slides/slide19.xml"/><Relationship Id="rId44" Type="http://schemas.openxmlformats.org/officeDocument/2006/relationships/slide" Target="slides/slide32.xml"/><Relationship Id="rId52"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2.xml"/><Relationship Id="rId22" Type="http://schemas.openxmlformats.org/officeDocument/2006/relationships/slide" Target="slides/slide10.xml"/><Relationship Id="rId27" Type="http://schemas.openxmlformats.org/officeDocument/2006/relationships/slide" Target="slides/slide15.xml"/><Relationship Id="rId30" Type="http://schemas.openxmlformats.org/officeDocument/2006/relationships/slide" Target="slides/slide18.xml"/><Relationship Id="rId35" Type="http://schemas.openxmlformats.org/officeDocument/2006/relationships/slide" Target="slides/slide23.xml"/><Relationship Id="rId43" Type="http://schemas.openxmlformats.org/officeDocument/2006/relationships/slide" Target="slides/slide31.xml"/><Relationship Id="rId48" Type="http://schemas.openxmlformats.org/officeDocument/2006/relationships/presProps" Target="presProps.xml"/><Relationship Id="rId8" Type="http://schemas.openxmlformats.org/officeDocument/2006/relationships/slideMaster" Target="slideMasters/slideMaster5.xml"/><Relationship Id="rId51"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Master" Target="slideMasters/slideMaster9.xml"/><Relationship Id="rId17" Type="http://schemas.openxmlformats.org/officeDocument/2006/relationships/slide" Target="slides/slide5.xml"/><Relationship Id="rId25" Type="http://schemas.openxmlformats.org/officeDocument/2006/relationships/slide" Target="slides/slide13.xml"/><Relationship Id="rId33" Type="http://schemas.openxmlformats.org/officeDocument/2006/relationships/slide" Target="slides/slide21.xml"/><Relationship Id="rId38" Type="http://schemas.openxmlformats.org/officeDocument/2006/relationships/slide" Target="slides/slide26.xml"/><Relationship Id="rId46" Type="http://schemas.openxmlformats.org/officeDocument/2006/relationships/slide" Target="slides/slide34.xml"/><Relationship Id="rId20" Type="http://schemas.openxmlformats.org/officeDocument/2006/relationships/slide" Target="slides/slide8.xml"/><Relationship Id="rId41" Type="http://schemas.openxmlformats.org/officeDocument/2006/relationships/slide" Target="slides/slide29.xml"/><Relationship Id="rId54"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3.xml"/><Relationship Id="rId23" Type="http://schemas.openxmlformats.org/officeDocument/2006/relationships/slide" Target="slides/slide11.xml"/><Relationship Id="rId28" Type="http://schemas.openxmlformats.org/officeDocument/2006/relationships/slide" Target="slides/slide16.xml"/><Relationship Id="rId36" Type="http://schemas.openxmlformats.org/officeDocument/2006/relationships/slide" Target="slides/slide24.xml"/><Relationship Id="rId4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orah, Chandamita" userId="2e548ac0-032b-49d0-bd89-5f1a65df85e5" providerId="ADAL" clId="{0312EF56-95F8-4E80-9EEF-6B7EB3A261B5}"/>
    <pc:docChg chg="addSld modSld">
      <pc:chgData name="Borah, Chandamita" userId="2e548ac0-032b-49d0-bd89-5f1a65df85e5" providerId="ADAL" clId="{0312EF56-95F8-4E80-9EEF-6B7EB3A261B5}" dt="2026-07-27T11:01:38.580" v="2" actId="1038"/>
      <pc:docMkLst>
        <pc:docMk/>
      </pc:docMkLst>
      <pc:sldChg chg="modSp mod">
        <pc:chgData name="Borah, Chandamita" userId="2e548ac0-032b-49d0-bd89-5f1a65df85e5" providerId="ADAL" clId="{0312EF56-95F8-4E80-9EEF-6B7EB3A261B5}" dt="2026-07-27T11:01:38.580" v="2" actId="1038"/>
        <pc:sldMkLst>
          <pc:docMk/>
          <pc:sldMk cId="1850967990" sldId="273"/>
        </pc:sldMkLst>
        <pc:grpChg chg="mod">
          <ac:chgData name="Borah, Chandamita" userId="2e548ac0-032b-49d0-bd89-5f1a65df85e5" providerId="ADAL" clId="{0312EF56-95F8-4E80-9EEF-6B7EB3A261B5}" dt="2026-07-27T11:01:38.580" v="2" actId="1038"/>
          <ac:grpSpMkLst>
            <pc:docMk/>
            <pc:sldMk cId="1850967990" sldId="273"/>
            <ac:grpSpMk id="8" creationId="{FFAF8121-624A-8F03-29E4-C9445852EA0E}"/>
          </ac:grpSpMkLst>
        </pc:grpChg>
      </pc:sldChg>
      <pc:sldChg chg="add mod modShow">
        <pc:chgData name="Borah, Chandamita" userId="2e548ac0-032b-49d0-bd89-5f1a65df85e5" providerId="ADAL" clId="{0312EF56-95F8-4E80-9EEF-6B7EB3A261B5}" dt="2026-07-27T09:32:13.711" v="1" actId="729"/>
        <pc:sldMkLst>
          <pc:docMk/>
          <pc:sldMk cId="2381500606" sldId="278"/>
        </pc:sldMkLst>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8.xml"/><Relationship Id="rId1" Type="http://schemas.microsoft.com/office/2011/relationships/chartStyle" Target="style8.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view3D>
      <c:rotX val="30"/>
      <c:rotY val="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pie3DChart>
        <c:varyColors val="1"/>
        <c:ser>
          <c:idx val="0"/>
          <c:order val="0"/>
          <c:tx>
            <c:strRef>
              <c:f>Sheet1!$B$1</c:f>
              <c:strCache>
                <c:ptCount val="1"/>
                <c:pt idx="0">
                  <c:v>Sales</c:v>
                </c:pt>
              </c:strCache>
            </c:strRef>
          </c:tx>
          <c:dPt>
            <c:idx val="0"/>
            <c:bubble3D val="0"/>
            <c:spPr>
              <a:solidFill>
                <a:schemeClr val="accent1"/>
              </a:solidFill>
              <a:ln>
                <a:noFill/>
              </a:ln>
              <a:effectLst>
                <a:outerShdw blurRad="88900" sx="102000" sy="102000" algn="ctr" rotWithShape="0">
                  <a:prstClr val="black">
                    <a:alpha val="10000"/>
                  </a:prstClr>
                </a:outerShdw>
              </a:effectLst>
              <a:scene3d>
                <a:camera prst="orthographicFront"/>
                <a:lightRig rig="threePt" dir="t"/>
              </a:scene3d>
              <a:sp3d>
                <a:bevelT w="127000" h="127000"/>
                <a:bevelB w="127000" h="127000"/>
              </a:sp3d>
            </c:spPr>
            <c:extLst>
              <c:ext xmlns:c16="http://schemas.microsoft.com/office/drawing/2014/chart" uri="{C3380CC4-5D6E-409C-BE32-E72D297353CC}">
                <c16:uniqueId val="{00000000-56FB-40AB-9BED-AADE67013452}"/>
              </c:ext>
            </c:extLst>
          </c:dPt>
          <c:dPt>
            <c:idx val="1"/>
            <c:bubble3D val="0"/>
            <c:spPr>
              <a:solidFill>
                <a:schemeClr val="accent2"/>
              </a:solidFill>
              <a:ln>
                <a:noFill/>
              </a:ln>
              <a:effectLst>
                <a:outerShdw blurRad="63500" sx="102000" sy="102000" algn="ctr" rotWithShape="0">
                  <a:prstClr val="black">
                    <a:alpha val="40000"/>
                  </a:prstClr>
                </a:outerShdw>
              </a:effectLst>
              <a:scene3d>
                <a:camera prst="orthographicFront"/>
                <a:lightRig rig="threePt" dir="t"/>
              </a:scene3d>
              <a:sp3d>
                <a:bevelT w="127000" h="127000"/>
                <a:bevelB w="127000" h="127000"/>
              </a:sp3d>
            </c:spPr>
            <c:extLst>
              <c:ext xmlns:c16="http://schemas.microsoft.com/office/drawing/2014/chart" uri="{C3380CC4-5D6E-409C-BE32-E72D297353CC}">
                <c16:uniqueId val="{00000001-298D-4467-B401-1C61299DE130}"/>
              </c:ext>
            </c:extLst>
          </c:dPt>
          <c:dPt>
            <c:idx val="2"/>
            <c:bubble3D val="0"/>
            <c:spPr>
              <a:solidFill>
                <a:schemeClr val="accent3"/>
              </a:solidFill>
              <a:ln>
                <a:noFill/>
              </a:ln>
              <a:effectLst>
                <a:outerShdw blurRad="88900" sx="102000" sy="102000" algn="ctr" rotWithShape="0">
                  <a:prstClr val="black">
                    <a:alpha val="10000"/>
                  </a:prstClr>
                </a:outerShdw>
              </a:effectLst>
              <a:scene3d>
                <a:camera prst="orthographicFront"/>
                <a:lightRig rig="threePt" dir="t"/>
              </a:scene3d>
              <a:sp3d>
                <a:bevelT w="127000" h="127000"/>
                <a:bevelB w="127000" h="127000"/>
              </a:sp3d>
            </c:spPr>
            <c:extLst>
              <c:ext xmlns:c16="http://schemas.microsoft.com/office/drawing/2014/chart" uri="{C3380CC4-5D6E-409C-BE32-E72D297353CC}">
                <c16:uniqueId val="{00000001-56FB-40AB-9BED-AADE67013452}"/>
              </c:ext>
            </c:extLst>
          </c:dPt>
          <c:dPt>
            <c:idx val="3"/>
            <c:bubble3D val="0"/>
            <c:spPr>
              <a:solidFill>
                <a:schemeClr val="accent4"/>
              </a:solidFill>
              <a:ln>
                <a:noFill/>
              </a:ln>
              <a:effectLst>
                <a:outerShdw blurRad="88900" sx="102000" sy="102000" algn="ctr" rotWithShape="0">
                  <a:prstClr val="black">
                    <a:alpha val="10000"/>
                  </a:prstClr>
                </a:outerShdw>
              </a:effectLst>
              <a:scene3d>
                <a:camera prst="orthographicFront"/>
                <a:lightRig rig="threePt" dir="t"/>
              </a:scene3d>
              <a:sp3d>
                <a:bevelT w="127000" h="127000"/>
                <a:bevelB w="127000" h="127000"/>
              </a:sp3d>
            </c:spPr>
            <c:extLst>
              <c:ext xmlns:c16="http://schemas.microsoft.com/office/drawing/2014/chart" uri="{C3380CC4-5D6E-409C-BE32-E72D297353CC}">
                <c16:uniqueId val="{00000002-56FB-40AB-9BED-AADE67013452}"/>
              </c:ext>
            </c:extLst>
          </c:dPt>
          <c:dLbls>
            <c:dLbl>
              <c:idx val="0"/>
              <c:layout>
                <c:manualLayout>
                  <c:x val="1.6834903728729277E-2"/>
                  <c:y val="3.4360708887179944E-2"/>
                </c:manualLayout>
              </c:layout>
              <c:tx>
                <c:rich>
                  <a:bodyPr rot="0" spcFirstLastPara="1" vertOverflow="ellipsis" vert="horz" wrap="square" lIns="38100" tIns="19050" rIns="38100" bIns="19050" anchor="ctr" anchorCtr="1">
                    <a:noAutofit/>
                  </a:bodyPr>
                  <a:lstStyle/>
                  <a:p>
                    <a:pPr>
                      <a:defRPr sz="1330" b="1" i="0" u="none" strike="noStrike" kern="1200" spc="0" baseline="0">
                        <a:solidFill>
                          <a:schemeClr val="accent1"/>
                        </a:solidFill>
                        <a:latin typeface="+mn-lt"/>
                        <a:ea typeface="+mn-ea"/>
                        <a:cs typeface="+mn-cs"/>
                      </a:defRPr>
                    </a:pPr>
                    <a:fld id="{0F44D12D-2566-468D-A7A6-F29EF598B142}" type="CATEGORYNAME">
                      <a:rPr lang="en-US"/>
                      <a:pPr>
                        <a:defRPr/>
                      </a:pPr>
                      <a:t>[CATEGORY NAME]</a:t>
                    </a:fld>
                    <a:r>
                      <a:rPr lang="en-US" baseline="0"/>
                      <a:t>
51.8%</a:t>
                    </a:r>
                  </a:p>
                </c:rich>
              </c:tx>
              <c:spPr>
                <a:noFill/>
                <a:ln>
                  <a:noFill/>
                </a:ln>
                <a:effectLst/>
              </c:spPr>
              <c:txPr>
                <a:bodyPr rot="0" spcFirstLastPara="1" vertOverflow="ellipsis" vert="horz" wrap="square" lIns="38100" tIns="19050" rIns="38100" bIns="19050" anchor="ctr" anchorCtr="1">
                  <a:noAutofit/>
                </a:bodyPr>
                <a:lstStyle/>
                <a:p>
                  <a:pPr>
                    <a:defRPr sz="1330" b="1" i="0" u="none" strike="noStrike" kern="1200" spc="0" baseline="0">
                      <a:solidFill>
                        <a:schemeClr val="accent1"/>
                      </a:solidFill>
                      <a:latin typeface="+mn-lt"/>
                      <a:ea typeface="+mn-ea"/>
                      <a:cs typeface="+mn-cs"/>
                    </a:defRPr>
                  </a:pPr>
                  <a:endParaRPr lang="en-US"/>
                </a:p>
              </c:txPr>
              <c:dLblPos val="bestFit"/>
              <c:showLegendKey val="0"/>
              <c:showVal val="0"/>
              <c:showCatName val="1"/>
              <c:showSerName val="0"/>
              <c:showPercent val="1"/>
              <c:showBubbleSize val="0"/>
              <c:extLst>
                <c:ext xmlns:c15="http://schemas.microsoft.com/office/drawing/2012/chart" uri="{CE6537A1-D6FC-4f65-9D91-7224C49458BB}">
                  <c15:layout>
                    <c:manualLayout>
                      <c:w val="0.18096773102545541"/>
                      <c:h val="0.3344368722207961"/>
                    </c:manualLayout>
                  </c15:layout>
                  <c15:dlblFieldTable/>
                  <c15:showDataLabelsRange val="0"/>
                </c:ext>
                <c:ext xmlns:c16="http://schemas.microsoft.com/office/drawing/2014/chart" uri="{C3380CC4-5D6E-409C-BE32-E72D297353CC}">
                  <c16:uniqueId val="{00000000-56FB-40AB-9BED-AADE67013452}"/>
                </c:ext>
              </c:extLst>
            </c:dLbl>
            <c:dLbl>
              <c:idx val="1"/>
              <c:layout>
                <c:manualLayout>
                  <c:x val="-2.799449173302912E-2"/>
                  <c:y val="9.6408340670196824E-2"/>
                </c:manualLayout>
              </c:layout>
              <c:tx>
                <c:rich>
                  <a:bodyPr rot="0" spcFirstLastPara="1" vertOverflow="ellipsis" vert="horz" wrap="square" lIns="38100" tIns="19050" rIns="38100" bIns="19050" anchor="ctr" anchorCtr="1">
                    <a:spAutoFit/>
                  </a:bodyPr>
                  <a:lstStyle/>
                  <a:p>
                    <a:pPr>
                      <a:defRPr sz="1330" b="1" i="0" u="none" strike="noStrike" kern="1200" spc="0" baseline="0">
                        <a:solidFill>
                          <a:schemeClr val="accent1"/>
                        </a:solidFill>
                        <a:latin typeface="+mn-lt"/>
                        <a:ea typeface="+mn-ea"/>
                        <a:cs typeface="+mn-cs"/>
                      </a:defRPr>
                    </a:pPr>
                    <a:fld id="{FF1ECEFE-C351-458E-B7B1-713F813FD64A}" type="CATEGORYNAME">
                      <a:rPr lang="en-US">
                        <a:solidFill>
                          <a:schemeClr val="accent2"/>
                        </a:solidFill>
                      </a:rPr>
                      <a:pPr>
                        <a:defRPr>
                          <a:solidFill>
                            <a:schemeClr val="accent1"/>
                          </a:solidFill>
                        </a:defRPr>
                      </a:pPr>
                      <a:t>[CATEGORY NAME]</a:t>
                    </a:fld>
                    <a:r>
                      <a:rPr lang="en-US" baseline="0">
                        <a:solidFill>
                          <a:schemeClr val="accent2"/>
                        </a:solidFill>
                      </a:rPr>
                      <a:t>
48.2%</a:t>
                    </a:r>
                  </a:p>
                </c:rich>
              </c:tx>
              <c:spPr>
                <a:noFill/>
                <a:ln>
                  <a:noFill/>
                </a:ln>
                <a:effectLst/>
              </c:spPr>
              <c:txPr>
                <a:bodyPr rot="0" spcFirstLastPara="1" vertOverflow="ellipsis" vert="horz" wrap="square" lIns="38100" tIns="19050" rIns="38100" bIns="19050" anchor="ctr" anchorCtr="1">
                  <a:spAutoFit/>
                </a:bodyPr>
                <a:lstStyle/>
                <a:p>
                  <a:pPr>
                    <a:defRPr sz="1330" b="1" i="0" u="none" strike="noStrike" kern="1200" spc="0" baseline="0">
                      <a:solidFill>
                        <a:schemeClr val="accent1"/>
                      </a:solidFill>
                      <a:latin typeface="+mn-lt"/>
                      <a:ea typeface="+mn-ea"/>
                      <a:cs typeface="+mn-cs"/>
                    </a:defRPr>
                  </a:pPr>
                  <a:endParaRPr lang="en-US"/>
                </a:p>
              </c:txPr>
              <c:dLblPos val="bestFit"/>
              <c:showLegendKey val="0"/>
              <c:showVal val="0"/>
              <c:showCatName val="1"/>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298D-4467-B401-1C61299DE130}"/>
                </c:ext>
              </c:extLst>
            </c:dLbl>
            <c:dLbl>
              <c:idx val="2"/>
              <c:layout>
                <c:manualLayout>
                  <c:x val="-0.23375103661079921"/>
                  <c:y val="1.2410210959661746E-2"/>
                </c:manualLayout>
              </c:layout>
              <c:spPr>
                <a:noFill/>
                <a:ln>
                  <a:noFill/>
                </a:ln>
                <a:effectLst/>
              </c:spPr>
              <c:txPr>
                <a:bodyPr rot="0" spcFirstLastPara="1" vertOverflow="ellipsis" vert="horz" wrap="square" lIns="38100" tIns="19050" rIns="38100" bIns="19050" anchor="ctr" anchorCtr="1">
                  <a:spAutoFit/>
                </a:bodyPr>
                <a:lstStyle/>
                <a:p>
                  <a:pPr>
                    <a:defRPr sz="1330" b="1" i="0" u="none" strike="noStrike" kern="1200" spc="0" baseline="0">
                      <a:solidFill>
                        <a:schemeClr val="accent3"/>
                      </a:solidFill>
                      <a:latin typeface="+mn-lt"/>
                      <a:ea typeface="+mn-ea"/>
                      <a:cs typeface="+mn-cs"/>
                    </a:defRPr>
                  </a:pPr>
                  <a:endParaRPr lang="en-US"/>
                </a:p>
              </c:txPr>
              <c:dLblPos val="bestFit"/>
              <c:showLegendKey val="0"/>
              <c:showVal val="0"/>
              <c:showCatName val="1"/>
              <c:showSerName val="0"/>
              <c:showPercent val="1"/>
              <c:showBubbleSize val="0"/>
              <c:extLst>
                <c:ext xmlns:c15="http://schemas.microsoft.com/office/drawing/2012/chart" uri="{CE6537A1-D6FC-4f65-9D91-7224C49458BB}">
                  <c15:layout>
                    <c:manualLayout>
                      <c:w val="0.30583511750934472"/>
                      <c:h val="0.20823924070547237"/>
                    </c:manualLayout>
                  </c15:layout>
                </c:ext>
                <c:ext xmlns:c16="http://schemas.microsoft.com/office/drawing/2014/chart" uri="{C3380CC4-5D6E-409C-BE32-E72D297353CC}">
                  <c16:uniqueId val="{00000001-56FB-40AB-9BED-AADE67013452}"/>
                </c:ext>
              </c:extLst>
            </c:dLbl>
            <c:dLbl>
              <c:idx val="3"/>
              <c:spPr>
                <a:noFill/>
                <a:ln>
                  <a:noFill/>
                </a:ln>
                <a:effectLst/>
              </c:spPr>
              <c:txPr>
                <a:bodyPr rot="0" spcFirstLastPara="1" vertOverflow="ellipsis" vert="horz" wrap="square" lIns="38100" tIns="19050" rIns="38100" bIns="19050" anchor="ctr" anchorCtr="1">
                  <a:spAutoFit/>
                </a:bodyPr>
                <a:lstStyle/>
                <a:p>
                  <a:pPr>
                    <a:defRPr sz="1330" b="1" i="0" u="none" strike="noStrike" kern="1200" spc="0" baseline="0">
                      <a:solidFill>
                        <a:schemeClr val="accent4"/>
                      </a:solidFill>
                      <a:latin typeface="+mn-lt"/>
                      <a:ea typeface="+mn-ea"/>
                      <a:cs typeface="+mn-cs"/>
                    </a:defRPr>
                  </a:pPr>
                  <a:endParaRPr lang="en-US"/>
                </a:p>
              </c:txPr>
              <c:dLblPos val="outEnd"/>
              <c:showLegendKey val="0"/>
              <c:showVal val="0"/>
              <c:showCatName val="1"/>
              <c:showSerName val="0"/>
              <c:showPercent val="1"/>
              <c:showBubbleSize val="0"/>
              <c:extLst>
                <c:ext xmlns:c16="http://schemas.microsoft.com/office/drawing/2014/chart" uri="{C3380CC4-5D6E-409C-BE32-E72D297353CC}">
                  <c16:uniqueId val="{00000002-56FB-40AB-9BED-AADE67013452}"/>
                </c:ext>
              </c:extLst>
            </c:dLbl>
            <c:spPr>
              <a:noFill/>
              <a:ln>
                <a:noFill/>
              </a:ln>
              <a:effectLst/>
            </c:spPr>
            <c:dLblPos val="outEnd"/>
            <c:showLegendKey val="0"/>
            <c:showVal val="0"/>
            <c:showCatName val="1"/>
            <c:showSerName val="0"/>
            <c:showPercent val="1"/>
            <c:showBubbleSize val="0"/>
            <c:showLeaderLines val="0"/>
            <c:extLst>
              <c:ext xmlns:c15="http://schemas.microsoft.com/office/drawing/2012/chart" uri="{CE6537A1-D6FC-4f65-9D91-7224C49458BB}"/>
            </c:extLst>
          </c:dLbls>
          <c:cat>
            <c:strRef>
              <c:f>Sheet1!$A$2:$A$5</c:f>
              <c:strCache>
                <c:ptCount val="2"/>
                <c:pt idx="0">
                  <c:v>INTER</c:v>
                </c:pt>
                <c:pt idx="1">
                  <c:v>INTRA</c:v>
                </c:pt>
              </c:strCache>
            </c:strRef>
          </c:cat>
          <c:val>
            <c:numRef>
              <c:f>Sheet1!$B$2:$B$5</c:f>
              <c:numCache>
                <c:formatCode>General</c:formatCode>
                <c:ptCount val="4"/>
                <c:pt idx="0">
                  <c:v>2003</c:v>
                </c:pt>
                <c:pt idx="1">
                  <c:v>1877</c:v>
                </c:pt>
              </c:numCache>
            </c:numRef>
          </c:val>
          <c:extLst>
            <c:ext xmlns:c16="http://schemas.microsoft.com/office/drawing/2014/chart" uri="{C3380CC4-5D6E-409C-BE32-E72D297353CC}">
              <c16:uniqueId val="{00000000-298D-4467-B401-1C61299DE130}"/>
            </c:ext>
          </c:extLst>
        </c:ser>
        <c:dLbls>
          <c:dLblPos val="outEnd"/>
          <c:showLegendKey val="0"/>
          <c:showVal val="0"/>
          <c:showCatName val="1"/>
          <c:showSerName val="0"/>
          <c:showPercent val="0"/>
          <c:showBubbleSize val="0"/>
          <c:showLeaderLines val="0"/>
        </c:dLbls>
      </c:pie3D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hart>
    <c:autoTitleDeleted val="1"/>
    <c:plotArea>
      <c:layout/>
      <c:lineChart>
        <c:grouping val="stacked"/>
        <c:varyColors val="0"/>
        <c:ser>
          <c:idx val="0"/>
          <c:order val="0"/>
          <c:tx>
            <c:strRef>
              <c:f>Sheet1!$B$1</c:f>
              <c:strCache>
                <c:ptCount val="1"/>
                <c:pt idx="0">
                  <c:v>Series 1</c:v>
                </c:pt>
              </c:strCache>
            </c:strRef>
          </c:tx>
          <c:spPr>
            <a:ln w="28575" cap="rnd">
              <a:solidFill>
                <a:schemeClr val="accent2"/>
              </a:solidFill>
              <a:round/>
            </a:ln>
            <a:effectLst/>
          </c:spPr>
          <c:marker>
            <c:symbol val="circle"/>
            <c:size val="5"/>
            <c:spPr>
              <a:solidFill>
                <a:schemeClr val="accent2"/>
              </a:solidFill>
              <a:ln w="9525">
                <a:solidFill>
                  <a:schemeClr val="accent2"/>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Jan</c:v>
                </c:pt>
                <c:pt idx="1">
                  <c:v>Feb</c:v>
                </c:pt>
                <c:pt idx="2">
                  <c:v>Mar</c:v>
                </c:pt>
                <c:pt idx="3">
                  <c:v>Apr</c:v>
                </c:pt>
                <c:pt idx="4">
                  <c:v>May</c:v>
                </c:pt>
                <c:pt idx="5">
                  <c:v>Jun</c:v>
                </c:pt>
              </c:strCache>
            </c:strRef>
          </c:cat>
          <c:val>
            <c:numRef>
              <c:f>Sheet1!$B$2:$B$7</c:f>
              <c:numCache>
                <c:formatCode>General</c:formatCode>
                <c:ptCount val="6"/>
                <c:pt idx="0">
                  <c:v>5.29</c:v>
                </c:pt>
                <c:pt idx="1">
                  <c:v>2.73</c:v>
                </c:pt>
                <c:pt idx="2">
                  <c:v>3.12</c:v>
                </c:pt>
                <c:pt idx="3">
                  <c:v>2.1800000000000002</c:v>
                </c:pt>
                <c:pt idx="4">
                  <c:v>1.37</c:v>
                </c:pt>
                <c:pt idx="5">
                  <c:v>1.34</c:v>
                </c:pt>
              </c:numCache>
            </c:numRef>
          </c:val>
          <c:smooth val="0"/>
          <c:extLst>
            <c:ext xmlns:c16="http://schemas.microsoft.com/office/drawing/2014/chart" uri="{C3380CC4-5D6E-409C-BE32-E72D297353CC}">
              <c16:uniqueId val="{00000000-97BF-48DB-BFA5-A959BB504ACC}"/>
            </c:ext>
          </c:extLst>
        </c:ser>
        <c:dLbls>
          <c:dLblPos val="t"/>
          <c:showLegendKey val="0"/>
          <c:showVal val="1"/>
          <c:showCatName val="0"/>
          <c:showSerName val="0"/>
          <c:showPercent val="0"/>
          <c:showBubbleSize val="0"/>
        </c:dLbls>
        <c:marker val="1"/>
        <c:smooth val="0"/>
        <c:axId val="396607087"/>
        <c:axId val="396603727"/>
      </c:lineChart>
      <c:catAx>
        <c:axId val="396607087"/>
        <c:scaling>
          <c:orientation val="minMax"/>
        </c:scaling>
        <c:delete val="1"/>
        <c:axPos val="b"/>
        <c:numFmt formatCode="General" sourceLinked="1"/>
        <c:majorTickMark val="none"/>
        <c:minorTickMark val="none"/>
        <c:tickLblPos val="nextTo"/>
        <c:crossAx val="396603727"/>
        <c:crosses val="autoZero"/>
        <c:auto val="1"/>
        <c:lblAlgn val="ctr"/>
        <c:lblOffset val="100"/>
        <c:noMultiLvlLbl val="0"/>
      </c:catAx>
      <c:valAx>
        <c:axId val="396603727"/>
        <c:scaling>
          <c:orientation val="minMax"/>
        </c:scaling>
        <c:delete val="1"/>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crossAx val="396607087"/>
        <c:crosses val="autoZero"/>
        <c:crossBetween val="between"/>
      </c:valAx>
      <c:spPr>
        <a:solidFill>
          <a:schemeClr val="bg1"/>
        </a:solidFill>
        <a:ln>
          <a:noFill/>
        </a:ln>
        <a:effectLst/>
      </c:spPr>
    </c:plotArea>
    <c:plotVisOnly val="1"/>
    <c:dispBlanksAs val="zero"/>
    <c:showDLblsOverMax val="0"/>
    <c:extLst>
      <c:ext xmlns:c16r3="http://schemas.microsoft.com/office/drawing/2017/03/chart" uri="{56B9EC1D-385E-4148-901F-78D8002777C0}">
        <c16r3:dataDisplayOptions16>
          <c16r3:dispNaAsBlank val="1"/>
        </c16r3:dataDisplayOptions16>
      </c:ext>
    </c:extLst>
  </c:chart>
  <c:spPr>
    <a:solidFill>
      <a:schemeClr val="bg1"/>
    </a:solidFill>
    <a:ln>
      <a:solidFill>
        <a:schemeClr val="accent1">
          <a:lumMod val="75000"/>
        </a:schemeClr>
      </a:solidFill>
    </a:ln>
    <a:effectLst>
      <a:outerShdw blurRad="50800" dist="38100" dir="18900000" algn="bl" rotWithShape="0">
        <a:prstClr val="black">
          <a:alpha val="40000"/>
        </a:prstClr>
      </a:outerShdw>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manualLayout>
          <c:layoutTarget val="inner"/>
          <c:xMode val="edge"/>
          <c:yMode val="edge"/>
          <c:x val="5.3786812429533377E-2"/>
          <c:y val="0.12122160206289108"/>
          <c:w val="0.91547786618216187"/>
          <c:h val="0.738618595726803"/>
        </c:manualLayout>
      </c:layout>
      <c:barChart>
        <c:barDir val="col"/>
        <c:grouping val="stacked"/>
        <c:varyColors val="0"/>
        <c:ser>
          <c:idx val="0"/>
          <c:order val="0"/>
          <c:tx>
            <c:strRef>
              <c:f>Sheet1!$B$1</c:f>
              <c:strCache>
                <c:ptCount val="1"/>
                <c:pt idx="0">
                  <c:v>INTER%</c:v>
                </c:pt>
              </c:strCache>
            </c:strRef>
          </c:tx>
          <c:spPr>
            <a:solidFill>
              <a:schemeClr val="accent1">
                <a:shade val="76000"/>
              </a:schemeClr>
            </a:solidFill>
            <a:ln>
              <a:noFill/>
            </a:ln>
            <a:effectLst/>
          </c:spPr>
          <c:invertIfNegative val="0"/>
          <c:dPt>
            <c:idx val="2"/>
            <c:invertIfNegative val="0"/>
            <c:bubble3D val="0"/>
            <c:spPr>
              <a:solidFill>
                <a:schemeClr val="accent6">
                  <a:lumMod val="75000"/>
                </a:schemeClr>
              </a:solidFill>
              <a:ln>
                <a:noFill/>
              </a:ln>
              <a:effectLst/>
            </c:spPr>
            <c:extLst>
              <c:ext xmlns:c16="http://schemas.microsoft.com/office/drawing/2014/chart" uri="{C3380CC4-5D6E-409C-BE32-E72D297353CC}">
                <c16:uniqueId val="{00000001-E70F-4BED-AF24-651F6D9DD9FB}"/>
              </c:ext>
            </c:extLst>
          </c:dPt>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Funnel
(TCV)</c:v>
                </c:pt>
                <c:pt idx="1">
                  <c:v>Funnel
(Wtd.)</c:v>
                </c:pt>
                <c:pt idx="2">
                  <c:v>Sold</c:v>
                </c:pt>
              </c:strCache>
            </c:strRef>
          </c:cat>
          <c:val>
            <c:numRef>
              <c:f>Sheet1!$B$2:$B$4</c:f>
              <c:numCache>
                <c:formatCode>General</c:formatCode>
                <c:ptCount val="3"/>
                <c:pt idx="0">
                  <c:v>43</c:v>
                </c:pt>
                <c:pt idx="1">
                  <c:v>36</c:v>
                </c:pt>
                <c:pt idx="2">
                  <c:v>52</c:v>
                </c:pt>
              </c:numCache>
            </c:numRef>
          </c:val>
          <c:extLst>
            <c:ext xmlns:c16="http://schemas.microsoft.com/office/drawing/2014/chart" uri="{C3380CC4-5D6E-409C-BE32-E72D297353CC}">
              <c16:uniqueId val="{00000000-8403-46CB-895D-C6A6CFE6C232}"/>
            </c:ext>
          </c:extLst>
        </c:ser>
        <c:ser>
          <c:idx val="1"/>
          <c:order val="1"/>
          <c:tx>
            <c:strRef>
              <c:f>Sheet1!$C$1</c:f>
              <c:strCache>
                <c:ptCount val="1"/>
                <c:pt idx="0">
                  <c:v>INTRA%</c:v>
                </c:pt>
              </c:strCache>
            </c:strRef>
          </c:tx>
          <c:spPr>
            <a:solidFill>
              <a:schemeClr val="accent1">
                <a:tint val="77000"/>
              </a:schemeClr>
            </a:solidFill>
            <a:ln>
              <a:noFill/>
            </a:ln>
            <a:effectLst/>
          </c:spPr>
          <c:invertIfNegative val="0"/>
          <c:dPt>
            <c:idx val="2"/>
            <c:invertIfNegative val="0"/>
            <c:bubble3D val="0"/>
            <c:spPr>
              <a:solidFill>
                <a:schemeClr val="accent6">
                  <a:lumMod val="60000"/>
                  <a:lumOff val="40000"/>
                </a:schemeClr>
              </a:solidFill>
              <a:ln>
                <a:noFill/>
              </a:ln>
              <a:effectLst/>
            </c:spPr>
            <c:extLst>
              <c:ext xmlns:c16="http://schemas.microsoft.com/office/drawing/2014/chart" uri="{C3380CC4-5D6E-409C-BE32-E72D297353CC}">
                <c16:uniqueId val="{00000002-E70F-4BED-AF24-651F6D9DD9FB}"/>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Funnel
(TCV)</c:v>
                </c:pt>
                <c:pt idx="1">
                  <c:v>Funnel
(Wtd.)</c:v>
                </c:pt>
                <c:pt idx="2">
                  <c:v>Sold</c:v>
                </c:pt>
              </c:strCache>
            </c:strRef>
          </c:cat>
          <c:val>
            <c:numRef>
              <c:f>Sheet1!$C$2:$C$4</c:f>
              <c:numCache>
                <c:formatCode>General</c:formatCode>
                <c:ptCount val="3"/>
                <c:pt idx="0">
                  <c:v>57</c:v>
                </c:pt>
                <c:pt idx="1">
                  <c:v>54</c:v>
                </c:pt>
                <c:pt idx="2">
                  <c:v>48</c:v>
                </c:pt>
              </c:numCache>
            </c:numRef>
          </c:val>
          <c:extLst>
            <c:ext xmlns:c16="http://schemas.microsoft.com/office/drawing/2014/chart" uri="{C3380CC4-5D6E-409C-BE32-E72D297353CC}">
              <c16:uniqueId val="{00000001-8403-46CB-895D-C6A6CFE6C232}"/>
            </c:ext>
          </c:extLst>
        </c:ser>
        <c:dLbls>
          <c:dLblPos val="ctr"/>
          <c:showLegendKey val="0"/>
          <c:showVal val="1"/>
          <c:showCatName val="0"/>
          <c:showSerName val="0"/>
          <c:showPercent val="0"/>
          <c:showBubbleSize val="0"/>
        </c:dLbls>
        <c:gapWidth val="150"/>
        <c:overlap val="100"/>
        <c:axId val="1741791775"/>
        <c:axId val="1741792255"/>
      </c:barChart>
      <c:catAx>
        <c:axId val="1741791775"/>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741792255"/>
        <c:crosses val="autoZero"/>
        <c:auto val="0"/>
        <c:lblAlgn val="ctr"/>
        <c:lblOffset val="100"/>
        <c:noMultiLvlLbl val="0"/>
      </c:catAx>
      <c:valAx>
        <c:axId val="1741792255"/>
        <c:scaling>
          <c:orientation val="minMax"/>
        </c:scaling>
        <c:delete val="1"/>
        <c:axPos val="l"/>
        <c:numFmt formatCode="General" sourceLinked="1"/>
        <c:majorTickMark val="out"/>
        <c:minorTickMark val="none"/>
        <c:tickLblPos val="nextTo"/>
        <c:crossAx val="1741791775"/>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a:solidFill>
        <a:schemeClr val="accent2">
          <a:lumMod val="75000"/>
        </a:schemeClr>
      </a:solidFill>
    </a:ln>
    <a:effectLst>
      <a:outerShdw blurRad="50800" dist="38100" dir="18900000" algn="bl" rotWithShape="0">
        <a:prstClr val="black">
          <a:alpha val="40000"/>
        </a:prstClr>
      </a:outerShdw>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Sheet1!$F$2</c:f>
              <c:strCache>
                <c:ptCount val="1"/>
                <c:pt idx="0">
                  <c:v>MoM</c:v>
                </c:pt>
              </c:strCache>
            </c:strRef>
          </c:tx>
          <c:spPr>
            <a:solidFill>
              <a:schemeClr val="accent1">
                <a:alpha val="7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Sheet1!$C$3:$C$8</c:f>
              <c:strCache>
                <c:ptCount val="6"/>
                <c:pt idx="0">
                  <c:v>Jan</c:v>
                </c:pt>
                <c:pt idx="1">
                  <c:v>Feb</c:v>
                </c:pt>
                <c:pt idx="2">
                  <c:v>Mar</c:v>
                </c:pt>
                <c:pt idx="3">
                  <c:v>Apr</c:v>
                </c:pt>
                <c:pt idx="4">
                  <c:v>May</c:v>
                </c:pt>
                <c:pt idx="5">
                  <c:v>Jun</c:v>
                </c:pt>
              </c:strCache>
            </c:strRef>
          </c:cat>
          <c:val>
            <c:numRef>
              <c:f>Sheet1!$F$3:$F$8</c:f>
              <c:numCache>
                <c:formatCode>General</c:formatCode>
                <c:ptCount val="6"/>
                <c:pt idx="0">
                  <c:v>868</c:v>
                </c:pt>
                <c:pt idx="1">
                  <c:v>659</c:v>
                </c:pt>
                <c:pt idx="2">
                  <c:v>423</c:v>
                </c:pt>
                <c:pt idx="3">
                  <c:v>759</c:v>
                </c:pt>
                <c:pt idx="4">
                  <c:v>751</c:v>
                </c:pt>
                <c:pt idx="5">
                  <c:v>420</c:v>
                </c:pt>
              </c:numCache>
            </c:numRef>
          </c:val>
          <c:extLst>
            <c:ext xmlns:c16="http://schemas.microsoft.com/office/drawing/2014/chart" uri="{C3380CC4-5D6E-409C-BE32-E72D297353CC}">
              <c16:uniqueId val="{00000000-8B4B-4C25-9E56-3BF2D1C7AE7D}"/>
            </c:ext>
          </c:extLst>
        </c:ser>
        <c:dLbls>
          <c:dLblPos val="ctr"/>
          <c:showLegendKey val="0"/>
          <c:showVal val="1"/>
          <c:showCatName val="0"/>
          <c:showSerName val="0"/>
          <c:showPercent val="0"/>
          <c:showBubbleSize val="0"/>
        </c:dLbls>
        <c:gapWidth val="50"/>
        <c:overlap val="100"/>
        <c:axId val="884860975"/>
        <c:axId val="884872015"/>
      </c:barChart>
      <c:catAx>
        <c:axId val="884860975"/>
        <c:scaling>
          <c:orientation val="minMax"/>
        </c:scaling>
        <c:delete val="0"/>
        <c:axPos val="b"/>
        <c:numFmt formatCode="General" sourceLinked="1"/>
        <c:majorTickMark val="none"/>
        <c:minorTickMark val="none"/>
        <c:tickLblPos val="nextTo"/>
        <c:spPr>
          <a:noFill/>
          <a:ln w="9525" cap="flat" cmpd="sng" algn="ctr">
            <a:solidFill>
              <a:schemeClr val="tx1">
                <a:lumMod val="25000"/>
                <a:lumOff val="75000"/>
              </a:schemeClr>
            </a:solidFill>
            <a:round/>
            <a:headEnd type="none" w="sm" len="sm"/>
            <a:tailEnd type="none" w="sm" len="sm"/>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884872015"/>
        <c:crosses val="autoZero"/>
        <c:auto val="1"/>
        <c:lblAlgn val="ctr"/>
        <c:lblOffset val="100"/>
        <c:noMultiLvlLbl val="0"/>
      </c:catAx>
      <c:valAx>
        <c:axId val="884872015"/>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884860975"/>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a:solidFill>
        <a:schemeClr val="accent2">
          <a:lumMod val="75000"/>
        </a:schemeClr>
      </a:solid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SOLD (KE)</c:v>
                </c:pt>
              </c:strCache>
            </c:strRef>
          </c:tx>
          <c:spPr>
            <a:gradFill>
              <a:gsLst>
                <a:gs pos="0">
                  <a:schemeClr val="accent1"/>
                </a:gs>
                <a:gs pos="100000">
                  <a:schemeClr val="accent1">
                    <a:lumMod val="84000"/>
                  </a:schemeClr>
                </a:gs>
              </a:gsLst>
              <a:lin ang="5400000" scaled="1"/>
            </a:gradFill>
            <a:ln>
              <a:noFill/>
            </a:ln>
            <a:effectLst>
              <a:outerShdw blurRad="76200" dir="18900000" sy="23000" kx="-1200000" algn="bl" rotWithShape="0">
                <a:prstClr val="black">
                  <a:alpha val="20000"/>
                </a:prstClr>
              </a:outerShdw>
            </a:effectLst>
          </c:spPr>
          <c:invertIfNegative val="0"/>
          <c:dLbls>
            <c:numFmt formatCode="#,##0" sourceLinked="0"/>
            <c:spPr>
              <a:noFill/>
              <a:ln>
                <a:noFill/>
              </a:ln>
              <a:effectLst/>
            </c:spPr>
            <c:txPr>
              <a:bodyPr rot="0" spcFirstLastPara="1" vertOverflow="ellipsis" vert="horz" wrap="square" anchor="ctr" anchorCtr="1"/>
              <a:lstStyle/>
              <a:p>
                <a:pPr>
                  <a:defRPr sz="1330" b="1" i="0" u="none" strike="noStrike" kern="1200" baseline="0">
                    <a:solidFill>
                      <a:schemeClr val="lt1"/>
                    </a:solidFill>
                    <a:latin typeface="Ubuntu" panose="020B0504030602030204" pitchFamily="34" charset="0"/>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Jan-26</c:v>
                </c:pt>
                <c:pt idx="1">
                  <c:v>Feb-26</c:v>
                </c:pt>
                <c:pt idx="2">
                  <c:v>Mar-26</c:v>
                </c:pt>
                <c:pt idx="3">
                  <c:v>Apr-26</c:v>
                </c:pt>
                <c:pt idx="4">
                  <c:v>May-26</c:v>
                </c:pt>
              </c:strCache>
            </c:strRef>
          </c:cat>
          <c:val>
            <c:numRef>
              <c:f>Sheet1!$B$2:$B$6</c:f>
              <c:numCache>
                <c:formatCode>General</c:formatCode>
                <c:ptCount val="5"/>
                <c:pt idx="0">
                  <c:v>868</c:v>
                </c:pt>
                <c:pt idx="1">
                  <c:v>1527</c:v>
                </c:pt>
                <c:pt idx="2">
                  <c:v>1950</c:v>
                </c:pt>
                <c:pt idx="3">
                  <c:v>2709</c:v>
                </c:pt>
                <c:pt idx="4">
                  <c:v>3460</c:v>
                </c:pt>
              </c:numCache>
            </c:numRef>
          </c:val>
          <c:extLst>
            <c:ext xmlns:c16="http://schemas.microsoft.com/office/drawing/2014/chart" uri="{C3380CC4-5D6E-409C-BE32-E72D297353CC}">
              <c16:uniqueId val="{00000000-3C33-4488-B72D-E4A0EC2AB071}"/>
            </c:ext>
          </c:extLst>
        </c:ser>
        <c:dLbls>
          <c:dLblPos val="inEnd"/>
          <c:showLegendKey val="0"/>
          <c:showVal val="1"/>
          <c:showCatName val="0"/>
          <c:showSerName val="0"/>
          <c:showPercent val="0"/>
          <c:showBubbleSize val="0"/>
        </c:dLbls>
        <c:gapWidth val="41"/>
        <c:axId val="2094734554"/>
        <c:axId val="2094734552"/>
      </c:barChart>
      <c:catAx>
        <c:axId val="2094734554"/>
        <c:scaling>
          <c:orientation val="minMax"/>
        </c:scaling>
        <c:delete val="0"/>
        <c:axPos val="b"/>
        <c:numFmt formatCode="General" sourceLinked="1"/>
        <c:majorTickMark val="none"/>
        <c:minorTickMark val="none"/>
        <c:tickLblPos val="low"/>
        <c:spPr>
          <a:noFill/>
          <a:ln>
            <a:noFill/>
          </a:ln>
          <a:effectLst/>
        </c:spPr>
        <c:txPr>
          <a:bodyPr rot="-60000000" spcFirstLastPara="1" vertOverflow="ellipsis" vert="horz" wrap="square" anchor="ctr" anchorCtr="1"/>
          <a:lstStyle/>
          <a:p>
            <a:pPr>
              <a:defRPr sz="800" b="0" i="0" u="none" strike="noStrike" kern="1200" baseline="0">
                <a:solidFill>
                  <a:schemeClr val="dk1">
                    <a:lumMod val="65000"/>
                    <a:lumOff val="35000"/>
                  </a:schemeClr>
                </a:solidFill>
                <a:effectLst/>
                <a:latin typeface="Ubuntu" panose="020B0504030602030204" pitchFamily="34" charset="0"/>
                <a:ea typeface="+mn-ea"/>
                <a:cs typeface="+mn-cs"/>
              </a:defRPr>
            </a:pPr>
            <a:endParaRPr lang="en-US"/>
          </a:p>
        </c:txPr>
        <c:crossAx val="2094734552"/>
        <c:crosses val="autoZero"/>
        <c:auto val="1"/>
        <c:lblAlgn val="ctr"/>
        <c:lblOffset val="100"/>
        <c:noMultiLvlLbl val="1"/>
      </c:catAx>
      <c:valAx>
        <c:axId val="2094734552"/>
        <c:scaling>
          <c:orientation val="minMax"/>
          <c:max val="3500"/>
          <c:min val="0"/>
        </c:scaling>
        <c:delete val="1"/>
        <c:axPos val="l"/>
        <c:numFmt formatCode="General" sourceLinked="0"/>
        <c:majorTickMark val="none"/>
        <c:minorTickMark val="none"/>
        <c:tickLblPos val="nextTo"/>
        <c:crossAx val="2094734554"/>
        <c:crosses val="autoZero"/>
        <c:crossBetween val="between"/>
      </c:valAx>
      <c:spPr>
        <a:noFill/>
        <a:ln>
          <a:noFill/>
        </a:ln>
        <a:effectLst/>
      </c:spPr>
    </c:plotArea>
    <c:plotVisOnly val="1"/>
    <c:dispBlanksAs val="span"/>
    <c:showDLblsOverMax val="1"/>
  </c:chart>
  <c:spPr>
    <a:gradFill flip="none" rotWithShape="1">
      <a:gsLst>
        <a:gs pos="0">
          <a:schemeClr val="lt1"/>
        </a:gs>
        <a:gs pos="68000">
          <a:schemeClr val="lt1">
            <a:lumMod val="85000"/>
          </a:schemeClr>
        </a:gs>
        <a:gs pos="100000">
          <a:schemeClr val="lt1"/>
        </a:gs>
      </a:gsLst>
      <a:lin ang="5400000" scaled="1"/>
      <a:tileRect/>
    </a:gradFill>
    <a:ln w="9525" cap="flat" cmpd="sng" algn="ctr">
      <a:solidFill>
        <a:schemeClr val="dk1">
          <a:lumMod val="15000"/>
          <a:lumOff val="85000"/>
        </a:schemeClr>
      </a:solidFill>
      <a:round/>
    </a:ln>
    <a:effectLst>
      <a:outerShdw blurRad="63500" sx="102000" sy="102000" algn="ctr" rotWithShape="0">
        <a:prstClr val="black">
          <a:alpha val="40000"/>
        </a:prstClr>
      </a:outerShdw>
    </a:effectLst>
  </c:spPr>
  <c:txPr>
    <a:bodyPr/>
    <a:lstStyle/>
    <a:p>
      <a:pPr>
        <a:defRPr>
          <a:latin typeface="Ubuntu" panose="020B0504030602030204" pitchFamily="34" charset="0"/>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Coverage (x)</c:v>
                </c:pt>
              </c:strCache>
            </c:strRef>
          </c:tx>
          <c:spPr>
            <a:ln w="19050" cap="rnd" cmpd="sng" algn="ctr">
              <a:solidFill>
                <a:schemeClr val="accent6">
                  <a:shade val="95000"/>
                  <a:satMod val="105000"/>
                </a:schemeClr>
              </a:solidFill>
              <a:round/>
            </a:ln>
            <a:effectLst/>
          </c:spPr>
          <c:marker>
            <c:symbol val="circle"/>
            <c:size val="17"/>
            <c:spPr>
              <a:solidFill>
                <a:schemeClr val="lt1"/>
              </a:solidFill>
              <a:ln>
                <a:noFill/>
              </a:ln>
              <a:effectLst/>
            </c:spPr>
          </c:marker>
          <c:dLbls>
            <c:numFmt formatCode="0.00" sourceLinked="0"/>
            <c:spPr>
              <a:noFill/>
              <a:ln>
                <a:noFill/>
              </a:ln>
              <a:effectLst/>
            </c:spPr>
            <c:txPr>
              <a:bodyPr rot="0" spcFirstLastPara="1" vertOverflow="ellipsis" vert="horz" wrap="square" anchor="ctr" anchorCtr="1"/>
              <a:lstStyle/>
              <a:p>
                <a:pPr>
                  <a:defRPr sz="1197" b="1" i="0" u="none" strike="noStrike" kern="1200" baseline="0">
                    <a:solidFill>
                      <a:schemeClr val="accent6"/>
                    </a:solidFill>
                    <a:latin typeface="Ubuntu" panose="020B050403060203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Jan-26</c:v>
                </c:pt>
                <c:pt idx="1">
                  <c:v>Feb-26</c:v>
                </c:pt>
                <c:pt idx="2">
                  <c:v>Mar-26</c:v>
                </c:pt>
                <c:pt idx="3">
                  <c:v>Apr-26</c:v>
                </c:pt>
                <c:pt idx="4">
                  <c:v>May-26</c:v>
                </c:pt>
              </c:strCache>
            </c:strRef>
          </c:cat>
          <c:val>
            <c:numRef>
              <c:f>Sheet1!$B$2:$B$6</c:f>
              <c:numCache>
                <c:formatCode>General</c:formatCode>
                <c:ptCount val="5"/>
                <c:pt idx="0">
                  <c:v>2.25</c:v>
                </c:pt>
                <c:pt idx="1">
                  <c:v>1.51</c:v>
                </c:pt>
                <c:pt idx="2">
                  <c:v>1.9</c:v>
                </c:pt>
                <c:pt idx="3">
                  <c:v>1.1299999999999999</c:v>
                </c:pt>
                <c:pt idx="4">
                  <c:v>1.36</c:v>
                </c:pt>
              </c:numCache>
            </c:numRef>
          </c:val>
          <c:smooth val="0"/>
          <c:extLst>
            <c:ext xmlns:c16="http://schemas.microsoft.com/office/drawing/2014/chart" uri="{C3380CC4-5D6E-409C-BE32-E72D297353CC}">
              <c16:uniqueId val="{00000000-1EE1-4137-B2D7-9797AD2D6158}"/>
            </c:ext>
          </c:extLst>
        </c:ser>
        <c:dLbls>
          <c:dLblPos val="ctr"/>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none"/>
        <c:minorTickMark val="none"/>
        <c:tickLblPos val="low"/>
        <c:spPr>
          <a:noFill/>
          <a:ln w="9525" cap="flat" cmpd="sng" algn="ctr">
            <a:solidFill>
              <a:schemeClr val="dk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dk1">
                    <a:lumMod val="65000"/>
                    <a:lumOff val="35000"/>
                  </a:schemeClr>
                </a:solidFill>
                <a:latin typeface="Ubuntu" panose="020B0504030602030204" pitchFamily="34" charset="0"/>
                <a:ea typeface="+mn-ea"/>
                <a:cs typeface="+mn-cs"/>
              </a:defRPr>
            </a:pPr>
            <a:endParaRPr lang="en-US"/>
          </a:p>
        </c:txPr>
        <c:crossAx val="2094734552"/>
        <c:crosses val="autoZero"/>
        <c:auto val="1"/>
        <c:lblAlgn val="ctr"/>
        <c:lblOffset val="100"/>
        <c:noMultiLvlLbl val="1"/>
      </c:catAx>
      <c:valAx>
        <c:axId val="2094734552"/>
        <c:scaling>
          <c:orientation val="minMax"/>
          <c:max val="3"/>
          <c:min val="0"/>
        </c:scaling>
        <c:delete val="1"/>
        <c:axPos val="l"/>
        <c:numFmt formatCode="0.00" sourceLinked="0"/>
        <c:majorTickMark val="none"/>
        <c:minorTickMark val="none"/>
        <c:tickLblPos val="nextTo"/>
        <c:crossAx val="2094734554"/>
        <c:crosses val="autoZero"/>
        <c:crossBetween val="between"/>
      </c:valAx>
      <c:spPr>
        <a:noFill/>
        <a:ln>
          <a:noFill/>
        </a:ln>
        <a:effectLst/>
      </c:spPr>
    </c:plotArea>
    <c:plotVisOnly val="1"/>
    <c:dispBlanksAs val="span"/>
    <c:showDLblsOverMax val="1"/>
  </c:chart>
  <c:spPr>
    <a:solidFill>
      <a:schemeClr val="lt1"/>
    </a:solidFill>
    <a:ln w="9525" cap="flat" cmpd="sng" algn="ctr">
      <a:solidFill>
        <a:schemeClr val="dk1">
          <a:lumMod val="15000"/>
          <a:lumOff val="85000"/>
        </a:schemeClr>
      </a:solidFill>
      <a:round/>
    </a:ln>
    <a:effectLst>
      <a:outerShdw blurRad="63500" sx="102000" sy="102000" algn="ctr" rotWithShape="0">
        <a:prstClr val="black">
          <a:alpha val="40000"/>
        </a:prstClr>
      </a:outerShdw>
    </a:effectLst>
  </c:spPr>
  <c:txPr>
    <a:bodyPr/>
    <a:lstStyle/>
    <a:p>
      <a:pPr>
        <a:defRPr>
          <a:latin typeface="Ubuntu" panose="020B0504030602030204" pitchFamily="34" charset="0"/>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barChart>
        <c:barDir val="col"/>
        <c:grouping val="stacked"/>
        <c:varyColors val="0"/>
        <c:ser>
          <c:idx val="0"/>
          <c:order val="0"/>
          <c:tx>
            <c:strRef>
              <c:f>Sheet1!$B$1</c:f>
              <c:strCache>
                <c:ptCount val="1"/>
                <c:pt idx="0">
                  <c:v>INTER %</c:v>
                </c:pt>
              </c:strCache>
            </c:strRef>
          </c:tx>
          <c:spPr>
            <a:solidFill>
              <a:schemeClr val="accent1">
                <a:shade val="76000"/>
              </a:schemeClr>
            </a:solidFill>
            <a:ln>
              <a:noFill/>
            </a:ln>
            <a:effectLst/>
          </c:spPr>
          <c:invertIfNegative val="0"/>
          <c:dLbls>
            <c:numFmt formatCode="0&quot;%&quot;" sourceLinked="0"/>
            <c:spPr>
              <a:noFill/>
              <a:ln>
                <a:noFill/>
              </a:ln>
              <a:effectLst/>
            </c:spPr>
            <c:txPr>
              <a:bodyPr rot="0" spcFirstLastPara="1" vertOverflow="ellipsis" vert="horz" wrap="square" anchor="ctr" anchorCtr="1"/>
              <a:lstStyle/>
              <a:p>
                <a:pPr>
                  <a:defRPr sz="1100" b="0" i="0" u="none" strike="noStrike" kern="1200" baseline="0">
                    <a:solidFill>
                      <a:schemeClr val="lt1"/>
                    </a:solidFill>
                    <a:latin typeface="Ubuntu" panose="020B050403060203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Jan-26</c:v>
                </c:pt>
                <c:pt idx="1">
                  <c:v>Feb-26</c:v>
                </c:pt>
                <c:pt idx="2">
                  <c:v>Mar-26</c:v>
                </c:pt>
                <c:pt idx="3">
                  <c:v>Apr-26</c:v>
                </c:pt>
                <c:pt idx="4">
                  <c:v>May-26</c:v>
                </c:pt>
              </c:strCache>
            </c:strRef>
          </c:cat>
          <c:val>
            <c:numRef>
              <c:f>Sheet1!$B$2:$B$6</c:f>
              <c:numCache>
                <c:formatCode>General</c:formatCode>
                <c:ptCount val="5"/>
                <c:pt idx="0">
                  <c:v>60</c:v>
                </c:pt>
                <c:pt idx="1">
                  <c:v>56</c:v>
                </c:pt>
                <c:pt idx="2">
                  <c:v>56</c:v>
                </c:pt>
                <c:pt idx="3">
                  <c:v>54</c:v>
                </c:pt>
                <c:pt idx="4">
                  <c:v>52.7</c:v>
                </c:pt>
              </c:numCache>
            </c:numRef>
          </c:val>
          <c:extLst>
            <c:ext xmlns:c16="http://schemas.microsoft.com/office/drawing/2014/chart" uri="{C3380CC4-5D6E-409C-BE32-E72D297353CC}">
              <c16:uniqueId val="{00000000-E9EA-4EB4-B796-2347C62ACA48}"/>
            </c:ext>
          </c:extLst>
        </c:ser>
        <c:ser>
          <c:idx val="1"/>
          <c:order val="1"/>
          <c:tx>
            <c:strRef>
              <c:f>Sheet1!$C$1</c:f>
              <c:strCache>
                <c:ptCount val="1"/>
                <c:pt idx="0">
                  <c:v>INTRA %</c:v>
                </c:pt>
              </c:strCache>
            </c:strRef>
          </c:tx>
          <c:spPr>
            <a:solidFill>
              <a:schemeClr val="accent1">
                <a:tint val="77000"/>
              </a:schemeClr>
            </a:solidFill>
            <a:ln>
              <a:noFill/>
            </a:ln>
            <a:effectLst/>
          </c:spPr>
          <c:invertIfNegative val="0"/>
          <c:dLbls>
            <c:numFmt formatCode="0&quot;%&quot;" sourceLinked="0"/>
            <c:spPr>
              <a:noFill/>
              <a:ln>
                <a:noFill/>
              </a:ln>
              <a:effectLst/>
            </c:spPr>
            <c:txPr>
              <a:bodyPr rot="0" spcFirstLastPara="1" vertOverflow="ellipsis" vert="horz" wrap="square" anchor="ctr" anchorCtr="1"/>
              <a:lstStyle/>
              <a:p>
                <a:pPr>
                  <a:defRPr sz="1100" b="0" i="0" u="none" strike="noStrike" kern="1200" baseline="0">
                    <a:solidFill>
                      <a:schemeClr val="lt1"/>
                    </a:solidFill>
                    <a:latin typeface="Ubuntu" panose="020B050403060203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Jan-26</c:v>
                </c:pt>
                <c:pt idx="1">
                  <c:v>Feb-26</c:v>
                </c:pt>
                <c:pt idx="2">
                  <c:v>Mar-26</c:v>
                </c:pt>
                <c:pt idx="3">
                  <c:v>Apr-26</c:v>
                </c:pt>
                <c:pt idx="4">
                  <c:v>May-26</c:v>
                </c:pt>
              </c:strCache>
            </c:strRef>
          </c:cat>
          <c:val>
            <c:numRef>
              <c:f>Sheet1!$C$2:$C$6</c:f>
              <c:numCache>
                <c:formatCode>General</c:formatCode>
                <c:ptCount val="5"/>
                <c:pt idx="0">
                  <c:v>40</c:v>
                </c:pt>
                <c:pt idx="1">
                  <c:v>44</c:v>
                </c:pt>
                <c:pt idx="2">
                  <c:v>44</c:v>
                </c:pt>
                <c:pt idx="3">
                  <c:v>46</c:v>
                </c:pt>
                <c:pt idx="4">
                  <c:v>47.3</c:v>
                </c:pt>
              </c:numCache>
            </c:numRef>
          </c:val>
          <c:extLst>
            <c:ext xmlns:c16="http://schemas.microsoft.com/office/drawing/2014/chart" uri="{C3380CC4-5D6E-409C-BE32-E72D297353CC}">
              <c16:uniqueId val="{00000001-E9EA-4EB4-B796-2347C62ACA48}"/>
            </c:ext>
          </c:extLst>
        </c:ser>
        <c:dLbls>
          <c:dLblPos val="ctr"/>
          <c:showLegendKey val="0"/>
          <c:showVal val="1"/>
          <c:showCatName val="0"/>
          <c:showSerName val="0"/>
          <c:showPercent val="0"/>
          <c:showBubbleSize val="0"/>
        </c:dLbls>
        <c:gapWidth val="79"/>
        <c:overlap val="100"/>
        <c:axId val="2094734554"/>
        <c:axId val="2094734552"/>
      </c:barChart>
      <c:catAx>
        <c:axId val="2094734554"/>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700" b="0" i="0" u="none" strike="noStrike" kern="1200" cap="all" spc="120" normalizeH="0" baseline="0">
                <a:solidFill>
                  <a:schemeClr val="tx1">
                    <a:lumMod val="65000"/>
                    <a:lumOff val="35000"/>
                  </a:schemeClr>
                </a:solidFill>
                <a:latin typeface="Ubuntu" panose="020B0504030602030204" pitchFamily="34" charset="0"/>
                <a:ea typeface="+mn-ea"/>
                <a:cs typeface="+mn-cs"/>
              </a:defRPr>
            </a:pPr>
            <a:endParaRPr lang="en-US"/>
          </a:p>
        </c:txPr>
        <c:crossAx val="2094734552"/>
        <c:crosses val="autoZero"/>
        <c:auto val="1"/>
        <c:lblAlgn val="ctr"/>
        <c:lblOffset val="100"/>
        <c:noMultiLvlLbl val="1"/>
      </c:catAx>
      <c:valAx>
        <c:axId val="2094734552"/>
        <c:scaling>
          <c:orientation val="minMax"/>
          <c:max val="100"/>
        </c:scaling>
        <c:delete val="1"/>
        <c:axPos val="l"/>
        <c:numFmt formatCode="General" sourceLinked="0"/>
        <c:majorTickMark val="none"/>
        <c:minorTickMark val="none"/>
        <c:tickLblPos val="nextTo"/>
        <c:crossAx val="2094734554"/>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100" b="0" i="0" u="none" strike="noStrike" kern="1200" baseline="0">
              <a:solidFill>
                <a:schemeClr val="tx1">
                  <a:lumMod val="65000"/>
                  <a:lumOff val="35000"/>
                </a:schemeClr>
              </a:solidFill>
              <a:latin typeface="Ubuntu" panose="020B0504030602030204" pitchFamily="34" charset="0"/>
              <a:ea typeface="+mn-ea"/>
              <a:cs typeface="+mn-cs"/>
            </a:defRPr>
          </a:pPr>
          <a:endParaRPr lang="en-US"/>
        </a:p>
      </c:txPr>
    </c:legend>
    <c:plotVisOnly val="1"/>
    <c:dispBlanksAs val="span"/>
    <c:showDLblsOverMax val="1"/>
  </c:chart>
  <c:spPr>
    <a:solidFill>
      <a:schemeClr val="bg1"/>
    </a:solidFill>
    <a:ln>
      <a:noFill/>
    </a:ln>
    <a:effectLst>
      <a:outerShdw blurRad="63500" sx="102000" sy="102000" algn="ctr" rotWithShape="0">
        <a:prstClr val="black">
          <a:alpha val="40000"/>
        </a:prstClr>
      </a:outerShdw>
    </a:effectLst>
  </c:spPr>
  <c:txPr>
    <a:bodyPr/>
    <a:lstStyle/>
    <a:p>
      <a:pPr>
        <a:defRPr sz="1100">
          <a:latin typeface="Ubuntu" panose="020B0504030602030204" pitchFamily="34" charset="0"/>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Sheet1!$D$2</c:f>
              <c:strCache>
                <c:ptCount val="1"/>
                <c:pt idx="0">
                  <c:v>Achieved</c:v>
                </c:pt>
              </c:strCache>
            </c:strRef>
          </c:tx>
          <c:spPr>
            <a:gradFill rotWithShape="1">
              <a:gsLst>
                <a:gs pos="0">
                  <a:schemeClr val="accent1">
                    <a:lumMod val="110000"/>
                    <a:satMod val="105000"/>
                    <a:tint val="67000"/>
                  </a:schemeClr>
                </a:gs>
                <a:gs pos="50000">
                  <a:schemeClr val="accent1">
                    <a:lumMod val="105000"/>
                    <a:satMod val="103000"/>
                    <a:tint val="73000"/>
                  </a:schemeClr>
                </a:gs>
                <a:gs pos="100000">
                  <a:schemeClr val="accent1">
                    <a:lumMod val="105000"/>
                    <a:satMod val="109000"/>
                    <a:tint val="81000"/>
                  </a:schemeClr>
                </a:gs>
              </a:gsLst>
              <a:lin ang="5400000" scaled="0"/>
            </a:gradFill>
            <a:ln w="9525" cap="flat" cmpd="sng" algn="ctr">
              <a:solidFill>
                <a:schemeClr val="accent1">
                  <a:shade val="95000"/>
                </a:schemeClr>
              </a:solidFill>
              <a:round/>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solidFill>
                    <a:latin typeface="+mn-lt"/>
                    <a:ea typeface="+mn-ea"/>
                    <a:cs typeface="+mn-cs"/>
                  </a:defRPr>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Sheet1!$C$3:$C$8</c:f>
              <c:strCache>
                <c:ptCount val="6"/>
                <c:pt idx="0">
                  <c:v>Jan</c:v>
                </c:pt>
                <c:pt idx="1">
                  <c:v>Feb</c:v>
                </c:pt>
                <c:pt idx="2">
                  <c:v>Mar</c:v>
                </c:pt>
                <c:pt idx="3">
                  <c:v>Apr</c:v>
                </c:pt>
                <c:pt idx="4">
                  <c:v>May</c:v>
                </c:pt>
                <c:pt idx="5">
                  <c:v>Jun</c:v>
                </c:pt>
              </c:strCache>
            </c:strRef>
          </c:cat>
          <c:val>
            <c:numRef>
              <c:f>Sheet1!$D$3:$D$8</c:f>
              <c:numCache>
                <c:formatCode>General</c:formatCode>
                <c:ptCount val="6"/>
                <c:pt idx="0">
                  <c:v>868</c:v>
                </c:pt>
                <c:pt idx="1">
                  <c:v>1527</c:v>
                </c:pt>
                <c:pt idx="2">
                  <c:v>1950</c:v>
                </c:pt>
                <c:pt idx="3">
                  <c:v>2709</c:v>
                </c:pt>
                <c:pt idx="4">
                  <c:v>3460</c:v>
                </c:pt>
                <c:pt idx="5">
                  <c:v>3880</c:v>
                </c:pt>
              </c:numCache>
            </c:numRef>
          </c:val>
          <c:extLst>
            <c:ext xmlns:c16="http://schemas.microsoft.com/office/drawing/2014/chart" uri="{C3380CC4-5D6E-409C-BE32-E72D297353CC}">
              <c16:uniqueId val="{00000000-EF85-4DBB-8ACF-FFC15C757961}"/>
            </c:ext>
          </c:extLst>
        </c:ser>
        <c:dLbls>
          <c:dLblPos val="ctr"/>
          <c:showLegendKey val="0"/>
          <c:showVal val="1"/>
          <c:showCatName val="0"/>
          <c:showSerName val="0"/>
          <c:showPercent val="0"/>
          <c:showBubbleSize val="0"/>
        </c:dLbls>
        <c:gapWidth val="150"/>
        <c:axId val="461180079"/>
        <c:axId val="485771407"/>
      </c:barChart>
      <c:lineChart>
        <c:grouping val="standard"/>
        <c:varyColors val="0"/>
        <c:ser>
          <c:idx val="1"/>
          <c:order val="1"/>
          <c:tx>
            <c:strRef>
              <c:f>Sheet1!$F$2</c:f>
              <c:strCache>
                <c:ptCount val="1"/>
                <c:pt idx="0">
                  <c:v>MoM</c:v>
                </c:pt>
              </c:strCache>
            </c:strRef>
          </c:tx>
          <c:spPr>
            <a:ln w="19050" cap="rnd">
              <a:solidFill>
                <a:schemeClr val="accent2"/>
              </a:solidFill>
              <a:round/>
            </a:ln>
            <a:effectLst/>
          </c:spPr>
          <c:marker>
            <c:symbol val="circle"/>
            <c:size val="5"/>
            <c:spPr>
              <a:gradFill rotWithShape="1">
                <a:gsLst>
                  <a:gs pos="0">
                    <a:schemeClr val="accent2">
                      <a:lumMod val="110000"/>
                      <a:satMod val="105000"/>
                      <a:tint val="67000"/>
                    </a:schemeClr>
                  </a:gs>
                  <a:gs pos="50000">
                    <a:schemeClr val="accent2">
                      <a:lumMod val="105000"/>
                      <a:satMod val="103000"/>
                      <a:tint val="73000"/>
                    </a:schemeClr>
                  </a:gs>
                  <a:gs pos="100000">
                    <a:schemeClr val="accent2">
                      <a:lumMod val="105000"/>
                      <a:satMod val="109000"/>
                      <a:tint val="81000"/>
                    </a:schemeClr>
                  </a:gs>
                </a:gsLst>
                <a:lin ang="5400000" scaled="0"/>
              </a:gradFill>
              <a:ln w="19050" cap="flat" cmpd="sng" algn="ctr">
                <a:solidFill>
                  <a:schemeClr val="accent2">
                    <a:shade val="95000"/>
                  </a:schemeClr>
                </a:solidFill>
                <a:round/>
              </a:ln>
              <a:effectLst/>
            </c:spPr>
          </c:marker>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solidFill>
                    <a:latin typeface="+mn-lt"/>
                    <a:ea typeface="+mn-ea"/>
                    <a:cs typeface="+mn-cs"/>
                  </a:defRPr>
                </a:pPr>
                <a:endParaRPr lang="en-US"/>
              </a:p>
            </c:txPr>
            <c:dLblPos val="l"/>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Sheet1!$C$3:$C$8</c:f>
              <c:strCache>
                <c:ptCount val="6"/>
                <c:pt idx="0">
                  <c:v>Jan</c:v>
                </c:pt>
                <c:pt idx="1">
                  <c:v>Feb</c:v>
                </c:pt>
                <c:pt idx="2">
                  <c:v>Mar</c:v>
                </c:pt>
                <c:pt idx="3">
                  <c:v>Apr</c:v>
                </c:pt>
                <c:pt idx="4">
                  <c:v>May</c:v>
                </c:pt>
                <c:pt idx="5">
                  <c:v>Jun</c:v>
                </c:pt>
              </c:strCache>
            </c:strRef>
          </c:cat>
          <c:val>
            <c:numRef>
              <c:f>Sheet1!$F$3:$F$8</c:f>
              <c:numCache>
                <c:formatCode>General</c:formatCode>
                <c:ptCount val="6"/>
                <c:pt idx="0">
                  <c:v>868</c:v>
                </c:pt>
                <c:pt idx="1">
                  <c:v>659</c:v>
                </c:pt>
                <c:pt idx="2">
                  <c:v>423</c:v>
                </c:pt>
                <c:pt idx="3">
                  <c:v>759</c:v>
                </c:pt>
                <c:pt idx="4">
                  <c:v>751</c:v>
                </c:pt>
                <c:pt idx="5">
                  <c:v>420</c:v>
                </c:pt>
              </c:numCache>
            </c:numRef>
          </c:val>
          <c:smooth val="0"/>
          <c:extLst>
            <c:ext xmlns:c16="http://schemas.microsoft.com/office/drawing/2014/chart" uri="{C3380CC4-5D6E-409C-BE32-E72D297353CC}">
              <c16:uniqueId val="{00000001-EF85-4DBB-8ACF-FFC15C757961}"/>
            </c:ext>
          </c:extLst>
        </c:ser>
        <c:dLbls>
          <c:dLblPos val="ctr"/>
          <c:showLegendKey val="0"/>
          <c:showVal val="1"/>
          <c:showCatName val="0"/>
          <c:showSerName val="0"/>
          <c:showPercent val="0"/>
          <c:showBubbleSize val="0"/>
        </c:dLbls>
        <c:marker val="1"/>
        <c:smooth val="0"/>
        <c:axId val="487030847"/>
        <c:axId val="487034687"/>
      </c:lineChart>
      <c:catAx>
        <c:axId val="46118007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50000"/>
                    <a:lumOff val="50000"/>
                  </a:schemeClr>
                </a:solidFill>
                <a:latin typeface="+mn-lt"/>
                <a:ea typeface="+mn-ea"/>
                <a:cs typeface="+mn-cs"/>
              </a:defRPr>
            </a:pPr>
            <a:endParaRPr lang="en-US"/>
          </a:p>
        </c:txPr>
        <c:crossAx val="485771407"/>
        <c:crosses val="autoZero"/>
        <c:auto val="1"/>
        <c:lblAlgn val="ctr"/>
        <c:lblOffset val="100"/>
        <c:noMultiLvlLbl val="0"/>
      </c:catAx>
      <c:valAx>
        <c:axId val="485771407"/>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50000"/>
                    <a:lumOff val="50000"/>
                  </a:schemeClr>
                </a:solidFill>
                <a:latin typeface="+mn-lt"/>
                <a:ea typeface="+mn-ea"/>
                <a:cs typeface="+mn-cs"/>
              </a:defRPr>
            </a:pPr>
            <a:endParaRPr lang="en-US"/>
          </a:p>
        </c:txPr>
        <c:crossAx val="461180079"/>
        <c:crosses val="autoZero"/>
        <c:crossBetween val="between"/>
      </c:valAx>
      <c:valAx>
        <c:axId val="487034687"/>
        <c:scaling>
          <c:orientation val="minMax"/>
        </c:scaling>
        <c:delete val="0"/>
        <c:axPos val="r"/>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50000"/>
                    <a:lumOff val="50000"/>
                  </a:schemeClr>
                </a:solidFill>
                <a:latin typeface="+mn-lt"/>
                <a:ea typeface="+mn-ea"/>
                <a:cs typeface="+mn-cs"/>
              </a:defRPr>
            </a:pPr>
            <a:endParaRPr lang="en-US"/>
          </a:p>
        </c:txPr>
        <c:crossAx val="487030847"/>
        <c:crosses val="max"/>
        <c:crossBetween val="between"/>
      </c:valAx>
      <c:catAx>
        <c:axId val="487030847"/>
        <c:scaling>
          <c:orientation val="minMax"/>
        </c:scaling>
        <c:delete val="1"/>
        <c:axPos val="b"/>
        <c:numFmt formatCode="General" sourceLinked="1"/>
        <c:majorTickMark val="none"/>
        <c:minorTickMark val="none"/>
        <c:tickLblPos val="nextTo"/>
        <c:crossAx val="487034687"/>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50000"/>
                  <a:lumOff val="50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a:solidFill>
        <a:schemeClr val="accent2">
          <a:lumMod val="75000"/>
        </a:schemeClr>
      </a:solid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withinLinear" id="15">
  <a:schemeClr val="accent2"/>
</cs:colorStyle>
</file>

<file path=ppt/charts/colors3.xml><?xml version="1.0" encoding="utf-8"?>
<cs:colorStyle xmlns:cs="http://schemas.microsoft.com/office/drawing/2012/chartStyle" xmlns:a="http://schemas.openxmlformats.org/drawingml/2006/main" meth="withinLinear" id="14">
  <a:schemeClr val="accent1"/>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withinLinear" id="14">
  <a:schemeClr val="accent1"/>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9">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cs:styleClr val="auto"/>
    </cs:fontRef>
    <cs:defRPr sz="1330" b="1" i="0" u="none" strike="noStrike" kern="1200" spc="0" baseline="0"/>
  </cs:dataLabel>
  <cs:dataLabelCallout>
    <cs:lnRef idx="0">
      <cs:styleClr val="auto"/>
    </cs:lnRef>
    <cs:fillRef idx="0"/>
    <cs:effectRef idx="0"/>
    <cs:fontRef idx="minor">
      <cs:styleClr val="auto"/>
    </cs:fontRef>
    <cs:spPr>
      <a:solidFill>
        <a:schemeClr val="lt1"/>
      </a:solidFill>
      <a:ln>
        <a:solidFill>
          <a:schemeClr val="phClr"/>
        </a:solidFill>
      </a:ln>
    </cs:spPr>
    <cs:defRPr sz="1330"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635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88900" sx="102000" sy="102000" algn="ctr" rotWithShape="0">
          <a:prstClr val="black">
            <a:alpha val="10000"/>
          </a:prstClr>
        </a:outerShdw>
      </a:effectLst>
      <a:scene3d>
        <a:camera prst="orthographicFront"/>
        <a:lightRig rig="threePt" dir="t"/>
      </a:scene3d>
      <a:sp3d>
        <a:bevelT w="127000" h="127000"/>
        <a:bevelB w="127000" h="127000"/>
      </a:sp3d>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baseline="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305">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headEnd type="none" w="sm" len="sm"/>
        <a:tailEnd type="none" w="sm" len="sm"/>
      </a:ln>
    </cs:spPr>
    <cs:defRPr sz="1197"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bg1"/>
    </cs:fontRef>
    <cs:spPr>
      <a:solidFill>
        <a:schemeClr val="tx1">
          <a:lumMod val="50000"/>
          <a:lumOff val="50000"/>
        </a:schemeClr>
      </a:solidFill>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alpha val="70000"/>
        </a:schemeClr>
      </a:solidFill>
    </cs:spPr>
  </cs:dataPoint>
  <cs:dataPoint3D>
    <cs:lnRef idx="0"/>
    <cs:fillRef idx="0">
      <cs:styleClr val="auto"/>
    </cs:fillRef>
    <cs:effectRef idx="0"/>
    <cs:fontRef idx="minor">
      <a:schemeClr val="tx1"/>
    </cs:fontRef>
    <cs:spPr>
      <a:solidFill>
        <a:schemeClr val="phClr">
          <a:alpha val="70000"/>
        </a:schemeClr>
      </a:solidFill>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styleClr val="auto"/>
    </cs:lnRef>
    <cs:fillRef idx="0">
      <cs:styleClr val="auto"/>
    </cs:fillRef>
    <cs:effectRef idx="0"/>
    <cs:fontRef idx="minor">
      <a:schemeClr val="dk1"/>
    </cs:fontRef>
    <cs:spPr>
      <a:gradFill>
        <a:gsLst>
          <a:gs pos="0">
            <a:schemeClr val="phClr"/>
          </a:gs>
          <a:gs pos="46000">
            <a:schemeClr val="phClr"/>
          </a:gs>
          <a:gs pos="100000">
            <a:schemeClr val="phClr">
              <a:lumMod val="20000"/>
              <a:lumOff val="80000"/>
              <a:alpha val="0"/>
            </a:schemeClr>
          </a:gs>
        </a:gsLst>
        <a:path path="circle">
          <a:fillToRect l="50000" t="-80000" r="50000" b="180000"/>
        </a:path>
      </a:gradFill>
      <a:ln w="9525" cap="flat" cmpd="sng" algn="ctr">
        <a:solidFill>
          <a:schemeClr val="phClr">
            <a:shade val="95000"/>
          </a:scheme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65000"/>
            <a:lumOff val="3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cap="flat" cmpd="sng" algn="ctr">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0">
              <a:schemeClr val="tx1">
                <a:lumMod val="5000"/>
                <a:lumOff val="95000"/>
              </a:schemeClr>
            </a:gs>
            <a:gs pos="100000">
              <a:schemeClr val="tx1">
                <a:lumMod val="15000"/>
                <a:lumOff val="85000"/>
              </a:schemeClr>
            </a:gs>
          </a:gsLst>
          <a:lin ang="5400000" scaled="0"/>
        </a:gradFill>
        <a:round/>
      </a:ln>
    </cs:spPr>
  </cs:gridlineMajor>
  <cs:gridlineMinor>
    <cs:lnRef idx="0"/>
    <cs:fillRef idx="0"/>
    <cs:effectRef idx="0"/>
    <cs:fontRef idx="minor">
      <a:schemeClr val="dk1"/>
    </cs:fontRef>
    <cs:spPr>
      <a:ln w="9525" cap="flat" cmpd="sng" algn="ctr">
        <a:gradFill>
          <a:gsLst>
            <a:gs pos="0">
              <a:schemeClr val="tx1">
                <a:lumMod val="5000"/>
                <a:lumOff val="95000"/>
              </a:schemeClr>
            </a:gs>
            <a:gs pos="100000">
              <a:schemeClr val="tx1">
                <a:lumMod val="15000"/>
                <a:lumOff val="85000"/>
              </a:schemeClr>
            </a:gs>
          </a:gsLst>
          <a:lin ang="5400000" scaled="0"/>
        </a:gradFill>
        <a:round/>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headEnd type="none" w="sm" len="sm"/>
        <a:tailEnd type="none" w="sm" len="sm"/>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200" b="1" kern="1200" cap="all" spc="50" baseline="0"/>
  </cs:title>
  <cs:trendline>
    <cs:lnRef idx="0">
      <cs:styleClr val="auto"/>
    </cs:lnRef>
    <cs:fillRef idx="0"/>
    <cs:effectRef idx="0"/>
    <cs:fontRef idx="minor">
      <a:schemeClr val="dk1"/>
    </cs:fontRef>
    <cs:spPr>
      <a:ln w="9525"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dk1"/>
    </cs:fontRef>
  </cs:wall>
</cs:chartStyle>
</file>

<file path=ppt/charts/style5.xml><?xml version="1.0" encoding="utf-8"?>
<cs:chartStyle xmlns:cs="http://schemas.microsoft.com/office/drawing/2012/chartStyle" xmlns:a="http://schemas.openxmlformats.org/drawingml/2006/main" id="204">
  <cs:axisTitle>
    <cs:lnRef idx="0"/>
    <cs:fillRef idx="0"/>
    <cs:effectRef idx="0"/>
    <cs:fontRef idx="minor">
      <a:schemeClr val="dk1">
        <a:lumMod val="65000"/>
        <a:lumOff val="35000"/>
      </a:schemeClr>
    </cs:fontRef>
    <cs:defRPr sz="1197" b="1" kern="1200"/>
  </cs:axisTitle>
  <cs:categoryAxis>
    <cs:lnRef idx="0"/>
    <cs:fillRef idx="0"/>
    <cs:effectRef idx="0"/>
    <cs:fontRef idx="minor">
      <a:schemeClr val="dk1">
        <a:lumMod val="65000"/>
        <a:lumOff val="35000"/>
      </a:schemeClr>
    </cs:fontRef>
    <cs:defRPr sz="1197" kern="1200">
      <a:effectLst/>
    </cs:defRPr>
  </cs:categoryAxis>
  <cs:chartArea>
    <cs:lnRef idx="0"/>
    <cs:fillRef idx="0"/>
    <cs:effectRef idx="0"/>
    <cs:fontRef idx="minor">
      <a:schemeClr val="dk1"/>
    </cs:fontRef>
    <cs:spPr>
      <a:gradFill flip="none" rotWithShape="1">
        <a:gsLst>
          <a:gs pos="0">
            <a:schemeClr val="lt1"/>
          </a:gs>
          <a:gs pos="68000">
            <a:schemeClr val="lt1">
              <a:lumMod val="85000"/>
            </a:schemeClr>
          </a:gs>
          <a:gs pos="100000">
            <a:schemeClr val="lt1"/>
          </a:gs>
        </a:gsLst>
        <a:lin ang="5400000" scaled="1"/>
        <a:tileRect/>
      </a:gradFill>
      <a:ln w="9525" cap="flat" cmpd="sng" algn="ctr">
        <a:solidFill>
          <a:schemeClr val="dk1">
            <a:lumMod val="15000"/>
            <a:lumOff val="85000"/>
          </a:schemeClr>
        </a:solidFill>
        <a:round/>
      </a:ln>
    </cs:spPr>
    <cs:defRPr sz="1330" kern="1200"/>
  </cs:chartArea>
  <cs:dataLabel>
    <cs:lnRef idx="0"/>
    <cs:fillRef idx="0"/>
    <cs:effectRef idx="0"/>
    <cs:fontRef idx="minor">
      <a:schemeClr val="lt1"/>
    </cs:fontRef>
    <cs:spPr/>
    <cs:defRPr sz="1330"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1330" b="1" kern="12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
  <cs:dataPoint3D>
    <cs:lnRef idx="0"/>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3D>
  <cs:dataPointLine>
    <cs:lnRef idx="0">
      <cs:styleClr val="auto"/>
    </cs:lnRef>
    <cs:fillRef idx="0"/>
    <cs:effectRef idx="0"/>
    <cs:fontRef idx="minor">
      <a:schemeClr val="dk1"/>
    </cs:fontRef>
    <cs:spPr>
      <a:ln w="28575" cap="rnd">
        <a:gradFill>
          <a:gsLst>
            <a:gs pos="0">
              <a:schemeClr val="phClr"/>
            </a:gs>
            <a:gs pos="100000">
              <a:schemeClr val="phClr">
                <a:lumMod val="84000"/>
              </a:schemeClr>
            </a:gs>
          </a:gsLst>
          <a:lin ang="5400000" scaled="1"/>
        </a:gradFill>
        <a:round/>
      </a:ln>
    </cs:spPr>
  </cs:dataPointLine>
  <cs:dataPointMarker>
    <cs:lnRef idx="0"/>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a:solidFill>
          <a:schemeClr val="dk1">
            <a:lumMod val="15000"/>
            <a:lumOff val="85000"/>
          </a:schemeClr>
        </a:solidFill>
      </a:ln>
    </cs:spPr>
    <cs:defRPr sz="1197" kern="1200"/>
  </cs:dataTable>
  <cs:downBar>
    <cs:lnRef idx="0"/>
    <cs:fillRef idx="0"/>
    <cs:effectRef idx="0"/>
    <cs:fontRef idx="minor">
      <a:schemeClr val="dk1"/>
    </cs:fontRef>
    <cs:spPr>
      <a:solidFill>
        <a:schemeClr val="dk1">
          <a:lumMod val="35000"/>
          <a:lumOff val="65000"/>
        </a:schemeClr>
      </a:solidFill>
      <a:ln w="9525">
        <a:solidFill>
          <a:schemeClr val="dk1">
            <a:lumMod val="50000"/>
            <a:lumOff val="50000"/>
          </a:schemeClr>
        </a:solidFill>
      </a:ln>
    </cs:spPr>
  </cs:downBar>
  <cs:dropLine>
    <cs:lnRef idx="0"/>
    <cs:fillRef idx="0"/>
    <cs:effectRef idx="0"/>
    <cs:fontRef idx="minor">
      <a:schemeClr val="dk1"/>
    </cs:fontRef>
    <cs:spPr>
      <a:ln w="9525">
        <a:solidFill>
          <a:schemeClr val="dk1">
            <a:lumMod val="50000"/>
            <a:lumOff val="50000"/>
          </a:schemeClr>
        </a:solidFill>
        <a:round/>
      </a:ln>
    </cs:spPr>
  </cs:dropLine>
  <cs:errorBar>
    <cs:lnRef idx="0"/>
    <cs:fillRef idx="0"/>
    <cs:effectRef idx="0"/>
    <cs:fontRef idx="minor">
      <a:schemeClr val="dk1"/>
    </cs:fontRef>
    <cs:spPr>
      <a:ln w="9525">
        <a:solidFill>
          <a:schemeClr val="dk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a:solidFill>
          <a:schemeClr val="dk1">
            <a:lumMod val="5000"/>
            <a:lumOff val="95000"/>
          </a:schemeClr>
        </a:solidFill>
      </a:ln>
    </cs:spPr>
  </cs:gridlineMinor>
  <cs:hiLoLine>
    <cs:lnRef idx="0"/>
    <cs:fillRef idx="0"/>
    <cs:effectRef idx="0"/>
    <cs:fontRef idx="minor">
      <a:schemeClr val="dk1"/>
    </cs:fontRef>
    <cs:spPr>
      <a:ln w="9525">
        <a:solidFill>
          <a:schemeClr val="dk1">
            <a:lumMod val="50000"/>
            <a:lumOff val="50000"/>
          </a:schemeClr>
        </a:solidFill>
        <a:round/>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65000"/>
        <a:lumOff val="35000"/>
      </a:schemeClr>
    </cs:fontRef>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197"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65000"/>
        <a:lumOff val="35000"/>
      </a:schemeClr>
    </cs:fontRef>
    <cs:defRPr kern="1200">
      <a:effectLst/>
    </cs:defRPr>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dk1">
        <a:lumMod val="65000"/>
        <a:lumOff val="35000"/>
      </a:schemeClr>
    </cs:fontRef>
    <cs:defRPr sz="1197" kern="1200"/>
  </cs:trendlineLabel>
  <cs:upBar>
    <cs:lnRef idx="0"/>
    <cs:fillRef idx="0"/>
    <cs:effectRef idx="0"/>
    <cs:fontRef idx="minor">
      <a:schemeClr val="dk1"/>
    </cs:fontRef>
    <cs:spPr>
      <a:solidFill>
        <a:schemeClr val="lt1">
          <a:lumMod val="95000"/>
        </a:schemeClr>
      </a:solidFill>
      <a:ln w="9525">
        <a:solidFill>
          <a:schemeClr val="dk1">
            <a:lumMod val="15000"/>
            <a:lumOff val="85000"/>
          </a:schemeClr>
        </a:solidFill>
      </a:ln>
    </cs:spPr>
  </cs:upBar>
  <cs:valueAxis>
    <cs:lnRef idx="0"/>
    <cs:fillRef idx="0"/>
    <cs:effectRef idx="0"/>
    <cs:fontRef idx="minor">
      <a:schemeClr val="dk1">
        <a:lumMod val="65000"/>
        <a:lumOff val="35000"/>
      </a:schemeClr>
    </cs:fontRef>
    <cs:defRPr sz="1197" kern="1200"/>
  </cs:valueAxis>
  <cs:wall>
    <cs:lnRef idx="0"/>
    <cs:fillRef idx="0"/>
    <cs:effectRef idx="0"/>
    <cs:fontRef idx="minor">
      <a:schemeClr val="dk1"/>
    </cs:fontRef>
  </cs:wall>
</cs:chartStyle>
</file>

<file path=ppt/charts/style6.xml><?xml version="1.0" encoding="utf-8"?>
<cs:chartStyle xmlns:cs="http://schemas.microsoft.com/office/drawing/2012/chartStyle" xmlns:a="http://schemas.openxmlformats.org/drawingml/2006/main" id="234">
  <cs:axisTitle>
    <cs:lnRef idx="0"/>
    <cs:fillRef idx="0"/>
    <cs:effectRef idx="0"/>
    <cs:fontRef idx="minor">
      <a:schemeClr val="dk1">
        <a:lumMod val="65000"/>
        <a:lumOff val="35000"/>
      </a:schemeClr>
    </cs:fontRef>
    <cs:defRPr sz="1197" kern="1200"/>
  </cs:axisTitle>
  <cs:category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330" kern="1200"/>
  </cs:categoryAxis>
  <cs:chartArea>
    <cs:lnRef idx="0"/>
    <cs:fillRef idx="0"/>
    <cs:effectRef idx="0"/>
    <cs:fontRef idx="minor">
      <a:schemeClr val="dk1"/>
    </cs:fontRef>
    <cs:spPr>
      <a:solidFill>
        <a:schemeClr val="lt1"/>
      </a:solidFill>
      <a:ln w="9525" cap="flat" cmpd="sng" algn="ctr">
        <a:solidFill>
          <a:schemeClr val="dk1">
            <a:lumMod val="15000"/>
            <a:lumOff val="85000"/>
          </a:schemeClr>
        </a:solidFill>
        <a:round/>
      </a:ln>
    </cs:spPr>
    <cs:defRPr sz="1197" kern="1200"/>
  </cs:chartArea>
  <cs:dataLabel>
    <cs:lnRef idx="0"/>
    <cs:fillRef idx="0"/>
    <cs:effectRef idx="0"/>
    <cs:fontRef idx="minor">
      <cs:styleClr val="auto"/>
    </cs:fontRef>
    <cs:spPr/>
    <cs:defRPr sz="1197" b="1" i="0" u="none" strike="noStrike" kern="1200" baseline="0"/>
  </cs:dataLabel>
  <cs:dataLabelCallout>
    <cs:lnRef idx="0"/>
    <cs:fillRef idx="0"/>
    <cs:effectRef idx="0"/>
    <cs:fontRef idx="minor">
      <a:schemeClr val="dk1">
        <a:lumMod val="65000"/>
        <a:lumOff val="35000"/>
      </a:schemeClr>
    </cs:fontRef>
    <cs:spPr>
      <a:solidFill>
        <a:schemeClr val="lt1"/>
      </a:solidFill>
      <a:ln w="9575">
        <a:solidFill>
          <a:schemeClr val="lt1">
            <a:lumMod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19050" cap="rnd" cmpd="sng" algn="ctr">
        <a:solidFill>
          <a:schemeClr val="phClr">
            <a:shade val="95000"/>
            <a:satMod val="105000"/>
          </a:schemeClr>
        </a:solidFill>
        <a:round/>
      </a:ln>
    </cs:spPr>
  </cs:dataPointLine>
  <cs:dataPointMarker>
    <cs:lnRef idx="0"/>
    <cs:fillRef idx="0"/>
    <cs:effectRef idx="0"/>
    <cs:fontRef idx="minor">
      <a:schemeClr val="dk1"/>
    </cs:fontRef>
    <cs:spPr>
      <a:solidFill>
        <a:schemeClr val="lt1"/>
      </a:solidFill>
    </cs:spPr>
  </cs:dataPointMarker>
  <cs:dataPointMarkerLayout symbol="circle" size="17"/>
  <cs:dataPointWireframe>
    <cs:lnRef idx="0">
      <cs:styleClr val="auto"/>
    </cs:lnRef>
    <cs:fillRef idx="1"/>
    <cs:effectRef idx="0"/>
    <cs:fontRef idx="minor">
      <a:schemeClr val="dk1"/>
    </cs:fontRef>
    <cs:spPr>
      <a:ln w="9525">
        <a:solidFill>
          <a:schemeClr val="phClr"/>
        </a:solidFill>
      </a:ln>
    </cs:spPr>
  </cs:dataPointWireframe>
  <cs:dataTable>
    <cs:lnRef idx="0"/>
    <cs:fillRef idx="0"/>
    <cs:effectRef idx="0"/>
    <cs:fontRef idx="minor">
      <a:schemeClr val="dk1">
        <a:lumMod val="65000"/>
        <a:lumOff val="35000"/>
      </a:schemeClr>
    </cs:fontRef>
    <cs:spPr>
      <a:ln w="9525">
        <a:solidFill>
          <a:schemeClr val="dk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dk1">
            <a:lumMod val="50000"/>
            <a:lumOff val="50000"/>
          </a:schemeClr>
        </a:solidFill>
      </a:ln>
    </cs:spPr>
  </cs:downBar>
  <cs:dropLine>
    <cs:lnRef idx="0"/>
    <cs:fillRef idx="0"/>
    <cs:effectRef idx="0"/>
    <cs:fontRef idx="minor">
      <a:schemeClr val="dk1"/>
    </cs:fontRef>
    <cs:spPr>
      <a:ln w="9525">
        <a:solidFill>
          <a:schemeClr val="dk1">
            <a:lumMod val="35000"/>
            <a:lumOff val="65000"/>
          </a:schemeClr>
        </a:solidFill>
      </a:ln>
    </cs:spPr>
  </cs:dropLine>
  <cs:errorBar>
    <cs:lnRef idx="0"/>
    <cs:fillRef idx="0"/>
    <cs:effectRef idx="0"/>
    <cs:fontRef idx="minor">
      <a:schemeClr val="dk1"/>
    </cs:fontRef>
    <cs:spPr>
      <a:ln w="9525">
        <a:solidFill>
          <a:schemeClr val="dk1">
            <a:lumMod val="50000"/>
            <a:lumOff val="50000"/>
          </a:schemeClr>
        </a:solidFill>
      </a:ln>
    </cs:spPr>
  </cs:errorBar>
  <cs:floor>
    <cs:lnRef idx="0"/>
    <cs:fillRef idx="0"/>
    <cs:effectRef idx="0"/>
    <cs:fontRef idx="minor">
      <a:schemeClr val="dk1"/>
    </cs:fontRef>
  </cs:floor>
  <cs:gridlineMajor>
    <cs:lnRef idx="0"/>
    <cs:fillRef idx="0"/>
    <cs:effectRef idx="0"/>
    <cs:fontRef idx="minor">
      <a:schemeClr val="dk1"/>
    </cs:fontRef>
    <cs:spPr>
      <a:ln>
        <a:solidFill>
          <a:schemeClr val="dk1">
            <a:lumMod val="15000"/>
            <a:lumOff val="85000"/>
          </a:schemeClr>
        </a:solidFill>
      </a:ln>
    </cs:spPr>
  </cs:gridlineMajor>
  <cs:gridlineMinor>
    <cs:lnRef idx="0"/>
    <cs:fillRef idx="0"/>
    <cs:effectRef idx="0"/>
    <cs:fontRef idx="minor">
      <a:schemeClr val="dk1"/>
    </cs:fontRef>
    <cs:spPr>
      <a:ln>
        <a:solidFill>
          <a:schemeClr val="dk1">
            <a:lumMod val="5000"/>
            <a:lumOff val="95000"/>
          </a:schemeClr>
        </a:solidFill>
      </a:ln>
    </cs:spPr>
  </cs:gridlineMinor>
  <cs:hiLoLine>
    <cs:lnRef idx="0"/>
    <cs:fillRef idx="0"/>
    <cs:effectRef idx="0"/>
    <cs:fontRef idx="minor">
      <a:schemeClr val="dk1"/>
    </cs:fontRef>
    <cs:spPr>
      <a:ln w="9525">
        <a:solidFill>
          <a:schemeClr val="dk1">
            <a:lumMod val="35000"/>
            <a:lumOff val="65000"/>
          </a:schemeClr>
        </a:solidFill>
      </a:ln>
    </cs:spPr>
  </cs:hiLoLine>
  <cs:leaderLine>
    <cs:lnRef idx="0"/>
    <cs:fillRef idx="0"/>
    <cs:effectRef idx="0"/>
    <cs:fontRef idx="minor">
      <a:schemeClr val="dk1"/>
    </cs:fontRef>
    <cs:spPr>
      <a:ln w="9525">
        <a:solidFill>
          <a:schemeClr val="dk1">
            <a:lumMod val="35000"/>
            <a:lumOff val="65000"/>
          </a:schemeClr>
        </a:solidFill>
      </a:ln>
    </cs:spPr>
  </cs:leaderLine>
  <cs:legend>
    <cs:lnRef idx="0"/>
    <cs:fillRef idx="0"/>
    <cs:effectRef idx="0"/>
    <cs:fontRef idx="minor">
      <a:schemeClr val="dk1">
        <a:lumMod val="65000"/>
        <a:lumOff val="35000"/>
      </a:schemeClr>
    </cs:fontRef>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197" kern="1200"/>
  </cs:seriesAxis>
  <cs:seriesLine>
    <cs:lnRef idx="0"/>
    <cs:fillRef idx="0"/>
    <cs:effectRef idx="0"/>
    <cs:fontRef idx="minor">
      <a:schemeClr val="dk1"/>
    </cs:fontRef>
    <cs:spPr>
      <a:ln w="9525">
        <a:solidFill>
          <a:schemeClr val="dk1">
            <a:lumMod val="35000"/>
            <a:lumOff val="65000"/>
          </a:schemeClr>
        </a:solidFill>
      </a:ln>
    </cs:spPr>
  </cs:seriesLine>
  <cs:title>
    <cs:lnRef idx="0"/>
    <cs:fillRef idx="0"/>
    <cs:effectRef idx="0"/>
    <cs:fontRef idx="minor">
      <a:schemeClr val="dk1"/>
    </cs:fontRef>
    <cs:defRPr sz="1915" b="0" kern="1200" cap="all" spc="0" baseline="0">
      <a:gradFill>
        <a:gsLst>
          <a:gs pos="0">
            <a:schemeClr val="dk1">
              <a:lumMod val="50000"/>
              <a:lumOff val="50000"/>
            </a:schemeClr>
          </a:gs>
          <a:gs pos="100000">
            <a:schemeClr val="dk1">
              <a:lumMod val="85000"/>
              <a:lumOff val="15000"/>
            </a:schemeClr>
          </a:gs>
        </a:gsLst>
        <a:lin ang="5400000" scaled="0"/>
      </a:gradFill>
    </cs:defRPr>
  </cs:title>
  <cs:trendline>
    <cs:lnRef idx="0">
      <cs:styleClr val="auto"/>
    </cs:lnRef>
    <cs:fillRef idx="0"/>
    <cs:effectRef idx="0"/>
    <cs:fontRef idx="minor">
      <a:schemeClr val="dk1"/>
    </cs:fontRef>
    <cs:spPr>
      <a:ln w="9525" cap="rnd">
        <a:solidFill>
          <a:schemeClr val="phClr"/>
        </a:solidFill>
      </a:ln>
    </cs:spPr>
  </cs:trendline>
  <cs:trendlineLabel>
    <cs:lnRef idx="0"/>
    <cs:fillRef idx="0"/>
    <cs:effectRef idx="0"/>
    <cs:fontRef idx="minor">
      <a:schemeClr val="dk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dk1">
            <a:lumMod val="50000"/>
            <a:lumOff val="50000"/>
          </a:schemeClr>
        </a:solidFill>
      </a:ln>
    </cs:spPr>
  </cs:upBar>
  <cs:valueAxis>
    <cs:lnRef idx="0"/>
    <cs:fillRef idx="0"/>
    <cs:effectRef idx="0"/>
    <cs:fontRef idx="minor">
      <a:schemeClr val="dk1">
        <a:lumMod val="65000"/>
        <a:lumOff val="35000"/>
      </a:schemeClr>
    </cs:fontRef>
    <cs:defRPr sz="1197" kern="1200"/>
  </cs:valueAxis>
  <cs:wall>
    <cs:lnRef idx="0"/>
    <cs:fillRef idx="0"/>
    <cs:effectRef idx="0"/>
    <cs:fontRef idx="minor">
      <a:schemeClr val="dk1"/>
    </cs:fontRef>
  </cs:wall>
</cs:chartStyle>
</file>

<file path=ppt/charts/style7.xml><?xml version="1.0" encoding="utf-8"?>
<cs:chartStyle xmlns:cs="http://schemas.microsoft.com/office/drawing/2012/chartStyle" xmlns:a="http://schemas.openxmlformats.org/drawingml/2006/main" id="298">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064"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7" kern="1200"/>
  </cs:chartArea>
  <cs:dataLabel>
    <cs:lnRef idx="0"/>
    <cs:fillRef idx="0"/>
    <cs:effectRef idx="0"/>
    <cs:fontRef idx="minor">
      <a:schemeClr val="lt1"/>
    </cs:fontRef>
    <cs:defRPr sz="1197" b="0" i="0" u="none" strike="noStrike" kern="1200" baseline="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064"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1197" kern="1200"/>
  </cs:valueAxis>
  <cs:wall>
    <cs:lnRef idx="0"/>
    <cs:fillRef idx="0"/>
    <cs:effectRef idx="0"/>
    <cs:fontRef idx="minor">
      <a:schemeClr val="dk1"/>
    </cs:fontRef>
  </cs:wall>
</cs:chartStyle>
</file>

<file path=ppt/charts/style8.xml><?xml version="1.0" encoding="utf-8"?>
<cs:chartStyle xmlns:cs="http://schemas.microsoft.com/office/drawing/2012/chartStyle" xmlns:a="http://schemas.openxmlformats.org/drawingml/2006/main" id="325">
  <cs:axisTitle>
    <cs:lnRef idx="0"/>
    <cs:fillRef idx="0"/>
    <cs:effectRef idx="0"/>
    <cs:fontRef idx="minor">
      <a:schemeClr val="tx1">
        <a:lumMod val="50000"/>
        <a:lumOff val="50000"/>
      </a:schemeClr>
    </cs:fontRef>
    <cs:defRPr sz="1197" kern="1200" cap="all"/>
  </cs:axisTitle>
  <cs:category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50000"/>
        <a:lumOff val="50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
  <cs:dataPoint3D>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3D>
  <cs:dataPointLine>
    <cs:lnRef idx="0">
      <cs:styleClr val="auto"/>
    </cs:lnRef>
    <cs:fillRef idx="2">
      <cs:styleClr val="auto"/>
    </cs:fillRef>
    <cs:effectRef idx="1"/>
    <cs:fontRef idx="minor">
      <a:schemeClr val="dk1"/>
    </cs:fontRef>
    <cs:spPr>
      <a:ln w="15875" cap="rnd">
        <a:solidFill>
          <a:schemeClr val="phClr"/>
        </a:solidFill>
        <a:round/>
      </a:ln>
    </cs:spPr>
  </cs:dataPointLine>
  <cs:dataPointMarker>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Marker>
  <cs:dataPointMarkerLayout symbol="circle" size="5"/>
  <cs:dataPointWireframe>
    <cs:lnRef idx="0">
      <cs:styleClr val="auto"/>
    </cs:lnRef>
    <cs:fillRef idx="2"/>
    <cs:effectRef idx="0"/>
    <cs:fontRef idx="minor">
      <a:schemeClr val="dk1"/>
    </cs:fontRef>
    <cs:spPr>
      <a:ln w="9525" cap="rnd">
        <a:solidFill>
          <a:schemeClr val="phClr"/>
        </a:solidFill>
        <a:round/>
      </a:ln>
    </cs:spPr>
  </cs:dataPointWireframe>
  <cs:dataTable>
    <cs:lnRef idx="0"/>
    <cs:fillRef idx="0"/>
    <cs:effectRef idx="0"/>
    <cs:fontRef idx="minor">
      <a:schemeClr val="tx1">
        <a:lumMod val="50000"/>
        <a:lumOff val="50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75000"/>
            <a:lumOff val="25000"/>
          </a:schemeClr>
        </a:solidFill>
      </a:ln>
    </cs:spPr>
  </cs:downBar>
  <cs:dropLine>
    <cs:lnRef idx="0"/>
    <cs:fillRef idx="0"/>
    <cs:effectRef idx="0"/>
    <cs:fontRef idx="minor">
      <a:schemeClr val="dk1"/>
    </cs:fontRef>
    <cs:spPr>
      <a:ln w="9525">
        <a:solidFill>
          <a:schemeClr val="tx1">
            <a:lumMod val="75000"/>
            <a:lumOff val="25000"/>
          </a:schemeClr>
        </a:solidFill>
      </a:ln>
    </cs:spPr>
  </cs:dropLine>
  <cs:errorBar>
    <cs:lnRef idx="0"/>
    <cs:fillRef idx="0"/>
    <cs:effectRef idx="0"/>
    <cs:fontRef idx="minor">
      <a:schemeClr val="dk1"/>
    </cs:fontRef>
    <cs:spPr>
      <a:ln w="9525">
        <a:solidFill>
          <a:schemeClr val="tx1">
            <a:lumMod val="50000"/>
            <a:lumOff val="50000"/>
          </a:schemeClr>
        </a:solidFill>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75000"/>
            <a:lumOff val="25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50000"/>
        <a:lumOff val="50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prstDash val="dash"/>
      </a:ln>
    </cs:spPr>
  </cs:seriesLine>
  <cs:title>
    <cs:lnRef idx="0"/>
    <cs:fillRef idx="0"/>
    <cs:effectRef idx="0"/>
    <cs:fontRef idx="minor">
      <a:schemeClr val="tx1">
        <a:lumMod val="50000"/>
        <a:lumOff val="50000"/>
      </a:schemeClr>
    </cs:fontRef>
    <cs:defRPr sz="1862" kern="1200" cap="none" spc="20" baseline="0"/>
  </cs:title>
  <cs:trendline>
    <cs:lnRef idx="0">
      <cs:styleClr val="auto"/>
    </cs:lnRef>
    <cs:fillRef idx="2"/>
    <cs:effectRef idx="0"/>
    <cs:fontRef idx="minor">
      <a:schemeClr val="dk1"/>
    </cs:fontRef>
    <cs:spPr>
      <a:ln w="9525" cap="rnd">
        <a:solidFill>
          <a:schemeClr val="phClr"/>
        </a:solidFill>
      </a:ln>
    </cs:spPr>
  </cs:trendline>
  <cs:trendlineLabel>
    <cs:lnRef idx="0"/>
    <cs:fillRef idx="0"/>
    <cs:effectRef idx="0"/>
    <cs:fontRef idx="minor">
      <a:schemeClr val="tx1">
        <a:lumMod val="50000"/>
        <a:lumOff val="50000"/>
      </a:schemeClr>
    </cs:fontRef>
    <cs:defRPr sz="1197"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50000"/>
        <a:lumOff val="50000"/>
      </a:schemeClr>
    </cs:fontRef>
    <cs:defRPr sz="1197" kern="1200"/>
  </cs:valueAxis>
  <cs:wall>
    <cs:lnRef idx="0"/>
    <cs:fillRef idx="0"/>
    <cs:effectRef idx="0"/>
    <cs:fontRef idx="minor">
      <a:schemeClr val="dk1"/>
    </cs:fontRef>
  </cs:wall>
</cs:chartStyle>
</file>

<file path=ppt/comments/modernComment_7FFFFF74_649959FB.xml><?xml version="1.0" encoding="utf-8"?>
<p188:cmLst xmlns:a="http://schemas.openxmlformats.org/drawingml/2006/main" xmlns:r="http://schemas.openxmlformats.org/officeDocument/2006/relationships" xmlns:p188="http://schemas.microsoft.com/office/powerpoint/2018/8/main">
  <p188:cm id="{95FEDBAF-C493-4807-A685-116C669532B4}" authorId="{F53056E6-A7AE-F09A-EF2F-15191B018ED8}" created="2026-07-02T10:42:23.027">
    <pc:sldMkLst xmlns:pc="http://schemas.microsoft.com/office/powerpoint/2013/main/command">
      <pc:docMk/>
      <pc:sldMk cId="1687771643" sldId="2147483508"/>
    </pc:sldMkLst>
    <p188:txBody>
      <a:bodyPr/>
      <a:lstStyle/>
      <a:p>
        <a:r>
          <a:rPr lang="en-IN"/>
          <a:t>[@Ranade, Shripriya Vinay] , Gentle reminder to update this for Solution Advisory latest by Monday morning, 11AM</a:t>
        </a:r>
      </a:p>
    </p188:txBody>
  </p188:cm>
  <p188:cm id="{6415400B-687C-4D86-BE3D-FB922CE6CA6D}" authorId="{F53056E6-A7AE-F09A-EF2F-15191B018ED8}" created="2026-07-07T10:45:51.120">
    <pc:sldMkLst xmlns:pc="http://schemas.microsoft.com/office/powerpoint/2013/main/command">
      <pc:docMk/>
      <pc:sldMk cId="1687771643" sldId="2147483508"/>
    </pc:sldMkLst>
    <p188:txBody>
      <a:bodyPr/>
      <a:lstStyle/>
      <a:p>
        <a:r>
          <a:rPr lang="en-IN"/>
          <a:t>[@Ranade, Shripriya Vinay] - I have populated the numbers from the Solution Advisory sheet. However, request to please verify by speaking to respective owners as the Achieved % is beyond 100%. Also, not everyone seems to have updated the numbers correctly as discussed with Amit on 3-Jul. Need your intervention before this is taken to the monthly meeting and for Amit’s review on Thursday.</a:t>
        </a:r>
      </a:p>
    </p188:txBody>
  </p188:cm>
</p188:cmLst>
</file>

<file path=ppt/comments/modernComment_106_7B8C079B.xml><?xml version="1.0" encoding="utf-8"?>
<p188:cmLst xmlns:a="http://schemas.openxmlformats.org/drawingml/2006/main" xmlns:r="http://schemas.openxmlformats.org/officeDocument/2006/relationships" xmlns:p188="http://schemas.microsoft.com/office/powerpoint/2018/8/main">
  <p188:cm id="{C0ABCACD-760B-4213-BDCA-4FB5F4AA6AA2}" authorId="{F53056E6-A7AE-F09A-EF2F-15191B018ED8}" created="2026-07-02T10:35:35.276">
    <pc:sldMkLst xmlns:pc="http://schemas.microsoft.com/office/powerpoint/2013/main/command">
      <pc:docMk/>
      <pc:sldMk cId="2072774555" sldId="262"/>
    </pc:sldMkLst>
    <p188:txBody>
      <a:bodyPr/>
      <a:lstStyle/>
      <a:p>
        <a:r>
          <a:rPr lang="en-IN"/>
          <a:t>[@Ranade, Shripriya Vinay] , Gentle reminder to update this latest by Monday morning, 11AM</a:t>
        </a:r>
      </a:p>
    </p188:txBody>
  </p188:cm>
</p188:cmLst>
</file>

<file path=ppt/comments/modernComment_108_5DE948D5.xml><?xml version="1.0" encoding="utf-8"?>
<p188:cmLst xmlns:a="http://schemas.openxmlformats.org/drawingml/2006/main" xmlns:r="http://schemas.openxmlformats.org/officeDocument/2006/relationships" xmlns:p188="http://schemas.microsoft.com/office/powerpoint/2018/8/main">
  <p188:cm id="{6EE31743-EF91-4AB2-896B-097ECC529055}" authorId="{F53056E6-A7AE-F09A-EF2F-15191B018ED8}" created="2026-07-02T10:35:45.986">
    <pc:sldMkLst xmlns:pc="http://schemas.microsoft.com/office/powerpoint/2013/main/command">
      <pc:docMk/>
      <pc:sldMk cId="1575569621" sldId="264"/>
    </pc:sldMkLst>
    <p188:replyLst>
      <p188:reply id="{8197C257-DF89-435E-AB68-6032096F2191}" authorId="{F53056E6-A7AE-F09A-EF2F-15191B018ED8}" created="2026-07-02T16:18:56.938">
        <p188:txBody>
          <a:bodyPr/>
          <a:lstStyle/>
          <a:p>
            <a:r>
              <a:rPr lang="en-IN"/>
              <a:t>Hi [@Ranade, Shripriya Vinay]  - Pls check with Mayank on the new assignment which started on 1-Jul for Sky, Italy and Also NBN new assignment where Prabhatha has been placed. May be Rajendra can help with the NBN one. Apart from any other new assignments you come across.</a:t>
            </a:r>
          </a:p>
        </p188:txBody>
      </p188:reply>
    </p188:replyLst>
    <p188:txBody>
      <a:bodyPr/>
      <a:lstStyle/>
      <a:p>
        <a:r>
          <a:rPr lang="en-IN"/>
          <a:t>[@Ranade, Shripriya Vinay] , Gentle reminder to update this latest by Monday morning, 11AM</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10.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EFCD6C-6423-8F47-8CE2-0C68727CE676}" type="datetimeFigureOut">
              <a:rPr lang="en-PL" smtClean="0"/>
              <a:t>07/27/2026</a:t>
            </a:fld>
            <a:endParaRPr lang="en-P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DB1FBD7-F02D-4C4F-915F-35E35DACACBF}" type="slidenum">
              <a:rPr lang="en-PL" smtClean="0"/>
              <a:t>‹#›</a:t>
            </a:fld>
            <a:endParaRPr lang="en-PL"/>
          </a:p>
        </p:txBody>
      </p:sp>
    </p:spTree>
    <p:extLst>
      <p:ext uri="{BB962C8B-B14F-4D97-AF65-F5344CB8AC3E}">
        <p14:creationId xmlns:p14="http://schemas.microsoft.com/office/powerpoint/2010/main" val="7134012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it-IT"/>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696B5C-12A0-4042-B4D0-BD3B9A4F58C6}" type="slidenum">
              <a:rPr kumimoji="0" lang="pt-BR" sz="1300" b="0" i="0" u="none" strike="noStrike" kern="1200" cap="none" spc="0" normalizeH="0" baseline="0" noProof="0" smtClean="0">
                <a:ln>
                  <a:noFill/>
                </a:ln>
                <a:solidFill>
                  <a:prstClr val="black"/>
                </a:solidFill>
                <a:effectLst/>
                <a:uLnTx/>
                <a:uFillTx/>
                <a:latin typeface="Verdana"/>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pt-BR" sz="1300" b="0" i="0" u="none" strike="noStrike" kern="1200" cap="none" spc="0" normalizeH="0" baseline="0" noProof="0">
              <a:ln>
                <a:noFill/>
              </a:ln>
              <a:solidFill>
                <a:prstClr val="black"/>
              </a:solidFill>
              <a:effectLst/>
              <a:uLnTx/>
              <a:uFillTx/>
              <a:latin typeface="Verdana"/>
              <a:ea typeface="+mn-ea"/>
              <a:cs typeface="+mn-cs"/>
            </a:endParaRPr>
          </a:p>
        </p:txBody>
      </p:sp>
    </p:spTree>
    <p:extLst>
      <p:ext uri="{BB962C8B-B14F-4D97-AF65-F5344CB8AC3E}">
        <p14:creationId xmlns:p14="http://schemas.microsoft.com/office/powerpoint/2010/main" val="6298816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2512405F-4C55-4759-E392-7FC569AB521A}"/>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19490273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DB1FBD7-F02D-4C4F-915F-35E35DACACBF}" type="slidenum">
              <a:rPr kumimoji="0" lang="en-PL"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PL"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2560433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7DB1FBD7-F02D-4C4F-915F-35E35DACACBF}" type="slidenum">
              <a:rPr lang="en-PL" smtClean="0"/>
              <a:t>10</a:t>
            </a:fld>
            <a:endParaRPr lang="en-PL"/>
          </a:p>
        </p:txBody>
      </p:sp>
    </p:spTree>
    <p:extLst>
      <p:ext uri="{BB962C8B-B14F-4D97-AF65-F5344CB8AC3E}">
        <p14:creationId xmlns:p14="http://schemas.microsoft.com/office/powerpoint/2010/main" val="5374506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1D7BF8-FA89-8E76-07DE-CDEA273637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4821BC-E1CA-A32F-062D-011A47AF1E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66DF99-CF78-DD04-7C7C-E471CD66C76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508AF7B-E3F8-71D6-9F3D-FA972A505E13}"/>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411962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7DB1FBD7-F02D-4C4F-915F-35E35DACACBF}" type="slidenum">
              <a:rPr lang="en-PL" smtClean="0"/>
              <a:t>12</a:t>
            </a:fld>
            <a:endParaRPr lang="en-PL"/>
          </a:p>
        </p:txBody>
      </p:sp>
    </p:spTree>
    <p:extLst>
      <p:ext uri="{BB962C8B-B14F-4D97-AF65-F5344CB8AC3E}">
        <p14:creationId xmlns:p14="http://schemas.microsoft.com/office/powerpoint/2010/main" val="7256924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488669-FAC1-2FB4-BC31-B5D65699F2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9CFC1D-38C0-F428-1B51-67EADDEC5A3B}"/>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A73D6EC6-2DED-6FC0-2E53-4E7139162C7A}"/>
              </a:ext>
            </a:extLst>
          </p:cNvPr>
          <p:cNvSpPr>
            <a:spLocks noGrp="1"/>
          </p:cNvSpPr>
          <p:nvPr>
            <p:ph type="body" idx="1"/>
          </p:nvPr>
        </p:nvSpPr>
        <p:spPr/>
        <p:txBody>
          <a:bodyPr/>
          <a:lstStyle/>
          <a:p>
            <a:endParaRPr lang="en-IN"/>
          </a:p>
        </p:txBody>
      </p:sp>
      <p:sp>
        <p:nvSpPr>
          <p:cNvPr id="4" name="Header Placeholder 3">
            <a:extLst>
              <a:ext uri="{FF2B5EF4-FFF2-40B4-BE49-F238E27FC236}">
                <a16:creationId xmlns:a16="http://schemas.microsoft.com/office/drawing/2014/main" id="{ED1BAA7C-2F94-DDC1-85B8-FB083F8C00D4}"/>
              </a:ext>
            </a:extLst>
          </p:cNvPr>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AT"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5" name="Footer Placeholder 4">
            <a:extLst>
              <a:ext uri="{FF2B5EF4-FFF2-40B4-BE49-F238E27FC236}">
                <a16:creationId xmlns:a16="http://schemas.microsoft.com/office/drawing/2014/main" id="{4D701CB7-D15B-B40D-56E7-88AD601D611F}"/>
              </a:ext>
            </a:extLst>
          </p:cNvPr>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6" name="Slide Number Placeholder 5">
            <a:extLst>
              <a:ext uri="{FF2B5EF4-FFF2-40B4-BE49-F238E27FC236}">
                <a16:creationId xmlns:a16="http://schemas.microsoft.com/office/drawing/2014/main" id="{AA348743-F6A5-E74E-16F3-36F3D1DF9D2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B8745E7-B6E5-4AC1-A9D1-BB5B5173895F}" type="slidenum">
              <a:rPr kumimoji="0" lang="de-AT"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de-AT"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0888663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7DB1FBD7-F02D-4C4F-915F-35E35DACACBF}" type="slidenum">
              <a:rPr lang="en-PL" smtClean="0"/>
              <a:t>17</a:t>
            </a:fld>
            <a:endParaRPr lang="en-PL"/>
          </a:p>
        </p:txBody>
      </p:sp>
    </p:spTree>
    <p:extLst>
      <p:ext uri="{BB962C8B-B14F-4D97-AF65-F5344CB8AC3E}">
        <p14:creationId xmlns:p14="http://schemas.microsoft.com/office/powerpoint/2010/main" val="27192118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BE40C9-8EDA-81BE-DD1B-6476155B9C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BCAEB1-3770-852B-1508-F3FF8B8AA6D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C72926C-61E1-56B0-D203-41C42B9A14A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26C6D6B-3773-83D6-6DE5-85C41BC30D6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696B5C-12A0-4042-B4D0-BD3B9A4F58C6}" type="slidenum">
              <a:rPr kumimoji="0" lang="pt-BR" sz="900" b="0" i="0" u="none" strike="noStrike" kern="1200" cap="none" spc="0" normalizeH="0" baseline="0" noProof="0" smtClean="0">
                <a:ln>
                  <a:noFill/>
                </a:ln>
                <a:solidFill>
                  <a:prstClr val="black"/>
                </a:solidFill>
                <a:effectLst/>
                <a:uLnTx/>
                <a:uFillTx/>
                <a:latin typeface="Ubuntu"/>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pt-BR" sz="900" b="0" i="0" u="none" strike="noStrike" kern="1200" cap="none" spc="0" normalizeH="0" baseline="0" noProof="0">
              <a:ln>
                <a:noFill/>
              </a:ln>
              <a:solidFill>
                <a:prstClr val="black"/>
              </a:solidFill>
              <a:effectLst/>
              <a:uLnTx/>
              <a:uFillTx/>
              <a:latin typeface="Ubuntu"/>
              <a:ea typeface="+mn-ea"/>
              <a:cs typeface="+mn-cs"/>
            </a:endParaRPr>
          </a:p>
        </p:txBody>
      </p:sp>
    </p:spTree>
    <p:extLst>
      <p:ext uri="{BB962C8B-B14F-4D97-AF65-F5344CB8AC3E}">
        <p14:creationId xmlns:p14="http://schemas.microsoft.com/office/powerpoint/2010/main" val="19730627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206117-8C97-7E01-DA33-2CAAEE926B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17E10C-2C81-CFBA-AB13-4F8541D4F67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A85D8DB-4978-C72B-9452-6F4DE146EF1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C21A5F5-C9AB-7955-5522-E0A985D5460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696B5C-12A0-4042-B4D0-BD3B9A4F58C6}" type="slidenum">
              <a:rPr kumimoji="0" lang="pt-BR" sz="900" b="0" i="0" u="none" strike="noStrike" kern="1200" cap="none" spc="0" normalizeH="0" baseline="0" noProof="0" smtClean="0">
                <a:ln>
                  <a:noFill/>
                </a:ln>
                <a:solidFill>
                  <a:prstClr val="black"/>
                </a:solidFill>
                <a:effectLst/>
                <a:uLnTx/>
                <a:uFillTx/>
                <a:latin typeface="Ubuntu"/>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pt-BR" sz="900" b="0" i="0" u="none" strike="noStrike" kern="1200" cap="none" spc="0" normalizeH="0" baseline="0" noProof="0">
              <a:ln>
                <a:noFill/>
              </a:ln>
              <a:solidFill>
                <a:prstClr val="black"/>
              </a:solidFill>
              <a:effectLst/>
              <a:uLnTx/>
              <a:uFillTx/>
              <a:latin typeface="Ubuntu"/>
              <a:ea typeface="+mn-ea"/>
              <a:cs typeface="+mn-cs"/>
            </a:endParaRPr>
          </a:p>
        </p:txBody>
      </p:sp>
    </p:spTree>
    <p:extLst>
      <p:ext uri="{BB962C8B-B14F-4D97-AF65-F5344CB8AC3E}">
        <p14:creationId xmlns:p14="http://schemas.microsoft.com/office/powerpoint/2010/main" val="7963104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60562C-C9A8-7485-6F2F-9738D1B87C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0222F3-A2CD-500A-9574-960CC066605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EA7769C-30C7-CF58-F6FC-36D39FE9BDB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76F765F-1EB5-11D9-0E57-06ADE3B80B4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696B5C-12A0-4042-B4D0-BD3B9A4F58C6}" type="slidenum">
              <a:rPr kumimoji="0" lang="pt-BR" sz="900" b="0" i="0" u="none" strike="noStrike" kern="1200" cap="none" spc="0" normalizeH="0" baseline="0" noProof="0" smtClean="0">
                <a:ln>
                  <a:noFill/>
                </a:ln>
                <a:solidFill>
                  <a:prstClr val="black"/>
                </a:solidFill>
                <a:effectLst/>
                <a:uLnTx/>
                <a:uFillTx/>
                <a:latin typeface="Ubuntu"/>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pt-BR" sz="900" b="0" i="0" u="none" strike="noStrike" kern="1200" cap="none" spc="0" normalizeH="0" baseline="0" noProof="0">
              <a:ln>
                <a:noFill/>
              </a:ln>
              <a:solidFill>
                <a:prstClr val="black"/>
              </a:solidFill>
              <a:effectLst/>
              <a:uLnTx/>
              <a:uFillTx/>
              <a:latin typeface="Ubuntu"/>
              <a:ea typeface="+mn-ea"/>
              <a:cs typeface="+mn-cs"/>
            </a:endParaRPr>
          </a:p>
        </p:txBody>
      </p:sp>
    </p:spTree>
    <p:extLst>
      <p:ext uri="{BB962C8B-B14F-4D97-AF65-F5344CB8AC3E}">
        <p14:creationId xmlns:p14="http://schemas.microsoft.com/office/powerpoint/2010/main" val="28240006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A37A0D-0A93-F020-DBA8-D4D602A8FE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271B9A-A4C9-8F19-0150-D87C98A9049A}"/>
              </a:ext>
            </a:extLst>
          </p:cNvPr>
          <p:cNvSpPr>
            <a:spLocks noGrp="1" noRot="1" noChangeAspect="1"/>
          </p:cNvSpPr>
          <p:nvPr>
            <p:ph type="sldImg"/>
          </p:nvPr>
        </p:nvSpPr>
        <p:spPr/>
        <p:txBody>
          <a:bodyPr/>
          <a:lstStyle/>
          <a:p>
            <a:endParaRPr lang="en-PL"/>
          </a:p>
        </p:txBody>
      </p:sp>
      <p:sp>
        <p:nvSpPr>
          <p:cNvPr id="3" name="Notes Placeholder 2">
            <a:extLst>
              <a:ext uri="{FF2B5EF4-FFF2-40B4-BE49-F238E27FC236}">
                <a16:creationId xmlns:a16="http://schemas.microsoft.com/office/drawing/2014/main" id="{11B105FE-FD7A-A80C-F23F-6781F4999B97}"/>
              </a:ext>
            </a:extLst>
          </p:cNvPr>
          <p:cNvSpPr>
            <a:spLocks noGrp="1"/>
          </p:cNvSpPr>
          <p:nvPr>
            <p:ph type="body" idx="1"/>
          </p:nvPr>
        </p:nvSpPr>
        <p:spPr/>
        <p:txBody>
          <a:bodyPr/>
          <a:lstStyle/>
          <a:p>
            <a:endParaRPr lang="en-PL"/>
          </a:p>
        </p:txBody>
      </p:sp>
      <p:sp>
        <p:nvSpPr>
          <p:cNvPr id="4" name="Slide Number Placeholder 3">
            <a:extLst>
              <a:ext uri="{FF2B5EF4-FFF2-40B4-BE49-F238E27FC236}">
                <a16:creationId xmlns:a16="http://schemas.microsoft.com/office/drawing/2014/main" id="{EC8CDC5B-C650-1478-FEBA-F4396882326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696B5C-12A0-4042-B4D0-BD3B9A4F58C6}" type="slidenum">
              <a:rPr kumimoji="0" lang="pt-BR" sz="900" b="0" i="0" u="none" strike="noStrike" kern="1200" cap="none" spc="0" normalizeH="0" baseline="0" noProof="0" smtClean="0">
                <a:ln>
                  <a:noFill/>
                </a:ln>
                <a:solidFill>
                  <a:prstClr val="black"/>
                </a:solidFill>
                <a:effectLst/>
                <a:uLnTx/>
                <a:uFillTx/>
                <a:latin typeface="Verdana"/>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pt-BR" sz="900" b="0" i="0" u="none" strike="noStrike" kern="1200" cap="none" spc="0" normalizeH="0" baseline="0" noProof="0">
              <a:ln>
                <a:noFill/>
              </a:ln>
              <a:solidFill>
                <a:prstClr val="black"/>
              </a:solidFill>
              <a:effectLst/>
              <a:uLnTx/>
              <a:uFillTx/>
              <a:latin typeface="Verdana"/>
              <a:ea typeface="+mn-ea"/>
              <a:cs typeface="+mn-cs"/>
            </a:endParaRPr>
          </a:p>
        </p:txBody>
      </p:sp>
    </p:spTree>
    <p:extLst>
      <p:ext uri="{BB962C8B-B14F-4D97-AF65-F5344CB8AC3E}">
        <p14:creationId xmlns:p14="http://schemas.microsoft.com/office/powerpoint/2010/main" val="35005399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6A6D42-6CB2-FC49-66F0-EDC5B0E6B6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8FA353-3990-2588-4C0A-F8D34758258A}"/>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E9C7262F-BC17-6895-2381-CBCA0B55CBEB}"/>
              </a:ext>
            </a:extLst>
          </p:cNvPr>
          <p:cNvSpPr>
            <a:spLocks noGrp="1"/>
          </p:cNvSpPr>
          <p:nvPr>
            <p:ph type="body" idx="1"/>
          </p:nvPr>
        </p:nvSpPr>
        <p:spPr/>
        <p:txBody>
          <a:bodyPr/>
          <a:lstStyle/>
          <a:p>
            <a:endParaRPr lang="en-IN"/>
          </a:p>
        </p:txBody>
      </p:sp>
      <p:sp>
        <p:nvSpPr>
          <p:cNvPr id="4" name="Header Placeholder 3">
            <a:extLst>
              <a:ext uri="{FF2B5EF4-FFF2-40B4-BE49-F238E27FC236}">
                <a16:creationId xmlns:a16="http://schemas.microsoft.com/office/drawing/2014/main" id="{EDD2510A-2EEB-F1B2-0412-C7AF149B66F9}"/>
              </a:ext>
            </a:extLst>
          </p:cNvPr>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AT"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5" name="Footer Placeholder 4">
            <a:extLst>
              <a:ext uri="{FF2B5EF4-FFF2-40B4-BE49-F238E27FC236}">
                <a16:creationId xmlns:a16="http://schemas.microsoft.com/office/drawing/2014/main" id="{983933FA-C9EF-34AF-B459-06F33A0170EC}"/>
              </a:ext>
            </a:extLst>
          </p:cNvPr>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6" name="Slide Number Placeholder 5">
            <a:extLst>
              <a:ext uri="{FF2B5EF4-FFF2-40B4-BE49-F238E27FC236}">
                <a16:creationId xmlns:a16="http://schemas.microsoft.com/office/drawing/2014/main" id="{D045E3A9-576A-2BA5-6BA6-10AE7CCCD8A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B8745E7-B6E5-4AC1-A9D1-BB5B5173895F}" type="slidenum">
              <a:rPr kumimoji="0" lang="de-AT"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de-AT"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60934354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BAD294-A233-77F6-07F8-2A02864E63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544BA2-AF3A-F2EB-0294-459E78C82FBF}"/>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1D0A239C-110F-4FE8-D773-8B2A98FCDAF0}"/>
              </a:ext>
            </a:extLst>
          </p:cNvPr>
          <p:cNvSpPr>
            <a:spLocks noGrp="1"/>
          </p:cNvSpPr>
          <p:nvPr>
            <p:ph type="body" idx="1"/>
          </p:nvPr>
        </p:nvSpPr>
        <p:spPr/>
        <p:txBody>
          <a:bodyPr/>
          <a:lstStyle/>
          <a:p>
            <a:endParaRPr lang="en-IN"/>
          </a:p>
        </p:txBody>
      </p:sp>
      <p:sp>
        <p:nvSpPr>
          <p:cNvPr id="4" name="Header Placeholder 3">
            <a:extLst>
              <a:ext uri="{FF2B5EF4-FFF2-40B4-BE49-F238E27FC236}">
                <a16:creationId xmlns:a16="http://schemas.microsoft.com/office/drawing/2014/main" id="{4F120DCE-CE21-A6D9-A6EB-D9F38A30D93A}"/>
              </a:ext>
            </a:extLst>
          </p:cNvPr>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AT"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5" name="Footer Placeholder 4">
            <a:extLst>
              <a:ext uri="{FF2B5EF4-FFF2-40B4-BE49-F238E27FC236}">
                <a16:creationId xmlns:a16="http://schemas.microsoft.com/office/drawing/2014/main" id="{6B1D24C3-1256-C08B-CCD9-194A73041D35}"/>
              </a:ext>
            </a:extLst>
          </p:cNvPr>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6" name="Slide Number Placeholder 5">
            <a:extLst>
              <a:ext uri="{FF2B5EF4-FFF2-40B4-BE49-F238E27FC236}">
                <a16:creationId xmlns:a16="http://schemas.microsoft.com/office/drawing/2014/main" id="{1CA0424B-933C-AAB3-C9AF-0D7010BD314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B8745E7-B6E5-4AC1-A9D1-BB5B5173895F}" type="slidenum">
              <a:rPr kumimoji="0" lang="de-AT"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de-AT"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98201176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4CDC1C-7FB8-3E11-11FC-75F54BB387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0E1BD2-58CB-84E5-0743-8C0A75DFFE3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D96E73B-3755-241D-1E22-5C4A8A447A2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A6C29E4-7B01-B0E0-375E-953B61F7508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696B5C-12A0-4042-B4D0-BD3B9A4F58C6}" type="slidenum">
              <a:rPr kumimoji="0" lang="pt-BR" sz="900" b="0" i="0" u="none" strike="noStrike" kern="1200" cap="none" spc="0" normalizeH="0" baseline="0" noProof="0" smtClean="0">
                <a:ln>
                  <a:noFill/>
                </a:ln>
                <a:solidFill>
                  <a:prstClr val="black"/>
                </a:solidFill>
                <a:effectLst/>
                <a:uLnTx/>
                <a:uFillTx/>
                <a:latin typeface="Ubuntu"/>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pt-BR" sz="900" b="0" i="0" u="none" strike="noStrike" kern="1200" cap="none" spc="0" normalizeH="0" baseline="0" noProof="0">
              <a:ln>
                <a:noFill/>
              </a:ln>
              <a:solidFill>
                <a:prstClr val="black"/>
              </a:solidFill>
              <a:effectLst/>
              <a:uLnTx/>
              <a:uFillTx/>
              <a:latin typeface="Ubuntu"/>
              <a:ea typeface="+mn-ea"/>
              <a:cs typeface="+mn-cs"/>
            </a:endParaRPr>
          </a:p>
        </p:txBody>
      </p:sp>
    </p:spTree>
    <p:extLst>
      <p:ext uri="{BB962C8B-B14F-4D97-AF65-F5344CB8AC3E}">
        <p14:creationId xmlns:p14="http://schemas.microsoft.com/office/powerpoint/2010/main" val="232558369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A62ACB-F1D9-F103-1587-ED949DD699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4D4FA6-12EB-CC13-EC44-C6C38F4FE36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5A84F04-980B-B3F9-4E62-3C5EADCEBD6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D3C401C-6E6D-7514-3A56-4CEB9D4E0DA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696B5C-12A0-4042-B4D0-BD3B9A4F58C6}" type="slidenum">
              <a:rPr kumimoji="0" lang="pt-BR" sz="900" b="0" i="0" u="none" strike="noStrike" kern="1200" cap="none" spc="0" normalizeH="0" baseline="0" noProof="0" smtClean="0">
                <a:ln>
                  <a:noFill/>
                </a:ln>
                <a:solidFill>
                  <a:prstClr val="black"/>
                </a:solidFill>
                <a:effectLst/>
                <a:uLnTx/>
                <a:uFillTx/>
                <a:latin typeface="Ubuntu"/>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pt-BR" sz="900" b="0" i="0" u="none" strike="noStrike" kern="1200" cap="none" spc="0" normalizeH="0" baseline="0" noProof="0">
              <a:ln>
                <a:noFill/>
              </a:ln>
              <a:solidFill>
                <a:prstClr val="black"/>
              </a:solidFill>
              <a:effectLst/>
              <a:uLnTx/>
              <a:uFillTx/>
              <a:latin typeface="Ubuntu"/>
              <a:ea typeface="+mn-ea"/>
              <a:cs typeface="+mn-cs"/>
            </a:endParaRPr>
          </a:p>
        </p:txBody>
      </p:sp>
    </p:spTree>
    <p:extLst>
      <p:ext uri="{BB962C8B-B14F-4D97-AF65-F5344CB8AC3E}">
        <p14:creationId xmlns:p14="http://schemas.microsoft.com/office/powerpoint/2010/main" val="18473384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C7C3C1-600D-65F7-9466-23FA8514AD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6A3BC2-B056-869F-091E-9827F675E21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2BFD73A-0E4E-D90A-D5E5-259F01BCC53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1202BD5-B1A9-4572-92C5-B5A009B33F5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696B5C-12A0-4042-B4D0-BD3B9A4F58C6}" type="slidenum">
              <a:rPr kumimoji="0" lang="pt-BR" sz="900" b="0" i="0" u="none" strike="noStrike" kern="1200" cap="none" spc="0" normalizeH="0" baseline="0" noProof="0" smtClean="0">
                <a:ln>
                  <a:noFill/>
                </a:ln>
                <a:solidFill>
                  <a:prstClr val="black"/>
                </a:solidFill>
                <a:effectLst/>
                <a:uLnTx/>
                <a:uFillTx/>
                <a:latin typeface="Ubuntu"/>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pt-BR" sz="900" b="0" i="0" u="none" strike="noStrike" kern="1200" cap="none" spc="0" normalizeH="0" baseline="0" noProof="0">
              <a:ln>
                <a:noFill/>
              </a:ln>
              <a:solidFill>
                <a:prstClr val="black"/>
              </a:solidFill>
              <a:effectLst/>
              <a:uLnTx/>
              <a:uFillTx/>
              <a:latin typeface="Ubuntu"/>
              <a:ea typeface="+mn-ea"/>
              <a:cs typeface="+mn-cs"/>
            </a:endParaRPr>
          </a:p>
        </p:txBody>
      </p:sp>
    </p:spTree>
    <p:extLst>
      <p:ext uri="{BB962C8B-B14F-4D97-AF65-F5344CB8AC3E}">
        <p14:creationId xmlns:p14="http://schemas.microsoft.com/office/powerpoint/2010/main" val="202731433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488669-FAC1-2FB4-BC31-B5D65699F2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9CFC1D-38C0-F428-1B51-67EADDEC5A3B}"/>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A73D6EC6-2DED-6FC0-2E53-4E7139162C7A}"/>
              </a:ext>
            </a:extLst>
          </p:cNvPr>
          <p:cNvSpPr>
            <a:spLocks noGrp="1"/>
          </p:cNvSpPr>
          <p:nvPr>
            <p:ph type="body" idx="1"/>
          </p:nvPr>
        </p:nvSpPr>
        <p:spPr/>
        <p:txBody>
          <a:bodyPr/>
          <a:lstStyle/>
          <a:p>
            <a:endParaRPr lang="en-IN"/>
          </a:p>
        </p:txBody>
      </p:sp>
      <p:sp>
        <p:nvSpPr>
          <p:cNvPr id="4" name="Header Placeholder 3">
            <a:extLst>
              <a:ext uri="{FF2B5EF4-FFF2-40B4-BE49-F238E27FC236}">
                <a16:creationId xmlns:a16="http://schemas.microsoft.com/office/drawing/2014/main" id="{ED1BAA7C-2F94-DDC1-85B8-FB083F8C00D4}"/>
              </a:ext>
            </a:extLst>
          </p:cNvPr>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AT"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5" name="Footer Placeholder 4">
            <a:extLst>
              <a:ext uri="{FF2B5EF4-FFF2-40B4-BE49-F238E27FC236}">
                <a16:creationId xmlns:a16="http://schemas.microsoft.com/office/drawing/2014/main" id="{4D701CB7-D15B-B40D-56E7-88AD601D611F}"/>
              </a:ext>
            </a:extLst>
          </p:cNvPr>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6" name="Slide Number Placeholder 5">
            <a:extLst>
              <a:ext uri="{FF2B5EF4-FFF2-40B4-BE49-F238E27FC236}">
                <a16:creationId xmlns:a16="http://schemas.microsoft.com/office/drawing/2014/main" id="{AA348743-F6A5-E74E-16F3-36F3D1DF9D2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B8745E7-B6E5-4AC1-A9D1-BB5B5173895F}" type="slidenum">
              <a:rPr kumimoji="0" lang="de-AT"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de-AT"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0888663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image" Target="../media/image9.png"/><Relationship Id="rId3" Type="http://schemas.openxmlformats.org/officeDocument/2006/relationships/tags" Target="../tags/tag4.xml"/><Relationship Id="rId7" Type="http://schemas.openxmlformats.org/officeDocument/2006/relationships/image" Target="../media/image6.png"/><Relationship Id="rId12" Type="http://schemas.openxmlformats.org/officeDocument/2006/relationships/hyperlink" Target="http://www.linkedin.com/company/capgemini" TargetMode="Externa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hyperlink" Target="https://www.glassdoor.com/Overview/Working-at-Capgemini-EI_IE3803.11,20.htm" TargetMode="External"/><Relationship Id="rId11" Type="http://schemas.openxmlformats.org/officeDocument/2006/relationships/image" Target="../media/image8.png"/><Relationship Id="rId5" Type="http://schemas.openxmlformats.org/officeDocument/2006/relationships/slideMaster" Target="../slideMasters/slideMaster1.xml"/><Relationship Id="rId15" Type="http://schemas.openxmlformats.org/officeDocument/2006/relationships/image" Target="../media/image10.png"/><Relationship Id="rId10" Type="http://schemas.openxmlformats.org/officeDocument/2006/relationships/hyperlink" Target="http://www.facebook.com/capgemini" TargetMode="External"/><Relationship Id="rId4" Type="http://schemas.openxmlformats.org/officeDocument/2006/relationships/tags" Target="../tags/tag5.xml"/><Relationship Id="rId9" Type="http://schemas.openxmlformats.org/officeDocument/2006/relationships/image" Target="../media/image7.png"/><Relationship Id="rId14" Type="http://schemas.openxmlformats.org/officeDocument/2006/relationships/hyperlink" Target="https://www.instagram.com/capgemini/" TargetMode="External"/></Relationships>
</file>

<file path=ppt/slideLayouts/_rels/slideLayout56.xml.rels><?xml version="1.0" encoding="UTF-8" standalone="yes"?>
<Relationships xmlns="http://schemas.openxmlformats.org/package/2006/relationships"><Relationship Id="rId8" Type="http://schemas.openxmlformats.org/officeDocument/2006/relationships/hyperlink" Target="http://www.linkedin.com/company/capgemini" TargetMode="External"/><Relationship Id="rId3" Type="http://schemas.openxmlformats.org/officeDocument/2006/relationships/image" Target="../media/image6.png"/><Relationship Id="rId7" Type="http://schemas.openxmlformats.org/officeDocument/2006/relationships/image" Target="../media/image8.png"/><Relationship Id="rId2" Type="http://schemas.openxmlformats.org/officeDocument/2006/relationships/hyperlink" Target="https://www.glassdoor.com/Overview/Working-at-Capgemini-EI_IE3803.11,20.htm" TargetMode="External"/><Relationship Id="rId1" Type="http://schemas.openxmlformats.org/officeDocument/2006/relationships/slideMaster" Target="../slideMasters/slideMaster1.xml"/><Relationship Id="rId6" Type="http://schemas.openxmlformats.org/officeDocument/2006/relationships/hyperlink" Target="http://www.facebook.com/capgemini" TargetMode="External"/><Relationship Id="rId11" Type="http://schemas.openxmlformats.org/officeDocument/2006/relationships/image" Target="../media/image10.png"/><Relationship Id="rId5" Type="http://schemas.openxmlformats.org/officeDocument/2006/relationships/image" Target="../media/image7.png"/><Relationship Id="rId10" Type="http://schemas.openxmlformats.org/officeDocument/2006/relationships/hyperlink" Target="https://www.instagram.com/capgemini/" TargetMode="External"/><Relationship Id="rId4" Type="http://schemas.openxmlformats.org/officeDocument/2006/relationships/hyperlink" Target="http://www.youtube.com/capgeminimedia" TargetMode="External"/><Relationship Id="rId9" Type="http://schemas.openxmlformats.org/officeDocument/2006/relationships/image" Target="../media/image9.png"/></Relationships>
</file>

<file path=ppt/slideLayouts/_rels/slideLayout57.xml.rels><?xml version="1.0" encoding="UTF-8" standalone="yes"?>
<Relationships xmlns="http://schemas.openxmlformats.org/package/2006/relationships"><Relationship Id="rId8" Type="http://schemas.openxmlformats.org/officeDocument/2006/relationships/hyperlink" Target="http://www.facebook.com/capgemini" TargetMode="External"/><Relationship Id="rId13" Type="http://schemas.microsoft.com/office/2007/relationships/hdphoto" Target="../media/hdphoto4.wdp"/><Relationship Id="rId3" Type="http://schemas.openxmlformats.org/officeDocument/2006/relationships/image" Target="../media/image11.png"/><Relationship Id="rId7" Type="http://schemas.microsoft.com/office/2007/relationships/hdphoto" Target="../media/hdphoto2.wdp"/><Relationship Id="rId12" Type="http://schemas.openxmlformats.org/officeDocument/2006/relationships/image" Target="../media/image14.png"/><Relationship Id="rId2" Type="http://schemas.openxmlformats.org/officeDocument/2006/relationships/hyperlink" Target="https://www.glassdoor.com/Overview/Working-at-Capgemini-EI_IE3803.11,20.htm" TargetMode="External"/><Relationship Id="rId16" Type="http://schemas.microsoft.com/office/2007/relationships/hdphoto" Target="../media/hdphoto5.wdp"/><Relationship Id="rId1" Type="http://schemas.openxmlformats.org/officeDocument/2006/relationships/slideMaster" Target="../slideMasters/slideMaster1.xml"/><Relationship Id="rId6" Type="http://schemas.openxmlformats.org/officeDocument/2006/relationships/image" Target="../media/image12.png"/><Relationship Id="rId11" Type="http://schemas.openxmlformats.org/officeDocument/2006/relationships/hyperlink" Target="http://www.linkedin.com/company/capgemini" TargetMode="External"/><Relationship Id="rId5" Type="http://schemas.openxmlformats.org/officeDocument/2006/relationships/hyperlink" Target="http://www.youtube.com/capgeminimedia" TargetMode="External"/><Relationship Id="rId15" Type="http://schemas.openxmlformats.org/officeDocument/2006/relationships/image" Target="../media/image15.png"/><Relationship Id="rId10" Type="http://schemas.microsoft.com/office/2007/relationships/hdphoto" Target="../media/hdphoto3.wdp"/><Relationship Id="rId4" Type="http://schemas.microsoft.com/office/2007/relationships/hdphoto" Target="../media/hdphoto1.wdp"/><Relationship Id="rId9" Type="http://schemas.openxmlformats.org/officeDocument/2006/relationships/image" Target="../media/image13.png"/><Relationship Id="rId14" Type="http://schemas.openxmlformats.org/officeDocument/2006/relationships/hyperlink" Target="https://www.instagram.com/capgemini/" TargetMode="Externa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4.xml"/></Relationships>
</file>

<file path=ppt/slideLayouts/_rels/slideLayout97.xml.rels><?xml version="1.0" encoding="UTF-8" standalone="yes"?>
<Relationships xmlns="http://schemas.openxmlformats.org/package/2006/relationships"><Relationship Id="rId8" Type="http://schemas.openxmlformats.org/officeDocument/2006/relationships/hyperlink" Target="https://visualidentity.capgemini.com/wp-content/uploads/2025/10/Capgemini_PPT-template_Assets-library_October-2025.pptx" TargetMode="External"/><Relationship Id="rId3" Type="http://schemas.openxmlformats.org/officeDocument/2006/relationships/hyperlink" Target="https://capgemini.sharepoint.com/sites/CyberKnowledgeCenter/SitePages/Classification-Overview-and-Guidelines.aspx" TargetMode="External"/><Relationship Id="rId7" Type="http://schemas.openxmlformats.org/officeDocument/2006/relationships/hyperlink" Target="https://stock.adobe.com/" TargetMode="External"/><Relationship Id="rId12" Type="http://schemas.openxmlformats.org/officeDocument/2006/relationships/image" Target="../media/image22.png"/><Relationship Id="rId2" Type="http://schemas.openxmlformats.org/officeDocument/2006/relationships/image" Target="../media/image18.png"/><Relationship Id="rId1" Type="http://schemas.openxmlformats.org/officeDocument/2006/relationships/slideMaster" Target="../slideMasters/slideMaster4.xml"/><Relationship Id="rId6" Type="http://schemas.openxmlformats.org/officeDocument/2006/relationships/hyperlink" Target="https://www.shutterstock.com/" TargetMode="External"/><Relationship Id="rId11" Type="http://schemas.openxmlformats.org/officeDocument/2006/relationships/image" Target="../media/image21.png"/><Relationship Id="rId5" Type="http://schemas.openxmlformats.org/officeDocument/2006/relationships/hyperlink" Target="https://www.gettyimages.co.uk/" TargetMode="External"/><Relationship Id="rId10" Type="http://schemas.openxmlformats.org/officeDocument/2006/relationships/image" Target="../media/image20.png"/><Relationship Id="rId4" Type="http://schemas.openxmlformats.org/officeDocument/2006/relationships/hyperlink" Target="https://dam.gettyimages.com/capgemini/photo-library" TargetMode="External"/><Relationship Id="rId9" Type="http://schemas.openxmlformats.org/officeDocument/2006/relationships/image" Target="../media/image19.png"/></Relationships>
</file>

<file path=ppt/slideLayouts/_rels/slideLayout98.xml.rels><?xml version="1.0" encoding="UTF-8" standalone="yes"?>
<Relationships xmlns="http://schemas.openxmlformats.org/package/2006/relationships"><Relationship Id="rId8" Type="http://schemas.openxmlformats.org/officeDocument/2006/relationships/hyperlink" Target="https://visualidentity.capgemini.com/wp-content/uploads/2025/10/Capgemini_PPT-template_Assets-library_October-2025.pptx" TargetMode="External"/><Relationship Id="rId3" Type="http://schemas.openxmlformats.org/officeDocument/2006/relationships/hyperlink" Target="https://capgemini.sharepoint.com/sites/CyberKnowledgeCenter/SitePages/Classification-Overview-and-Guidelines.aspx" TargetMode="External"/><Relationship Id="rId7" Type="http://schemas.openxmlformats.org/officeDocument/2006/relationships/hyperlink" Target="https://stock.adobe.com/" TargetMode="External"/><Relationship Id="rId12" Type="http://schemas.openxmlformats.org/officeDocument/2006/relationships/image" Target="../media/image22.png"/><Relationship Id="rId2" Type="http://schemas.openxmlformats.org/officeDocument/2006/relationships/image" Target="../media/image18.png"/><Relationship Id="rId1" Type="http://schemas.openxmlformats.org/officeDocument/2006/relationships/slideMaster" Target="../slideMasters/slideMaster4.xml"/><Relationship Id="rId6" Type="http://schemas.openxmlformats.org/officeDocument/2006/relationships/hyperlink" Target="https://www.shutterstock.com/" TargetMode="External"/><Relationship Id="rId11" Type="http://schemas.openxmlformats.org/officeDocument/2006/relationships/image" Target="../media/image21.png"/><Relationship Id="rId5" Type="http://schemas.openxmlformats.org/officeDocument/2006/relationships/hyperlink" Target="https://www.gettyimages.co.uk/" TargetMode="External"/><Relationship Id="rId10" Type="http://schemas.openxmlformats.org/officeDocument/2006/relationships/image" Target="../media/image20.png"/><Relationship Id="rId4" Type="http://schemas.openxmlformats.org/officeDocument/2006/relationships/hyperlink" Target="https://dam.gettyimages.com/capgemini/photo-library" TargetMode="External"/><Relationship Id="rId9" Type="http://schemas.openxmlformats.org/officeDocument/2006/relationships/image" Target="../media/image19.png"/></Relationships>
</file>

<file path=ppt/slideLayouts/_rels/slideLayout99.xml.rels><?xml version="1.0" encoding="UTF-8" standalone="yes"?>
<Relationships xmlns="http://schemas.openxmlformats.org/package/2006/relationships"><Relationship Id="rId8" Type="http://schemas.openxmlformats.org/officeDocument/2006/relationships/hyperlink" Target="https://visualidentity.capgemini.com/wp-content/uploads/2025/10/Capgemini_PPT-template_Assets-library_October-2025.pptx" TargetMode="External"/><Relationship Id="rId3" Type="http://schemas.openxmlformats.org/officeDocument/2006/relationships/hyperlink" Target="https://capgemini.sharepoint.com/sites/CyberKnowledgeCenter/SitePages/Classification-Overview-and-Guidelines.aspx" TargetMode="External"/><Relationship Id="rId7" Type="http://schemas.openxmlformats.org/officeDocument/2006/relationships/hyperlink" Target="https://stock.adobe.com/" TargetMode="External"/><Relationship Id="rId12" Type="http://schemas.openxmlformats.org/officeDocument/2006/relationships/image" Target="../media/image22.png"/><Relationship Id="rId2" Type="http://schemas.openxmlformats.org/officeDocument/2006/relationships/image" Target="../media/image18.png"/><Relationship Id="rId1" Type="http://schemas.openxmlformats.org/officeDocument/2006/relationships/slideMaster" Target="../slideMasters/slideMaster4.xml"/><Relationship Id="rId6" Type="http://schemas.openxmlformats.org/officeDocument/2006/relationships/hyperlink" Target="https://www.shutterstock.com/" TargetMode="External"/><Relationship Id="rId11" Type="http://schemas.openxmlformats.org/officeDocument/2006/relationships/image" Target="../media/image21.png"/><Relationship Id="rId5" Type="http://schemas.openxmlformats.org/officeDocument/2006/relationships/hyperlink" Target="https://www.gettyimages.co.uk/" TargetMode="External"/><Relationship Id="rId10" Type="http://schemas.openxmlformats.org/officeDocument/2006/relationships/image" Target="../media/image20.png"/><Relationship Id="rId4" Type="http://schemas.openxmlformats.org/officeDocument/2006/relationships/hyperlink" Target="https://dam.gettyimages.com/capgemini/photo-library" TargetMode="External"/><Relationship Id="rId9" Type="http://schemas.openxmlformats.org/officeDocument/2006/relationships/image" Target="../media/image19.png"/></Relationships>
</file>

<file path=ppt/slideLayouts/_rels/slideLayout100.xml.rels><?xml version="1.0" encoding="UTF-8" standalone="yes"?>
<Relationships xmlns="http://schemas.openxmlformats.org/package/2006/relationships"><Relationship Id="rId8" Type="http://schemas.openxmlformats.org/officeDocument/2006/relationships/hyperlink" Target="https://visualidentity.capgemini.com/wp-content/uploads/2025/10/Capgemini_PPT-template_Assets-library_October-2025.pptx" TargetMode="External"/><Relationship Id="rId3" Type="http://schemas.openxmlformats.org/officeDocument/2006/relationships/hyperlink" Target="https://capgemini.sharepoint.com/sites/CyberKnowledgeCenter/SitePages/Classification-Overview-and-Guidelines.aspx" TargetMode="External"/><Relationship Id="rId7" Type="http://schemas.openxmlformats.org/officeDocument/2006/relationships/hyperlink" Target="https://stock.adobe.com/" TargetMode="External"/><Relationship Id="rId12" Type="http://schemas.openxmlformats.org/officeDocument/2006/relationships/image" Target="../media/image22.png"/><Relationship Id="rId2" Type="http://schemas.openxmlformats.org/officeDocument/2006/relationships/image" Target="../media/image18.png"/><Relationship Id="rId1" Type="http://schemas.openxmlformats.org/officeDocument/2006/relationships/slideMaster" Target="../slideMasters/slideMaster4.xml"/><Relationship Id="rId6" Type="http://schemas.openxmlformats.org/officeDocument/2006/relationships/hyperlink" Target="https://www.shutterstock.com/" TargetMode="External"/><Relationship Id="rId11" Type="http://schemas.openxmlformats.org/officeDocument/2006/relationships/image" Target="../media/image21.png"/><Relationship Id="rId5" Type="http://schemas.openxmlformats.org/officeDocument/2006/relationships/hyperlink" Target="https://www.gettyimages.co.uk/" TargetMode="External"/><Relationship Id="rId10" Type="http://schemas.openxmlformats.org/officeDocument/2006/relationships/image" Target="../media/image20.png"/><Relationship Id="rId4" Type="http://schemas.openxmlformats.org/officeDocument/2006/relationships/hyperlink" Target="https://dam.gettyimages.com/capgemini/photo-library" TargetMode="External"/><Relationship Id="rId9" Type="http://schemas.openxmlformats.org/officeDocument/2006/relationships/image" Target="../media/image19.png"/></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2.xml.rels><?xml version="1.0" encoding="UTF-8" standalone="yes"?>
<Relationships xmlns="http://schemas.openxmlformats.org/package/2006/relationships"><Relationship Id="rId2" Type="http://schemas.openxmlformats.org/officeDocument/2006/relationships/hyperlink" Target="https://dam.gettyimages.com/capgemini/photo-library" TargetMode="External"/><Relationship Id="rId1" Type="http://schemas.openxmlformats.org/officeDocument/2006/relationships/slideMaster" Target="../slideMasters/slideMaster4.xml"/></Relationships>
</file>

<file path=ppt/slideLayouts/_rels/slideLayout103.xml.rels><?xml version="1.0" encoding="UTF-8" standalone="yes"?>
<Relationships xmlns="http://schemas.openxmlformats.org/package/2006/relationships"><Relationship Id="rId2" Type="http://schemas.openxmlformats.org/officeDocument/2006/relationships/hyperlink" Target="https://dam.gettyimages.com/capgemini/photo-library" TargetMode="External"/><Relationship Id="rId1" Type="http://schemas.openxmlformats.org/officeDocument/2006/relationships/slideMaster" Target="../slideMasters/slideMaster4.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5.xml.rels><?xml version="1.0" encoding="UTF-8" standalone="yes"?>
<Relationships xmlns="http://schemas.openxmlformats.org/package/2006/relationships"><Relationship Id="rId2" Type="http://schemas.openxmlformats.org/officeDocument/2006/relationships/hyperlink" Target="https://dam.gettyimages.com/capgemini/photo-library" TargetMode="External"/><Relationship Id="rId1" Type="http://schemas.openxmlformats.org/officeDocument/2006/relationships/slideMaster" Target="../slideMasters/slideMaster4.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7.xml.rels><?xml version="1.0" encoding="UTF-8" standalone="yes"?>
<Relationships xmlns="http://schemas.openxmlformats.org/package/2006/relationships"><Relationship Id="rId2" Type="http://schemas.openxmlformats.org/officeDocument/2006/relationships/hyperlink" Target="https://dam.gettyimages.com/capgemini/photo-library" TargetMode="External"/><Relationship Id="rId1" Type="http://schemas.openxmlformats.org/officeDocument/2006/relationships/slideMaster" Target="../slideMasters/slideMaster4.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9.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5.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5.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29.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8.png"/><Relationship Id="rId1" Type="http://schemas.openxmlformats.org/officeDocument/2006/relationships/slideMaster" Target="../slideMasters/slideMaster7.xml"/></Relationships>
</file>

<file path=ppt/slideLayouts/_rels/slideLayout130.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28.png"/><Relationship Id="rId1" Type="http://schemas.openxmlformats.org/officeDocument/2006/relationships/slideMaster" Target="../slideMasters/slideMaster7.xml"/></Relationships>
</file>

<file path=ppt/slideLayouts/_rels/slideLayout131.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28.png"/><Relationship Id="rId1" Type="http://schemas.openxmlformats.org/officeDocument/2006/relationships/slideMaster" Target="../slideMasters/slideMaster7.xml"/></Relationships>
</file>

<file path=ppt/slideLayouts/_rels/slideLayout132.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28.png"/><Relationship Id="rId1" Type="http://schemas.openxmlformats.org/officeDocument/2006/relationships/slideMaster" Target="../slideMasters/slideMaster7.xml"/></Relationships>
</file>

<file path=ppt/slideLayouts/_rels/slideLayout133.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28.png"/><Relationship Id="rId1" Type="http://schemas.openxmlformats.org/officeDocument/2006/relationships/slideMaster" Target="../slideMasters/slideMaster7.xml"/></Relationships>
</file>

<file path=ppt/slideLayouts/_rels/slideLayout13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jpeg"/><Relationship Id="rId1" Type="http://schemas.openxmlformats.org/officeDocument/2006/relationships/slideMaster" Target="../slideMasters/slideMaster7.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8.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28.png"/><Relationship Id="rId1" Type="http://schemas.openxmlformats.org/officeDocument/2006/relationships/slideMaster" Target="../slideMasters/slideMaster7.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0.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28.png"/><Relationship Id="rId1" Type="http://schemas.openxmlformats.org/officeDocument/2006/relationships/slideMaster" Target="../slideMasters/slideMaster7.xml"/></Relationships>
</file>

<file path=ppt/slideLayouts/_rels/slideLayout141.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28.png"/><Relationship Id="rId1" Type="http://schemas.openxmlformats.org/officeDocument/2006/relationships/slideMaster" Target="../slideMasters/slideMaster7.xml"/></Relationships>
</file>

<file path=ppt/slideLayouts/_rels/slideLayout14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Master" Target="../slideMasters/slideMaster7.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5.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Master" Target="../slideMasters/slideMaster7.xml"/></Relationships>
</file>

<file path=ppt/slideLayouts/_rels/slideLayout14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7.xml"/></Relationships>
</file>

<file path=ppt/slideLayouts/_rels/slideLayout14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7.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9.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28.png"/><Relationship Id="rId7" Type="http://schemas.openxmlformats.org/officeDocument/2006/relationships/hyperlink" Target="http://www.linkedin.com/company/capgemini" TargetMode="External"/><Relationship Id="rId12" Type="http://schemas.openxmlformats.org/officeDocument/2006/relationships/image" Target="../media/image40.png"/><Relationship Id="rId2" Type="http://schemas.openxmlformats.org/officeDocument/2006/relationships/image" Target="../media/image36.png"/><Relationship Id="rId1" Type="http://schemas.openxmlformats.org/officeDocument/2006/relationships/slideMaster" Target="../slideMasters/slideMaster7.xml"/><Relationship Id="rId6" Type="http://schemas.openxmlformats.org/officeDocument/2006/relationships/image" Target="../media/image37.png"/><Relationship Id="rId11" Type="http://schemas.openxmlformats.org/officeDocument/2006/relationships/hyperlink" Target="http://www.youtube.com/capgeminimedia" TargetMode="External"/><Relationship Id="rId5" Type="http://schemas.openxmlformats.org/officeDocument/2006/relationships/hyperlink" Target="http://www.facebook.com/capgemini" TargetMode="External"/><Relationship Id="rId10" Type="http://schemas.openxmlformats.org/officeDocument/2006/relationships/image" Target="../media/image39.png"/><Relationship Id="rId4" Type="http://schemas.openxmlformats.org/officeDocument/2006/relationships/image" Target="../media/image30.svg"/><Relationship Id="rId9" Type="http://schemas.openxmlformats.org/officeDocument/2006/relationships/hyperlink" Target="http://www.slideshare.net/capgemini" TargetMode="External"/></Relationships>
</file>

<file path=ppt/slideLayouts/_rels/slideLayout170.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hyperlink" Target="http://www.facebook.com/capgemini" TargetMode="External"/><Relationship Id="rId7" Type="http://schemas.openxmlformats.org/officeDocument/2006/relationships/hyperlink" Target="http://www.slideshare.net/capgemini" TargetMode="External"/><Relationship Id="rId12" Type="http://schemas.openxmlformats.org/officeDocument/2006/relationships/image" Target="../media/image30.svg"/><Relationship Id="rId2" Type="http://schemas.openxmlformats.org/officeDocument/2006/relationships/image" Target="../media/image36.png"/><Relationship Id="rId1" Type="http://schemas.openxmlformats.org/officeDocument/2006/relationships/slideMaster" Target="../slideMasters/slideMaster7.xml"/><Relationship Id="rId6" Type="http://schemas.openxmlformats.org/officeDocument/2006/relationships/image" Target="../media/image38.png"/><Relationship Id="rId11" Type="http://schemas.openxmlformats.org/officeDocument/2006/relationships/image" Target="../media/image28.png"/><Relationship Id="rId5" Type="http://schemas.openxmlformats.org/officeDocument/2006/relationships/hyperlink" Target="http://www.linkedin.com/company/capgemini" TargetMode="External"/><Relationship Id="rId10" Type="http://schemas.openxmlformats.org/officeDocument/2006/relationships/image" Target="../media/image40.png"/><Relationship Id="rId4" Type="http://schemas.openxmlformats.org/officeDocument/2006/relationships/image" Target="../media/image37.png"/><Relationship Id="rId9" Type="http://schemas.openxmlformats.org/officeDocument/2006/relationships/hyperlink" Target="http://www.youtube.com/capgeminimedia" TargetMode="External"/></Relationships>
</file>

<file path=ppt/slideLayouts/_rels/slideLayout171.xml.rels><?xml version="1.0" encoding="UTF-8" standalone="yes"?>
<Relationships xmlns="http://schemas.openxmlformats.org/package/2006/relationships"><Relationship Id="rId8" Type="http://schemas.microsoft.com/office/2007/relationships/hdphoto" Target="../media/hdphoto7.wdp"/><Relationship Id="rId13" Type="http://schemas.openxmlformats.org/officeDocument/2006/relationships/image" Target="../media/image44.png"/><Relationship Id="rId3" Type="http://schemas.openxmlformats.org/officeDocument/2006/relationships/hyperlink" Target="http://www.facebook.com/capgemini" TargetMode="External"/><Relationship Id="rId7" Type="http://schemas.openxmlformats.org/officeDocument/2006/relationships/image" Target="../media/image42.png"/><Relationship Id="rId12" Type="http://schemas.openxmlformats.org/officeDocument/2006/relationships/hyperlink" Target="http://www.youtube.com/capgeminimedia" TargetMode="External"/><Relationship Id="rId2" Type="http://schemas.openxmlformats.org/officeDocument/2006/relationships/image" Target="../media/image36.png"/><Relationship Id="rId1" Type="http://schemas.openxmlformats.org/officeDocument/2006/relationships/slideMaster" Target="../slideMasters/slideMaster7.xml"/><Relationship Id="rId6" Type="http://schemas.openxmlformats.org/officeDocument/2006/relationships/hyperlink" Target="http://www.linkedin.com/company/capgemini" TargetMode="External"/><Relationship Id="rId11" Type="http://schemas.microsoft.com/office/2007/relationships/hdphoto" Target="../media/hdphoto8.wdp"/><Relationship Id="rId5" Type="http://schemas.microsoft.com/office/2007/relationships/hdphoto" Target="../media/hdphoto6.wdp"/><Relationship Id="rId10" Type="http://schemas.openxmlformats.org/officeDocument/2006/relationships/image" Target="../media/image43.png"/><Relationship Id="rId4" Type="http://schemas.openxmlformats.org/officeDocument/2006/relationships/image" Target="../media/image41.png"/><Relationship Id="rId9" Type="http://schemas.openxmlformats.org/officeDocument/2006/relationships/hyperlink" Target="http://www.slideshare.net/capgemini" TargetMode="External"/><Relationship Id="rId14" Type="http://schemas.microsoft.com/office/2007/relationships/hdphoto" Target="../media/hdphoto9.wdp"/></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8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8.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84.xml.rels><?xml version="1.0" encoding="UTF-8" standalone="yes"?>
<Relationships xmlns="http://schemas.openxmlformats.org/package/2006/relationships"><Relationship Id="rId3" Type="http://schemas.openxmlformats.org/officeDocument/2006/relationships/image" Target="../media/image45.svg"/><Relationship Id="rId2" Type="http://schemas.openxmlformats.org/officeDocument/2006/relationships/image" Target="../media/image4.png"/><Relationship Id="rId1" Type="http://schemas.openxmlformats.org/officeDocument/2006/relationships/slideMaster" Target="../slideMasters/slideMaster8.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86.xml.rels><?xml version="1.0" encoding="UTF-8" standalone="yes"?>
<Relationships xmlns="http://schemas.openxmlformats.org/package/2006/relationships"><Relationship Id="rId3" Type="http://schemas.openxmlformats.org/officeDocument/2006/relationships/image" Target="../media/image45.svg"/><Relationship Id="rId2" Type="http://schemas.openxmlformats.org/officeDocument/2006/relationships/image" Target="../media/image4.png"/><Relationship Id="rId1" Type="http://schemas.openxmlformats.org/officeDocument/2006/relationships/slideMaster" Target="../slideMasters/slideMaster8.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97.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9.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02.xml.rels><?xml version="1.0" encoding="UTF-8" standalone="yes"?>
<Relationships xmlns="http://schemas.openxmlformats.org/package/2006/relationships"><Relationship Id="rId3" Type="http://schemas.openxmlformats.org/officeDocument/2006/relationships/image" Target="../media/image45.svg"/><Relationship Id="rId2" Type="http://schemas.openxmlformats.org/officeDocument/2006/relationships/image" Target="../media/image4.png"/><Relationship Id="rId1" Type="http://schemas.openxmlformats.org/officeDocument/2006/relationships/slideMaster" Target="../slideMasters/slideMaster9.xml"/></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0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9.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1">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269F39D-C2C8-CD10-FC79-E8DF4011DD81}"/>
              </a:ext>
            </a:extLst>
          </p:cNvPr>
          <p:cNvSpPr/>
          <p:nvPr userDrawn="1"/>
        </p:nvSpPr>
        <p:spPr>
          <a:xfrm>
            <a:off x="0" y="0"/>
            <a:ext cx="8904287" cy="6858000"/>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3" name="Group 2">
            <a:extLst>
              <a:ext uri="{FF2B5EF4-FFF2-40B4-BE49-F238E27FC236}">
                <a16:creationId xmlns:a16="http://schemas.microsoft.com/office/drawing/2014/main" id="{E1F341D8-9871-3E87-0C47-63724CC68DAF}"/>
              </a:ext>
            </a:extLst>
          </p:cNvPr>
          <p:cNvGrpSpPr>
            <a:grpSpLocks noChangeAspect="1"/>
          </p:cNvGrpSpPr>
          <p:nvPr userDrawn="1"/>
        </p:nvGrpSpPr>
        <p:grpSpPr>
          <a:xfrm>
            <a:off x="9912013" y="409248"/>
            <a:ext cx="1872000" cy="420870"/>
            <a:chOff x="5094083" y="5360390"/>
            <a:chExt cx="3039349" cy="683316"/>
          </a:xfrm>
          <a:solidFill>
            <a:schemeClr val="tx2"/>
          </a:solidFill>
        </p:grpSpPr>
        <p:sp>
          <p:nvSpPr>
            <p:cNvPr id="14" name="Freeform: Shape 4">
              <a:extLst>
                <a:ext uri="{FF2B5EF4-FFF2-40B4-BE49-F238E27FC236}">
                  <a16:creationId xmlns:a16="http://schemas.microsoft.com/office/drawing/2014/main" id="{2608921F-B565-8FD4-583E-9DA9BDDB5334}"/>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15" name="Freeform: Shape 5">
              <a:extLst>
                <a:ext uri="{FF2B5EF4-FFF2-40B4-BE49-F238E27FC236}">
                  <a16:creationId xmlns:a16="http://schemas.microsoft.com/office/drawing/2014/main" id="{59393CFC-3187-9068-EACC-9DD97F450CB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20" name="Freeform: Shape 6">
              <a:extLst>
                <a:ext uri="{FF2B5EF4-FFF2-40B4-BE49-F238E27FC236}">
                  <a16:creationId xmlns:a16="http://schemas.microsoft.com/office/drawing/2014/main" id="{F2454DD1-23F6-150E-C46D-96FB7C5FC4D3}"/>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21" name="Freeform: Shape 7">
              <a:extLst>
                <a:ext uri="{FF2B5EF4-FFF2-40B4-BE49-F238E27FC236}">
                  <a16:creationId xmlns:a16="http://schemas.microsoft.com/office/drawing/2014/main" id="{34B65355-DFA8-1685-F338-14C9D76CCDEF}"/>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22" name="Freeform: Shape 8">
              <a:extLst>
                <a:ext uri="{FF2B5EF4-FFF2-40B4-BE49-F238E27FC236}">
                  <a16:creationId xmlns:a16="http://schemas.microsoft.com/office/drawing/2014/main" id="{DF15E081-4331-E828-08B5-2291332FD146}"/>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23" name="Rectangle 22">
            <a:extLst>
              <a:ext uri="{FF2B5EF4-FFF2-40B4-BE49-F238E27FC236}">
                <a16:creationId xmlns:a16="http://schemas.microsoft.com/office/drawing/2014/main" id="{7D66C3DE-7CB2-8D02-1EF9-E3C8E4BFAA90}"/>
              </a:ext>
            </a:extLst>
          </p:cNvPr>
          <p:cNvSpPr/>
          <p:nvPr userDrawn="1"/>
        </p:nvSpPr>
        <p:spPr>
          <a:xfrm rot="16200000">
            <a:off x="5403547"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 name="Title 1">
            <a:extLst>
              <a:ext uri="{FF2B5EF4-FFF2-40B4-BE49-F238E27FC236}">
                <a16:creationId xmlns:a16="http://schemas.microsoft.com/office/drawing/2014/main" id="{FE5276F6-E981-8407-5AD7-E85838815E5A}"/>
              </a:ext>
            </a:extLst>
          </p:cNvPr>
          <p:cNvSpPr>
            <a:spLocks noGrp="1"/>
          </p:cNvSpPr>
          <p:nvPr>
            <p:ph type="title"/>
          </p:nvPr>
        </p:nvSpPr>
        <p:spPr>
          <a:xfrm>
            <a:off x="445713" y="980728"/>
            <a:ext cx="7313049" cy="4104456"/>
          </a:xfrm>
        </p:spPr>
        <p:txBody>
          <a:bodyPr vert="horz" lIns="0" tIns="0" rIns="0" bIns="126000" rtlCol="0" anchor="b" anchorCtr="0">
            <a:noAutofit/>
          </a:bodyPr>
          <a:lstStyle>
            <a:lvl1pPr>
              <a:defRPr lang="en-PL" sz="7200" dirty="0">
                <a:solidFill>
                  <a:schemeClr val="bg2"/>
                </a:solidFill>
                <a:latin typeface="Ubuntu Light" panose="020B0304030602030204" pitchFamily="34" charset="0"/>
              </a:defRPr>
            </a:lvl1pPr>
          </a:lstStyle>
          <a:p>
            <a:pPr lvl="0"/>
            <a:r>
              <a:rPr lang="en-US"/>
              <a:t>Click to edit Master title style</a:t>
            </a:r>
            <a:endParaRPr lang="en-PL"/>
          </a:p>
        </p:txBody>
      </p:sp>
      <p:sp>
        <p:nvSpPr>
          <p:cNvPr id="4" name="Text Placeholder 3">
            <a:extLst>
              <a:ext uri="{FF2B5EF4-FFF2-40B4-BE49-F238E27FC236}">
                <a16:creationId xmlns:a16="http://schemas.microsoft.com/office/drawing/2014/main" id="{710D5C00-226E-1369-C48F-FBB9D0A2D267}"/>
              </a:ext>
            </a:extLst>
          </p:cNvPr>
          <p:cNvSpPr>
            <a:spLocks noGrp="1"/>
          </p:cNvSpPr>
          <p:nvPr>
            <p:ph type="body" sz="quarter" idx="10" hasCustomPrompt="1"/>
          </p:nvPr>
        </p:nvSpPr>
        <p:spPr>
          <a:xfrm>
            <a:off x="445713" y="5131138"/>
            <a:ext cx="6479535" cy="215444"/>
          </a:xfrm>
          <a:prstGeom prst="rect">
            <a:avLst/>
          </a:prstGeom>
        </p:spPr>
        <p:txBody>
          <a:bodyPr/>
          <a:lstStyle>
            <a:lvl1pPr>
              <a:defRPr lang="en-GB" sz="1700" b="1"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
        <p:nvSpPr>
          <p:cNvPr id="6" name="Text Placeholder 3">
            <a:extLst>
              <a:ext uri="{FF2B5EF4-FFF2-40B4-BE49-F238E27FC236}">
                <a16:creationId xmlns:a16="http://schemas.microsoft.com/office/drawing/2014/main" id="{141DE9FA-300D-BBCE-A5BC-ECE60B3F1F61}"/>
              </a:ext>
            </a:extLst>
          </p:cNvPr>
          <p:cNvSpPr>
            <a:spLocks noGrp="1"/>
          </p:cNvSpPr>
          <p:nvPr>
            <p:ph type="body" sz="quarter" idx="11" hasCustomPrompt="1"/>
          </p:nvPr>
        </p:nvSpPr>
        <p:spPr>
          <a:xfrm>
            <a:off x="445713" y="5715912"/>
            <a:ext cx="6479535" cy="215444"/>
          </a:xfrm>
          <a:prstGeom prst="rect">
            <a:avLst/>
          </a:prstGeom>
        </p:spPr>
        <p:txBody>
          <a:bodyPr/>
          <a:lstStyle>
            <a:lvl1pPr>
              <a:defRPr lang="en-GB" sz="1400"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Tree>
    <p:extLst>
      <p:ext uri="{BB962C8B-B14F-4D97-AF65-F5344CB8AC3E}">
        <p14:creationId xmlns:p14="http://schemas.microsoft.com/office/powerpoint/2010/main" val="2176570128"/>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Logo Cut">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276F6-E981-8407-5AD7-E85838815E5A}"/>
              </a:ext>
            </a:extLst>
          </p:cNvPr>
          <p:cNvSpPr>
            <a:spLocks noGrp="1"/>
          </p:cNvSpPr>
          <p:nvPr>
            <p:ph type="title"/>
          </p:nvPr>
        </p:nvSpPr>
        <p:spPr>
          <a:xfrm>
            <a:off x="2765723" y="1489457"/>
            <a:ext cx="6480175" cy="1677988"/>
          </a:xfrm>
          <a:noFill/>
        </p:spPr>
        <p:txBody>
          <a:bodyPr anchor="b"/>
          <a:lstStyle>
            <a:lvl1pPr algn="ctr">
              <a:defRPr kumimoji="0" lang="en-PL" sz="5400" b="0" i="0" u="none" strike="noStrike" kern="1200" cap="none" spc="0" normalizeH="0" baseline="0" noProof="0" dirty="0">
                <a:ln>
                  <a:noFill/>
                </a:ln>
                <a:solidFill>
                  <a:schemeClr val="bg1"/>
                </a:solidFill>
                <a:effectLst/>
                <a:uLnTx/>
                <a:uFillTx/>
                <a:latin typeface="+mn-lt"/>
                <a:ea typeface="+mj-ea"/>
                <a:cs typeface="+mj-cs"/>
              </a:defRPr>
            </a:lvl1pPr>
          </a:lstStyle>
          <a:p>
            <a:r>
              <a:rPr lang="en-US"/>
              <a:t>Click to edit Master title style</a:t>
            </a:r>
            <a:endParaRPr lang="en-PL"/>
          </a:p>
        </p:txBody>
      </p:sp>
      <p:sp>
        <p:nvSpPr>
          <p:cNvPr id="4" name="Text Placeholder 3">
            <a:extLst>
              <a:ext uri="{FF2B5EF4-FFF2-40B4-BE49-F238E27FC236}">
                <a16:creationId xmlns:a16="http://schemas.microsoft.com/office/drawing/2014/main" id="{710D5C00-226E-1369-C48F-FBB9D0A2D267}"/>
              </a:ext>
            </a:extLst>
          </p:cNvPr>
          <p:cNvSpPr>
            <a:spLocks noGrp="1"/>
          </p:cNvSpPr>
          <p:nvPr>
            <p:ph type="body" sz="quarter" idx="10" hasCustomPrompt="1"/>
          </p:nvPr>
        </p:nvSpPr>
        <p:spPr>
          <a:xfrm>
            <a:off x="2764136" y="3167445"/>
            <a:ext cx="6478587" cy="348286"/>
          </a:xfrm>
          <a:prstGeom prst="rect">
            <a:avLst/>
          </a:prstGeom>
        </p:spPr>
        <p:txBody>
          <a:bodyPr/>
          <a:lstStyle>
            <a:lvl1pPr algn="ctr">
              <a:defRPr lang="en-GB" sz="2000" kern="1200" dirty="0" smtClean="0">
                <a:solidFill>
                  <a:schemeClr val="bg1"/>
                </a:solidFill>
                <a:latin typeface="Ubuntu Light" panose="020B0304030602030204" pitchFamily="34" charset="0"/>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
        <p:nvSpPr>
          <p:cNvPr id="6" name="Text Placeholder 3">
            <a:extLst>
              <a:ext uri="{FF2B5EF4-FFF2-40B4-BE49-F238E27FC236}">
                <a16:creationId xmlns:a16="http://schemas.microsoft.com/office/drawing/2014/main" id="{141DE9FA-300D-BBCE-A5BC-ECE60B3F1F61}"/>
              </a:ext>
            </a:extLst>
          </p:cNvPr>
          <p:cNvSpPr>
            <a:spLocks noGrp="1"/>
          </p:cNvSpPr>
          <p:nvPr>
            <p:ph type="body" sz="quarter" idx="11" hasCustomPrompt="1"/>
          </p:nvPr>
        </p:nvSpPr>
        <p:spPr>
          <a:xfrm>
            <a:off x="2763761" y="3709694"/>
            <a:ext cx="6479535" cy="253029"/>
          </a:xfrm>
          <a:prstGeom prst="rect">
            <a:avLst/>
          </a:prstGeom>
        </p:spPr>
        <p:txBody>
          <a:bodyPr/>
          <a:lstStyle>
            <a:lvl1pPr algn="ctr">
              <a:defRPr lang="en-GB" sz="1400" kern="1200" dirty="0" smtClean="0">
                <a:solidFill>
                  <a:schemeClr val="bg1"/>
                </a:solidFill>
                <a:latin typeface="Ubuntu Light" panose="020B0304030602030204" pitchFamily="34" charset="0"/>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grpSp>
        <p:nvGrpSpPr>
          <p:cNvPr id="3" name="Group 2">
            <a:extLst>
              <a:ext uri="{FF2B5EF4-FFF2-40B4-BE49-F238E27FC236}">
                <a16:creationId xmlns:a16="http://schemas.microsoft.com/office/drawing/2014/main" id="{29019898-C562-0E25-C4F3-334360D03193}"/>
              </a:ext>
            </a:extLst>
          </p:cNvPr>
          <p:cNvGrpSpPr>
            <a:grpSpLocks noChangeAspect="1"/>
          </p:cNvGrpSpPr>
          <p:nvPr userDrawn="1"/>
        </p:nvGrpSpPr>
        <p:grpSpPr>
          <a:xfrm>
            <a:off x="-175885" y="4642089"/>
            <a:ext cx="12564529" cy="2824804"/>
            <a:chOff x="5094083" y="5360390"/>
            <a:chExt cx="3039349" cy="683316"/>
          </a:xfrm>
          <a:solidFill>
            <a:schemeClr val="tx2"/>
          </a:solidFill>
        </p:grpSpPr>
        <p:sp>
          <p:nvSpPr>
            <p:cNvPr id="7" name="Freeform: Shape 4">
              <a:extLst>
                <a:ext uri="{FF2B5EF4-FFF2-40B4-BE49-F238E27FC236}">
                  <a16:creationId xmlns:a16="http://schemas.microsoft.com/office/drawing/2014/main" id="{F8CB933C-09AA-8C71-2E78-1561B27414F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8" name="Freeform: Shape 5">
              <a:extLst>
                <a:ext uri="{FF2B5EF4-FFF2-40B4-BE49-F238E27FC236}">
                  <a16:creationId xmlns:a16="http://schemas.microsoft.com/office/drawing/2014/main" id="{99E6D307-271F-C8DB-706F-FE50815F9A3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9" name="Freeform: Shape 6">
              <a:extLst>
                <a:ext uri="{FF2B5EF4-FFF2-40B4-BE49-F238E27FC236}">
                  <a16:creationId xmlns:a16="http://schemas.microsoft.com/office/drawing/2014/main" id="{C39B46B1-97A6-4B30-142D-E2A1330E057D}"/>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10" name="Freeform: Shape 7">
              <a:extLst>
                <a:ext uri="{FF2B5EF4-FFF2-40B4-BE49-F238E27FC236}">
                  <a16:creationId xmlns:a16="http://schemas.microsoft.com/office/drawing/2014/main" id="{9BFEC525-2C7E-E980-B007-932804D5D51E}"/>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11" name="Freeform: Shape 8">
              <a:extLst>
                <a:ext uri="{FF2B5EF4-FFF2-40B4-BE49-F238E27FC236}">
                  <a16:creationId xmlns:a16="http://schemas.microsoft.com/office/drawing/2014/main" id="{4A1347D2-8F0A-9DF0-EE43-F2AA0C1B4213}"/>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grpSp>
      <p:sp>
        <p:nvSpPr>
          <p:cNvPr id="12" name="Rectangle 11">
            <a:extLst>
              <a:ext uri="{FF2B5EF4-FFF2-40B4-BE49-F238E27FC236}">
                <a16:creationId xmlns:a16="http://schemas.microsoft.com/office/drawing/2014/main" id="{AEB98D74-27E3-F044-4F08-EF3F7C226178}"/>
              </a:ext>
            </a:extLst>
          </p:cNvPr>
          <p:cNvSpPr/>
          <p:nvPr userDrawn="1"/>
        </p:nvSpPr>
        <p:spPr>
          <a:xfrm>
            <a:off x="-902128" y="2536529"/>
            <a:ext cx="4660490"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16" name="Rectangle 15">
            <a:extLst>
              <a:ext uri="{FF2B5EF4-FFF2-40B4-BE49-F238E27FC236}">
                <a16:creationId xmlns:a16="http://schemas.microsoft.com/office/drawing/2014/main" id="{B977B1B2-8ECC-4719-803F-E7EBCFD4BEF8}"/>
              </a:ext>
            </a:extLst>
          </p:cNvPr>
          <p:cNvSpPr/>
          <p:nvPr userDrawn="1"/>
        </p:nvSpPr>
        <p:spPr>
          <a:xfrm>
            <a:off x="7696229" y="3673621"/>
            <a:ext cx="4660490"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Tree>
    <p:extLst>
      <p:ext uri="{BB962C8B-B14F-4D97-AF65-F5344CB8AC3E}">
        <p14:creationId xmlns:p14="http://schemas.microsoft.com/office/powerpoint/2010/main" val="1999762969"/>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Message left">
    <p:bg>
      <p:bgPr>
        <a:solidFill>
          <a:schemeClr val="tx2"/>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710D5C00-226E-1369-C48F-FBB9D0A2D267}"/>
              </a:ext>
            </a:extLst>
          </p:cNvPr>
          <p:cNvSpPr>
            <a:spLocks noGrp="1"/>
          </p:cNvSpPr>
          <p:nvPr>
            <p:ph type="body" sz="quarter" idx="10" hasCustomPrompt="1"/>
          </p:nvPr>
        </p:nvSpPr>
        <p:spPr>
          <a:xfrm>
            <a:off x="7859991" y="4310970"/>
            <a:ext cx="3776998" cy="844776"/>
          </a:xfrm>
          <a:prstGeom prst="rect">
            <a:avLst/>
          </a:prstGeom>
        </p:spPr>
        <p:txBody>
          <a:bodyPr/>
          <a:lstStyle>
            <a:lvl1pPr algn="l">
              <a:defRPr lang="en-GB" sz="2000"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
        <p:nvSpPr>
          <p:cNvPr id="6" name="Text Placeholder 3">
            <a:extLst>
              <a:ext uri="{FF2B5EF4-FFF2-40B4-BE49-F238E27FC236}">
                <a16:creationId xmlns:a16="http://schemas.microsoft.com/office/drawing/2014/main" id="{141DE9FA-300D-BBCE-A5BC-ECE60B3F1F61}"/>
              </a:ext>
            </a:extLst>
          </p:cNvPr>
          <p:cNvSpPr>
            <a:spLocks noGrp="1"/>
          </p:cNvSpPr>
          <p:nvPr>
            <p:ph type="body" sz="quarter" idx="11" hasCustomPrompt="1"/>
          </p:nvPr>
        </p:nvSpPr>
        <p:spPr>
          <a:xfrm>
            <a:off x="7859991" y="5787865"/>
            <a:ext cx="3776998" cy="546064"/>
          </a:xfrm>
          <a:prstGeom prst="rect">
            <a:avLst/>
          </a:prstGeom>
        </p:spPr>
        <p:txBody>
          <a:bodyPr/>
          <a:lstStyle>
            <a:lvl1pPr algn="l">
              <a:defRPr lang="en-GB" sz="1400"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grpSp>
        <p:nvGrpSpPr>
          <p:cNvPr id="5" name="Group 2">
            <a:extLst>
              <a:ext uri="{FF2B5EF4-FFF2-40B4-BE49-F238E27FC236}">
                <a16:creationId xmlns:a16="http://schemas.microsoft.com/office/drawing/2014/main" id="{97C43731-60F1-A1BC-E630-11D1BE6DDE01}"/>
              </a:ext>
            </a:extLst>
          </p:cNvPr>
          <p:cNvGrpSpPr>
            <a:grpSpLocks noChangeAspect="1"/>
          </p:cNvGrpSpPr>
          <p:nvPr userDrawn="1"/>
        </p:nvGrpSpPr>
        <p:grpSpPr>
          <a:xfrm>
            <a:off x="368802" y="6162345"/>
            <a:ext cx="1872000" cy="420870"/>
            <a:chOff x="5094083" y="5360390"/>
            <a:chExt cx="3039349" cy="683316"/>
          </a:xfrm>
          <a:solidFill>
            <a:schemeClr val="bg2"/>
          </a:solidFill>
        </p:grpSpPr>
        <p:sp>
          <p:nvSpPr>
            <p:cNvPr id="13" name="Freeform: Shape 4">
              <a:extLst>
                <a:ext uri="{FF2B5EF4-FFF2-40B4-BE49-F238E27FC236}">
                  <a16:creationId xmlns:a16="http://schemas.microsoft.com/office/drawing/2014/main" id="{E46A43A4-DCDF-7C78-DDEA-21BACBE7C71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6F6F6"/>
                </a:solidFill>
                <a:effectLst/>
                <a:uLnTx/>
                <a:uFillTx/>
                <a:latin typeface="Ubuntu"/>
                <a:ea typeface="+mn-ea"/>
                <a:cs typeface="+mn-cs"/>
              </a:endParaRPr>
            </a:p>
          </p:txBody>
        </p:sp>
        <p:sp>
          <p:nvSpPr>
            <p:cNvPr id="14" name="Freeform: Shape 5">
              <a:extLst>
                <a:ext uri="{FF2B5EF4-FFF2-40B4-BE49-F238E27FC236}">
                  <a16:creationId xmlns:a16="http://schemas.microsoft.com/office/drawing/2014/main" id="{D4834A30-F65C-87DF-9AD8-668233946F32}"/>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6F6F6"/>
                </a:solidFill>
                <a:effectLst/>
                <a:uLnTx/>
                <a:uFillTx/>
                <a:latin typeface="Ubuntu"/>
                <a:ea typeface="+mn-ea"/>
                <a:cs typeface="+mn-cs"/>
              </a:endParaRPr>
            </a:p>
          </p:txBody>
        </p:sp>
        <p:sp>
          <p:nvSpPr>
            <p:cNvPr id="15" name="Freeform: Shape 6">
              <a:extLst>
                <a:ext uri="{FF2B5EF4-FFF2-40B4-BE49-F238E27FC236}">
                  <a16:creationId xmlns:a16="http://schemas.microsoft.com/office/drawing/2014/main" id="{97CAB39C-AC38-78BE-6460-1AC31467E31A}"/>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6F6F6"/>
                </a:solidFill>
                <a:effectLst/>
                <a:uLnTx/>
                <a:uFillTx/>
                <a:latin typeface="Ubuntu"/>
                <a:ea typeface="+mn-ea"/>
                <a:cs typeface="+mn-cs"/>
              </a:endParaRPr>
            </a:p>
          </p:txBody>
        </p:sp>
        <p:sp>
          <p:nvSpPr>
            <p:cNvPr id="17" name="Freeform: Shape 7">
              <a:extLst>
                <a:ext uri="{FF2B5EF4-FFF2-40B4-BE49-F238E27FC236}">
                  <a16:creationId xmlns:a16="http://schemas.microsoft.com/office/drawing/2014/main" id="{D6E94E64-5DBF-0D94-8FC8-EDC1F82C3D7C}"/>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6F6F6"/>
                </a:solidFill>
                <a:effectLst/>
                <a:uLnTx/>
                <a:uFillTx/>
                <a:latin typeface="Ubuntu"/>
                <a:ea typeface="+mn-ea"/>
                <a:cs typeface="+mn-cs"/>
              </a:endParaRPr>
            </a:p>
          </p:txBody>
        </p:sp>
        <p:sp>
          <p:nvSpPr>
            <p:cNvPr id="18" name="Freeform: Shape 8">
              <a:extLst>
                <a:ext uri="{FF2B5EF4-FFF2-40B4-BE49-F238E27FC236}">
                  <a16:creationId xmlns:a16="http://schemas.microsoft.com/office/drawing/2014/main" id="{C730C3C9-943E-DF05-5213-9E27CF02B89F}"/>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6F6F6"/>
                </a:solidFill>
                <a:effectLst/>
                <a:uLnTx/>
                <a:uFillTx/>
                <a:latin typeface="Ubuntu"/>
                <a:ea typeface="+mn-ea"/>
                <a:cs typeface="+mn-cs"/>
              </a:endParaRPr>
            </a:p>
          </p:txBody>
        </p:sp>
      </p:grpSp>
      <p:sp>
        <p:nvSpPr>
          <p:cNvPr id="19" name="Rectangle 18">
            <a:extLst>
              <a:ext uri="{FF2B5EF4-FFF2-40B4-BE49-F238E27FC236}">
                <a16:creationId xmlns:a16="http://schemas.microsoft.com/office/drawing/2014/main" id="{F4AB31BA-122A-A70B-066B-977B193EC8FA}"/>
              </a:ext>
            </a:extLst>
          </p:cNvPr>
          <p:cNvSpPr/>
          <p:nvPr userDrawn="1"/>
        </p:nvSpPr>
        <p:spPr>
          <a:xfrm>
            <a:off x="4124632" y="5155746"/>
            <a:ext cx="8067368"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20" name="Title 19">
            <a:extLst>
              <a:ext uri="{FF2B5EF4-FFF2-40B4-BE49-F238E27FC236}">
                <a16:creationId xmlns:a16="http://schemas.microsoft.com/office/drawing/2014/main" id="{B21B0F02-FE4C-511F-A62B-12E2BACE6D5B}"/>
              </a:ext>
            </a:extLst>
          </p:cNvPr>
          <p:cNvSpPr>
            <a:spLocks noGrp="1"/>
          </p:cNvSpPr>
          <p:nvPr>
            <p:ph type="title" hasCustomPrompt="1"/>
          </p:nvPr>
        </p:nvSpPr>
        <p:spPr>
          <a:xfrm>
            <a:off x="-176980" y="-171399"/>
            <a:ext cx="7713140" cy="6199078"/>
          </a:xfrm>
        </p:spPr>
        <p:txBody>
          <a:bodyPr/>
          <a:lstStyle>
            <a:lvl1pPr>
              <a:lnSpc>
                <a:spcPct val="75000"/>
              </a:lnSpc>
              <a:defRPr sz="17200">
                <a:solidFill>
                  <a:schemeClr val="accent2"/>
                </a:solidFill>
                <a:latin typeface="Ubuntu Light" panose="020B0304030602030204" pitchFamily="34" charset="0"/>
              </a:defRPr>
            </a:lvl1pPr>
          </a:lstStyle>
          <a:p>
            <a:r>
              <a:rPr lang="en-US"/>
              <a:t>Master title style</a:t>
            </a:r>
          </a:p>
        </p:txBody>
      </p:sp>
    </p:spTree>
    <p:extLst>
      <p:ext uri="{BB962C8B-B14F-4D97-AF65-F5344CB8AC3E}">
        <p14:creationId xmlns:p14="http://schemas.microsoft.com/office/powerpoint/2010/main" val="3666489624"/>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2">
    <p:spTree>
      <p:nvGrpSpPr>
        <p:cNvPr id="1" name=""/>
        <p:cNvGrpSpPr/>
        <p:nvPr/>
      </p:nvGrpSpPr>
      <p:grpSpPr>
        <a:xfrm>
          <a:off x="0" y="0"/>
          <a:ext cx="0" cy="0"/>
          <a:chOff x="0" y="0"/>
          <a:chExt cx="0" cy="0"/>
        </a:xfrm>
      </p:grpSpPr>
      <p:sp>
        <p:nvSpPr>
          <p:cNvPr id="31" name="Picture Placeholder 10">
            <a:extLst>
              <a:ext uri="{FF2B5EF4-FFF2-40B4-BE49-F238E27FC236}">
                <a16:creationId xmlns:a16="http://schemas.microsoft.com/office/drawing/2014/main" id="{CC88A17A-2665-CB64-B35D-1CDAB893EA72}"/>
              </a:ext>
            </a:extLst>
          </p:cNvPr>
          <p:cNvSpPr>
            <a:spLocks noGrp="1"/>
          </p:cNvSpPr>
          <p:nvPr>
            <p:ph type="pic" sz="quarter" idx="13" hasCustomPrompt="1"/>
          </p:nvPr>
        </p:nvSpPr>
        <p:spPr>
          <a:xfrm>
            <a:off x="-1" y="180000"/>
            <a:ext cx="12192001" cy="667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grpSp>
        <p:nvGrpSpPr>
          <p:cNvPr id="14" name="Group 2">
            <a:extLst>
              <a:ext uri="{FF2B5EF4-FFF2-40B4-BE49-F238E27FC236}">
                <a16:creationId xmlns:a16="http://schemas.microsoft.com/office/drawing/2014/main" id="{5570D5EE-65A7-6ED8-B779-4B18D3F9B40F}"/>
              </a:ext>
            </a:extLst>
          </p:cNvPr>
          <p:cNvGrpSpPr>
            <a:grpSpLocks noChangeAspect="1"/>
          </p:cNvGrpSpPr>
          <p:nvPr userDrawn="1"/>
        </p:nvGrpSpPr>
        <p:grpSpPr>
          <a:xfrm>
            <a:off x="9912013" y="6122117"/>
            <a:ext cx="1872000" cy="420870"/>
            <a:chOff x="5094083" y="5360390"/>
            <a:chExt cx="3039349" cy="683316"/>
          </a:xfrm>
          <a:solidFill>
            <a:schemeClr val="tx2"/>
          </a:solidFill>
        </p:grpSpPr>
        <p:sp>
          <p:nvSpPr>
            <p:cNvPr id="15" name="Freeform: Shape 4">
              <a:extLst>
                <a:ext uri="{FF2B5EF4-FFF2-40B4-BE49-F238E27FC236}">
                  <a16:creationId xmlns:a16="http://schemas.microsoft.com/office/drawing/2014/main" id="{D58972C2-A9F5-BC83-6D8B-F2551227EF02}"/>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16" name="Freeform: Shape 5">
              <a:extLst>
                <a:ext uri="{FF2B5EF4-FFF2-40B4-BE49-F238E27FC236}">
                  <a16:creationId xmlns:a16="http://schemas.microsoft.com/office/drawing/2014/main" id="{F1185E33-8F53-63CA-354E-8F831E6BCFB7}"/>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18" name="Freeform: Shape 6">
              <a:extLst>
                <a:ext uri="{FF2B5EF4-FFF2-40B4-BE49-F238E27FC236}">
                  <a16:creationId xmlns:a16="http://schemas.microsoft.com/office/drawing/2014/main" id="{CDD16A12-A8F2-58EF-09CC-13E3376F38BF}"/>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20" name="Freeform: Shape 7">
              <a:extLst>
                <a:ext uri="{FF2B5EF4-FFF2-40B4-BE49-F238E27FC236}">
                  <a16:creationId xmlns:a16="http://schemas.microsoft.com/office/drawing/2014/main" id="{8F3DB536-4854-A063-FC86-800CFAAD2478}"/>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21" name="Freeform: Shape 8">
              <a:extLst>
                <a:ext uri="{FF2B5EF4-FFF2-40B4-BE49-F238E27FC236}">
                  <a16:creationId xmlns:a16="http://schemas.microsoft.com/office/drawing/2014/main" id="{BF1BB4C2-2CFF-9555-916D-B08189B1ED72}"/>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32" name="Title 31">
            <a:extLst>
              <a:ext uri="{FF2B5EF4-FFF2-40B4-BE49-F238E27FC236}">
                <a16:creationId xmlns:a16="http://schemas.microsoft.com/office/drawing/2014/main" id="{E3492C82-376C-10C5-B46C-67C15004D611}"/>
              </a:ext>
            </a:extLst>
          </p:cNvPr>
          <p:cNvSpPr>
            <a:spLocks noGrp="1"/>
          </p:cNvSpPr>
          <p:nvPr>
            <p:ph type="title"/>
          </p:nvPr>
        </p:nvSpPr>
        <p:spPr>
          <a:xfrm>
            <a:off x="551384" y="1628775"/>
            <a:ext cx="6578080" cy="3589714"/>
          </a:xfrm>
        </p:spPr>
        <p:txBody>
          <a:bodyPr anchor="b"/>
          <a:lstStyle>
            <a:lvl1pPr>
              <a:defRPr sz="5400">
                <a:solidFill>
                  <a:schemeClr val="bg1"/>
                </a:solidFill>
              </a:defRPr>
            </a:lvl1pPr>
          </a:lstStyle>
          <a:p>
            <a:r>
              <a:rPr lang="en-US"/>
              <a:t>Click to edit Master title style</a:t>
            </a:r>
            <a:endParaRPr lang="en-PL"/>
          </a:p>
        </p:txBody>
      </p:sp>
      <p:sp>
        <p:nvSpPr>
          <p:cNvPr id="34" name="Text Placeholder 33">
            <a:extLst>
              <a:ext uri="{FF2B5EF4-FFF2-40B4-BE49-F238E27FC236}">
                <a16:creationId xmlns:a16="http://schemas.microsoft.com/office/drawing/2014/main" id="{D09EA9EC-658D-5DAE-6157-50A4AA284434}"/>
              </a:ext>
            </a:extLst>
          </p:cNvPr>
          <p:cNvSpPr>
            <a:spLocks noGrp="1"/>
          </p:cNvSpPr>
          <p:nvPr>
            <p:ph type="body" sz="quarter" idx="14"/>
          </p:nvPr>
        </p:nvSpPr>
        <p:spPr>
          <a:xfrm>
            <a:off x="549275" y="5251824"/>
            <a:ext cx="6578080" cy="659722"/>
          </a:xfrm>
          <a:prstGeom prst="rect">
            <a:avLst/>
          </a:prstGeom>
        </p:spPr>
        <p:txBody>
          <a:bodyPr/>
          <a:lstStyle>
            <a:lvl1pPr>
              <a:defRPr>
                <a:solidFill>
                  <a:schemeClr val="bg1"/>
                </a:solidFill>
              </a:defRPr>
            </a:lvl1pPr>
          </a:lstStyle>
          <a:p>
            <a:pPr lvl="0"/>
            <a:r>
              <a:rPr lang="en-US"/>
              <a:t>Click to edit Master text styles</a:t>
            </a:r>
          </a:p>
        </p:txBody>
      </p:sp>
      <p:sp>
        <p:nvSpPr>
          <p:cNvPr id="3" name="Rectangle 2">
            <a:extLst>
              <a:ext uri="{FF2B5EF4-FFF2-40B4-BE49-F238E27FC236}">
                <a16:creationId xmlns:a16="http://schemas.microsoft.com/office/drawing/2014/main" id="{9E9DF3E1-890B-0648-08D7-23F6A17377B7}"/>
              </a:ext>
            </a:extLst>
          </p:cNvPr>
          <p:cNvSpPr/>
          <p:nvPr userDrawn="1"/>
        </p:nvSpPr>
        <p:spPr>
          <a:xfrm>
            <a:off x="-2" y="0"/>
            <a:ext cx="12192000"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4" name="Text Placeholder 33">
            <a:extLst>
              <a:ext uri="{FF2B5EF4-FFF2-40B4-BE49-F238E27FC236}">
                <a16:creationId xmlns:a16="http://schemas.microsoft.com/office/drawing/2014/main" id="{277C0A79-DE12-2C81-D632-2FB7FA13208C}"/>
              </a:ext>
            </a:extLst>
          </p:cNvPr>
          <p:cNvSpPr>
            <a:spLocks noGrp="1"/>
          </p:cNvSpPr>
          <p:nvPr>
            <p:ph type="body" sz="quarter" idx="15"/>
          </p:nvPr>
        </p:nvSpPr>
        <p:spPr>
          <a:xfrm>
            <a:off x="549275" y="5910502"/>
            <a:ext cx="6578080" cy="659722"/>
          </a:xfrm>
          <a:prstGeom prst="rect">
            <a:avLst/>
          </a:prstGeom>
        </p:spPr>
        <p:txBody>
          <a:bodyPr/>
          <a:lstStyle>
            <a:lvl1pPr>
              <a:defRPr>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704642604"/>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3">
    <p:spTree>
      <p:nvGrpSpPr>
        <p:cNvPr id="1" name=""/>
        <p:cNvGrpSpPr/>
        <p:nvPr/>
      </p:nvGrpSpPr>
      <p:grpSpPr>
        <a:xfrm>
          <a:off x="0" y="0"/>
          <a:ext cx="0" cy="0"/>
          <a:chOff x="0" y="0"/>
          <a:chExt cx="0" cy="0"/>
        </a:xfrm>
      </p:grpSpPr>
      <p:sp>
        <p:nvSpPr>
          <p:cNvPr id="32" name="Picture Placeholder 10">
            <a:extLst>
              <a:ext uri="{FF2B5EF4-FFF2-40B4-BE49-F238E27FC236}">
                <a16:creationId xmlns:a16="http://schemas.microsoft.com/office/drawing/2014/main" id="{3ACE82B0-62A7-4716-0770-25177C6C2523}"/>
              </a:ext>
            </a:extLst>
          </p:cNvPr>
          <p:cNvSpPr>
            <a:spLocks noGrp="1"/>
          </p:cNvSpPr>
          <p:nvPr>
            <p:ph type="pic" sz="quarter" idx="13" hasCustomPrompt="1"/>
          </p:nvPr>
        </p:nvSpPr>
        <p:spPr>
          <a:xfrm>
            <a:off x="180001" y="0"/>
            <a:ext cx="12011999"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grpSp>
        <p:nvGrpSpPr>
          <p:cNvPr id="33" name="Group 2">
            <a:extLst>
              <a:ext uri="{FF2B5EF4-FFF2-40B4-BE49-F238E27FC236}">
                <a16:creationId xmlns:a16="http://schemas.microsoft.com/office/drawing/2014/main" id="{8F46E283-C322-4D6F-0C87-E9B5787BEF80}"/>
              </a:ext>
            </a:extLst>
          </p:cNvPr>
          <p:cNvGrpSpPr>
            <a:grpSpLocks noChangeAspect="1"/>
          </p:cNvGrpSpPr>
          <p:nvPr userDrawn="1"/>
        </p:nvGrpSpPr>
        <p:grpSpPr>
          <a:xfrm>
            <a:off x="9912013" y="6122117"/>
            <a:ext cx="1872000" cy="420870"/>
            <a:chOff x="5094083" y="5360390"/>
            <a:chExt cx="3039349" cy="683316"/>
          </a:xfrm>
          <a:solidFill>
            <a:schemeClr val="tx2"/>
          </a:solidFill>
        </p:grpSpPr>
        <p:sp>
          <p:nvSpPr>
            <p:cNvPr id="34" name="Freeform: Shape 4">
              <a:extLst>
                <a:ext uri="{FF2B5EF4-FFF2-40B4-BE49-F238E27FC236}">
                  <a16:creationId xmlns:a16="http://schemas.microsoft.com/office/drawing/2014/main" id="{E7C6E56A-237E-269F-8948-94D8630922C0}"/>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35" name="Freeform: Shape 5">
              <a:extLst>
                <a:ext uri="{FF2B5EF4-FFF2-40B4-BE49-F238E27FC236}">
                  <a16:creationId xmlns:a16="http://schemas.microsoft.com/office/drawing/2014/main" id="{69EF9104-8430-F98A-7A15-FE04244E2D36}"/>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36" name="Freeform: Shape 6">
              <a:extLst>
                <a:ext uri="{FF2B5EF4-FFF2-40B4-BE49-F238E27FC236}">
                  <a16:creationId xmlns:a16="http://schemas.microsoft.com/office/drawing/2014/main" id="{0398A75A-EE7F-6840-B64B-CD550ECF76E3}"/>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37" name="Freeform: Shape 7">
              <a:extLst>
                <a:ext uri="{FF2B5EF4-FFF2-40B4-BE49-F238E27FC236}">
                  <a16:creationId xmlns:a16="http://schemas.microsoft.com/office/drawing/2014/main" id="{3586F6A8-69A4-9382-D0C9-7CA34851C34A}"/>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38" name="Freeform: Shape 8">
              <a:extLst>
                <a:ext uri="{FF2B5EF4-FFF2-40B4-BE49-F238E27FC236}">
                  <a16:creationId xmlns:a16="http://schemas.microsoft.com/office/drawing/2014/main" id="{3814A5D2-6C0A-D1F0-266D-7ECB31C3E8E6}"/>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39" name="Title 31">
            <a:extLst>
              <a:ext uri="{FF2B5EF4-FFF2-40B4-BE49-F238E27FC236}">
                <a16:creationId xmlns:a16="http://schemas.microsoft.com/office/drawing/2014/main" id="{F322BC76-B62D-13E1-DFD4-1C84E6221D02}"/>
              </a:ext>
            </a:extLst>
          </p:cNvPr>
          <p:cNvSpPr>
            <a:spLocks noGrp="1"/>
          </p:cNvSpPr>
          <p:nvPr>
            <p:ph type="title"/>
          </p:nvPr>
        </p:nvSpPr>
        <p:spPr>
          <a:xfrm>
            <a:off x="1214394" y="1628775"/>
            <a:ext cx="6578080" cy="3335273"/>
          </a:xfrm>
        </p:spPr>
        <p:txBody>
          <a:bodyPr anchor="b"/>
          <a:lstStyle>
            <a:lvl1pPr>
              <a:lnSpc>
                <a:spcPct val="90000"/>
              </a:lnSpc>
              <a:defRPr sz="7200">
                <a:solidFill>
                  <a:schemeClr val="bg1"/>
                </a:solidFill>
                <a:latin typeface="Ubuntu Light" panose="020B0304030602030204" pitchFamily="34" charset="0"/>
              </a:defRPr>
            </a:lvl1pPr>
          </a:lstStyle>
          <a:p>
            <a:r>
              <a:rPr lang="en-US"/>
              <a:t>Click to edit Master title style</a:t>
            </a:r>
            <a:endParaRPr lang="en-PL"/>
          </a:p>
        </p:txBody>
      </p:sp>
      <p:sp>
        <p:nvSpPr>
          <p:cNvPr id="40" name="Text Placeholder 33">
            <a:extLst>
              <a:ext uri="{FF2B5EF4-FFF2-40B4-BE49-F238E27FC236}">
                <a16:creationId xmlns:a16="http://schemas.microsoft.com/office/drawing/2014/main" id="{CA8F7439-A11A-B37F-8E7F-1541F8C360C4}"/>
              </a:ext>
            </a:extLst>
          </p:cNvPr>
          <p:cNvSpPr>
            <a:spLocks noGrp="1"/>
          </p:cNvSpPr>
          <p:nvPr>
            <p:ph type="body" sz="quarter" idx="14"/>
          </p:nvPr>
        </p:nvSpPr>
        <p:spPr>
          <a:xfrm>
            <a:off x="1212285" y="5251824"/>
            <a:ext cx="6578080" cy="659722"/>
          </a:xfrm>
          <a:prstGeom prst="rect">
            <a:avLst/>
          </a:prstGeom>
        </p:spPr>
        <p:txBody>
          <a:bodyPr/>
          <a:lstStyle>
            <a:lvl1pPr>
              <a:defRPr sz="2000" b="0">
                <a:solidFill>
                  <a:schemeClr val="bg1"/>
                </a:solidFill>
              </a:defRPr>
            </a:lvl1pPr>
          </a:lstStyle>
          <a:p>
            <a:pPr lvl="0"/>
            <a:r>
              <a:rPr lang="en-US"/>
              <a:t>Click to edit Master text styles</a:t>
            </a:r>
          </a:p>
        </p:txBody>
      </p:sp>
      <p:sp>
        <p:nvSpPr>
          <p:cNvPr id="3" name="Rectangle 2">
            <a:extLst>
              <a:ext uri="{FF2B5EF4-FFF2-40B4-BE49-F238E27FC236}">
                <a16:creationId xmlns:a16="http://schemas.microsoft.com/office/drawing/2014/main" id="{731224E1-CA4F-0875-C5F0-35D33EADD2EB}"/>
              </a:ext>
            </a:extLst>
          </p:cNvPr>
          <p:cNvSpPr/>
          <p:nvPr userDrawn="1"/>
        </p:nvSpPr>
        <p:spPr>
          <a:xfrm rot="16200000">
            <a:off x="-3338999"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4" name="Text Placeholder 33">
            <a:extLst>
              <a:ext uri="{FF2B5EF4-FFF2-40B4-BE49-F238E27FC236}">
                <a16:creationId xmlns:a16="http://schemas.microsoft.com/office/drawing/2014/main" id="{F38081E3-C84E-8E42-A77A-A602E5F45BEC}"/>
              </a:ext>
            </a:extLst>
          </p:cNvPr>
          <p:cNvSpPr>
            <a:spLocks noGrp="1"/>
          </p:cNvSpPr>
          <p:nvPr>
            <p:ph type="body" sz="quarter" idx="15"/>
          </p:nvPr>
        </p:nvSpPr>
        <p:spPr>
          <a:xfrm>
            <a:off x="1212285" y="5910502"/>
            <a:ext cx="6578080" cy="659722"/>
          </a:xfrm>
          <a:prstGeom prst="rect">
            <a:avLst/>
          </a:prstGeom>
        </p:spPr>
        <p:txBody>
          <a:bodyPr/>
          <a:lstStyle>
            <a:lvl1pPr>
              <a:defRPr>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3975218949"/>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Slide 4">
    <p:spTree>
      <p:nvGrpSpPr>
        <p:cNvPr id="1" name=""/>
        <p:cNvGrpSpPr/>
        <p:nvPr/>
      </p:nvGrpSpPr>
      <p:grpSpPr>
        <a:xfrm>
          <a:off x="0" y="0"/>
          <a:ext cx="0" cy="0"/>
          <a:chOff x="0" y="0"/>
          <a:chExt cx="0" cy="0"/>
        </a:xfrm>
      </p:grpSpPr>
      <p:sp>
        <p:nvSpPr>
          <p:cNvPr id="43" name="Picture Placeholder 10">
            <a:extLst>
              <a:ext uri="{FF2B5EF4-FFF2-40B4-BE49-F238E27FC236}">
                <a16:creationId xmlns:a16="http://schemas.microsoft.com/office/drawing/2014/main" id="{3C1B8D60-78D7-1E25-C623-7509C881E3E9}"/>
              </a:ext>
            </a:extLst>
          </p:cNvPr>
          <p:cNvSpPr>
            <a:spLocks noGrp="1"/>
          </p:cNvSpPr>
          <p:nvPr>
            <p:ph type="pic" sz="quarter" idx="14"/>
          </p:nvPr>
        </p:nvSpPr>
        <p:spPr>
          <a:xfrm>
            <a:off x="9460018" y="1"/>
            <a:ext cx="2731981" cy="3429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pPr marR="0" lvl="0" fontAlgn="auto">
              <a:spcAft>
                <a:spcPts val="0"/>
              </a:spcAft>
              <a:buClrTx/>
              <a:buSzTx/>
              <a:tabLst/>
            </a:pPr>
            <a:r>
              <a:rPr lang="en-US"/>
              <a:t>Click icon to add picture</a:t>
            </a:r>
          </a:p>
        </p:txBody>
      </p:sp>
      <p:sp>
        <p:nvSpPr>
          <p:cNvPr id="42" name="Picture Placeholder 10">
            <a:extLst>
              <a:ext uri="{FF2B5EF4-FFF2-40B4-BE49-F238E27FC236}">
                <a16:creationId xmlns:a16="http://schemas.microsoft.com/office/drawing/2014/main" id="{E8C91BDE-0FA3-B18C-5405-5DB502E0FBA3}"/>
              </a:ext>
            </a:extLst>
          </p:cNvPr>
          <p:cNvSpPr>
            <a:spLocks noGrp="1"/>
          </p:cNvSpPr>
          <p:nvPr>
            <p:ph type="pic" sz="quarter" idx="13" hasCustomPrompt="1"/>
          </p:nvPr>
        </p:nvSpPr>
        <p:spPr>
          <a:xfrm>
            <a:off x="0" y="0"/>
            <a:ext cx="9280018"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grpSp>
        <p:nvGrpSpPr>
          <p:cNvPr id="35" name="Group 2">
            <a:extLst>
              <a:ext uri="{FF2B5EF4-FFF2-40B4-BE49-F238E27FC236}">
                <a16:creationId xmlns:a16="http://schemas.microsoft.com/office/drawing/2014/main" id="{586CA03F-ED76-1D2D-90A8-504016961D55}"/>
              </a:ext>
            </a:extLst>
          </p:cNvPr>
          <p:cNvGrpSpPr>
            <a:grpSpLocks noChangeAspect="1"/>
          </p:cNvGrpSpPr>
          <p:nvPr userDrawn="1"/>
        </p:nvGrpSpPr>
        <p:grpSpPr>
          <a:xfrm>
            <a:off x="9912013" y="6122117"/>
            <a:ext cx="1872000" cy="420870"/>
            <a:chOff x="5094083" y="5360390"/>
            <a:chExt cx="3039349" cy="683316"/>
          </a:xfrm>
          <a:solidFill>
            <a:schemeClr val="tx2"/>
          </a:solidFill>
        </p:grpSpPr>
        <p:sp>
          <p:nvSpPr>
            <p:cNvPr id="36" name="Freeform: Shape 4">
              <a:extLst>
                <a:ext uri="{FF2B5EF4-FFF2-40B4-BE49-F238E27FC236}">
                  <a16:creationId xmlns:a16="http://schemas.microsoft.com/office/drawing/2014/main" id="{04CD9986-2686-D8E3-9192-8BEB77750D7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37" name="Freeform: Shape 5">
              <a:extLst>
                <a:ext uri="{FF2B5EF4-FFF2-40B4-BE49-F238E27FC236}">
                  <a16:creationId xmlns:a16="http://schemas.microsoft.com/office/drawing/2014/main" id="{7CD40094-AC2F-9457-AD3F-9AAA89E00C4A}"/>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38" name="Freeform: Shape 6">
              <a:extLst>
                <a:ext uri="{FF2B5EF4-FFF2-40B4-BE49-F238E27FC236}">
                  <a16:creationId xmlns:a16="http://schemas.microsoft.com/office/drawing/2014/main" id="{682D97D4-A5DA-2B1D-3407-13658458A52A}"/>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39" name="Freeform: Shape 7">
              <a:extLst>
                <a:ext uri="{FF2B5EF4-FFF2-40B4-BE49-F238E27FC236}">
                  <a16:creationId xmlns:a16="http://schemas.microsoft.com/office/drawing/2014/main" id="{FEBEF87B-7156-68DF-4D8A-E84D8A4F0EA2}"/>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40" name="Freeform: Shape 8">
              <a:extLst>
                <a:ext uri="{FF2B5EF4-FFF2-40B4-BE49-F238E27FC236}">
                  <a16:creationId xmlns:a16="http://schemas.microsoft.com/office/drawing/2014/main" id="{3A0B75AC-0F93-D7BF-2568-50E1CFEDF0CA}"/>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44" name="Title 31">
            <a:extLst>
              <a:ext uri="{FF2B5EF4-FFF2-40B4-BE49-F238E27FC236}">
                <a16:creationId xmlns:a16="http://schemas.microsoft.com/office/drawing/2014/main" id="{3551E8D5-6D03-58C4-2A78-E73615CBFD4C}"/>
              </a:ext>
            </a:extLst>
          </p:cNvPr>
          <p:cNvSpPr>
            <a:spLocks noGrp="1"/>
          </p:cNvSpPr>
          <p:nvPr>
            <p:ph type="title"/>
          </p:nvPr>
        </p:nvSpPr>
        <p:spPr>
          <a:xfrm>
            <a:off x="551384" y="1628775"/>
            <a:ext cx="6578080" cy="3589714"/>
          </a:xfrm>
        </p:spPr>
        <p:txBody>
          <a:bodyPr anchor="b"/>
          <a:lstStyle>
            <a:lvl1pPr>
              <a:defRPr sz="5400">
                <a:solidFill>
                  <a:schemeClr val="bg1"/>
                </a:solidFill>
              </a:defRPr>
            </a:lvl1pPr>
          </a:lstStyle>
          <a:p>
            <a:r>
              <a:rPr lang="en-US"/>
              <a:t>Click to edit Master title style</a:t>
            </a:r>
            <a:endParaRPr lang="en-PL"/>
          </a:p>
        </p:txBody>
      </p:sp>
      <p:sp>
        <p:nvSpPr>
          <p:cNvPr id="45" name="Text Placeholder 33">
            <a:extLst>
              <a:ext uri="{FF2B5EF4-FFF2-40B4-BE49-F238E27FC236}">
                <a16:creationId xmlns:a16="http://schemas.microsoft.com/office/drawing/2014/main" id="{AE8BF6B9-54E0-50CF-ED1F-1556FC6C0905}"/>
              </a:ext>
            </a:extLst>
          </p:cNvPr>
          <p:cNvSpPr>
            <a:spLocks noGrp="1"/>
          </p:cNvSpPr>
          <p:nvPr>
            <p:ph type="body" sz="quarter" idx="15"/>
          </p:nvPr>
        </p:nvSpPr>
        <p:spPr>
          <a:xfrm>
            <a:off x="9912013" y="3893182"/>
            <a:ext cx="1872000" cy="1123397"/>
          </a:xfrm>
          <a:prstGeom prst="rect">
            <a:avLst/>
          </a:prstGeom>
        </p:spPr>
        <p:txBody>
          <a:bodyPr anchor="b">
            <a:noAutofit/>
          </a:bodyPr>
          <a:lstStyle>
            <a:lvl1pPr>
              <a:defRPr sz="2000"/>
            </a:lvl1pPr>
          </a:lstStyle>
          <a:p>
            <a:pPr lvl="0"/>
            <a:r>
              <a:rPr lang="en-US"/>
              <a:t>Click to edit Master text styles</a:t>
            </a:r>
          </a:p>
        </p:txBody>
      </p:sp>
      <p:sp>
        <p:nvSpPr>
          <p:cNvPr id="4" name="Rectangle 3">
            <a:extLst>
              <a:ext uri="{FF2B5EF4-FFF2-40B4-BE49-F238E27FC236}">
                <a16:creationId xmlns:a16="http://schemas.microsoft.com/office/drawing/2014/main" id="{78D281D9-C9E0-F6DF-2438-F4992F7D29D2}"/>
              </a:ext>
            </a:extLst>
          </p:cNvPr>
          <p:cNvSpPr/>
          <p:nvPr userDrawn="1"/>
        </p:nvSpPr>
        <p:spPr>
          <a:xfrm rot="16200000">
            <a:off x="5941020"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3" name="Text Placeholder 33">
            <a:extLst>
              <a:ext uri="{FF2B5EF4-FFF2-40B4-BE49-F238E27FC236}">
                <a16:creationId xmlns:a16="http://schemas.microsoft.com/office/drawing/2014/main" id="{F95A3A44-A840-3420-E0A4-A35DB913338B}"/>
              </a:ext>
            </a:extLst>
          </p:cNvPr>
          <p:cNvSpPr>
            <a:spLocks noGrp="1"/>
          </p:cNvSpPr>
          <p:nvPr>
            <p:ph type="body" sz="quarter" idx="16"/>
          </p:nvPr>
        </p:nvSpPr>
        <p:spPr>
          <a:xfrm>
            <a:off x="9912013" y="5264061"/>
            <a:ext cx="1872000" cy="522985"/>
          </a:xfrm>
          <a:prstGeom prst="rect">
            <a:avLst/>
          </a:prstGeom>
        </p:spPr>
        <p:txBody>
          <a:bodyPr/>
          <a:lstStyle/>
          <a:p>
            <a:pPr lvl="0"/>
            <a:r>
              <a:rPr lang="en-US"/>
              <a:t>Click to edit Master text styles</a:t>
            </a:r>
          </a:p>
        </p:txBody>
      </p:sp>
    </p:spTree>
    <p:extLst>
      <p:ext uri="{BB962C8B-B14F-4D97-AF65-F5344CB8AC3E}">
        <p14:creationId xmlns:p14="http://schemas.microsoft.com/office/powerpoint/2010/main" val="1158645872"/>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Slide 6">
    <p:spTree>
      <p:nvGrpSpPr>
        <p:cNvPr id="1" name=""/>
        <p:cNvGrpSpPr/>
        <p:nvPr/>
      </p:nvGrpSpPr>
      <p:grpSpPr>
        <a:xfrm>
          <a:off x="0" y="0"/>
          <a:ext cx="0" cy="0"/>
          <a:chOff x="0" y="0"/>
          <a:chExt cx="0" cy="0"/>
        </a:xfrm>
      </p:grpSpPr>
      <p:sp>
        <p:nvSpPr>
          <p:cNvPr id="42" name="Picture Placeholder 10">
            <a:extLst>
              <a:ext uri="{FF2B5EF4-FFF2-40B4-BE49-F238E27FC236}">
                <a16:creationId xmlns:a16="http://schemas.microsoft.com/office/drawing/2014/main" id="{E8C91BDE-0FA3-B18C-5405-5DB502E0FBA3}"/>
              </a:ext>
            </a:extLst>
          </p:cNvPr>
          <p:cNvSpPr>
            <a:spLocks noGrp="1"/>
          </p:cNvSpPr>
          <p:nvPr>
            <p:ph type="pic" sz="quarter" idx="13" hasCustomPrompt="1"/>
          </p:nvPr>
        </p:nvSpPr>
        <p:spPr>
          <a:xfrm>
            <a:off x="0" y="0"/>
            <a:ext cx="9280018"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43" name="Picture Placeholder 10">
            <a:extLst>
              <a:ext uri="{FF2B5EF4-FFF2-40B4-BE49-F238E27FC236}">
                <a16:creationId xmlns:a16="http://schemas.microsoft.com/office/drawing/2014/main" id="{3C1B8D60-78D7-1E25-C623-7509C881E3E9}"/>
              </a:ext>
            </a:extLst>
          </p:cNvPr>
          <p:cNvSpPr>
            <a:spLocks noGrp="1"/>
          </p:cNvSpPr>
          <p:nvPr>
            <p:ph type="pic" sz="quarter" idx="14"/>
          </p:nvPr>
        </p:nvSpPr>
        <p:spPr>
          <a:xfrm>
            <a:off x="9460018" y="0"/>
            <a:ext cx="2731981" cy="4949047"/>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pPr marR="0" lvl="0" fontAlgn="auto">
              <a:spcAft>
                <a:spcPts val="0"/>
              </a:spcAft>
              <a:buClrTx/>
              <a:buSzTx/>
              <a:tabLst/>
            </a:pPr>
            <a:r>
              <a:rPr lang="en-US"/>
              <a:t>Click icon to add picture</a:t>
            </a:r>
          </a:p>
        </p:txBody>
      </p:sp>
      <p:grpSp>
        <p:nvGrpSpPr>
          <p:cNvPr id="35" name="Group 2">
            <a:extLst>
              <a:ext uri="{FF2B5EF4-FFF2-40B4-BE49-F238E27FC236}">
                <a16:creationId xmlns:a16="http://schemas.microsoft.com/office/drawing/2014/main" id="{586CA03F-ED76-1D2D-90A8-504016961D55}"/>
              </a:ext>
            </a:extLst>
          </p:cNvPr>
          <p:cNvGrpSpPr>
            <a:grpSpLocks noChangeAspect="1"/>
          </p:cNvGrpSpPr>
          <p:nvPr userDrawn="1"/>
        </p:nvGrpSpPr>
        <p:grpSpPr>
          <a:xfrm>
            <a:off x="9912013" y="6122117"/>
            <a:ext cx="1872000" cy="420870"/>
            <a:chOff x="5094083" y="5360390"/>
            <a:chExt cx="3039349" cy="683316"/>
          </a:xfrm>
          <a:solidFill>
            <a:schemeClr val="tx2"/>
          </a:solidFill>
        </p:grpSpPr>
        <p:sp>
          <p:nvSpPr>
            <p:cNvPr id="36" name="Freeform: Shape 4">
              <a:extLst>
                <a:ext uri="{FF2B5EF4-FFF2-40B4-BE49-F238E27FC236}">
                  <a16:creationId xmlns:a16="http://schemas.microsoft.com/office/drawing/2014/main" id="{04CD9986-2686-D8E3-9192-8BEB77750D7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37" name="Freeform: Shape 5">
              <a:extLst>
                <a:ext uri="{FF2B5EF4-FFF2-40B4-BE49-F238E27FC236}">
                  <a16:creationId xmlns:a16="http://schemas.microsoft.com/office/drawing/2014/main" id="{7CD40094-AC2F-9457-AD3F-9AAA89E00C4A}"/>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38" name="Freeform: Shape 6">
              <a:extLst>
                <a:ext uri="{FF2B5EF4-FFF2-40B4-BE49-F238E27FC236}">
                  <a16:creationId xmlns:a16="http://schemas.microsoft.com/office/drawing/2014/main" id="{682D97D4-A5DA-2B1D-3407-13658458A52A}"/>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39" name="Freeform: Shape 7">
              <a:extLst>
                <a:ext uri="{FF2B5EF4-FFF2-40B4-BE49-F238E27FC236}">
                  <a16:creationId xmlns:a16="http://schemas.microsoft.com/office/drawing/2014/main" id="{FEBEF87B-7156-68DF-4D8A-E84D8A4F0EA2}"/>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40" name="Freeform: Shape 8">
              <a:extLst>
                <a:ext uri="{FF2B5EF4-FFF2-40B4-BE49-F238E27FC236}">
                  <a16:creationId xmlns:a16="http://schemas.microsoft.com/office/drawing/2014/main" id="{3A0B75AC-0F93-D7BF-2568-50E1CFEDF0CA}"/>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44" name="Title 31">
            <a:extLst>
              <a:ext uri="{FF2B5EF4-FFF2-40B4-BE49-F238E27FC236}">
                <a16:creationId xmlns:a16="http://schemas.microsoft.com/office/drawing/2014/main" id="{3551E8D5-6D03-58C4-2A78-E73615CBFD4C}"/>
              </a:ext>
            </a:extLst>
          </p:cNvPr>
          <p:cNvSpPr>
            <a:spLocks noGrp="1"/>
          </p:cNvSpPr>
          <p:nvPr>
            <p:ph type="title"/>
          </p:nvPr>
        </p:nvSpPr>
        <p:spPr>
          <a:xfrm>
            <a:off x="5087887" y="549275"/>
            <a:ext cx="4036154" cy="3815829"/>
          </a:xfrm>
        </p:spPr>
        <p:txBody>
          <a:bodyPr anchor="b"/>
          <a:lstStyle>
            <a:lvl1pPr>
              <a:defRPr sz="6600">
                <a:solidFill>
                  <a:schemeClr val="bg1"/>
                </a:solidFill>
                <a:latin typeface="Ubuntu Light" panose="020B0304030602030204" pitchFamily="34" charset="0"/>
              </a:defRPr>
            </a:lvl1pPr>
          </a:lstStyle>
          <a:p>
            <a:r>
              <a:rPr lang="en-US"/>
              <a:t>Click to edit Master title style</a:t>
            </a:r>
            <a:endParaRPr lang="en-PL"/>
          </a:p>
        </p:txBody>
      </p:sp>
      <p:sp>
        <p:nvSpPr>
          <p:cNvPr id="45" name="Text Placeholder 33">
            <a:extLst>
              <a:ext uri="{FF2B5EF4-FFF2-40B4-BE49-F238E27FC236}">
                <a16:creationId xmlns:a16="http://schemas.microsoft.com/office/drawing/2014/main" id="{AE8BF6B9-54E0-50CF-ED1F-1556FC6C0905}"/>
              </a:ext>
            </a:extLst>
          </p:cNvPr>
          <p:cNvSpPr>
            <a:spLocks noGrp="1"/>
          </p:cNvSpPr>
          <p:nvPr>
            <p:ph type="body" sz="quarter" idx="15"/>
          </p:nvPr>
        </p:nvSpPr>
        <p:spPr>
          <a:xfrm>
            <a:off x="5159897" y="4725144"/>
            <a:ext cx="3964144" cy="316404"/>
          </a:xfrm>
          <a:prstGeom prst="rect">
            <a:avLst/>
          </a:prstGeom>
        </p:spPr>
        <p:txBody>
          <a:bodyPr anchor="b">
            <a:noAutofit/>
          </a:bodyPr>
          <a:lstStyle>
            <a:lvl1pPr>
              <a:defRPr sz="2000">
                <a:solidFill>
                  <a:schemeClr val="bg1"/>
                </a:solidFill>
              </a:defRPr>
            </a:lvl1pPr>
          </a:lstStyle>
          <a:p>
            <a:pPr lvl="0"/>
            <a:r>
              <a:rPr lang="en-US"/>
              <a:t>Click to edit Master text styles</a:t>
            </a:r>
          </a:p>
        </p:txBody>
      </p:sp>
      <p:sp>
        <p:nvSpPr>
          <p:cNvPr id="4" name="Rectangle 3">
            <a:extLst>
              <a:ext uri="{FF2B5EF4-FFF2-40B4-BE49-F238E27FC236}">
                <a16:creationId xmlns:a16="http://schemas.microsoft.com/office/drawing/2014/main" id="{78D281D9-C9E0-F6DF-2438-F4992F7D29D2}"/>
              </a:ext>
            </a:extLst>
          </p:cNvPr>
          <p:cNvSpPr/>
          <p:nvPr userDrawn="1"/>
        </p:nvSpPr>
        <p:spPr>
          <a:xfrm rot="16200000">
            <a:off x="5941020"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3" name="Text Placeholder 33">
            <a:extLst>
              <a:ext uri="{FF2B5EF4-FFF2-40B4-BE49-F238E27FC236}">
                <a16:creationId xmlns:a16="http://schemas.microsoft.com/office/drawing/2014/main" id="{F95A3A44-A840-3420-E0A4-A35DB913338B}"/>
              </a:ext>
            </a:extLst>
          </p:cNvPr>
          <p:cNvSpPr>
            <a:spLocks noGrp="1"/>
          </p:cNvSpPr>
          <p:nvPr>
            <p:ph type="body" sz="quarter" idx="16"/>
          </p:nvPr>
        </p:nvSpPr>
        <p:spPr>
          <a:xfrm>
            <a:off x="9912013" y="5264061"/>
            <a:ext cx="1872000" cy="522985"/>
          </a:xfrm>
          <a:prstGeom prst="rect">
            <a:avLst/>
          </a:prstGeom>
        </p:spPr>
        <p:txBody>
          <a:bodyPr/>
          <a:lstStyle/>
          <a:p>
            <a:pPr lvl="0"/>
            <a:r>
              <a:rPr lang="en-US"/>
              <a:t>Click to edit Master text styles</a:t>
            </a:r>
          </a:p>
        </p:txBody>
      </p:sp>
    </p:spTree>
    <p:extLst>
      <p:ext uri="{BB962C8B-B14F-4D97-AF65-F5344CB8AC3E}">
        <p14:creationId xmlns:p14="http://schemas.microsoft.com/office/powerpoint/2010/main" val="1299321652"/>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le Slide 5">
    <p:spTree>
      <p:nvGrpSpPr>
        <p:cNvPr id="1" name=""/>
        <p:cNvGrpSpPr/>
        <p:nvPr/>
      </p:nvGrpSpPr>
      <p:grpSpPr>
        <a:xfrm>
          <a:off x="0" y="0"/>
          <a:ext cx="0" cy="0"/>
          <a:chOff x="0" y="0"/>
          <a:chExt cx="0" cy="0"/>
        </a:xfrm>
      </p:grpSpPr>
      <p:sp>
        <p:nvSpPr>
          <p:cNvPr id="43" name="Picture Placeholder 10">
            <a:extLst>
              <a:ext uri="{FF2B5EF4-FFF2-40B4-BE49-F238E27FC236}">
                <a16:creationId xmlns:a16="http://schemas.microsoft.com/office/drawing/2014/main" id="{3C1B8D60-78D7-1E25-C623-7509C881E3E9}"/>
              </a:ext>
            </a:extLst>
          </p:cNvPr>
          <p:cNvSpPr>
            <a:spLocks noGrp="1"/>
          </p:cNvSpPr>
          <p:nvPr>
            <p:ph type="pic" sz="quarter" idx="14"/>
          </p:nvPr>
        </p:nvSpPr>
        <p:spPr>
          <a:xfrm>
            <a:off x="-1" y="1"/>
            <a:ext cx="2736773" cy="3429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pPr marR="0" lvl="0" fontAlgn="auto">
              <a:spcAft>
                <a:spcPts val="0"/>
              </a:spcAft>
              <a:buClrTx/>
              <a:buSzTx/>
              <a:tabLst/>
            </a:pPr>
            <a:r>
              <a:rPr lang="en-US"/>
              <a:t>Click icon to add picture</a:t>
            </a:r>
          </a:p>
        </p:txBody>
      </p:sp>
      <p:sp>
        <p:nvSpPr>
          <p:cNvPr id="42" name="Picture Placeholder 10">
            <a:extLst>
              <a:ext uri="{FF2B5EF4-FFF2-40B4-BE49-F238E27FC236}">
                <a16:creationId xmlns:a16="http://schemas.microsoft.com/office/drawing/2014/main" id="{E8C91BDE-0FA3-B18C-5405-5DB502E0FBA3}"/>
              </a:ext>
            </a:extLst>
          </p:cNvPr>
          <p:cNvSpPr>
            <a:spLocks noGrp="1"/>
          </p:cNvSpPr>
          <p:nvPr>
            <p:ph type="pic" sz="quarter" idx="13" hasCustomPrompt="1"/>
          </p:nvPr>
        </p:nvSpPr>
        <p:spPr>
          <a:xfrm>
            <a:off x="2916774" y="0"/>
            <a:ext cx="9275226"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grpSp>
        <p:nvGrpSpPr>
          <p:cNvPr id="35" name="Group 2">
            <a:extLst>
              <a:ext uri="{FF2B5EF4-FFF2-40B4-BE49-F238E27FC236}">
                <a16:creationId xmlns:a16="http://schemas.microsoft.com/office/drawing/2014/main" id="{586CA03F-ED76-1D2D-90A8-504016961D55}"/>
              </a:ext>
            </a:extLst>
          </p:cNvPr>
          <p:cNvGrpSpPr>
            <a:grpSpLocks noChangeAspect="1"/>
          </p:cNvGrpSpPr>
          <p:nvPr userDrawn="1"/>
        </p:nvGrpSpPr>
        <p:grpSpPr>
          <a:xfrm>
            <a:off x="357195" y="6122117"/>
            <a:ext cx="1872000" cy="420870"/>
            <a:chOff x="5094083" y="5360390"/>
            <a:chExt cx="3039349" cy="683316"/>
          </a:xfrm>
          <a:solidFill>
            <a:schemeClr val="tx2"/>
          </a:solidFill>
        </p:grpSpPr>
        <p:sp>
          <p:nvSpPr>
            <p:cNvPr id="36" name="Freeform: Shape 4">
              <a:extLst>
                <a:ext uri="{FF2B5EF4-FFF2-40B4-BE49-F238E27FC236}">
                  <a16:creationId xmlns:a16="http://schemas.microsoft.com/office/drawing/2014/main" id="{04CD9986-2686-D8E3-9192-8BEB77750D7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37" name="Freeform: Shape 5">
              <a:extLst>
                <a:ext uri="{FF2B5EF4-FFF2-40B4-BE49-F238E27FC236}">
                  <a16:creationId xmlns:a16="http://schemas.microsoft.com/office/drawing/2014/main" id="{7CD40094-AC2F-9457-AD3F-9AAA89E00C4A}"/>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38" name="Freeform: Shape 6">
              <a:extLst>
                <a:ext uri="{FF2B5EF4-FFF2-40B4-BE49-F238E27FC236}">
                  <a16:creationId xmlns:a16="http://schemas.microsoft.com/office/drawing/2014/main" id="{682D97D4-A5DA-2B1D-3407-13658458A52A}"/>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39" name="Freeform: Shape 7">
              <a:extLst>
                <a:ext uri="{FF2B5EF4-FFF2-40B4-BE49-F238E27FC236}">
                  <a16:creationId xmlns:a16="http://schemas.microsoft.com/office/drawing/2014/main" id="{FEBEF87B-7156-68DF-4D8A-E84D8A4F0EA2}"/>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40" name="Freeform: Shape 8">
              <a:extLst>
                <a:ext uri="{FF2B5EF4-FFF2-40B4-BE49-F238E27FC236}">
                  <a16:creationId xmlns:a16="http://schemas.microsoft.com/office/drawing/2014/main" id="{3A0B75AC-0F93-D7BF-2568-50E1CFEDF0CA}"/>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3" name="Title 31">
            <a:extLst>
              <a:ext uri="{FF2B5EF4-FFF2-40B4-BE49-F238E27FC236}">
                <a16:creationId xmlns:a16="http://schemas.microsoft.com/office/drawing/2014/main" id="{D8CA367F-44BB-C4B7-EA59-F1D6214DB4D2}"/>
              </a:ext>
            </a:extLst>
          </p:cNvPr>
          <p:cNvSpPr>
            <a:spLocks noGrp="1"/>
          </p:cNvSpPr>
          <p:nvPr>
            <p:ph type="title"/>
          </p:nvPr>
        </p:nvSpPr>
        <p:spPr>
          <a:xfrm>
            <a:off x="3401003" y="1628775"/>
            <a:ext cx="6578080" cy="3589714"/>
          </a:xfrm>
        </p:spPr>
        <p:txBody>
          <a:bodyPr anchor="b"/>
          <a:lstStyle>
            <a:lvl1pPr>
              <a:defRPr sz="5400">
                <a:solidFill>
                  <a:schemeClr val="bg1"/>
                </a:solidFill>
              </a:defRPr>
            </a:lvl1pPr>
          </a:lstStyle>
          <a:p>
            <a:r>
              <a:rPr lang="en-US"/>
              <a:t>Click to edit Master title style</a:t>
            </a:r>
            <a:endParaRPr lang="en-PL"/>
          </a:p>
        </p:txBody>
      </p:sp>
      <p:sp>
        <p:nvSpPr>
          <p:cNvPr id="6" name="Rectangle 5">
            <a:extLst>
              <a:ext uri="{FF2B5EF4-FFF2-40B4-BE49-F238E27FC236}">
                <a16:creationId xmlns:a16="http://schemas.microsoft.com/office/drawing/2014/main" id="{308E3512-1EC7-FD95-4A22-F366C773E9C4}"/>
              </a:ext>
            </a:extLst>
          </p:cNvPr>
          <p:cNvSpPr/>
          <p:nvPr userDrawn="1"/>
        </p:nvSpPr>
        <p:spPr>
          <a:xfrm rot="16200000">
            <a:off x="-602226"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5" name="Text Placeholder 33">
            <a:extLst>
              <a:ext uri="{FF2B5EF4-FFF2-40B4-BE49-F238E27FC236}">
                <a16:creationId xmlns:a16="http://schemas.microsoft.com/office/drawing/2014/main" id="{940C889E-4F97-F9FE-39C5-DFA541A122BB}"/>
              </a:ext>
            </a:extLst>
          </p:cNvPr>
          <p:cNvSpPr>
            <a:spLocks noGrp="1"/>
          </p:cNvSpPr>
          <p:nvPr>
            <p:ph type="body" sz="quarter" idx="16"/>
          </p:nvPr>
        </p:nvSpPr>
        <p:spPr>
          <a:xfrm>
            <a:off x="357195" y="3893182"/>
            <a:ext cx="2088292" cy="1123397"/>
          </a:xfrm>
          <a:prstGeom prst="rect">
            <a:avLst/>
          </a:prstGeom>
        </p:spPr>
        <p:txBody>
          <a:bodyPr anchor="b">
            <a:noAutofit/>
          </a:bodyPr>
          <a:lstStyle>
            <a:lvl1pPr>
              <a:defRPr sz="2000"/>
            </a:lvl1pPr>
          </a:lstStyle>
          <a:p>
            <a:pPr lvl="0"/>
            <a:r>
              <a:rPr lang="en-US"/>
              <a:t>Click to edit Master text styles</a:t>
            </a:r>
          </a:p>
        </p:txBody>
      </p:sp>
      <p:sp>
        <p:nvSpPr>
          <p:cNvPr id="7" name="Text Placeholder 33">
            <a:extLst>
              <a:ext uri="{FF2B5EF4-FFF2-40B4-BE49-F238E27FC236}">
                <a16:creationId xmlns:a16="http://schemas.microsoft.com/office/drawing/2014/main" id="{9C442A3F-8F7B-AF19-BF71-5A8A0790F5CA}"/>
              </a:ext>
            </a:extLst>
          </p:cNvPr>
          <p:cNvSpPr>
            <a:spLocks noGrp="1"/>
          </p:cNvSpPr>
          <p:nvPr>
            <p:ph type="body" sz="quarter" idx="17"/>
          </p:nvPr>
        </p:nvSpPr>
        <p:spPr>
          <a:xfrm>
            <a:off x="357195" y="5264061"/>
            <a:ext cx="2088292" cy="522985"/>
          </a:xfrm>
          <a:prstGeom prst="rect">
            <a:avLst/>
          </a:prstGeom>
        </p:spPr>
        <p:txBody>
          <a:bodyPr/>
          <a:lstStyle/>
          <a:p>
            <a:pPr lvl="0"/>
            <a:r>
              <a:rPr lang="en-US"/>
              <a:t>Click to edit Master text styles</a:t>
            </a:r>
          </a:p>
        </p:txBody>
      </p:sp>
    </p:spTree>
    <p:extLst>
      <p:ext uri="{BB962C8B-B14F-4D97-AF65-F5344CB8AC3E}">
        <p14:creationId xmlns:p14="http://schemas.microsoft.com/office/powerpoint/2010/main" val="4214179722"/>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Agenda 1">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6424D2EA-9AAB-3E5E-F5AA-4EFA5797243B}"/>
              </a:ext>
            </a:extLst>
          </p:cNvPr>
          <p:cNvSpPr>
            <a:spLocks noGrp="1"/>
          </p:cNvSpPr>
          <p:nvPr>
            <p:ph type="pic" sz="quarter" idx="10" hasCustomPrompt="1"/>
          </p:nvPr>
        </p:nvSpPr>
        <p:spPr>
          <a:xfrm>
            <a:off x="8878957" y="1"/>
            <a:ext cx="3313043"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2">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6" name="Date Placeholder 5">
            <a:extLst>
              <a:ext uri="{FF2B5EF4-FFF2-40B4-BE49-F238E27FC236}">
                <a16:creationId xmlns:a16="http://schemas.microsoft.com/office/drawing/2014/main" id="{1B8A5C98-55E3-6CFA-5060-B126A46D3044}"/>
              </a:ext>
            </a:extLst>
          </p:cNvPr>
          <p:cNvSpPr>
            <a:spLocks noGrp="1"/>
          </p:cNvSpPr>
          <p:nvPr>
            <p:ph type="dt" sz="half" idx="36"/>
          </p:nvPr>
        </p:nvSpPr>
        <p:spPr/>
        <p:txBody>
          <a:bodyPr/>
          <a:lstStyle/>
          <a:p>
            <a:pPr>
              <a:spcBef>
                <a:spcPts val="1000"/>
              </a:spcBef>
              <a:buFont typeface="Arial" panose="020B0604020202020204" pitchFamily="34" charset="0"/>
              <a:buNone/>
            </a:pPr>
            <a:r>
              <a:rPr lang="pl-PL"/>
              <a:t>Company Confidential © Capgemini 2026. All rights reserved.</a:t>
            </a:r>
            <a:endParaRPr lang="en-US"/>
          </a:p>
        </p:txBody>
      </p:sp>
      <p:sp>
        <p:nvSpPr>
          <p:cNvPr id="7" name="Footer Placeholder 6">
            <a:extLst>
              <a:ext uri="{FF2B5EF4-FFF2-40B4-BE49-F238E27FC236}">
                <a16:creationId xmlns:a16="http://schemas.microsoft.com/office/drawing/2014/main" id="{A234A97A-B56B-79E8-3787-9AAFBD6C39E3}"/>
              </a:ext>
            </a:extLst>
          </p:cNvPr>
          <p:cNvSpPr>
            <a:spLocks noGrp="1"/>
          </p:cNvSpPr>
          <p:nvPr>
            <p:ph type="ftr" sz="quarter" idx="37"/>
          </p:nvPr>
        </p:nvSpPr>
        <p:spPr>
          <a:xfrm>
            <a:off x="550863" y="6650661"/>
            <a:ext cx="4716524" cy="123111"/>
          </a:xfrm>
          <a:prstGeom prst="rect">
            <a:avLst/>
          </a:prstGeom>
        </p:spPr>
        <p:txBody>
          <a:bodyPr/>
          <a:lstStyle/>
          <a:p>
            <a:pPr>
              <a:spcBef>
                <a:spcPts val="1000"/>
              </a:spcBef>
              <a:buFont typeface="Arial" panose="020B0604020202020204" pitchFamily="34" charset="0"/>
              <a:buNone/>
            </a:pPr>
            <a:r>
              <a:rPr lang="en-IN"/>
              <a:t>TMT Monthly Update |  June 2026</a:t>
            </a:r>
            <a:endParaRPr lang="en-US"/>
          </a:p>
        </p:txBody>
      </p:sp>
      <p:sp>
        <p:nvSpPr>
          <p:cNvPr id="9" name="Slide Number Placeholder 8">
            <a:extLst>
              <a:ext uri="{FF2B5EF4-FFF2-40B4-BE49-F238E27FC236}">
                <a16:creationId xmlns:a16="http://schemas.microsoft.com/office/drawing/2014/main" id="{10DFE7FA-9896-C83E-3B5B-ACAF7308B1C7}"/>
              </a:ext>
            </a:extLst>
          </p:cNvPr>
          <p:cNvSpPr>
            <a:spLocks noGrp="1"/>
          </p:cNvSpPr>
          <p:nvPr>
            <p:ph type="sldNum" sz="quarter" idx="38"/>
          </p:nvPr>
        </p:nvSpPr>
        <p:spPr/>
        <p:txBody>
          <a:bodyPr/>
          <a:lstStyle/>
          <a:p>
            <a:pPr algn="r"/>
            <a:fld id="{5D9A5160-6218-4E5A-B9E6-B93E3DAE377C}" type="slidenum">
              <a:rPr lang="en-US" smtClean="0"/>
              <a:pPr algn="r"/>
              <a:t>‹#›</a:t>
            </a:fld>
            <a:endParaRPr lang="en-US"/>
          </a:p>
        </p:txBody>
      </p:sp>
      <p:sp>
        <p:nvSpPr>
          <p:cNvPr id="8" name="Logo Placeholder 7">
            <a:extLst>
              <a:ext uri="{FF2B5EF4-FFF2-40B4-BE49-F238E27FC236}">
                <a16:creationId xmlns:a16="http://schemas.microsoft.com/office/drawing/2014/main" id="{62FD468B-B69E-D6B3-0B31-29405A8C9B22}"/>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10" name="Title Placeholder 4">
            <a:extLst>
              <a:ext uri="{FF2B5EF4-FFF2-40B4-BE49-F238E27FC236}">
                <a16:creationId xmlns:a16="http://schemas.microsoft.com/office/drawing/2014/main" id="{88071F53-FF39-EE02-C206-04BC9BC62837}"/>
              </a:ext>
            </a:extLst>
          </p:cNvPr>
          <p:cNvSpPr>
            <a:spLocks noGrp="1"/>
          </p:cNvSpPr>
          <p:nvPr>
            <p:ph type="title"/>
          </p:nvPr>
        </p:nvSpPr>
        <p:spPr>
          <a:xfrm>
            <a:off x="551384" y="549274"/>
            <a:ext cx="7920880" cy="930372"/>
          </a:xfrm>
          <a:prstGeom prst="rect">
            <a:avLst/>
          </a:prstGeom>
        </p:spPr>
        <p:txBody>
          <a:bodyPr vert="horz" lIns="0" tIns="0" rIns="0" bIns="126000" rtlCol="0" anchor="b" anchorCtr="0">
            <a:noAutofit/>
          </a:bodyPr>
          <a:lstStyle/>
          <a:p>
            <a:pPr lvl="0"/>
            <a:r>
              <a:rPr lang="en-US"/>
              <a:t>Click to edit Master title style</a:t>
            </a:r>
            <a:endParaRPr lang="de-DE"/>
          </a:p>
        </p:txBody>
      </p:sp>
      <p:sp>
        <p:nvSpPr>
          <p:cNvPr id="11" name="Text Placeholder 1">
            <a:extLst>
              <a:ext uri="{FF2B5EF4-FFF2-40B4-BE49-F238E27FC236}">
                <a16:creationId xmlns:a16="http://schemas.microsoft.com/office/drawing/2014/main" id="{D450594D-C071-DB63-60E9-737FD362024E}"/>
              </a:ext>
            </a:extLst>
          </p:cNvPr>
          <p:cNvSpPr>
            <a:spLocks noGrp="1"/>
          </p:cNvSpPr>
          <p:nvPr>
            <p:ph idx="1"/>
          </p:nvPr>
        </p:nvSpPr>
        <p:spPr>
          <a:xfrm>
            <a:off x="551384" y="1628800"/>
            <a:ext cx="7920880" cy="466863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Tree>
    <p:extLst>
      <p:ext uri="{BB962C8B-B14F-4D97-AF65-F5344CB8AC3E}">
        <p14:creationId xmlns:p14="http://schemas.microsoft.com/office/powerpoint/2010/main" val="11519294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genda 2">
    <p:spTree>
      <p:nvGrpSpPr>
        <p:cNvPr id="1" name=""/>
        <p:cNvGrpSpPr/>
        <p:nvPr/>
      </p:nvGrpSpPr>
      <p:grpSpPr>
        <a:xfrm>
          <a:off x="0" y="0"/>
          <a:ext cx="0" cy="0"/>
          <a:chOff x="0" y="0"/>
          <a:chExt cx="0" cy="0"/>
        </a:xfrm>
      </p:grpSpPr>
      <p:sp>
        <p:nvSpPr>
          <p:cNvPr id="20" name="Picture Placeholder 7">
            <a:extLst>
              <a:ext uri="{FF2B5EF4-FFF2-40B4-BE49-F238E27FC236}">
                <a16:creationId xmlns:a16="http://schemas.microsoft.com/office/drawing/2014/main" id="{7719DBC8-1C65-EC71-F260-3E45E00F725D}"/>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2" name="Date Placeholder 1">
            <a:extLst>
              <a:ext uri="{FF2B5EF4-FFF2-40B4-BE49-F238E27FC236}">
                <a16:creationId xmlns:a16="http://schemas.microsoft.com/office/drawing/2014/main" id="{D1083178-61A2-1584-1F52-83BAE0FEDB3A}"/>
              </a:ext>
            </a:extLst>
          </p:cNvPr>
          <p:cNvSpPr>
            <a:spLocks noGrp="1"/>
          </p:cNvSpPr>
          <p:nvPr>
            <p:ph type="dt" sz="half" idx="36"/>
          </p:nvPr>
        </p:nvSpPr>
        <p:spPr/>
        <p:txBody>
          <a:bodyPr/>
          <a:lstStyle/>
          <a:p>
            <a:pPr>
              <a:spcBef>
                <a:spcPts val="1000"/>
              </a:spcBef>
              <a:buFont typeface="Arial" panose="020B0604020202020204" pitchFamily="34" charset="0"/>
              <a:buNone/>
            </a:pPr>
            <a:r>
              <a:rPr lang="pl-PL"/>
              <a:t>Company Confidential © Capgemini 2026. All rights reserved.</a:t>
            </a:r>
            <a:endParaRPr lang="en-US"/>
          </a:p>
        </p:txBody>
      </p:sp>
      <p:sp>
        <p:nvSpPr>
          <p:cNvPr id="3" name="Footer Placeholder 2">
            <a:extLst>
              <a:ext uri="{FF2B5EF4-FFF2-40B4-BE49-F238E27FC236}">
                <a16:creationId xmlns:a16="http://schemas.microsoft.com/office/drawing/2014/main" id="{9DC81A84-1437-02DB-19FA-F60FE73CB356}"/>
              </a:ext>
            </a:extLst>
          </p:cNvPr>
          <p:cNvSpPr>
            <a:spLocks noGrp="1"/>
          </p:cNvSpPr>
          <p:nvPr>
            <p:ph type="ftr" sz="quarter" idx="37"/>
          </p:nvPr>
        </p:nvSpPr>
        <p:spPr>
          <a:xfrm>
            <a:off x="550863" y="6650661"/>
            <a:ext cx="4716524" cy="123111"/>
          </a:xfrm>
          <a:prstGeom prst="rect">
            <a:avLst/>
          </a:prstGeom>
        </p:spPr>
        <p:txBody>
          <a:bodyPr/>
          <a:lstStyle/>
          <a:p>
            <a:pPr>
              <a:spcBef>
                <a:spcPts val="1000"/>
              </a:spcBef>
              <a:buFont typeface="Arial" panose="020B0604020202020204" pitchFamily="34" charset="0"/>
              <a:buNone/>
            </a:pPr>
            <a:r>
              <a:rPr lang="en-IN"/>
              <a:t>TMT Monthly Update |  June 2026</a:t>
            </a:r>
            <a:endParaRPr lang="en-US"/>
          </a:p>
        </p:txBody>
      </p:sp>
      <p:sp>
        <p:nvSpPr>
          <p:cNvPr id="4" name="Slide Number Placeholder 3">
            <a:extLst>
              <a:ext uri="{FF2B5EF4-FFF2-40B4-BE49-F238E27FC236}">
                <a16:creationId xmlns:a16="http://schemas.microsoft.com/office/drawing/2014/main" id="{40363D62-2A4A-9126-8811-8637F26ADA0B}"/>
              </a:ext>
            </a:extLst>
          </p:cNvPr>
          <p:cNvSpPr>
            <a:spLocks noGrp="1"/>
          </p:cNvSpPr>
          <p:nvPr>
            <p:ph type="sldNum" sz="quarter" idx="38"/>
          </p:nvPr>
        </p:nvSpPr>
        <p:spPr/>
        <p:txBody>
          <a:bodyPr/>
          <a:lstStyle/>
          <a:p>
            <a:pPr algn="r"/>
            <a:fld id="{5D9A5160-6218-4E5A-B9E6-B93E3DAE377C}" type="slidenum">
              <a:rPr lang="en-US" smtClean="0"/>
              <a:pPr algn="r"/>
              <a:t>‹#›</a:t>
            </a:fld>
            <a:endParaRPr lang="en-US"/>
          </a:p>
        </p:txBody>
      </p:sp>
      <p:sp>
        <p:nvSpPr>
          <p:cNvPr id="5" name="Title Placeholder 4">
            <a:extLst>
              <a:ext uri="{FF2B5EF4-FFF2-40B4-BE49-F238E27FC236}">
                <a16:creationId xmlns:a16="http://schemas.microsoft.com/office/drawing/2014/main" id="{064AC36F-9D88-0AFF-0D23-B3207730506D}"/>
              </a:ext>
            </a:extLst>
          </p:cNvPr>
          <p:cNvSpPr>
            <a:spLocks noGrp="1"/>
          </p:cNvSpPr>
          <p:nvPr>
            <p:ph type="title"/>
          </p:nvPr>
        </p:nvSpPr>
        <p:spPr>
          <a:xfrm>
            <a:off x="6600056" y="549274"/>
            <a:ext cx="5042266" cy="930372"/>
          </a:xfrm>
          <a:prstGeom prst="rect">
            <a:avLst/>
          </a:prstGeom>
        </p:spPr>
        <p:txBody>
          <a:bodyPr vert="horz" lIns="0" tIns="0" rIns="0" bIns="126000" rtlCol="0" anchor="b" anchorCtr="0">
            <a:noAutofit/>
          </a:bodyPr>
          <a:lstStyle/>
          <a:p>
            <a:pPr lvl="0"/>
            <a:r>
              <a:rPr lang="en-US"/>
              <a:t>Click to edit Master title style</a:t>
            </a:r>
            <a:endParaRPr lang="de-DE"/>
          </a:p>
        </p:txBody>
      </p:sp>
      <p:sp>
        <p:nvSpPr>
          <p:cNvPr id="7" name="Text Placeholder 11">
            <a:extLst>
              <a:ext uri="{FF2B5EF4-FFF2-40B4-BE49-F238E27FC236}">
                <a16:creationId xmlns:a16="http://schemas.microsoft.com/office/drawing/2014/main" id="{77152031-1FC0-032B-F3DB-6C7DECFE02E6}"/>
              </a:ext>
            </a:extLst>
          </p:cNvPr>
          <p:cNvSpPr>
            <a:spLocks noGrp="1"/>
          </p:cNvSpPr>
          <p:nvPr>
            <p:ph type="body" sz="quarter" idx="25" hasCustomPrompt="1"/>
          </p:nvPr>
        </p:nvSpPr>
        <p:spPr>
          <a:xfrm>
            <a:off x="6585993" y="2007152"/>
            <a:ext cx="5054623" cy="369332"/>
          </a:xfrm>
          <a:prstGeom prst="rect">
            <a:avLst/>
          </a:prstGeom>
        </p:spPr>
        <p:txBody>
          <a:bodyPr lIns="0" tIns="0" rIns="0" bIns="0" anchor="ctr">
            <a:normAutofit/>
          </a:bodyPr>
          <a:lstStyle>
            <a:lvl1pPr>
              <a:spcBef>
                <a:spcPts val="0"/>
              </a:spcBef>
              <a:defRPr sz="2000">
                <a:solidFill>
                  <a:schemeClr val="tx2"/>
                </a:solidFill>
              </a:defRPr>
            </a:lvl1pPr>
          </a:lstStyle>
          <a:p>
            <a:pPr lvl="0"/>
            <a:r>
              <a:rPr lang="en-US"/>
              <a:t>Click to add text</a:t>
            </a:r>
          </a:p>
        </p:txBody>
      </p:sp>
      <p:sp>
        <p:nvSpPr>
          <p:cNvPr id="8" name="Text Placeholder 11">
            <a:extLst>
              <a:ext uri="{FF2B5EF4-FFF2-40B4-BE49-F238E27FC236}">
                <a16:creationId xmlns:a16="http://schemas.microsoft.com/office/drawing/2014/main" id="{2397C058-DED2-A927-F1FC-4D2262C4D8CC}"/>
              </a:ext>
            </a:extLst>
          </p:cNvPr>
          <p:cNvSpPr>
            <a:spLocks noGrp="1"/>
          </p:cNvSpPr>
          <p:nvPr>
            <p:ph type="body" sz="quarter" idx="26" hasCustomPrompt="1"/>
          </p:nvPr>
        </p:nvSpPr>
        <p:spPr>
          <a:xfrm>
            <a:off x="6585993" y="2599765"/>
            <a:ext cx="5054623" cy="369332"/>
          </a:xfrm>
          <a:prstGeom prst="rect">
            <a:avLst/>
          </a:prstGeom>
        </p:spPr>
        <p:txBody>
          <a:bodyPr lIns="0" tIns="0" rIns="0" bIns="0" anchor="ctr">
            <a:normAutofit/>
          </a:bodyPr>
          <a:lstStyle>
            <a:lvl1pPr>
              <a:spcBef>
                <a:spcPts val="0"/>
              </a:spcBef>
              <a:defRPr sz="2000">
                <a:solidFill>
                  <a:schemeClr val="tx2"/>
                </a:solidFill>
              </a:defRPr>
            </a:lvl1pPr>
          </a:lstStyle>
          <a:p>
            <a:pPr lvl="0"/>
            <a:r>
              <a:rPr lang="en-US"/>
              <a:t>Click to add text</a:t>
            </a:r>
          </a:p>
        </p:txBody>
      </p:sp>
      <p:sp>
        <p:nvSpPr>
          <p:cNvPr id="9" name="Text Placeholder 11">
            <a:extLst>
              <a:ext uri="{FF2B5EF4-FFF2-40B4-BE49-F238E27FC236}">
                <a16:creationId xmlns:a16="http://schemas.microsoft.com/office/drawing/2014/main" id="{17FFBEBF-84C6-4981-C2E8-C48E0CF9A363}"/>
              </a:ext>
            </a:extLst>
          </p:cNvPr>
          <p:cNvSpPr>
            <a:spLocks noGrp="1"/>
          </p:cNvSpPr>
          <p:nvPr>
            <p:ph type="body" sz="quarter" idx="30" hasCustomPrompt="1"/>
          </p:nvPr>
        </p:nvSpPr>
        <p:spPr>
          <a:xfrm>
            <a:off x="6585993" y="3192378"/>
            <a:ext cx="5054623" cy="369332"/>
          </a:xfrm>
          <a:prstGeom prst="rect">
            <a:avLst/>
          </a:prstGeom>
        </p:spPr>
        <p:txBody>
          <a:bodyPr lIns="0" tIns="0" rIns="0" bIns="0" anchor="ctr">
            <a:normAutofit/>
          </a:bodyPr>
          <a:lstStyle>
            <a:lvl1pPr>
              <a:spcBef>
                <a:spcPts val="0"/>
              </a:spcBef>
              <a:defRPr sz="2000">
                <a:solidFill>
                  <a:schemeClr val="tx2"/>
                </a:solidFill>
              </a:defRPr>
            </a:lvl1pPr>
          </a:lstStyle>
          <a:p>
            <a:pPr lvl="0"/>
            <a:r>
              <a:rPr lang="en-US"/>
              <a:t>Click to add text</a:t>
            </a:r>
          </a:p>
        </p:txBody>
      </p:sp>
      <p:sp>
        <p:nvSpPr>
          <p:cNvPr id="10" name="Text Placeholder 11">
            <a:extLst>
              <a:ext uri="{FF2B5EF4-FFF2-40B4-BE49-F238E27FC236}">
                <a16:creationId xmlns:a16="http://schemas.microsoft.com/office/drawing/2014/main" id="{B50E875C-17E2-59C2-ADA9-61BD0E75B160}"/>
              </a:ext>
            </a:extLst>
          </p:cNvPr>
          <p:cNvSpPr>
            <a:spLocks noGrp="1"/>
          </p:cNvSpPr>
          <p:nvPr>
            <p:ph type="body" sz="quarter" idx="31" hasCustomPrompt="1"/>
          </p:nvPr>
        </p:nvSpPr>
        <p:spPr>
          <a:xfrm>
            <a:off x="6585993" y="3784991"/>
            <a:ext cx="5054623" cy="369332"/>
          </a:xfrm>
          <a:prstGeom prst="rect">
            <a:avLst/>
          </a:prstGeom>
        </p:spPr>
        <p:txBody>
          <a:bodyPr lIns="0" tIns="0" rIns="0" bIns="0" anchor="ctr">
            <a:normAutofit/>
          </a:bodyPr>
          <a:lstStyle>
            <a:lvl1pPr>
              <a:spcBef>
                <a:spcPts val="0"/>
              </a:spcBef>
              <a:defRPr sz="2000">
                <a:solidFill>
                  <a:schemeClr val="tx2"/>
                </a:solidFill>
              </a:defRPr>
            </a:lvl1pPr>
          </a:lstStyle>
          <a:p>
            <a:pPr lvl="0"/>
            <a:r>
              <a:rPr lang="en-US"/>
              <a:t>Click to add text</a:t>
            </a:r>
          </a:p>
        </p:txBody>
      </p:sp>
      <p:sp>
        <p:nvSpPr>
          <p:cNvPr id="11" name="Text Placeholder 11">
            <a:extLst>
              <a:ext uri="{FF2B5EF4-FFF2-40B4-BE49-F238E27FC236}">
                <a16:creationId xmlns:a16="http://schemas.microsoft.com/office/drawing/2014/main" id="{A9420F04-AF69-214B-65E6-46E3677153F0}"/>
              </a:ext>
            </a:extLst>
          </p:cNvPr>
          <p:cNvSpPr>
            <a:spLocks noGrp="1"/>
          </p:cNvSpPr>
          <p:nvPr>
            <p:ph type="body" sz="quarter" idx="32" hasCustomPrompt="1"/>
          </p:nvPr>
        </p:nvSpPr>
        <p:spPr>
          <a:xfrm>
            <a:off x="6585993" y="4377605"/>
            <a:ext cx="5054623" cy="369332"/>
          </a:xfrm>
          <a:prstGeom prst="rect">
            <a:avLst/>
          </a:prstGeom>
        </p:spPr>
        <p:txBody>
          <a:bodyPr lIns="0" tIns="0" rIns="0" bIns="0" anchor="ctr">
            <a:normAutofit/>
          </a:bodyPr>
          <a:lstStyle>
            <a:lvl1pPr>
              <a:spcBef>
                <a:spcPts val="0"/>
              </a:spcBef>
              <a:defRPr sz="2000">
                <a:solidFill>
                  <a:schemeClr val="tx2"/>
                </a:solidFill>
              </a:defRPr>
            </a:lvl1pPr>
          </a:lstStyle>
          <a:p>
            <a:pPr lvl="0"/>
            <a:r>
              <a:rPr lang="en-US"/>
              <a:t>Click to add text</a:t>
            </a:r>
          </a:p>
        </p:txBody>
      </p:sp>
      <p:sp>
        <p:nvSpPr>
          <p:cNvPr id="12" name="Text Placeholder 11">
            <a:extLst>
              <a:ext uri="{FF2B5EF4-FFF2-40B4-BE49-F238E27FC236}">
                <a16:creationId xmlns:a16="http://schemas.microsoft.com/office/drawing/2014/main" id="{A789EDD1-6A88-C664-0739-2CFCD04A787A}"/>
              </a:ext>
            </a:extLst>
          </p:cNvPr>
          <p:cNvSpPr>
            <a:spLocks noGrp="1"/>
          </p:cNvSpPr>
          <p:nvPr>
            <p:ph type="body" sz="quarter" idx="34" hasCustomPrompt="1"/>
          </p:nvPr>
        </p:nvSpPr>
        <p:spPr>
          <a:xfrm>
            <a:off x="6585993" y="4970219"/>
            <a:ext cx="5054623" cy="369332"/>
          </a:xfrm>
          <a:prstGeom prst="rect">
            <a:avLst/>
          </a:prstGeom>
        </p:spPr>
        <p:txBody>
          <a:bodyPr lIns="0" tIns="0" rIns="0" bIns="0" anchor="ctr">
            <a:normAutofit/>
          </a:bodyPr>
          <a:lstStyle>
            <a:lvl1pPr>
              <a:spcBef>
                <a:spcPts val="0"/>
              </a:spcBef>
              <a:defRPr sz="2000">
                <a:solidFill>
                  <a:schemeClr val="tx2"/>
                </a:solidFill>
              </a:defRPr>
            </a:lvl1pPr>
          </a:lstStyle>
          <a:p>
            <a:pPr lvl="0"/>
            <a:r>
              <a:rPr lang="en-US"/>
              <a:t>Click to add text</a:t>
            </a:r>
          </a:p>
        </p:txBody>
      </p:sp>
      <p:sp>
        <p:nvSpPr>
          <p:cNvPr id="13" name="Text Placeholder 11">
            <a:extLst>
              <a:ext uri="{FF2B5EF4-FFF2-40B4-BE49-F238E27FC236}">
                <a16:creationId xmlns:a16="http://schemas.microsoft.com/office/drawing/2014/main" id="{892337BD-72AF-D589-5EEB-9C85E19A6825}"/>
              </a:ext>
            </a:extLst>
          </p:cNvPr>
          <p:cNvSpPr>
            <a:spLocks noGrp="1"/>
          </p:cNvSpPr>
          <p:nvPr>
            <p:ph type="body" sz="quarter" idx="35" hasCustomPrompt="1"/>
          </p:nvPr>
        </p:nvSpPr>
        <p:spPr>
          <a:xfrm>
            <a:off x="6585993" y="5562833"/>
            <a:ext cx="5054623" cy="369332"/>
          </a:xfrm>
          <a:prstGeom prst="rect">
            <a:avLst/>
          </a:prstGeom>
        </p:spPr>
        <p:txBody>
          <a:bodyPr lIns="0" tIns="0" rIns="0" bIns="0" anchor="ctr">
            <a:normAutofit/>
          </a:bodyPr>
          <a:lstStyle>
            <a:lvl1pPr>
              <a:spcBef>
                <a:spcPts val="0"/>
              </a:spcBef>
              <a:defRPr sz="2000">
                <a:solidFill>
                  <a:schemeClr val="tx2"/>
                </a:solidFill>
              </a:defRPr>
            </a:lvl1pPr>
          </a:lstStyle>
          <a:p>
            <a:pPr lvl="0"/>
            <a:r>
              <a:rPr lang="en-US"/>
              <a:t>Click to add text</a:t>
            </a:r>
          </a:p>
        </p:txBody>
      </p:sp>
    </p:spTree>
    <p:extLst>
      <p:ext uri="{BB962C8B-B14F-4D97-AF65-F5344CB8AC3E}">
        <p14:creationId xmlns:p14="http://schemas.microsoft.com/office/powerpoint/2010/main" val="13092626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Divider 1">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A65D5B6-99D5-A656-18EB-125B9A4CC27A}"/>
              </a:ext>
            </a:extLst>
          </p:cNvPr>
          <p:cNvSpPr/>
          <p:nvPr userDrawn="1"/>
        </p:nvSpPr>
        <p:spPr>
          <a:xfrm>
            <a:off x="5159374" y="4257063"/>
            <a:ext cx="7032625" cy="180000"/>
          </a:xfrm>
          <a:prstGeom prst="rect">
            <a:avLst/>
          </a:prstGeom>
          <a:gradFill>
            <a:gsLst>
              <a:gs pos="99000">
                <a:srgbClr val="00D5D0"/>
              </a:gs>
              <a:gs pos="0">
                <a:schemeClr val="accent3"/>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FFFFFF"/>
              </a:solidFill>
              <a:effectLst/>
              <a:uLnTx/>
              <a:uFillTx/>
              <a:latin typeface="Ubuntu"/>
              <a:ea typeface="+mn-ea"/>
              <a:cs typeface="+mn-cs"/>
            </a:endParaRPr>
          </a:p>
        </p:txBody>
      </p:sp>
      <p:sp>
        <p:nvSpPr>
          <p:cNvPr id="8" name="Text Placeholder 8">
            <a:extLst>
              <a:ext uri="{FF2B5EF4-FFF2-40B4-BE49-F238E27FC236}">
                <a16:creationId xmlns:a16="http://schemas.microsoft.com/office/drawing/2014/main" id="{E2576D65-BA9A-4C38-D195-558BDD9AFD0E}"/>
              </a:ext>
            </a:extLst>
          </p:cNvPr>
          <p:cNvSpPr>
            <a:spLocks noGrp="1"/>
          </p:cNvSpPr>
          <p:nvPr>
            <p:ph type="body" sz="quarter" idx="19" hasCustomPrompt="1"/>
          </p:nvPr>
        </p:nvSpPr>
        <p:spPr>
          <a:xfrm>
            <a:off x="0" y="0"/>
            <a:ext cx="4657725" cy="6858000"/>
          </a:xfrm>
          <a:prstGeom prst="rect">
            <a:avLst/>
          </a:prstGeom>
        </p:spPr>
        <p:txBody>
          <a:bodyPr wrap="none" lIns="0" tIns="972000" rIns="0" bIns="0" anchor="t" anchorCtr="0">
            <a:noAutofit/>
          </a:bodyPr>
          <a:lstStyle>
            <a:lvl1pPr algn="r">
              <a:defRPr sz="40000" spc="-300">
                <a:solidFill>
                  <a:schemeClr val="accent3"/>
                </a:solidFill>
              </a:defRPr>
            </a:lvl1pPr>
          </a:lstStyle>
          <a:p>
            <a:pPr lvl="0"/>
            <a:r>
              <a:rPr lang="en-GB"/>
              <a:t>01</a:t>
            </a:r>
            <a:endParaRPr lang="en-PL"/>
          </a:p>
        </p:txBody>
      </p:sp>
      <p:sp>
        <p:nvSpPr>
          <p:cNvPr id="2" name="Date Placeholder 1">
            <a:extLst>
              <a:ext uri="{FF2B5EF4-FFF2-40B4-BE49-F238E27FC236}">
                <a16:creationId xmlns:a16="http://schemas.microsoft.com/office/drawing/2014/main" id="{D888E175-7057-3F5C-3D05-E1A6DF23539C}"/>
              </a:ext>
            </a:extLst>
          </p:cNvPr>
          <p:cNvSpPr>
            <a:spLocks noGrp="1"/>
          </p:cNvSpPr>
          <p:nvPr>
            <p:ph type="dt" sz="half" idx="20"/>
          </p:nvPr>
        </p:nvSpPr>
        <p:spPr/>
        <p:txBody>
          <a:bodyPr/>
          <a:lstStyle/>
          <a:p>
            <a:pPr>
              <a:spcBef>
                <a:spcPts val="1000"/>
              </a:spcBef>
              <a:buFont typeface="Arial" panose="020B0604020202020204" pitchFamily="34" charset="0"/>
              <a:buNone/>
            </a:pPr>
            <a:r>
              <a:rPr lang="pl-PL"/>
              <a:t>Company Confidential © Capgemini 2026. All rights reserved.</a:t>
            </a:r>
            <a:endParaRPr lang="en-US"/>
          </a:p>
        </p:txBody>
      </p:sp>
      <p:sp>
        <p:nvSpPr>
          <p:cNvPr id="5" name="Footer Placeholder 4">
            <a:extLst>
              <a:ext uri="{FF2B5EF4-FFF2-40B4-BE49-F238E27FC236}">
                <a16:creationId xmlns:a16="http://schemas.microsoft.com/office/drawing/2014/main" id="{87B29DCD-1860-BCB3-12D3-011B4B8885BF}"/>
              </a:ext>
            </a:extLst>
          </p:cNvPr>
          <p:cNvSpPr>
            <a:spLocks noGrp="1"/>
          </p:cNvSpPr>
          <p:nvPr>
            <p:ph type="ftr" sz="quarter" idx="21"/>
          </p:nvPr>
        </p:nvSpPr>
        <p:spPr>
          <a:xfrm>
            <a:off x="550863" y="6650661"/>
            <a:ext cx="4716524" cy="123111"/>
          </a:xfrm>
          <a:prstGeom prst="rect">
            <a:avLst/>
          </a:prstGeom>
        </p:spPr>
        <p:txBody>
          <a:bodyPr/>
          <a:lstStyle/>
          <a:p>
            <a:pPr>
              <a:spcBef>
                <a:spcPts val="1000"/>
              </a:spcBef>
              <a:buFont typeface="Arial" panose="020B0604020202020204" pitchFamily="34" charset="0"/>
              <a:buNone/>
            </a:pPr>
            <a:r>
              <a:rPr lang="en-IN"/>
              <a:t>TMT Monthly Update |  June 2026</a:t>
            </a:r>
            <a:endParaRPr lang="en-US"/>
          </a:p>
        </p:txBody>
      </p:sp>
      <p:sp>
        <p:nvSpPr>
          <p:cNvPr id="7" name="Slide Number Placeholder 6">
            <a:extLst>
              <a:ext uri="{FF2B5EF4-FFF2-40B4-BE49-F238E27FC236}">
                <a16:creationId xmlns:a16="http://schemas.microsoft.com/office/drawing/2014/main" id="{5673F8B8-3459-331B-8856-F82064558CD0}"/>
              </a:ext>
            </a:extLst>
          </p:cNvPr>
          <p:cNvSpPr>
            <a:spLocks noGrp="1"/>
          </p:cNvSpPr>
          <p:nvPr>
            <p:ph type="sldNum" sz="quarter" idx="22"/>
          </p:nvPr>
        </p:nvSpPr>
        <p:spPr/>
        <p:txBody>
          <a:bodyPr/>
          <a:lstStyle/>
          <a:p>
            <a:pPr algn="r"/>
            <a:fld id="{5D9A5160-6218-4E5A-B9E6-B93E3DAE377C}" type="slidenum">
              <a:rPr lang="en-US" smtClean="0"/>
              <a:pPr algn="r"/>
              <a:t>‹#›</a:t>
            </a:fld>
            <a:endParaRPr lang="en-US"/>
          </a:p>
        </p:txBody>
      </p:sp>
      <p:sp>
        <p:nvSpPr>
          <p:cNvPr id="3" name="Title 5">
            <a:extLst>
              <a:ext uri="{FF2B5EF4-FFF2-40B4-BE49-F238E27FC236}">
                <a16:creationId xmlns:a16="http://schemas.microsoft.com/office/drawing/2014/main" id="{885E1F23-EFE4-7E35-0F49-E02F15D0B1FD}"/>
              </a:ext>
            </a:extLst>
          </p:cNvPr>
          <p:cNvSpPr>
            <a:spLocks noGrp="1"/>
          </p:cNvSpPr>
          <p:nvPr>
            <p:ph type="title" hasCustomPrompt="1"/>
          </p:nvPr>
        </p:nvSpPr>
        <p:spPr>
          <a:xfrm>
            <a:off x="5159374" y="4658810"/>
            <a:ext cx="6487665" cy="1672542"/>
          </a:xfrm>
        </p:spPr>
        <p:txBody>
          <a:bodyPr vert="horz" lIns="0" tIns="0" rIns="0" bIns="0" rtlCol="0" anchor="t">
            <a:noAutofit/>
          </a:bodyPr>
          <a:lstStyle>
            <a:lvl1pPr>
              <a:spcBef>
                <a:spcPts val="0"/>
              </a:spcBef>
              <a:defRPr lang="en-US" sz="4800">
                <a:solidFill>
                  <a:schemeClr val="tx1"/>
                </a:solidFill>
                <a:latin typeface="+mn-lt"/>
                <a:ea typeface="+mn-ea"/>
                <a:cs typeface="+mn-cs"/>
              </a:defRPr>
            </a:lvl1pPr>
          </a:lstStyle>
          <a:p>
            <a:pPr lvl="0">
              <a:lnSpc>
                <a:spcPct val="100000"/>
              </a:lnSpc>
              <a:spcBef>
                <a:spcPts val="1800"/>
              </a:spcBef>
              <a:buFont typeface="Arial" panose="020B0604020202020204" pitchFamily="34" charset="0"/>
            </a:pPr>
            <a:r>
              <a:rPr lang="en-US"/>
              <a:t>Click to add title</a:t>
            </a:r>
          </a:p>
        </p:txBody>
      </p:sp>
    </p:spTree>
    <p:extLst>
      <p:ext uri="{BB962C8B-B14F-4D97-AF65-F5344CB8AC3E}">
        <p14:creationId xmlns:p14="http://schemas.microsoft.com/office/powerpoint/2010/main" val="280273340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ivider Photo 1">
    <p:spTree>
      <p:nvGrpSpPr>
        <p:cNvPr id="1" name=""/>
        <p:cNvGrpSpPr/>
        <p:nvPr/>
      </p:nvGrpSpPr>
      <p:grpSpPr>
        <a:xfrm>
          <a:off x="0" y="0"/>
          <a:ext cx="0" cy="0"/>
          <a:chOff x="0" y="0"/>
          <a:chExt cx="0" cy="0"/>
        </a:xfrm>
      </p:grpSpPr>
      <p:sp>
        <p:nvSpPr>
          <p:cNvPr id="2" name="Picture Placeholder 10">
            <a:extLst>
              <a:ext uri="{FF2B5EF4-FFF2-40B4-BE49-F238E27FC236}">
                <a16:creationId xmlns:a16="http://schemas.microsoft.com/office/drawing/2014/main" id="{8AD156C1-F91F-57E6-BFA6-A0059404D21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7" name="Text Placeholder 8">
            <a:extLst>
              <a:ext uri="{FF2B5EF4-FFF2-40B4-BE49-F238E27FC236}">
                <a16:creationId xmlns:a16="http://schemas.microsoft.com/office/drawing/2014/main" id="{516D0E3A-0719-64AB-54D1-64F80BE164A7}"/>
              </a:ext>
            </a:extLst>
          </p:cNvPr>
          <p:cNvSpPr>
            <a:spLocks noGrp="1"/>
          </p:cNvSpPr>
          <p:nvPr>
            <p:ph type="body" sz="quarter" idx="19" hasCustomPrompt="1"/>
          </p:nvPr>
        </p:nvSpPr>
        <p:spPr>
          <a:xfrm>
            <a:off x="0" y="0"/>
            <a:ext cx="4657725" cy="6858000"/>
          </a:xfrm>
          <a:prstGeom prst="rect">
            <a:avLst/>
          </a:prstGeom>
        </p:spPr>
        <p:txBody>
          <a:bodyPr wrap="none" lIns="0" tIns="972000" rIns="0" bIns="0" anchor="t" anchorCtr="0">
            <a:noAutofit/>
          </a:bodyPr>
          <a:lstStyle>
            <a:lvl1pPr algn="r">
              <a:defRPr sz="40000" spc="-300">
                <a:solidFill>
                  <a:schemeClr val="tx1"/>
                </a:solidFill>
              </a:defRPr>
            </a:lvl1pPr>
          </a:lstStyle>
          <a:p>
            <a:pPr lvl="0"/>
            <a:r>
              <a:rPr lang="en-GB"/>
              <a:t>01</a:t>
            </a:r>
            <a:endParaRPr lang="en-PL"/>
          </a:p>
        </p:txBody>
      </p:sp>
      <p:sp>
        <p:nvSpPr>
          <p:cNvPr id="16" name="Date Placeholder 15">
            <a:extLst>
              <a:ext uri="{FF2B5EF4-FFF2-40B4-BE49-F238E27FC236}">
                <a16:creationId xmlns:a16="http://schemas.microsoft.com/office/drawing/2014/main" id="{49CD99F0-AA6A-8A74-80DA-FCF12D30E56D}"/>
              </a:ext>
            </a:extLst>
          </p:cNvPr>
          <p:cNvSpPr>
            <a:spLocks noGrp="1"/>
          </p:cNvSpPr>
          <p:nvPr>
            <p:ph type="dt" sz="half" idx="20"/>
          </p:nvPr>
        </p:nvSpPr>
        <p:spPr/>
        <p:txBody>
          <a:bodyPr/>
          <a:lstStyle/>
          <a:p>
            <a:pPr>
              <a:spcBef>
                <a:spcPts val="1000"/>
              </a:spcBef>
              <a:buFont typeface="Arial" panose="020B0604020202020204" pitchFamily="34" charset="0"/>
              <a:buNone/>
            </a:pPr>
            <a:r>
              <a:rPr lang="pl-PL"/>
              <a:t>Company Confidential © Capgemini 2026. All rights reserved.</a:t>
            </a:r>
            <a:endParaRPr lang="en-US"/>
          </a:p>
        </p:txBody>
      </p:sp>
      <p:sp>
        <p:nvSpPr>
          <p:cNvPr id="17" name="Footer Placeholder 16">
            <a:extLst>
              <a:ext uri="{FF2B5EF4-FFF2-40B4-BE49-F238E27FC236}">
                <a16:creationId xmlns:a16="http://schemas.microsoft.com/office/drawing/2014/main" id="{F17F6240-FF3A-51A1-CB87-F17DD5B550AC}"/>
              </a:ext>
            </a:extLst>
          </p:cNvPr>
          <p:cNvSpPr>
            <a:spLocks noGrp="1"/>
          </p:cNvSpPr>
          <p:nvPr>
            <p:ph type="ftr" sz="quarter" idx="21"/>
          </p:nvPr>
        </p:nvSpPr>
        <p:spPr>
          <a:xfrm>
            <a:off x="550863" y="6650661"/>
            <a:ext cx="4716524" cy="123111"/>
          </a:xfrm>
          <a:prstGeom prst="rect">
            <a:avLst/>
          </a:prstGeom>
        </p:spPr>
        <p:txBody>
          <a:bodyPr/>
          <a:lstStyle/>
          <a:p>
            <a:pPr>
              <a:spcBef>
                <a:spcPts val="1000"/>
              </a:spcBef>
              <a:buFont typeface="Arial" panose="020B0604020202020204" pitchFamily="34" charset="0"/>
              <a:buNone/>
            </a:pPr>
            <a:r>
              <a:rPr lang="en-IN"/>
              <a:t>TMT Monthly Update |  June 2026</a:t>
            </a:r>
            <a:endParaRPr lang="en-US"/>
          </a:p>
        </p:txBody>
      </p:sp>
      <p:sp>
        <p:nvSpPr>
          <p:cNvPr id="18" name="Slide Number Placeholder 17">
            <a:extLst>
              <a:ext uri="{FF2B5EF4-FFF2-40B4-BE49-F238E27FC236}">
                <a16:creationId xmlns:a16="http://schemas.microsoft.com/office/drawing/2014/main" id="{325C9A5C-680C-6EA0-3B81-433A858DD497}"/>
              </a:ext>
            </a:extLst>
          </p:cNvPr>
          <p:cNvSpPr>
            <a:spLocks noGrp="1"/>
          </p:cNvSpPr>
          <p:nvPr>
            <p:ph type="sldNum" sz="quarter" idx="22"/>
          </p:nvPr>
        </p:nvSpPr>
        <p:spPr/>
        <p:txBody>
          <a:bodyPr/>
          <a:lstStyle/>
          <a:p>
            <a:pPr algn="r"/>
            <a:fld id="{5D9A5160-6218-4E5A-B9E6-B93E3DAE377C}" type="slidenum">
              <a:rPr lang="en-US" smtClean="0"/>
              <a:pPr algn="r"/>
              <a:t>‹#›</a:t>
            </a:fld>
            <a:endParaRPr lang="en-US"/>
          </a:p>
        </p:txBody>
      </p:sp>
      <p:sp>
        <p:nvSpPr>
          <p:cNvPr id="4" name="Title 5">
            <a:extLst>
              <a:ext uri="{FF2B5EF4-FFF2-40B4-BE49-F238E27FC236}">
                <a16:creationId xmlns:a16="http://schemas.microsoft.com/office/drawing/2014/main" id="{E5F80359-918C-7AFB-2EA7-23FDF6AB202A}"/>
              </a:ext>
            </a:extLst>
          </p:cNvPr>
          <p:cNvSpPr>
            <a:spLocks noGrp="1"/>
          </p:cNvSpPr>
          <p:nvPr>
            <p:ph type="title" hasCustomPrompt="1"/>
          </p:nvPr>
        </p:nvSpPr>
        <p:spPr>
          <a:xfrm>
            <a:off x="5159374" y="4658810"/>
            <a:ext cx="6487665" cy="1672542"/>
          </a:xfrm>
        </p:spPr>
        <p:txBody>
          <a:bodyPr vert="horz" lIns="0" tIns="0" rIns="0" bIns="0" rtlCol="0" anchor="t">
            <a:noAutofit/>
          </a:bodyPr>
          <a:lstStyle>
            <a:lvl1pPr>
              <a:spcBef>
                <a:spcPts val="0"/>
              </a:spcBef>
              <a:defRPr lang="en-US" sz="4800">
                <a:solidFill>
                  <a:schemeClr val="tx1"/>
                </a:solidFill>
                <a:latin typeface="+mn-lt"/>
                <a:ea typeface="+mn-ea"/>
                <a:cs typeface="+mn-cs"/>
              </a:defRPr>
            </a:lvl1pPr>
          </a:lstStyle>
          <a:p>
            <a:pPr lvl="0">
              <a:lnSpc>
                <a:spcPct val="100000"/>
              </a:lnSpc>
              <a:spcBef>
                <a:spcPts val="1800"/>
              </a:spcBef>
              <a:buFont typeface="Arial" panose="020B0604020202020204" pitchFamily="34" charset="0"/>
            </a:pPr>
            <a:r>
              <a:rPr lang="en-US"/>
              <a:t>Click to add title</a:t>
            </a:r>
          </a:p>
        </p:txBody>
      </p:sp>
      <p:sp>
        <p:nvSpPr>
          <p:cNvPr id="6" name="Gradient Placeholder 5">
            <a:extLst>
              <a:ext uri="{FF2B5EF4-FFF2-40B4-BE49-F238E27FC236}">
                <a16:creationId xmlns:a16="http://schemas.microsoft.com/office/drawing/2014/main" id="{A495C13D-43B0-F211-D4C3-5938F144C6C6}"/>
              </a:ext>
            </a:extLst>
          </p:cNvPr>
          <p:cNvSpPr>
            <a:spLocks noGrp="1"/>
          </p:cNvSpPr>
          <p:nvPr>
            <p:ph type="body" sz="quarter" idx="28" hasCustomPrompt="1"/>
          </p:nvPr>
        </p:nvSpPr>
        <p:spPr>
          <a:xfrm>
            <a:off x="5159374" y="4257063"/>
            <a:ext cx="7032625" cy="180000"/>
          </a:xfr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lgn="l">
              <a:defRPr kumimoji="0" lang="en-US" sz="700" b="0" i="0" u="none" strike="noStrike" kern="0" cap="none" spc="0" normalizeH="0" baseline="0" dirty="0" smtClean="0">
                <a:ln>
                  <a:noFill/>
                </a:ln>
                <a:solidFill>
                  <a:schemeClr val="tx2"/>
                </a:solidFill>
                <a:effectLst/>
                <a:uLnTx/>
                <a:uFillTx/>
                <a:latin typeface="Ubuntu"/>
              </a:defRPr>
            </a:lvl1pPr>
          </a:lstStyle>
          <a:p>
            <a:pPr lvl="0" algn="ctr">
              <a:spcBef>
                <a:spcPts val="0"/>
              </a:spcBef>
              <a:buFontTx/>
            </a:pPr>
            <a:r>
              <a:rPr lang="en-US"/>
              <a:t>Gradient in placeholder</a:t>
            </a:r>
          </a:p>
        </p:txBody>
      </p:sp>
      <p:sp>
        <p:nvSpPr>
          <p:cNvPr id="5" name="Logo Placeholder 7">
            <a:extLst>
              <a:ext uri="{FF2B5EF4-FFF2-40B4-BE49-F238E27FC236}">
                <a16:creationId xmlns:a16="http://schemas.microsoft.com/office/drawing/2014/main" id="{0B3C3CBD-E738-C78E-0E05-CABF012E6391}"/>
              </a:ext>
            </a:extLst>
          </p:cNvPr>
          <p:cNvSpPr>
            <a:spLocks noGrp="1"/>
          </p:cNvSpPr>
          <p:nvPr>
            <p:ph type="body" sz="quarter" idx="40" hasCustomPrompt="1"/>
          </p:nvPr>
        </p:nvSpPr>
        <p:spPr>
          <a:xfrm>
            <a:off x="11765626" y="128961"/>
            <a:ext cx="269046" cy="335806"/>
          </a:xfrm>
          <a:blipFill>
            <a:blip r:embed="rId2">
              <a:extLst>
                <a:ext uri="{96DAC541-7B7A-43D3-8B79-37D633B846F1}">
                  <asvg:svgBlip xmlns:asvg="http://schemas.microsoft.com/office/drawing/2016/SVG/main" r:embed="rId3"/>
                </a:ext>
              </a:extLst>
            </a:blip>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43338349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ivider 2">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9BB1339-F341-E41B-4A76-E0462FDC1FEA}"/>
              </a:ext>
            </a:extLst>
          </p:cNvPr>
          <p:cNvSpPr/>
          <p:nvPr userDrawn="1"/>
        </p:nvSpPr>
        <p:spPr>
          <a:xfrm rot="16200000">
            <a:off x="-50850" y="3339001"/>
            <a:ext cx="6857998" cy="180000"/>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3" name="Date Placeholder 2">
            <a:extLst>
              <a:ext uri="{FF2B5EF4-FFF2-40B4-BE49-F238E27FC236}">
                <a16:creationId xmlns:a16="http://schemas.microsoft.com/office/drawing/2014/main" id="{8811E274-2B57-BD57-2F68-DBB426EFCE65}"/>
              </a:ext>
            </a:extLst>
          </p:cNvPr>
          <p:cNvSpPr>
            <a:spLocks noGrp="1"/>
          </p:cNvSpPr>
          <p:nvPr>
            <p:ph type="dt" sz="half" idx="19"/>
          </p:nvPr>
        </p:nvSpPr>
        <p:spPr/>
        <p:txBody>
          <a:bodyPr/>
          <a:lstStyle/>
          <a:p>
            <a:pPr>
              <a:spcBef>
                <a:spcPts val="1000"/>
              </a:spcBef>
              <a:buFont typeface="Arial" panose="020B0604020202020204" pitchFamily="34" charset="0"/>
              <a:buNone/>
            </a:pPr>
            <a:r>
              <a:rPr lang="pl-PL"/>
              <a:t>Company Confidential © Capgemini 2026. All rights reserved.</a:t>
            </a:r>
            <a:endParaRPr lang="en-US"/>
          </a:p>
        </p:txBody>
      </p:sp>
      <p:sp>
        <p:nvSpPr>
          <p:cNvPr id="4" name="Footer Placeholder 3">
            <a:extLst>
              <a:ext uri="{FF2B5EF4-FFF2-40B4-BE49-F238E27FC236}">
                <a16:creationId xmlns:a16="http://schemas.microsoft.com/office/drawing/2014/main" id="{09CE6D32-8A75-0D6E-E71F-DAACF84605EC}"/>
              </a:ext>
            </a:extLst>
          </p:cNvPr>
          <p:cNvSpPr>
            <a:spLocks noGrp="1"/>
          </p:cNvSpPr>
          <p:nvPr>
            <p:ph type="ftr" sz="quarter" idx="20"/>
          </p:nvPr>
        </p:nvSpPr>
        <p:spPr>
          <a:xfrm>
            <a:off x="550863" y="6650661"/>
            <a:ext cx="4716524" cy="123111"/>
          </a:xfrm>
          <a:prstGeom prst="rect">
            <a:avLst/>
          </a:prstGeom>
        </p:spPr>
        <p:txBody>
          <a:bodyPr/>
          <a:lstStyle/>
          <a:p>
            <a:pPr>
              <a:spcBef>
                <a:spcPts val="1000"/>
              </a:spcBef>
              <a:buFont typeface="Arial" panose="020B0604020202020204" pitchFamily="34" charset="0"/>
              <a:buNone/>
            </a:pPr>
            <a:r>
              <a:rPr lang="en-IN"/>
              <a:t>TMT Monthly Update |  June 2026</a:t>
            </a:r>
            <a:endParaRPr lang="en-US"/>
          </a:p>
        </p:txBody>
      </p:sp>
      <p:sp>
        <p:nvSpPr>
          <p:cNvPr id="6" name="Slide Number Placeholder 5">
            <a:extLst>
              <a:ext uri="{FF2B5EF4-FFF2-40B4-BE49-F238E27FC236}">
                <a16:creationId xmlns:a16="http://schemas.microsoft.com/office/drawing/2014/main" id="{0977DCB7-EB08-EC5A-73FF-FB5F850C5C25}"/>
              </a:ext>
            </a:extLst>
          </p:cNvPr>
          <p:cNvSpPr>
            <a:spLocks noGrp="1"/>
          </p:cNvSpPr>
          <p:nvPr>
            <p:ph type="sldNum" sz="quarter" idx="21"/>
          </p:nvPr>
        </p:nvSpPr>
        <p:spPr/>
        <p:txBody>
          <a:bodyPr/>
          <a:lstStyle/>
          <a:p>
            <a:pPr algn="r"/>
            <a:fld id="{5D9A5160-6218-4E5A-B9E6-B93E3DAE377C}" type="slidenum">
              <a:rPr lang="en-US" smtClean="0"/>
              <a:pPr algn="r"/>
              <a:t>‹#›</a:t>
            </a:fld>
            <a:endParaRPr lang="en-US"/>
          </a:p>
        </p:txBody>
      </p:sp>
      <p:sp>
        <p:nvSpPr>
          <p:cNvPr id="9" name="Text Placeholder 4">
            <a:extLst>
              <a:ext uri="{FF2B5EF4-FFF2-40B4-BE49-F238E27FC236}">
                <a16:creationId xmlns:a16="http://schemas.microsoft.com/office/drawing/2014/main" id="{B4666C08-BC72-FDBE-1461-F2EECABF4D42}"/>
              </a:ext>
            </a:extLst>
          </p:cNvPr>
          <p:cNvSpPr>
            <a:spLocks noGrp="1"/>
          </p:cNvSpPr>
          <p:nvPr>
            <p:ph type="body" sz="quarter" idx="23" hasCustomPrompt="1"/>
          </p:nvPr>
        </p:nvSpPr>
        <p:spPr>
          <a:xfrm>
            <a:off x="-433" y="0"/>
            <a:ext cx="2736304" cy="2924175"/>
          </a:xfrm>
        </p:spPr>
        <p:txBody>
          <a:bodyPr vert="vert270" wrap="none" lIns="0" tIns="0" rIns="0" bIns="0" rtlCol="0" anchor="t" anchorCtr="0">
            <a:noAutofit/>
          </a:bodyPr>
          <a:lstStyle>
            <a:lvl1pPr>
              <a:defRPr lang="en-US" sz="16600" b="0" cap="none" spc="0" baseline="0" dirty="0" smtClean="0"/>
            </a:lvl1pPr>
          </a:lstStyle>
          <a:p>
            <a:pPr lvl="0">
              <a:spcBef>
                <a:spcPts val="0"/>
              </a:spcBef>
            </a:pPr>
            <a:r>
              <a:rPr lang="en-US"/>
              <a:t>01</a:t>
            </a:r>
          </a:p>
        </p:txBody>
      </p:sp>
      <p:sp>
        <p:nvSpPr>
          <p:cNvPr id="11" name="Title 5">
            <a:extLst>
              <a:ext uri="{FF2B5EF4-FFF2-40B4-BE49-F238E27FC236}">
                <a16:creationId xmlns:a16="http://schemas.microsoft.com/office/drawing/2014/main" id="{0B6F8127-33BC-B324-58CF-854CD4CB9479}"/>
              </a:ext>
            </a:extLst>
          </p:cNvPr>
          <p:cNvSpPr>
            <a:spLocks noGrp="1"/>
          </p:cNvSpPr>
          <p:nvPr>
            <p:ph type="title" hasCustomPrompt="1"/>
          </p:nvPr>
        </p:nvSpPr>
        <p:spPr>
          <a:xfrm>
            <a:off x="4253696" y="1510496"/>
            <a:ext cx="7393343" cy="2887883"/>
          </a:xfrm>
        </p:spPr>
        <p:txBody>
          <a:bodyPr vert="horz" lIns="0" tIns="0" rIns="0" bIns="0" rtlCol="0" anchor="t">
            <a:noAutofit/>
          </a:bodyPr>
          <a:lstStyle>
            <a:lvl1pPr>
              <a:spcBef>
                <a:spcPts val="0"/>
              </a:spcBef>
              <a:defRPr lang="en-US" sz="5400">
                <a:latin typeface="+mn-lt"/>
                <a:ea typeface="+mn-ea"/>
                <a:cs typeface="+mn-cs"/>
              </a:defRPr>
            </a:lvl1pPr>
          </a:lstStyle>
          <a:p>
            <a:pPr lvl="0">
              <a:lnSpc>
                <a:spcPct val="100000"/>
              </a:lnSpc>
              <a:spcBef>
                <a:spcPts val="1800"/>
              </a:spcBef>
              <a:buFont typeface="Arial" panose="020B0604020202020204" pitchFamily="34" charset="0"/>
            </a:pPr>
            <a:r>
              <a:rPr lang="en-US"/>
              <a:t>Click to add title</a:t>
            </a:r>
          </a:p>
        </p:txBody>
      </p:sp>
    </p:spTree>
    <p:extLst>
      <p:ext uri="{BB962C8B-B14F-4D97-AF65-F5344CB8AC3E}">
        <p14:creationId xmlns:p14="http://schemas.microsoft.com/office/powerpoint/2010/main" val="337874761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ivider Photo 2">
    <p:spTree>
      <p:nvGrpSpPr>
        <p:cNvPr id="1" name=""/>
        <p:cNvGrpSpPr/>
        <p:nvPr/>
      </p:nvGrpSpPr>
      <p:grpSpPr>
        <a:xfrm>
          <a:off x="0" y="0"/>
          <a:ext cx="0" cy="0"/>
          <a:chOff x="0" y="0"/>
          <a:chExt cx="0" cy="0"/>
        </a:xfrm>
      </p:grpSpPr>
      <p:sp>
        <p:nvSpPr>
          <p:cNvPr id="2" name="Picture Placeholder 10">
            <a:extLst>
              <a:ext uri="{FF2B5EF4-FFF2-40B4-BE49-F238E27FC236}">
                <a16:creationId xmlns:a16="http://schemas.microsoft.com/office/drawing/2014/main" id="{8AD156C1-F91F-57E6-BFA6-A0059404D21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4" name="Date Placeholder 3">
            <a:extLst>
              <a:ext uri="{FF2B5EF4-FFF2-40B4-BE49-F238E27FC236}">
                <a16:creationId xmlns:a16="http://schemas.microsoft.com/office/drawing/2014/main" id="{56929497-8122-9A44-6DDD-AD4C0F8B2084}"/>
              </a:ext>
            </a:extLst>
          </p:cNvPr>
          <p:cNvSpPr>
            <a:spLocks noGrp="1"/>
          </p:cNvSpPr>
          <p:nvPr>
            <p:ph type="dt" sz="half" idx="19"/>
          </p:nvPr>
        </p:nvSpPr>
        <p:spPr/>
        <p:txBody>
          <a:bodyPr/>
          <a:lstStyle/>
          <a:p>
            <a:pPr>
              <a:spcBef>
                <a:spcPts val="1000"/>
              </a:spcBef>
              <a:buFont typeface="Arial" panose="020B0604020202020204" pitchFamily="34" charset="0"/>
              <a:buNone/>
            </a:pPr>
            <a:r>
              <a:rPr lang="pl-PL"/>
              <a:t>Company Confidential © Capgemini 2026. All rights reserved.</a:t>
            </a:r>
            <a:endParaRPr lang="en-US"/>
          </a:p>
        </p:txBody>
      </p:sp>
      <p:sp>
        <p:nvSpPr>
          <p:cNvPr id="14" name="Slide Number Placeholder 13">
            <a:extLst>
              <a:ext uri="{FF2B5EF4-FFF2-40B4-BE49-F238E27FC236}">
                <a16:creationId xmlns:a16="http://schemas.microsoft.com/office/drawing/2014/main" id="{715D5173-A014-ABE6-88BB-A9337A5DDDB5}"/>
              </a:ext>
            </a:extLst>
          </p:cNvPr>
          <p:cNvSpPr>
            <a:spLocks noGrp="1"/>
          </p:cNvSpPr>
          <p:nvPr>
            <p:ph type="sldNum" sz="quarter" idx="21"/>
          </p:nvPr>
        </p:nvSpPr>
        <p:spPr/>
        <p:txBody>
          <a:bodyPr/>
          <a:lstStyle/>
          <a:p>
            <a:pPr algn="r"/>
            <a:fld id="{5D9A5160-6218-4E5A-B9E6-B93E3DAE377C}" type="slidenum">
              <a:rPr lang="en-US" smtClean="0"/>
              <a:pPr algn="r"/>
              <a:t>‹#›</a:t>
            </a:fld>
            <a:endParaRPr lang="en-US"/>
          </a:p>
        </p:txBody>
      </p:sp>
      <p:sp>
        <p:nvSpPr>
          <p:cNvPr id="5" name="Text Placeholder 4">
            <a:extLst>
              <a:ext uri="{FF2B5EF4-FFF2-40B4-BE49-F238E27FC236}">
                <a16:creationId xmlns:a16="http://schemas.microsoft.com/office/drawing/2014/main" id="{13682657-FA28-8301-9AF3-F2AE614DCDE3}"/>
              </a:ext>
            </a:extLst>
          </p:cNvPr>
          <p:cNvSpPr>
            <a:spLocks noGrp="1"/>
          </p:cNvSpPr>
          <p:nvPr>
            <p:ph type="body" sz="quarter" idx="22" hasCustomPrompt="1"/>
          </p:nvPr>
        </p:nvSpPr>
        <p:spPr>
          <a:xfrm>
            <a:off x="-433" y="0"/>
            <a:ext cx="2736304" cy="2924175"/>
          </a:xfrm>
        </p:spPr>
        <p:txBody>
          <a:bodyPr vert="vert270" wrap="none" lIns="0" tIns="0" rIns="0" bIns="0" rtlCol="0" anchor="t" anchorCtr="0">
            <a:noAutofit/>
          </a:bodyPr>
          <a:lstStyle>
            <a:lvl1pPr>
              <a:defRPr lang="en-US" sz="16600" b="0" cap="none" spc="0" baseline="0" dirty="0" smtClean="0">
                <a:solidFill>
                  <a:schemeClr val="tx1"/>
                </a:solidFill>
              </a:defRPr>
            </a:lvl1pPr>
          </a:lstStyle>
          <a:p>
            <a:pPr lvl="0">
              <a:spcBef>
                <a:spcPts val="0"/>
              </a:spcBef>
            </a:pPr>
            <a:r>
              <a:rPr lang="en-US"/>
              <a:t>01</a:t>
            </a:r>
          </a:p>
        </p:txBody>
      </p:sp>
      <p:sp>
        <p:nvSpPr>
          <p:cNvPr id="9" name="Title 5">
            <a:extLst>
              <a:ext uri="{FF2B5EF4-FFF2-40B4-BE49-F238E27FC236}">
                <a16:creationId xmlns:a16="http://schemas.microsoft.com/office/drawing/2014/main" id="{1861857D-180D-4FE5-399B-DE08A8B1548C}"/>
              </a:ext>
            </a:extLst>
          </p:cNvPr>
          <p:cNvSpPr>
            <a:spLocks noGrp="1"/>
          </p:cNvSpPr>
          <p:nvPr>
            <p:ph type="title" hasCustomPrompt="1"/>
          </p:nvPr>
        </p:nvSpPr>
        <p:spPr>
          <a:xfrm>
            <a:off x="4253696" y="1510496"/>
            <a:ext cx="7393343" cy="2887883"/>
          </a:xfrm>
        </p:spPr>
        <p:txBody>
          <a:bodyPr vert="horz" lIns="0" tIns="0" rIns="0" bIns="0" rtlCol="0" anchor="t">
            <a:noAutofit/>
          </a:bodyPr>
          <a:lstStyle>
            <a:lvl1pPr>
              <a:spcBef>
                <a:spcPts val="0"/>
              </a:spcBef>
              <a:defRPr lang="en-US" sz="5400">
                <a:solidFill>
                  <a:schemeClr val="tx1"/>
                </a:solidFill>
                <a:latin typeface="+mn-lt"/>
                <a:ea typeface="+mn-ea"/>
                <a:cs typeface="+mn-cs"/>
              </a:defRPr>
            </a:lvl1pPr>
          </a:lstStyle>
          <a:p>
            <a:pPr lvl="0">
              <a:lnSpc>
                <a:spcPct val="100000"/>
              </a:lnSpc>
              <a:spcBef>
                <a:spcPts val="1800"/>
              </a:spcBef>
              <a:buFont typeface="Arial" panose="020B0604020202020204" pitchFamily="34" charset="0"/>
            </a:pPr>
            <a:r>
              <a:rPr lang="en-US"/>
              <a:t>Click to add title</a:t>
            </a:r>
          </a:p>
        </p:txBody>
      </p:sp>
      <p:sp>
        <p:nvSpPr>
          <p:cNvPr id="7" name="Gradient Placeholder 5">
            <a:extLst>
              <a:ext uri="{FF2B5EF4-FFF2-40B4-BE49-F238E27FC236}">
                <a16:creationId xmlns:a16="http://schemas.microsoft.com/office/drawing/2014/main" id="{0571978A-A079-2CFE-0A83-D7D525496E16}"/>
              </a:ext>
            </a:extLst>
          </p:cNvPr>
          <p:cNvSpPr>
            <a:spLocks noGrp="1"/>
          </p:cNvSpPr>
          <p:nvPr>
            <p:ph type="body" sz="quarter" idx="28" hasCustomPrompt="1"/>
          </p:nvPr>
        </p:nvSpPr>
        <p:spPr>
          <a:xfrm rot="16200000">
            <a:off x="-50850" y="3339001"/>
            <a:ext cx="6857998" cy="180000"/>
          </a:xfr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lgn="l">
              <a:defRPr kumimoji="0" lang="en-US" sz="700" b="0" i="0" u="none" strike="noStrike" kern="0" cap="none" spc="0" normalizeH="0" baseline="0" dirty="0" smtClean="0">
                <a:ln>
                  <a:noFill/>
                </a:ln>
                <a:solidFill>
                  <a:schemeClr val="accent2"/>
                </a:solidFill>
                <a:effectLst/>
                <a:uLnTx/>
                <a:uFillTx/>
                <a:latin typeface="Ubuntu"/>
              </a:defRPr>
            </a:lvl1pPr>
          </a:lstStyle>
          <a:p>
            <a:pPr lvl="0" algn="ctr">
              <a:spcBef>
                <a:spcPts val="0"/>
              </a:spcBef>
              <a:buFontTx/>
            </a:pPr>
            <a:r>
              <a:rPr lang="en-US"/>
              <a:t>Gradient in placeholder</a:t>
            </a:r>
          </a:p>
        </p:txBody>
      </p:sp>
      <p:sp>
        <p:nvSpPr>
          <p:cNvPr id="6" name="Footer Placeholder 5">
            <a:extLst>
              <a:ext uri="{FF2B5EF4-FFF2-40B4-BE49-F238E27FC236}">
                <a16:creationId xmlns:a16="http://schemas.microsoft.com/office/drawing/2014/main" id="{F00853BC-BEFF-4053-AD58-C0C6CB7301CA}"/>
              </a:ext>
            </a:extLst>
          </p:cNvPr>
          <p:cNvSpPr>
            <a:spLocks noGrp="1"/>
          </p:cNvSpPr>
          <p:nvPr>
            <p:ph type="ftr" sz="quarter" idx="20"/>
          </p:nvPr>
        </p:nvSpPr>
        <p:spPr>
          <a:xfrm>
            <a:off x="550863" y="6650661"/>
            <a:ext cx="4716524" cy="123111"/>
          </a:xfrm>
          <a:prstGeom prst="rect">
            <a:avLst/>
          </a:prstGeom>
        </p:spPr>
        <p:txBody>
          <a:bodyPr/>
          <a:lstStyle/>
          <a:p>
            <a:pPr>
              <a:spcBef>
                <a:spcPts val="1000"/>
              </a:spcBef>
              <a:buFont typeface="Arial" panose="020B0604020202020204" pitchFamily="34" charset="0"/>
              <a:buNone/>
            </a:pPr>
            <a:r>
              <a:rPr lang="en-IN"/>
              <a:t>TMT Monthly Update |  June 2026</a:t>
            </a:r>
            <a:endParaRPr lang="en-US"/>
          </a:p>
        </p:txBody>
      </p:sp>
      <p:sp>
        <p:nvSpPr>
          <p:cNvPr id="3" name="Logo Placeholder 7">
            <a:extLst>
              <a:ext uri="{FF2B5EF4-FFF2-40B4-BE49-F238E27FC236}">
                <a16:creationId xmlns:a16="http://schemas.microsoft.com/office/drawing/2014/main" id="{DCFC13AE-0F74-A4CB-F711-D9650A2D5CC3}"/>
              </a:ext>
            </a:extLst>
          </p:cNvPr>
          <p:cNvSpPr>
            <a:spLocks noGrp="1"/>
          </p:cNvSpPr>
          <p:nvPr>
            <p:ph type="body" sz="quarter" idx="40" hasCustomPrompt="1"/>
          </p:nvPr>
        </p:nvSpPr>
        <p:spPr>
          <a:xfrm>
            <a:off x="11765626" y="128961"/>
            <a:ext cx="269046" cy="335806"/>
          </a:xfrm>
          <a:blipFill>
            <a:blip r:embed="rId2">
              <a:extLst>
                <a:ext uri="{96DAC541-7B7A-43D3-8B79-37D633B846F1}">
                  <asvg:svgBlip xmlns:asvg="http://schemas.microsoft.com/office/drawing/2016/SVG/main" r:embed="rId3"/>
                </a:ext>
              </a:extLst>
            </a:blip>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30262747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D05BE089-2489-3604-1BFA-99F26E2657A3}"/>
              </a:ext>
            </a:extLst>
          </p:cNvPr>
          <p:cNvSpPr>
            <a:spLocks noGrp="1"/>
          </p:cNvSpPr>
          <p:nvPr>
            <p:ph type="dt" sz="half" idx="10"/>
          </p:nvPr>
        </p:nvSpPr>
        <p:spPr/>
        <p:txBody>
          <a:bodyPr/>
          <a:lstStyle/>
          <a:p>
            <a:pPr>
              <a:spcBef>
                <a:spcPts val="1000"/>
              </a:spcBef>
              <a:buFont typeface="Arial" panose="020B0604020202020204" pitchFamily="34" charset="0"/>
              <a:buNone/>
            </a:pPr>
            <a:r>
              <a:rPr lang="pl-PL"/>
              <a:t>Company Confidential © Capgemini 2026. All rights reserved.</a:t>
            </a:r>
            <a:endParaRPr lang="en-US"/>
          </a:p>
        </p:txBody>
      </p:sp>
      <p:sp>
        <p:nvSpPr>
          <p:cNvPr id="4" name="Footer Placeholder 3">
            <a:extLst>
              <a:ext uri="{FF2B5EF4-FFF2-40B4-BE49-F238E27FC236}">
                <a16:creationId xmlns:a16="http://schemas.microsoft.com/office/drawing/2014/main" id="{27DD8718-6D0F-15C6-4CBD-55C472C3C492}"/>
              </a:ext>
            </a:extLst>
          </p:cNvPr>
          <p:cNvSpPr>
            <a:spLocks noGrp="1"/>
          </p:cNvSpPr>
          <p:nvPr>
            <p:ph type="ftr" sz="quarter" idx="11"/>
          </p:nvPr>
        </p:nvSpPr>
        <p:spPr>
          <a:xfrm>
            <a:off x="550863" y="6650661"/>
            <a:ext cx="4716524" cy="123111"/>
          </a:xfrm>
          <a:prstGeom prst="rect">
            <a:avLst/>
          </a:prstGeom>
        </p:spPr>
        <p:txBody>
          <a:bodyPr/>
          <a:lstStyle/>
          <a:p>
            <a:pPr>
              <a:spcBef>
                <a:spcPts val="1000"/>
              </a:spcBef>
              <a:buFont typeface="Arial" panose="020B0604020202020204" pitchFamily="34" charset="0"/>
              <a:buNone/>
            </a:pPr>
            <a:r>
              <a:rPr lang="en-IN"/>
              <a:t>TMT Monthly Update |  June 2026</a:t>
            </a:r>
            <a:endParaRPr lang="en-US"/>
          </a:p>
        </p:txBody>
      </p:sp>
      <p:sp>
        <p:nvSpPr>
          <p:cNvPr id="6" name="Slide Number Placeholder 5">
            <a:extLst>
              <a:ext uri="{FF2B5EF4-FFF2-40B4-BE49-F238E27FC236}">
                <a16:creationId xmlns:a16="http://schemas.microsoft.com/office/drawing/2014/main" id="{A98A8975-BB8E-4570-BA8F-A91834025269}"/>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5779857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350D4F91-45C7-417B-8E2B-E8F582B53B82}"/>
              </a:ext>
            </a:extLst>
          </p:cNvPr>
          <p:cNvSpPr>
            <a:spLocks noGrp="1"/>
          </p:cNvSpPr>
          <p:nvPr>
            <p:ph type="title"/>
          </p:nvPr>
        </p:nvSpPr>
        <p:spPr/>
        <p:txBody>
          <a:bodyPr/>
          <a:lstStyle/>
          <a:p>
            <a:r>
              <a:rPr lang="en-US"/>
              <a:t>Click to edit Master title style</a:t>
            </a:r>
          </a:p>
        </p:txBody>
      </p:sp>
      <p:sp>
        <p:nvSpPr>
          <p:cNvPr id="2" name="Date Placeholder 1">
            <a:extLst>
              <a:ext uri="{FF2B5EF4-FFF2-40B4-BE49-F238E27FC236}">
                <a16:creationId xmlns:a16="http://schemas.microsoft.com/office/drawing/2014/main" id="{2833D816-5C9E-2A40-9E78-51ECB313D899}"/>
              </a:ext>
            </a:extLst>
          </p:cNvPr>
          <p:cNvSpPr>
            <a:spLocks noGrp="1"/>
          </p:cNvSpPr>
          <p:nvPr>
            <p:ph type="dt" sz="half" idx="10"/>
          </p:nvPr>
        </p:nvSpPr>
        <p:spPr/>
        <p:txBody>
          <a:bodyPr/>
          <a:lstStyle/>
          <a:p>
            <a:pPr>
              <a:spcBef>
                <a:spcPts val="1000"/>
              </a:spcBef>
              <a:buFont typeface="Arial" panose="020B0604020202020204" pitchFamily="34" charset="0"/>
              <a:buNone/>
            </a:pPr>
            <a:r>
              <a:rPr lang="pl-PL"/>
              <a:t>Company Confidential © Capgemini 2026. All rights reserved.</a:t>
            </a:r>
            <a:endParaRPr lang="en-US"/>
          </a:p>
        </p:txBody>
      </p:sp>
      <p:sp>
        <p:nvSpPr>
          <p:cNvPr id="3" name="Footer Placeholder 2">
            <a:extLst>
              <a:ext uri="{FF2B5EF4-FFF2-40B4-BE49-F238E27FC236}">
                <a16:creationId xmlns:a16="http://schemas.microsoft.com/office/drawing/2014/main" id="{794E6C65-0D28-CB57-A2B5-21758711DFE7}"/>
              </a:ext>
            </a:extLst>
          </p:cNvPr>
          <p:cNvSpPr>
            <a:spLocks noGrp="1"/>
          </p:cNvSpPr>
          <p:nvPr>
            <p:ph type="ftr" sz="quarter" idx="11"/>
          </p:nvPr>
        </p:nvSpPr>
        <p:spPr>
          <a:xfrm>
            <a:off x="550863" y="6650661"/>
            <a:ext cx="4716524" cy="123111"/>
          </a:xfrm>
          <a:prstGeom prst="rect">
            <a:avLst/>
          </a:prstGeom>
        </p:spPr>
        <p:txBody>
          <a:bodyPr/>
          <a:lstStyle/>
          <a:p>
            <a:pPr>
              <a:spcBef>
                <a:spcPts val="1000"/>
              </a:spcBef>
              <a:buFont typeface="Arial" panose="020B0604020202020204" pitchFamily="34" charset="0"/>
              <a:buNone/>
            </a:pPr>
            <a:r>
              <a:rPr lang="en-IN"/>
              <a:t>TMT Monthly Update |  June 2026</a:t>
            </a:r>
            <a:endParaRPr lang="en-US"/>
          </a:p>
        </p:txBody>
      </p:sp>
      <p:sp>
        <p:nvSpPr>
          <p:cNvPr id="4" name="Slide Number Placeholder 3">
            <a:extLst>
              <a:ext uri="{FF2B5EF4-FFF2-40B4-BE49-F238E27FC236}">
                <a16:creationId xmlns:a16="http://schemas.microsoft.com/office/drawing/2014/main" id="{17755223-45C2-7E94-C304-676F000A4EE4}"/>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394434488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Only Chapterbox">
    <p:spTree>
      <p:nvGrpSpPr>
        <p:cNvPr id="1" name=""/>
        <p:cNvGrpSpPr/>
        <p:nvPr/>
      </p:nvGrpSpPr>
      <p:grpSpPr>
        <a:xfrm>
          <a:off x="0" y="0"/>
          <a:ext cx="0" cy="0"/>
          <a:chOff x="0" y="0"/>
          <a:chExt cx="0" cy="0"/>
        </a:xfrm>
      </p:grpSpPr>
      <p:sp>
        <p:nvSpPr>
          <p:cNvPr id="10" name="Date Placeholder 9">
            <a:extLst>
              <a:ext uri="{FF2B5EF4-FFF2-40B4-BE49-F238E27FC236}">
                <a16:creationId xmlns:a16="http://schemas.microsoft.com/office/drawing/2014/main" id="{E6C6CF10-71F7-EE78-C2BD-6C8E84F961BE}"/>
              </a:ext>
            </a:extLst>
          </p:cNvPr>
          <p:cNvSpPr>
            <a:spLocks noGrp="1"/>
          </p:cNvSpPr>
          <p:nvPr>
            <p:ph type="dt" sz="half" idx="10"/>
          </p:nvPr>
        </p:nvSpPr>
        <p:spPr/>
        <p:txBody>
          <a:bodyPr/>
          <a:lstStyle/>
          <a:p>
            <a:pPr>
              <a:spcBef>
                <a:spcPts val="1000"/>
              </a:spcBef>
              <a:buFont typeface="Arial" panose="020B0604020202020204" pitchFamily="34" charset="0"/>
              <a:buNone/>
            </a:pPr>
            <a:r>
              <a:rPr lang="pl-PL"/>
              <a:t>Company Confidential © Capgemini 2026. All rights reserved.</a:t>
            </a:r>
            <a:endParaRPr lang="en-US"/>
          </a:p>
        </p:txBody>
      </p:sp>
      <p:sp>
        <p:nvSpPr>
          <p:cNvPr id="11" name="Footer Placeholder 10">
            <a:extLst>
              <a:ext uri="{FF2B5EF4-FFF2-40B4-BE49-F238E27FC236}">
                <a16:creationId xmlns:a16="http://schemas.microsoft.com/office/drawing/2014/main" id="{089A870A-6E3E-31EB-C34E-7847CE40D3BF}"/>
              </a:ext>
            </a:extLst>
          </p:cNvPr>
          <p:cNvSpPr>
            <a:spLocks noGrp="1"/>
          </p:cNvSpPr>
          <p:nvPr>
            <p:ph type="ftr" sz="quarter" idx="11"/>
          </p:nvPr>
        </p:nvSpPr>
        <p:spPr>
          <a:xfrm>
            <a:off x="550863" y="6650661"/>
            <a:ext cx="4716524" cy="123111"/>
          </a:xfrm>
          <a:prstGeom prst="rect">
            <a:avLst/>
          </a:prstGeom>
        </p:spPr>
        <p:txBody>
          <a:bodyPr/>
          <a:lstStyle/>
          <a:p>
            <a:pPr>
              <a:spcBef>
                <a:spcPts val="1000"/>
              </a:spcBef>
              <a:buFont typeface="Arial" panose="020B0604020202020204" pitchFamily="34" charset="0"/>
              <a:buNone/>
            </a:pPr>
            <a:r>
              <a:rPr lang="en-IN"/>
              <a:t>TMT Monthly Update |  June 2026</a:t>
            </a:r>
            <a:endParaRPr lang="en-US"/>
          </a:p>
        </p:txBody>
      </p:sp>
      <p:sp>
        <p:nvSpPr>
          <p:cNvPr id="12" name="Slide Number Placeholder 11">
            <a:extLst>
              <a:ext uri="{FF2B5EF4-FFF2-40B4-BE49-F238E27FC236}">
                <a16:creationId xmlns:a16="http://schemas.microsoft.com/office/drawing/2014/main" id="{69B47629-0F7D-C086-6180-6C8A8A265B4A}"/>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
        <p:nvSpPr>
          <p:cNvPr id="3" name="Chapter Placeholder 2">
            <a:extLst>
              <a:ext uri="{FF2B5EF4-FFF2-40B4-BE49-F238E27FC236}">
                <a16:creationId xmlns:a16="http://schemas.microsoft.com/office/drawing/2014/main" id="{23CF6BB0-AE4E-8C5D-62B2-A2216E42A57E}"/>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2" name="Title Placeholder 4">
            <a:extLst>
              <a:ext uri="{FF2B5EF4-FFF2-40B4-BE49-F238E27FC236}">
                <a16:creationId xmlns:a16="http://schemas.microsoft.com/office/drawing/2014/main" id="{8616DD99-E5DF-50D2-33AF-495DCBE920C3}"/>
              </a:ext>
            </a:extLst>
          </p:cNvPr>
          <p:cNvSpPr>
            <a:spLocks noGrp="1"/>
          </p:cNvSpPr>
          <p:nvPr>
            <p:ph type="title"/>
          </p:nvPr>
        </p:nvSpPr>
        <p:spPr>
          <a:xfrm>
            <a:off x="551384" y="549274"/>
            <a:ext cx="11090938" cy="930372"/>
          </a:xfrm>
          <a:prstGeom prst="rect">
            <a:avLst/>
          </a:prstGeom>
        </p:spPr>
        <p:txBody>
          <a:bodyPr vert="horz" lIns="0" tIns="0" rIns="0" bIns="126000" rtlCol="0" anchor="b" anchorCtr="0">
            <a:noAutofit/>
          </a:bodyPr>
          <a:lstStyle/>
          <a:p>
            <a:pPr lvl="0"/>
            <a:r>
              <a:rPr lang="en-US"/>
              <a:t>Click to edit Master title style</a:t>
            </a:r>
            <a:endParaRPr lang="de-DE"/>
          </a:p>
        </p:txBody>
      </p:sp>
    </p:spTree>
    <p:extLst>
      <p:ext uri="{BB962C8B-B14F-4D97-AF65-F5344CB8AC3E}">
        <p14:creationId xmlns:p14="http://schemas.microsoft.com/office/powerpoint/2010/main" val="222137760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1">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pl-PL"/>
              <a:t>Company Confidential © Capgemini 2026. All rights reserved.</a:t>
            </a:r>
            <a:endParaRPr lang="en-US"/>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a:xfrm>
            <a:off x="550863" y="6650661"/>
            <a:ext cx="4716524" cy="123111"/>
          </a:xfrm>
          <a:prstGeom prst="rect">
            <a:avLst/>
          </a:prstGeom>
        </p:spPr>
        <p:txBody>
          <a:bodyPr/>
          <a:lstStyle/>
          <a:p>
            <a:pPr>
              <a:spcBef>
                <a:spcPts val="1000"/>
              </a:spcBef>
              <a:buFont typeface="Arial" panose="020B0604020202020204" pitchFamily="34" charset="0"/>
              <a:buNone/>
            </a:pPr>
            <a:r>
              <a:rPr lang="en-US"/>
              <a:t>TMT Monthly Update | 16 January 2026</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5" name="Title 4">
            <a:extLst>
              <a:ext uri="{FF2B5EF4-FFF2-40B4-BE49-F238E27FC236}">
                <a16:creationId xmlns:a16="http://schemas.microsoft.com/office/drawing/2014/main" id="{F51FE388-96EB-60B4-BDE5-75205588111D}"/>
              </a:ext>
            </a:extLst>
          </p:cNvPr>
          <p:cNvSpPr>
            <a:spLocks noGrp="1"/>
          </p:cNvSpPr>
          <p:nvPr>
            <p:ph type="title"/>
          </p:nvPr>
        </p:nvSpPr>
        <p:spPr>
          <a:xfrm>
            <a:off x="551384" y="328512"/>
            <a:ext cx="11090938" cy="724224"/>
          </a:xfrm>
        </p:spPr>
        <p:txBody>
          <a:bodyPr anchor="t"/>
          <a:lstStyle>
            <a:lvl1pPr>
              <a:defRPr sz="2400"/>
            </a:lvl1pPr>
          </a:lstStyle>
          <a:p>
            <a:r>
              <a:rPr lang="en-US"/>
              <a:t>Click to edit Master title style</a:t>
            </a:r>
          </a:p>
        </p:txBody>
      </p:sp>
    </p:spTree>
    <p:extLst>
      <p:ext uri="{BB962C8B-B14F-4D97-AF65-F5344CB8AC3E}">
        <p14:creationId xmlns:p14="http://schemas.microsoft.com/office/powerpoint/2010/main" val="189821446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1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pl-PL"/>
              <a:t>Company Confidential © Capgemini 2026. All rights reserved.</a:t>
            </a:r>
            <a:endParaRPr lang="en-US"/>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a:xfrm>
            <a:off x="550863" y="6650661"/>
            <a:ext cx="4716524" cy="123111"/>
          </a:xfrm>
          <a:prstGeom prst="rect">
            <a:avLst/>
          </a:prstGeom>
        </p:spPr>
        <p:txBody>
          <a:bodyPr/>
          <a:lstStyle/>
          <a:p>
            <a:pPr>
              <a:spcBef>
                <a:spcPts val="1000"/>
              </a:spcBef>
              <a:buFont typeface="Arial" panose="020B0604020202020204" pitchFamily="34" charset="0"/>
              <a:buNone/>
            </a:pPr>
            <a:r>
              <a:rPr lang="en-IN"/>
              <a:t>TMT Monthly Update |  June 2026</a:t>
            </a:r>
            <a:endParaRPr lang="en-US"/>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7" name="Text Placeholder 9">
            <a:extLst>
              <a:ext uri="{FF2B5EF4-FFF2-40B4-BE49-F238E27FC236}">
                <a16:creationId xmlns:a16="http://schemas.microsoft.com/office/drawing/2014/main" id="{54880E18-9261-E63B-CB03-844BADE7AE64}"/>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tx2"/>
                </a:solidFill>
              </a:defRPr>
            </a:lvl1pPr>
          </a:lstStyle>
          <a:p>
            <a:pPr lvl="0"/>
            <a:r>
              <a:rPr lang="en-US"/>
              <a:t>Click to edit Master text styles</a:t>
            </a:r>
          </a:p>
        </p:txBody>
      </p:sp>
      <p:sp>
        <p:nvSpPr>
          <p:cNvPr id="8" name="Title 4">
            <a:extLst>
              <a:ext uri="{FF2B5EF4-FFF2-40B4-BE49-F238E27FC236}">
                <a16:creationId xmlns:a16="http://schemas.microsoft.com/office/drawing/2014/main" id="{019E92FE-5A18-711B-5160-9AA65A58DEE3}"/>
              </a:ext>
            </a:extLst>
          </p:cNvPr>
          <p:cNvSpPr>
            <a:spLocks noGrp="1"/>
          </p:cNvSpPr>
          <p:nvPr>
            <p:ph type="title"/>
          </p:nvPr>
        </p:nvSpPr>
        <p:spPr>
          <a:xfrm>
            <a:off x="551384" y="549274"/>
            <a:ext cx="11090938" cy="930372"/>
          </a:xfrm>
        </p:spPr>
        <p:txBody>
          <a:bodyPr/>
          <a:lstStyle/>
          <a:p>
            <a:r>
              <a:rPr lang="en-US"/>
              <a:t>Click to edit Master title style</a:t>
            </a:r>
          </a:p>
        </p:txBody>
      </p:sp>
      <p:sp>
        <p:nvSpPr>
          <p:cNvPr id="10" name="Content Placeholder 5">
            <a:extLst>
              <a:ext uri="{FF2B5EF4-FFF2-40B4-BE49-F238E27FC236}">
                <a16:creationId xmlns:a16="http://schemas.microsoft.com/office/drawing/2014/main" id="{29DC02C4-69E4-1466-4B58-A9AE3DE4EE00}"/>
              </a:ext>
            </a:extLst>
          </p:cNvPr>
          <p:cNvSpPr>
            <a:spLocks noGrp="1"/>
          </p:cNvSpPr>
          <p:nvPr>
            <p:ph sz="quarter" idx="31"/>
          </p:nvPr>
        </p:nvSpPr>
        <p:spPr>
          <a:xfrm>
            <a:off x="551384" y="2132856"/>
            <a:ext cx="1109093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hapter Placeholder 2">
            <a:extLst>
              <a:ext uri="{FF2B5EF4-FFF2-40B4-BE49-F238E27FC236}">
                <a16:creationId xmlns:a16="http://schemas.microsoft.com/office/drawing/2014/main" id="{87F47C03-95E0-E83E-1625-0EE59F600C92}"/>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224588087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Subtitle">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pl-PL"/>
              <a:t>Company Confidential © Capgemini 2026. All rights reserved.</a:t>
            </a:r>
            <a:endParaRPr lang="en-US"/>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a:xfrm>
            <a:off x="550863" y="6650661"/>
            <a:ext cx="4716524" cy="123111"/>
          </a:xfrm>
          <a:prstGeom prst="rect">
            <a:avLst/>
          </a:prstGeom>
        </p:spPr>
        <p:txBody>
          <a:bodyPr/>
          <a:lstStyle/>
          <a:p>
            <a:pPr>
              <a:spcBef>
                <a:spcPts val="1000"/>
              </a:spcBef>
              <a:buFont typeface="Arial" panose="020B0604020202020204" pitchFamily="34" charset="0"/>
              <a:buNone/>
            </a:pPr>
            <a:r>
              <a:rPr lang="en-IN"/>
              <a:t>TMT Monthly Update |  June 2026</a:t>
            </a:r>
            <a:endParaRPr lang="en-US"/>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5" name="Title 4">
            <a:extLst>
              <a:ext uri="{FF2B5EF4-FFF2-40B4-BE49-F238E27FC236}">
                <a16:creationId xmlns:a16="http://schemas.microsoft.com/office/drawing/2014/main" id="{F51FE388-96EB-60B4-BDE5-75205588111D}"/>
              </a:ext>
            </a:extLst>
          </p:cNvPr>
          <p:cNvSpPr>
            <a:spLocks noGrp="1"/>
          </p:cNvSpPr>
          <p:nvPr>
            <p:ph type="title"/>
          </p:nvPr>
        </p:nvSpPr>
        <p:spPr/>
        <p:txBody>
          <a:bodyPr/>
          <a:lstStyle/>
          <a:p>
            <a:r>
              <a:rPr lang="en-US"/>
              <a:t>Click to edit Master title style</a:t>
            </a:r>
          </a:p>
        </p:txBody>
      </p:sp>
      <p:sp>
        <p:nvSpPr>
          <p:cNvPr id="6" name="Text Placeholder 9">
            <a:extLst>
              <a:ext uri="{FF2B5EF4-FFF2-40B4-BE49-F238E27FC236}">
                <a16:creationId xmlns:a16="http://schemas.microsoft.com/office/drawing/2014/main" id="{D5413FD6-CC71-0BBC-BD58-8FB1021590FA}"/>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tx2"/>
                </a:solidFill>
              </a:defRPr>
            </a:lvl1pPr>
          </a:lstStyle>
          <a:p>
            <a:pPr lvl="0"/>
            <a:r>
              <a:rPr lang="en-US"/>
              <a:t>Click to edit Master text styles</a:t>
            </a:r>
          </a:p>
        </p:txBody>
      </p:sp>
    </p:spTree>
    <p:extLst>
      <p:ext uri="{BB962C8B-B14F-4D97-AF65-F5344CB8AC3E}">
        <p14:creationId xmlns:p14="http://schemas.microsoft.com/office/powerpoint/2010/main" val="55944470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Subtitle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pl-PL"/>
              <a:t>Company Confidential © Capgemini 2026. All rights reserved.</a:t>
            </a:r>
            <a:endParaRPr lang="en-US"/>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a:xfrm>
            <a:off x="550863" y="6650661"/>
            <a:ext cx="4716524" cy="123111"/>
          </a:xfrm>
          <a:prstGeom prst="rect">
            <a:avLst/>
          </a:prstGeom>
        </p:spPr>
        <p:txBody>
          <a:bodyPr/>
          <a:lstStyle/>
          <a:p>
            <a:pPr>
              <a:spcBef>
                <a:spcPts val="1000"/>
              </a:spcBef>
              <a:buFont typeface="Arial" panose="020B0604020202020204" pitchFamily="34" charset="0"/>
              <a:buNone/>
            </a:pPr>
            <a:r>
              <a:rPr lang="en-IN"/>
              <a:t>TMT Monthly Update |  June 2026</a:t>
            </a:r>
            <a:endParaRPr lang="en-US"/>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6" name="Text Placeholder 9">
            <a:extLst>
              <a:ext uri="{FF2B5EF4-FFF2-40B4-BE49-F238E27FC236}">
                <a16:creationId xmlns:a16="http://schemas.microsoft.com/office/drawing/2014/main" id="{25A263D2-B0DE-B389-B995-EAF85F8F772A}"/>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tx2"/>
                </a:solidFill>
              </a:defRPr>
            </a:lvl1pPr>
          </a:lstStyle>
          <a:p>
            <a:pPr lvl="0"/>
            <a:r>
              <a:rPr lang="en-US"/>
              <a:t>Click to edit Master text styles</a:t>
            </a:r>
          </a:p>
        </p:txBody>
      </p:sp>
      <p:sp>
        <p:nvSpPr>
          <p:cNvPr id="8" name="Title 4">
            <a:extLst>
              <a:ext uri="{FF2B5EF4-FFF2-40B4-BE49-F238E27FC236}">
                <a16:creationId xmlns:a16="http://schemas.microsoft.com/office/drawing/2014/main" id="{E424A66F-C6AA-DB93-F283-9B8E0095FE3A}"/>
              </a:ext>
            </a:extLst>
          </p:cNvPr>
          <p:cNvSpPr>
            <a:spLocks noGrp="1"/>
          </p:cNvSpPr>
          <p:nvPr>
            <p:ph type="title"/>
          </p:nvPr>
        </p:nvSpPr>
        <p:spPr>
          <a:xfrm>
            <a:off x="551384" y="549274"/>
            <a:ext cx="11090938" cy="930372"/>
          </a:xfrm>
        </p:spPr>
        <p:txBody>
          <a:bodyPr/>
          <a:lstStyle/>
          <a:p>
            <a:r>
              <a:rPr lang="en-US"/>
              <a:t>Click to edit Master title style</a:t>
            </a:r>
          </a:p>
        </p:txBody>
      </p:sp>
      <p:sp>
        <p:nvSpPr>
          <p:cNvPr id="9" name="Chapter Placeholder 2">
            <a:extLst>
              <a:ext uri="{FF2B5EF4-FFF2-40B4-BE49-F238E27FC236}">
                <a16:creationId xmlns:a16="http://schemas.microsoft.com/office/drawing/2014/main" id="{4B67ACC0-0B24-726E-19DC-02446FF83EB2}"/>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180345431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Content 2">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77C5B2B-C975-C7B1-B844-1E018309B61A}"/>
              </a:ext>
            </a:extLst>
          </p:cNvPr>
          <p:cNvSpPr/>
          <p:nvPr userDrawn="1"/>
        </p:nvSpPr>
        <p:spPr>
          <a:xfrm rot="16200000" flipV="1">
            <a:off x="4793851" y="-540154"/>
            <a:ext cx="6857998" cy="7938307"/>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bg1"/>
              </a:solidFill>
            </a:endParaRPr>
          </a:p>
        </p:txBody>
      </p:sp>
      <p:grpSp>
        <p:nvGrpSpPr>
          <p:cNvPr id="14" name="Group 37">
            <a:extLst>
              <a:ext uri="{FF2B5EF4-FFF2-40B4-BE49-F238E27FC236}">
                <a16:creationId xmlns:a16="http://schemas.microsoft.com/office/drawing/2014/main" id="{C2BCEB8F-2E64-576C-BD81-D1EA1D1C485E}"/>
              </a:ext>
            </a:extLst>
          </p:cNvPr>
          <p:cNvGrpSpPr/>
          <p:nvPr userDrawn="1"/>
        </p:nvGrpSpPr>
        <p:grpSpPr>
          <a:xfrm>
            <a:off x="11770322" y="176700"/>
            <a:ext cx="260230" cy="240782"/>
            <a:chOff x="5481638" y="2859088"/>
            <a:chExt cx="1231900" cy="1139825"/>
          </a:xfrm>
          <a:solidFill>
            <a:schemeClr val="bg2"/>
          </a:solidFill>
        </p:grpSpPr>
        <p:sp>
          <p:nvSpPr>
            <p:cNvPr id="15" name="Freeform 320">
              <a:extLst>
                <a:ext uri="{FF2B5EF4-FFF2-40B4-BE49-F238E27FC236}">
                  <a16:creationId xmlns:a16="http://schemas.microsoft.com/office/drawing/2014/main" id="{D5CA2252-9D37-30A4-0693-791158A53452}"/>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6" name="Freeform 321">
              <a:extLst>
                <a:ext uri="{FF2B5EF4-FFF2-40B4-BE49-F238E27FC236}">
                  <a16:creationId xmlns:a16="http://schemas.microsoft.com/office/drawing/2014/main" id="{41A547D1-47C8-9981-46A6-D3C7D68EDC1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766145ED-D9CE-08CB-28E4-8A4A79A6FB2B}"/>
              </a:ext>
            </a:extLst>
          </p:cNvPr>
          <p:cNvSpPr>
            <a:spLocks noGrp="1"/>
          </p:cNvSpPr>
          <p:nvPr>
            <p:ph type="dt" sz="half" idx="24"/>
          </p:nvPr>
        </p:nvSpPr>
        <p:spPr/>
        <p:txBody>
          <a:bodyPr/>
          <a:lstStyle/>
          <a:p>
            <a:pPr>
              <a:spcBef>
                <a:spcPts val="1000"/>
              </a:spcBef>
              <a:buFont typeface="Arial" panose="020B0604020202020204" pitchFamily="34" charset="0"/>
              <a:buNone/>
            </a:pPr>
            <a:r>
              <a:rPr lang="pl-PL"/>
              <a:t>Company Confidential © Capgemini 2026. All rights reserved.</a:t>
            </a:r>
            <a:endParaRPr lang="en-US"/>
          </a:p>
        </p:txBody>
      </p:sp>
      <p:sp>
        <p:nvSpPr>
          <p:cNvPr id="4" name="Footer Placeholder 3">
            <a:extLst>
              <a:ext uri="{FF2B5EF4-FFF2-40B4-BE49-F238E27FC236}">
                <a16:creationId xmlns:a16="http://schemas.microsoft.com/office/drawing/2014/main" id="{2D2C1A62-1994-E6C5-D27B-038BDFD0C15D}"/>
              </a:ext>
            </a:extLst>
          </p:cNvPr>
          <p:cNvSpPr>
            <a:spLocks noGrp="1"/>
          </p:cNvSpPr>
          <p:nvPr>
            <p:ph type="ftr" sz="quarter" idx="25"/>
          </p:nvPr>
        </p:nvSpPr>
        <p:spPr>
          <a:xfrm>
            <a:off x="550863" y="6650661"/>
            <a:ext cx="4716524" cy="123111"/>
          </a:xfrm>
          <a:prstGeom prst="rect">
            <a:avLst/>
          </a:prstGeom>
        </p:spPr>
        <p:txBody>
          <a:bodyPr/>
          <a:lstStyle/>
          <a:p>
            <a:pPr>
              <a:spcBef>
                <a:spcPts val="1000"/>
              </a:spcBef>
              <a:buFont typeface="Arial" panose="020B0604020202020204" pitchFamily="34" charset="0"/>
              <a:buNone/>
            </a:pPr>
            <a:r>
              <a:rPr lang="en-IN"/>
              <a:t>TMT Monthly Update |  June 2026</a:t>
            </a:r>
            <a:endParaRPr lang="en-US"/>
          </a:p>
        </p:txBody>
      </p:sp>
      <p:sp>
        <p:nvSpPr>
          <p:cNvPr id="5" name="Slide Number Placeholder 4">
            <a:extLst>
              <a:ext uri="{FF2B5EF4-FFF2-40B4-BE49-F238E27FC236}">
                <a16:creationId xmlns:a16="http://schemas.microsoft.com/office/drawing/2014/main" id="{FE33FDCA-05A6-1B47-853B-F56E9D56B728}"/>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17" name="Text Placeholder 10">
            <a:extLst>
              <a:ext uri="{FF2B5EF4-FFF2-40B4-BE49-F238E27FC236}">
                <a16:creationId xmlns:a16="http://schemas.microsoft.com/office/drawing/2014/main" id="{90464251-F267-6F64-58DE-3A8369AE008F}"/>
              </a:ext>
            </a:extLst>
          </p:cNvPr>
          <p:cNvSpPr>
            <a:spLocks noGrp="1"/>
          </p:cNvSpPr>
          <p:nvPr>
            <p:ph type="body" sz="quarter" idx="27"/>
          </p:nvPr>
        </p:nvSpPr>
        <p:spPr>
          <a:xfrm>
            <a:off x="4655841" y="1634285"/>
            <a:ext cx="698529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
        <p:nvSpPr>
          <p:cNvPr id="21" name="Content Placeholder 20">
            <a:extLst>
              <a:ext uri="{FF2B5EF4-FFF2-40B4-BE49-F238E27FC236}">
                <a16:creationId xmlns:a16="http://schemas.microsoft.com/office/drawing/2014/main" id="{E70BDE52-9B00-C2A8-F626-B256D02BD0F0}"/>
              </a:ext>
            </a:extLst>
          </p:cNvPr>
          <p:cNvSpPr>
            <a:spLocks noGrp="1"/>
          </p:cNvSpPr>
          <p:nvPr>
            <p:ph sz="quarter" idx="28"/>
          </p:nvPr>
        </p:nvSpPr>
        <p:spPr>
          <a:xfrm>
            <a:off x="4655841" y="2132856"/>
            <a:ext cx="69852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9">
            <a:extLst>
              <a:ext uri="{FF2B5EF4-FFF2-40B4-BE49-F238E27FC236}">
                <a16:creationId xmlns:a16="http://schemas.microsoft.com/office/drawing/2014/main" id="{11D06750-D717-3C72-A9E7-30B20496520E}"/>
              </a:ext>
            </a:extLst>
          </p:cNvPr>
          <p:cNvSpPr>
            <a:spLocks noGrp="1"/>
          </p:cNvSpPr>
          <p:nvPr>
            <p:ph type="body" sz="quarter" idx="22" hasCustomPrompt="1"/>
          </p:nvPr>
        </p:nvSpPr>
        <p:spPr>
          <a:xfrm>
            <a:off x="550200" y="1634286"/>
            <a:ext cx="33123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9" name="Title 4">
            <a:extLst>
              <a:ext uri="{FF2B5EF4-FFF2-40B4-BE49-F238E27FC236}">
                <a16:creationId xmlns:a16="http://schemas.microsoft.com/office/drawing/2014/main" id="{621CAE5D-3E25-1FC1-0588-6D3144862513}"/>
              </a:ext>
            </a:extLst>
          </p:cNvPr>
          <p:cNvSpPr>
            <a:spLocks noGrp="1"/>
          </p:cNvSpPr>
          <p:nvPr>
            <p:ph type="title"/>
          </p:nvPr>
        </p:nvSpPr>
        <p:spPr>
          <a:xfrm>
            <a:off x="551384" y="549274"/>
            <a:ext cx="3312368" cy="930372"/>
          </a:xfrm>
        </p:spPr>
        <p:txBody>
          <a:bodyPr/>
          <a:lstStyle/>
          <a:p>
            <a:r>
              <a:rPr lang="en-US"/>
              <a:t>Click to edit Master title style</a:t>
            </a:r>
          </a:p>
        </p:txBody>
      </p:sp>
      <p:sp>
        <p:nvSpPr>
          <p:cNvPr id="11" name="Content Placeholder 5">
            <a:extLst>
              <a:ext uri="{FF2B5EF4-FFF2-40B4-BE49-F238E27FC236}">
                <a16:creationId xmlns:a16="http://schemas.microsoft.com/office/drawing/2014/main" id="{929189C8-410E-9C4A-019C-9B1A47D8D2ED}"/>
              </a:ext>
            </a:extLst>
          </p:cNvPr>
          <p:cNvSpPr>
            <a:spLocks noGrp="1"/>
          </p:cNvSpPr>
          <p:nvPr>
            <p:ph sz="quarter" idx="31"/>
          </p:nvPr>
        </p:nvSpPr>
        <p:spPr>
          <a:xfrm>
            <a:off x="551384" y="2132856"/>
            <a:ext cx="33123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2202102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Content 2 Chapterbox">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77C5B2B-C975-C7B1-B844-1E018309B61A}"/>
              </a:ext>
            </a:extLst>
          </p:cNvPr>
          <p:cNvSpPr/>
          <p:nvPr userDrawn="1"/>
        </p:nvSpPr>
        <p:spPr>
          <a:xfrm rot="16200000" flipV="1">
            <a:off x="4793851" y="-540154"/>
            <a:ext cx="6857998" cy="7938307"/>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bg1"/>
              </a:solidFill>
            </a:endParaRPr>
          </a:p>
        </p:txBody>
      </p:sp>
      <p:grpSp>
        <p:nvGrpSpPr>
          <p:cNvPr id="14" name="Group 37">
            <a:extLst>
              <a:ext uri="{FF2B5EF4-FFF2-40B4-BE49-F238E27FC236}">
                <a16:creationId xmlns:a16="http://schemas.microsoft.com/office/drawing/2014/main" id="{C2BCEB8F-2E64-576C-BD81-D1EA1D1C485E}"/>
              </a:ext>
            </a:extLst>
          </p:cNvPr>
          <p:cNvGrpSpPr/>
          <p:nvPr userDrawn="1"/>
        </p:nvGrpSpPr>
        <p:grpSpPr>
          <a:xfrm>
            <a:off x="11770322" y="176700"/>
            <a:ext cx="260230" cy="240782"/>
            <a:chOff x="5481638" y="2859088"/>
            <a:chExt cx="1231900" cy="1139825"/>
          </a:xfrm>
          <a:solidFill>
            <a:schemeClr val="bg2"/>
          </a:solidFill>
        </p:grpSpPr>
        <p:sp>
          <p:nvSpPr>
            <p:cNvPr id="15" name="Freeform 320">
              <a:extLst>
                <a:ext uri="{FF2B5EF4-FFF2-40B4-BE49-F238E27FC236}">
                  <a16:creationId xmlns:a16="http://schemas.microsoft.com/office/drawing/2014/main" id="{D5CA2252-9D37-30A4-0693-791158A53452}"/>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6" name="Freeform 321">
              <a:extLst>
                <a:ext uri="{FF2B5EF4-FFF2-40B4-BE49-F238E27FC236}">
                  <a16:creationId xmlns:a16="http://schemas.microsoft.com/office/drawing/2014/main" id="{41A547D1-47C8-9981-46A6-D3C7D68EDC1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766145ED-D9CE-08CB-28E4-8A4A79A6FB2B}"/>
              </a:ext>
            </a:extLst>
          </p:cNvPr>
          <p:cNvSpPr>
            <a:spLocks noGrp="1"/>
          </p:cNvSpPr>
          <p:nvPr>
            <p:ph type="dt" sz="half" idx="24"/>
          </p:nvPr>
        </p:nvSpPr>
        <p:spPr/>
        <p:txBody>
          <a:bodyPr/>
          <a:lstStyle/>
          <a:p>
            <a:pPr>
              <a:spcBef>
                <a:spcPts val="1000"/>
              </a:spcBef>
              <a:buFont typeface="Arial" panose="020B0604020202020204" pitchFamily="34" charset="0"/>
              <a:buNone/>
            </a:pPr>
            <a:r>
              <a:rPr lang="pl-PL"/>
              <a:t>Company Confidential © Capgemini 2026. All rights reserved.</a:t>
            </a:r>
            <a:endParaRPr lang="en-US"/>
          </a:p>
        </p:txBody>
      </p:sp>
      <p:sp>
        <p:nvSpPr>
          <p:cNvPr id="4" name="Footer Placeholder 3">
            <a:extLst>
              <a:ext uri="{FF2B5EF4-FFF2-40B4-BE49-F238E27FC236}">
                <a16:creationId xmlns:a16="http://schemas.microsoft.com/office/drawing/2014/main" id="{2D2C1A62-1994-E6C5-D27B-038BDFD0C15D}"/>
              </a:ext>
            </a:extLst>
          </p:cNvPr>
          <p:cNvSpPr>
            <a:spLocks noGrp="1"/>
          </p:cNvSpPr>
          <p:nvPr>
            <p:ph type="ftr" sz="quarter" idx="25"/>
          </p:nvPr>
        </p:nvSpPr>
        <p:spPr>
          <a:xfrm>
            <a:off x="550863" y="6650661"/>
            <a:ext cx="4716524" cy="123111"/>
          </a:xfrm>
          <a:prstGeom prst="rect">
            <a:avLst/>
          </a:prstGeom>
        </p:spPr>
        <p:txBody>
          <a:bodyPr/>
          <a:lstStyle/>
          <a:p>
            <a:pPr>
              <a:spcBef>
                <a:spcPts val="1000"/>
              </a:spcBef>
              <a:buFont typeface="Arial" panose="020B0604020202020204" pitchFamily="34" charset="0"/>
              <a:buNone/>
            </a:pPr>
            <a:r>
              <a:rPr lang="en-IN"/>
              <a:t>TMT Monthly Update |  June 2026</a:t>
            </a:r>
            <a:endParaRPr lang="en-US"/>
          </a:p>
        </p:txBody>
      </p:sp>
      <p:sp>
        <p:nvSpPr>
          <p:cNvPr id="5" name="Slide Number Placeholder 4">
            <a:extLst>
              <a:ext uri="{FF2B5EF4-FFF2-40B4-BE49-F238E27FC236}">
                <a16:creationId xmlns:a16="http://schemas.microsoft.com/office/drawing/2014/main" id="{FE33FDCA-05A6-1B47-853B-F56E9D56B728}"/>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9" name="Content Placeholder 20">
            <a:extLst>
              <a:ext uri="{FF2B5EF4-FFF2-40B4-BE49-F238E27FC236}">
                <a16:creationId xmlns:a16="http://schemas.microsoft.com/office/drawing/2014/main" id="{8AF30424-EC22-815F-0364-A40BD8FB5A94}"/>
              </a:ext>
            </a:extLst>
          </p:cNvPr>
          <p:cNvSpPr>
            <a:spLocks noGrp="1"/>
          </p:cNvSpPr>
          <p:nvPr>
            <p:ph sz="quarter" idx="28"/>
          </p:nvPr>
        </p:nvSpPr>
        <p:spPr>
          <a:xfrm>
            <a:off x="4655841" y="2132856"/>
            <a:ext cx="69852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9">
            <a:extLst>
              <a:ext uri="{FF2B5EF4-FFF2-40B4-BE49-F238E27FC236}">
                <a16:creationId xmlns:a16="http://schemas.microsoft.com/office/drawing/2014/main" id="{3D8C5119-2E27-2F8D-2393-F11C985DEEFE}"/>
              </a:ext>
            </a:extLst>
          </p:cNvPr>
          <p:cNvSpPr>
            <a:spLocks noGrp="1"/>
          </p:cNvSpPr>
          <p:nvPr>
            <p:ph type="body" sz="quarter" idx="22" hasCustomPrompt="1"/>
          </p:nvPr>
        </p:nvSpPr>
        <p:spPr>
          <a:xfrm>
            <a:off x="550200" y="1634286"/>
            <a:ext cx="33123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3" name="Title 4">
            <a:extLst>
              <a:ext uri="{FF2B5EF4-FFF2-40B4-BE49-F238E27FC236}">
                <a16:creationId xmlns:a16="http://schemas.microsoft.com/office/drawing/2014/main" id="{AFA6B1A6-69A7-1CAE-0836-CA4C24413C3B}"/>
              </a:ext>
            </a:extLst>
          </p:cNvPr>
          <p:cNvSpPr>
            <a:spLocks noGrp="1"/>
          </p:cNvSpPr>
          <p:nvPr>
            <p:ph type="title"/>
          </p:nvPr>
        </p:nvSpPr>
        <p:spPr>
          <a:xfrm>
            <a:off x="551384" y="549274"/>
            <a:ext cx="3312368" cy="930372"/>
          </a:xfrm>
        </p:spPr>
        <p:txBody>
          <a:bodyPr/>
          <a:lstStyle/>
          <a:p>
            <a:r>
              <a:rPr lang="en-US"/>
              <a:t>Click to edit Master title style</a:t>
            </a:r>
          </a:p>
        </p:txBody>
      </p:sp>
      <p:sp>
        <p:nvSpPr>
          <p:cNvPr id="18" name="Content Placeholder 5">
            <a:extLst>
              <a:ext uri="{FF2B5EF4-FFF2-40B4-BE49-F238E27FC236}">
                <a16:creationId xmlns:a16="http://schemas.microsoft.com/office/drawing/2014/main" id="{98A4F07B-7612-308A-3654-BE7DBBF41070}"/>
              </a:ext>
            </a:extLst>
          </p:cNvPr>
          <p:cNvSpPr>
            <a:spLocks noGrp="1"/>
          </p:cNvSpPr>
          <p:nvPr>
            <p:ph sz="quarter" idx="31"/>
          </p:nvPr>
        </p:nvSpPr>
        <p:spPr>
          <a:xfrm>
            <a:off x="551384" y="2132856"/>
            <a:ext cx="33123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hapter Placeholder 2">
            <a:extLst>
              <a:ext uri="{FF2B5EF4-FFF2-40B4-BE49-F238E27FC236}">
                <a16:creationId xmlns:a16="http://schemas.microsoft.com/office/drawing/2014/main" id="{45C81183-EAF5-59AC-9312-889607D0BF65}"/>
              </a:ext>
            </a:extLst>
          </p:cNvPr>
          <p:cNvSpPr>
            <a:spLocks noGrp="1"/>
          </p:cNvSpPr>
          <p:nvPr>
            <p:ph type="body" sz="quarter" idx="13" hasCustomPrompt="1"/>
          </p:nvPr>
        </p:nvSpPr>
        <p:spPr>
          <a:xfrm>
            <a:off x="550863" y="266219"/>
            <a:ext cx="3311705" cy="151264"/>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20" name="Text Placeholder 10">
            <a:extLst>
              <a:ext uri="{FF2B5EF4-FFF2-40B4-BE49-F238E27FC236}">
                <a16:creationId xmlns:a16="http://schemas.microsoft.com/office/drawing/2014/main" id="{AF667FFB-A6CF-0DAC-F73F-F6AC39EE2761}"/>
              </a:ext>
            </a:extLst>
          </p:cNvPr>
          <p:cNvSpPr>
            <a:spLocks noGrp="1"/>
          </p:cNvSpPr>
          <p:nvPr>
            <p:ph type="body" sz="quarter" idx="27"/>
          </p:nvPr>
        </p:nvSpPr>
        <p:spPr>
          <a:xfrm>
            <a:off x="4655841" y="1634285"/>
            <a:ext cx="698529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25693347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Content 3">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FDA5053-3D63-3C3B-F1E9-69CFF9FC43BA}"/>
              </a:ext>
            </a:extLst>
          </p:cNvPr>
          <p:cNvSpPr/>
          <p:nvPr userDrawn="1"/>
        </p:nvSpPr>
        <p:spPr>
          <a:xfrm rot="16200000" flipV="1">
            <a:off x="5715003" y="380999"/>
            <a:ext cx="6857998" cy="6096002"/>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C7484E95-42C9-8DB4-CE16-9F65A190121F}"/>
              </a:ext>
            </a:extLst>
          </p:cNvPr>
          <p:cNvGrpSpPr/>
          <p:nvPr userDrawn="1"/>
        </p:nvGrpSpPr>
        <p:grpSpPr>
          <a:xfrm>
            <a:off x="11770322" y="176700"/>
            <a:ext cx="260230" cy="240782"/>
            <a:chOff x="5481638" y="2859088"/>
            <a:chExt cx="1231900" cy="1139825"/>
          </a:xfrm>
          <a:solidFill>
            <a:schemeClr val="bg2"/>
          </a:solidFill>
        </p:grpSpPr>
        <p:sp>
          <p:nvSpPr>
            <p:cNvPr id="21" name="Freeform 320">
              <a:extLst>
                <a:ext uri="{FF2B5EF4-FFF2-40B4-BE49-F238E27FC236}">
                  <a16:creationId xmlns:a16="http://schemas.microsoft.com/office/drawing/2014/main" id="{1A559A5A-FF5B-C4A1-FBB9-17F04B2572FB}"/>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AA3487D1-995C-B436-2407-E724FC0582FA}"/>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4" name="Date Placeholder 3">
            <a:extLst>
              <a:ext uri="{FF2B5EF4-FFF2-40B4-BE49-F238E27FC236}">
                <a16:creationId xmlns:a16="http://schemas.microsoft.com/office/drawing/2014/main" id="{358A13D8-885F-6258-82CC-EE1A7ED60DB2}"/>
              </a:ext>
            </a:extLst>
          </p:cNvPr>
          <p:cNvSpPr>
            <a:spLocks noGrp="1"/>
          </p:cNvSpPr>
          <p:nvPr>
            <p:ph type="dt" sz="half" idx="24"/>
          </p:nvPr>
        </p:nvSpPr>
        <p:spPr/>
        <p:txBody>
          <a:bodyPr/>
          <a:lstStyle/>
          <a:p>
            <a:pPr>
              <a:spcBef>
                <a:spcPts val="1000"/>
              </a:spcBef>
              <a:buFont typeface="Arial" panose="020B0604020202020204" pitchFamily="34" charset="0"/>
              <a:buNone/>
            </a:pPr>
            <a:r>
              <a:rPr lang="pl-PL"/>
              <a:t>Company Confidential © Capgemini 2026. All rights reserved.</a:t>
            </a:r>
            <a:endParaRPr lang="en-US"/>
          </a:p>
        </p:txBody>
      </p:sp>
      <p:sp>
        <p:nvSpPr>
          <p:cNvPr id="6" name="Footer Placeholder 5">
            <a:extLst>
              <a:ext uri="{FF2B5EF4-FFF2-40B4-BE49-F238E27FC236}">
                <a16:creationId xmlns:a16="http://schemas.microsoft.com/office/drawing/2014/main" id="{F3CB3B34-F920-D8B3-B36B-15435A286DB2}"/>
              </a:ext>
            </a:extLst>
          </p:cNvPr>
          <p:cNvSpPr>
            <a:spLocks noGrp="1"/>
          </p:cNvSpPr>
          <p:nvPr>
            <p:ph type="ftr" sz="quarter" idx="25"/>
          </p:nvPr>
        </p:nvSpPr>
        <p:spPr>
          <a:xfrm>
            <a:off x="550863" y="6650661"/>
            <a:ext cx="4716524" cy="123111"/>
          </a:xfrm>
          <a:prstGeom prst="rect">
            <a:avLst/>
          </a:prstGeom>
        </p:spPr>
        <p:txBody>
          <a:bodyPr/>
          <a:lstStyle/>
          <a:p>
            <a:pPr>
              <a:spcBef>
                <a:spcPts val="1000"/>
              </a:spcBef>
              <a:buFont typeface="Arial" panose="020B0604020202020204" pitchFamily="34" charset="0"/>
              <a:buNone/>
            </a:pPr>
            <a:r>
              <a:rPr lang="en-IN"/>
              <a:t>TMT Monthly Update |  June 2026</a:t>
            </a:r>
            <a:endParaRPr lang="en-US"/>
          </a:p>
        </p:txBody>
      </p:sp>
      <p:sp>
        <p:nvSpPr>
          <p:cNvPr id="7" name="Slide Number Placeholder 6">
            <a:extLst>
              <a:ext uri="{FF2B5EF4-FFF2-40B4-BE49-F238E27FC236}">
                <a16:creationId xmlns:a16="http://schemas.microsoft.com/office/drawing/2014/main" id="{D2B44653-FCDA-83BF-7377-AD5F2E69077A}"/>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F94673B4-77FE-F1CB-0F2B-E9CA250FB2B6}"/>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0" name="Title 4">
            <a:extLst>
              <a:ext uri="{FF2B5EF4-FFF2-40B4-BE49-F238E27FC236}">
                <a16:creationId xmlns:a16="http://schemas.microsoft.com/office/drawing/2014/main" id="{1E48061D-F3E5-383D-6B8F-2C827E9EE8FD}"/>
              </a:ext>
            </a:extLst>
          </p:cNvPr>
          <p:cNvSpPr>
            <a:spLocks noGrp="1"/>
          </p:cNvSpPr>
          <p:nvPr>
            <p:ph type="title"/>
          </p:nvPr>
        </p:nvSpPr>
        <p:spPr>
          <a:xfrm>
            <a:off x="551384" y="549274"/>
            <a:ext cx="5112568" cy="930372"/>
          </a:xfrm>
        </p:spPr>
        <p:txBody>
          <a:bodyPr/>
          <a:lstStyle/>
          <a:p>
            <a:r>
              <a:rPr lang="en-US"/>
              <a:t>Click to edit Master title style</a:t>
            </a:r>
          </a:p>
        </p:txBody>
      </p:sp>
      <p:sp>
        <p:nvSpPr>
          <p:cNvPr id="12" name="Content Placeholder 5">
            <a:extLst>
              <a:ext uri="{FF2B5EF4-FFF2-40B4-BE49-F238E27FC236}">
                <a16:creationId xmlns:a16="http://schemas.microsoft.com/office/drawing/2014/main" id="{626CD0FD-2710-377C-0AF5-3D235D7D2581}"/>
              </a:ext>
            </a:extLst>
          </p:cNvPr>
          <p:cNvSpPr>
            <a:spLocks noGrp="1"/>
          </p:cNvSpPr>
          <p:nvPr>
            <p:ph sz="quarter" idx="31"/>
          </p:nvPr>
        </p:nvSpPr>
        <p:spPr>
          <a:xfrm>
            <a:off x="551384" y="2132856"/>
            <a:ext cx="51125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20">
            <a:extLst>
              <a:ext uri="{FF2B5EF4-FFF2-40B4-BE49-F238E27FC236}">
                <a16:creationId xmlns:a16="http://schemas.microsoft.com/office/drawing/2014/main" id="{2B515CA7-8DCF-54B4-09AA-94A802519A74}"/>
              </a:ext>
            </a:extLst>
          </p:cNvPr>
          <p:cNvSpPr>
            <a:spLocks noGrp="1"/>
          </p:cNvSpPr>
          <p:nvPr>
            <p:ph sz="quarter" idx="28"/>
          </p:nvPr>
        </p:nvSpPr>
        <p:spPr>
          <a:xfrm>
            <a:off x="6491381" y="2132856"/>
            <a:ext cx="5149757"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10">
            <a:extLst>
              <a:ext uri="{FF2B5EF4-FFF2-40B4-BE49-F238E27FC236}">
                <a16:creationId xmlns:a16="http://schemas.microsoft.com/office/drawing/2014/main" id="{2ED5F6CF-D037-F768-2935-84A770471395}"/>
              </a:ext>
            </a:extLst>
          </p:cNvPr>
          <p:cNvSpPr>
            <a:spLocks noGrp="1"/>
          </p:cNvSpPr>
          <p:nvPr>
            <p:ph type="body" sz="quarter" idx="27"/>
          </p:nvPr>
        </p:nvSpPr>
        <p:spPr>
          <a:xfrm>
            <a:off x="6491381" y="1634285"/>
            <a:ext cx="514975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31036761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Content 3 Chapterbox">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FDA5053-3D63-3C3B-F1E9-69CFF9FC43BA}"/>
              </a:ext>
            </a:extLst>
          </p:cNvPr>
          <p:cNvSpPr/>
          <p:nvPr userDrawn="1"/>
        </p:nvSpPr>
        <p:spPr>
          <a:xfrm rot="16200000" flipV="1">
            <a:off x="5715003" y="381000"/>
            <a:ext cx="6857998" cy="6096002"/>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C7484E95-42C9-8DB4-CE16-9F65A190121F}"/>
              </a:ext>
            </a:extLst>
          </p:cNvPr>
          <p:cNvGrpSpPr/>
          <p:nvPr userDrawn="1"/>
        </p:nvGrpSpPr>
        <p:grpSpPr>
          <a:xfrm>
            <a:off x="11770322" y="176700"/>
            <a:ext cx="260230" cy="240782"/>
            <a:chOff x="5481638" y="2859088"/>
            <a:chExt cx="1231900" cy="1139825"/>
          </a:xfrm>
          <a:solidFill>
            <a:schemeClr val="bg2"/>
          </a:solidFill>
        </p:grpSpPr>
        <p:sp>
          <p:nvSpPr>
            <p:cNvPr id="21" name="Freeform 320">
              <a:extLst>
                <a:ext uri="{FF2B5EF4-FFF2-40B4-BE49-F238E27FC236}">
                  <a16:creationId xmlns:a16="http://schemas.microsoft.com/office/drawing/2014/main" id="{1A559A5A-FF5B-C4A1-FBB9-17F04B2572FB}"/>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AA3487D1-995C-B436-2407-E724FC0582FA}"/>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4" name="Date Placeholder 3">
            <a:extLst>
              <a:ext uri="{FF2B5EF4-FFF2-40B4-BE49-F238E27FC236}">
                <a16:creationId xmlns:a16="http://schemas.microsoft.com/office/drawing/2014/main" id="{358A13D8-885F-6258-82CC-EE1A7ED60DB2}"/>
              </a:ext>
            </a:extLst>
          </p:cNvPr>
          <p:cNvSpPr>
            <a:spLocks noGrp="1"/>
          </p:cNvSpPr>
          <p:nvPr>
            <p:ph type="dt" sz="half" idx="24"/>
          </p:nvPr>
        </p:nvSpPr>
        <p:spPr/>
        <p:txBody>
          <a:bodyPr/>
          <a:lstStyle/>
          <a:p>
            <a:pPr>
              <a:spcBef>
                <a:spcPts val="1000"/>
              </a:spcBef>
              <a:buFont typeface="Arial" panose="020B0604020202020204" pitchFamily="34" charset="0"/>
              <a:buNone/>
            </a:pPr>
            <a:r>
              <a:rPr lang="pl-PL"/>
              <a:t>Company Confidential © Capgemini 2026. All rights reserved.</a:t>
            </a:r>
            <a:endParaRPr lang="en-US"/>
          </a:p>
        </p:txBody>
      </p:sp>
      <p:sp>
        <p:nvSpPr>
          <p:cNvPr id="6" name="Footer Placeholder 5">
            <a:extLst>
              <a:ext uri="{FF2B5EF4-FFF2-40B4-BE49-F238E27FC236}">
                <a16:creationId xmlns:a16="http://schemas.microsoft.com/office/drawing/2014/main" id="{F3CB3B34-F920-D8B3-B36B-15435A286DB2}"/>
              </a:ext>
            </a:extLst>
          </p:cNvPr>
          <p:cNvSpPr>
            <a:spLocks noGrp="1"/>
          </p:cNvSpPr>
          <p:nvPr>
            <p:ph type="ftr" sz="quarter" idx="25"/>
          </p:nvPr>
        </p:nvSpPr>
        <p:spPr>
          <a:xfrm>
            <a:off x="550863" y="6650661"/>
            <a:ext cx="4716524" cy="123111"/>
          </a:xfrm>
          <a:prstGeom prst="rect">
            <a:avLst/>
          </a:prstGeom>
        </p:spPr>
        <p:txBody>
          <a:bodyPr/>
          <a:lstStyle/>
          <a:p>
            <a:pPr>
              <a:spcBef>
                <a:spcPts val="1000"/>
              </a:spcBef>
              <a:buFont typeface="Arial" panose="020B0604020202020204" pitchFamily="34" charset="0"/>
              <a:buNone/>
            </a:pPr>
            <a:r>
              <a:rPr lang="en-IN"/>
              <a:t>TMT Monthly Update |  June 2026</a:t>
            </a:r>
            <a:endParaRPr lang="en-US"/>
          </a:p>
        </p:txBody>
      </p:sp>
      <p:sp>
        <p:nvSpPr>
          <p:cNvPr id="7" name="Slide Number Placeholder 6">
            <a:extLst>
              <a:ext uri="{FF2B5EF4-FFF2-40B4-BE49-F238E27FC236}">
                <a16:creationId xmlns:a16="http://schemas.microsoft.com/office/drawing/2014/main" id="{D2B44653-FCDA-83BF-7377-AD5F2E69077A}"/>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B596F1C6-4A2C-32A4-F91B-7A46197FE40E}"/>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2" name="Title 4">
            <a:extLst>
              <a:ext uri="{FF2B5EF4-FFF2-40B4-BE49-F238E27FC236}">
                <a16:creationId xmlns:a16="http://schemas.microsoft.com/office/drawing/2014/main" id="{028C5415-53AD-E669-9486-5FBA89A04F29}"/>
              </a:ext>
            </a:extLst>
          </p:cNvPr>
          <p:cNvSpPr>
            <a:spLocks noGrp="1"/>
          </p:cNvSpPr>
          <p:nvPr>
            <p:ph type="title"/>
          </p:nvPr>
        </p:nvSpPr>
        <p:spPr>
          <a:xfrm>
            <a:off x="551384" y="549274"/>
            <a:ext cx="5112568"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1BEDBCBF-3BC8-AA4A-1F58-81530B90708A}"/>
              </a:ext>
            </a:extLst>
          </p:cNvPr>
          <p:cNvSpPr>
            <a:spLocks noGrp="1"/>
          </p:cNvSpPr>
          <p:nvPr>
            <p:ph sz="quarter" idx="31"/>
          </p:nvPr>
        </p:nvSpPr>
        <p:spPr>
          <a:xfrm>
            <a:off x="551384" y="2132856"/>
            <a:ext cx="51125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20">
            <a:extLst>
              <a:ext uri="{FF2B5EF4-FFF2-40B4-BE49-F238E27FC236}">
                <a16:creationId xmlns:a16="http://schemas.microsoft.com/office/drawing/2014/main" id="{1B7CBEC2-7246-C86B-4339-C14AFC3677BC}"/>
              </a:ext>
            </a:extLst>
          </p:cNvPr>
          <p:cNvSpPr>
            <a:spLocks noGrp="1"/>
          </p:cNvSpPr>
          <p:nvPr>
            <p:ph sz="quarter" idx="28"/>
          </p:nvPr>
        </p:nvSpPr>
        <p:spPr>
          <a:xfrm>
            <a:off x="6491381" y="2132856"/>
            <a:ext cx="5149757"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hapter Placeholder 2">
            <a:extLst>
              <a:ext uri="{FF2B5EF4-FFF2-40B4-BE49-F238E27FC236}">
                <a16:creationId xmlns:a16="http://schemas.microsoft.com/office/drawing/2014/main" id="{81125B0F-654E-18D6-D135-80BD1EED9DED}"/>
              </a:ext>
            </a:extLst>
          </p:cNvPr>
          <p:cNvSpPr>
            <a:spLocks noGrp="1"/>
          </p:cNvSpPr>
          <p:nvPr>
            <p:ph type="body" sz="quarter" idx="13" hasCustomPrompt="1"/>
          </p:nvPr>
        </p:nvSpPr>
        <p:spPr>
          <a:xfrm>
            <a:off x="550863" y="266219"/>
            <a:ext cx="5111905"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8" name="Text Placeholder 10">
            <a:extLst>
              <a:ext uri="{FF2B5EF4-FFF2-40B4-BE49-F238E27FC236}">
                <a16:creationId xmlns:a16="http://schemas.microsoft.com/office/drawing/2014/main" id="{258EBFC3-CBC8-925F-B836-0EE26BFE8CF5}"/>
              </a:ext>
            </a:extLst>
          </p:cNvPr>
          <p:cNvSpPr>
            <a:spLocks noGrp="1"/>
          </p:cNvSpPr>
          <p:nvPr>
            <p:ph type="body" sz="quarter" idx="27"/>
          </p:nvPr>
        </p:nvSpPr>
        <p:spPr>
          <a:xfrm>
            <a:off x="6491381" y="1634285"/>
            <a:ext cx="514975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49068518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Content 4">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900C123-9D30-0EBC-5FF8-AB8833A92E04}"/>
              </a:ext>
            </a:extLst>
          </p:cNvPr>
          <p:cNvSpPr/>
          <p:nvPr userDrawn="1"/>
        </p:nvSpPr>
        <p:spPr>
          <a:xfrm rot="16200000" flipV="1">
            <a:off x="6640013" y="1306009"/>
            <a:ext cx="6857998" cy="4245983"/>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8" name="Group 37">
            <a:extLst>
              <a:ext uri="{FF2B5EF4-FFF2-40B4-BE49-F238E27FC236}">
                <a16:creationId xmlns:a16="http://schemas.microsoft.com/office/drawing/2014/main" id="{EAB09A99-143F-FC31-39FF-7DF7B4ACA5CF}"/>
              </a:ext>
            </a:extLst>
          </p:cNvPr>
          <p:cNvGrpSpPr/>
          <p:nvPr userDrawn="1"/>
        </p:nvGrpSpPr>
        <p:grpSpPr>
          <a:xfrm>
            <a:off x="11770322" y="176700"/>
            <a:ext cx="260230" cy="240782"/>
            <a:chOff x="5481638" y="2859088"/>
            <a:chExt cx="1231900" cy="1139825"/>
          </a:xfrm>
          <a:solidFill>
            <a:schemeClr val="bg2"/>
          </a:solidFill>
        </p:grpSpPr>
        <p:sp>
          <p:nvSpPr>
            <p:cNvPr id="19" name="Freeform 320">
              <a:extLst>
                <a:ext uri="{FF2B5EF4-FFF2-40B4-BE49-F238E27FC236}">
                  <a16:creationId xmlns:a16="http://schemas.microsoft.com/office/drawing/2014/main" id="{87F6F8F7-5BC0-8EDE-8130-67B046E555CF}"/>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0" name="Freeform 321">
              <a:extLst>
                <a:ext uri="{FF2B5EF4-FFF2-40B4-BE49-F238E27FC236}">
                  <a16:creationId xmlns:a16="http://schemas.microsoft.com/office/drawing/2014/main" id="{59BC8A90-2223-E3B3-3D95-0EBCFB812F2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545F7198-C878-E20D-1FB2-E42A8A78A28C}"/>
              </a:ext>
            </a:extLst>
          </p:cNvPr>
          <p:cNvSpPr>
            <a:spLocks noGrp="1"/>
          </p:cNvSpPr>
          <p:nvPr>
            <p:ph type="dt" sz="half" idx="24"/>
          </p:nvPr>
        </p:nvSpPr>
        <p:spPr/>
        <p:txBody>
          <a:bodyPr/>
          <a:lstStyle/>
          <a:p>
            <a:pPr>
              <a:spcBef>
                <a:spcPts val="1000"/>
              </a:spcBef>
              <a:buFont typeface="Arial" panose="020B0604020202020204" pitchFamily="34" charset="0"/>
              <a:buNone/>
            </a:pPr>
            <a:r>
              <a:rPr lang="pl-PL"/>
              <a:t>Company Confidential © Capgemini 2026. All rights reserved.</a:t>
            </a:r>
            <a:endParaRPr lang="en-US"/>
          </a:p>
        </p:txBody>
      </p:sp>
      <p:sp>
        <p:nvSpPr>
          <p:cNvPr id="4" name="Footer Placeholder 3">
            <a:extLst>
              <a:ext uri="{FF2B5EF4-FFF2-40B4-BE49-F238E27FC236}">
                <a16:creationId xmlns:a16="http://schemas.microsoft.com/office/drawing/2014/main" id="{8F3B15C5-4190-C7AB-2CDF-2D3ACCBB15AD}"/>
              </a:ext>
            </a:extLst>
          </p:cNvPr>
          <p:cNvSpPr>
            <a:spLocks noGrp="1"/>
          </p:cNvSpPr>
          <p:nvPr>
            <p:ph type="ftr" sz="quarter" idx="25"/>
          </p:nvPr>
        </p:nvSpPr>
        <p:spPr>
          <a:xfrm>
            <a:off x="550863" y="6650661"/>
            <a:ext cx="4716524" cy="123111"/>
          </a:xfrm>
          <a:prstGeom prst="rect">
            <a:avLst/>
          </a:prstGeom>
        </p:spPr>
        <p:txBody>
          <a:bodyPr/>
          <a:lstStyle/>
          <a:p>
            <a:pPr>
              <a:spcBef>
                <a:spcPts val="1000"/>
              </a:spcBef>
              <a:buFont typeface="Arial" panose="020B0604020202020204" pitchFamily="34" charset="0"/>
              <a:buNone/>
            </a:pPr>
            <a:r>
              <a:rPr lang="en-IN"/>
              <a:t>TMT Monthly Update |  June 2026</a:t>
            </a:r>
            <a:endParaRPr lang="en-US"/>
          </a:p>
        </p:txBody>
      </p:sp>
      <p:sp>
        <p:nvSpPr>
          <p:cNvPr id="6" name="Slide Number Placeholder 5">
            <a:extLst>
              <a:ext uri="{FF2B5EF4-FFF2-40B4-BE49-F238E27FC236}">
                <a16:creationId xmlns:a16="http://schemas.microsoft.com/office/drawing/2014/main" id="{65F939E0-4FD6-2BB5-5421-0B506A62A78F}"/>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1ED26950-AB5A-C0D9-81A8-A04EA350762D}"/>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0" name="Title 4">
            <a:extLst>
              <a:ext uri="{FF2B5EF4-FFF2-40B4-BE49-F238E27FC236}">
                <a16:creationId xmlns:a16="http://schemas.microsoft.com/office/drawing/2014/main" id="{8EC1972F-9263-1D56-27E9-E603C2AABB72}"/>
              </a:ext>
            </a:extLst>
          </p:cNvPr>
          <p:cNvSpPr>
            <a:spLocks noGrp="1"/>
          </p:cNvSpPr>
          <p:nvPr>
            <p:ph type="title"/>
          </p:nvPr>
        </p:nvSpPr>
        <p:spPr>
          <a:xfrm>
            <a:off x="551384" y="549274"/>
            <a:ext cx="6984776"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7FBCB093-A7B1-0D7A-1FAF-74CB36D79D0C}"/>
              </a:ext>
            </a:extLst>
          </p:cNvPr>
          <p:cNvSpPr>
            <a:spLocks noGrp="1"/>
          </p:cNvSpPr>
          <p:nvPr>
            <p:ph sz="quarter" idx="31"/>
          </p:nvPr>
        </p:nvSpPr>
        <p:spPr>
          <a:xfrm>
            <a:off x="551384"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20">
            <a:extLst>
              <a:ext uri="{FF2B5EF4-FFF2-40B4-BE49-F238E27FC236}">
                <a16:creationId xmlns:a16="http://schemas.microsoft.com/office/drawing/2014/main" id="{392BB9FB-913E-27BD-009B-3894E1694801}"/>
              </a:ext>
            </a:extLst>
          </p:cNvPr>
          <p:cNvSpPr>
            <a:spLocks noGrp="1"/>
          </p:cNvSpPr>
          <p:nvPr>
            <p:ph sz="quarter" idx="28"/>
          </p:nvPr>
        </p:nvSpPr>
        <p:spPr>
          <a:xfrm>
            <a:off x="8341401" y="2132856"/>
            <a:ext cx="3299737"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10">
            <a:extLst>
              <a:ext uri="{FF2B5EF4-FFF2-40B4-BE49-F238E27FC236}">
                <a16:creationId xmlns:a16="http://schemas.microsoft.com/office/drawing/2014/main" id="{A2B384BF-001B-7351-C51D-C08A1F393AB6}"/>
              </a:ext>
            </a:extLst>
          </p:cNvPr>
          <p:cNvSpPr>
            <a:spLocks noGrp="1"/>
          </p:cNvSpPr>
          <p:nvPr>
            <p:ph type="body" sz="quarter" idx="27" hasCustomPrompt="1"/>
          </p:nvPr>
        </p:nvSpPr>
        <p:spPr>
          <a:xfrm>
            <a:off x="8341401" y="1634285"/>
            <a:ext cx="329973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a:t>Click to edit Master styles</a:t>
            </a:r>
          </a:p>
        </p:txBody>
      </p:sp>
    </p:spTree>
    <p:extLst>
      <p:ext uri="{BB962C8B-B14F-4D97-AF65-F5344CB8AC3E}">
        <p14:creationId xmlns:p14="http://schemas.microsoft.com/office/powerpoint/2010/main" val="647113677"/>
      </p:ext>
    </p:extLst>
  </p:cSld>
  <p:clrMapOvr>
    <a:overrideClrMapping bg1="lt1" tx1="dk1" bg2="lt2" tx2="dk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Content 4 Chapterbox">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900C123-9D30-0EBC-5FF8-AB8833A92E04}"/>
              </a:ext>
            </a:extLst>
          </p:cNvPr>
          <p:cNvSpPr/>
          <p:nvPr userDrawn="1"/>
        </p:nvSpPr>
        <p:spPr>
          <a:xfrm rot="16200000" flipV="1">
            <a:off x="6640013" y="1306009"/>
            <a:ext cx="6857998" cy="4245983"/>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8" name="Group 37">
            <a:extLst>
              <a:ext uri="{FF2B5EF4-FFF2-40B4-BE49-F238E27FC236}">
                <a16:creationId xmlns:a16="http://schemas.microsoft.com/office/drawing/2014/main" id="{EAB09A99-143F-FC31-39FF-7DF7B4ACA5CF}"/>
              </a:ext>
            </a:extLst>
          </p:cNvPr>
          <p:cNvGrpSpPr/>
          <p:nvPr userDrawn="1"/>
        </p:nvGrpSpPr>
        <p:grpSpPr>
          <a:xfrm>
            <a:off x="11770322" y="176700"/>
            <a:ext cx="260230" cy="240782"/>
            <a:chOff x="5481638" y="2859088"/>
            <a:chExt cx="1231900" cy="1139825"/>
          </a:xfrm>
          <a:solidFill>
            <a:schemeClr val="bg2"/>
          </a:solidFill>
        </p:grpSpPr>
        <p:sp>
          <p:nvSpPr>
            <p:cNvPr id="19" name="Freeform 320">
              <a:extLst>
                <a:ext uri="{FF2B5EF4-FFF2-40B4-BE49-F238E27FC236}">
                  <a16:creationId xmlns:a16="http://schemas.microsoft.com/office/drawing/2014/main" id="{87F6F8F7-5BC0-8EDE-8130-67B046E555CF}"/>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0" name="Freeform 321">
              <a:extLst>
                <a:ext uri="{FF2B5EF4-FFF2-40B4-BE49-F238E27FC236}">
                  <a16:creationId xmlns:a16="http://schemas.microsoft.com/office/drawing/2014/main" id="{59BC8A90-2223-E3B3-3D95-0EBCFB812F2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545F7198-C878-E20D-1FB2-E42A8A78A28C}"/>
              </a:ext>
            </a:extLst>
          </p:cNvPr>
          <p:cNvSpPr>
            <a:spLocks noGrp="1"/>
          </p:cNvSpPr>
          <p:nvPr>
            <p:ph type="dt" sz="half" idx="24"/>
          </p:nvPr>
        </p:nvSpPr>
        <p:spPr/>
        <p:txBody>
          <a:bodyPr/>
          <a:lstStyle/>
          <a:p>
            <a:pPr>
              <a:spcBef>
                <a:spcPts val="1000"/>
              </a:spcBef>
              <a:buFont typeface="Arial" panose="020B0604020202020204" pitchFamily="34" charset="0"/>
              <a:buNone/>
            </a:pPr>
            <a:r>
              <a:rPr lang="pl-PL"/>
              <a:t>Company Confidential © Capgemini 2026. All rights reserved.</a:t>
            </a:r>
            <a:endParaRPr lang="en-US"/>
          </a:p>
        </p:txBody>
      </p:sp>
      <p:sp>
        <p:nvSpPr>
          <p:cNvPr id="4" name="Footer Placeholder 3">
            <a:extLst>
              <a:ext uri="{FF2B5EF4-FFF2-40B4-BE49-F238E27FC236}">
                <a16:creationId xmlns:a16="http://schemas.microsoft.com/office/drawing/2014/main" id="{8F3B15C5-4190-C7AB-2CDF-2D3ACCBB15AD}"/>
              </a:ext>
            </a:extLst>
          </p:cNvPr>
          <p:cNvSpPr>
            <a:spLocks noGrp="1"/>
          </p:cNvSpPr>
          <p:nvPr>
            <p:ph type="ftr" sz="quarter" idx="25"/>
          </p:nvPr>
        </p:nvSpPr>
        <p:spPr>
          <a:xfrm>
            <a:off x="550863" y="6650661"/>
            <a:ext cx="4716524" cy="123111"/>
          </a:xfrm>
          <a:prstGeom prst="rect">
            <a:avLst/>
          </a:prstGeom>
        </p:spPr>
        <p:txBody>
          <a:bodyPr/>
          <a:lstStyle/>
          <a:p>
            <a:pPr>
              <a:spcBef>
                <a:spcPts val="1000"/>
              </a:spcBef>
              <a:buFont typeface="Arial" panose="020B0604020202020204" pitchFamily="34" charset="0"/>
              <a:buNone/>
            </a:pPr>
            <a:r>
              <a:rPr lang="en-IN"/>
              <a:t>TMT Monthly Update |  June 2026</a:t>
            </a:r>
            <a:endParaRPr lang="en-US"/>
          </a:p>
        </p:txBody>
      </p:sp>
      <p:sp>
        <p:nvSpPr>
          <p:cNvPr id="6" name="Slide Number Placeholder 5">
            <a:extLst>
              <a:ext uri="{FF2B5EF4-FFF2-40B4-BE49-F238E27FC236}">
                <a16:creationId xmlns:a16="http://schemas.microsoft.com/office/drawing/2014/main" id="{65F939E0-4FD6-2BB5-5421-0B506A62A78F}"/>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239C7379-C19E-9AE6-CB5B-2451CFFD4A17}"/>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3" name="Title 4">
            <a:extLst>
              <a:ext uri="{FF2B5EF4-FFF2-40B4-BE49-F238E27FC236}">
                <a16:creationId xmlns:a16="http://schemas.microsoft.com/office/drawing/2014/main" id="{21AAEB23-95CA-45A9-837B-CD7BF8DDE56C}"/>
              </a:ext>
            </a:extLst>
          </p:cNvPr>
          <p:cNvSpPr>
            <a:spLocks noGrp="1"/>
          </p:cNvSpPr>
          <p:nvPr>
            <p:ph type="title"/>
          </p:nvPr>
        </p:nvSpPr>
        <p:spPr>
          <a:xfrm>
            <a:off x="551384" y="549274"/>
            <a:ext cx="6984776" cy="930372"/>
          </a:xfrm>
        </p:spPr>
        <p:txBody>
          <a:bodyPr/>
          <a:lstStyle/>
          <a:p>
            <a:r>
              <a:rPr lang="en-US"/>
              <a:t>Click to edit Master title style</a:t>
            </a:r>
          </a:p>
        </p:txBody>
      </p:sp>
      <p:sp>
        <p:nvSpPr>
          <p:cNvPr id="14" name="Content Placeholder 5">
            <a:extLst>
              <a:ext uri="{FF2B5EF4-FFF2-40B4-BE49-F238E27FC236}">
                <a16:creationId xmlns:a16="http://schemas.microsoft.com/office/drawing/2014/main" id="{F9DB2775-E9C6-BBF6-4F21-AC89CB5A2445}"/>
              </a:ext>
            </a:extLst>
          </p:cNvPr>
          <p:cNvSpPr>
            <a:spLocks noGrp="1"/>
          </p:cNvSpPr>
          <p:nvPr>
            <p:ph sz="quarter" idx="31"/>
          </p:nvPr>
        </p:nvSpPr>
        <p:spPr>
          <a:xfrm>
            <a:off x="551384"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20">
            <a:extLst>
              <a:ext uri="{FF2B5EF4-FFF2-40B4-BE49-F238E27FC236}">
                <a16:creationId xmlns:a16="http://schemas.microsoft.com/office/drawing/2014/main" id="{C3ABAB46-458D-AA82-5E79-A54A7AF168E3}"/>
              </a:ext>
            </a:extLst>
          </p:cNvPr>
          <p:cNvSpPr>
            <a:spLocks noGrp="1"/>
          </p:cNvSpPr>
          <p:nvPr>
            <p:ph sz="quarter" idx="28"/>
          </p:nvPr>
        </p:nvSpPr>
        <p:spPr>
          <a:xfrm>
            <a:off x="8341401" y="2132856"/>
            <a:ext cx="3299737"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hapter Placeholder 2">
            <a:extLst>
              <a:ext uri="{FF2B5EF4-FFF2-40B4-BE49-F238E27FC236}">
                <a16:creationId xmlns:a16="http://schemas.microsoft.com/office/drawing/2014/main" id="{6A60C175-61A3-58D8-BABE-160BC93795DC}"/>
              </a:ext>
            </a:extLst>
          </p:cNvPr>
          <p:cNvSpPr>
            <a:spLocks noGrp="1"/>
          </p:cNvSpPr>
          <p:nvPr>
            <p:ph type="body" sz="quarter" idx="13" hasCustomPrompt="1"/>
          </p:nvPr>
        </p:nvSpPr>
        <p:spPr>
          <a:xfrm>
            <a:off x="550863" y="266219"/>
            <a:ext cx="6983870"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7" name="Text Placeholder 10">
            <a:extLst>
              <a:ext uri="{FF2B5EF4-FFF2-40B4-BE49-F238E27FC236}">
                <a16:creationId xmlns:a16="http://schemas.microsoft.com/office/drawing/2014/main" id="{6C357538-B7AF-C31E-63AB-4F5FF078BFCB}"/>
              </a:ext>
            </a:extLst>
          </p:cNvPr>
          <p:cNvSpPr>
            <a:spLocks noGrp="1"/>
          </p:cNvSpPr>
          <p:nvPr>
            <p:ph type="body" sz="quarter" idx="27" hasCustomPrompt="1"/>
          </p:nvPr>
        </p:nvSpPr>
        <p:spPr>
          <a:xfrm>
            <a:off x="8341401" y="1634285"/>
            <a:ext cx="329973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a:t>Click to edit Master styles</a:t>
            </a:r>
          </a:p>
        </p:txBody>
      </p:sp>
    </p:spTree>
    <p:extLst>
      <p:ext uri="{BB962C8B-B14F-4D97-AF65-F5344CB8AC3E}">
        <p14:creationId xmlns:p14="http://schemas.microsoft.com/office/powerpoint/2010/main" val="4185219580"/>
      </p:ext>
    </p:extLst>
  </p:cSld>
  <p:clrMapOvr>
    <a:overrideClrMapping bg1="lt1" tx1="dk1" bg2="lt2" tx2="dk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Content 5">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AEFDD5A-0E10-35E6-046E-79E61257DDF1}"/>
              </a:ext>
            </a:extLst>
          </p:cNvPr>
          <p:cNvSpPr/>
          <p:nvPr userDrawn="1"/>
        </p:nvSpPr>
        <p:spPr>
          <a:xfrm rot="16200000" flipV="1">
            <a:off x="7103001" y="1768998"/>
            <a:ext cx="6857998" cy="3320006"/>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AA1EA1F2-A678-B9A4-119A-DA3923B39A3A}"/>
              </a:ext>
            </a:extLst>
          </p:cNvPr>
          <p:cNvGrpSpPr/>
          <p:nvPr userDrawn="1"/>
        </p:nvGrpSpPr>
        <p:grpSpPr>
          <a:xfrm>
            <a:off x="11770322" y="176700"/>
            <a:ext cx="260230" cy="240782"/>
            <a:chOff x="5481638" y="2859088"/>
            <a:chExt cx="1231900" cy="1139825"/>
          </a:xfrm>
          <a:solidFill>
            <a:schemeClr val="bg2"/>
          </a:solidFill>
        </p:grpSpPr>
        <p:sp>
          <p:nvSpPr>
            <p:cNvPr id="21" name="Freeform 320">
              <a:extLst>
                <a:ext uri="{FF2B5EF4-FFF2-40B4-BE49-F238E27FC236}">
                  <a16:creationId xmlns:a16="http://schemas.microsoft.com/office/drawing/2014/main" id="{F2CAAAB8-8F85-36D6-90A3-F9EF7CA3A4F1}"/>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5CFC2EFB-5E04-2EE5-FF07-1211D0C87D5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Date Placeholder 1">
            <a:extLst>
              <a:ext uri="{FF2B5EF4-FFF2-40B4-BE49-F238E27FC236}">
                <a16:creationId xmlns:a16="http://schemas.microsoft.com/office/drawing/2014/main" id="{2B8F9C6F-5E55-F6B7-39D2-CF5A9A6F84BD}"/>
              </a:ext>
            </a:extLst>
          </p:cNvPr>
          <p:cNvSpPr>
            <a:spLocks noGrp="1"/>
          </p:cNvSpPr>
          <p:nvPr>
            <p:ph type="dt" sz="half" idx="24"/>
          </p:nvPr>
        </p:nvSpPr>
        <p:spPr/>
        <p:txBody>
          <a:bodyPr/>
          <a:lstStyle/>
          <a:p>
            <a:pPr>
              <a:spcBef>
                <a:spcPts val="1000"/>
              </a:spcBef>
              <a:buFont typeface="Arial" panose="020B0604020202020204" pitchFamily="34" charset="0"/>
              <a:buNone/>
            </a:pPr>
            <a:r>
              <a:rPr lang="pl-PL"/>
              <a:t>Company Confidential © Capgemini 2026. All rights reserved.</a:t>
            </a:r>
            <a:endParaRPr lang="en-US"/>
          </a:p>
        </p:txBody>
      </p:sp>
      <p:sp>
        <p:nvSpPr>
          <p:cNvPr id="3" name="Footer Placeholder 2">
            <a:extLst>
              <a:ext uri="{FF2B5EF4-FFF2-40B4-BE49-F238E27FC236}">
                <a16:creationId xmlns:a16="http://schemas.microsoft.com/office/drawing/2014/main" id="{230850CD-89CD-C34B-151D-32B983A0A5B1}"/>
              </a:ext>
            </a:extLst>
          </p:cNvPr>
          <p:cNvSpPr>
            <a:spLocks noGrp="1"/>
          </p:cNvSpPr>
          <p:nvPr>
            <p:ph type="ftr" sz="quarter" idx="25"/>
          </p:nvPr>
        </p:nvSpPr>
        <p:spPr>
          <a:xfrm>
            <a:off x="550863" y="6650661"/>
            <a:ext cx="4716524" cy="123111"/>
          </a:xfrm>
          <a:prstGeom prst="rect">
            <a:avLst/>
          </a:prstGeom>
        </p:spPr>
        <p:txBody>
          <a:bodyPr/>
          <a:lstStyle/>
          <a:p>
            <a:pPr>
              <a:spcBef>
                <a:spcPts val="1000"/>
              </a:spcBef>
              <a:buFont typeface="Arial" panose="020B0604020202020204" pitchFamily="34" charset="0"/>
              <a:buNone/>
            </a:pPr>
            <a:r>
              <a:rPr lang="en-IN"/>
              <a:t>TMT Monthly Update |  June 2026</a:t>
            </a:r>
            <a:endParaRPr lang="en-US"/>
          </a:p>
        </p:txBody>
      </p:sp>
      <p:sp>
        <p:nvSpPr>
          <p:cNvPr id="4" name="Slide Number Placeholder 3">
            <a:extLst>
              <a:ext uri="{FF2B5EF4-FFF2-40B4-BE49-F238E27FC236}">
                <a16:creationId xmlns:a16="http://schemas.microsoft.com/office/drawing/2014/main" id="{C3F4590F-315C-56B0-3B3E-63266FA764B6}"/>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1FD69EF5-DC55-0043-E707-9957A11A30E5}"/>
              </a:ext>
            </a:extLst>
          </p:cNvPr>
          <p:cNvSpPr>
            <a:spLocks noGrp="1"/>
          </p:cNvSpPr>
          <p:nvPr>
            <p:ph type="body" sz="quarter" idx="22" hasCustomPrompt="1"/>
          </p:nvPr>
        </p:nvSpPr>
        <p:spPr>
          <a:xfrm>
            <a:off x="550200" y="1634286"/>
            <a:ext cx="792088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7" name="Title 4">
            <a:extLst>
              <a:ext uri="{FF2B5EF4-FFF2-40B4-BE49-F238E27FC236}">
                <a16:creationId xmlns:a16="http://schemas.microsoft.com/office/drawing/2014/main" id="{C93203A2-28D5-E542-8692-E8BEA6720D63}"/>
              </a:ext>
            </a:extLst>
          </p:cNvPr>
          <p:cNvSpPr>
            <a:spLocks noGrp="1"/>
          </p:cNvSpPr>
          <p:nvPr>
            <p:ph type="title"/>
          </p:nvPr>
        </p:nvSpPr>
        <p:spPr>
          <a:xfrm>
            <a:off x="551384" y="549274"/>
            <a:ext cx="7920880" cy="930372"/>
          </a:xfrm>
        </p:spPr>
        <p:txBody>
          <a:bodyPr/>
          <a:lstStyle/>
          <a:p>
            <a:r>
              <a:rPr lang="en-US"/>
              <a:t>Click to edit Master title style</a:t>
            </a:r>
          </a:p>
        </p:txBody>
      </p:sp>
      <p:sp>
        <p:nvSpPr>
          <p:cNvPr id="9" name="Content Placeholder 5">
            <a:extLst>
              <a:ext uri="{FF2B5EF4-FFF2-40B4-BE49-F238E27FC236}">
                <a16:creationId xmlns:a16="http://schemas.microsoft.com/office/drawing/2014/main" id="{D5680A08-73A9-5D82-7781-A59825059862}"/>
              </a:ext>
            </a:extLst>
          </p:cNvPr>
          <p:cNvSpPr>
            <a:spLocks noGrp="1"/>
          </p:cNvSpPr>
          <p:nvPr>
            <p:ph sz="quarter" idx="31"/>
          </p:nvPr>
        </p:nvSpPr>
        <p:spPr>
          <a:xfrm>
            <a:off x="551384" y="2132856"/>
            <a:ext cx="7920880"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20">
            <a:extLst>
              <a:ext uri="{FF2B5EF4-FFF2-40B4-BE49-F238E27FC236}">
                <a16:creationId xmlns:a16="http://schemas.microsoft.com/office/drawing/2014/main" id="{2D43B5A9-14F0-DD78-070F-A995030041DA}"/>
              </a:ext>
            </a:extLst>
          </p:cNvPr>
          <p:cNvSpPr>
            <a:spLocks noGrp="1"/>
          </p:cNvSpPr>
          <p:nvPr>
            <p:ph sz="quarter" idx="28"/>
          </p:nvPr>
        </p:nvSpPr>
        <p:spPr>
          <a:xfrm>
            <a:off x="9264352" y="2132856"/>
            <a:ext cx="2376786"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10">
            <a:extLst>
              <a:ext uri="{FF2B5EF4-FFF2-40B4-BE49-F238E27FC236}">
                <a16:creationId xmlns:a16="http://schemas.microsoft.com/office/drawing/2014/main" id="{5F56F677-F5B9-1784-B704-0F0DD8F83E23}"/>
              </a:ext>
            </a:extLst>
          </p:cNvPr>
          <p:cNvSpPr>
            <a:spLocks noGrp="1"/>
          </p:cNvSpPr>
          <p:nvPr>
            <p:ph type="body" sz="quarter" idx="27"/>
          </p:nvPr>
        </p:nvSpPr>
        <p:spPr>
          <a:xfrm>
            <a:off x="9264351" y="1635328"/>
            <a:ext cx="2376787"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94263785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Content 5 Chapterbox">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AEFDD5A-0E10-35E6-046E-79E61257DDF1}"/>
              </a:ext>
            </a:extLst>
          </p:cNvPr>
          <p:cNvSpPr/>
          <p:nvPr userDrawn="1"/>
        </p:nvSpPr>
        <p:spPr>
          <a:xfrm rot="16200000" flipV="1">
            <a:off x="7103001" y="1768998"/>
            <a:ext cx="6857998" cy="3320006"/>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AA1EA1F2-A678-B9A4-119A-DA3923B39A3A}"/>
              </a:ext>
            </a:extLst>
          </p:cNvPr>
          <p:cNvGrpSpPr/>
          <p:nvPr userDrawn="1"/>
        </p:nvGrpSpPr>
        <p:grpSpPr>
          <a:xfrm>
            <a:off x="11770322" y="176700"/>
            <a:ext cx="260230" cy="240782"/>
            <a:chOff x="5481638" y="2859088"/>
            <a:chExt cx="1231900" cy="1139825"/>
          </a:xfrm>
          <a:solidFill>
            <a:schemeClr val="bg2"/>
          </a:solidFill>
        </p:grpSpPr>
        <p:sp>
          <p:nvSpPr>
            <p:cNvPr id="21" name="Freeform 320">
              <a:extLst>
                <a:ext uri="{FF2B5EF4-FFF2-40B4-BE49-F238E27FC236}">
                  <a16:creationId xmlns:a16="http://schemas.microsoft.com/office/drawing/2014/main" id="{F2CAAAB8-8F85-36D6-90A3-F9EF7CA3A4F1}"/>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5CFC2EFB-5E04-2EE5-FF07-1211D0C87D5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Date Placeholder 1">
            <a:extLst>
              <a:ext uri="{FF2B5EF4-FFF2-40B4-BE49-F238E27FC236}">
                <a16:creationId xmlns:a16="http://schemas.microsoft.com/office/drawing/2014/main" id="{2B8F9C6F-5E55-F6B7-39D2-CF5A9A6F84BD}"/>
              </a:ext>
            </a:extLst>
          </p:cNvPr>
          <p:cNvSpPr>
            <a:spLocks noGrp="1"/>
          </p:cNvSpPr>
          <p:nvPr>
            <p:ph type="dt" sz="half" idx="24"/>
          </p:nvPr>
        </p:nvSpPr>
        <p:spPr/>
        <p:txBody>
          <a:bodyPr/>
          <a:lstStyle/>
          <a:p>
            <a:pPr>
              <a:spcBef>
                <a:spcPts val="1000"/>
              </a:spcBef>
              <a:buFont typeface="Arial" panose="020B0604020202020204" pitchFamily="34" charset="0"/>
              <a:buNone/>
            </a:pPr>
            <a:r>
              <a:rPr lang="pl-PL"/>
              <a:t>Company Confidential © Capgemini 2026. All rights reserved.</a:t>
            </a:r>
            <a:endParaRPr lang="en-US"/>
          </a:p>
        </p:txBody>
      </p:sp>
      <p:sp>
        <p:nvSpPr>
          <p:cNvPr id="3" name="Footer Placeholder 2">
            <a:extLst>
              <a:ext uri="{FF2B5EF4-FFF2-40B4-BE49-F238E27FC236}">
                <a16:creationId xmlns:a16="http://schemas.microsoft.com/office/drawing/2014/main" id="{230850CD-89CD-C34B-151D-32B983A0A5B1}"/>
              </a:ext>
            </a:extLst>
          </p:cNvPr>
          <p:cNvSpPr>
            <a:spLocks noGrp="1"/>
          </p:cNvSpPr>
          <p:nvPr>
            <p:ph type="ftr" sz="quarter" idx="25"/>
          </p:nvPr>
        </p:nvSpPr>
        <p:spPr>
          <a:xfrm>
            <a:off x="550863" y="6650661"/>
            <a:ext cx="4716524" cy="123111"/>
          </a:xfrm>
          <a:prstGeom prst="rect">
            <a:avLst/>
          </a:prstGeom>
        </p:spPr>
        <p:txBody>
          <a:bodyPr/>
          <a:lstStyle/>
          <a:p>
            <a:pPr>
              <a:spcBef>
                <a:spcPts val="1000"/>
              </a:spcBef>
              <a:buFont typeface="Arial" panose="020B0604020202020204" pitchFamily="34" charset="0"/>
              <a:buNone/>
            </a:pPr>
            <a:r>
              <a:rPr lang="en-IN"/>
              <a:t>TMT Monthly Update |  June 2026</a:t>
            </a:r>
            <a:endParaRPr lang="en-US"/>
          </a:p>
        </p:txBody>
      </p:sp>
      <p:sp>
        <p:nvSpPr>
          <p:cNvPr id="4" name="Slide Number Placeholder 3">
            <a:extLst>
              <a:ext uri="{FF2B5EF4-FFF2-40B4-BE49-F238E27FC236}">
                <a16:creationId xmlns:a16="http://schemas.microsoft.com/office/drawing/2014/main" id="{C3F4590F-315C-56B0-3B3E-63266FA764B6}"/>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77CB4701-5EA8-F228-EB41-0CFF2D895F32}"/>
              </a:ext>
            </a:extLst>
          </p:cNvPr>
          <p:cNvSpPr>
            <a:spLocks noGrp="1"/>
          </p:cNvSpPr>
          <p:nvPr>
            <p:ph type="body" sz="quarter" idx="22" hasCustomPrompt="1"/>
          </p:nvPr>
        </p:nvSpPr>
        <p:spPr>
          <a:xfrm>
            <a:off x="550200" y="1634286"/>
            <a:ext cx="792088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9" name="Title 4">
            <a:extLst>
              <a:ext uri="{FF2B5EF4-FFF2-40B4-BE49-F238E27FC236}">
                <a16:creationId xmlns:a16="http://schemas.microsoft.com/office/drawing/2014/main" id="{A5D329F4-F440-1971-934F-BB7E30406179}"/>
              </a:ext>
            </a:extLst>
          </p:cNvPr>
          <p:cNvSpPr>
            <a:spLocks noGrp="1"/>
          </p:cNvSpPr>
          <p:nvPr>
            <p:ph type="title"/>
          </p:nvPr>
        </p:nvSpPr>
        <p:spPr>
          <a:xfrm>
            <a:off x="551384" y="549274"/>
            <a:ext cx="7920880" cy="930372"/>
          </a:xfrm>
        </p:spPr>
        <p:txBody>
          <a:bodyPr/>
          <a:lstStyle/>
          <a:p>
            <a:r>
              <a:rPr lang="en-US"/>
              <a:t>Click to edit Master title style</a:t>
            </a:r>
          </a:p>
        </p:txBody>
      </p:sp>
      <p:sp>
        <p:nvSpPr>
          <p:cNvPr id="11" name="Content Placeholder 5">
            <a:extLst>
              <a:ext uri="{FF2B5EF4-FFF2-40B4-BE49-F238E27FC236}">
                <a16:creationId xmlns:a16="http://schemas.microsoft.com/office/drawing/2014/main" id="{C57AAAE3-15FB-8EBD-D80A-38D40EBDDEBF}"/>
              </a:ext>
            </a:extLst>
          </p:cNvPr>
          <p:cNvSpPr>
            <a:spLocks noGrp="1"/>
          </p:cNvSpPr>
          <p:nvPr>
            <p:ph sz="quarter" idx="31"/>
          </p:nvPr>
        </p:nvSpPr>
        <p:spPr>
          <a:xfrm>
            <a:off x="551384" y="2132856"/>
            <a:ext cx="7920880"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20">
            <a:extLst>
              <a:ext uri="{FF2B5EF4-FFF2-40B4-BE49-F238E27FC236}">
                <a16:creationId xmlns:a16="http://schemas.microsoft.com/office/drawing/2014/main" id="{D9F4F301-816D-BBA5-0D4F-7106C88BF450}"/>
              </a:ext>
            </a:extLst>
          </p:cNvPr>
          <p:cNvSpPr>
            <a:spLocks noGrp="1"/>
          </p:cNvSpPr>
          <p:nvPr>
            <p:ph sz="quarter" idx="28"/>
          </p:nvPr>
        </p:nvSpPr>
        <p:spPr>
          <a:xfrm>
            <a:off x="9264352" y="2132856"/>
            <a:ext cx="2376786"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hapter Placeholder 2">
            <a:extLst>
              <a:ext uri="{FF2B5EF4-FFF2-40B4-BE49-F238E27FC236}">
                <a16:creationId xmlns:a16="http://schemas.microsoft.com/office/drawing/2014/main" id="{E584A6CD-5C38-ABB3-1278-14FD6AFFF366}"/>
              </a:ext>
            </a:extLst>
          </p:cNvPr>
          <p:cNvSpPr>
            <a:spLocks noGrp="1"/>
          </p:cNvSpPr>
          <p:nvPr>
            <p:ph type="body" sz="quarter" idx="13" hasCustomPrompt="1"/>
          </p:nvPr>
        </p:nvSpPr>
        <p:spPr>
          <a:xfrm>
            <a:off x="550862" y="266219"/>
            <a:ext cx="7919853"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7" name="Text Placeholder 10">
            <a:extLst>
              <a:ext uri="{FF2B5EF4-FFF2-40B4-BE49-F238E27FC236}">
                <a16:creationId xmlns:a16="http://schemas.microsoft.com/office/drawing/2014/main" id="{3D4DF89C-E36B-311B-F8AD-FE3524EF4EF8}"/>
              </a:ext>
            </a:extLst>
          </p:cNvPr>
          <p:cNvSpPr>
            <a:spLocks noGrp="1"/>
          </p:cNvSpPr>
          <p:nvPr>
            <p:ph type="body" sz="quarter" idx="27"/>
          </p:nvPr>
        </p:nvSpPr>
        <p:spPr>
          <a:xfrm>
            <a:off x="9264351" y="1634285"/>
            <a:ext cx="2376787"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355682757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Content 6">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44142192-00F6-71C9-9A77-489CD275D234}"/>
              </a:ext>
            </a:extLst>
          </p:cNvPr>
          <p:cNvSpPr/>
          <p:nvPr userDrawn="1"/>
        </p:nvSpPr>
        <p:spPr>
          <a:xfrm rot="16200000" flipV="1">
            <a:off x="7563095" y="2229091"/>
            <a:ext cx="6857998" cy="2399819"/>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5" name="Group 37">
            <a:extLst>
              <a:ext uri="{FF2B5EF4-FFF2-40B4-BE49-F238E27FC236}">
                <a16:creationId xmlns:a16="http://schemas.microsoft.com/office/drawing/2014/main" id="{3DFDE37E-5420-F85E-8E48-40542DA08033}"/>
              </a:ext>
            </a:extLst>
          </p:cNvPr>
          <p:cNvGrpSpPr/>
          <p:nvPr userDrawn="1"/>
        </p:nvGrpSpPr>
        <p:grpSpPr>
          <a:xfrm>
            <a:off x="11770322" y="176700"/>
            <a:ext cx="260230" cy="240782"/>
            <a:chOff x="5481638" y="2859088"/>
            <a:chExt cx="1231900" cy="1139825"/>
          </a:xfrm>
          <a:solidFill>
            <a:schemeClr val="bg2"/>
          </a:solidFill>
        </p:grpSpPr>
        <p:sp>
          <p:nvSpPr>
            <p:cNvPr id="26" name="Freeform 320">
              <a:extLst>
                <a:ext uri="{FF2B5EF4-FFF2-40B4-BE49-F238E27FC236}">
                  <a16:creationId xmlns:a16="http://schemas.microsoft.com/office/drawing/2014/main" id="{AD48A599-A45D-8D69-AEA6-662642AD9D93}"/>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7" name="Freeform 321">
              <a:extLst>
                <a:ext uri="{FF2B5EF4-FFF2-40B4-BE49-F238E27FC236}">
                  <a16:creationId xmlns:a16="http://schemas.microsoft.com/office/drawing/2014/main" id="{D65A51CC-4C31-51CB-14AC-6B1601AB8AD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D5AE9DA6-521B-F449-72BF-F6B58357D1E2}"/>
              </a:ext>
            </a:extLst>
          </p:cNvPr>
          <p:cNvSpPr>
            <a:spLocks noGrp="1"/>
          </p:cNvSpPr>
          <p:nvPr>
            <p:ph type="dt" sz="half" idx="25"/>
          </p:nvPr>
        </p:nvSpPr>
        <p:spPr/>
        <p:txBody>
          <a:bodyPr/>
          <a:lstStyle/>
          <a:p>
            <a:pPr>
              <a:spcBef>
                <a:spcPts val="1000"/>
              </a:spcBef>
              <a:buFont typeface="Arial" panose="020B0604020202020204" pitchFamily="34" charset="0"/>
              <a:buNone/>
            </a:pPr>
            <a:r>
              <a:rPr lang="pl-PL"/>
              <a:t>Company Confidential © Capgemini 2026. All rights reserved.</a:t>
            </a:r>
            <a:endParaRPr lang="en-US"/>
          </a:p>
        </p:txBody>
      </p:sp>
      <p:sp>
        <p:nvSpPr>
          <p:cNvPr id="4" name="Footer Placeholder 3">
            <a:extLst>
              <a:ext uri="{FF2B5EF4-FFF2-40B4-BE49-F238E27FC236}">
                <a16:creationId xmlns:a16="http://schemas.microsoft.com/office/drawing/2014/main" id="{B8E5A5A4-4ABB-75D4-0347-730FFE4FE623}"/>
              </a:ext>
            </a:extLst>
          </p:cNvPr>
          <p:cNvSpPr>
            <a:spLocks noGrp="1"/>
          </p:cNvSpPr>
          <p:nvPr>
            <p:ph type="ftr" sz="quarter" idx="26"/>
          </p:nvPr>
        </p:nvSpPr>
        <p:spPr>
          <a:xfrm>
            <a:off x="550863" y="6650661"/>
            <a:ext cx="4716524" cy="123111"/>
          </a:xfrm>
          <a:prstGeom prst="rect">
            <a:avLst/>
          </a:prstGeom>
        </p:spPr>
        <p:txBody>
          <a:bodyPr/>
          <a:lstStyle/>
          <a:p>
            <a:pPr>
              <a:spcBef>
                <a:spcPts val="1000"/>
              </a:spcBef>
              <a:buFont typeface="Arial" panose="020B0604020202020204" pitchFamily="34" charset="0"/>
              <a:buNone/>
            </a:pPr>
            <a:r>
              <a:rPr lang="en-IN"/>
              <a:t>TMT Monthly Update |  June 2026</a:t>
            </a:r>
            <a:endParaRPr lang="en-US"/>
          </a:p>
        </p:txBody>
      </p:sp>
      <p:sp>
        <p:nvSpPr>
          <p:cNvPr id="6" name="Slide Number Placeholder 5">
            <a:extLst>
              <a:ext uri="{FF2B5EF4-FFF2-40B4-BE49-F238E27FC236}">
                <a16:creationId xmlns:a16="http://schemas.microsoft.com/office/drawing/2014/main" id="{1D8486EB-33DC-2A07-4FA3-E55575E4F077}"/>
              </a:ext>
            </a:extLst>
          </p:cNvPr>
          <p:cNvSpPr>
            <a:spLocks noGrp="1"/>
          </p:cNvSpPr>
          <p:nvPr>
            <p:ph type="sldNum" sz="quarter" idx="27"/>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F49FFE9F-318B-AD07-86E6-3D605204274E}"/>
              </a:ext>
            </a:extLst>
          </p:cNvPr>
          <p:cNvSpPr>
            <a:spLocks noGrp="1"/>
          </p:cNvSpPr>
          <p:nvPr>
            <p:ph type="body" sz="quarter" idx="22" hasCustomPrompt="1"/>
          </p:nvPr>
        </p:nvSpPr>
        <p:spPr>
          <a:xfrm>
            <a:off x="550200" y="1634286"/>
            <a:ext cx="895419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0" name="Title 4">
            <a:extLst>
              <a:ext uri="{FF2B5EF4-FFF2-40B4-BE49-F238E27FC236}">
                <a16:creationId xmlns:a16="http://schemas.microsoft.com/office/drawing/2014/main" id="{6B5BE04E-C718-08CB-4873-0698E24EE643}"/>
              </a:ext>
            </a:extLst>
          </p:cNvPr>
          <p:cNvSpPr>
            <a:spLocks noGrp="1"/>
          </p:cNvSpPr>
          <p:nvPr>
            <p:ph type="title"/>
          </p:nvPr>
        </p:nvSpPr>
        <p:spPr>
          <a:xfrm>
            <a:off x="551384" y="549274"/>
            <a:ext cx="8954190" cy="930372"/>
          </a:xfrm>
        </p:spPr>
        <p:txBody>
          <a:bodyPr/>
          <a:lstStyle/>
          <a:p>
            <a:r>
              <a:rPr lang="en-US"/>
              <a:t>Click to edit Master title style</a:t>
            </a:r>
          </a:p>
        </p:txBody>
      </p:sp>
      <p:sp>
        <p:nvSpPr>
          <p:cNvPr id="12" name="Content Placeholder 5">
            <a:extLst>
              <a:ext uri="{FF2B5EF4-FFF2-40B4-BE49-F238E27FC236}">
                <a16:creationId xmlns:a16="http://schemas.microsoft.com/office/drawing/2014/main" id="{2AE819EF-5661-07DD-8D8E-3816C9C948FA}"/>
              </a:ext>
            </a:extLst>
          </p:cNvPr>
          <p:cNvSpPr>
            <a:spLocks noGrp="1"/>
          </p:cNvSpPr>
          <p:nvPr>
            <p:ph sz="quarter" idx="31"/>
          </p:nvPr>
        </p:nvSpPr>
        <p:spPr>
          <a:xfrm>
            <a:off x="551384" y="2132856"/>
            <a:ext cx="8954190"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20">
            <a:extLst>
              <a:ext uri="{FF2B5EF4-FFF2-40B4-BE49-F238E27FC236}">
                <a16:creationId xmlns:a16="http://schemas.microsoft.com/office/drawing/2014/main" id="{6FD27327-DD4E-745F-BEE6-F2456262CD9F}"/>
              </a:ext>
            </a:extLst>
          </p:cNvPr>
          <p:cNvSpPr>
            <a:spLocks noGrp="1"/>
          </p:cNvSpPr>
          <p:nvPr>
            <p:ph sz="quarter" idx="28"/>
          </p:nvPr>
        </p:nvSpPr>
        <p:spPr>
          <a:xfrm>
            <a:off x="10056440" y="2132856"/>
            <a:ext cx="15846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10">
            <a:extLst>
              <a:ext uri="{FF2B5EF4-FFF2-40B4-BE49-F238E27FC236}">
                <a16:creationId xmlns:a16="http://schemas.microsoft.com/office/drawing/2014/main" id="{50CD247E-0744-79CF-8F93-524394145128}"/>
              </a:ext>
            </a:extLst>
          </p:cNvPr>
          <p:cNvSpPr>
            <a:spLocks noGrp="1"/>
          </p:cNvSpPr>
          <p:nvPr>
            <p:ph type="body" sz="quarter" idx="32"/>
          </p:nvPr>
        </p:nvSpPr>
        <p:spPr>
          <a:xfrm>
            <a:off x="10056439" y="1634286"/>
            <a:ext cx="1584699"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250520372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Content 6  Chapterbox">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44142192-00F6-71C9-9A77-489CD275D234}"/>
              </a:ext>
            </a:extLst>
          </p:cNvPr>
          <p:cNvSpPr/>
          <p:nvPr userDrawn="1"/>
        </p:nvSpPr>
        <p:spPr>
          <a:xfrm rot="16200000" flipV="1">
            <a:off x="7563095" y="2229091"/>
            <a:ext cx="6857998" cy="2399819"/>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5" name="Group 37">
            <a:extLst>
              <a:ext uri="{FF2B5EF4-FFF2-40B4-BE49-F238E27FC236}">
                <a16:creationId xmlns:a16="http://schemas.microsoft.com/office/drawing/2014/main" id="{3DFDE37E-5420-F85E-8E48-40542DA08033}"/>
              </a:ext>
            </a:extLst>
          </p:cNvPr>
          <p:cNvGrpSpPr/>
          <p:nvPr userDrawn="1"/>
        </p:nvGrpSpPr>
        <p:grpSpPr>
          <a:xfrm>
            <a:off x="11770322" y="176700"/>
            <a:ext cx="260230" cy="240782"/>
            <a:chOff x="5481638" y="2859088"/>
            <a:chExt cx="1231900" cy="1139825"/>
          </a:xfrm>
          <a:solidFill>
            <a:schemeClr val="bg2"/>
          </a:solidFill>
        </p:grpSpPr>
        <p:sp>
          <p:nvSpPr>
            <p:cNvPr id="26" name="Freeform 320">
              <a:extLst>
                <a:ext uri="{FF2B5EF4-FFF2-40B4-BE49-F238E27FC236}">
                  <a16:creationId xmlns:a16="http://schemas.microsoft.com/office/drawing/2014/main" id="{AD48A599-A45D-8D69-AEA6-662642AD9D93}"/>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7" name="Freeform 321">
              <a:extLst>
                <a:ext uri="{FF2B5EF4-FFF2-40B4-BE49-F238E27FC236}">
                  <a16:creationId xmlns:a16="http://schemas.microsoft.com/office/drawing/2014/main" id="{D65A51CC-4C31-51CB-14AC-6B1601AB8AD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D5AE9DA6-521B-F449-72BF-F6B58357D1E2}"/>
              </a:ext>
            </a:extLst>
          </p:cNvPr>
          <p:cNvSpPr>
            <a:spLocks noGrp="1"/>
          </p:cNvSpPr>
          <p:nvPr>
            <p:ph type="dt" sz="half" idx="25"/>
          </p:nvPr>
        </p:nvSpPr>
        <p:spPr/>
        <p:txBody>
          <a:bodyPr/>
          <a:lstStyle/>
          <a:p>
            <a:pPr>
              <a:spcBef>
                <a:spcPts val="1000"/>
              </a:spcBef>
              <a:buFont typeface="Arial" panose="020B0604020202020204" pitchFamily="34" charset="0"/>
              <a:buNone/>
            </a:pPr>
            <a:r>
              <a:rPr lang="pl-PL"/>
              <a:t>Company Confidential © Capgemini 2026. All rights reserved.</a:t>
            </a:r>
            <a:endParaRPr lang="en-US"/>
          </a:p>
        </p:txBody>
      </p:sp>
      <p:sp>
        <p:nvSpPr>
          <p:cNvPr id="4" name="Footer Placeholder 3">
            <a:extLst>
              <a:ext uri="{FF2B5EF4-FFF2-40B4-BE49-F238E27FC236}">
                <a16:creationId xmlns:a16="http://schemas.microsoft.com/office/drawing/2014/main" id="{B8E5A5A4-4ABB-75D4-0347-730FFE4FE623}"/>
              </a:ext>
            </a:extLst>
          </p:cNvPr>
          <p:cNvSpPr>
            <a:spLocks noGrp="1"/>
          </p:cNvSpPr>
          <p:nvPr>
            <p:ph type="ftr" sz="quarter" idx="26"/>
          </p:nvPr>
        </p:nvSpPr>
        <p:spPr>
          <a:xfrm>
            <a:off x="550863" y="6650661"/>
            <a:ext cx="4716524" cy="123111"/>
          </a:xfrm>
          <a:prstGeom prst="rect">
            <a:avLst/>
          </a:prstGeom>
        </p:spPr>
        <p:txBody>
          <a:bodyPr/>
          <a:lstStyle/>
          <a:p>
            <a:pPr>
              <a:spcBef>
                <a:spcPts val="1000"/>
              </a:spcBef>
              <a:buFont typeface="Arial" panose="020B0604020202020204" pitchFamily="34" charset="0"/>
              <a:buNone/>
            </a:pPr>
            <a:r>
              <a:rPr lang="en-IN"/>
              <a:t>TMT Monthly Update |  June 2026</a:t>
            </a:r>
            <a:endParaRPr lang="en-US"/>
          </a:p>
        </p:txBody>
      </p:sp>
      <p:sp>
        <p:nvSpPr>
          <p:cNvPr id="6" name="Slide Number Placeholder 5">
            <a:extLst>
              <a:ext uri="{FF2B5EF4-FFF2-40B4-BE49-F238E27FC236}">
                <a16:creationId xmlns:a16="http://schemas.microsoft.com/office/drawing/2014/main" id="{1D8486EB-33DC-2A07-4FA3-E55575E4F077}"/>
              </a:ext>
            </a:extLst>
          </p:cNvPr>
          <p:cNvSpPr>
            <a:spLocks noGrp="1"/>
          </p:cNvSpPr>
          <p:nvPr>
            <p:ph type="sldNum" sz="quarter" idx="27"/>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73D4D2DE-857C-432B-542C-776B73D12295}"/>
              </a:ext>
            </a:extLst>
          </p:cNvPr>
          <p:cNvSpPr>
            <a:spLocks noGrp="1"/>
          </p:cNvSpPr>
          <p:nvPr>
            <p:ph type="body" sz="quarter" idx="22" hasCustomPrompt="1"/>
          </p:nvPr>
        </p:nvSpPr>
        <p:spPr>
          <a:xfrm>
            <a:off x="550200" y="1634286"/>
            <a:ext cx="895419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2" name="Title 4">
            <a:extLst>
              <a:ext uri="{FF2B5EF4-FFF2-40B4-BE49-F238E27FC236}">
                <a16:creationId xmlns:a16="http://schemas.microsoft.com/office/drawing/2014/main" id="{D58330D2-B44D-B4BF-A2E5-010DDD74BFE7}"/>
              </a:ext>
            </a:extLst>
          </p:cNvPr>
          <p:cNvSpPr>
            <a:spLocks noGrp="1"/>
          </p:cNvSpPr>
          <p:nvPr>
            <p:ph type="title"/>
          </p:nvPr>
        </p:nvSpPr>
        <p:spPr>
          <a:xfrm>
            <a:off x="551384" y="549274"/>
            <a:ext cx="8954190"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BD895A44-21D8-7652-F6B3-A65F96845F49}"/>
              </a:ext>
            </a:extLst>
          </p:cNvPr>
          <p:cNvSpPr>
            <a:spLocks noGrp="1"/>
          </p:cNvSpPr>
          <p:nvPr>
            <p:ph sz="quarter" idx="31"/>
          </p:nvPr>
        </p:nvSpPr>
        <p:spPr>
          <a:xfrm>
            <a:off x="551384" y="2132856"/>
            <a:ext cx="8954190"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20">
            <a:extLst>
              <a:ext uri="{FF2B5EF4-FFF2-40B4-BE49-F238E27FC236}">
                <a16:creationId xmlns:a16="http://schemas.microsoft.com/office/drawing/2014/main" id="{B7B3AFE6-55A3-42D9-6DD3-DA26A44341E4}"/>
              </a:ext>
            </a:extLst>
          </p:cNvPr>
          <p:cNvSpPr>
            <a:spLocks noGrp="1"/>
          </p:cNvSpPr>
          <p:nvPr>
            <p:ph sz="quarter" idx="28"/>
          </p:nvPr>
        </p:nvSpPr>
        <p:spPr>
          <a:xfrm>
            <a:off x="10056440" y="2132856"/>
            <a:ext cx="15846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hapter Placeholder 2">
            <a:extLst>
              <a:ext uri="{FF2B5EF4-FFF2-40B4-BE49-F238E27FC236}">
                <a16:creationId xmlns:a16="http://schemas.microsoft.com/office/drawing/2014/main" id="{32B7BC2A-9784-4487-0ABA-5451BC0797E4}"/>
              </a:ext>
            </a:extLst>
          </p:cNvPr>
          <p:cNvSpPr>
            <a:spLocks noGrp="1"/>
          </p:cNvSpPr>
          <p:nvPr>
            <p:ph type="body" sz="quarter" idx="13" hasCustomPrompt="1"/>
          </p:nvPr>
        </p:nvSpPr>
        <p:spPr>
          <a:xfrm>
            <a:off x="550862" y="266219"/>
            <a:ext cx="8953029"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6" name="Text Placeholder 10">
            <a:extLst>
              <a:ext uri="{FF2B5EF4-FFF2-40B4-BE49-F238E27FC236}">
                <a16:creationId xmlns:a16="http://schemas.microsoft.com/office/drawing/2014/main" id="{5A4921A4-14DE-EAC1-42A7-044F67135397}"/>
              </a:ext>
            </a:extLst>
          </p:cNvPr>
          <p:cNvSpPr>
            <a:spLocks noGrp="1"/>
          </p:cNvSpPr>
          <p:nvPr>
            <p:ph type="body" sz="quarter" idx="32"/>
          </p:nvPr>
        </p:nvSpPr>
        <p:spPr>
          <a:xfrm>
            <a:off x="10056439" y="1635328"/>
            <a:ext cx="1584699"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54954041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7">
    <p:spTree>
      <p:nvGrpSpPr>
        <p:cNvPr id="1" name=""/>
        <p:cNvGrpSpPr/>
        <p:nvPr/>
      </p:nvGrpSpPr>
      <p:grpSpPr>
        <a:xfrm>
          <a:off x="0" y="0"/>
          <a:ext cx="0" cy="0"/>
          <a:chOff x="0" y="0"/>
          <a:chExt cx="0" cy="0"/>
        </a:xfrm>
      </p:grpSpPr>
      <p:sp>
        <p:nvSpPr>
          <p:cNvPr id="7" name="Content Placeholder 17">
            <a:extLst>
              <a:ext uri="{FF2B5EF4-FFF2-40B4-BE49-F238E27FC236}">
                <a16:creationId xmlns:a16="http://schemas.microsoft.com/office/drawing/2014/main" id="{9419F9B9-A3F9-F338-CA95-2522ADFD9276}"/>
              </a:ext>
            </a:extLst>
          </p:cNvPr>
          <p:cNvSpPr>
            <a:spLocks noGrp="1"/>
          </p:cNvSpPr>
          <p:nvPr>
            <p:ph sz="quarter" idx="23"/>
          </p:nvPr>
        </p:nvSpPr>
        <p:spPr>
          <a:xfrm>
            <a:off x="6646863" y="1772816"/>
            <a:ext cx="4993753" cy="453590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3" name="Date Placeholder 2">
            <a:extLst>
              <a:ext uri="{FF2B5EF4-FFF2-40B4-BE49-F238E27FC236}">
                <a16:creationId xmlns:a16="http://schemas.microsoft.com/office/drawing/2014/main" id="{885B9FD2-6048-2D15-B439-6975CB885DBE}"/>
              </a:ext>
            </a:extLst>
          </p:cNvPr>
          <p:cNvSpPr>
            <a:spLocks noGrp="1"/>
          </p:cNvSpPr>
          <p:nvPr>
            <p:ph type="dt" sz="half" idx="24"/>
          </p:nvPr>
        </p:nvSpPr>
        <p:spPr/>
        <p:txBody>
          <a:bodyPr/>
          <a:lstStyle/>
          <a:p>
            <a:pPr>
              <a:spcBef>
                <a:spcPts val="1000"/>
              </a:spcBef>
              <a:buFont typeface="Arial" panose="020B0604020202020204" pitchFamily="34" charset="0"/>
              <a:buNone/>
            </a:pPr>
            <a:r>
              <a:rPr lang="pl-PL"/>
              <a:t>Company Confidential © Capgemini 2026. All rights reserved.</a:t>
            </a:r>
            <a:endParaRPr lang="en-US"/>
          </a:p>
        </p:txBody>
      </p:sp>
      <p:sp>
        <p:nvSpPr>
          <p:cNvPr id="4" name="Footer Placeholder 3">
            <a:extLst>
              <a:ext uri="{FF2B5EF4-FFF2-40B4-BE49-F238E27FC236}">
                <a16:creationId xmlns:a16="http://schemas.microsoft.com/office/drawing/2014/main" id="{043C87BC-20D2-3A31-20C8-5F67B34C6548}"/>
              </a:ext>
            </a:extLst>
          </p:cNvPr>
          <p:cNvSpPr>
            <a:spLocks noGrp="1"/>
          </p:cNvSpPr>
          <p:nvPr>
            <p:ph type="ftr" sz="quarter" idx="25"/>
          </p:nvPr>
        </p:nvSpPr>
        <p:spPr>
          <a:xfrm>
            <a:off x="550863" y="6650661"/>
            <a:ext cx="4716524" cy="123111"/>
          </a:xfrm>
          <a:prstGeom prst="rect">
            <a:avLst/>
          </a:prstGeom>
        </p:spPr>
        <p:txBody>
          <a:bodyPr/>
          <a:lstStyle/>
          <a:p>
            <a:pPr>
              <a:spcBef>
                <a:spcPts val="1000"/>
              </a:spcBef>
              <a:buFont typeface="Arial" panose="020B0604020202020204" pitchFamily="34" charset="0"/>
              <a:buNone/>
            </a:pPr>
            <a:r>
              <a:rPr lang="en-IN"/>
              <a:t>TMT Monthly Update |  June 2026</a:t>
            </a:r>
            <a:endParaRPr lang="en-US"/>
          </a:p>
        </p:txBody>
      </p:sp>
      <p:sp>
        <p:nvSpPr>
          <p:cNvPr id="6" name="Slide Number Placeholder 5">
            <a:extLst>
              <a:ext uri="{FF2B5EF4-FFF2-40B4-BE49-F238E27FC236}">
                <a16:creationId xmlns:a16="http://schemas.microsoft.com/office/drawing/2014/main" id="{0288BCF5-D034-A931-945B-6AA231F982A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itle 7">
            <a:extLst>
              <a:ext uri="{FF2B5EF4-FFF2-40B4-BE49-F238E27FC236}">
                <a16:creationId xmlns:a16="http://schemas.microsoft.com/office/drawing/2014/main" id="{0AB69793-A772-75BC-7546-86D4C99DA295}"/>
              </a:ext>
            </a:extLst>
          </p:cNvPr>
          <p:cNvSpPr>
            <a:spLocks noGrp="1"/>
          </p:cNvSpPr>
          <p:nvPr>
            <p:ph type="title"/>
          </p:nvPr>
        </p:nvSpPr>
        <p:spPr/>
        <p:txBody>
          <a:bodyPr/>
          <a:lstStyle/>
          <a:p>
            <a:r>
              <a:rPr lang="en-US"/>
              <a:t>Click to edit Master title style</a:t>
            </a:r>
          </a:p>
        </p:txBody>
      </p:sp>
      <p:sp>
        <p:nvSpPr>
          <p:cNvPr id="5" name="Text Placeholder 9">
            <a:extLst>
              <a:ext uri="{FF2B5EF4-FFF2-40B4-BE49-F238E27FC236}">
                <a16:creationId xmlns:a16="http://schemas.microsoft.com/office/drawing/2014/main" id="{3CDC2611-10F8-E402-48FE-760013A0A338}"/>
              </a:ext>
            </a:extLst>
          </p:cNvPr>
          <p:cNvSpPr>
            <a:spLocks noGrp="1"/>
          </p:cNvSpPr>
          <p:nvPr>
            <p:ph type="body" sz="quarter" idx="22" hasCustomPrompt="1"/>
          </p:nvPr>
        </p:nvSpPr>
        <p:spPr>
          <a:xfrm>
            <a:off x="550200" y="1634286"/>
            <a:ext cx="554580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Tree>
    <p:extLst>
      <p:ext uri="{BB962C8B-B14F-4D97-AF65-F5344CB8AC3E}">
        <p14:creationId xmlns:p14="http://schemas.microsoft.com/office/powerpoint/2010/main" val="150065836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7 Chapterbox">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885B9FD2-6048-2D15-B439-6975CB885DBE}"/>
              </a:ext>
            </a:extLst>
          </p:cNvPr>
          <p:cNvSpPr>
            <a:spLocks noGrp="1"/>
          </p:cNvSpPr>
          <p:nvPr>
            <p:ph type="dt" sz="half" idx="24"/>
          </p:nvPr>
        </p:nvSpPr>
        <p:spPr/>
        <p:txBody>
          <a:bodyPr/>
          <a:lstStyle/>
          <a:p>
            <a:pPr>
              <a:spcBef>
                <a:spcPts val="1000"/>
              </a:spcBef>
              <a:buFont typeface="Arial" panose="020B0604020202020204" pitchFamily="34" charset="0"/>
              <a:buNone/>
            </a:pPr>
            <a:r>
              <a:rPr lang="pl-PL"/>
              <a:t>Company Confidential © Capgemini 2026. All rights reserved.</a:t>
            </a:r>
            <a:endParaRPr lang="en-US"/>
          </a:p>
        </p:txBody>
      </p:sp>
      <p:sp>
        <p:nvSpPr>
          <p:cNvPr id="4" name="Footer Placeholder 3">
            <a:extLst>
              <a:ext uri="{FF2B5EF4-FFF2-40B4-BE49-F238E27FC236}">
                <a16:creationId xmlns:a16="http://schemas.microsoft.com/office/drawing/2014/main" id="{043C87BC-20D2-3A31-20C8-5F67B34C6548}"/>
              </a:ext>
            </a:extLst>
          </p:cNvPr>
          <p:cNvSpPr>
            <a:spLocks noGrp="1"/>
          </p:cNvSpPr>
          <p:nvPr>
            <p:ph type="ftr" sz="quarter" idx="25"/>
          </p:nvPr>
        </p:nvSpPr>
        <p:spPr>
          <a:xfrm>
            <a:off x="550863" y="6650661"/>
            <a:ext cx="4716524" cy="123111"/>
          </a:xfrm>
          <a:prstGeom prst="rect">
            <a:avLst/>
          </a:prstGeom>
        </p:spPr>
        <p:txBody>
          <a:bodyPr/>
          <a:lstStyle/>
          <a:p>
            <a:pPr>
              <a:spcBef>
                <a:spcPts val="1000"/>
              </a:spcBef>
              <a:buFont typeface="Arial" panose="020B0604020202020204" pitchFamily="34" charset="0"/>
              <a:buNone/>
            </a:pPr>
            <a:r>
              <a:rPr lang="en-IN"/>
              <a:t>TMT Monthly Update |  June 2026</a:t>
            </a:r>
            <a:endParaRPr lang="en-US"/>
          </a:p>
        </p:txBody>
      </p:sp>
      <p:sp>
        <p:nvSpPr>
          <p:cNvPr id="6" name="Slide Number Placeholder 5">
            <a:extLst>
              <a:ext uri="{FF2B5EF4-FFF2-40B4-BE49-F238E27FC236}">
                <a16:creationId xmlns:a16="http://schemas.microsoft.com/office/drawing/2014/main" id="{0288BCF5-D034-A931-945B-6AA231F982A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Content Placeholder 17">
            <a:extLst>
              <a:ext uri="{FF2B5EF4-FFF2-40B4-BE49-F238E27FC236}">
                <a16:creationId xmlns:a16="http://schemas.microsoft.com/office/drawing/2014/main" id="{2A1A29B9-2771-6C2E-7B5A-537C6A3853DB}"/>
              </a:ext>
            </a:extLst>
          </p:cNvPr>
          <p:cNvSpPr>
            <a:spLocks noGrp="1"/>
          </p:cNvSpPr>
          <p:nvPr>
            <p:ph sz="quarter" idx="23"/>
          </p:nvPr>
        </p:nvSpPr>
        <p:spPr>
          <a:xfrm>
            <a:off x="6646863" y="1772816"/>
            <a:ext cx="4993753" cy="453590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0" name="Title 7">
            <a:extLst>
              <a:ext uri="{FF2B5EF4-FFF2-40B4-BE49-F238E27FC236}">
                <a16:creationId xmlns:a16="http://schemas.microsoft.com/office/drawing/2014/main" id="{52EA2223-D8E1-77DA-D101-DFCD3DC98210}"/>
              </a:ext>
            </a:extLst>
          </p:cNvPr>
          <p:cNvSpPr>
            <a:spLocks noGrp="1"/>
          </p:cNvSpPr>
          <p:nvPr>
            <p:ph type="title"/>
          </p:nvPr>
        </p:nvSpPr>
        <p:spPr>
          <a:xfrm>
            <a:off x="551384" y="549274"/>
            <a:ext cx="11090938" cy="930372"/>
          </a:xfrm>
        </p:spPr>
        <p:txBody>
          <a:bodyPr/>
          <a:lstStyle/>
          <a:p>
            <a:r>
              <a:rPr lang="en-US"/>
              <a:t>Click to edit Master title style</a:t>
            </a:r>
          </a:p>
        </p:txBody>
      </p:sp>
      <p:sp>
        <p:nvSpPr>
          <p:cNvPr id="11" name="Text Placeholder 9">
            <a:extLst>
              <a:ext uri="{FF2B5EF4-FFF2-40B4-BE49-F238E27FC236}">
                <a16:creationId xmlns:a16="http://schemas.microsoft.com/office/drawing/2014/main" id="{BC80BDE3-7543-F16D-453F-B5134E4E1B35}"/>
              </a:ext>
            </a:extLst>
          </p:cNvPr>
          <p:cNvSpPr>
            <a:spLocks noGrp="1"/>
          </p:cNvSpPr>
          <p:nvPr>
            <p:ph type="body" sz="quarter" idx="22" hasCustomPrompt="1"/>
          </p:nvPr>
        </p:nvSpPr>
        <p:spPr>
          <a:xfrm>
            <a:off x="550200" y="1634286"/>
            <a:ext cx="554580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2" name="Chapter Placeholder 2">
            <a:extLst>
              <a:ext uri="{FF2B5EF4-FFF2-40B4-BE49-F238E27FC236}">
                <a16:creationId xmlns:a16="http://schemas.microsoft.com/office/drawing/2014/main" id="{0AA21B56-8077-BFD8-789F-17BFDAAE3DB4}"/>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8799897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3 Boxes">
    <p:spTree>
      <p:nvGrpSpPr>
        <p:cNvPr id="1" name=""/>
        <p:cNvGrpSpPr/>
        <p:nvPr/>
      </p:nvGrpSpPr>
      <p:grpSpPr>
        <a:xfrm>
          <a:off x="0" y="0"/>
          <a:ext cx="0" cy="0"/>
          <a:chOff x="0" y="0"/>
          <a:chExt cx="0" cy="0"/>
        </a:xfrm>
      </p:grpSpPr>
      <p:sp>
        <p:nvSpPr>
          <p:cNvPr id="16" name="Text Placeholder 9">
            <a:extLst>
              <a:ext uri="{FF2B5EF4-FFF2-40B4-BE49-F238E27FC236}">
                <a16:creationId xmlns:a16="http://schemas.microsoft.com/office/drawing/2014/main" id="{4075E3DD-DFAB-FD26-4572-504E4FADE53C}"/>
              </a:ext>
            </a:extLst>
          </p:cNvPr>
          <p:cNvSpPr>
            <a:spLocks noGrp="1"/>
          </p:cNvSpPr>
          <p:nvPr>
            <p:ph type="body" sz="quarter" idx="22"/>
          </p:nvPr>
        </p:nvSpPr>
        <p:spPr>
          <a:xfrm>
            <a:off x="550863" y="1628800"/>
            <a:ext cx="3546000"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7" name="Text Placeholder 9">
            <a:extLst>
              <a:ext uri="{FF2B5EF4-FFF2-40B4-BE49-F238E27FC236}">
                <a16:creationId xmlns:a16="http://schemas.microsoft.com/office/drawing/2014/main" id="{8E9CAB7D-9C7B-E2E2-9B30-A81C31152C20}"/>
              </a:ext>
            </a:extLst>
          </p:cNvPr>
          <p:cNvSpPr>
            <a:spLocks noGrp="1"/>
          </p:cNvSpPr>
          <p:nvPr>
            <p:ph type="body" sz="quarter" idx="35"/>
          </p:nvPr>
        </p:nvSpPr>
        <p:spPr>
          <a:xfrm>
            <a:off x="4324134" y="1628800"/>
            <a:ext cx="3546000"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23" name="Text Placeholder 9">
            <a:extLst>
              <a:ext uri="{FF2B5EF4-FFF2-40B4-BE49-F238E27FC236}">
                <a16:creationId xmlns:a16="http://schemas.microsoft.com/office/drawing/2014/main" id="{D6B28239-8A4A-2BC4-1B13-1201AC1B835B}"/>
              </a:ext>
            </a:extLst>
          </p:cNvPr>
          <p:cNvSpPr>
            <a:spLocks noGrp="1"/>
          </p:cNvSpPr>
          <p:nvPr>
            <p:ph type="body" sz="quarter" idx="36"/>
          </p:nvPr>
        </p:nvSpPr>
        <p:spPr>
          <a:xfrm>
            <a:off x="8097719" y="1628800"/>
            <a:ext cx="3509377"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24" name="Content Placeholder 2">
            <a:extLst>
              <a:ext uri="{FF2B5EF4-FFF2-40B4-BE49-F238E27FC236}">
                <a16:creationId xmlns:a16="http://schemas.microsoft.com/office/drawing/2014/main" id="{0228FE89-58D3-520A-49C5-58E95AF8757A}"/>
              </a:ext>
            </a:extLst>
          </p:cNvPr>
          <p:cNvSpPr>
            <a:spLocks noGrp="1"/>
          </p:cNvSpPr>
          <p:nvPr>
            <p:ph sz="quarter" idx="37"/>
          </p:nvPr>
        </p:nvSpPr>
        <p:spPr>
          <a:xfrm>
            <a:off x="550864"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25" name="Content Placeholder 2">
            <a:extLst>
              <a:ext uri="{FF2B5EF4-FFF2-40B4-BE49-F238E27FC236}">
                <a16:creationId xmlns:a16="http://schemas.microsoft.com/office/drawing/2014/main" id="{CBF39E6D-DB1F-781A-6BDD-7C107DD91974}"/>
              </a:ext>
            </a:extLst>
          </p:cNvPr>
          <p:cNvSpPr>
            <a:spLocks noGrp="1"/>
          </p:cNvSpPr>
          <p:nvPr>
            <p:ph sz="quarter" idx="43"/>
          </p:nvPr>
        </p:nvSpPr>
        <p:spPr>
          <a:xfrm>
            <a:off x="4322749"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26" name="Content Placeholder 2">
            <a:extLst>
              <a:ext uri="{FF2B5EF4-FFF2-40B4-BE49-F238E27FC236}">
                <a16:creationId xmlns:a16="http://schemas.microsoft.com/office/drawing/2014/main" id="{1CB95990-A777-8921-215A-C8A73F186031}"/>
              </a:ext>
            </a:extLst>
          </p:cNvPr>
          <p:cNvSpPr>
            <a:spLocks noGrp="1"/>
          </p:cNvSpPr>
          <p:nvPr>
            <p:ph sz="quarter" idx="44"/>
          </p:nvPr>
        </p:nvSpPr>
        <p:spPr>
          <a:xfrm>
            <a:off x="8062162"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2" name="Date Placeholder 1">
            <a:extLst>
              <a:ext uri="{FF2B5EF4-FFF2-40B4-BE49-F238E27FC236}">
                <a16:creationId xmlns:a16="http://schemas.microsoft.com/office/drawing/2014/main" id="{0C75832D-4FE3-EA04-12B9-E1273FD483F9}"/>
              </a:ext>
            </a:extLst>
          </p:cNvPr>
          <p:cNvSpPr>
            <a:spLocks noGrp="1"/>
          </p:cNvSpPr>
          <p:nvPr>
            <p:ph type="dt" sz="half" idx="45"/>
          </p:nvPr>
        </p:nvSpPr>
        <p:spPr/>
        <p:txBody>
          <a:bodyPr/>
          <a:lstStyle/>
          <a:p>
            <a:pPr>
              <a:spcBef>
                <a:spcPts val="1000"/>
              </a:spcBef>
              <a:buFont typeface="Arial" panose="020B0604020202020204" pitchFamily="34" charset="0"/>
              <a:buNone/>
            </a:pPr>
            <a:r>
              <a:rPr lang="pl-PL"/>
              <a:t>Company Confidential © Capgemini 2026. All rights reserved.</a:t>
            </a:r>
            <a:endParaRPr lang="en-US"/>
          </a:p>
        </p:txBody>
      </p:sp>
      <p:sp>
        <p:nvSpPr>
          <p:cNvPr id="3" name="Footer Placeholder 2">
            <a:extLst>
              <a:ext uri="{FF2B5EF4-FFF2-40B4-BE49-F238E27FC236}">
                <a16:creationId xmlns:a16="http://schemas.microsoft.com/office/drawing/2014/main" id="{5B94528A-812C-C7DE-A787-ABF5508E4B6F}"/>
              </a:ext>
            </a:extLst>
          </p:cNvPr>
          <p:cNvSpPr>
            <a:spLocks noGrp="1"/>
          </p:cNvSpPr>
          <p:nvPr>
            <p:ph type="ftr" sz="quarter" idx="46"/>
          </p:nvPr>
        </p:nvSpPr>
        <p:spPr>
          <a:xfrm>
            <a:off x="550863" y="6650661"/>
            <a:ext cx="4716524" cy="123111"/>
          </a:xfrm>
          <a:prstGeom prst="rect">
            <a:avLst/>
          </a:prstGeom>
        </p:spPr>
        <p:txBody>
          <a:bodyPr/>
          <a:lstStyle/>
          <a:p>
            <a:pPr>
              <a:spcBef>
                <a:spcPts val="1000"/>
              </a:spcBef>
              <a:buFont typeface="Arial" panose="020B0604020202020204" pitchFamily="34" charset="0"/>
              <a:buNone/>
            </a:pPr>
            <a:r>
              <a:rPr lang="en-IN"/>
              <a:t>TMT Monthly Update |  June 2026</a:t>
            </a:r>
            <a:endParaRPr lang="en-US"/>
          </a:p>
        </p:txBody>
      </p:sp>
      <p:sp>
        <p:nvSpPr>
          <p:cNvPr id="4" name="Slide Number Placeholder 3">
            <a:extLst>
              <a:ext uri="{FF2B5EF4-FFF2-40B4-BE49-F238E27FC236}">
                <a16:creationId xmlns:a16="http://schemas.microsoft.com/office/drawing/2014/main" id="{29042902-22AE-CB28-435A-B90F5D3E43B3}"/>
              </a:ext>
            </a:extLst>
          </p:cNvPr>
          <p:cNvSpPr>
            <a:spLocks noGrp="1"/>
          </p:cNvSpPr>
          <p:nvPr>
            <p:ph type="sldNum" sz="quarter" idx="47"/>
          </p:nvPr>
        </p:nvSpPr>
        <p:spPr/>
        <p:txBody>
          <a:bodyPr/>
          <a:lstStyle/>
          <a:p>
            <a:pPr algn="r"/>
            <a:fld id="{5D9A5160-6218-4E5A-B9E6-B93E3DAE377C}" type="slidenum">
              <a:rPr lang="en-US" smtClean="0"/>
              <a:pPr algn="r"/>
              <a:t>‹#›</a:t>
            </a:fld>
            <a:endParaRPr lang="en-US"/>
          </a:p>
        </p:txBody>
      </p:sp>
      <p:sp>
        <p:nvSpPr>
          <p:cNvPr id="5" name="Title 4">
            <a:extLst>
              <a:ext uri="{FF2B5EF4-FFF2-40B4-BE49-F238E27FC236}">
                <a16:creationId xmlns:a16="http://schemas.microsoft.com/office/drawing/2014/main" id="{7D17B910-3BBD-74AE-2117-34ABBECEE37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47246717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3 Boxes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75832D-4FE3-EA04-12B9-E1273FD483F9}"/>
              </a:ext>
            </a:extLst>
          </p:cNvPr>
          <p:cNvSpPr>
            <a:spLocks noGrp="1"/>
          </p:cNvSpPr>
          <p:nvPr>
            <p:ph type="dt" sz="half" idx="45"/>
          </p:nvPr>
        </p:nvSpPr>
        <p:spPr/>
        <p:txBody>
          <a:bodyPr/>
          <a:lstStyle/>
          <a:p>
            <a:pPr>
              <a:spcBef>
                <a:spcPts val="1000"/>
              </a:spcBef>
              <a:buFont typeface="Arial" panose="020B0604020202020204" pitchFamily="34" charset="0"/>
              <a:buNone/>
            </a:pPr>
            <a:r>
              <a:rPr lang="pl-PL"/>
              <a:t>Company Confidential © Capgemini 2026. All rights reserved.</a:t>
            </a:r>
            <a:endParaRPr lang="en-US"/>
          </a:p>
        </p:txBody>
      </p:sp>
      <p:sp>
        <p:nvSpPr>
          <p:cNvPr id="3" name="Footer Placeholder 2">
            <a:extLst>
              <a:ext uri="{FF2B5EF4-FFF2-40B4-BE49-F238E27FC236}">
                <a16:creationId xmlns:a16="http://schemas.microsoft.com/office/drawing/2014/main" id="{5B94528A-812C-C7DE-A787-ABF5508E4B6F}"/>
              </a:ext>
            </a:extLst>
          </p:cNvPr>
          <p:cNvSpPr>
            <a:spLocks noGrp="1"/>
          </p:cNvSpPr>
          <p:nvPr>
            <p:ph type="ftr" sz="quarter" idx="46"/>
          </p:nvPr>
        </p:nvSpPr>
        <p:spPr>
          <a:xfrm>
            <a:off x="550863" y="6650661"/>
            <a:ext cx="4716524" cy="123111"/>
          </a:xfrm>
          <a:prstGeom prst="rect">
            <a:avLst/>
          </a:prstGeom>
        </p:spPr>
        <p:txBody>
          <a:bodyPr/>
          <a:lstStyle/>
          <a:p>
            <a:pPr>
              <a:spcBef>
                <a:spcPts val="1000"/>
              </a:spcBef>
              <a:buFont typeface="Arial" panose="020B0604020202020204" pitchFamily="34" charset="0"/>
              <a:buNone/>
            </a:pPr>
            <a:r>
              <a:rPr lang="en-IN"/>
              <a:t>TMT Monthly Update |  June 2026</a:t>
            </a:r>
            <a:endParaRPr lang="en-US"/>
          </a:p>
        </p:txBody>
      </p:sp>
      <p:sp>
        <p:nvSpPr>
          <p:cNvPr id="4" name="Slide Number Placeholder 3">
            <a:extLst>
              <a:ext uri="{FF2B5EF4-FFF2-40B4-BE49-F238E27FC236}">
                <a16:creationId xmlns:a16="http://schemas.microsoft.com/office/drawing/2014/main" id="{29042902-22AE-CB28-435A-B90F5D3E43B3}"/>
              </a:ext>
            </a:extLst>
          </p:cNvPr>
          <p:cNvSpPr>
            <a:spLocks noGrp="1"/>
          </p:cNvSpPr>
          <p:nvPr>
            <p:ph type="sldNum" sz="quarter" idx="47"/>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C00665E5-BDA3-E8BD-B7E9-82C2A9449AC5}"/>
              </a:ext>
            </a:extLst>
          </p:cNvPr>
          <p:cNvSpPr>
            <a:spLocks noGrp="1"/>
          </p:cNvSpPr>
          <p:nvPr>
            <p:ph type="body" sz="quarter" idx="22"/>
          </p:nvPr>
        </p:nvSpPr>
        <p:spPr>
          <a:xfrm>
            <a:off x="550863" y="1628800"/>
            <a:ext cx="3546000"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8" name="Text Placeholder 9">
            <a:extLst>
              <a:ext uri="{FF2B5EF4-FFF2-40B4-BE49-F238E27FC236}">
                <a16:creationId xmlns:a16="http://schemas.microsoft.com/office/drawing/2014/main" id="{5DCD0BDB-5B44-5F28-AE7C-A6DDA74FA4C6}"/>
              </a:ext>
            </a:extLst>
          </p:cNvPr>
          <p:cNvSpPr>
            <a:spLocks noGrp="1"/>
          </p:cNvSpPr>
          <p:nvPr>
            <p:ph type="body" sz="quarter" idx="35"/>
          </p:nvPr>
        </p:nvSpPr>
        <p:spPr>
          <a:xfrm>
            <a:off x="4324134" y="1628800"/>
            <a:ext cx="3546000"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9" name="Text Placeholder 9">
            <a:extLst>
              <a:ext uri="{FF2B5EF4-FFF2-40B4-BE49-F238E27FC236}">
                <a16:creationId xmlns:a16="http://schemas.microsoft.com/office/drawing/2014/main" id="{E5A9C862-F068-5FA8-B790-33B9E92B9717}"/>
              </a:ext>
            </a:extLst>
          </p:cNvPr>
          <p:cNvSpPr>
            <a:spLocks noGrp="1"/>
          </p:cNvSpPr>
          <p:nvPr>
            <p:ph type="body" sz="quarter" idx="36"/>
          </p:nvPr>
        </p:nvSpPr>
        <p:spPr>
          <a:xfrm>
            <a:off x="8097719" y="1628800"/>
            <a:ext cx="3509377"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0" name="Content Placeholder 2">
            <a:extLst>
              <a:ext uri="{FF2B5EF4-FFF2-40B4-BE49-F238E27FC236}">
                <a16:creationId xmlns:a16="http://schemas.microsoft.com/office/drawing/2014/main" id="{03D01268-B758-D427-140C-0987162EAFE5}"/>
              </a:ext>
            </a:extLst>
          </p:cNvPr>
          <p:cNvSpPr>
            <a:spLocks noGrp="1"/>
          </p:cNvSpPr>
          <p:nvPr>
            <p:ph sz="quarter" idx="37"/>
          </p:nvPr>
        </p:nvSpPr>
        <p:spPr>
          <a:xfrm>
            <a:off x="550864"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1" name="Content Placeholder 2">
            <a:extLst>
              <a:ext uri="{FF2B5EF4-FFF2-40B4-BE49-F238E27FC236}">
                <a16:creationId xmlns:a16="http://schemas.microsoft.com/office/drawing/2014/main" id="{4EAE12CE-6A8B-E8C1-80C3-2C87D81A22C3}"/>
              </a:ext>
            </a:extLst>
          </p:cNvPr>
          <p:cNvSpPr>
            <a:spLocks noGrp="1"/>
          </p:cNvSpPr>
          <p:nvPr>
            <p:ph sz="quarter" idx="43"/>
          </p:nvPr>
        </p:nvSpPr>
        <p:spPr>
          <a:xfrm>
            <a:off x="4322749"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2" name="Content Placeholder 2">
            <a:extLst>
              <a:ext uri="{FF2B5EF4-FFF2-40B4-BE49-F238E27FC236}">
                <a16:creationId xmlns:a16="http://schemas.microsoft.com/office/drawing/2014/main" id="{A1EE52F1-A13F-231A-A204-62146E8BB729}"/>
              </a:ext>
            </a:extLst>
          </p:cNvPr>
          <p:cNvSpPr>
            <a:spLocks noGrp="1"/>
          </p:cNvSpPr>
          <p:nvPr>
            <p:ph sz="quarter" idx="44"/>
          </p:nvPr>
        </p:nvSpPr>
        <p:spPr>
          <a:xfrm>
            <a:off x="8062162"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3" name="Title 4">
            <a:extLst>
              <a:ext uri="{FF2B5EF4-FFF2-40B4-BE49-F238E27FC236}">
                <a16:creationId xmlns:a16="http://schemas.microsoft.com/office/drawing/2014/main" id="{A6EAC310-8D5D-2E10-9194-8635143AE73C}"/>
              </a:ext>
            </a:extLst>
          </p:cNvPr>
          <p:cNvSpPr>
            <a:spLocks noGrp="1"/>
          </p:cNvSpPr>
          <p:nvPr>
            <p:ph type="title"/>
          </p:nvPr>
        </p:nvSpPr>
        <p:spPr>
          <a:xfrm>
            <a:off x="551384" y="549274"/>
            <a:ext cx="11090938" cy="930372"/>
          </a:xfrm>
        </p:spPr>
        <p:txBody>
          <a:bodyPr/>
          <a:lstStyle/>
          <a:p>
            <a:r>
              <a:rPr lang="en-US"/>
              <a:t>Click to edit Master title style</a:t>
            </a:r>
          </a:p>
        </p:txBody>
      </p:sp>
      <p:sp>
        <p:nvSpPr>
          <p:cNvPr id="14" name="Chapter Placeholder 2">
            <a:extLst>
              <a:ext uri="{FF2B5EF4-FFF2-40B4-BE49-F238E27FC236}">
                <a16:creationId xmlns:a16="http://schemas.microsoft.com/office/drawing/2014/main" id="{0198E6F0-06BA-7AF7-87A6-64D7D7D3B402}"/>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229252953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5" name="Text Placeholder 9">
            <a:extLst>
              <a:ext uri="{FF2B5EF4-FFF2-40B4-BE49-F238E27FC236}">
                <a16:creationId xmlns:a16="http://schemas.microsoft.com/office/drawing/2014/main" id="{A0B15415-1D8C-B1CF-007F-AF25F5E8B5E0}"/>
              </a:ext>
            </a:extLst>
          </p:cNvPr>
          <p:cNvSpPr>
            <a:spLocks noGrp="1"/>
          </p:cNvSpPr>
          <p:nvPr>
            <p:ph type="body" sz="quarter" idx="22"/>
          </p:nvPr>
        </p:nvSpPr>
        <p:spPr>
          <a:xfrm>
            <a:off x="550864" y="1628800"/>
            <a:ext cx="5330138" cy="307777"/>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8" name="Content Placeholder 17">
            <a:extLst>
              <a:ext uri="{FF2B5EF4-FFF2-40B4-BE49-F238E27FC236}">
                <a16:creationId xmlns:a16="http://schemas.microsoft.com/office/drawing/2014/main" id="{88A06028-7957-3D06-79FE-33A3DA8C8299}"/>
              </a:ext>
            </a:extLst>
          </p:cNvPr>
          <p:cNvSpPr>
            <a:spLocks noGrp="1"/>
          </p:cNvSpPr>
          <p:nvPr>
            <p:ph sz="quarter" idx="23"/>
          </p:nvPr>
        </p:nvSpPr>
        <p:spPr>
          <a:xfrm>
            <a:off x="550862" y="2492896"/>
            <a:ext cx="5330138" cy="38507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0" name="Text Placeholder 9">
            <a:extLst>
              <a:ext uri="{FF2B5EF4-FFF2-40B4-BE49-F238E27FC236}">
                <a16:creationId xmlns:a16="http://schemas.microsoft.com/office/drawing/2014/main" id="{DCC3AC80-AAB0-BD9C-DCE4-4B771F2625EE}"/>
              </a:ext>
            </a:extLst>
          </p:cNvPr>
          <p:cNvSpPr>
            <a:spLocks noGrp="1"/>
          </p:cNvSpPr>
          <p:nvPr>
            <p:ph type="body" sz="quarter" idx="24"/>
          </p:nvPr>
        </p:nvSpPr>
        <p:spPr>
          <a:xfrm>
            <a:off x="6310478" y="1628800"/>
            <a:ext cx="5330138" cy="307777"/>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1" name="Content Placeholder 17">
            <a:extLst>
              <a:ext uri="{FF2B5EF4-FFF2-40B4-BE49-F238E27FC236}">
                <a16:creationId xmlns:a16="http://schemas.microsoft.com/office/drawing/2014/main" id="{163C3FEF-254F-65E1-67F0-E654CC319296}"/>
              </a:ext>
            </a:extLst>
          </p:cNvPr>
          <p:cNvSpPr>
            <a:spLocks noGrp="1"/>
          </p:cNvSpPr>
          <p:nvPr>
            <p:ph sz="quarter" idx="25"/>
          </p:nvPr>
        </p:nvSpPr>
        <p:spPr>
          <a:xfrm>
            <a:off x="6310476" y="2492896"/>
            <a:ext cx="5330138" cy="38507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2" name="Date Placeholder 1">
            <a:extLst>
              <a:ext uri="{FF2B5EF4-FFF2-40B4-BE49-F238E27FC236}">
                <a16:creationId xmlns:a16="http://schemas.microsoft.com/office/drawing/2014/main" id="{9E19822C-D354-F2FB-1C56-D296F7B12974}"/>
              </a:ext>
            </a:extLst>
          </p:cNvPr>
          <p:cNvSpPr>
            <a:spLocks noGrp="1"/>
          </p:cNvSpPr>
          <p:nvPr>
            <p:ph type="dt" sz="half" idx="26"/>
          </p:nvPr>
        </p:nvSpPr>
        <p:spPr/>
        <p:txBody>
          <a:bodyPr/>
          <a:lstStyle/>
          <a:p>
            <a:pPr>
              <a:spcBef>
                <a:spcPts val="1000"/>
              </a:spcBef>
              <a:buFont typeface="Arial" panose="020B0604020202020204" pitchFamily="34" charset="0"/>
              <a:buNone/>
            </a:pPr>
            <a:r>
              <a:rPr lang="pl-PL"/>
              <a:t>Company Confidential © Capgemini 2026. All rights reserved.</a:t>
            </a:r>
            <a:endParaRPr lang="en-US"/>
          </a:p>
        </p:txBody>
      </p:sp>
      <p:sp>
        <p:nvSpPr>
          <p:cNvPr id="3" name="Footer Placeholder 2">
            <a:extLst>
              <a:ext uri="{FF2B5EF4-FFF2-40B4-BE49-F238E27FC236}">
                <a16:creationId xmlns:a16="http://schemas.microsoft.com/office/drawing/2014/main" id="{79AA8835-108D-EC01-28A9-036F9DC1ED24}"/>
              </a:ext>
            </a:extLst>
          </p:cNvPr>
          <p:cNvSpPr>
            <a:spLocks noGrp="1"/>
          </p:cNvSpPr>
          <p:nvPr>
            <p:ph type="ftr" sz="quarter" idx="27"/>
          </p:nvPr>
        </p:nvSpPr>
        <p:spPr>
          <a:xfrm>
            <a:off x="550863" y="6650661"/>
            <a:ext cx="4716524" cy="123111"/>
          </a:xfrm>
          <a:prstGeom prst="rect">
            <a:avLst/>
          </a:prstGeom>
        </p:spPr>
        <p:txBody>
          <a:bodyPr/>
          <a:lstStyle/>
          <a:p>
            <a:pPr>
              <a:spcBef>
                <a:spcPts val="1000"/>
              </a:spcBef>
              <a:buFont typeface="Arial" panose="020B0604020202020204" pitchFamily="34" charset="0"/>
              <a:buNone/>
            </a:pPr>
            <a:r>
              <a:rPr lang="en-IN"/>
              <a:t>TMT Monthly Update |  June 2026</a:t>
            </a:r>
            <a:endParaRPr lang="en-US"/>
          </a:p>
        </p:txBody>
      </p:sp>
      <p:sp>
        <p:nvSpPr>
          <p:cNvPr id="4" name="Slide Number Placeholder 3">
            <a:extLst>
              <a:ext uri="{FF2B5EF4-FFF2-40B4-BE49-F238E27FC236}">
                <a16:creationId xmlns:a16="http://schemas.microsoft.com/office/drawing/2014/main" id="{97F09F6A-36AF-74AE-86F3-4627D658998C}"/>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6" name="Title 5">
            <a:extLst>
              <a:ext uri="{FF2B5EF4-FFF2-40B4-BE49-F238E27FC236}">
                <a16:creationId xmlns:a16="http://schemas.microsoft.com/office/drawing/2014/main" id="{29DB7F80-D4E2-48A2-55A8-57B6588B83A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3376362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omparison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E19822C-D354-F2FB-1C56-D296F7B12974}"/>
              </a:ext>
            </a:extLst>
          </p:cNvPr>
          <p:cNvSpPr>
            <a:spLocks noGrp="1"/>
          </p:cNvSpPr>
          <p:nvPr>
            <p:ph type="dt" sz="half" idx="26"/>
          </p:nvPr>
        </p:nvSpPr>
        <p:spPr/>
        <p:txBody>
          <a:bodyPr/>
          <a:lstStyle/>
          <a:p>
            <a:pPr>
              <a:spcBef>
                <a:spcPts val="1000"/>
              </a:spcBef>
              <a:buFont typeface="Arial" panose="020B0604020202020204" pitchFamily="34" charset="0"/>
              <a:buNone/>
            </a:pPr>
            <a:r>
              <a:rPr lang="pl-PL"/>
              <a:t>Company Confidential © Capgemini 2026. All rights reserved.</a:t>
            </a:r>
            <a:endParaRPr lang="en-US"/>
          </a:p>
        </p:txBody>
      </p:sp>
      <p:sp>
        <p:nvSpPr>
          <p:cNvPr id="3" name="Footer Placeholder 2">
            <a:extLst>
              <a:ext uri="{FF2B5EF4-FFF2-40B4-BE49-F238E27FC236}">
                <a16:creationId xmlns:a16="http://schemas.microsoft.com/office/drawing/2014/main" id="{79AA8835-108D-EC01-28A9-036F9DC1ED24}"/>
              </a:ext>
            </a:extLst>
          </p:cNvPr>
          <p:cNvSpPr>
            <a:spLocks noGrp="1"/>
          </p:cNvSpPr>
          <p:nvPr>
            <p:ph type="ftr" sz="quarter" idx="27"/>
          </p:nvPr>
        </p:nvSpPr>
        <p:spPr>
          <a:xfrm>
            <a:off x="550863" y="6650661"/>
            <a:ext cx="4716524" cy="123111"/>
          </a:xfrm>
          <a:prstGeom prst="rect">
            <a:avLst/>
          </a:prstGeom>
        </p:spPr>
        <p:txBody>
          <a:bodyPr/>
          <a:lstStyle/>
          <a:p>
            <a:pPr>
              <a:spcBef>
                <a:spcPts val="1000"/>
              </a:spcBef>
              <a:buFont typeface="Arial" panose="020B0604020202020204" pitchFamily="34" charset="0"/>
              <a:buNone/>
            </a:pPr>
            <a:r>
              <a:rPr lang="en-IN"/>
              <a:t>TMT Monthly Update |  June 2026</a:t>
            </a:r>
            <a:endParaRPr lang="en-US"/>
          </a:p>
        </p:txBody>
      </p:sp>
      <p:sp>
        <p:nvSpPr>
          <p:cNvPr id="4" name="Slide Number Placeholder 3">
            <a:extLst>
              <a:ext uri="{FF2B5EF4-FFF2-40B4-BE49-F238E27FC236}">
                <a16:creationId xmlns:a16="http://schemas.microsoft.com/office/drawing/2014/main" id="{97F09F6A-36AF-74AE-86F3-4627D658998C}"/>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7" name="Text Placeholder 9">
            <a:extLst>
              <a:ext uri="{FF2B5EF4-FFF2-40B4-BE49-F238E27FC236}">
                <a16:creationId xmlns:a16="http://schemas.microsoft.com/office/drawing/2014/main" id="{A9858FC9-E31E-22A5-20E6-DF65368E51BD}"/>
              </a:ext>
            </a:extLst>
          </p:cNvPr>
          <p:cNvSpPr>
            <a:spLocks noGrp="1"/>
          </p:cNvSpPr>
          <p:nvPr>
            <p:ph type="body" sz="quarter" idx="22"/>
          </p:nvPr>
        </p:nvSpPr>
        <p:spPr>
          <a:xfrm>
            <a:off x="550864" y="1628800"/>
            <a:ext cx="5330138" cy="307777"/>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2" name="Content Placeholder 17">
            <a:extLst>
              <a:ext uri="{FF2B5EF4-FFF2-40B4-BE49-F238E27FC236}">
                <a16:creationId xmlns:a16="http://schemas.microsoft.com/office/drawing/2014/main" id="{CCA19B0D-8B57-D85C-1011-1CAC62D2F0F3}"/>
              </a:ext>
            </a:extLst>
          </p:cNvPr>
          <p:cNvSpPr>
            <a:spLocks noGrp="1"/>
          </p:cNvSpPr>
          <p:nvPr>
            <p:ph sz="quarter" idx="23"/>
          </p:nvPr>
        </p:nvSpPr>
        <p:spPr>
          <a:xfrm>
            <a:off x="550862" y="2492896"/>
            <a:ext cx="5330138" cy="38507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3" name="Text Placeholder 9">
            <a:extLst>
              <a:ext uri="{FF2B5EF4-FFF2-40B4-BE49-F238E27FC236}">
                <a16:creationId xmlns:a16="http://schemas.microsoft.com/office/drawing/2014/main" id="{CF6F8FCA-8DFE-AD50-412B-AE814DC29656}"/>
              </a:ext>
            </a:extLst>
          </p:cNvPr>
          <p:cNvSpPr>
            <a:spLocks noGrp="1"/>
          </p:cNvSpPr>
          <p:nvPr>
            <p:ph type="body" sz="quarter" idx="24"/>
          </p:nvPr>
        </p:nvSpPr>
        <p:spPr>
          <a:xfrm>
            <a:off x="6310478" y="1628800"/>
            <a:ext cx="5330138" cy="307777"/>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4" name="Content Placeholder 17">
            <a:extLst>
              <a:ext uri="{FF2B5EF4-FFF2-40B4-BE49-F238E27FC236}">
                <a16:creationId xmlns:a16="http://schemas.microsoft.com/office/drawing/2014/main" id="{343A3AFA-D7DE-39DF-996B-43D9E51B8BE2}"/>
              </a:ext>
            </a:extLst>
          </p:cNvPr>
          <p:cNvSpPr>
            <a:spLocks noGrp="1"/>
          </p:cNvSpPr>
          <p:nvPr>
            <p:ph sz="quarter" idx="25"/>
          </p:nvPr>
        </p:nvSpPr>
        <p:spPr>
          <a:xfrm>
            <a:off x="6310476" y="2492896"/>
            <a:ext cx="5330138" cy="38507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5" name="Title 5">
            <a:extLst>
              <a:ext uri="{FF2B5EF4-FFF2-40B4-BE49-F238E27FC236}">
                <a16:creationId xmlns:a16="http://schemas.microsoft.com/office/drawing/2014/main" id="{D9482294-3454-D856-0C2D-E66155DFBC45}"/>
              </a:ext>
            </a:extLst>
          </p:cNvPr>
          <p:cNvSpPr>
            <a:spLocks noGrp="1"/>
          </p:cNvSpPr>
          <p:nvPr>
            <p:ph type="title"/>
          </p:nvPr>
        </p:nvSpPr>
        <p:spPr>
          <a:xfrm>
            <a:off x="551384" y="549274"/>
            <a:ext cx="11090938" cy="930372"/>
          </a:xfrm>
        </p:spPr>
        <p:txBody>
          <a:bodyPr/>
          <a:lstStyle/>
          <a:p>
            <a:r>
              <a:rPr lang="en-US"/>
              <a:t>Click to edit Master title style</a:t>
            </a:r>
          </a:p>
        </p:txBody>
      </p:sp>
      <p:sp>
        <p:nvSpPr>
          <p:cNvPr id="16" name="Chapter Placeholder 2">
            <a:extLst>
              <a:ext uri="{FF2B5EF4-FFF2-40B4-BE49-F238E27FC236}">
                <a16:creationId xmlns:a16="http://schemas.microsoft.com/office/drawing/2014/main" id="{517FBB4B-5A68-7765-35D5-7BEE297C6AAB}"/>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49825404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ontent Photo 1">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6C4F5EE7-6CA6-23D5-2788-911B0B2A43B3}"/>
              </a:ext>
            </a:extLst>
          </p:cNvPr>
          <p:cNvSpPr>
            <a:spLocks noGrp="1"/>
          </p:cNvSpPr>
          <p:nvPr>
            <p:ph type="pic" sz="quarter" idx="10" hasCustomPrompt="1"/>
          </p:nvPr>
        </p:nvSpPr>
        <p:spPr>
          <a:xfrm>
            <a:off x="7943743" y="1"/>
            <a:ext cx="4248257"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46783FFD-9F48-C402-1C8B-428607819FB0}"/>
              </a:ext>
            </a:extLst>
          </p:cNvPr>
          <p:cNvSpPr>
            <a:spLocks noGrp="1"/>
          </p:cNvSpPr>
          <p:nvPr>
            <p:ph type="dt" sz="half" idx="24"/>
          </p:nvPr>
        </p:nvSpPr>
        <p:spPr/>
        <p:txBody>
          <a:bodyPr/>
          <a:lstStyle/>
          <a:p>
            <a:pPr>
              <a:spcBef>
                <a:spcPts val="1000"/>
              </a:spcBef>
              <a:buFont typeface="Arial" panose="020B0604020202020204" pitchFamily="34" charset="0"/>
              <a:buNone/>
            </a:pPr>
            <a:r>
              <a:rPr lang="pl-PL"/>
              <a:t>Company Confidential © Capgemini 2026. All rights reserved.</a:t>
            </a:r>
            <a:endParaRPr lang="en-US"/>
          </a:p>
        </p:txBody>
      </p:sp>
      <p:sp>
        <p:nvSpPr>
          <p:cNvPr id="11" name="Footer Placeholder 10">
            <a:extLst>
              <a:ext uri="{FF2B5EF4-FFF2-40B4-BE49-F238E27FC236}">
                <a16:creationId xmlns:a16="http://schemas.microsoft.com/office/drawing/2014/main" id="{86AD5ECD-D6D3-FD2C-E095-2E1A79FDA02A}"/>
              </a:ext>
            </a:extLst>
          </p:cNvPr>
          <p:cNvSpPr>
            <a:spLocks noGrp="1"/>
          </p:cNvSpPr>
          <p:nvPr>
            <p:ph type="ftr" sz="quarter" idx="25"/>
          </p:nvPr>
        </p:nvSpPr>
        <p:spPr>
          <a:xfrm>
            <a:off x="550863" y="6650661"/>
            <a:ext cx="4716524" cy="123111"/>
          </a:xfrm>
          <a:prstGeom prst="rect">
            <a:avLst/>
          </a:prstGeom>
        </p:spPr>
        <p:txBody>
          <a:bodyPr/>
          <a:lstStyle/>
          <a:p>
            <a:pPr>
              <a:spcBef>
                <a:spcPts val="1000"/>
              </a:spcBef>
              <a:buFont typeface="Arial" panose="020B0604020202020204" pitchFamily="34" charset="0"/>
              <a:buNone/>
            </a:pPr>
            <a:r>
              <a:rPr lang="en-IN"/>
              <a:t>TMT Monthly Update |  June 2026</a:t>
            </a:r>
            <a:endParaRPr lang="en-US"/>
          </a:p>
        </p:txBody>
      </p:sp>
      <p:sp>
        <p:nvSpPr>
          <p:cNvPr id="12" name="Slide Number Placeholder 11">
            <a:extLst>
              <a:ext uri="{FF2B5EF4-FFF2-40B4-BE49-F238E27FC236}">
                <a16:creationId xmlns:a16="http://schemas.microsoft.com/office/drawing/2014/main" id="{C3781C8A-9DD0-4577-58C6-4DB8551B5B02}"/>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AE6646BC-32F6-9AC6-5DA3-6CA08C229501}"/>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16" name="Text Placeholder 9">
            <a:extLst>
              <a:ext uri="{FF2B5EF4-FFF2-40B4-BE49-F238E27FC236}">
                <a16:creationId xmlns:a16="http://schemas.microsoft.com/office/drawing/2014/main" id="{935FD019-48D6-983C-6B94-E0976FB8783C}"/>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7" name="Title 4">
            <a:extLst>
              <a:ext uri="{FF2B5EF4-FFF2-40B4-BE49-F238E27FC236}">
                <a16:creationId xmlns:a16="http://schemas.microsoft.com/office/drawing/2014/main" id="{FC4953BF-CA63-7307-BB05-264598E5B859}"/>
              </a:ext>
            </a:extLst>
          </p:cNvPr>
          <p:cNvSpPr>
            <a:spLocks noGrp="1"/>
          </p:cNvSpPr>
          <p:nvPr>
            <p:ph type="title"/>
          </p:nvPr>
        </p:nvSpPr>
        <p:spPr>
          <a:xfrm>
            <a:off x="551384" y="549274"/>
            <a:ext cx="6984776" cy="930372"/>
          </a:xfrm>
        </p:spPr>
        <p:txBody>
          <a:bodyPr/>
          <a:lstStyle/>
          <a:p>
            <a:r>
              <a:rPr lang="en-US"/>
              <a:t>Click to edit Master title style</a:t>
            </a:r>
          </a:p>
        </p:txBody>
      </p:sp>
      <p:sp>
        <p:nvSpPr>
          <p:cNvPr id="18" name="Content Placeholder 5">
            <a:extLst>
              <a:ext uri="{FF2B5EF4-FFF2-40B4-BE49-F238E27FC236}">
                <a16:creationId xmlns:a16="http://schemas.microsoft.com/office/drawing/2014/main" id="{AEC7E24F-95DB-9C78-60A3-E8139D06C8F3}"/>
              </a:ext>
            </a:extLst>
          </p:cNvPr>
          <p:cNvSpPr>
            <a:spLocks noGrp="1"/>
          </p:cNvSpPr>
          <p:nvPr>
            <p:ph sz="quarter" idx="31"/>
          </p:nvPr>
        </p:nvSpPr>
        <p:spPr>
          <a:xfrm>
            <a:off x="551384"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56925901"/>
      </p:ext>
    </p:extLst>
  </p:cSld>
  <p:clrMapOvr>
    <a:masterClrMapping/>
  </p:clrMapOvr>
  <p:extLst>
    <p:ext uri="{DCECCB84-F9BA-43D5-87BE-67443E8EF086}">
      <p15:sldGuideLst xmlns:p15="http://schemas.microsoft.com/office/powerpoint/2012/main">
        <p15:guide id="1" pos="5110">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ontent Photo 1 Chapterbox">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6C4F5EE7-6CA6-23D5-2788-911B0B2A43B3}"/>
              </a:ext>
            </a:extLst>
          </p:cNvPr>
          <p:cNvSpPr>
            <a:spLocks noGrp="1"/>
          </p:cNvSpPr>
          <p:nvPr>
            <p:ph type="pic" sz="quarter" idx="10" hasCustomPrompt="1"/>
          </p:nvPr>
        </p:nvSpPr>
        <p:spPr>
          <a:xfrm>
            <a:off x="7943743" y="1"/>
            <a:ext cx="4248257"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46783FFD-9F48-C402-1C8B-428607819FB0}"/>
              </a:ext>
            </a:extLst>
          </p:cNvPr>
          <p:cNvSpPr>
            <a:spLocks noGrp="1"/>
          </p:cNvSpPr>
          <p:nvPr>
            <p:ph type="dt" sz="half" idx="24"/>
          </p:nvPr>
        </p:nvSpPr>
        <p:spPr/>
        <p:txBody>
          <a:bodyPr/>
          <a:lstStyle/>
          <a:p>
            <a:pPr>
              <a:spcBef>
                <a:spcPts val="1000"/>
              </a:spcBef>
              <a:buFont typeface="Arial" panose="020B0604020202020204" pitchFamily="34" charset="0"/>
              <a:buNone/>
            </a:pPr>
            <a:r>
              <a:rPr lang="pl-PL"/>
              <a:t>Company Confidential © Capgemini 2026. All rights reserved.</a:t>
            </a:r>
            <a:endParaRPr lang="en-US"/>
          </a:p>
        </p:txBody>
      </p:sp>
      <p:sp>
        <p:nvSpPr>
          <p:cNvPr id="11" name="Footer Placeholder 10">
            <a:extLst>
              <a:ext uri="{FF2B5EF4-FFF2-40B4-BE49-F238E27FC236}">
                <a16:creationId xmlns:a16="http://schemas.microsoft.com/office/drawing/2014/main" id="{86AD5ECD-D6D3-FD2C-E095-2E1A79FDA02A}"/>
              </a:ext>
            </a:extLst>
          </p:cNvPr>
          <p:cNvSpPr>
            <a:spLocks noGrp="1"/>
          </p:cNvSpPr>
          <p:nvPr>
            <p:ph type="ftr" sz="quarter" idx="25"/>
          </p:nvPr>
        </p:nvSpPr>
        <p:spPr>
          <a:xfrm>
            <a:off x="550863" y="6650661"/>
            <a:ext cx="4716524" cy="123111"/>
          </a:xfrm>
          <a:prstGeom prst="rect">
            <a:avLst/>
          </a:prstGeom>
        </p:spPr>
        <p:txBody>
          <a:bodyPr/>
          <a:lstStyle/>
          <a:p>
            <a:pPr>
              <a:spcBef>
                <a:spcPts val="1000"/>
              </a:spcBef>
              <a:buFont typeface="Arial" panose="020B0604020202020204" pitchFamily="34" charset="0"/>
              <a:buNone/>
            </a:pPr>
            <a:r>
              <a:rPr lang="en-IN"/>
              <a:t>TMT Monthly Update |  June 2026</a:t>
            </a:r>
            <a:endParaRPr lang="en-US"/>
          </a:p>
        </p:txBody>
      </p:sp>
      <p:sp>
        <p:nvSpPr>
          <p:cNvPr id="12" name="Slide Number Placeholder 11">
            <a:extLst>
              <a:ext uri="{FF2B5EF4-FFF2-40B4-BE49-F238E27FC236}">
                <a16:creationId xmlns:a16="http://schemas.microsoft.com/office/drawing/2014/main" id="{C3781C8A-9DD0-4577-58C6-4DB8551B5B02}"/>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4" name="Logo Placeholder 7">
            <a:extLst>
              <a:ext uri="{FF2B5EF4-FFF2-40B4-BE49-F238E27FC236}">
                <a16:creationId xmlns:a16="http://schemas.microsoft.com/office/drawing/2014/main" id="{3BF0ED60-C129-C9C6-4501-946318C0FF02}"/>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7" name="Text Placeholder 9">
            <a:extLst>
              <a:ext uri="{FF2B5EF4-FFF2-40B4-BE49-F238E27FC236}">
                <a16:creationId xmlns:a16="http://schemas.microsoft.com/office/drawing/2014/main" id="{B273940D-E1AD-EA8E-78DF-498922FA8A2F}"/>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9" name="Title 4">
            <a:extLst>
              <a:ext uri="{FF2B5EF4-FFF2-40B4-BE49-F238E27FC236}">
                <a16:creationId xmlns:a16="http://schemas.microsoft.com/office/drawing/2014/main" id="{F3029A13-E493-A8ED-E3D0-507AF2339260}"/>
              </a:ext>
            </a:extLst>
          </p:cNvPr>
          <p:cNvSpPr>
            <a:spLocks noGrp="1"/>
          </p:cNvSpPr>
          <p:nvPr>
            <p:ph type="title"/>
          </p:nvPr>
        </p:nvSpPr>
        <p:spPr>
          <a:xfrm>
            <a:off x="551384" y="549274"/>
            <a:ext cx="6984776"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633CAED3-6535-92CF-7EA8-42F3243AE7D0}"/>
              </a:ext>
            </a:extLst>
          </p:cNvPr>
          <p:cNvSpPr>
            <a:spLocks noGrp="1"/>
          </p:cNvSpPr>
          <p:nvPr>
            <p:ph sz="quarter" idx="31"/>
          </p:nvPr>
        </p:nvSpPr>
        <p:spPr>
          <a:xfrm>
            <a:off x="551384"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hapter Placeholder 2">
            <a:extLst>
              <a:ext uri="{FF2B5EF4-FFF2-40B4-BE49-F238E27FC236}">
                <a16:creationId xmlns:a16="http://schemas.microsoft.com/office/drawing/2014/main" id="{937EC11D-9FEA-3207-FBA5-942D0A99E49C}"/>
              </a:ext>
            </a:extLst>
          </p:cNvPr>
          <p:cNvSpPr>
            <a:spLocks noGrp="1"/>
          </p:cNvSpPr>
          <p:nvPr>
            <p:ph type="body" sz="quarter" idx="13" hasCustomPrompt="1"/>
          </p:nvPr>
        </p:nvSpPr>
        <p:spPr>
          <a:xfrm>
            <a:off x="550863" y="266219"/>
            <a:ext cx="6983870"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3949951171"/>
      </p:ext>
    </p:extLst>
  </p:cSld>
  <p:clrMapOvr>
    <a:masterClrMapping/>
  </p:clrMapOvr>
  <p:extLst>
    <p:ext uri="{DCECCB84-F9BA-43D5-87BE-67443E8EF086}">
      <p15:sldGuideLst xmlns:p15="http://schemas.microsoft.com/office/powerpoint/2012/main">
        <p15:guide id="1" pos="5110">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ontent Photo 2">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97BD40BB-A2F0-F646-3CC2-596CC4195838}"/>
              </a:ext>
            </a:extLst>
          </p:cNvPr>
          <p:cNvSpPr>
            <a:spLocks noGrp="1"/>
          </p:cNvSpPr>
          <p:nvPr>
            <p:ph type="pic" sz="quarter" idx="18" hasCustomPrompt="1"/>
          </p:nvPr>
        </p:nvSpPr>
        <p:spPr>
          <a:xfrm>
            <a:off x="6095937" y="1"/>
            <a:ext cx="6096064"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6132EE43-B817-E2F8-9E7F-509C8F5C333F}"/>
              </a:ext>
            </a:extLst>
          </p:cNvPr>
          <p:cNvSpPr>
            <a:spLocks noGrp="1"/>
          </p:cNvSpPr>
          <p:nvPr>
            <p:ph type="dt" sz="half" idx="24"/>
          </p:nvPr>
        </p:nvSpPr>
        <p:spPr/>
        <p:txBody>
          <a:bodyPr/>
          <a:lstStyle/>
          <a:p>
            <a:pPr>
              <a:spcBef>
                <a:spcPts val="1000"/>
              </a:spcBef>
              <a:buFont typeface="Arial" panose="020B0604020202020204" pitchFamily="34" charset="0"/>
              <a:buNone/>
            </a:pPr>
            <a:r>
              <a:rPr lang="pl-PL"/>
              <a:t>Company Confidential © Capgemini 2026. All rights reserved.</a:t>
            </a:r>
            <a:endParaRPr lang="en-US"/>
          </a:p>
        </p:txBody>
      </p:sp>
      <p:sp>
        <p:nvSpPr>
          <p:cNvPr id="11" name="Footer Placeholder 10">
            <a:extLst>
              <a:ext uri="{FF2B5EF4-FFF2-40B4-BE49-F238E27FC236}">
                <a16:creationId xmlns:a16="http://schemas.microsoft.com/office/drawing/2014/main" id="{9D40FDFE-5D39-1793-49A7-C223A0B5A728}"/>
              </a:ext>
            </a:extLst>
          </p:cNvPr>
          <p:cNvSpPr>
            <a:spLocks noGrp="1"/>
          </p:cNvSpPr>
          <p:nvPr>
            <p:ph type="ftr" sz="quarter" idx="25"/>
          </p:nvPr>
        </p:nvSpPr>
        <p:spPr>
          <a:xfrm>
            <a:off x="550863" y="6650661"/>
            <a:ext cx="4716524" cy="123111"/>
          </a:xfrm>
          <a:prstGeom prst="rect">
            <a:avLst/>
          </a:prstGeom>
        </p:spPr>
        <p:txBody>
          <a:bodyPr/>
          <a:lstStyle/>
          <a:p>
            <a:pPr>
              <a:spcBef>
                <a:spcPts val="1000"/>
              </a:spcBef>
              <a:buFont typeface="Arial" panose="020B0604020202020204" pitchFamily="34" charset="0"/>
              <a:buNone/>
            </a:pPr>
            <a:r>
              <a:rPr lang="en-IN"/>
              <a:t>TMT Monthly Update |  June 2026</a:t>
            </a:r>
            <a:endParaRPr lang="en-US"/>
          </a:p>
        </p:txBody>
      </p:sp>
      <p:sp>
        <p:nvSpPr>
          <p:cNvPr id="12" name="Slide Number Placeholder 11">
            <a:extLst>
              <a:ext uri="{FF2B5EF4-FFF2-40B4-BE49-F238E27FC236}">
                <a16:creationId xmlns:a16="http://schemas.microsoft.com/office/drawing/2014/main" id="{D3F18AC0-D398-EFCE-8D4E-EBBC42BA70A1}"/>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F1E24017-441F-489D-7EA7-E9C24BDAD8CE}"/>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4" name="Text Placeholder 9">
            <a:extLst>
              <a:ext uri="{FF2B5EF4-FFF2-40B4-BE49-F238E27FC236}">
                <a16:creationId xmlns:a16="http://schemas.microsoft.com/office/drawing/2014/main" id="{E82105FD-7542-270F-7352-05CF2F1A1301}"/>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8" name="Title 4">
            <a:extLst>
              <a:ext uri="{FF2B5EF4-FFF2-40B4-BE49-F238E27FC236}">
                <a16:creationId xmlns:a16="http://schemas.microsoft.com/office/drawing/2014/main" id="{7E0ED469-AF66-6808-9971-F90514B01F21}"/>
              </a:ext>
            </a:extLst>
          </p:cNvPr>
          <p:cNvSpPr>
            <a:spLocks noGrp="1"/>
          </p:cNvSpPr>
          <p:nvPr>
            <p:ph type="title"/>
          </p:nvPr>
        </p:nvSpPr>
        <p:spPr>
          <a:xfrm>
            <a:off x="551384" y="549274"/>
            <a:ext cx="5112568" cy="930372"/>
          </a:xfrm>
        </p:spPr>
        <p:txBody>
          <a:bodyPr/>
          <a:lstStyle/>
          <a:p>
            <a:r>
              <a:rPr lang="en-US"/>
              <a:t>Click to edit Master title style</a:t>
            </a:r>
          </a:p>
        </p:txBody>
      </p:sp>
      <p:sp>
        <p:nvSpPr>
          <p:cNvPr id="9" name="Content Placeholder 5">
            <a:extLst>
              <a:ext uri="{FF2B5EF4-FFF2-40B4-BE49-F238E27FC236}">
                <a16:creationId xmlns:a16="http://schemas.microsoft.com/office/drawing/2014/main" id="{8214CFC2-24F6-6CA0-147F-B56E32136118}"/>
              </a:ext>
            </a:extLst>
          </p:cNvPr>
          <p:cNvSpPr>
            <a:spLocks noGrp="1"/>
          </p:cNvSpPr>
          <p:nvPr>
            <p:ph sz="quarter" idx="31"/>
          </p:nvPr>
        </p:nvSpPr>
        <p:spPr>
          <a:xfrm>
            <a:off x="551384" y="2132856"/>
            <a:ext cx="51125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5233061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Content Photo 2 Chapterbox">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97BD40BB-A2F0-F646-3CC2-596CC4195838}"/>
              </a:ext>
            </a:extLst>
          </p:cNvPr>
          <p:cNvSpPr>
            <a:spLocks noGrp="1"/>
          </p:cNvSpPr>
          <p:nvPr>
            <p:ph type="pic" sz="quarter" idx="18" hasCustomPrompt="1"/>
          </p:nvPr>
        </p:nvSpPr>
        <p:spPr>
          <a:xfrm>
            <a:off x="6095937" y="1"/>
            <a:ext cx="6096064"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6132EE43-B817-E2F8-9E7F-509C8F5C333F}"/>
              </a:ext>
            </a:extLst>
          </p:cNvPr>
          <p:cNvSpPr>
            <a:spLocks noGrp="1"/>
          </p:cNvSpPr>
          <p:nvPr>
            <p:ph type="dt" sz="half" idx="24"/>
          </p:nvPr>
        </p:nvSpPr>
        <p:spPr/>
        <p:txBody>
          <a:bodyPr/>
          <a:lstStyle/>
          <a:p>
            <a:pPr>
              <a:spcBef>
                <a:spcPts val="1000"/>
              </a:spcBef>
              <a:buFont typeface="Arial" panose="020B0604020202020204" pitchFamily="34" charset="0"/>
              <a:buNone/>
            </a:pPr>
            <a:r>
              <a:rPr lang="pl-PL"/>
              <a:t>Company Confidential © Capgemini 2026. All rights reserved.</a:t>
            </a:r>
            <a:endParaRPr lang="en-US"/>
          </a:p>
        </p:txBody>
      </p:sp>
      <p:sp>
        <p:nvSpPr>
          <p:cNvPr id="11" name="Footer Placeholder 10">
            <a:extLst>
              <a:ext uri="{FF2B5EF4-FFF2-40B4-BE49-F238E27FC236}">
                <a16:creationId xmlns:a16="http://schemas.microsoft.com/office/drawing/2014/main" id="{9D40FDFE-5D39-1793-49A7-C223A0B5A728}"/>
              </a:ext>
            </a:extLst>
          </p:cNvPr>
          <p:cNvSpPr>
            <a:spLocks noGrp="1"/>
          </p:cNvSpPr>
          <p:nvPr>
            <p:ph type="ftr" sz="quarter" idx="25"/>
          </p:nvPr>
        </p:nvSpPr>
        <p:spPr>
          <a:xfrm>
            <a:off x="550863" y="6650661"/>
            <a:ext cx="4716524" cy="123111"/>
          </a:xfrm>
          <a:prstGeom prst="rect">
            <a:avLst/>
          </a:prstGeom>
        </p:spPr>
        <p:txBody>
          <a:bodyPr/>
          <a:lstStyle/>
          <a:p>
            <a:pPr>
              <a:spcBef>
                <a:spcPts val="1000"/>
              </a:spcBef>
              <a:buFont typeface="Arial" panose="020B0604020202020204" pitchFamily="34" charset="0"/>
              <a:buNone/>
            </a:pPr>
            <a:r>
              <a:rPr lang="en-IN"/>
              <a:t>TMT Monthly Update |  June 2026</a:t>
            </a:r>
            <a:endParaRPr lang="en-US"/>
          </a:p>
        </p:txBody>
      </p:sp>
      <p:sp>
        <p:nvSpPr>
          <p:cNvPr id="12" name="Slide Number Placeholder 11">
            <a:extLst>
              <a:ext uri="{FF2B5EF4-FFF2-40B4-BE49-F238E27FC236}">
                <a16:creationId xmlns:a16="http://schemas.microsoft.com/office/drawing/2014/main" id="{D3F18AC0-D398-EFCE-8D4E-EBBC42BA70A1}"/>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B32B524C-36D8-214C-7B43-091DB75F191F}"/>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4" name="Text Placeholder 9">
            <a:extLst>
              <a:ext uri="{FF2B5EF4-FFF2-40B4-BE49-F238E27FC236}">
                <a16:creationId xmlns:a16="http://schemas.microsoft.com/office/drawing/2014/main" id="{996F9181-C057-270C-1482-2E5EF4D4FDA6}"/>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9" name="Title 4">
            <a:extLst>
              <a:ext uri="{FF2B5EF4-FFF2-40B4-BE49-F238E27FC236}">
                <a16:creationId xmlns:a16="http://schemas.microsoft.com/office/drawing/2014/main" id="{99BF8019-65AA-9B32-C80C-D9AA0C654AFD}"/>
              </a:ext>
            </a:extLst>
          </p:cNvPr>
          <p:cNvSpPr>
            <a:spLocks noGrp="1"/>
          </p:cNvSpPr>
          <p:nvPr>
            <p:ph type="title"/>
          </p:nvPr>
        </p:nvSpPr>
        <p:spPr>
          <a:xfrm>
            <a:off x="551384" y="549274"/>
            <a:ext cx="5112568"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A479EEE0-B2C4-D132-D3CB-B4FB16D1D6A0}"/>
              </a:ext>
            </a:extLst>
          </p:cNvPr>
          <p:cNvSpPr>
            <a:spLocks noGrp="1"/>
          </p:cNvSpPr>
          <p:nvPr>
            <p:ph sz="quarter" idx="31"/>
          </p:nvPr>
        </p:nvSpPr>
        <p:spPr>
          <a:xfrm>
            <a:off x="551384" y="2132856"/>
            <a:ext cx="51125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hapter Placeholder 2">
            <a:extLst>
              <a:ext uri="{FF2B5EF4-FFF2-40B4-BE49-F238E27FC236}">
                <a16:creationId xmlns:a16="http://schemas.microsoft.com/office/drawing/2014/main" id="{4A59B460-E10E-1660-E567-B4AB0E3F3C38}"/>
              </a:ext>
            </a:extLst>
          </p:cNvPr>
          <p:cNvSpPr>
            <a:spLocks noGrp="1"/>
          </p:cNvSpPr>
          <p:nvPr>
            <p:ph type="body" sz="quarter" idx="13" hasCustomPrompt="1"/>
          </p:nvPr>
        </p:nvSpPr>
        <p:spPr>
          <a:xfrm>
            <a:off x="550863" y="266219"/>
            <a:ext cx="5111905"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268071748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ontent Photo 3">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0DD7751A-AC4E-473A-B544-73973FAE9468}"/>
              </a:ext>
            </a:extLst>
          </p:cNvPr>
          <p:cNvSpPr>
            <a:spLocks noGrp="1"/>
          </p:cNvSpPr>
          <p:nvPr>
            <p:ph type="pic" sz="quarter" idx="19" hasCustomPrompt="1"/>
          </p:nvPr>
        </p:nvSpPr>
        <p:spPr>
          <a:xfrm>
            <a:off x="1" y="0"/>
            <a:ext cx="4242121"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7C228C6D-3BD8-F7A9-DA9D-DCE9B373CC09}"/>
              </a:ext>
            </a:extLst>
          </p:cNvPr>
          <p:cNvSpPr>
            <a:spLocks noGrp="1"/>
          </p:cNvSpPr>
          <p:nvPr>
            <p:ph type="dt" sz="half" idx="24"/>
          </p:nvPr>
        </p:nvSpPr>
        <p:spPr/>
        <p:txBody>
          <a:bodyPr/>
          <a:lstStyle/>
          <a:p>
            <a:pPr>
              <a:spcBef>
                <a:spcPts val="1000"/>
              </a:spcBef>
              <a:buFont typeface="Arial" panose="020B0604020202020204" pitchFamily="34" charset="0"/>
              <a:buNone/>
            </a:pPr>
            <a:r>
              <a:rPr lang="pl-PL"/>
              <a:t>Company Confidential © Capgemini 2026. All rights reserved.</a:t>
            </a:r>
            <a:endParaRPr lang="en-US"/>
          </a:p>
        </p:txBody>
      </p:sp>
      <p:sp>
        <p:nvSpPr>
          <p:cNvPr id="11" name="Footer Placeholder 10">
            <a:extLst>
              <a:ext uri="{FF2B5EF4-FFF2-40B4-BE49-F238E27FC236}">
                <a16:creationId xmlns:a16="http://schemas.microsoft.com/office/drawing/2014/main" id="{81656793-2C07-1E16-6CE1-3C4AD69759DF}"/>
              </a:ext>
            </a:extLst>
          </p:cNvPr>
          <p:cNvSpPr>
            <a:spLocks noGrp="1"/>
          </p:cNvSpPr>
          <p:nvPr>
            <p:ph type="ftr" sz="quarter" idx="25"/>
          </p:nvPr>
        </p:nvSpPr>
        <p:spPr>
          <a:xfrm>
            <a:off x="550863" y="6650661"/>
            <a:ext cx="4716524" cy="123111"/>
          </a:xfrm>
          <a:prstGeom prst="rect">
            <a:avLst/>
          </a:prstGeom>
        </p:spPr>
        <p:txBody>
          <a:bodyPr/>
          <a:lstStyle/>
          <a:p>
            <a:pPr>
              <a:spcBef>
                <a:spcPts val="1000"/>
              </a:spcBef>
              <a:buFont typeface="Arial" panose="020B0604020202020204" pitchFamily="34" charset="0"/>
              <a:buNone/>
            </a:pPr>
            <a:r>
              <a:rPr lang="en-IN"/>
              <a:t>TMT Monthly Update |  June 2026</a:t>
            </a:r>
            <a:endParaRPr lang="en-US"/>
          </a:p>
        </p:txBody>
      </p:sp>
      <p:sp>
        <p:nvSpPr>
          <p:cNvPr id="12" name="Slide Number Placeholder 11">
            <a:extLst>
              <a:ext uri="{FF2B5EF4-FFF2-40B4-BE49-F238E27FC236}">
                <a16:creationId xmlns:a16="http://schemas.microsoft.com/office/drawing/2014/main" id="{C166A976-F780-55C8-4310-792D90B73CC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A565FC55-C9E0-8386-F514-48C3B7C08BBF}"/>
              </a:ext>
            </a:extLst>
          </p:cNvPr>
          <p:cNvSpPr>
            <a:spLocks noGrp="1"/>
          </p:cNvSpPr>
          <p:nvPr>
            <p:ph type="body" sz="quarter" idx="22" hasCustomPrompt="1"/>
          </p:nvPr>
        </p:nvSpPr>
        <p:spPr>
          <a:xfrm>
            <a:off x="4655177"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6" name="Title 4">
            <a:extLst>
              <a:ext uri="{FF2B5EF4-FFF2-40B4-BE49-F238E27FC236}">
                <a16:creationId xmlns:a16="http://schemas.microsoft.com/office/drawing/2014/main" id="{2E864913-7A4C-BC47-749C-8EA82C1F3460}"/>
              </a:ext>
            </a:extLst>
          </p:cNvPr>
          <p:cNvSpPr>
            <a:spLocks noGrp="1"/>
          </p:cNvSpPr>
          <p:nvPr>
            <p:ph type="title"/>
          </p:nvPr>
        </p:nvSpPr>
        <p:spPr>
          <a:xfrm>
            <a:off x="4656361" y="549274"/>
            <a:ext cx="6984776" cy="930372"/>
          </a:xfrm>
        </p:spPr>
        <p:txBody>
          <a:bodyPr/>
          <a:lstStyle/>
          <a:p>
            <a:r>
              <a:rPr lang="en-US"/>
              <a:t>Click to edit Master title style</a:t>
            </a:r>
          </a:p>
        </p:txBody>
      </p:sp>
      <p:sp>
        <p:nvSpPr>
          <p:cNvPr id="8" name="Content Placeholder 5">
            <a:extLst>
              <a:ext uri="{FF2B5EF4-FFF2-40B4-BE49-F238E27FC236}">
                <a16:creationId xmlns:a16="http://schemas.microsoft.com/office/drawing/2014/main" id="{3DAD7E2F-319F-BE0B-BE23-06049D48435D}"/>
              </a:ext>
            </a:extLst>
          </p:cNvPr>
          <p:cNvSpPr>
            <a:spLocks noGrp="1"/>
          </p:cNvSpPr>
          <p:nvPr>
            <p:ph sz="quarter" idx="31"/>
          </p:nvPr>
        </p:nvSpPr>
        <p:spPr>
          <a:xfrm>
            <a:off x="4656361"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8156546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ontent Photo 3 Chapterbox">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0DD7751A-AC4E-473A-B544-73973FAE9468}"/>
              </a:ext>
            </a:extLst>
          </p:cNvPr>
          <p:cNvSpPr>
            <a:spLocks noGrp="1"/>
          </p:cNvSpPr>
          <p:nvPr>
            <p:ph type="pic" sz="quarter" idx="19" hasCustomPrompt="1"/>
          </p:nvPr>
        </p:nvSpPr>
        <p:spPr>
          <a:xfrm>
            <a:off x="1" y="0"/>
            <a:ext cx="4242121"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7C228C6D-3BD8-F7A9-DA9D-DCE9B373CC09}"/>
              </a:ext>
            </a:extLst>
          </p:cNvPr>
          <p:cNvSpPr>
            <a:spLocks noGrp="1"/>
          </p:cNvSpPr>
          <p:nvPr>
            <p:ph type="dt" sz="half" idx="24"/>
          </p:nvPr>
        </p:nvSpPr>
        <p:spPr/>
        <p:txBody>
          <a:bodyPr/>
          <a:lstStyle/>
          <a:p>
            <a:pPr>
              <a:spcBef>
                <a:spcPts val="1000"/>
              </a:spcBef>
              <a:buFont typeface="Arial" panose="020B0604020202020204" pitchFamily="34" charset="0"/>
              <a:buNone/>
            </a:pPr>
            <a:r>
              <a:rPr lang="pl-PL"/>
              <a:t>Company Confidential © Capgemini 2026. All rights reserved.</a:t>
            </a:r>
            <a:endParaRPr lang="en-US"/>
          </a:p>
        </p:txBody>
      </p:sp>
      <p:sp>
        <p:nvSpPr>
          <p:cNvPr id="11" name="Footer Placeholder 10">
            <a:extLst>
              <a:ext uri="{FF2B5EF4-FFF2-40B4-BE49-F238E27FC236}">
                <a16:creationId xmlns:a16="http://schemas.microsoft.com/office/drawing/2014/main" id="{81656793-2C07-1E16-6CE1-3C4AD69759DF}"/>
              </a:ext>
            </a:extLst>
          </p:cNvPr>
          <p:cNvSpPr>
            <a:spLocks noGrp="1"/>
          </p:cNvSpPr>
          <p:nvPr>
            <p:ph type="ftr" sz="quarter" idx="25"/>
          </p:nvPr>
        </p:nvSpPr>
        <p:spPr>
          <a:xfrm>
            <a:off x="550863" y="6650661"/>
            <a:ext cx="4716524" cy="123111"/>
          </a:xfrm>
          <a:prstGeom prst="rect">
            <a:avLst/>
          </a:prstGeom>
        </p:spPr>
        <p:txBody>
          <a:bodyPr/>
          <a:lstStyle/>
          <a:p>
            <a:pPr>
              <a:spcBef>
                <a:spcPts val="1000"/>
              </a:spcBef>
              <a:buFont typeface="Arial" panose="020B0604020202020204" pitchFamily="34" charset="0"/>
              <a:buNone/>
            </a:pPr>
            <a:r>
              <a:rPr lang="en-IN"/>
              <a:t>TMT Monthly Update |  June 2026</a:t>
            </a:r>
            <a:endParaRPr lang="en-US"/>
          </a:p>
        </p:txBody>
      </p:sp>
      <p:sp>
        <p:nvSpPr>
          <p:cNvPr id="12" name="Slide Number Placeholder 11">
            <a:extLst>
              <a:ext uri="{FF2B5EF4-FFF2-40B4-BE49-F238E27FC236}">
                <a16:creationId xmlns:a16="http://schemas.microsoft.com/office/drawing/2014/main" id="{C166A976-F780-55C8-4310-792D90B73CC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CBEA6FBE-B35F-FDFB-0A0C-E6D7CB1D2878}"/>
              </a:ext>
            </a:extLst>
          </p:cNvPr>
          <p:cNvSpPr>
            <a:spLocks noGrp="1"/>
          </p:cNvSpPr>
          <p:nvPr>
            <p:ph type="body" sz="quarter" idx="22" hasCustomPrompt="1"/>
          </p:nvPr>
        </p:nvSpPr>
        <p:spPr>
          <a:xfrm>
            <a:off x="4655177"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9" name="Title 4">
            <a:extLst>
              <a:ext uri="{FF2B5EF4-FFF2-40B4-BE49-F238E27FC236}">
                <a16:creationId xmlns:a16="http://schemas.microsoft.com/office/drawing/2014/main" id="{A1AA51F8-C182-DAF5-4FEA-53839C3797E8}"/>
              </a:ext>
            </a:extLst>
          </p:cNvPr>
          <p:cNvSpPr>
            <a:spLocks noGrp="1"/>
          </p:cNvSpPr>
          <p:nvPr>
            <p:ph type="title"/>
          </p:nvPr>
        </p:nvSpPr>
        <p:spPr>
          <a:xfrm>
            <a:off x="4656361" y="549274"/>
            <a:ext cx="6984776"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CEB0183E-EAE6-947E-A4B9-331A991402A1}"/>
              </a:ext>
            </a:extLst>
          </p:cNvPr>
          <p:cNvSpPr>
            <a:spLocks noGrp="1"/>
          </p:cNvSpPr>
          <p:nvPr>
            <p:ph sz="quarter" idx="31"/>
          </p:nvPr>
        </p:nvSpPr>
        <p:spPr>
          <a:xfrm>
            <a:off x="4656361"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hapter Placeholder 2">
            <a:extLst>
              <a:ext uri="{FF2B5EF4-FFF2-40B4-BE49-F238E27FC236}">
                <a16:creationId xmlns:a16="http://schemas.microsoft.com/office/drawing/2014/main" id="{A135B96E-A880-0991-4B6E-A591E9B65964}"/>
              </a:ext>
            </a:extLst>
          </p:cNvPr>
          <p:cNvSpPr>
            <a:spLocks noGrp="1"/>
          </p:cNvSpPr>
          <p:nvPr>
            <p:ph type="body" sz="quarter" idx="13" hasCustomPrompt="1"/>
          </p:nvPr>
        </p:nvSpPr>
        <p:spPr>
          <a:xfrm>
            <a:off x="4655840" y="266219"/>
            <a:ext cx="6983870"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184912693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Content Photo 4">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F18ACBAA-5616-6B76-6F3E-019A776E4E01}"/>
              </a:ext>
            </a:extLst>
          </p:cNvPr>
          <p:cNvSpPr>
            <a:spLocks noGrp="1"/>
          </p:cNvSpPr>
          <p:nvPr>
            <p:ph type="dt" sz="half" idx="24"/>
          </p:nvPr>
        </p:nvSpPr>
        <p:spPr/>
        <p:txBody>
          <a:bodyPr/>
          <a:lstStyle/>
          <a:p>
            <a:pPr>
              <a:spcBef>
                <a:spcPts val="1000"/>
              </a:spcBef>
              <a:buFont typeface="Arial" panose="020B0604020202020204" pitchFamily="34" charset="0"/>
              <a:buNone/>
            </a:pPr>
            <a:r>
              <a:rPr lang="pl-PL"/>
              <a:t>Company Confidential © Capgemini 2026. All rights reserved.</a:t>
            </a:r>
            <a:endParaRPr lang="en-US"/>
          </a:p>
        </p:txBody>
      </p:sp>
      <p:sp>
        <p:nvSpPr>
          <p:cNvPr id="11" name="Footer Placeholder 10">
            <a:extLst>
              <a:ext uri="{FF2B5EF4-FFF2-40B4-BE49-F238E27FC236}">
                <a16:creationId xmlns:a16="http://schemas.microsoft.com/office/drawing/2014/main" id="{84A3242F-2D46-5913-5CA7-B4AB8C7C413D}"/>
              </a:ext>
            </a:extLst>
          </p:cNvPr>
          <p:cNvSpPr>
            <a:spLocks noGrp="1"/>
          </p:cNvSpPr>
          <p:nvPr>
            <p:ph type="ftr" sz="quarter" idx="25"/>
          </p:nvPr>
        </p:nvSpPr>
        <p:spPr>
          <a:xfrm>
            <a:off x="550863" y="6650661"/>
            <a:ext cx="4716524" cy="123111"/>
          </a:xfrm>
          <a:prstGeom prst="rect">
            <a:avLst/>
          </a:prstGeom>
        </p:spPr>
        <p:txBody>
          <a:bodyPr/>
          <a:lstStyle/>
          <a:p>
            <a:pPr>
              <a:spcBef>
                <a:spcPts val="1000"/>
              </a:spcBef>
              <a:buFont typeface="Arial" panose="020B0604020202020204" pitchFamily="34" charset="0"/>
              <a:buNone/>
            </a:pPr>
            <a:r>
              <a:rPr lang="en-IN"/>
              <a:t>TMT Monthly Update |  June 2026</a:t>
            </a:r>
            <a:endParaRPr lang="en-US"/>
          </a:p>
        </p:txBody>
      </p:sp>
      <p:sp>
        <p:nvSpPr>
          <p:cNvPr id="12" name="Slide Number Placeholder 11">
            <a:extLst>
              <a:ext uri="{FF2B5EF4-FFF2-40B4-BE49-F238E27FC236}">
                <a16:creationId xmlns:a16="http://schemas.microsoft.com/office/drawing/2014/main" id="{D72DABC1-51BB-C9B2-6119-ED5F9C849345}"/>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5AD8D628-6C3F-5725-7D6C-4D172AFCFA27}"/>
              </a:ext>
            </a:extLst>
          </p:cNvPr>
          <p:cNvSpPr>
            <a:spLocks noGrp="1"/>
          </p:cNvSpPr>
          <p:nvPr>
            <p:ph type="body" sz="quarter" idx="22" hasCustomPrompt="1"/>
          </p:nvPr>
        </p:nvSpPr>
        <p:spPr>
          <a:xfrm>
            <a:off x="6598871" y="1634286"/>
            <a:ext cx="5041081"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6" name="Title 4">
            <a:extLst>
              <a:ext uri="{FF2B5EF4-FFF2-40B4-BE49-F238E27FC236}">
                <a16:creationId xmlns:a16="http://schemas.microsoft.com/office/drawing/2014/main" id="{A4159BB2-FE6F-6556-D582-03780A441E3A}"/>
              </a:ext>
            </a:extLst>
          </p:cNvPr>
          <p:cNvSpPr>
            <a:spLocks noGrp="1"/>
          </p:cNvSpPr>
          <p:nvPr>
            <p:ph type="title"/>
          </p:nvPr>
        </p:nvSpPr>
        <p:spPr>
          <a:xfrm>
            <a:off x="6600055" y="549274"/>
            <a:ext cx="5041081" cy="930372"/>
          </a:xfrm>
        </p:spPr>
        <p:txBody>
          <a:bodyPr/>
          <a:lstStyle/>
          <a:p>
            <a:r>
              <a:rPr lang="en-US"/>
              <a:t>Click to edit Master title style</a:t>
            </a:r>
          </a:p>
        </p:txBody>
      </p:sp>
      <p:sp>
        <p:nvSpPr>
          <p:cNvPr id="7" name="Content Placeholder 5">
            <a:extLst>
              <a:ext uri="{FF2B5EF4-FFF2-40B4-BE49-F238E27FC236}">
                <a16:creationId xmlns:a16="http://schemas.microsoft.com/office/drawing/2014/main" id="{387C021A-14D7-948B-96C0-F734A59BFDC8}"/>
              </a:ext>
            </a:extLst>
          </p:cNvPr>
          <p:cNvSpPr>
            <a:spLocks noGrp="1"/>
          </p:cNvSpPr>
          <p:nvPr>
            <p:ph sz="quarter" idx="31"/>
          </p:nvPr>
        </p:nvSpPr>
        <p:spPr>
          <a:xfrm>
            <a:off x="6600055" y="2132856"/>
            <a:ext cx="5041081"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6716415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ontent Photo Chapterbox">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F18ACBAA-5616-6B76-6F3E-019A776E4E01}"/>
              </a:ext>
            </a:extLst>
          </p:cNvPr>
          <p:cNvSpPr>
            <a:spLocks noGrp="1"/>
          </p:cNvSpPr>
          <p:nvPr>
            <p:ph type="dt" sz="half" idx="24"/>
          </p:nvPr>
        </p:nvSpPr>
        <p:spPr/>
        <p:txBody>
          <a:bodyPr/>
          <a:lstStyle/>
          <a:p>
            <a:pPr>
              <a:spcBef>
                <a:spcPts val="1000"/>
              </a:spcBef>
              <a:buFont typeface="Arial" panose="020B0604020202020204" pitchFamily="34" charset="0"/>
              <a:buNone/>
            </a:pPr>
            <a:r>
              <a:rPr lang="pl-PL"/>
              <a:t>Company Confidential © Capgemini 2026. All rights reserved.</a:t>
            </a:r>
            <a:endParaRPr lang="en-US"/>
          </a:p>
        </p:txBody>
      </p:sp>
      <p:sp>
        <p:nvSpPr>
          <p:cNvPr id="11" name="Footer Placeholder 10">
            <a:extLst>
              <a:ext uri="{FF2B5EF4-FFF2-40B4-BE49-F238E27FC236}">
                <a16:creationId xmlns:a16="http://schemas.microsoft.com/office/drawing/2014/main" id="{84A3242F-2D46-5913-5CA7-B4AB8C7C413D}"/>
              </a:ext>
            </a:extLst>
          </p:cNvPr>
          <p:cNvSpPr>
            <a:spLocks noGrp="1"/>
          </p:cNvSpPr>
          <p:nvPr>
            <p:ph type="ftr" sz="quarter" idx="25"/>
          </p:nvPr>
        </p:nvSpPr>
        <p:spPr>
          <a:xfrm>
            <a:off x="550863" y="6650661"/>
            <a:ext cx="4716524" cy="123111"/>
          </a:xfrm>
          <a:prstGeom prst="rect">
            <a:avLst/>
          </a:prstGeom>
        </p:spPr>
        <p:txBody>
          <a:bodyPr/>
          <a:lstStyle/>
          <a:p>
            <a:pPr>
              <a:spcBef>
                <a:spcPts val="1000"/>
              </a:spcBef>
              <a:buFont typeface="Arial" panose="020B0604020202020204" pitchFamily="34" charset="0"/>
              <a:buNone/>
            </a:pPr>
            <a:r>
              <a:rPr lang="en-IN"/>
              <a:t>TMT Monthly Update |  June 2026</a:t>
            </a:r>
            <a:endParaRPr lang="en-US"/>
          </a:p>
        </p:txBody>
      </p:sp>
      <p:sp>
        <p:nvSpPr>
          <p:cNvPr id="12" name="Slide Number Placeholder 11">
            <a:extLst>
              <a:ext uri="{FF2B5EF4-FFF2-40B4-BE49-F238E27FC236}">
                <a16:creationId xmlns:a16="http://schemas.microsoft.com/office/drawing/2014/main" id="{D72DABC1-51BB-C9B2-6119-ED5F9C849345}"/>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47F7FF35-2721-0BAA-75C4-6C366F98F288}"/>
              </a:ext>
            </a:extLst>
          </p:cNvPr>
          <p:cNvSpPr>
            <a:spLocks noGrp="1"/>
          </p:cNvSpPr>
          <p:nvPr>
            <p:ph type="body" sz="quarter" idx="22" hasCustomPrompt="1"/>
          </p:nvPr>
        </p:nvSpPr>
        <p:spPr>
          <a:xfrm>
            <a:off x="6598871" y="1634286"/>
            <a:ext cx="5041081"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7" name="Title 4">
            <a:extLst>
              <a:ext uri="{FF2B5EF4-FFF2-40B4-BE49-F238E27FC236}">
                <a16:creationId xmlns:a16="http://schemas.microsoft.com/office/drawing/2014/main" id="{40E338D3-47D6-48A9-A9A2-DE7DEE2FD7CA}"/>
              </a:ext>
            </a:extLst>
          </p:cNvPr>
          <p:cNvSpPr>
            <a:spLocks noGrp="1"/>
          </p:cNvSpPr>
          <p:nvPr>
            <p:ph type="title"/>
          </p:nvPr>
        </p:nvSpPr>
        <p:spPr>
          <a:xfrm>
            <a:off x="6600055" y="549274"/>
            <a:ext cx="5041081" cy="930372"/>
          </a:xfrm>
        </p:spPr>
        <p:txBody>
          <a:bodyPr/>
          <a:lstStyle/>
          <a:p>
            <a:r>
              <a:rPr lang="en-US"/>
              <a:t>Click to edit Master title style</a:t>
            </a:r>
          </a:p>
        </p:txBody>
      </p:sp>
      <p:sp>
        <p:nvSpPr>
          <p:cNvPr id="9" name="Content Placeholder 5">
            <a:extLst>
              <a:ext uri="{FF2B5EF4-FFF2-40B4-BE49-F238E27FC236}">
                <a16:creationId xmlns:a16="http://schemas.microsoft.com/office/drawing/2014/main" id="{033232B2-7C3B-2B58-B586-A9D5EB0DC635}"/>
              </a:ext>
            </a:extLst>
          </p:cNvPr>
          <p:cNvSpPr>
            <a:spLocks noGrp="1"/>
          </p:cNvSpPr>
          <p:nvPr>
            <p:ph sz="quarter" idx="31"/>
          </p:nvPr>
        </p:nvSpPr>
        <p:spPr>
          <a:xfrm>
            <a:off x="6600055" y="2132856"/>
            <a:ext cx="5041081"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hapter Placeholder 2">
            <a:extLst>
              <a:ext uri="{FF2B5EF4-FFF2-40B4-BE49-F238E27FC236}">
                <a16:creationId xmlns:a16="http://schemas.microsoft.com/office/drawing/2014/main" id="{F68C8930-7643-1654-C79F-A429828E03BC}"/>
              </a:ext>
            </a:extLst>
          </p:cNvPr>
          <p:cNvSpPr>
            <a:spLocks noGrp="1"/>
          </p:cNvSpPr>
          <p:nvPr>
            <p:ph type="body" sz="quarter" idx="13" hasCustomPrompt="1"/>
          </p:nvPr>
        </p:nvSpPr>
        <p:spPr>
          <a:xfrm>
            <a:off x="6599282" y="266219"/>
            <a:ext cx="5040427"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400011054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Content Photo 6">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1"/>
            <a:ext cx="12191999" cy="4383654"/>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2" name="Title 1">
            <a:extLst>
              <a:ext uri="{FF2B5EF4-FFF2-40B4-BE49-F238E27FC236}">
                <a16:creationId xmlns:a16="http://schemas.microsoft.com/office/drawing/2014/main" id="{CA1A3C3A-247E-AD3F-3C93-BDD315BB7F29}"/>
              </a:ext>
            </a:extLst>
          </p:cNvPr>
          <p:cNvSpPr>
            <a:spLocks noGrp="1"/>
          </p:cNvSpPr>
          <p:nvPr>
            <p:ph type="title"/>
          </p:nvPr>
        </p:nvSpPr>
        <p:spPr>
          <a:xfrm>
            <a:off x="550863" y="4581128"/>
            <a:ext cx="4981137" cy="785352"/>
          </a:xfrm>
        </p:spPr>
        <p:txBody>
          <a:bodyPr anchor="t"/>
          <a:lstStyle/>
          <a:p>
            <a:r>
              <a:rPr lang="en-US"/>
              <a:t>Click to edit Master title style</a:t>
            </a:r>
            <a:endParaRPr lang="de-DE"/>
          </a:p>
        </p:txBody>
      </p:sp>
      <p:sp>
        <p:nvSpPr>
          <p:cNvPr id="9" name="Text Placeholder 9">
            <a:extLst>
              <a:ext uri="{FF2B5EF4-FFF2-40B4-BE49-F238E27FC236}">
                <a16:creationId xmlns:a16="http://schemas.microsoft.com/office/drawing/2014/main" id="{34F1BAE4-1DA8-A534-E46A-001AE4E9CADB}"/>
              </a:ext>
            </a:extLst>
          </p:cNvPr>
          <p:cNvSpPr>
            <a:spLocks noGrp="1"/>
          </p:cNvSpPr>
          <p:nvPr>
            <p:ph type="body" sz="quarter" idx="24"/>
          </p:nvPr>
        </p:nvSpPr>
        <p:spPr>
          <a:xfrm>
            <a:off x="550863" y="5854682"/>
            <a:ext cx="5112000" cy="307777"/>
          </a:xfrm>
          <a:prstGeom prst="rect">
            <a:avLst/>
          </a:prstGeom>
        </p:spPr>
        <p:txBody>
          <a:bodyPr wrap="square" anchor="b">
            <a:spAutoFit/>
          </a:bodyPr>
          <a:lstStyle>
            <a:lvl1pPr>
              <a:defRPr sz="2000" b="0">
                <a:solidFill>
                  <a:schemeClr val="tx2"/>
                </a:solidFill>
                <a:latin typeface="+mj-lt"/>
              </a:defRPr>
            </a:lvl1pPr>
          </a:lstStyle>
          <a:p>
            <a:pPr lvl="0"/>
            <a:r>
              <a:rPr lang="en-US"/>
              <a:t>Click to edit Master text styles</a:t>
            </a:r>
          </a:p>
        </p:txBody>
      </p:sp>
      <p:sp>
        <p:nvSpPr>
          <p:cNvPr id="10" name="Content Placeholder 17">
            <a:extLst>
              <a:ext uri="{FF2B5EF4-FFF2-40B4-BE49-F238E27FC236}">
                <a16:creationId xmlns:a16="http://schemas.microsoft.com/office/drawing/2014/main" id="{60E57257-3112-054C-0B58-3B89619EC3E7}"/>
              </a:ext>
            </a:extLst>
          </p:cNvPr>
          <p:cNvSpPr>
            <a:spLocks noGrp="1"/>
          </p:cNvSpPr>
          <p:nvPr>
            <p:ph sz="quarter" idx="25"/>
          </p:nvPr>
        </p:nvSpPr>
        <p:spPr>
          <a:xfrm>
            <a:off x="6093246" y="4581128"/>
            <a:ext cx="5112000" cy="176252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6" name="Date Placeholder 5">
            <a:extLst>
              <a:ext uri="{FF2B5EF4-FFF2-40B4-BE49-F238E27FC236}">
                <a16:creationId xmlns:a16="http://schemas.microsoft.com/office/drawing/2014/main" id="{2F70AC82-D733-3487-AE00-D177A5A43581}"/>
              </a:ext>
            </a:extLst>
          </p:cNvPr>
          <p:cNvSpPr>
            <a:spLocks noGrp="1"/>
          </p:cNvSpPr>
          <p:nvPr>
            <p:ph type="dt" sz="half" idx="26"/>
          </p:nvPr>
        </p:nvSpPr>
        <p:spPr/>
        <p:txBody>
          <a:bodyPr/>
          <a:lstStyle/>
          <a:p>
            <a:pPr>
              <a:spcBef>
                <a:spcPts val="1000"/>
              </a:spcBef>
              <a:buFont typeface="Arial" panose="020B0604020202020204" pitchFamily="34" charset="0"/>
              <a:buNone/>
            </a:pPr>
            <a:r>
              <a:rPr lang="pl-PL"/>
              <a:t>Company Confidential © Capgemini 2026. All rights reserved.</a:t>
            </a:r>
            <a:endParaRPr lang="en-US"/>
          </a:p>
        </p:txBody>
      </p:sp>
      <p:sp>
        <p:nvSpPr>
          <p:cNvPr id="13" name="Footer Placeholder 12">
            <a:extLst>
              <a:ext uri="{FF2B5EF4-FFF2-40B4-BE49-F238E27FC236}">
                <a16:creationId xmlns:a16="http://schemas.microsoft.com/office/drawing/2014/main" id="{31E8CB07-AB40-15A0-08C7-BF54DC438B34}"/>
              </a:ext>
            </a:extLst>
          </p:cNvPr>
          <p:cNvSpPr>
            <a:spLocks noGrp="1"/>
          </p:cNvSpPr>
          <p:nvPr>
            <p:ph type="ftr" sz="quarter" idx="27"/>
          </p:nvPr>
        </p:nvSpPr>
        <p:spPr>
          <a:xfrm>
            <a:off x="550863" y="6650661"/>
            <a:ext cx="4716524" cy="123111"/>
          </a:xfrm>
          <a:prstGeom prst="rect">
            <a:avLst/>
          </a:prstGeom>
        </p:spPr>
        <p:txBody>
          <a:bodyPr/>
          <a:lstStyle/>
          <a:p>
            <a:pPr>
              <a:spcBef>
                <a:spcPts val="1000"/>
              </a:spcBef>
              <a:buFont typeface="Arial" panose="020B0604020202020204" pitchFamily="34" charset="0"/>
              <a:buNone/>
            </a:pPr>
            <a:r>
              <a:rPr lang="en-IN"/>
              <a:t>TMT Monthly Update |  June 2026</a:t>
            </a:r>
            <a:endParaRPr lang="en-US"/>
          </a:p>
        </p:txBody>
      </p:sp>
      <p:sp>
        <p:nvSpPr>
          <p:cNvPr id="15" name="Slide Number Placeholder 14">
            <a:extLst>
              <a:ext uri="{FF2B5EF4-FFF2-40B4-BE49-F238E27FC236}">
                <a16:creationId xmlns:a16="http://schemas.microsoft.com/office/drawing/2014/main" id="{C41FA911-A4A1-34D1-BF04-9F22140C28D1}"/>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3" name="Logo Placeholder 7">
            <a:extLst>
              <a:ext uri="{FF2B5EF4-FFF2-40B4-BE49-F238E27FC236}">
                <a16:creationId xmlns:a16="http://schemas.microsoft.com/office/drawing/2014/main" id="{33B9F062-225C-9146-1129-335505116C76}"/>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23242831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ext 1">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8ABFE959-AAB6-76DF-7517-8AE8C424F99C}"/>
              </a:ext>
            </a:extLst>
          </p:cNvPr>
          <p:cNvSpPr>
            <a:spLocks noGrp="1"/>
          </p:cNvSpPr>
          <p:nvPr>
            <p:ph type="title"/>
          </p:nvPr>
        </p:nvSpPr>
        <p:spPr>
          <a:xfrm>
            <a:off x="2402003" y="1916112"/>
            <a:ext cx="7387993" cy="1512887"/>
          </a:xfrm>
        </p:spPr>
        <p:txBody>
          <a:bodyPr wrap="square" anchor="b">
            <a:noAutofit/>
          </a:bodyPr>
          <a:lstStyle>
            <a:lvl1pPr algn="ctr">
              <a:defRPr sz="3200"/>
            </a:lvl1pPr>
          </a:lstStyle>
          <a:p>
            <a:r>
              <a:rPr lang="en-US"/>
              <a:t>Click to edit Master title style</a:t>
            </a:r>
          </a:p>
        </p:txBody>
      </p:sp>
      <p:sp>
        <p:nvSpPr>
          <p:cNvPr id="6" name="Text Placeholder 8">
            <a:extLst>
              <a:ext uri="{FF2B5EF4-FFF2-40B4-BE49-F238E27FC236}">
                <a16:creationId xmlns:a16="http://schemas.microsoft.com/office/drawing/2014/main" id="{B8EC071D-C9EA-D72D-472D-47AC8DAE4AFA}"/>
              </a:ext>
            </a:extLst>
          </p:cNvPr>
          <p:cNvSpPr>
            <a:spLocks noGrp="1"/>
          </p:cNvSpPr>
          <p:nvPr>
            <p:ph type="body" sz="quarter" idx="13"/>
          </p:nvPr>
        </p:nvSpPr>
        <p:spPr>
          <a:xfrm>
            <a:off x="2402003" y="4025468"/>
            <a:ext cx="7387993" cy="916420"/>
          </a:xfrm>
          <a:prstGeom prst="rect">
            <a:avLst/>
          </a:prstGeom>
        </p:spPr>
        <p:txBody>
          <a:bodyPr wrap="square">
            <a:noAutofit/>
          </a:bodyPr>
          <a:lstStyle>
            <a:lvl1pPr algn="ctr">
              <a:defRPr sz="2000"/>
            </a:lvl1pPr>
            <a:lvl2pPr>
              <a:defRPr sz="2000"/>
            </a:lvl2pPr>
            <a:lvl3pPr>
              <a:defRPr sz="2000"/>
            </a:lvl3pPr>
            <a:lvl4pPr>
              <a:defRPr sz="2000"/>
            </a:lvl4pPr>
            <a:lvl5pPr>
              <a:defRPr sz="2000"/>
            </a:lvl5pPr>
          </a:lstStyle>
          <a:p>
            <a:pPr lvl="0"/>
            <a:r>
              <a:rPr lang="en-US"/>
              <a:t>Click to edit Master text styles</a:t>
            </a:r>
          </a:p>
        </p:txBody>
      </p:sp>
      <p:sp>
        <p:nvSpPr>
          <p:cNvPr id="7" name="Date Placeholder 6">
            <a:extLst>
              <a:ext uri="{FF2B5EF4-FFF2-40B4-BE49-F238E27FC236}">
                <a16:creationId xmlns:a16="http://schemas.microsoft.com/office/drawing/2014/main" id="{1C4C92CE-41EC-4D2F-4311-92100A79FE86}"/>
              </a:ext>
            </a:extLst>
          </p:cNvPr>
          <p:cNvSpPr>
            <a:spLocks noGrp="1"/>
          </p:cNvSpPr>
          <p:nvPr>
            <p:ph type="dt" sz="half" idx="14"/>
          </p:nvPr>
        </p:nvSpPr>
        <p:spPr/>
        <p:txBody>
          <a:bodyPr/>
          <a:lstStyle/>
          <a:p>
            <a:pPr>
              <a:spcBef>
                <a:spcPts val="1000"/>
              </a:spcBef>
              <a:buFont typeface="Arial" panose="020B0604020202020204" pitchFamily="34" charset="0"/>
              <a:buNone/>
            </a:pPr>
            <a:r>
              <a:rPr lang="pl-PL"/>
              <a:t>Company Confidential © Capgemini 2026. All rights reserved.</a:t>
            </a:r>
            <a:endParaRPr lang="en-US"/>
          </a:p>
        </p:txBody>
      </p:sp>
      <p:sp>
        <p:nvSpPr>
          <p:cNvPr id="8" name="Footer Placeholder 7">
            <a:extLst>
              <a:ext uri="{FF2B5EF4-FFF2-40B4-BE49-F238E27FC236}">
                <a16:creationId xmlns:a16="http://schemas.microsoft.com/office/drawing/2014/main" id="{8C0A6AFF-C176-E59D-2165-DE17D66BCAA1}"/>
              </a:ext>
            </a:extLst>
          </p:cNvPr>
          <p:cNvSpPr>
            <a:spLocks noGrp="1"/>
          </p:cNvSpPr>
          <p:nvPr>
            <p:ph type="ftr" sz="quarter" idx="15"/>
          </p:nvPr>
        </p:nvSpPr>
        <p:spPr>
          <a:xfrm>
            <a:off x="550863" y="6650661"/>
            <a:ext cx="4716524" cy="123111"/>
          </a:xfrm>
          <a:prstGeom prst="rect">
            <a:avLst/>
          </a:prstGeom>
        </p:spPr>
        <p:txBody>
          <a:bodyPr/>
          <a:lstStyle/>
          <a:p>
            <a:pPr>
              <a:spcBef>
                <a:spcPts val="1000"/>
              </a:spcBef>
              <a:buFont typeface="Arial" panose="020B0604020202020204" pitchFamily="34" charset="0"/>
              <a:buNone/>
            </a:pPr>
            <a:r>
              <a:rPr lang="en-IN"/>
              <a:t>TMT Monthly Update |  June 2026</a:t>
            </a:r>
            <a:endParaRPr lang="en-US"/>
          </a:p>
        </p:txBody>
      </p:sp>
      <p:sp>
        <p:nvSpPr>
          <p:cNvPr id="9" name="Slide Number Placeholder 8">
            <a:extLst>
              <a:ext uri="{FF2B5EF4-FFF2-40B4-BE49-F238E27FC236}">
                <a16:creationId xmlns:a16="http://schemas.microsoft.com/office/drawing/2014/main" id="{22B9BB3B-51E8-595D-BE01-2881F99A8D5E}"/>
              </a:ext>
            </a:extLst>
          </p:cNvPr>
          <p:cNvSpPr>
            <a:spLocks noGrp="1"/>
          </p:cNvSpPr>
          <p:nvPr>
            <p:ph type="sldNum" sz="quarter" idx="16"/>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393590379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ext 2">
    <p:spTree>
      <p:nvGrpSpPr>
        <p:cNvPr id="1" name=""/>
        <p:cNvGrpSpPr/>
        <p:nvPr/>
      </p:nvGrpSpPr>
      <p:grpSpPr>
        <a:xfrm>
          <a:off x="0" y="0"/>
          <a:ext cx="0" cy="0"/>
          <a:chOff x="0" y="0"/>
          <a:chExt cx="0" cy="0"/>
        </a:xfrm>
      </p:grpSpPr>
      <p:sp>
        <p:nvSpPr>
          <p:cNvPr id="3" name="Picture Placeholder 10">
            <a:extLst>
              <a:ext uri="{FF2B5EF4-FFF2-40B4-BE49-F238E27FC236}">
                <a16:creationId xmlns:a16="http://schemas.microsoft.com/office/drawing/2014/main" id="{92A14B44-A6BB-FD7D-633A-78C683F4F269}"/>
              </a:ext>
            </a:extLst>
          </p:cNvPr>
          <p:cNvSpPr>
            <a:spLocks noGrp="1"/>
          </p:cNvSpPr>
          <p:nvPr>
            <p:ph type="pic" sz="quarter" idx="14"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5" name="Title 1">
            <a:extLst>
              <a:ext uri="{FF2B5EF4-FFF2-40B4-BE49-F238E27FC236}">
                <a16:creationId xmlns:a16="http://schemas.microsoft.com/office/drawing/2014/main" id="{8ABFE959-AAB6-76DF-7517-8AE8C424F99C}"/>
              </a:ext>
            </a:extLst>
          </p:cNvPr>
          <p:cNvSpPr>
            <a:spLocks noGrp="1"/>
          </p:cNvSpPr>
          <p:nvPr>
            <p:ph type="title"/>
          </p:nvPr>
        </p:nvSpPr>
        <p:spPr>
          <a:xfrm>
            <a:off x="2402003" y="1916112"/>
            <a:ext cx="7387993" cy="1512887"/>
          </a:xfrm>
        </p:spPr>
        <p:txBody>
          <a:bodyPr wrap="square" anchor="b">
            <a:noAutofit/>
          </a:bodyPr>
          <a:lstStyle>
            <a:lvl1pPr algn="ctr">
              <a:defRPr sz="3200">
                <a:solidFill>
                  <a:schemeClr val="bg1"/>
                </a:solidFill>
                <a:effectLst>
                  <a:outerShdw blurRad="1016000" dir="5400000" algn="ctr" rotWithShape="0">
                    <a:schemeClr val="tx1">
                      <a:alpha val="49641"/>
                    </a:schemeClr>
                  </a:outerShdw>
                </a:effectLst>
              </a:defRPr>
            </a:lvl1pPr>
          </a:lstStyle>
          <a:p>
            <a:r>
              <a:rPr lang="en-US"/>
              <a:t>Click to edit Master title style</a:t>
            </a:r>
          </a:p>
        </p:txBody>
      </p:sp>
      <p:sp>
        <p:nvSpPr>
          <p:cNvPr id="6" name="Text Placeholder 8">
            <a:extLst>
              <a:ext uri="{FF2B5EF4-FFF2-40B4-BE49-F238E27FC236}">
                <a16:creationId xmlns:a16="http://schemas.microsoft.com/office/drawing/2014/main" id="{B8EC071D-C9EA-D72D-472D-47AC8DAE4AFA}"/>
              </a:ext>
            </a:extLst>
          </p:cNvPr>
          <p:cNvSpPr>
            <a:spLocks noGrp="1"/>
          </p:cNvSpPr>
          <p:nvPr>
            <p:ph type="body" sz="quarter" idx="13"/>
          </p:nvPr>
        </p:nvSpPr>
        <p:spPr>
          <a:xfrm>
            <a:off x="2402003" y="4025468"/>
            <a:ext cx="7387993" cy="916420"/>
          </a:xfrm>
          <a:prstGeom prst="rect">
            <a:avLst/>
          </a:prstGeom>
        </p:spPr>
        <p:txBody>
          <a:bodyPr wrap="square">
            <a:noAutofit/>
          </a:bodyPr>
          <a:lstStyle>
            <a:lvl1pPr algn="ctr">
              <a:defRPr sz="2000">
                <a:solidFill>
                  <a:schemeClr val="bg1"/>
                </a:solidFill>
              </a:defRPr>
            </a:lvl1pPr>
            <a:lvl2pPr>
              <a:defRPr sz="2000"/>
            </a:lvl2pPr>
            <a:lvl3pPr>
              <a:defRPr sz="2000"/>
            </a:lvl3pPr>
            <a:lvl4pPr>
              <a:defRPr sz="2000"/>
            </a:lvl4pPr>
            <a:lvl5pPr>
              <a:defRPr sz="2000"/>
            </a:lvl5pPr>
          </a:lstStyle>
          <a:p>
            <a:pPr lvl="0"/>
            <a:r>
              <a:rPr lang="en-US"/>
              <a:t>Click to edit Master text styles</a:t>
            </a:r>
          </a:p>
        </p:txBody>
      </p:sp>
      <p:sp>
        <p:nvSpPr>
          <p:cNvPr id="8" name="Date Placeholder 7">
            <a:extLst>
              <a:ext uri="{FF2B5EF4-FFF2-40B4-BE49-F238E27FC236}">
                <a16:creationId xmlns:a16="http://schemas.microsoft.com/office/drawing/2014/main" id="{A113035B-9AB2-FCA1-E3D6-B54ADD883094}"/>
              </a:ext>
            </a:extLst>
          </p:cNvPr>
          <p:cNvSpPr>
            <a:spLocks noGrp="1"/>
          </p:cNvSpPr>
          <p:nvPr>
            <p:ph type="dt" sz="half" idx="15"/>
          </p:nvPr>
        </p:nvSpPr>
        <p:spPr/>
        <p:txBody>
          <a:bodyPr/>
          <a:lstStyle/>
          <a:p>
            <a:pPr>
              <a:spcBef>
                <a:spcPts val="1000"/>
              </a:spcBef>
              <a:buFont typeface="Arial" panose="020B0604020202020204" pitchFamily="34" charset="0"/>
              <a:buNone/>
            </a:pPr>
            <a:r>
              <a:rPr lang="pl-PL"/>
              <a:t>Company Confidential © Capgemini 2026. All rights reserved.</a:t>
            </a:r>
            <a:endParaRPr lang="en-US"/>
          </a:p>
        </p:txBody>
      </p:sp>
      <p:sp>
        <p:nvSpPr>
          <p:cNvPr id="9" name="Footer Placeholder 8">
            <a:extLst>
              <a:ext uri="{FF2B5EF4-FFF2-40B4-BE49-F238E27FC236}">
                <a16:creationId xmlns:a16="http://schemas.microsoft.com/office/drawing/2014/main" id="{6C422829-3285-536E-9A1D-C1461DD7772E}"/>
              </a:ext>
            </a:extLst>
          </p:cNvPr>
          <p:cNvSpPr>
            <a:spLocks noGrp="1"/>
          </p:cNvSpPr>
          <p:nvPr>
            <p:ph type="ftr" sz="quarter" idx="16"/>
          </p:nvPr>
        </p:nvSpPr>
        <p:spPr>
          <a:xfrm>
            <a:off x="550863" y="6650661"/>
            <a:ext cx="4716524" cy="123111"/>
          </a:xfrm>
          <a:prstGeom prst="rect">
            <a:avLst/>
          </a:prstGeom>
        </p:spPr>
        <p:txBody>
          <a:bodyPr/>
          <a:lstStyle/>
          <a:p>
            <a:pPr>
              <a:spcBef>
                <a:spcPts val="1000"/>
              </a:spcBef>
              <a:buFont typeface="Arial" panose="020B0604020202020204" pitchFamily="34" charset="0"/>
              <a:buNone/>
            </a:pPr>
            <a:r>
              <a:rPr lang="en-IN"/>
              <a:t>TMT Monthly Update |  June 2026</a:t>
            </a:r>
            <a:endParaRPr lang="en-US"/>
          </a:p>
        </p:txBody>
      </p:sp>
      <p:sp>
        <p:nvSpPr>
          <p:cNvPr id="14" name="Slide Number Placeholder 13">
            <a:extLst>
              <a:ext uri="{FF2B5EF4-FFF2-40B4-BE49-F238E27FC236}">
                <a16:creationId xmlns:a16="http://schemas.microsoft.com/office/drawing/2014/main" id="{F8824F2D-932D-C110-76B1-E57FB6242005}"/>
              </a:ext>
            </a:extLst>
          </p:cNvPr>
          <p:cNvSpPr>
            <a:spLocks noGrp="1"/>
          </p:cNvSpPr>
          <p:nvPr>
            <p:ph type="sldNum" sz="quarter" idx="17"/>
          </p:nvPr>
        </p:nvSpPr>
        <p:spPr/>
        <p:txBody>
          <a:bodyPr/>
          <a:lstStyle/>
          <a:p>
            <a:pPr algn="r"/>
            <a:fld id="{5D9A5160-6218-4E5A-B9E6-B93E3DAE377C}" type="slidenum">
              <a:rPr lang="en-US" smtClean="0"/>
              <a:pPr algn="r"/>
              <a:t>‹#›</a:t>
            </a:fld>
            <a:endParaRPr lang="en-US"/>
          </a:p>
        </p:txBody>
      </p:sp>
      <p:sp>
        <p:nvSpPr>
          <p:cNvPr id="2" name="Logo Placeholder 7">
            <a:extLst>
              <a:ext uri="{FF2B5EF4-FFF2-40B4-BE49-F238E27FC236}">
                <a16:creationId xmlns:a16="http://schemas.microsoft.com/office/drawing/2014/main" id="{F2C6038E-E13F-AE5B-E1D9-974A91E4E127}"/>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185325503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Conclusion 1">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F50CBB0B-9D54-C4B7-F774-A406AEB759DC}"/>
              </a:ext>
            </a:extLst>
          </p:cNvPr>
          <p:cNvSpPr>
            <a:spLocks noGrp="1"/>
          </p:cNvSpPr>
          <p:nvPr>
            <p:ph type="title"/>
          </p:nvPr>
        </p:nvSpPr>
        <p:spPr>
          <a:xfrm>
            <a:off x="550863" y="2154596"/>
            <a:ext cx="4170329" cy="2737444"/>
          </a:xfrm>
        </p:spPr>
        <p:txBody>
          <a:bodyPr anchor="t">
            <a:noAutofit/>
          </a:bodyPr>
          <a:lstStyle>
            <a:lvl1pPr>
              <a:defRPr sz="4800"/>
            </a:lvl1pPr>
          </a:lstStyle>
          <a:p>
            <a:r>
              <a:rPr lang="en-US"/>
              <a:t>Click to edit Master title style</a:t>
            </a:r>
          </a:p>
        </p:txBody>
      </p:sp>
      <p:sp>
        <p:nvSpPr>
          <p:cNvPr id="14" name="Content Placeholder 3">
            <a:extLst>
              <a:ext uri="{FF2B5EF4-FFF2-40B4-BE49-F238E27FC236}">
                <a16:creationId xmlns:a16="http://schemas.microsoft.com/office/drawing/2014/main" id="{D898CD75-E929-80D9-7E35-D845DA59F5F4}"/>
              </a:ext>
            </a:extLst>
          </p:cNvPr>
          <p:cNvSpPr>
            <a:spLocks noGrp="1"/>
          </p:cNvSpPr>
          <p:nvPr>
            <p:ph sz="quarter" idx="17"/>
          </p:nvPr>
        </p:nvSpPr>
        <p:spPr>
          <a:xfrm>
            <a:off x="6096000" y="2154597"/>
            <a:ext cx="5524500" cy="4154128"/>
          </a:xfrm>
          <a:prstGeom prst="rect">
            <a:avLst/>
          </a:prstGeom>
        </p:spPr>
        <p:txBody>
          <a:bodyPr/>
          <a:lstStyle>
            <a:lvl1pPr>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3" name="Date Placeholder 2">
            <a:extLst>
              <a:ext uri="{FF2B5EF4-FFF2-40B4-BE49-F238E27FC236}">
                <a16:creationId xmlns:a16="http://schemas.microsoft.com/office/drawing/2014/main" id="{DDEDA374-C587-779E-8AE1-6CD7F4553941}"/>
              </a:ext>
            </a:extLst>
          </p:cNvPr>
          <p:cNvSpPr>
            <a:spLocks noGrp="1"/>
          </p:cNvSpPr>
          <p:nvPr>
            <p:ph type="dt" sz="half" idx="18"/>
          </p:nvPr>
        </p:nvSpPr>
        <p:spPr/>
        <p:txBody>
          <a:bodyPr/>
          <a:lstStyle/>
          <a:p>
            <a:pPr>
              <a:spcBef>
                <a:spcPts val="1000"/>
              </a:spcBef>
              <a:buFont typeface="Arial" panose="020B0604020202020204" pitchFamily="34" charset="0"/>
              <a:buNone/>
            </a:pPr>
            <a:r>
              <a:rPr lang="pl-PL"/>
              <a:t>Company Confidential © Capgemini 2026. All rights reserved.</a:t>
            </a:r>
            <a:endParaRPr lang="en-US"/>
          </a:p>
        </p:txBody>
      </p:sp>
      <p:sp>
        <p:nvSpPr>
          <p:cNvPr id="4" name="Footer Placeholder 3">
            <a:extLst>
              <a:ext uri="{FF2B5EF4-FFF2-40B4-BE49-F238E27FC236}">
                <a16:creationId xmlns:a16="http://schemas.microsoft.com/office/drawing/2014/main" id="{1A46EF84-E452-DF73-A462-F323675455D6}"/>
              </a:ext>
            </a:extLst>
          </p:cNvPr>
          <p:cNvSpPr>
            <a:spLocks noGrp="1"/>
          </p:cNvSpPr>
          <p:nvPr>
            <p:ph type="ftr" sz="quarter" idx="19"/>
          </p:nvPr>
        </p:nvSpPr>
        <p:spPr>
          <a:xfrm>
            <a:off x="550863" y="6650661"/>
            <a:ext cx="4716524" cy="123111"/>
          </a:xfrm>
          <a:prstGeom prst="rect">
            <a:avLst/>
          </a:prstGeom>
        </p:spPr>
        <p:txBody>
          <a:bodyPr/>
          <a:lstStyle/>
          <a:p>
            <a:pPr>
              <a:spcBef>
                <a:spcPts val="1000"/>
              </a:spcBef>
              <a:buFont typeface="Arial" panose="020B0604020202020204" pitchFamily="34" charset="0"/>
              <a:buNone/>
            </a:pPr>
            <a:r>
              <a:rPr lang="en-IN"/>
              <a:t>TMT Monthly Update |  June 2026</a:t>
            </a:r>
            <a:endParaRPr lang="en-US"/>
          </a:p>
        </p:txBody>
      </p:sp>
      <p:sp>
        <p:nvSpPr>
          <p:cNvPr id="5" name="Slide Number Placeholder 4">
            <a:extLst>
              <a:ext uri="{FF2B5EF4-FFF2-40B4-BE49-F238E27FC236}">
                <a16:creationId xmlns:a16="http://schemas.microsoft.com/office/drawing/2014/main" id="{70216EAB-E162-DA2D-EE00-98D4A5012C1D}"/>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212013154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Conclusion 1 Photo">
    <p:spTree>
      <p:nvGrpSpPr>
        <p:cNvPr id="1" name=""/>
        <p:cNvGrpSpPr/>
        <p:nvPr/>
      </p:nvGrpSpPr>
      <p:grpSpPr>
        <a:xfrm>
          <a:off x="0" y="0"/>
          <a:ext cx="0" cy="0"/>
          <a:chOff x="0" y="0"/>
          <a:chExt cx="0" cy="0"/>
        </a:xfrm>
      </p:grpSpPr>
      <p:sp>
        <p:nvSpPr>
          <p:cNvPr id="12" name="Picture Placeholder 10">
            <a:extLst>
              <a:ext uri="{FF2B5EF4-FFF2-40B4-BE49-F238E27FC236}">
                <a16:creationId xmlns:a16="http://schemas.microsoft.com/office/drawing/2014/main" id="{1C08FB90-AF58-85B5-3914-77B3471EE04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21" name="Title 1">
            <a:extLst>
              <a:ext uri="{FF2B5EF4-FFF2-40B4-BE49-F238E27FC236}">
                <a16:creationId xmlns:a16="http://schemas.microsoft.com/office/drawing/2014/main" id="{28231349-D5BA-64A4-A1C7-EDC789C8DEEB}"/>
              </a:ext>
            </a:extLst>
          </p:cNvPr>
          <p:cNvSpPr>
            <a:spLocks noGrp="1"/>
          </p:cNvSpPr>
          <p:nvPr>
            <p:ph type="title"/>
          </p:nvPr>
        </p:nvSpPr>
        <p:spPr>
          <a:xfrm>
            <a:off x="550863" y="2154596"/>
            <a:ext cx="4170329" cy="2737444"/>
          </a:xfrm>
        </p:spPr>
        <p:txBody>
          <a:bodyPr anchor="t">
            <a:noAutofit/>
          </a:bodyPr>
          <a:lstStyle>
            <a:lvl1pPr>
              <a:defRPr sz="4800"/>
            </a:lvl1pPr>
          </a:lstStyle>
          <a:p>
            <a:r>
              <a:rPr lang="en-US"/>
              <a:t>Click to edit Master title style</a:t>
            </a:r>
          </a:p>
        </p:txBody>
      </p:sp>
      <p:sp>
        <p:nvSpPr>
          <p:cNvPr id="22" name="Content Placeholder 3">
            <a:extLst>
              <a:ext uri="{FF2B5EF4-FFF2-40B4-BE49-F238E27FC236}">
                <a16:creationId xmlns:a16="http://schemas.microsoft.com/office/drawing/2014/main" id="{6B455CB3-CA48-68B3-77F6-EB2C98EE7BD0}"/>
              </a:ext>
            </a:extLst>
          </p:cNvPr>
          <p:cNvSpPr>
            <a:spLocks noGrp="1"/>
          </p:cNvSpPr>
          <p:nvPr>
            <p:ph sz="quarter" idx="17"/>
          </p:nvPr>
        </p:nvSpPr>
        <p:spPr>
          <a:xfrm>
            <a:off x="6096000" y="2154597"/>
            <a:ext cx="5524500" cy="4154128"/>
          </a:xfrm>
          <a:prstGeom prst="rect">
            <a:avLst/>
          </a:prstGeom>
        </p:spPr>
        <p:txBody>
          <a:bodyPr/>
          <a:lstStyle>
            <a:lvl1pPr>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6" name="Date Placeholder 5">
            <a:extLst>
              <a:ext uri="{FF2B5EF4-FFF2-40B4-BE49-F238E27FC236}">
                <a16:creationId xmlns:a16="http://schemas.microsoft.com/office/drawing/2014/main" id="{A8F2C4DE-6A1C-4BAF-CEDB-0741A198E0C1}"/>
              </a:ext>
            </a:extLst>
          </p:cNvPr>
          <p:cNvSpPr>
            <a:spLocks noGrp="1"/>
          </p:cNvSpPr>
          <p:nvPr>
            <p:ph type="dt" sz="half" idx="18"/>
          </p:nvPr>
        </p:nvSpPr>
        <p:spPr/>
        <p:txBody>
          <a:bodyPr/>
          <a:lstStyle/>
          <a:p>
            <a:pPr>
              <a:spcBef>
                <a:spcPts val="1000"/>
              </a:spcBef>
              <a:buFont typeface="Arial" panose="020B0604020202020204" pitchFamily="34" charset="0"/>
              <a:buNone/>
            </a:pPr>
            <a:r>
              <a:rPr lang="pl-PL"/>
              <a:t>Company Confidential © Capgemini 2026. All rights reserved.</a:t>
            </a:r>
            <a:endParaRPr lang="en-US"/>
          </a:p>
        </p:txBody>
      </p:sp>
      <p:sp>
        <p:nvSpPr>
          <p:cNvPr id="7" name="Footer Placeholder 6">
            <a:extLst>
              <a:ext uri="{FF2B5EF4-FFF2-40B4-BE49-F238E27FC236}">
                <a16:creationId xmlns:a16="http://schemas.microsoft.com/office/drawing/2014/main" id="{B5A666D7-760F-C3E7-2C45-537A38AB18BC}"/>
              </a:ext>
            </a:extLst>
          </p:cNvPr>
          <p:cNvSpPr>
            <a:spLocks noGrp="1"/>
          </p:cNvSpPr>
          <p:nvPr>
            <p:ph type="ftr" sz="quarter" idx="19"/>
          </p:nvPr>
        </p:nvSpPr>
        <p:spPr>
          <a:xfrm>
            <a:off x="550863" y="6650661"/>
            <a:ext cx="4716524" cy="123111"/>
          </a:xfrm>
          <a:prstGeom prst="rect">
            <a:avLst/>
          </a:prstGeom>
        </p:spPr>
        <p:txBody>
          <a:bodyPr/>
          <a:lstStyle/>
          <a:p>
            <a:pPr>
              <a:spcBef>
                <a:spcPts val="1000"/>
              </a:spcBef>
              <a:buFont typeface="Arial" panose="020B0604020202020204" pitchFamily="34" charset="0"/>
              <a:buNone/>
            </a:pPr>
            <a:r>
              <a:rPr lang="en-IN"/>
              <a:t>TMT Monthly Update |  June 2026</a:t>
            </a:r>
            <a:endParaRPr lang="en-US"/>
          </a:p>
        </p:txBody>
      </p:sp>
      <p:sp>
        <p:nvSpPr>
          <p:cNvPr id="8" name="Slide Number Placeholder 7">
            <a:extLst>
              <a:ext uri="{FF2B5EF4-FFF2-40B4-BE49-F238E27FC236}">
                <a16:creationId xmlns:a16="http://schemas.microsoft.com/office/drawing/2014/main" id="{94953DC7-FBD0-D234-515C-B70C65FA03DD}"/>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
        <p:nvSpPr>
          <p:cNvPr id="2" name="Logo Placeholder 7">
            <a:extLst>
              <a:ext uri="{FF2B5EF4-FFF2-40B4-BE49-F238E27FC236}">
                <a16:creationId xmlns:a16="http://schemas.microsoft.com/office/drawing/2014/main" id="{5459D9FD-10B1-F1DE-30EA-A0D3AFDA68E8}"/>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313976179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Conclusion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481328" y="1517904"/>
            <a:ext cx="3685032" cy="3185499"/>
          </a:xfrm>
        </p:spPr>
        <p:txBody>
          <a:bodyPr anchor="t">
            <a:noAutofit/>
          </a:bodyPr>
          <a:lstStyle>
            <a:lvl1pPr>
              <a:defRPr sz="2400"/>
            </a:lvl1pPr>
          </a:lstStyle>
          <a:p>
            <a:r>
              <a:rPr lang="en-US"/>
              <a:t>Click to edit Master title style</a:t>
            </a:r>
          </a:p>
        </p:txBody>
      </p:sp>
      <p:sp>
        <p:nvSpPr>
          <p:cNvPr id="4" name="Content Placeholder 3">
            <a:extLst>
              <a:ext uri="{FF2B5EF4-FFF2-40B4-BE49-F238E27FC236}">
                <a16:creationId xmlns:a16="http://schemas.microsoft.com/office/drawing/2014/main" id="{64F9B09F-7191-4FCF-3B0D-173D1B5BE8AA}"/>
              </a:ext>
            </a:extLst>
          </p:cNvPr>
          <p:cNvSpPr>
            <a:spLocks noGrp="1"/>
          </p:cNvSpPr>
          <p:nvPr>
            <p:ph sz="quarter" idx="17"/>
          </p:nvPr>
        </p:nvSpPr>
        <p:spPr>
          <a:xfrm>
            <a:off x="7949096" y="4882895"/>
            <a:ext cx="3671404" cy="1425829"/>
          </a:xfrm>
          <a:prstGeom prst="rect">
            <a:avLst/>
          </a:prstGeom>
        </p:spPr>
        <p:txBody>
          <a:bodyPr/>
          <a:lstStyle>
            <a:lvl1pPr>
              <a:defRPr sz="3200"/>
            </a:lvl1pPr>
            <a:lvl2pPr>
              <a:defRPr sz="3200"/>
            </a:lvl2pPr>
            <a:lvl3pPr>
              <a:defRPr sz="3200"/>
            </a:lvl3pPr>
            <a:lvl4pPr>
              <a:defRPr sz="3200"/>
            </a:lvl4pPr>
            <a:lvl5pPr>
              <a:defRPr sz="3200"/>
            </a:lvl5pPr>
          </a:lstStyle>
          <a:p>
            <a:pPr lvl="0"/>
            <a:r>
              <a:rPr lang="en-US"/>
              <a:t>Click to edit Master text styles</a:t>
            </a:r>
          </a:p>
        </p:txBody>
      </p:sp>
      <p:sp>
        <p:nvSpPr>
          <p:cNvPr id="5" name="Date Placeholder 4">
            <a:extLst>
              <a:ext uri="{FF2B5EF4-FFF2-40B4-BE49-F238E27FC236}">
                <a16:creationId xmlns:a16="http://schemas.microsoft.com/office/drawing/2014/main" id="{958CA01C-7827-82F6-2479-87C946BAD318}"/>
              </a:ext>
            </a:extLst>
          </p:cNvPr>
          <p:cNvSpPr>
            <a:spLocks noGrp="1"/>
          </p:cNvSpPr>
          <p:nvPr>
            <p:ph type="dt" sz="half" idx="18"/>
          </p:nvPr>
        </p:nvSpPr>
        <p:spPr/>
        <p:txBody>
          <a:bodyPr/>
          <a:lstStyle/>
          <a:p>
            <a:pPr>
              <a:spcBef>
                <a:spcPts val="1000"/>
              </a:spcBef>
              <a:buFont typeface="Arial" panose="020B0604020202020204" pitchFamily="34" charset="0"/>
              <a:buNone/>
            </a:pPr>
            <a:r>
              <a:rPr lang="pl-PL"/>
              <a:t>Company Confidential © Capgemini 2026. All rights reserved.</a:t>
            </a:r>
            <a:endParaRPr lang="en-US"/>
          </a:p>
        </p:txBody>
      </p:sp>
      <p:sp>
        <p:nvSpPr>
          <p:cNvPr id="6" name="Footer Placeholder 5">
            <a:extLst>
              <a:ext uri="{FF2B5EF4-FFF2-40B4-BE49-F238E27FC236}">
                <a16:creationId xmlns:a16="http://schemas.microsoft.com/office/drawing/2014/main" id="{F5A9AE5F-A9DC-699F-D478-39BC3367EDFE}"/>
              </a:ext>
            </a:extLst>
          </p:cNvPr>
          <p:cNvSpPr>
            <a:spLocks noGrp="1"/>
          </p:cNvSpPr>
          <p:nvPr>
            <p:ph type="ftr" sz="quarter" idx="19"/>
          </p:nvPr>
        </p:nvSpPr>
        <p:spPr>
          <a:xfrm>
            <a:off x="550863" y="6650661"/>
            <a:ext cx="4716524" cy="123111"/>
          </a:xfrm>
          <a:prstGeom prst="rect">
            <a:avLst/>
          </a:prstGeom>
        </p:spPr>
        <p:txBody>
          <a:bodyPr/>
          <a:lstStyle/>
          <a:p>
            <a:pPr>
              <a:spcBef>
                <a:spcPts val="1000"/>
              </a:spcBef>
              <a:buFont typeface="Arial" panose="020B0604020202020204" pitchFamily="34" charset="0"/>
              <a:buNone/>
            </a:pPr>
            <a:r>
              <a:rPr lang="en-IN"/>
              <a:t>TMT Monthly Update |  June 2026</a:t>
            </a:r>
            <a:endParaRPr lang="en-US"/>
          </a:p>
        </p:txBody>
      </p:sp>
      <p:sp>
        <p:nvSpPr>
          <p:cNvPr id="7" name="Slide Number Placeholder 6">
            <a:extLst>
              <a:ext uri="{FF2B5EF4-FFF2-40B4-BE49-F238E27FC236}">
                <a16:creationId xmlns:a16="http://schemas.microsoft.com/office/drawing/2014/main" id="{23C200B6-39EA-19E8-344A-F12A2E6EBA26}"/>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334830084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Conclusion 2 Photo">
    <p:spTree>
      <p:nvGrpSpPr>
        <p:cNvPr id="1" name=""/>
        <p:cNvGrpSpPr/>
        <p:nvPr/>
      </p:nvGrpSpPr>
      <p:grpSpPr>
        <a:xfrm>
          <a:off x="0" y="0"/>
          <a:ext cx="0" cy="0"/>
          <a:chOff x="0" y="0"/>
          <a:chExt cx="0" cy="0"/>
        </a:xfrm>
      </p:grpSpPr>
      <p:sp>
        <p:nvSpPr>
          <p:cNvPr id="3" name="Picture Placeholder 10">
            <a:extLst>
              <a:ext uri="{FF2B5EF4-FFF2-40B4-BE49-F238E27FC236}">
                <a16:creationId xmlns:a16="http://schemas.microsoft.com/office/drawing/2014/main" id="{B4DEBDB5-5781-B892-9D45-BC728983633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481328" y="1517904"/>
            <a:ext cx="3685032" cy="3185499"/>
          </a:xfrm>
        </p:spPr>
        <p:txBody>
          <a:bodyPr anchor="t">
            <a:noAutofit/>
          </a:bodyPr>
          <a:lstStyle>
            <a:lvl1pPr>
              <a:defRPr sz="2400">
                <a:solidFill>
                  <a:schemeClr val="bg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64F9B09F-7191-4FCF-3B0D-173D1B5BE8AA}"/>
              </a:ext>
            </a:extLst>
          </p:cNvPr>
          <p:cNvSpPr>
            <a:spLocks noGrp="1"/>
          </p:cNvSpPr>
          <p:nvPr>
            <p:ph sz="quarter" idx="17"/>
          </p:nvPr>
        </p:nvSpPr>
        <p:spPr>
          <a:xfrm>
            <a:off x="7949096" y="4882895"/>
            <a:ext cx="3671404" cy="1425829"/>
          </a:xfrm>
          <a:prstGeom prst="rect">
            <a:avLst/>
          </a:prstGeom>
        </p:spPr>
        <p:txBody>
          <a:bodyPr/>
          <a:lstStyle>
            <a:lvl1pPr>
              <a:defRPr sz="3200">
                <a:solidFill>
                  <a:schemeClr val="bg1"/>
                </a:solidFill>
              </a:defRPr>
            </a:lvl1pPr>
            <a:lvl2pPr>
              <a:defRPr sz="3200"/>
            </a:lvl2pPr>
            <a:lvl3pPr>
              <a:defRPr sz="3200"/>
            </a:lvl3pPr>
            <a:lvl4pPr>
              <a:defRPr sz="3200"/>
            </a:lvl4pPr>
            <a:lvl5pPr>
              <a:defRPr sz="3200"/>
            </a:lvl5pPr>
          </a:lstStyle>
          <a:p>
            <a:pPr lvl="0"/>
            <a:r>
              <a:rPr lang="en-US"/>
              <a:t>Click to edit Master text styles</a:t>
            </a:r>
          </a:p>
        </p:txBody>
      </p:sp>
      <p:sp>
        <p:nvSpPr>
          <p:cNvPr id="6" name="Date Placeholder 5">
            <a:extLst>
              <a:ext uri="{FF2B5EF4-FFF2-40B4-BE49-F238E27FC236}">
                <a16:creationId xmlns:a16="http://schemas.microsoft.com/office/drawing/2014/main" id="{EAED4CBA-FED0-60CF-6658-5821F1968589}"/>
              </a:ext>
            </a:extLst>
          </p:cNvPr>
          <p:cNvSpPr>
            <a:spLocks noGrp="1"/>
          </p:cNvSpPr>
          <p:nvPr>
            <p:ph type="dt" sz="half" idx="18"/>
          </p:nvPr>
        </p:nvSpPr>
        <p:spPr/>
        <p:txBody>
          <a:bodyPr/>
          <a:lstStyle/>
          <a:p>
            <a:pPr>
              <a:spcBef>
                <a:spcPts val="1000"/>
              </a:spcBef>
              <a:buFont typeface="Arial" panose="020B0604020202020204" pitchFamily="34" charset="0"/>
              <a:buNone/>
            </a:pPr>
            <a:r>
              <a:rPr lang="pl-PL"/>
              <a:t>Company Confidential © Capgemini 2026. All rights reserved.</a:t>
            </a:r>
            <a:endParaRPr lang="en-US"/>
          </a:p>
        </p:txBody>
      </p:sp>
      <p:sp>
        <p:nvSpPr>
          <p:cNvPr id="7" name="Footer Placeholder 6">
            <a:extLst>
              <a:ext uri="{FF2B5EF4-FFF2-40B4-BE49-F238E27FC236}">
                <a16:creationId xmlns:a16="http://schemas.microsoft.com/office/drawing/2014/main" id="{973E460F-1F60-3564-8377-BF259B8D5F20}"/>
              </a:ext>
            </a:extLst>
          </p:cNvPr>
          <p:cNvSpPr>
            <a:spLocks noGrp="1"/>
          </p:cNvSpPr>
          <p:nvPr>
            <p:ph type="ftr" sz="quarter" idx="19"/>
          </p:nvPr>
        </p:nvSpPr>
        <p:spPr>
          <a:xfrm>
            <a:off x="550863" y="6650661"/>
            <a:ext cx="4716524" cy="123111"/>
          </a:xfrm>
          <a:prstGeom prst="rect">
            <a:avLst/>
          </a:prstGeom>
        </p:spPr>
        <p:txBody>
          <a:bodyPr/>
          <a:lstStyle/>
          <a:p>
            <a:pPr>
              <a:spcBef>
                <a:spcPts val="1000"/>
              </a:spcBef>
              <a:buFont typeface="Arial" panose="020B0604020202020204" pitchFamily="34" charset="0"/>
              <a:buNone/>
            </a:pPr>
            <a:r>
              <a:rPr lang="en-IN"/>
              <a:t>TMT Monthly Update |  June 2026</a:t>
            </a:r>
            <a:endParaRPr lang="en-US"/>
          </a:p>
        </p:txBody>
      </p:sp>
      <p:sp>
        <p:nvSpPr>
          <p:cNvPr id="14" name="Slide Number Placeholder 13">
            <a:extLst>
              <a:ext uri="{FF2B5EF4-FFF2-40B4-BE49-F238E27FC236}">
                <a16:creationId xmlns:a16="http://schemas.microsoft.com/office/drawing/2014/main" id="{0D493F99-C63F-0DED-2802-307160340314}"/>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
        <p:nvSpPr>
          <p:cNvPr id="8" name="Logo Placeholder 7">
            <a:extLst>
              <a:ext uri="{FF2B5EF4-FFF2-40B4-BE49-F238E27FC236}">
                <a16:creationId xmlns:a16="http://schemas.microsoft.com/office/drawing/2014/main" id="{6ED7570D-FB24-0E99-F979-503094A97154}"/>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2237810709"/>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Conclusion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50EB54-2DDF-50B7-9D98-A038DEF17892}"/>
              </a:ext>
            </a:extLst>
          </p:cNvPr>
          <p:cNvSpPr>
            <a:spLocks noGrp="1"/>
          </p:cNvSpPr>
          <p:nvPr>
            <p:ph type="title"/>
          </p:nvPr>
        </p:nvSpPr>
        <p:spPr>
          <a:xfrm>
            <a:off x="7450171" y="2154596"/>
            <a:ext cx="4170329" cy="2737444"/>
          </a:xfrm>
        </p:spPr>
        <p:txBody>
          <a:bodyPr anchor="b">
            <a:noAutofit/>
          </a:bodyPr>
          <a:lstStyle>
            <a:lvl1pPr algn="r">
              <a:defRPr sz="4800"/>
            </a:lvl1pPr>
          </a:lstStyle>
          <a:p>
            <a:r>
              <a:rPr lang="en-US"/>
              <a:t>Click to edit Master title style</a:t>
            </a:r>
          </a:p>
        </p:txBody>
      </p:sp>
      <p:sp>
        <p:nvSpPr>
          <p:cNvPr id="3" name="Date Placeholder 2">
            <a:extLst>
              <a:ext uri="{FF2B5EF4-FFF2-40B4-BE49-F238E27FC236}">
                <a16:creationId xmlns:a16="http://schemas.microsoft.com/office/drawing/2014/main" id="{AE44684F-D794-29DA-96BD-7FDCFE9BBC83}"/>
              </a:ext>
            </a:extLst>
          </p:cNvPr>
          <p:cNvSpPr>
            <a:spLocks noGrp="1"/>
          </p:cNvSpPr>
          <p:nvPr>
            <p:ph type="dt" sz="half" idx="10"/>
          </p:nvPr>
        </p:nvSpPr>
        <p:spPr/>
        <p:txBody>
          <a:bodyPr/>
          <a:lstStyle/>
          <a:p>
            <a:pPr>
              <a:spcBef>
                <a:spcPts val="1000"/>
              </a:spcBef>
              <a:buFont typeface="Arial" panose="020B0604020202020204" pitchFamily="34" charset="0"/>
              <a:buNone/>
            </a:pPr>
            <a:r>
              <a:rPr lang="pl-PL"/>
              <a:t>Company Confidential © Capgemini 2026. All rights reserved.</a:t>
            </a:r>
            <a:endParaRPr lang="en-US"/>
          </a:p>
        </p:txBody>
      </p:sp>
      <p:sp>
        <p:nvSpPr>
          <p:cNvPr id="4" name="Footer Placeholder 3">
            <a:extLst>
              <a:ext uri="{FF2B5EF4-FFF2-40B4-BE49-F238E27FC236}">
                <a16:creationId xmlns:a16="http://schemas.microsoft.com/office/drawing/2014/main" id="{810692F0-1502-0611-DB5D-DCB4C1B2D896}"/>
              </a:ext>
            </a:extLst>
          </p:cNvPr>
          <p:cNvSpPr>
            <a:spLocks noGrp="1"/>
          </p:cNvSpPr>
          <p:nvPr>
            <p:ph type="ftr" sz="quarter" idx="11"/>
          </p:nvPr>
        </p:nvSpPr>
        <p:spPr>
          <a:xfrm>
            <a:off x="550863" y="6650661"/>
            <a:ext cx="4716524" cy="123111"/>
          </a:xfrm>
          <a:prstGeom prst="rect">
            <a:avLst/>
          </a:prstGeom>
        </p:spPr>
        <p:txBody>
          <a:bodyPr/>
          <a:lstStyle/>
          <a:p>
            <a:pPr>
              <a:spcBef>
                <a:spcPts val="1000"/>
              </a:spcBef>
              <a:buFont typeface="Arial" panose="020B0604020202020204" pitchFamily="34" charset="0"/>
              <a:buNone/>
            </a:pPr>
            <a:r>
              <a:rPr lang="en-IN"/>
              <a:t>TMT Monthly Update |  June 2026</a:t>
            </a:r>
            <a:endParaRPr lang="en-US"/>
          </a:p>
        </p:txBody>
      </p:sp>
      <p:sp>
        <p:nvSpPr>
          <p:cNvPr id="5" name="Slide Number Placeholder 4">
            <a:extLst>
              <a:ext uri="{FF2B5EF4-FFF2-40B4-BE49-F238E27FC236}">
                <a16:creationId xmlns:a16="http://schemas.microsoft.com/office/drawing/2014/main" id="{D9D88EBB-9A16-B41B-C8AC-2FB3BD40ECDE}"/>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539719919"/>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Conclusion 3 Photo">
    <p:spTree>
      <p:nvGrpSpPr>
        <p:cNvPr id="1" name=""/>
        <p:cNvGrpSpPr/>
        <p:nvPr/>
      </p:nvGrpSpPr>
      <p:grpSpPr>
        <a:xfrm>
          <a:off x="0" y="0"/>
          <a:ext cx="0" cy="0"/>
          <a:chOff x="0" y="0"/>
          <a:chExt cx="0" cy="0"/>
        </a:xfrm>
      </p:grpSpPr>
      <p:sp>
        <p:nvSpPr>
          <p:cNvPr id="12" name="Picture Placeholder 10">
            <a:extLst>
              <a:ext uri="{FF2B5EF4-FFF2-40B4-BE49-F238E27FC236}">
                <a16:creationId xmlns:a16="http://schemas.microsoft.com/office/drawing/2014/main" id="{1C08FB90-AF58-85B5-3914-77B3471EE04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21" name="Title 1">
            <a:extLst>
              <a:ext uri="{FF2B5EF4-FFF2-40B4-BE49-F238E27FC236}">
                <a16:creationId xmlns:a16="http://schemas.microsoft.com/office/drawing/2014/main" id="{28231349-D5BA-64A4-A1C7-EDC789C8DEEB}"/>
              </a:ext>
            </a:extLst>
          </p:cNvPr>
          <p:cNvSpPr>
            <a:spLocks noGrp="1"/>
          </p:cNvSpPr>
          <p:nvPr>
            <p:ph type="title"/>
          </p:nvPr>
        </p:nvSpPr>
        <p:spPr>
          <a:xfrm>
            <a:off x="7450171" y="2154596"/>
            <a:ext cx="4170329" cy="2737444"/>
          </a:xfrm>
        </p:spPr>
        <p:txBody>
          <a:bodyPr anchor="b">
            <a:noAutofit/>
          </a:bodyPr>
          <a:lstStyle>
            <a:lvl1pPr algn="r">
              <a:defRPr sz="4800">
                <a:solidFill>
                  <a:schemeClr val="bg1"/>
                </a:solidFill>
              </a:defRPr>
            </a:lvl1pPr>
          </a:lstStyle>
          <a:p>
            <a:r>
              <a:rPr lang="en-US"/>
              <a:t>Click to edit Master title style</a:t>
            </a:r>
          </a:p>
        </p:txBody>
      </p:sp>
      <p:sp>
        <p:nvSpPr>
          <p:cNvPr id="6" name="Date Placeholder 5">
            <a:extLst>
              <a:ext uri="{FF2B5EF4-FFF2-40B4-BE49-F238E27FC236}">
                <a16:creationId xmlns:a16="http://schemas.microsoft.com/office/drawing/2014/main" id="{A4A388B3-FA4E-30F1-CC6B-BEF5D50CA00B}"/>
              </a:ext>
            </a:extLst>
          </p:cNvPr>
          <p:cNvSpPr>
            <a:spLocks noGrp="1"/>
          </p:cNvSpPr>
          <p:nvPr>
            <p:ph type="dt" sz="half" idx="14"/>
          </p:nvPr>
        </p:nvSpPr>
        <p:spPr/>
        <p:txBody>
          <a:bodyPr/>
          <a:lstStyle/>
          <a:p>
            <a:pPr>
              <a:spcBef>
                <a:spcPts val="1000"/>
              </a:spcBef>
              <a:buFont typeface="Arial" panose="020B0604020202020204" pitchFamily="34" charset="0"/>
              <a:buNone/>
            </a:pPr>
            <a:r>
              <a:rPr lang="pl-PL"/>
              <a:t>Company Confidential © Capgemini 2026. All rights reserved.</a:t>
            </a:r>
            <a:endParaRPr lang="en-US"/>
          </a:p>
        </p:txBody>
      </p:sp>
      <p:sp>
        <p:nvSpPr>
          <p:cNvPr id="7" name="Footer Placeholder 6">
            <a:extLst>
              <a:ext uri="{FF2B5EF4-FFF2-40B4-BE49-F238E27FC236}">
                <a16:creationId xmlns:a16="http://schemas.microsoft.com/office/drawing/2014/main" id="{8AC7AD12-0DD4-D7FD-F186-59426836A189}"/>
              </a:ext>
            </a:extLst>
          </p:cNvPr>
          <p:cNvSpPr>
            <a:spLocks noGrp="1"/>
          </p:cNvSpPr>
          <p:nvPr>
            <p:ph type="ftr" sz="quarter" idx="15"/>
          </p:nvPr>
        </p:nvSpPr>
        <p:spPr>
          <a:xfrm>
            <a:off x="550863" y="6650661"/>
            <a:ext cx="4716524" cy="123111"/>
          </a:xfrm>
          <a:prstGeom prst="rect">
            <a:avLst/>
          </a:prstGeom>
        </p:spPr>
        <p:txBody>
          <a:bodyPr/>
          <a:lstStyle/>
          <a:p>
            <a:pPr>
              <a:spcBef>
                <a:spcPts val="1000"/>
              </a:spcBef>
              <a:buFont typeface="Arial" panose="020B0604020202020204" pitchFamily="34" charset="0"/>
              <a:buNone/>
            </a:pPr>
            <a:r>
              <a:rPr lang="en-IN"/>
              <a:t>TMT Monthly Update |  June 2026</a:t>
            </a:r>
            <a:endParaRPr lang="en-US"/>
          </a:p>
        </p:txBody>
      </p:sp>
      <p:sp>
        <p:nvSpPr>
          <p:cNvPr id="8" name="Slide Number Placeholder 7">
            <a:extLst>
              <a:ext uri="{FF2B5EF4-FFF2-40B4-BE49-F238E27FC236}">
                <a16:creationId xmlns:a16="http://schemas.microsoft.com/office/drawing/2014/main" id="{18457B4D-EEFD-198C-15F3-0A77696494B6}"/>
              </a:ext>
            </a:extLst>
          </p:cNvPr>
          <p:cNvSpPr>
            <a:spLocks noGrp="1"/>
          </p:cNvSpPr>
          <p:nvPr>
            <p:ph type="sldNum" sz="quarter" idx="16"/>
          </p:nvPr>
        </p:nvSpPr>
        <p:spPr/>
        <p:txBody>
          <a:bodyPr/>
          <a:lstStyle/>
          <a:p>
            <a:pPr algn="r"/>
            <a:fld id="{5D9A5160-6218-4E5A-B9E6-B93E3DAE377C}" type="slidenum">
              <a:rPr lang="en-US" smtClean="0"/>
              <a:pPr algn="r"/>
              <a:t>‹#›</a:t>
            </a:fld>
            <a:endParaRPr lang="en-US"/>
          </a:p>
        </p:txBody>
      </p:sp>
      <p:sp>
        <p:nvSpPr>
          <p:cNvPr id="2" name="Logo Placeholder 7">
            <a:extLst>
              <a:ext uri="{FF2B5EF4-FFF2-40B4-BE49-F238E27FC236}">
                <a16:creationId xmlns:a16="http://schemas.microsoft.com/office/drawing/2014/main" id="{84DB15FA-DBE5-94F0-C763-DAB527467EF9}"/>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232379928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End Slide 1">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BE9A7C0-1B19-CA66-4300-296F0EE9926E}"/>
              </a:ext>
            </a:extLst>
          </p:cNvPr>
          <p:cNvSpPr/>
          <p:nvPr userDrawn="1">
            <p:custDataLst>
              <p:tags r:id="rId1"/>
            </p:custDataLst>
          </p:nvPr>
        </p:nvSpPr>
        <p:spPr>
          <a:xfrm>
            <a:off x="6096000" y="854464"/>
            <a:ext cx="2240280" cy="1031051"/>
          </a:xfrm>
          <a:prstGeom prst="rect">
            <a:avLst/>
          </a:prstGeom>
        </p:spPr>
        <p:txBody>
          <a:bodyPr wrap="square" lIns="0" tIns="0" rIns="0" bIns="0">
            <a:spAutoFit/>
          </a:bodyPr>
          <a:lstStyle/>
          <a:p>
            <a:pPr>
              <a:spcAft>
                <a:spcPts val="600"/>
              </a:spcAft>
            </a:pPr>
            <a:r>
              <a:rPr lang="en-US" sz="1200" b="0" i="0">
                <a:solidFill>
                  <a:schemeClr val="tx1"/>
                </a:solidFill>
                <a:cs typeface="Arial"/>
              </a:rPr>
              <a:t>Name, Last Name</a:t>
            </a:r>
          </a:p>
          <a:p>
            <a:pPr>
              <a:lnSpc>
                <a:spcPts val="1200"/>
              </a:lnSpc>
            </a:pPr>
            <a:r>
              <a:rPr lang="en-US" sz="1000" b="0" i="0">
                <a:solidFill>
                  <a:schemeClr val="tx1"/>
                </a:solidFill>
                <a:cs typeface="Arial"/>
              </a:rPr>
              <a:t>Title/Role</a:t>
            </a:r>
          </a:p>
          <a:p>
            <a:pPr>
              <a:lnSpc>
                <a:spcPts val="1200"/>
              </a:lnSpc>
            </a:pPr>
            <a:r>
              <a:rPr lang="en-US" sz="1000" b="0" i="0">
                <a:solidFill>
                  <a:schemeClr val="tx1"/>
                </a:solidFill>
                <a:cs typeface="Arial"/>
              </a:rPr>
              <a:t>Capgemini Office (Optional)</a:t>
            </a:r>
          </a:p>
          <a:p>
            <a:pPr>
              <a:lnSpc>
                <a:spcPts val="1200"/>
              </a:lnSpc>
            </a:pPr>
            <a:r>
              <a:rPr lang="en-US" sz="1000" b="0" i="0">
                <a:solidFill>
                  <a:schemeClr val="tx1"/>
                </a:solidFill>
                <a:cs typeface="Arial"/>
              </a:rPr>
              <a:t>Address Line 1</a:t>
            </a:r>
          </a:p>
          <a:p>
            <a:pPr>
              <a:lnSpc>
                <a:spcPts val="1200"/>
              </a:lnSpc>
            </a:pPr>
            <a:r>
              <a:rPr lang="en-US" sz="1000" b="0" i="0">
                <a:solidFill>
                  <a:schemeClr val="tx1"/>
                </a:solidFill>
                <a:cs typeface="Arial"/>
              </a:rPr>
              <a:t>Address Line 2 </a:t>
            </a:r>
          </a:p>
          <a:p>
            <a:pPr>
              <a:lnSpc>
                <a:spcPts val="1200"/>
              </a:lnSpc>
            </a:pPr>
            <a:r>
              <a:rPr lang="en-US" sz="1000" b="0" i="0">
                <a:solidFill>
                  <a:schemeClr val="tx1"/>
                </a:solidFill>
                <a:cs typeface="Arial"/>
              </a:rPr>
              <a:t>Address Line 3</a:t>
            </a:r>
          </a:p>
        </p:txBody>
      </p:sp>
      <p:sp>
        <p:nvSpPr>
          <p:cNvPr id="8" name="Rectangle 7">
            <a:extLst>
              <a:ext uri="{FF2B5EF4-FFF2-40B4-BE49-F238E27FC236}">
                <a16:creationId xmlns:a16="http://schemas.microsoft.com/office/drawing/2014/main" id="{BC47918D-2D25-E44E-317A-2C575CFA6201}"/>
              </a:ext>
            </a:extLst>
          </p:cNvPr>
          <p:cNvSpPr/>
          <p:nvPr userDrawn="1">
            <p:custDataLst>
              <p:tags r:id="rId2"/>
            </p:custDataLst>
          </p:nvPr>
        </p:nvSpPr>
        <p:spPr>
          <a:xfrm>
            <a:off x="9499996" y="854464"/>
            <a:ext cx="2240280" cy="1031051"/>
          </a:xfrm>
          <a:prstGeom prst="rect">
            <a:avLst/>
          </a:prstGeom>
        </p:spPr>
        <p:txBody>
          <a:bodyPr wrap="square" lIns="0" tIns="0" rIns="0" bIns="0">
            <a:spAutoFit/>
          </a:bodyPr>
          <a:lstStyle/>
          <a:p>
            <a:pPr>
              <a:spcAft>
                <a:spcPts val="600"/>
              </a:spcAft>
            </a:pPr>
            <a:r>
              <a:rPr lang="en-US" sz="1200" b="0" i="0">
                <a:solidFill>
                  <a:schemeClr val="tx1"/>
                </a:solidFill>
                <a:cs typeface="Arial"/>
              </a:rPr>
              <a:t>Name, Last Name</a:t>
            </a:r>
          </a:p>
          <a:p>
            <a:pPr>
              <a:lnSpc>
                <a:spcPts val="1200"/>
              </a:lnSpc>
            </a:pPr>
            <a:r>
              <a:rPr lang="en-US" sz="1000" b="0" i="0">
                <a:solidFill>
                  <a:schemeClr val="tx1"/>
                </a:solidFill>
                <a:cs typeface="Arial"/>
              </a:rPr>
              <a:t>Title/Role</a:t>
            </a:r>
          </a:p>
          <a:p>
            <a:pPr>
              <a:lnSpc>
                <a:spcPts val="1200"/>
              </a:lnSpc>
            </a:pPr>
            <a:r>
              <a:rPr lang="en-US" sz="1000" b="0" i="0">
                <a:solidFill>
                  <a:schemeClr val="tx1"/>
                </a:solidFill>
                <a:cs typeface="Arial"/>
              </a:rPr>
              <a:t>Capgemini Office (Optional)</a:t>
            </a:r>
          </a:p>
          <a:p>
            <a:pPr>
              <a:lnSpc>
                <a:spcPts val="1200"/>
              </a:lnSpc>
            </a:pPr>
            <a:r>
              <a:rPr lang="en-US" sz="1000" b="0" i="0">
                <a:solidFill>
                  <a:schemeClr val="tx1"/>
                </a:solidFill>
                <a:cs typeface="Arial"/>
              </a:rPr>
              <a:t>Address Line 1</a:t>
            </a:r>
          </a:p>
          <a:p>
            <a:pPr>
              <a:lnSpc>
                <a:spcPts val="1200"/>
              </a:lnSpc>
            </a:pPr>
            <a:r>
              <a:rPr lang="en-US" sz="1000" b="0" i="0">
                <a:solidFill>
                  <a:schemeClr val="tx1"/>
                </a:solidFill>
                <a:cs typeface="Arial"/>
              </a:rPr>
              <a:t>Address Line 2 </a:t>
            </a:r>
          </a:p>
          <a:p>
            <a:pPr>
              <a:lnSpc>
                <a:spcPts val="1200"/>
              </a:lnSpc>
            </a:pPr>
            <a:r>
              <a:rPr lang="en-US" sz="1000" b="0" i="0">
                <a:solidFill>
                  <a:schemeClr val="tx1"/>
                </a:solidFill>
                <a:cs typeface="Arial"/>
              </a:rPr>
              <a:t>Address Line 3</a:t>
            </a:r>
          </a:p>
        </p:txBody>
      </p:sp>
      <p:sp>
        <p:nvSpPr>
          <p:cNvPr id="9" name="Rectangle 8">
            <a:extLst>
              <a:ext uri="{FF2B5EF4-FFF2-40B4-BE49-F238E27FC236}">
                <a16:creationId xmlns:a16="http://schemas.microsoft.com/office/drawing/2014/main" id="{223DD2BC-6CFE-2C0D-CC83-30E20FA868FB}"/>
              </a:ext>
            </a:extLst>
          </p:cNvPr>
          <p:cNvSpPr/>
          <p:nvPr userDrawn="1">
            <p:custDataLst>
              <p:tags r:id="rId3"/>
            </p:custDataLst>
          </p:nvPr>
        </p:nvSpPr>
        <p:spPr>
          <a:xfrm>
            <a:off x="6096000" y="2118389"/>
            <a:ext cx="2240280" cy="1031051"/>
          </a:xfrm>
          <a:prstGeom prst="rect">
            <a:avLst/>
          </a:prstGeom>
        </p:spPr>
        <p:txBody>
          <a:bodyPr wrap="square" lIns="0" tIns="0" rIns="0" bIns="0">
            <a:spAutoFit/>
          </a:bodyPr>
          <a:lstStyle/>
          <a:p>
            <a:pPr>
              <a:spcAft>
                <a:spcPts val="600"/>
              </a:spcAft>
            </a:pPr>
            <a:r>
              <a:rPr lang="en-US" sz="1200" b="0" i="0">
                <a:solidFill>
                  <a:schemeClr val="tx1"/>
                </a:solidFill>
                <a:cs typeface="Arial"/>
              </a:rPr>
              <a:t>Name, Last Name</a:t>
            </a:r>
          </a:p>
          <a:p>
            <a:pPr>
              <a:lnSpc>
                <a:spcPts val="1200"/>
              </a:lnSpc>
            </a:pPr>
            <a:r>
              <a:rPr lang="en-US" sz="1000" b="0" i="0">
                <a:solidFill>
                  <a:schemeClr val="tx1"/>
                </a:solidFill>
                <a:cs typeface="Arial"/>
              </a:rPr>
              <a:t>Title/Role</a:t>
            </a:r>
          </a:p>
          <a:p>
            <a:pPr>
              <a:lnSpc>
                <a:spcPts val="1200"/>
              </a:lnSpc>
            </a:pPr>
            <a:r>
              <a:rPr lang="en-US" sz="1000" b="0" i="0">
                <a:solidFill>
                  <a:schemeClr val="tx1"/>
                </a:solidFill>
                <a:cs typeface="Arial"/>
              </a:rPr>
              <a:t>Capgemini Office (Optional)</a:t>
            </a:r>
          </a:p>
          <a:p>
            <a:pPr>
              <a:lnSpc>
                <a:spcPts val="1200"/>
              </a:lnSpc>
            </a:pPr>
            <a:r>
              <a:rPr lang="en-US" sz="1000" b="0" i="0">
                <a:solidFill>
                  <a:schemeClr val="tx1"/>
                </a:solidFill>
                <a:cs typeface="Arial"/>
              </a:rPr>
              <a:t>Address Line 1</a:t>
            </a:r>
          </a:p>
          <a:p>
            <a:pPr>
              <a:lnSpc>
                <a:spcPts val="1200"/>
              </a:lnSpc>
            </a:pPr>
            <a:r>
              <a:rPr lang="en-US" sz="1000" b="0" i="0">
                <a:solidFill>
                  <a:schemeClr val="tx1"/>
                </a:solidFill>
                <a:cs typeface="Arial"/>
              </a:rPr>
              <a:t>Address Line 2 </a:t>
            </a:r>
          </a:p>
          <a:p>
            <a:pPr>
              <a:lnSpc>
                <a:spcPts val="1200"/>
              </a:lnSpc>
            </a:pPr>
            <a:r>
              <a:rPr lang="en-US" sz="1000" b="0" i="0">
                <a:solidFill>
                  <a:schemeClr val="tx1"/>
                </a:solidFill>
                <a:cs typeface="Arial"/>
              </a:rPr>
              <a:t>Address Line 3</a:t>
            </a:r>
          </a:p>
        </p:txBody>
      </p:sp>
      <p:sp>
        <p:nvSpPr>
          <p:cNvPr id="10" name="Rectangle 9">
            <a:extLst>
              <a:ext uri="{FF2B5EF4-FFF2-40B4-BE49-F238E27FC236}">
                <a16:creationId xmlns:a16="http://schemas.microsoft.com/office/drawing/2014/main" id="{4CD48234-BC4B-8C1A-A80D-4730B8F6FA54}"/>
              </a:ext>
            </a:extLst>
          </p:cNvPr>
          <p:cNvSpPr/>
          <p:nvPr userDrawn="1">
            <p:custDataLst>
              <p:tags r:id="rId4"/>
            </p:custDataLst>
          </p:nvPr>
        </p:nvSpPr>
        <p:spPr>
          <a:xfrm>
            <a:off x="9499996" y="2118389"/>
            <a:ext cx="2240280" cy="1031051"/>
          </a:xfrm>
          <a:prstGeom prst="rect">
            <a:avLst/>
          </a:prstGeom>
        </p:spPr>
        <p:txBody>
          <a:bodyPr wrap="square" lIns="0" tIns="0" rIns="0" bIns="0">
            <a:spAutoFit/>
          </a:bodyPr>
          <a:lstStyle/>
          <a:p>
            <a:pPr>
              <a:spcAft>
                <a:spcPts val="600"/>
              </a:spcAft>
            </a:pPr>
            <a:r>
              <a:rPr lang="en-US" sz="1200" b="0" i="0">
                <a:solidFill>
                  <a:schemeClr val="tx1"/>
                </a:solidFill>
                <a:cs typeface="Arial"/>
              </a:rPr>
              <a:t>Name, Last Name</a:t>
            </a:r>
          </a:p>
          <a:p>
            <a:pPr>
              <a:lnSpc>
                <a:spcPts val="1200"/>
              </a:lnSpc>
            </a:pPr>
            <a:r>
              <a:rPr lang="en-US" sz="1000" b="0" i="0">
                <a:solidFill>
                  <a:schemeClr val="tx1"/>
                </a:solidFill>
                <a:cs typeface="Arial"/>
              </a:rPr>
              <a:t>Title/Role</a:t>
            </a:r>
          </a:p>
          <a:p>
            <a:pPr>
              <a:lnSpc>
                <a:spcPts val="1200"/>
              </a:lnSpc>
            </a:pPr>
            <a:r>
              <a:rPr lang="en-US" sz="1000" b="0" i="0">
                <a:solidFill>
                  <a:schemeClr val="tx1"/>
                </a:solidFill>
                <a:cs typeface="Arial"/>
              </a:rPr>
              <a:t>Capgemini Office (Optional)</a:t>
            </a:r>
          </a:p>
          <a:p>
            <a:pPr>
              <a:lnSpc>
                <a:spcPts val="1200"/>
              </a:lnSpc>
            </a:pPr>
            <a:r>
              <a:rPr lang="en-US" sz="1000" b="0" i="0">
                <a:solidFill>
                  <a:schemeClr val="tx1"/>
                </a:solidFill>
                <a:cs typeface="Arial"/>
              </a:rPr>
              <a:t>Address Line 1</a:t>
            </a:r>
          </a:p>
          <a:p>
            <a:pPr>
              <a:lnSpc>
                <a:spcPts val="1200"/>
              </a:lnSpc>
            </a:pPr>
            <a:r>
              <a:rPr lang="en-US" sz="1000" b="0" i="0">
                <a:solidFill>
                  <a:schemeClr val="tx1"/>
                </a:solidFill>
                <a:cs typeface="Arial"/>
              </a:rPr>
              <a:t>Address Line 2 </a:t>
            </a:r>
          </a:p>
          <a:p>
            <a:pPr>
              <a:lnSpc>
                <a:spcPts val="1200"/>
              </a:lnSpc>
            </a:pPr>
            <a:r>
              <a:rPr lang="en-US" sz="1000" b="0" i="0">
                <a:solidFill>
                  <a:schemeClr val="tx1"/>
                </a:solidFill>
                <a:cs typeface="Arial"/>
              </a:rPr>
              <a:t>Address Line 3</a:t>
            </a:r>
          </a:p>
        </p:txBody>
      </p:sp>
      <p:sp>
        <p:nvSpPr>
          <p:cNvPr id="12" name="Rectangle 11">
            <a:extLst>
              <a:ext uri="{FF2B5EF4-FFF2-40B4-BE49-F238E27FC236}">
                <a16:creationId xmlns:a16="http://schemas.microsoft.com/office/drawing/2014/main" id="{F2AB464E-5373-7E4D-F692-A0E675F2B196}"/>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a:solidFill>
                  <a:schemeClr val="tx1"/>
                </a:solidFill>
                <a:latin typeface="+mn-lt"/>
                <a:cs typeface="Arial"/>
              </a:rPr>
              <a:t>This presentation contains information that may be privileged or confidential and is the property of the Capgemini Group.</a:t>
            </a:r>
          </a:p>
          <a:p>
            <a:pPr>
              <a:spcAft>
                <a:spcPts val="600"/>
              </a:spcAft>
            </a:pPr>
            <a:r>
              <a:rPr lang="en-US" sz="700" b="0" i="0" noProof="0">
                <a:solidFill>
                  <a:schemeClr val="tx1"/>
                </a:solidFill>
                <a:latin typeface="+mn-lt"/>
                <a:cs typeface="Arial"/>
              </a:rPr>
              <a:t>Copyright © 2026 Capgemini. All rights reserved.</a:t>
            </a:r>
          </a:p>
        </p:txBody>
      </p:sp>
      <p:grpSp>
        <p:nvGrpSpPr>
          <p:cNvPr id="13" name="Group 2">
            <a:extLst>
              <a:ext uri="{FF2B5EF4-FFF2-40B4-BE49-F238E27FC236}">
                <a16:creationId xmlns:a16="http://schemas.microsoft.com/office/drawing/2014/main" id="{05772BD3-A81C-1CF6-82C7-FB11ED473A69}"/>
              </a:ext>
            </a:extLst>
          </p:cNvPr>
          <p:cNvGrpSpPr>
            <a:grpSpLocks noChangeAspect="1"/>
          </p:cNvGrpSpPr>
          <p:nvPr userDrawn="1"/>
        </p:nvGrpSpPr>
        <p:grpSpPr>
          <a:xfrm>
            <a:off x="550863" y="6021288"/>
            <a:ext cx="1872000" cy="420870"/>
            <a:chOff x="5094083" y="5360390"/>
            <a:chExt cx="3039349" cy="683316"/>
          </a:xfrm>
          <a:solidFill>
            <a:schemeClr val="tx2"/>
          </a:solidFill>
        </p:grpSpPr>
        <p:sp>
          <p:nvSpPr>
            <p:cNvPr id="14" name="Freeform: Shape 4">
              <a:extLst>
                <a:ext uri="{FF2B5EF4-FFF2-40B4-BE49-F238E27FC236}">
                  <a16:creationId xmlns:a16="http://schemas.microsoft.com/office/drawing/2014/main" id="{65F4C06B-3F4B-043B-465F-2B296AB672AA}"/>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endParaRPr lang="en-US" sz="1800"/>
            </a:p>
          </p:txBody>
        </p:sp>
        <p:sp>
          <p:nvSpPr>
            <p:cNvPr id="15" name="Freeform: Shape 5">
              <a:extLst>
                <a:ext uri="{FF2B5EF4-FFF2-40B4-BE49-F238E27FC236}">
                  <a16:creationId xmlns:a16="http://schemas.microsoft.com/office/drawing/2014/main" id="{0453F664-4E3E-18BB-40D3-004FB3A82BF3}"/>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endParaRPr lang="en-US" sz="1800"/>
            </a:p>
          </p:txBody>
        </p:sp>
        <p:sp>
          <p:nvSpPr>
            <p:cNvPr id="16" name="Freeform: Shape 6">
              <a:extLst>
                <a:ext uri="{FF2B5EF4-FFF2-40B4-BE49-F238E27FC236}">
                  <a16:creationId xmlns:a16="http://schemas.microsoft.com/office/drawing/2014/main" id="{3AB8D922-277A-8D02-3B17-31150F2469B1}"/>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endParaRPr lang="en-US" sz="1800"/>
            </a:p>
          </p:txBody>
        </p:sp>
        <p:sp>
          <p:nvSpPr>
            <p:cNvPr id="17" name="Freeform: Shape 7">
              <a:extLst>
                <a:ext uri="{FF2B5EF4-FFF2-40B4-BE49-F238E27FC236}">
                  <a16:creationId xmlns:a16="http://schemas.microsoft.com/office/drawing/2014/main" id="{3D3851EE-A1E2-2A22-50AE-7CA5E1ABE91F}"/>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endParaRPr lang="en-US" sz="1800"/>
            </a:p>
          </p:txBody>
        </p:sp>
        <p:sp>
          <p:nvSpPr>
            <p:cNvPr id="18" name="Freeform: Shape 8">
              <a:extLst>
                <a:ext uri="{FF2B5EF4-FFF2-40B4-BE49-F238E27FC236}">
                  <a16:creationId xmlns:a16="http://schemas.microsoft.com/office/drawing/2014/main" id="{5A7D9DCF-973E-E84F-5D6E-861D2543EC15}"/>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endParaRPr lang="en-US" sz="1800"/>
            </a:p>
          </p:txBody>
        </p:sp>
      </p:grpSp>
      <p:sp>
        <p:nvSpPr>
          <p:cNvPr id="46" name="Rectangle 45">
            <a:extLst>
              <a:ext uri="{FF2B5EF4-FFF2-40B4-BE49-F238E27FC236}">
                <a16:creationId xmlns:a16="http://schemas.microsoft.com/office/drawing/2014/main" id="{518C19CA-236B-538A-7BAE-5BEFF8D5CC22}"/>
              </a:ext>
            </a:extLst>
          </p:cNvPr>
          <p:cNvSpPr/>
          <p:nvPr userDrawn="1"/>
        </p:nvSpPr>
        <p:spPr>
          <a:xfrm>
            <a:off x="550863" y="2834640"/>
            <a:ext cx="4345176" cy="8102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US" sz="1100" b="1" i="0" kern="1200">
                <a:solidFill>
                  <a:schemeClr val="tx2"/>
                </a:solidFill>
                <a:latin typeface="Ubuntu" panose="020B0504030602030204" pitchFamily="34" charset="0"/>
                <a:ea typeface="+mn-ea"/>
                <a:cs typeface="+mn-cs"/>
              </a:rPr>
              <a:t>Make it real.</a:t>
            </a:r>
          </a:p>
          <a:p>
            <a:pPr marL="0" marR="0" lvl="0" indent="0" algn="l" defTabSz="914400" rtl="0" eaLnBrk="1" fontAlgn="auto" latinLnBrk="0" hangingPunct="1">
              <a:lnSpc>
                <a:spcPts val="1200"/>
              </a:lnSpc>
              <a:spcBef>
                <a:spcPts val="0"/>
              </a:spcBef>
              <a:spcAft>
                <a:spcPts val="0"/>
              </a:spcAft>
              <a:buClrTx/>
              <a:buSzTx/>
              <a:buFontTx/>
              <a:buNone/>
              <a:tabLst/>
              <a:defRPr/>
            </a:pPr>
            <a:r>
              <a:rPr lang="en-US" sz="1050" b="0" i="0" err="1">
                <a:solidFill>
                  <a:schemeClr val="tx1"/>
                </a:solidFill>
                <a:latin typeface="Ubuntu" panose="020B0504030602030204" pitchFamily="34" charset="0"/>
              </a:rPr>
              <a:t>w</a:t>
            </a:r>
            <a:r>
              <a:rPr lang="en-US" sz="1050" err="1">
                <a:solidFill>
                  <a:schemeClr val="tx1"/>
                </a:solidFill>
                <a:latin typeface="Ubuntu" panose="020B0504030602030204" pitchFamily="34" charset="0"/>
              </a:rPr>
              <a:t>ww.capgemini.com</a:t>
            </a:r>
            <a:endParaRPr lang="en-US" sz="1050">
              <a:solidFill>
                <a:schemeClr val="tx1"/>
              </a:solidFill>
              <a:latin typeface="Ubuntu" panose="020B0504030602030204" pitchFamily="34" charset="0"/>
            </a:endParaRPr>
          </a:p>
        </p:txBody>
      </p:sp>
      <p:sp>
        <p:nvSpPr>
          <p:cNvPr id="47" name="Rectangle 46">
            <a:extLst>
              <a:ext uri="{FF2B5EF4-FFF2-40B4-BE49-F238E27FC236}">
                <a16:creationId xmlns:a16="http://schemas.microsoft.com/office/drawing/2014/main" id="{5177A11C-B996-1AA2-5148-35CA703F28CC}"/>
              </a:ext>
            </a:extLst>
          </p:cNvPr>
          <p:cNvSpPr/>
          <p:nvPr userDrawn="1"/>
        </p:nvSpPr>
        <p:spPr>
          <a:xfrm>
            <a:off x="550864" y="854464"/>
            <a:ext cx="4248471" cy="18544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indent="0" algn="just" defTabSz="914400"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a:ln>
                  <a:noFill/>
                </a:ln>
                <a:solidFill>
                  <a:schemeClr val="tx1"/>
                </a:solidFill>
                <a:effectLst/>
                <a:uLnTx/>
                <a:uFillTx/>
                <a:latin typeface="+mn-lt"/>
                <a:ea typeface="+mn-ea"/>
                <a:cs typeface="+mn-cs"/>
              </a:rPr>
              <a:t>About Capgemini</a:t>
            </a:r>
          </a:p>
          <a:p>
            <a:pPr marL="0" marR="0" lvl="0" indent="0" algn="just" defTabSz="914400" rtl="0" eaLnBrk="1" fontAlgn="auto" latinLnBrk="0" hangingPunct="1">
              <a:lnSpc>
                <a:spcPct val="100000"/>
              </a:lnSpc>
              <a:spcBef>
                <a:spcPts val="0"/>
              </a:spcBef>
              <a:spcAft>
                <a:spcPts val="0"/>
              </a:spcAft>
              <a:buClrTx/>
              <a:buSzTx/>
              <a:buFontTx/>
              <a:buNone/>
              <a:tabLst/>
              <a:defRPr/>
            </a:pPr>
            <a:r>
              <a:rPr lang="en-GB" sz="900">
                <a:solidFill>
                  <a:schemeClr val="tx1"/>
                </a:solidFill>
              </a:rPr>
              <a:t>Capgemini is an AI-powered global business and technology transformation partner, delivering tangible business value. We imagine the future of organizations and make it real with AI, technology and people. With our strong heritage of nearly 60 years, we are a responsible and diverse group of 420,000 team members in more than 50 countries. We deliver end-to-end services and solutions with our deep industry expertise and strong partner ecosystem, leveraging our capabilities across strategy, technology, design, engineering and business operations. The Group reported 2024 global revenues of €22.1 billion.</a:t>
            </a:r>
            <a:endParaRPr kumimoji="0" lang="en-US" sz="900" b="0" i="0" u="none" strike="noStrike" kern="1200" cap="none" spc="0" normalizeH="0" baseline="0" noProof="0">
              <a:ln>
                <a:noFill/>
              </a:ln>
              <a:solidFill>
                <a:schemeClr val="tx1"/>
              </a:solidFill>
              <a:effectLst/>
              <a:uLnTx/>
              <a:uFillTx/>
              <a:latin typeface="+mn-lt"/>
              <a:ea typeface="+mn-ea"/>
              <a:cs typeface="+mn-cs"/>
            </a:endParaRPr>
          </a:p>
        </p:txBody>
      </p:sp>
      <p:sp>
        <p:nvSpPr>
          <p:cNvPr id="2" name="Rectangle 1">
            <a:extLst>
              <a:ext uri="{FF2B5EF4-FFF2-40B4-BE49-F238E27FC236}">
                <a16:creationId xmlns:a16="http://schemas.microsoft.com/office/drawing/2014/main" id="{B4F0B3F9-CBA2-7856-C464-2561C30F55EA}"/>
              </a:ext>
            </a:extLst>
          </p:cNvPr>
          <p:cNvSpPr/>
          <p:nvPr userDrawn="1"/>
        </p:nvSpPr>
        <p:spPr>
          <a:xfrm>
            <a:off x="470430" y="3657600"/>
            <a:ext cx="4345176" cy="55431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l" defTabSz="914400" rtl="0" eaLnBrk="1" fontAlgn="auto" latinLnBrk="0" hangingPunct="1">
              <a:lnSpc>
                <a:spcPts val="1200"/>
              </a:lnSpc>
              <a:spcBef>
                <a:spcPts val="0"/>
              </a:spcBef>
              <a:spcAft>
                <a:spcPts val="0"/>
              </a:spcAft>
              <a:buClrTx/>
              <a:buSzTx/>
              <a:buFontTx/>
              <a:buNone/>
              <a:tabLst/>
              <a:defRPr/>
            </a:pPr>
            <a:endParaRPr lang="en-US" sz="1600">
              <a:solidFill>
                <a:schemeClr val="tx2"/>
              </a:solidFill>
              <a:latin typeface="Ubuntu" panose="020B0504030602030204" pitchFamily="34" charset="0"/>
            </a:endParaRPr>
          </a:p>
        </p:txBody>
      </p:sp>
      <p:grpSp>
        <p:nvGrpSpPr>
          <p:cNvPr id="3" name="Group 2">
            <a:extLst>
              <a:ext uri="{FF2B5EF4-FFF2-40B4-BE49-F238E27FC236}">
                <a16:creationId xmlns:a16="http://schemas.microsoft.com/office/drawing/2014/main" id="{032EA5D1-01BC-8547-E583-F4461E337B07}"/>
              </a:ext>
            </a:extLst>
          </p:cNvPr>
          <p:cNvGrpSpPr/>
          <p:nvPr userDrawn="1"/>
        </p:nvGrpSpPr>
        <p:grpSpPr>
          <a:xfrm>
            <a:off x="8904288" y="5569004"/>
            <a:ext cx="1951070" cy="335280"/>
            <a:chOff x="8904288" y="5569004"/>
            <a:chExt cx="1951070" cy="335280"/>
          </a:xfrm>
        </p:grpSpPr>
        <p:pic>
          <p:nvPicPr>
            <p:cNvPr id="4" name="Picture 3">
              <a:hlinkClick r:id="rId6"/>
              <a:extLst>
                <a:ext uri="{FF2B5EF4-FFF2-40B4-BE49-F238E27FC236}">
                  <a16:creationId xmlns:a16="http://schemas.microsoft.com/office/drawing/2014/main" id="{C1B41439-3F63-921A-4BD5-954D4B0AE65E}"/>
                </a:ext>
              </a:extLst>
            </p:cNvPr>
            <p:cNvPicPr>
              <a:picLocks noChangeAspect="1"/>
            </p:cNvPicPr>
            <p:nvPr userDrawn="1"/>
          </p:nvPicPr>
          <p:blipFill rotWithShape="1">
            <a:blip r:embed="rId7" cstate="print">
              <a:extLs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chemeClr val="tx1"/>
              </a:solidFill>
            </a:ln>
          </p:spPr>
        </p:pic>
        <p:pic>
          <p:nvPicPr>
            <p:cNvPr id="5" name="Picture 4">
              <a:hlinkClick r:id="rId8"/>
              <a:extLst>
                <a:ext uri="{FF2B5EF4-FFF2-40B4-BE49-F238E27FC236}">
                  <a16:creationId xmlns:a16="http://schemas.microsoft.com/office/drawing/2014/main" id="{37B0DA3B-A3DD-C023-D858-9A326B5F72BD}"/>
                </a:ext>
              </a:extLst>
            </p:cNvPr>
            <p:cNvPicPr>
              <a:picLocks noChangeAspect="1"/>
            </p:cNvPicPr>
            <p:nvPr userDrawn="1"/>
          </p:nvPicPr>
          <p:blipFill rotWithShape="1">
            <a:blip r:embed="rId9" cstate="print">
              <a:extLs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chemeClr val="tx1"/>
              </a:solidFill>
            </a:ln>
          </p:spPr>
        </p:pic>
        <p:pic>
          <p:nvPicPr>
            <p:cNvPr id="6" name="Picture 5">
              <a:hlinkClick r:id="rId10"/>
              <a:extLst>
                <a:ext uri="{FF2B5EF4-FFF2-40B4-BE49-F238E27FC236}">
                  <a16:creationId xmlns:a16="http://schemas.microsoft.com/office/drawing/2014/main" id="{3394EDB2-3A11-9E1B-C773-9456BC7E3880}"/>
                </a:ext>
              </a:extLst>
            </p:cNvPr>
            <p:cNvPicPr>
              <a:picLocks noChangeAspect="1"/>
            </p:cNvPicPr>
            <p:nvPr userDrawn="1"/>
          </p:nvPicPr>
          <p:blipFill rotWithShape="1">
            <a:blip r:embed="rId11" cstate="print">
              <a:extLs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chemeClr val="tx1"/>
              </a:solidFill>
            </a:ln>
          </p:spPr>
        </p:pic>
        <p:pic>
          <p:nvPicPr>
            <p:cNvPr id="11" name="Picture 10">
              <a:hlinkClick r:id="rId12"/>
              <a:extLst>
                <a:ext uri="{FF2B5EF4-FFF2-40B4-BE49-F238E27FC236}">
                  <a16:creationId xmlns:a16="http://schemas.microsoft.com/office/drawing/2014/main" id="{3C9E59E1-109A-2B7A-17AB-C8C07EDBA3F4}"/>
                </a:ext>
              </a:extLst>
            </p:cNvPr>
            <p:cNvPicPr>
              <a:picLocks noChangeAspect="1"/>
            </p:cNvPicPr>
            <p:nvPr userDrawn="1"/>
          </p:nvPicPr>
          <p:blipFill rotWithShape="1">
            <a:blip r:embed="rId13" cstate="print">
              <a:extLs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chemeClr val="tx1"/>
              </a:solidFill>
            </a:ln>
          </p:spPr>
        </p:pic>
        <p:pic>
          <p:nvPicPr>
            <p:cNvPr id="21" name="Picture 20">
              <a:hlinkClick r:id="rId14"/>
              <a:extLst>
                <a:ext uri="{FF2B5EF4-FFF2-40B4-BE49-F238E27FC236}">
                  <a16:creationId xmlns:a16="http://schemas.microsoft.com/office/drawing/2014/main" id="{9C4FF414-462F-3E96-E9B0-58F7C38DE8F7}"/>
                </a:ext>
              </a:extLst>
            </p:cNvPr>
            <p:cNvPicPr>
              <a:picLocks noChangeAspect="1"/>
            </p:cNvPicPr>
            <p:nvPr userDrawn="1"/>
          </p:nvPicPr>
          <p:blipFill rotWithShape="1">
            <a:blip r:embed="rId15" cstate="print">
              <a:extLs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chemeClr val="tx1"/>
              </a:solidFill>
            </a:ln>
          </p:spPr>
        </p:pic>
      </p:grpSp>
      <p:sp>
        <p:nvSpPr>
          <p:cNvPr id="19" name="Rectangle 18">
            <a:extLst>
              <a:ext uri="{FF2B5EF4-FFF2-40B4-BE49-F238E27FC236}">
                <a16:creationId xmlns:a16="http://schemas.microsoft.com/office/drawing/2014/main" id="{AB8926FF-D001-F0F8-2F91-96975E5F641A}"/>
              </a:ext>
            </a:extLst>
          </p:cNvPr>
          <p:cNvSpPr/>
          <p:nvPr userDrawn="1"/>
        </p:nvSpPr>
        <p:spPr>
          <a:xfrm rot="16200000">
            <a:off x="1826323"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1200" cap="none" spc="0" normalizeH="0" baseline="0" noProof="0" err="1">
              <a:ln>
                <a:noFill/>
              </a:ln>
              <a:solidFill>
                <a:srgbClr val="000000"/>
              </a:solidFill>
              <a:effectLst/>
              <a:uLnTx/>
              <a:uFillTx/>
              <a:latin typeface="Ubuntu"/>
              <a:ea typeface="+mn-ea"/>
              <a:cs typeface="+mn-cs"/>
            </a:endParaRPr>
          </a:p>
        </p:txBody>
      </p:sp>
    </p:spTree>
    <p:extLst>
      <p:ext uri="{BB962C8B-B14F-4D97-AF65-F5344CB8AC3E}">
        <p14:creationId xmlns:p14="http://schemas.microsoft.com/office/powerpoint/2010/main" val="3450644737"/>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End Slide 2">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E828FFA5-3FBC-D174-A267-398AD796B6A1}"/>
              </a:ext>
            </a:extLst>
          </p:cNvPr>
          <p:cNvSpPr/>
          <p:nvPr userDrawn="1"/>
        </p:nvSpPr>
        <p:spPr>
          <a:xfrm>
            <a:off x="550862" y="3325369"/>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US" sz="1100" b="1" i="0" kern="1200">
                <a:solidFill>
                  <a:schemeClr val="tx2"/>
                </a:solidFill>
                <a:latin typeface="+mn-lt"/>
                <a:ea typeface="+mn-ea"/>
                <a:cs typeface="+mn-cs"/>
              </a:rPr>
              <a:t>Make it real.</a:t>
            </a:r>
          </a:p>
          <a:p>
            <a:pPr marL="0" marR="0" lvl="0" indent="0" algn="l" defTabSz="914400" rtl="0" eaLnBrk="1" fontAlgn="auto" latinLnBrk="0" hangingPunct="1">
              <a:lnSpc>
                <a:spcPts val="1200"/>
              </a:lnSpc>
              <a:spcBef>
                <a:spcPts val="0"/>
              </a:spcBef>
              <a:spcAft>
                <a:spcPts val="0"/>
              </a:spcAft>
              <a:buClrTx/>
              <a:buSzTx/>
              <a:buFontTx/>
              <a:buNone/>
              <a:tabLst/>
              <a:defRPr/>
            </a:pPr>
            <a:r>
              <a:rPr lang="en-US" sz="1050" b="0" i="0" err="1">
                <a:solidFill>
                  <a:schemeClr val="tx1"/>
                </a:solidFill>
                <a:latin typeface="+mn-lt"/>
              </a:rPr>
              <a:t>w</a:t>
            </a:r>
            <a:r>
              <a:rPr lang="en-US" sz="1050" err="1">
                <a:solidFill>
                  <a:schemeClr val="tx1"/>
                </a:solidFill>
                <a:latin typeface="+mn-lt"/>
              </a:rPr>
              <a:t>ww.capgemini.com</a:t>
            </a:r>
            <a:endParaRPr lang="en-US" sz="1050">
              <a:solidFill>
                <a:schemeClr val="tx1"/>
              </a:solidFill>
              <a:latin typeface="+mn-lt"/>
            </a:endParaRPr>
          </a:p>
        </p:txBody>
      </p:sp>
      <p:sp>
        <p:nvSpPr>
          <p:cNvPr id="30" name="Rectangle 29">
            <a:extLst>
              <a:ext uri="{FF2B5EF4-FFF2-40B4-BE49-F238E27FC236}">
                <a16:creationId xmlns:a16="http://schemas.microsoft.com/office/drawing/2014/main" id="{42F7D594-54F5-66A3-9AE8-EFE5D6CA5A39}"/>
              </a:ext>
            </a:extLst>
          </p:cNvPr>
          <p:cNvSpPr/>
          <p:nvPr userDrawn="1"/>
        </p:nvSpPr>
        <p:spPr>
          <a:xfrm>
            <a:off x="550863" y="1384200"/>
            <a:ext cx="4248471" cy="18287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just" defTabSz="914400"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a:ln>
                  <a:noFill/>
                </a:ln>
                <a:solidFill>
                  <a:schemeClr val="tx1"/>
                </a:solidFill>
                <a:effectLst/>
                <a:uLnTx/>
                <a:uFillTx/>
                <a:latin typeface="+mn-lt"/>
                <a:ea typeface="+mn-ea"/>
                <a:cs typeface="+mn-cs"/>
              </a:rPr>
              <a:t>About Capgemini</a:t>
            </a:r>
          </a:p>
          <a:p>
            <a:pPr marL="0" marR="0" lvl="0" indent="0" algn="just" defTabSz="914400" rtl="0" eaLnBrk="1" fontAlgn="auto" latinLnBrk="0" hangingPunct="1">
              <a:lnSpc>
                <a:spcPct val="100000"/>
              </a:lnSpc>
              <a:spcBef>
                <a:spcPts val="0"/>
              </a:spcBef>
              <a:spcAft>
                <a:spcPts val="0"/>
              </a:spcAft>
              <a:buClrTx/>
              <a:buSzTx/>
              <a:buFontTx/>
              <a:buNone/>
              <a:tabLst/>
              <a:defRPr/>
            </a:pPr>
            <a:r>
              <a:rPr lang="en-GB" sz="900">
                <a:solidFill>
                  <a:schemeClr val="tx1"/>
                </a:solidFill>
              </a:rPr>
              <a:t>Capgemini is an AI-powered global business and technology transformation partner, delivering tangible business value. We imagine the future of organizations and make it real with AI, technology and people. With our strong heritage of nearly 60 years, we are a responsible and diverse group of 420,000 team members in more than 50 countries. We deliver end-to-end services and solutions with our deep industry expertise and strong partner ecosystem, leveraging our capabilities across strategy, technology, design, engineering and business operations. The Group reported 2024 global revenues of €22.1 billion.</a:t>
            </a:r>
            <a:endParaRPr kumimoji="0" lang="en-US" sz="900" b="0" i="0" u="none" strike="noStrike" kern="1200" cap="none" spc="0" normalizeH="0" baseline="0" noProof="0">
              <a:ln>
                <a:noFill/>
              </a:ln>
              <a:solidFill>
                <a:schemeClr val="tx1"/>
              </a:solidFill>
              <a:effectLst/>
              <a:uLnTx/>
              <a:uFillTx/>
              <a:latin typeface="+mn-lt"/>
              <a:ea typeface="+mn-ea"/>
              <a:cs typeface="+mn-cs"/>
            </a:endParaRPr>
          </a:p>
        </p:txBody>
      </p:sp>
      <p:sp>
        <p:nvSpPr>
          <p:cNvPr id="31" name="Rectangle 30">
            <a:extLst>
              <a:ext uri="{FF2B5EF4-FFF2-40B4-BE49-F238E27FC236}">
                <a16:creationId xmlns:a16="http://schemas.microsoft.com/office/drawing/2014/main" id="{C78622B2-B191-08A7-15CB-8C95D883649E}"/>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a:solidFill>
                  <a:schemeClr val="tx1"/>
                </a:solidFill>
                <a:latin typeface="+mn-lt"/>
                <a:cs typeface="Arial"/>
              </a:rPr>
              <a:t>This presentation contains information that may be privileged or confidential and is the property of the Capgemini Group.</a:t>
            </a:r>
          </a:p>
          <a:p>
            <a:pPr>
              <a:spcAft>
                <a:spcPts val="600"/>
              </a:spcAft>
            </a:pPr>
            <a:r>
              <a:rPr lang="en-US" sz="700" b="0" i="0" noProof="0">
                <a:solidFill>
                  <a:schemeClr val="tx1"/>
                </a:solidFill>
                <a:latin typeface="+mn-lt"/>
                <a:cs typeface="Arial"/>
              </a:rPr>
              <a:t>Copyright © 2026 Capgemini. All rights reserved.</a:t>
            </a:r>
          </a:p>
        </p:txBody>
      </p:sp>
      <p:grpSp>
        <p:nvGrpSpPr>
          <p:cNvPr id="43" name="Group 2">
            <a:extLst>
              <a:ext uri="{FF2B5EF4-FFF2-40B4-BE49-F238E27FC236}">
                <a16:creationId xmlns:a16="http://schemas.microsoft.com/office/drawing/2014/main" id="{CD4310B4-5ADE-C2D0-DB4C-AF69D93A1DF5}"/>
              </a:ext>
            </a:extLst>
          </p:cNvPr>
          <p:cNvGrpSpPr>
            <a:grpSpLocks noChangeAspect="1"/>
          </p:cNvGrpSpPr>
          <p:nvPr userDrawn="1"/>
        </p:nvGrpSpPr>
        <p:grpSpPr>
          <a:xfrm>
            <a:off x="550862" y="6021288"/>
            <a:ext cx="1872000" cy="420870"/>
            <a:chOff x="5094083" y="5360390"/>
            <a:chExt cx="3039349" cy="683316"/>
          </a:xfrm>
          <a:solidFill>
            <a:schemeClr val="tx2"/>
          </a:solidFill>
        </p:grpSpPr>
        <p:sp>
          <p:nvSpPr>
            <p:cNvPr id="44" name="Freeform: Shape 4">
              <a:extLst>
                <a:ext uri="{FF2B5EF4-FFF2-40B4-BE49-F238E27FC236}">
                  <a16:creationId xmlns:a16="http://schemas.microsoft.com/office/drawing/2014/main" id="{089E09DC-D2DF-E25B-B85C-6EA1D98E1CA5}"/>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endParaRPr lang="en-US" sz="1800"/>
            </a:p>
          </p:txBody>
        </p:sp>
        <p:sp>
          <p:nvSpPr>
            <p:cNvPr id="45" name="Freeform: Shape 5">
              <a:extLst>
                <a:ext uri="{FF2B5EF4-FFF2-40B4-BE49-F238E27FC236}">
                  <a16:creationId xmlns:a16="http://schemas.microsoft.com/office/drawing/2014/main" id="{CFFDC692-B337-393E-311F-6135E50AC69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endParaRPr lang="en-US" sz="1800"/>
            </a:p>
          </p:txBody>
        </p:sp>
        <p:sp>
          <p:nvSpPr>
            <p:cNvPr id="46" name="Freeform: Shape 6">
              <a:extLst>
                <a:ext uri="{FF2B5EF4-FFF2-40B4-BE49-F238E27FC236}">
                  <a16:creationId xmlns:a16="http://schemas.microsoft.com/office/drawing/2014/main" id="{79F624AF-8CAF-1C4F-6AF4-0D3BAB6883DE}"/>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endParaRPr lang="en-US" sz="1800"/>
            </a:p>
          </p:txBody>
        </p:sp>
        <p:sp>
          <p:nvSpPr>
            <p:cNvPr id="47" name="Freeform: Shape 7">
              <a:extLst>
                <a:ext uri="{FF2B5EF4-FFF2-40B4-BE49-F238E27FC236}">
                  <a16:creationId xmlns:a16="http://schemas.microsoft.com/office/drawing/2014/main" id="{CC7B72C0-ED2F-06D1-872B-CC0A248A4A55}"/>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endParaRPr lang="en-US" sz="1800"/>
            </a:p>
          </p:txBody>
        </p:sp>
        <p:sp>
          <p:nvSpPr>
            <p:cNvPr id="48" name="Freeform: Shape 8">
              <a:extLst>
                <a:ext uri="{FF2B5EF4-FFF2-40B4-BE49-F238E27FC236}">
                  <a16:creationId xmlns:a16="http://schemas.microsoft.com/office/drawing/2014/main" id="{4387627B-473F-668B-D2BC-7D0705259BFC}"/>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endParaRPr lang="en-US" sz="1800"/>
            </a:p>
          </p:txBody>
        </p:sp>
      </p:grpSp>
      <p:grpSp>
        <p:nvGrpSpPr>
          <p:cNvPr id="2" name="Group 1">
            <a:extLst>
              <a:ext uri="{FF2B5EF4-FFF2-40B4-BE49-F238E27FC236}">
                <a16:creationId xmlns:a16="http://schemas.microsoft.com/office/drawing/2014/main" id="{33CF6172-FAD6-301F-3990-BA19BDCBDD10}"/>
              </a:ext>
            </a:extLst>
          </p:cNvPr>
          <p:cNvGrpSpPr/>
          <p:nvPr userDrawn="1"/>
        </p:nvGrpSpPr>
        <p:grpSpPr>
          <a:xfrm>
            <a:off x="8904288" y="5569004"/>
            <a:ext cx="1951070" cy="335280"/>
            <a:chOff x="8904288" y="5569004"/>
            <a:chExt cx="1951070" cy="335280"/>
          </a:xfrm>
        </p:grpSpPr>
        <p:pic>
          <p:nvPicPr>
            <p:cNvPr id="3" name="Picture 2">
              <a:hlinkClick r:id="rId2"/>
              <a:extLst>
                <a:ext uri="{FF2B5EF4-FFF2-40B4-BE49-F238E27FC236}">
                  <a16:creationId xmlns:a16="http://schemas.microsoft.com/office/drawing/2014/main" id="{C80B44BA-49DA-9F84-82D3-870627147924}"/>
                </a:ext>
              </a:extLst>
            </p:cNvPr>
            <p:cNvPicPr>
              <a:picLocks noChangeAspect="1"/>
            </p:cNvPicPr>
            <p:nvPr userDrawn="1"/>
          </p:nvPicPr>
          <p:blipFill rotWithShape="1">
            <a:blip r:embed="rId3" cstate="print">
              <a:extLs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chemeClr val="tx1"/>
              </a:solidFill>
            </a:ln>
          </p:spPr>
        </p:pic>
        <p:pic>
          <p:nvPicPr>
            <p:cNvPr id="4" name="Picture 3">
              <a:hlinkClick r:id="rId4"/>
              <a:extLst>
                <a:ext uri="{FF2B5EF4-FFF2-40B4-BE49-F238E27FC236}">
                  <a16:creationId xmlns:a16="http://schemas.microsoft.com/office/drawing/2014/main" id="{3F910AE5-DC10-6A3E-284B-4AA4EADB83AB}"/>
                </a:ext>
              </a:extLst>
            </p:cNvPr>
            <p:cNvPicPr>
              <a:picLocks noChangeAspect="1"/>
            </p:cNvPicPr>
            <p:nvPr userDrawn="1"/>
          </p:nvPicPr>
          <p:blipFill rotWithShape="1">
            <a:blip r:embed="rId5" cstate="print">
              <a:extLs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chemeClr val="tx1"/>
              </a:solidFill>
            </a:ln>
          </p:spPr>
        </p:pic>
        <p:pic>
          <p:nvPicPr>
            <p:cNvPr id="5" name="Picture 4">
              <a:hlinkClick r:id="rId6"/>
              <a:extLst>
                <a:ext uri="{FF2B5EF4-FFF2-40B4-BE49-F238E27FC236}">
                  <a16:creationId xmlns:a16="http://schemas.microsoft.com/office/drawing/2014/main" id="{38FCE476-10F1-8A4F-DF82-27A04965BB65}"/>
                </a:ext>
              </a:extLst>
            </p:cNvPr>
            <p:cNvPicPr>
              <a:picLocks noChangeAspect="1"/>
            </p:cNvPicPr>
            <p:nvPr userDrawn="1"/>
          </p:nvPicPr>
          <p:blipFill rotWithShape="1">
            <a:blip r:embed="rId7" cstate="print">
              <a:extLs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chemeClr val="tx1"/>
              </a:solidFill>
            </a:ln>
          </p:spPr>
        </p:pic>
        <p:pic>
          <p:nvPicPr>
            <p:cNvPr id="6" name="Picture 5">
              <a:hlinkClick r:id="rId8"/>
              <a:extLst>
                <a:ext uri="{FF2B5EF4-FFF2-40B4-BE49-F238E27FC236}">
                  <a16:creationId xmlns:a16="http://schemas.microsoft.com/office/drawing/2014/main" id="{97AF43E1-E2D3-3572-59C0-6B864F4B3F70}"/>
                </a:ext>
              </a:extLst>
            </p:cNvPr>
            <p:cNvPicPr>
              <a:picLocks noChangeAspect="1"/>
            </p:cNvPicPr>
            <p:nvPr userDrawn="1"/>
          </p:nvPicPr>
          <p:blipFill rotWithShape="1">
            <a:blip r:embed="rId9" cstate="print">
              <a:extLs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chemeClr val="tx1"/>
              </a:solidFill>
            </a:ln>
          </p:spPr>
        </p:pic>
        <p:pic>
          <p:nvPicPr>
            <p:cNvPr id="7" name="Picture 6">
              <a:hlinkClick r:id="rId10"/>
              <a:extLst>
                <a:ext uri="{FF2B5EF4-FFF2-40B4-BE49-F238E27FC236}">
                  <a16:creationId xmlns:a16="http://schemas.microsoft.com/office/drawing/2014/main" id="{FE9806D4-7438-2762-EAEC-92F2B68803AC}"/>
                </a:ext>
              </a:extLst>
            </p:cNvPr>
            <p:cNvPicPr>
              <a:picLocks noChangeAspect="1"/>
            </p:cNvPicPr>
            <p:nvPr userDrawn="1"/>
          </p:nvPicPr>
          <p:blipFill rotWithShape="1">
            <a:blip r:embed="rId11" cstate="print">
              <a:extLs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chemeClr val="tx1"/>
              </a:solidFill>
            </a:ln>
          </p:spPr>
        </p:pic>
      </p:grpSp>
    </p:spTree>
    <p:extLst>
      <p:ext uri="{BB962C8B-B14F-4D97-AF65-F5344CB8AC3E}">
        <p14:creationId xmlns:p14="http://schemas.microsoft.com/office/powerpoint/2010/main" val="681097504"/>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End Slide 3">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D1D17019-0BF4-2D81-E041-AFBAAFE615A7}"/>
              </a:ext>
            </a:extLst>
          </p:cNvPr>
          <p:cNvSpPr/>
          <p:nvPr userDrawn="1"/>
        </p:nvSpPr>
        <p:spPr>
          <a:xfrm>
            <a:off x="8146580" y="0"/>
            <a:ext cx="4045420" cy="6858000"/>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43" name="Group 2">
            <a:extLst>
              <a:ext uri="{FF2B5EF4-FFF2-40B4-BE49-F238E27FC236}">
                <a16:creationId xmlns:a16="http://schemas.microsoft.com/office/drawing/2014/main" id="{CD4310B4-5ADE-C2D0-DB4C-AF69D93A1DF5}"/>
              </a:ext>
            </a:extLst>
          </p:cNvPr>
          <p:cNvGrpSpPr>
            <a:grpSpLocks noChangeAspect="1"/>
          </p:cNvGrpSpPr>
          <p:nvPr userDrawn="1"/>
        </p:nvGrpSpPr>
        <p:grpSpPr>
          <a:xfrm>
            <a:off x="550863" y="6021288"/>
            <a:ext cx="1872000" cy="420870"/>
            <a:chOff x="5094083" y="5360390"/>
            <a:chExt cx="3039349" cy="683316"/>
          </a:xfrm>
          <a:solidFill>
            <a:schemeClr val="tx2"/>
          </a:solidFill>
        </p:grpSpPr>
        <p:sp>
          <p:nvSpPr>
            <p:cNvPr id="44" name="Freeform: Shape 4">
              <a:extLst>
                <a:ext uri="{FF2B5EF4-FFF2-40B4-BE49-F238E27FC236}">
                  <a16:creationId xmlns:a16="http://schemas.microsoft.com/office/drawing/2014/main" id="{089E09DC-D2DF-E25B-B85C-6EA1D98E1CA5}"/>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5" name="Freeform: Shape 5">
              <a:extLst>
                <a:ext uri="{FF2B5EF4-FFF2-40B4-BE49-F238E27FC236}">
                  <a16:creationId xmlns:a16="http://schemas.microsoft.com/office/drawing/2014/main" id="{CFFDC692-B337-393E-311F-6135E50AC69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6" name="Freeform: Shape 6">
              <a:extLst>
                <a:ext uri="{FF2B5EF4-FFF2-40B4-BE49-F238E27FC236}">
                  <a16:creationId xmlns:a16="http://schemas.microsoft.com/office/drawing/2014/main" id="{79F624AF-8CAF-1C4F-6AF4-0D3BAB6883DE}"/>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7" name="Freeform: Shape 7">
              <a:extLst>
                <a:ext uri="{FF2B5EF4-FFF2-40B4-BE49-F238E27FC236}">
                  <a16:creationId xmlns:a16="http://schemas.microsoft.com/office/drawing/2014/main" id="{CC7B72C0-ED2F-06D1-872B-CC0A248A4A55}"/>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8" name="Freeform: Shape 8">
              <a:extLst>
                <a:ext uri="{FF2B5EF4-FFF2-40B4-BE49-F238E27FC236}">
                  <a16:creationId xmlns:a16="http://schemas.microsoft.com/office/drawing/2014/main" id="{4387627B-473F-668B-D2BC-7D0705259BFC}"/>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endParaRPr lang="en-US" sz="1800">
                <a:solidFill>
                  <a:schemeClr val="bg1"/>
                </a:solidFill>
              </a:endParaRPr>
            </a:p>
          </p:txBody>
        </p:sp>
      </p:grpSp>
      <p:sp>
        <p:nvSpPr>
          <p:cNvPr id="2" name="Rectangle 1">
            <a:extLst>
              <a:ext uri="{FF2B5EF4-FFF2-40B4-BE49-F238E27FC236}">
                <a16:creationId xmlns:a16="http://schemas.microsoft.com/office/drawing/2014/main" id="{BFA81E17-F832-B5EB-3D5D-25AE712EB4A5}"/>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a:solidFill>
                  <a:schemeClr val="bg1"/>
                </a:solidFill>
                <a:latin typeface="+mn-lt"/>
                <a:cs typeface="Arial"/>
              </a:rPr>
              <a:t>This presentation contains information that may be privileged or confidential and is the property of the Capgemini Group.</a:t>
            </a:r>
          </a:p>
          <a:p>
            <a:pPr>
              <a:spcAft>
                <a:spcPts val="600"/>
              </a:spcAft>
            </a:pPr>
            <a:r>
              <a:rPr lang="en-US" sz="700" b="0" i="0" noProof="0">
                <a:solidFill>
                  <a:schemeClr val="bg1"/>
                </a:solidFill>
                <a:latin typeface="+mn-lt"/>
                <a:cs typeface="Arial"/>
              </a:rPr>
              <a:t>Copyright © 2026 Capgemini. All rights reserved.</a:t>
            </a:r>
          </a:p>
        </p:txBody>
      </p:sp>
      <p:sp>
        <p:nvSpPr>
          <p:cNvPr id="9" name="Rectangle 8">
            <a:extLst>
              <a:ext uri="{FF2B5EF4-FFF2-40B4-BE49-F238E27FC236}">
                <a16:creationId xmlns:a16="http://schemas.microsoft.com/office/drawing/2014/main" id="{FA5EFF19-B281-F0C9-FB01-070197B8DB96}"/>
              </a:ext>
            </a:extLst>
          </p:cNvPr>
          <p:cNvSpPr/>
          <p:nvPr userDrawn="1"/>
        </p:nvSpPr>
        <p:spPr>
          <a:xfrm>
            <a:off x="550864" y="1384200"/>
            <a:ext cx="4248471" cy="175676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just" defTabSz="914400"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a:ln>
                  <a:noFill/>
                </a:ln>
                <a:solidFill>
                  <a:schemeClr val="tx1"/>
                </a:solidFill>
                <a:effectLst/>
                <a:uLnTx/>
                <a:uFillTx/>
                <a:latin typeface="+mn-lt"/>
                <a:ea typeface="+mn-ea"/>
                <a:cs typeface="+mn-cs"/>
              </a:rPr>
              <a:t>About Capgemini</a:t>
            </a:r>
          </a:p>
          <a:p>
            <a:pPr marL="0" marR="0" lvl="0" indent="0" algn="just" defTabSz="914400" rtl="0" eaLnBrk="1" fontAlgn="auto" latinLnBrk="0" hangingPunct="1">
              <a:lnSpc>
                <a:spcPct val="100000"/>
              </a:lnSpc>
              <a:spcBef>
                <a:spcPts val="0"/>
              </a:spcBef>
              <a:spcAft>
                <a:spcPts val="0"/>
              </a:spcAft>
              <a:buClrTx/>
              <a:buSzTx/>
              <a:buFontTx/>
              <a:buNone/>
              <a:tabLst/>
              <a:defRPr/>
            </a:pPr>
            <a:r>
              <a:rPr lang="en-GB" sz="900">
                <a:solidFill>
                  <a:schemeClr val="tx1"/>
                </a:solidFill>
              </a:rPr>
              <a:t>Capgemini is an AI-powered global business and technology transformation partner, delivering tangible business value. We imagine the future of organizations and make it real with AI, technology and people. With our strong heritage of nearly 60 years, we are a responsible and diverse group of 420,000 team members in more than 50 countries. We deliver end-to-end services and solutions with our deep industry expertise and strong partner ecosystem, leveraging our capabilities across strategy, technology, design, engineering and business operations. The Group reported 2024 global revenues of €22.1 billion.</a:t>
            </a:r>
            <a:endParaRPr kumimoji="0" lang="en-US" sz="900" b="0" i="0" u="none" strike="noStrike" kern="1200" cap="none" spc="0" normalizeH="0" baseline="0" noProof="0">
              <a:ln>
                <a:noFill/>
              </a:ln>
              <a:solidFill>
                <a:schemeClr val="tx1"/>
              </a:solidFill>
              <a:effectLst/>
              <a:uLnTx/>
              <a:uFillTx/>
              <a:latin typeface="+mn-lt"/>
              <a:ea typeface="+mn-ea"/>
              <a:cs typeface="+mn-cs"/>
            </a:endParaRPr>
          </a:p>
        </p:txBody>
      </p:sp>
      <p:sp>
        <p:nvSpPr>
          <p:cNvPr id="10" name="Rectangle 9">
            <a:extLst>
              <a:ext uri="{FF2B5EF4-FFF2-40B4-BE49-F238E27FC236}">
                <a16:creationId xmlns:a16="http://schemas.microsoft.com/office/drawing/2014/main" id="{456848E4-9E3E-BD1A-A82D-C9F95359644C}"/>
              </a:ext>
            </a:extLst>
          </p:cNvPr>
          <p:cNvSpPr/>
          <p:nvPr userDrawn="1"/>
        </p:nvSpPr>
        <p:spPr>
          <a:xfrm>
            <a:off x="550863" y="3325369"/>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US" sz="1100" b="1" i="0" kern="1200">
                <a:solidFill>
                  <a:schemeClr val="tx2"/>
                </a:solidFill>
                <a:latin typeface="+mn-lt"/>
                <a:ea typeface="+mn-ea"/>
                <a:cs typeface="+mn-cs"/>
              </a:rPr>
              <a:t>Make it real.</a:t>
            </a:r>
          </a:p>
          <a:p>
            <a:pPr marL="0" marR="0" lvl="0" indent="0" algn="l" defTabSz="914400" rtl="0" eaLnBrk="1" fontAlgn="auto" latinLnBrk="0" hangingPunct="1">
              <a:lnSpc>
                <a:spcPts val="1200"/>
              </a:lnSpc>
              <a:spcBef>
                <a:spcPts val="0"/>
              </a:spcBef>
              <a:spcAft>
                <a:spcPts val="0"/>
              </a:spcAft>
              <a:buClrTx/>
              <a:buSzTx/>
              <a:buFontTx/>
              <a:buNone/>
              <a:tabLst/>
              <a:defRPr/>
            </a:pPr>
            <a:r>
              <a:rPr lang="en-US" sz="1050" b="0" i="0">
                <a:solidFill>
                  <a:schemeClr val="tx1"/>
                </a:solidFill>
                <a:latin typeface="+mn-lt"/>
              </a:rPr>
              <a:t>w</a:t>
            </a:r>
            <a:r>
              <a:rPr lang="en-US" sz="1050">
                <a:solidFill>
                  <a:schemeClr val="tx1"/>
                </a:solidFill>
                <a:latin typeface="+mn-lt"/>
              </a:rPr>
              <a:t>ww.capgemini.com</a:t>
            </a:r>
          </a:p>
        </p:txBody>
      </p:sp>
      <p:sp>
        <p:nvSpPr>
          <p:cNvPr id="11" name="Rectangle 10">
            <a:extLst>
              <a:ext uri="{FF2B5EF4-FFF2-40B4-BE49-F238E27FC236}">
                <a16:creationId xmlns:a16="http://schemas.microsoft.com/office/drawing/2014/main" id="{243A1DDC-0EE3-87D7-B55C-C8336892FA90}"/>
              </a:ext>
            </a:extLst>
          </p:cNvPr>
          <p:cNvSpPr/>
          <p:nvPr userDrawn="1"/>
        </p:nvSpPr>
        <p:spPr>
          <a:xfrm rot="16200000">
            <a:off x="4627581"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2" name="Group 11">
            <a:extLst>
              <a:ext uri="{FF2B5EF4-FFF2-40B4-BE49-F238E27FC236}">
                <a16:creationId xmlns:a16="http://schemas.microsoft.com/office/drawing/2014/main" id="{78E9408B-4A36-9F64-5766-AC150B683248}"/>
              </a:ext>
            </a:extLst>
          </p:cNvPr>
          <p:cNvGrpSpPr/>
          <p:nvPr userDrawn="1"/>
        </p:nvGrpSpPr>
        <p:grpSpPr>
          <a:xfrm>
            <a:off x="8904288" y="5569004"/>
            <a:ext cx="1951070" cy="335280"/>
            <a:chOff x="8904288" y="5569004"/>
            <a:chExt cx="1951070" cy="335280"/>
          </a:xfrm>
        </p:grpSpPr>
        <p:pic>
          <p:nvPicPr>
            <p:cNvPr id="13" name="Picture 12">
              <a:hlinkClick r:id="rId2"/>
              <a:extLst>
                <a:ext uri="{FF2B5EF4-FFF2-40B4-BE49-F238E27FC236}">
                  <a16:creationId xmlns:a16="http://schemas.microsoft.com/office/drawing/2014/main" id="{594B397F-1305-520D-FD72-252F047C02CE}"/>
                </a:ext>
              </a:extLst>
            </p:cNvPr>
            <p:cNvPicPr>
              <a:picLocks noChangeAspect="1"/>
            </p:cNvPicPr>
            <p:nvPr userDrawn="1"/>
          </p:nvPicPr>
          <p:blipFill rotWithShape="1">
            <a:blip r:embed="rId3" cstate="print">
              <a:lum bright="70000" contrast="-70000"/>
              <a:extLst>
                <a:ext uri="{BEBA8EAE-BF5A-486C-A8C5-ECC9F3942E4B}">
                  <a14:imgProps xmlns:a14="http://schemas.microsoft.com/office/drawing/2010/main">
                    <a14:imgLayer r:embed="rId4">
                      <a14:imgEffect>
                        <a14:artisticPhotocopy/>
                      </a14:imgEffect>
                    </a14:imgLayer>
                  </a14:imgProps>
                </a:ex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chemeClr val="bg1"/>
              </a:solidFill>
            </a:ln>
          </p:spPr>
        </p:pic>
        <p:pic>
          <p:nvPicPr>
            <p:cNvPr id="14" name="Picture 13">
              <a:hlinkClick r:id="rId5"/>
              <a:extLst>
                <a:ext uri="{FF2B5EF4-FFF2-40B4-BE49-F238E27FC236}">
                  <a16:creationId xmlns:a16="http://schemas.microsoft.com/office/drawing/2014/main" id="{2B8F14F5-4F4C-8CAB-B032-78509603B748}"/>
                </a:ext>
              </a:extLst>
            </p:cNvPr>
            <p:cNvPicPr>
              <a:picLocks noChangeAspect="1"/>
            </p:cNvPicPr>
            <p:nvPr userDrawn="1"/>
          </p:nvPicPr>
          <p:blipFill rotWithShape="1">
            <a:blip r:embed="rId6" cstate="print">
              <a:lum bright="70000" contrast="-70000"/>
              <a:extLst>
                <a:ext uri="{BEBA8EAE-BF5A-486C-A8C5-ECC9F3942E4B}">
                  <a14:imgProps xmlns:a14="http://schemas.microsoft.com/office/drawing/2010/main">
                    <a14:imgLayer r:embed="rId7">
                      <a14:imgEffect>
                        <a14:artisticPhotocopy/>
                      </a14:imgEffect>
                    </a14:imgLayer>
                  </a14:imgProps>
                </a:ex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chemeClr val="bg1"/>
              </a:solidFill>
            </a:ln>
          </p:spPr>
        </p:pic>
        <p:pic>
          <p:nvPicPr>
            <p:cNvPr id="15" name="Picture 14">
              <a:hlinkClick r:id="rId8"/>
              <a:extLst>
                <a:ext uri="{FF2B5EF4-FFF2-40B4-BE49-F238E27FC236}">
                  <a16:creationId xmlns:a16="http://schemas.microsoft.com/office/drawing/2014/main" id="{2FB6738B-5AD4-93DE-628B-7F9F226AE057}"/>
                </a:ext>
              </a:extLst>
            </p:cNvPr>
            <p:cNvPicPr>
              <a:picLocks noChangeAspect="1"/>
            </p:cNvPicPr>
            <p:nvPr userDrawn="1"/>
          </p:nvPicPr>
          <p:blipFill rotWithShape="1">
            <a:blip r:embed="rId9" cstate="print">
              <a:lum bright="70000" contrast="-70000"/>
              <a:extLst>
                <a:ext uri="{BEBA8EAE-BF5A-486C-A8C5-ECC9F3942E4B}">
                  <a14:imgProps xmlns:a14="http://schemas.microsoft.com/office/drawing/2010/main">
                    <a14:imgLayer r:embed="rId10">
                      <a14:imgEffect>
                        <a14:artisticPhotocopy/>
                      </a14:imgEffect>
                    </a14:imgLayer>
                  </a14:imgProps>
                </a:ex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chemeClr val="bg1"/>
              </a:solidFill>
            </a:ln>
          </p:spPr>
        </p:pic>
        <p:pic>
          <p:nvPicPr>
            <p:cNvPr id="16" name="Picture 15">
              <a:hlinkClick r:id="rId11"/>
              <a:extLst>
                <a:ext uri="{FF2B5EF4-FFF2-40B4-BE49-F238E27FC236}">
                  <a16:creationId xmlns:a16="http://schemas.microsoft.com/office/drawing/2014/main" id="{9B12A264-9803-3563-7FDB-B00341420E93}"/>
                </a:ext>
              </a:extLst>
            </p:cNvPr>
            <p:cNvPicPr>
              <a:picLocks noChangeAspect="1"/>
            </p:cNvPicPr>
            <p:nvPr userDrawn="1"/>
          </p:nvPicPr>
          <p:blipFill rotWithShape="1">
            <a:blip r:embed="rId12" cstate="print">
              <a:lum bright="70000" contrast="-70000"/>
              <a:extLst>
                <a:ext uri="{BEBA8EAE-BF5A-486C-A8C5-ECC9F3942E4B}">
                  <a14:imgProps xmlns:a14="http://schemas.microsoft.com/office/drawing/2010/main">
                    <a14:imgLayer r:embed="rId13">
                      <a14:imgEffect>
                        <a14:artisticPhotocopy/>
                      </a14:imgEffect>
                    </a14:imgLayer>
                  </a14:imgProps>
                </a:ex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chemeClr val="bg1"/>
              </a:solidFill>
            </a:ln>
          </p:spPr>
        </p:pic>
        <p:pic>
          <p:nvPicPr>
            <p:cNvPr id="18" name="Picture 17">
              <a:hlinkClick r:id="rId14"/>
              <a:extLst>
                <a:ext uri="{FF2B5EF4-FFF2-40B4-BE49-F238E27FC236}">
                  <a16:creationId xmlns:a16="http://schemas.microsoft.com/office/drawing/2014/main" id="{55679AC9-828E-26B9-8BA5-EB55C80AF8BA}"/>
                </a:ext>
              </a:extLst>
            </p:cNvPr>
            <p:cNvPicPr>
              <a:picLocks noChangeAspect="1"/>
            </p:cNvPicPr>
            <p:nvPr userDrawn="1"/>
          </p:nvPicPr>
          <p:blipFill rotWithShape="1">
            <a:blip r:embed="rId15" cstate="print">
              <a:lum bright="70000" contrast="-70000"/>
              <a:extLst>
                <a:ext uri="{BEBA8EAE-BF5A-486C-A8C5-ECC9F3942E4B}">
                  <a14:imgProps xmlns:a14="http://schemas.microsoft.com/office/drawing/2010/main">
                    <a14:imgLayer r:embed="rId16">
                      <a14:imgEffect>
                        <a14:artisticPhotocopy/>
                      </a14:imgEffect>
                    </a14:imgLayer>
                  </a14:imgProps>
                </a:ex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chemeClr val="bg1"/>
              </a:solidFill>
            </a:ln>
          </p:spPr>
        </p:pic>
      </p:grpSp>
    </p:spTree>
    <p:extLst>
      <p:ext uri="{BB962C8B-B14F-4D97-AF65-F5344CB8AC3E}">
        <p14:creationId xmlns:p14="http://schemas.microsoft.com/office/powerpoint/2010/main" val="3362974666"/>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type="obj">
  <p:cSld name="Title and Content">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11770359" y="176656"/>
            <a:ext cx="254635" cy="217804"/>
          </a:xfrm>
          <a:custGeom>
            <a:avLst/>
            <a:gdLst/>
            <a:ahLst/>
            <a:cxnLst/>
            <a:rect l="l" t="t" r="r" b="b"/>
            <a:pathLst>
              <a:path w="254634" h="217804">
                <a:moveTo>
                  <a:pt x="138430" y="0"/>
                </a:moveTo>
                <a:lnTo>
                  <a:pt x="112182" y="22049"/>
                </a:lnTo>
                <a:lnTo>
                  <a:pt x="76370" y="44476"/>
                </a:lnTo>
                <a:lnTo>
                  <a:pt x="39839" y="70280"/>
                </a:lnTo>
                <a:lnTo>
                  <a:pt x="11434" y="102461"/>
                </a:lnTo>
                <a:lnTo>
                  <a:pt x="0" y="144018"/>
                </a:lnTo>
                <a:lnTo>
                  <a:pt x="3409" y="165967"/>
                </a:lnTo>
                <a:lnTo>
                  <a:pt x="28182" y="202436"/>
                </a:lnTo>
                <a:lnTo>
                  <a:pt x="74596" y="217773"/>
                </a:lnTo>
                <a:lnTo>
                  <a:pt x="88080" y="215705"/>
                </a:lnTo>
                <a:lnTo>
                  <a:pt x="122650" y="196342"/>
                </a:lnTo>
                <a:lnTo>
                  <a:pt x="146986" y="163960"/>
                </a:lnTo>
                <a:lnTo>
                  <a:pt x="161036" y="139886"/>
                </a:lnTo>
                <a:lnTo>
                  <a:pt x="168275" y="127635"/>
                </a:lnTo>
                <a:lnTo>
                  <a:pt x="195099" y="99667"/>
                </a:lnTo>
                <a:lnTo>
                  <a:pt x="219694" y="93376"/>
                </a:lnTo>
                <a:lnTo>
                  <a:pt x="248899" y="93376"/>
                </a:lnTo>
                <a:lnTo>
                  <a:pt x="247523" y="89840"/>
                </a:lnTo>
                <a:lnTo>
                  <a:pt x="214375" y="46227"/>
                </a:lnTo>
                <a:lnTo>
                  <a:pt x="181229" y="21415"/>
                </a:lnTo>
                <a:lnTo>
                  <a:pt x="144653" y="2794"/>
                </a:lnTo>
                <a:lnTo>
                  <a:pt x="142875" y="1904"/>
                </a:lnTo>
                <a:lnTo>
                  <a:pt x="140208" y="889"/>
                </a:lnTo>
                <a:lnTo>
                  <a:pt x="138430" y="0"/>
                </a:lnTo>
                <a:close/>
              </a:path>
              <a:path w="254634" h="217804">
                <a:moveTo>
                  <a:pt x="248899" y="93376"/>
                </a:moveTo>
                <a:lnTo>
                  <a:pt x="219694" y="93376"/>
                </a:lnTo>
                <a:lnTo>
                  <a:pt x="232346" y="94868"/>
                </a:lnTo>
                <a:lnTo>
                  <a:pt x="244141" y="99409"/>
                </a:lnTo>
                <a:lnTo>
                  <a:pt x="254126" y="106807"/>
                </a:lnTo>
                <a:lnTo>
                  <a:pt x="248899" y="93376"/>
                </a:lnTo>
                <a:close/>
              </a:path>
            </a:pathLst>
          </a:custGeom>
          <a:solidFill>
            <a:srgbClr val="0056AB"/>
          </a:solidFill>
        </p:spPr>
        <p:txBody>
          <a:bodyPr wrap="square" lIns="0" tIns="0" rIns="0" bIns="0" rtlCol="0"/>
          <a:lstStyle/>
          <a:p>
            <a:endParaRPr/>
          </a:p>
        </p:txBody>
      </p:sp>
      <p:pic>
        <p:nvPicPr>
          <p:cNvPr id="17" name="bg object 17"/>
          <p:cNvPicPr/>
          <p:nvPr/>
        </p:nvPicPr>
        <p:blipFill>
          <a:blip r:embed="rId2" cstate="print"/>
          <a:stretch>
            <a:fillRect/>
          </a:stretch>
        </p:blipFill>
        <p:spPr>
          <a:xfrm>
            <a:off x="11860910" y="279907"/>
            <a:ext cx="168084" cy="136860"/>
          </a:xfrm>
          <a:prstGeom prst="rect">
            <a:avLst/>
          </a:prstGeom>
        </p:spPr>
      </p:pic>
      <p:sp>
        <p:nvSpPr>
          <p:cNvPr id="2" name="Holder 2"/>
          <p:cNvSpPr>
            <a:spLocks noGrp="1"/>
          </p:cNvSpPr>
          <p:nvPr>
            <p:ph type="title"/>
          </p:nvPr>
        </p:nvSpPr>
        <p:spPr/>
        <p:txBody>
          <a:bodyPr lIns="0" tIns="0" rIns="0" bIns="0"/>
          <a:lstStyle>
            <a:lvl1pPr>
              <a:defRPr sz="3200" b="1" i="0">
                <a:solidFill>
                  <a:srgbClr val="1DB6F3"/>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sz="1000" b="1" i="0">
                <a:solidFill>
                  <a:schemeClr val="bg1"/>
                </a:solidFill>
                <a:latin typeface="Arial"/>
                <a:cs typeface="Arial"/>
              </a:defRPr>
            </a:lvl1pPr>
          </a:lstStyle>
          <a:p>
            <a:endParaRPr/>
          </a:p>
        </p:txBody>
      </p:sp>
      <p:sp>
        <p:nvSpPr>
          <p:cNvPr id="4" name="Holder 4"/>
          <p:cNvSpPr>
            <a:spLocks noGrp="1"/>
          </p:cNvSpPr>
          <p:nvPr>
            <p:ph type="ftr" sz="quarter" idx="5"/>
          </p:nvPr>
        </p:nvSpPr>
        <p:spPr>
          <a:xfrm>
            <a:off x="550863" y="6650661"/>
            <a:ext cx="4716524" cy="123111"/>
          </a:xfrm>
          <a:prstGeom prst="rect">
            <a:avLst/>
          </a:prstGeom>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7/27/2026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285603518"/>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A8CE45-A6FC-9CE9-F8CD-BA044CFE9412}"/>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046268216"/>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Title Slide 1">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269F39D-C2C8-CD10-FC79-E8DF4011DD81}"/>
              </a:ext>
            </a:extLst>
          </p:cNvPr>
          <p:cNvSpPr/>
          <p:nvPr userDrawn="1"/>
        </p:nvSpPr>
        <p:spPr>
          <a:xfrm>
            <a:off x="0" y="0"/>
            <a:ext cx="8904287" cy="6858000"/>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3" name="Group 2">
            <a:extLst>
              <a:ext uri="{FF2B5EF4-FFF2-40B4-BE49-F238E27FC236}">
                <a16:creationId xmlns:a16="http://schemas.microsoft.com/office/drawing/2014/main" id="{E1F341D8-9871-3E87-0C47-63724CC68DAF}"/>
              </a:ext>
            </a:extLst>
          </p:cNvPr>
          <p:cNvGrpSpPr>
            <a:grpSpLocks noChangeAspect="1"/>
          </p:cNvGrpSpPr>
          <p:nvPr userDrawn="1"/>
        </p:nvGrpSpPr>
        <p:grpSpPr>
          <a:xfrm>
            <a:off x="9912013" y="409248"/>
            <a:ext cx="1872000" cy="420870"/>
            <a:chOff x="5094083" y="5360390"/>
            <a:chExt cx="3039349" cy="683316"/>
          </a:xfrm>
          <a:solidFill>
            <a:schemeClr val="bg1"/>
          </a:solidFill>
        </p:grpSpPr>
        <p:sp>
          <p:nvSpPr>
            <p:cNvPr id="14" name="Freeform: Shape 4">
              <a:extLst>
                <a:ext uri="{FF2B5EF4-FFF2-40B4-BE49-F238E27FC236}">
                  <a16:creationId xmlns:a16="http://schemas.microsoft.com/office/drawing/2014/main" id="{2608921F-B565-8FD4-583E-9DA9BDDB5334}"/>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15" name="Freeform: Shape 5">
              <a:extLst>
                <a:ext uri="{FF2B5EF4-FFF2-40B4-BE49-F238E27FC236}">
                  <a16:creationId xmlns:a16="http://schemas.microsoft.com/office/drawing/2014/main" id="{59393CFC-3187-9068-EACC-9DD97F450CB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20" name="Freeform: Shape 6">
              <a:extLst>
                <a:ext uri="{FF2B5EF4-FFF2-40B4-BE49-F238E27FC236}">
                  <a16:creationId xmlns:a16="http://schemas.microsoft.com/office/drawing/2014/main" id="{F2454DD1-23F6-150E-C46D-96FB7C5FC4D3}"/>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21" name="Freeform: Shape 7">
              <a:extLst>
                <a:ext uri="{FF2B5EF4-FFF2-40B4-BE49-F238E27FC236}">
                  <a16:creationId xmlns:a16="http://schemas.microsoft.com/office/drawing/2014/main" id="{34B65355-DFA8-1685-F338-14C9D76CCDEF}"/>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22" name="Freeform: Shape 8">
              <a:extLst>
                <a:ext uri="{FF2B5EF4-FFF2-40B4-BE49-F238E27FC236}">
                  <a16:creationId xmlns:a16="http://schemas.microsoft.com/office/drawing/2014/main" id="{DF15E081-4331-E828-08B5-2291332FD146}"/>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23" name="Rectangle 22">
            <a:extLst>
              <a:ext uri="{FF2B5EF4-FFF2-40B4-BE49-F238E27FC236}">
                <a16:creationId xmlns:a16="http://schemas.microsoft.com/office/drawing/2014/main" id="{7D66C3DE-7CB2-8D02-1EF9-E3C8E4BFAA90}"/>
              </a:ext>
            </a:extLst>
          </p:cNvPr>
          <p:cNvSpPr/>
          <p:nvPr userDrawn="1"/>
        </p:nvSpPr>
        <p:spPr>
          <a:xfrm rot="16200000">
            <a:off x="5403547"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 name="Title 1">
            <a:extLst>
              <a:ext uri="{FF2B5EF4-FFF2-40B4-BE49-F238E27FC236}">
                <a16:creationId xmlns:a16="http://schemas.microsoft.com/office/drawing/2014/main" id="{FE5276F6-E981-8407-5AD7-E85838815E5A}"/>
              </a:ext>
            </a:extLst>
          </p:cNvPr>
          <p:cNvSpPr>
            <a:spLocks noGrp="1"/>
          </p:cNvSpPr>
          <p:nvPr>
            <p:ph type="title"/>
          </p:nvPr>
        </p:nvSpPr>
        <p:spPr>
          <a:xfrm>
            <a:off x="445713" y="980728"/>
            <a:ext cx="7313049" cy="4104456"/>
          </a:xfrm>
          <a:prstGeom prst="rect">
            <a:avLst/>
          </a:prstGeom>
        </p:spPr>
        <p:txBody>
          <a:bodyPr vert="horz" lIns="0" tIns="0" rIns="0" bIns="126000" rtlCol="0" anchor="b" anchorCtr="0">
            <a:noAutofit/>
          </a:bodyPr>
          <a:lstStyle>
            <a:lvl1pPr>
              <a:defRPr lang="en-PL" sz="7200" dirty="0">
                <a:solidFill>
                  <a:schemeClr val="bg2"/>
                </a:solidFill>
                <a:latin typeface="Ubuntu Light" panose="020B0304030602030204" pitchFamily="34" charset="0"/>
              </a:defRPr>
            </a:lvl1pPr>
          </a:lstStyle>
          <a:p>
            <a:pPr lvl="0"/>
            <a:r>
              <a:rPr lang="en-US"/>
              <a:t>Click to edit Master title style</a:t>
            </a:r>
            <a:endParaRPr lang="en-PL"/>
          </a:p>
        </p:txBody>
      </p:sp>
      <p:sp>
        <p:nvSpPr>
          <p:cNvPr id="4" name="Text Placeholder 3">
            <a:extLst>
              <a:ext uri="{FF2B5EF4-FFF2-40B4-BE49-F238E27FC236}">
                <a16:creationId xmlns:a16="http://schemas.microsoft.com/office/drawing/2014/main" id="{710D5C00-226E-1369-C48F-FBB9D0A2D267}"/>
              </a:ext>
            </a:extLst>
          </p:cNvPr>
          <p:cNvSpPr>
            <a:spLocks noGrp="1"/>
          </p:cNvSpPr>
          <p:nvPr>
            <p:ph type="body" sz="quarter" idx="10" hasCustomPrompt="1"/>
          </p:nvPr>
        </p:nvSpPr>
        <p:spPr>
          <a:xfrm>
            <a:off x="445713" y="5131138"/>
            <a:ext cx="6479535" cy="215444"/>
          </a:xfrm>
          <a:prstGeom prst="rect">
            <a:avLst/>
          </a:prstGeom>
        </p:spPr>
        <p:txBody>
          <a:bodyPr/>
          <a:lstStyle>
            <a:lvl1pPr>
              <a:defRPr lang="en-GB" sz="1700" b="1"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
        <p:nvSpPr>
          <p:cNvPr id="6" name="Text Placeholder 3">
            <a:extLst>
              <a:ext uri="{FF2B5EF4-FFF2-40B4-BE49-F238E27FC236}">
                <a16:creationId xmlns:a16="http://schemas.microsoft.com/office/drawing/2014/main" id="{141DE9FA-300D-BBCE-A5BC-ECE60B3F1F61}"/>
              </a:ext>
            </a:extLst>
          </p:cNvPr>
          <p:cNvSpPr>
            <a:spLocks noGrp="1"/>
          </p:cNvSpPr>
          <p:nvPr>
            <p:ph type="body" sz="quarter" idx="11" hasCustomPrompt="1"/>
          </p:nvPr>
        </p:nvSpPr>
        <p:spPr>
          <a:xfrm>
            <a:off x="445713" y="5715912"/>
            <a:ext cx="6479535" cy="215444"/>
          </a:xfrm>
          <a:prstGeom prst="rect">
            <a:avLst/>
          </a:prstGeom>
        </p:spPr>
        <p:txBody>
          <a:bodyPr/>
          <a:lstStyle>
            <a:lvl1pPr>
              <a:defRPr lang="en-GB" sz="1400"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Tree>
    <p:extLst>
      <p:ext uri="{BB962C8B-B14F-4D97-AF65-F5344CB8AC3E}">
        <p14:creationId xmlns:p14="http://schemas.microsoft.com/office/powerpoint/2010/main" val="354036800"/>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Title Slide Logo C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276F6-E981-8407-5AD7-E85838815E5A}"/>
              </a:ext>
            </a:extLst>
          </p:cNvPr>
          <p:cNvSpPr>
            <a:spLocks noGrp="1"/>
          </p:cNvSpPr>
          <p:nvPr>
            <p:ph type="title"/>
          </p:nvPr>
        </p:nvSpPr>
        <p:spPr>
          <a:xfrm>
            <a:off x="2765723" y="1489457"/>
            <a:ext cx="6480175" cy="1677988"/>
          </a:xfrm>
          <a:prstGeom prst="rect">
            <a:avLst/>
          </a:prstGeom>
          <a:noFill/>
        </p:spPr>
        <p:txBody>
          <a:bodyPr anchor="b"/>
          <a:lstStyle>
            <a:lvl1pPr algn="ctr">
              <a:defRPr kumimoji="0" lang="en-PL" sz="5400" b="0" i="0" u="none" strike="noStrike" kern="1200" cap="none" spc="0" normalizeH="0" baseline="0" noProof="0" dirty="0">
                <a:ln>
                  <a:noFill/>
                </a:ln>
                <a:solidFill>
                  <a:schemeClr val="bg1"/>
                </a:solidFill>
                <a:effectLst/>
                <a:uLnTx/>
                <a:uFillTx/>
                <a:latin typeface="+mn-lt"/>
                <a:ea typeface="+mj-ea"/>
                <a:cs typeface="+mj-cs"/>
              </a:defRPr>
            </a:lvl1pPr>
          </a:lstStyle>
          <a:p>
            <a:r>
              <a:rPr lang="en-US"/>
              <a:t>Click to edit Master title style</a:t>
            </a:r>
            <a:endParaRPr lang="en-PL"/>
          </a:p>
        </p:txBody>
      </p:sp>
      <p:sp>
        <p:nvSpPr>
          <p:cNvPr id="4" name="Text Placeholder 3">
            <a:extLst>
              <a:ext uri="{FF2B5EF4-FFF2-40B4-BE49-F238E27FC236}">
                <a16:creationId xmlns:a16="http://schemas.microsoft.com/office/drawing/2014/main" id="{710D5C00-226E-1369-C48F-FBB9D0A2D267}"/>
              </a:ext>
            </a:extLst>
          </p:cNvPr>
          <p:cNvSpPr>
            <a:spLocks noGrp="1"/>
          </p:cNvSpPr>
          <p:nvPr>
            <p:ph type="body" sz="quarter" idx="10" hasCustomPrompt="1"/>
          </p:nvPr>
        </p:nvSpPr>
        <p:spPr>
          <a:xfrm>
            <a:off x="2764136" y="3167445"/>
            <a:ext cx="6478587" cy="348286"/>
          </a:xfrm>
          <a:prstGeom prst="rect">
            <a:avLst/>
          </a:prstGeom>
        </p:spPr>
        <p:txBody>
          <a:bodyPr/>
          <a:lstStyle>
            <a:lvl1pPr algn="ctr">
              <a:defRPr lang="en-GB" sz="2000" kern="1200" dirty="0" smtClean="0">
                <a:solidFill>
                  <a:schemeClr val="bg1"/>
                </a:solidFill>
                <a:latin typeface="Ubuntu Light" panose="020B0304030602030204" pitchFamily="34" charset="0"/>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
        <p:nvSpPr>
          <p:cNvPr id="6" name="Text Placeholder 3">
            <a:extLst>
              <a:ext uri="{FF2B5EF4-FFF2-40B4-BE49-F238E27FC236}">
                <a16:creationId xmlns:a16="http://schemas.microsoft.com/office/drawing/2014/main" id="{141DE9FA-300D-BBCE-A5BC-ECE60B3F1F61}"/>
              </a:ext>
            </a:extLst>
          </p:cNvPr>
          <p:cNvSpPr>
            <a:spLocks noGrp="1"/>
          </p:cNvSpPr>
          <p:nvPr>
            <p:ph type="body" sz="quarter" idx="11" hasCustomPrompt="1"/>
          </p:nvPr>
        </p:nvSpPr>
        <p:spPr>
          <a:xfrm>
            <a:off x="2763761" y="3709694"/>
            <a:ext cx="6479535" cy="253029"/>
          </a:xfrm>
          <a:prstGeom prst="rect">
            <a:avLst/>
          </a:prstGeom>
        </p:spPr>
        <p:txBody>
          <a:bodyPr/>
          <a:lstStyle>
            <a:lvl1pPr algn="ctr">
              <a:defRPr lang="en-GB" sz="1400" kern="1200" dirty="0" smtClean="0">
                <a:solidFill>
                  <a:schemeClr val="bg1"/>
                </a:solidFill>
                <a:latin typeface="Ubuntu Light" panose="020B0304030602030204" pitchFamily="34" charset="0"/>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grpSp>
        <p:nvGrpSpPr>
          <p:cNvPr id="3" name="Group 2">
            <a:extLst>
              <a:ext uri="{FF2B5EF4-FFF2-40B4-BE49-F238E27FC236}">
                <a16:creationId xmlns:a16="http://schemas.microsoft.com/office/drawing/2014/main" id="{29019898-C562-0E25-C4F3-334360D03193}"/>
              </a:ext>
            </a:extLst>
          </p:cNvPr>
          <p:cNvGrpSpPr>
            <a:grpSpLocks noChangeAspect="1"/>
          </p:cNvGrpSpPr>
          <p:nvPr userDrawn="1"/>
        </p:nvGrpSpPr>
        <p:grpSpPr>
          <a:xfrm>
            <a:off x="-175885" y="4642089"/>
            <a:ext cx="12564529" cy="2824804"/>
            <a:chOff x="5094083" y="5360390"/>
            <a:chExt cx="3039349" cy="683316"/>
          </a:xfrm>
          <a:solidFill>
            <a:schemeClr val="accent1"/>
          </a:solidFill>
        </p:grpSpPr>
        <p:sp>
          <p:nvSpPr>
            <p:cNvPr id="7" name="Freeform: Shape 4">
              <a:extLst>
                <a:ext uri="{FF2B5EF4-FFF2-40B4-BE49-F238E27FC236}">
                  <a16:creationId xmlns:a16="http://schemas.microsoft.com/office/drawing/2014/main" id="{F8CB933C-09AA-8C71-2E78-1561B27414F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8" name="Freeform: Shape 5">
              <a:extLst>
                <a:ext uri="{FF2B5EF4-FFF2-40B4-BE49-F238E27FC236}">
                  <a16:creationId xmlns:a16="http://schemas.microsoft.com/office/drawing/2014/main" id="{99E6D307-271F-C8DB-706F-FE50815F9A3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9" name="Freeform: Shape 6">
              <a:extLst>
                <a:ext uri="{FF2B5EF4-FFF2-40B4-BE49-F238E27FC236}">
                  <a16:creationId xmlns:a16="http://schemas.microsoft.com/office/drawing/2014/main" id="{C39B46B1-97A6-4B30-142D-E2A1330E057D}"/>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10" name="Freeform: Shape 7">
              <a:extLst>
                <a:ext uri="{FF2B5EF4-FFF2-40B4-BE49-F238E27FC236}">
                  <a16:creationId xmlns:a16="http://schemas.microsoft.com/office/drawing/2014/main" id="{9BFEC525-2C7E-E980-B007-932804D5D51E}"/>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11" name="Freeform: Shape 8">
              <a:extLst>
                <a:ext uri="{FF2B5EF4-FFF2-40B4-BE49-F238E27FC236}">
                  <a16:creationId xmlns:a16="http://schemas.microsoft.com/office/drawing/2014/main" id="{4A1347D2-8F0A-9DF0-EE43-F2AA0C1B4213}"/>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grpSp>
      <p:sp>
        <p:nvSpPr>
          <p:cNvPr id="12" name="Rectangle 11">
            <a:extLst>
              <a:ext uri="{FF2B5EF4-FFF2-40B4-BE49-F238E27FC236}">
                <a16:creationId xmlns:a16="http://schemas.microsoft.com/office/drawing/2014/main" id="{AEB98D74-27E3-F044-4F08-EF3F7C226178}"/>
              </a:ext>
            </a:extLst>
          </p:cNvPr>
          <p:cNvSpPr/>
          <p:nvPr userDrawn="1"/>
        </p:nvSpPr>
        <p:spPr>
          <a:xfrm>
            <a:off x="-902128" y="2536529"/>
            <a:ext cx="4660490"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16" name="Rectangle 15">
            <a:extLst>
              <a:ext uri="{FF2B5EF4-FFF2-40B4-BE49-F238E27FC236}">
                <a16:creationId xmlns:a16="http://schemas.microsoft.com/office/drawing/2014/main" id="{B977B1B2-8ECC-4719-803F-E7EBCFD4BEF8}"/>
              </a:ext>
            </a:extLst>
          </p:cNvPr>
          <p:cNvSpPr/>
          <p:nvPr userDrawn="1"/>
        </p:nvSpPr>
        <p:spPr>
          <a:xfrm>
            <a:off x="7696229" y="3673621"/>
            <a:ext cx="4660490"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Tree>
    <p:extLst>
      <p:ext uri="{BB962C8B-B14F-4D97-AF65-F5344CB8AC3E}">
        <p14:creationId xmlns:p14="http://schemas.microsoft.com/office/powerpoint/2010/main" val="1846295546"/>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Title Slide 2">
    <p:spTree>
      <p:nvGrpSpPr>
        <p:cNvPr id="1" name=""/>
        <p:cNvGrpSpPr/>
        <p:nvPr/>
      </p:nvGrpSpPr>
      <p:grpSpPr>
        <a:xfrm>
          <a:off x="0" y="0"/>
          <a:ext cx="0" cy="0"/>
          <a:chOff x="0" y="0"/>
          <a:chExt cx="0" cy="0"/>
        </a:xfrm>
      </p:grpSpPr>
      <p:sp>
        <p:nvSpPr>
          <p:cNvPr id="31" name="Picture Placeholder 10">
            <a:extLst>
              <a:ext uri="{FF2B5EF4-FFF2-40B4-BE49-F238E27FC236}">
                <a16:creationId xmlns:a16="http://schemas.microsoft.com/office/drawing/2014/main" id="{CC88A17A-2665-CB64-B35D-1CDAB893EA72}"/>
              </a:ext>
            </a:extLst>
          </p:cNvPr>
          <p:cNvSpPr>
            <a:spLocks noGrp="1"/>
          </p:cNvSpPr>
          <p:nvPr>
            <p:ph type="pic" sz="quarter" idx="13" hasCustomPrompt="1"/>
          </p:nvPr>
        </p:nvSpPr>
        <p:spPr>
          <a:xfrm>
            <a:off x="-1" y="180000"/>
            <a:ext cx="12192001" cy="667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grpSp>
        <p:nvGrpSpPr>
          <p:cNvPr id="14" name="Group 2">
            <a:extLst>
              <a:ext uri="{FF2B5EF4-FFF2-40B4-BE49-F238E27FC236}">
                <a16:creationId xmlns:a16="http://schemas.microsoft.com/office/drawing/2014/main" id="{5570D5EE-65A7-6ED8-B779-4B18D3F9B40F}"/>
              </a:ext>
            </a:extLst>
          </p:cNvPr>
          <p:cNvGrpSpPr>
            <a:grpSpLocks noChangeAspect="1"/>
          </p:cNvGrpSpPr>
          <p:nvPr userDrawn="1"/>
        </p:nvGrpSpPr>
        <p:grpSpPr>
          <a:xfrm>
            <a:off x="9912013" y="6122117"/>
            <a:ext cx="1872000" cy="420870"/>
            <a:chOff x="5094083" y="5360390"/>
            <a:chExt cx="3039349" cy="683316"/>
          </a:xfrm>
          <a:solidFill>
            <a:schemeClr val="accent1"/>
          </a:solidFill>
        </p:grpSpPr>
        <p:sp>
          <p:nvSpPr>
            <p:cNvPr id="15" name="Freeform: Shape 4">
              <a:extLst>
                <a:ext uri="{FF2B5EF4-FFF2-40B4-BE49-F238E27FC236}">
                  <a16:creationId xmlns:a16="http://schemas.microsoft.com/office/drawing/2014/main" id="{D58972C2-A9F5-BC83-6D8B-F2551227EF02}"/>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16" name="Freeform: Shape 5">
              <a:extLst>
                <a:ext uri="{FF2B5EF4-FFF2-40B4-BE49-F238E27FC236}">
                  <a16:creationId xmlns:a16="http://schemas.microsoft.com/office/drawing/2014/main" id="{F1185E33-8F53-63CA-354E-8F831E6BCFB7}"/>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18" name="Freeform: Shape 6">
              <a:extLst>
                <a:ext uri="{FF2B5EF4-FFF2-40B4-BE49-F238E27FC236}">
                  <a16:creationId xmlns:a16="http://schemas.microsoft.com/office/drawing/2014/main" id="{CDD16A12-A8F2-58EF-09CC-13E3376F38BF}"/>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20" name="Freeform: Shape 7">
              <a:extLst>
                <a:ext uri="{FF2B5EF4-FFF2-40B4-BE49-F238E27FC236}">
                  <a16:creationId xmlns:a16="http://schemas.microsoft.com/office/drawing/2014/main" id="{8F3DB536-4854-A063-FC86-800CFAAD2478}"/>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21" name="Freeform: Shape 8">
              <a:extLst>
                <a:ext uri="{FF2B5EF4-FFF2-40B4-BE49-F238E27FC236}">
                  <a16:creationId xmlns:a16="http://schemas.microsoft.com/office/drawing/2014/main" id="{BF1BB4C2-2CFF-9555-916D-B08189B1ED72}"/>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32" name="Title 31">
            <a:extLst>
              <a:ext uri="{FF2B5EF4-FFF2-40B4-BE49-F238E27FC236}">
                <a16:creationId xmlns:a16="http://schemas.microsoft.com/office/drawing/2014/main" id="{E3492C82-376C-10C5-B46C-67C15004D611}"/>
              </a:ext>
            </a:extLst>
          </p:cNvPr>
          <p:cNvSpPr>
            <a:spLocks noGrp="1"/>
          </p:cNvSpPr>
          <p:nvPr>
            <p:ph type="title"/>
          </p:nvPr>
        </p:nvSpPr>
        <p:spPr>
          <a:xfrm>
            <a:off x="551384" y="1628775"/>
            <a:ext cx="6578080" cy="3589714"/>
          </a:xfrm>
          <a:prstGeom prst="rect">
            <a:avLst/>
          </a:prstGeom>
        </p:spPr>
        <p:txBody>
          <a:bodyPr anchor="b"/>
          <a:lstStyle>
            <a:lvl1pPr>
              <a:defRPr sz="5400"/>
            </a:lvl1pPr>
          </a:lstStyle>
          <a:p>
            <a:r>
              <a:rPr lang="en-US"/>
              <a:t>Click to edit Master title style</a:t>
            </a:r>
            <a:endParaRPr lang="en-PL"/>
          </a:p>
        </p:txBody>
      </p:sp>
      <p:sp>
        <p:nvSpPr>
          <p:cNvPr id="34" name="Text Placeholder 33">
            <a:extLst>
              <a:ext uri="{FF2B5EF4-FFF2-40B4-BE49-F238E27FC236}">
                <a16:creationId xmlns:a16="http://schemas.microsoft.com/office/drawing/2014/main" id="{D09EA9EC-658D-5DAE-6157-50A4AA284434}"/>
              </a:ext>
            </a:extLst>
          </p:cNvPr>
          <p:cNvSpPr>
            <a:spLocks noGrp="1"/>
          </p:cNvSpPr>
          <p:nvPr>
            <p:ph type="body" sz="quarter" idx="14"/>
          </p:nvPr>
        </p:nvSpPr>
        <p:spPr>
          <a:xfrm>
            <a:off x="549275" y="5251824"/>
            <a:ext cx="6578080" cy="659722"/>
          </a:xfrm>
          <a:prstGeom prst="rect">
            <a:avLst/>
          </a:prstGeom>
        </p:spPr>
        <p:txBody>
          <a:bodyPr/>
          <a:lstStyle/>
          <a:p>
            <a:pPr lvl="0"/>
            <a:r>
              <a:rPr lang="en-US"/>
              <a:t>Click to edit Master text styles</a:t>
            </a:r>
          </a:p>
        </p:txBody>
      </p:sp>
      <p:sp>
        <p:nvSpPr>
          <p:cNvPr id="3" name="Rectangle 2">
            <a:extLst>
              <a:ext uri="{FF2B5EF4-FFF2-40B4-BE49-F238E27FC236}">
                <a16:creationId xmlns:a16="http://schemas.microsoft.com/office/drawing/2014/main" id="{9E9DF3E1-890B-0648-08D7-23F6A17377B7}"/>
              </a:ext>
            </a:extLst>
          </p:cNvPr>
          <p:cNvSpPr/>
          <p:nvPr userDrawn="1"/>
        </p:nvSpPr>
        <p:spPr>
          <a:xfrm>
            <a:off x="-2" y="0"/>
            <a:ext cx="12192000"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4" name="Text Placeholder 33">
            <a:extLst>
              <a:ext uri="{FF2B5EF4-FFF2-40B4-BE49-F238E27FC236}">
                <a16:creationId xmlns:a16="http://schemas.microsoft.com/office/drawing/2014/main" id="{277C0A79-DE12-2C81-D632-2FB7FA13208C}"/>
              </a:ext>
            </a:extLst>
          </p:cNvPr>
          <p:cNvSpPr>
            <a:spLocks noGrp="1"/>
          </p:cNvSpPr>
          <p:nvPr>
            <p:ph type="body" sz="quarter" idx="15"/>
          </p:nvPr>
        </p:nvSpPr>
        <p:spPr>
          <a:xfrm>
            <a:off x="549275" y="5910502"/>
            <a:ext cx="6578080" cy="659722"/>
          </a:xfrm>
          <a:prstGeom prst="rect">
            <a:avLst/>
          </a:prstGeom>
        </p:spPr>
        <p:txBody>
          <a:bodyPr/>
          <a:lstStyle/>
          <a:p>
            <a:pPr lvl="0"/>
            <a:r>
              <a:rPr lang="en-US"/>
              <a:t>Click to edit Master text styles</a:t>
            </a:r>
          </a:p>
        </p:txBody>
      </p:sp>
    </p:spTree>
    <p:extLst>
      <p:ext uri="{BB962C8B-B14F-4D97-AF65-F5344CB8AC3E}">
        <p14:creationId xmlns:p14="http://schemas.microsoft.com/office/powerpoint/2010/main" val="1219737463"/>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Title Slide Message lef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710D5C00-226E-1369-C48F-FBB9D0A2D267}"/>
              </a:ext>
            </a:extLst>
          </p:cNvPr>
          <p:cNvSpPr>
            <a:spLocks noGrp="1"/>
          </p:cNvSpPr>
          <p:nvPr>
            <p:ph type="body" sz="quarter" idx="10" hasCustomPrompt="1"/>
          </p:nvPr>
        </p:nvSpPr>
        <p:spPr>
          <a:xfrm>
            <a:off x="7859991" y="4310970"/>
            <a:ext cx="3776998" cy="844776"/>
          </a:xfrm>
          <a:prstGeom prst="rect">
            <a:avLst/>
          </a:prstGeom>
        </p:spPr>
        <p:txBody>
          <a:bodyPr/>
          <a:lstStyle>
            <a:lvl1pPr algn="l">
              <a:defRPr lang="en-GB" sz="2000"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
        <p:nvSpPr>
          <p:cNvPr id="6" name="Text Placeholder 3">
            <a:extLst>
              <a:ext uri="{FF2B5EF4-FFF2-40B4-BE49-F238E27FC236}">
                <a16:creationId xmlns:a16="http://schemas.microsoft.com/office/drawing/2014/main" id="{141DE9FA-300D-BBCE-A5BC-ECE60B3F1F61}"/>
              </a:ext>
            </a:extLst>
          </p:cNvPr>
          <p:cNvSpPr>
            <a:spLocks noGrp="1"/>
          </p:cNvSpPr>
          <p:nvPr>
            <p:ph type="body" sz="quarter" idx="11" hasCustomPrompt="1"/>
          </p:nvPr>
        </p:nvSpPr>
        <p:spPr>
          <a:xfrm>
            <a:off x="7859991" y="5787865"/>
            <a:ext cx="3776998" cy="546064"/>
          </a:xfrm>
          <a:prstGeom prst="rect">
            <a:avLst/>
          </a:prstGeom>
        </p:spPr>
        <p:txBody>
          <a:bodyPr/>
          <a:lstStyle>
            <a:lvl1pPr algn="l">
              <a:defRPr lang="en-GB" sz="1400"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grpSp>
        <p:nvGrpSpPr>
          <p:cNvPr id="5" name="Group 2">
            <a:extLst>
              <a:ext uri="{FF2B5EF4-FFF2-40B4-BE49-F238E27FC236}">
                <a16:creationId xmlns:a16="http://schemas.microsoft.com/office/drawing/2014/main" id="{97C43731-60F1-A1BC-E630-11D1BE6DDE01}"/>
              </a:ext>
            </a:extLst>
          </p:cNvPr>
          <p:cNvGrpSpPr>
            <a:grpSpLocks noChangeAspect="1"/>
          </p:cNvGrpSpPr>
          <p:nvPr userDrawn="1"/>
        </p:nvGrpSpPr>
        <p:grpSpPr>
          <a:xfrm>
            <a:off x="368802" y="6162345"/>
            <a:ext cx="1872000" cy="420870"/>
            <a:chOff x="5094083" y="5360390"/>
            <a:chExt cx="3039349" cy="683316"/>
          </a:xfrm>
          <a:solidFill>
            <a:schemeClr val="bg2"/>
          </a:solidFill>
        </p:grpSpPr>
        <p:sp>
          <p:nvSpPr>
            <p:cNvPr id="13" name="Freeform: Shape 4">
              <a:extLst>
                <a:ext uri="{FF2B5EF4-FFF2-40B4-BE49-F238E27FC236}">
                  <a16:creationId xmlns:a16="http://schemas.microsoft.com/office/drawing/2014/main" id="{E46A43A4-DCDF-7C78-DDEA-21BACBE7C71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6F6F6"/>
                </a:solidFill>
                <a:effectLst/>
                <a:uLnTx/>
                <a:uFillTx/>
                <a:latin typeface="Ubuntu"/>
                <a:ea typeface="+mn-ea"/>
                <a:cs typeface="+mn-cs"/>
              </a:endParaRPr>
            </a:p>
          </p:txBody>
        </p:sp>
        <p:sp>
          <p:nvSpPr>
            <p:cNvPr id="14" name="Freeform: Shape 5">
              <a:extLst>
                <a:ext uri="{FF2B5EF4-FFF2-40B4-BE49-F238E27FC236}">
                  <a16:creationId xmlns:a16="http://schemas.microsoft.com/office/drawing/2014/main" id="{D4834A30-F65C-87DF-9AD8-668233946F32}"/>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6F6F6"/>
                </a:solidFill>
                <a:effectLst/>
                <a:uLnTx/>
                <a:uFillTx/>
                <a:latin typeface="Ubuntu"/>
                <a:ea typeface="+mn-ea"/>
                <a:cs typeface="+mn-cs"/>
              </a:endParaRPr>
            </a:p>
          </p:txBody>
        </p:sp>
        <p:sp>
          <p:nvSpPr>
            <p:cNvPr id="15" name="Freeform: Shape 6">
              <a:extLst>
                <a:ext uri="{FF2B5EF4-FFF2-40B4-BE49-F238E27FC236}">
                  <a16:creationId xmlns:a16="http://schemas.microsoft.com/office/drawing/2014/main" id="{97CAB39C-AC38-78BE-6460-1AC31467E31A}"/>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6F6F6"/>
                </a:solidFill>
                <a:effectLst/>
                <a:uLnTx/>
                <a:uFillTx/>
                <a:latin typeface="Ubuntu"/>
                <a:ea typeface="+mn-ea"/>
                <a:cs typeface="+mn-cs"/>
              </a:endParaRPr>
            </a:p>
          </p:txBody>
        </p:sp>
        <p:sp>
          <p:nvSpPr>
            <p:cNvPr id="17" name="Freeform: Shape 7">
              <a:extLst>
                <a:ext uri="{FF2B5EF4-FFF2-40B4-BE49-F238E27FC236}">
                  <a16:creationId xmlns:a16="http://schemas.microsoft.com/office/drawing/2014/main" id="{D6E94E64-5DBF-0D94-8FC8-EDC1F82C3D7C}"/>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6F6F6"/>
                </a:solidFill>
                <a:effectLst/>
                <a:uLnTx/>
                <a:uFillTx/>
                <a:latin typeface="Ubuntu"/>
                <a:ea typeface="+mn-ea"/>
                <a:cs typeface="+mn-cs"/>
              </a:endParaRPr>
            </a:p>
          </p:txBody>
        </p:sp>
        <p:sp>
          <p:nvSpPr>
            <p:cNvPr id="18" name="Freeform: Shape 8">
              <a:extLst>
                <a:ext uri="{FF2B5EF4-FFF2-40B4-BE49-F238E27FC236}">
                  <a16:creationId xmlns:a16="http://schemas.microsoft.com/office/drawing/2014/main" id="{C730C3C9-943E-DF05-5213-9E27CF02B89F}"/>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6F6F6"/>
                </a:solidFill>
                <a:effectLst/>
                <a:uLnTx/>
                <a:uFillTx/>
                <a:latin typeface="Ubuntu"/>
                <a:ea typeface="+mn-ea"/>
                <a:cs typeface="+mn-cs"/>
              </a:endParaRPr>
            </a:p>
          </p:txBody>
        </p:sp>
      </p:grpSp>
      <p:sp>
        <p:nvSpPr>
          <p:cNvPr id="19" name="Rectangle 18">
            <a:extLst>
              <a:ext uri="{FF2B5EF4-FFF2-40B4-BE49-F238E27FC236}">
                <a16:creationId xmlns:a16="http://schemas.microsoft.com/office/drawing/2014/main" id="{F4AB31BA-122A-A70B-066B-977B193EC8FA}"/>
              </a:ext>
            </a:extLst>
          </p:cNvPr>
          <p:cNvSpPr/>
          <p:nvPr userDrawn="1"/>
        </p:nvSpPr>
        <p:spPr>
          <a:xfrm>
            <a:off x="4124632" y="5155746"/>
            <a:ext cx="8067368"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20" name="Title 19">
            <a:extLst>
              <a:ext uri="{FF2B5EF4-FFF2-40B4-BE49-F238E27FC236}">
                <a16:creationId xmlns:a16="http://schemas.microsoft.com/office/drawing/2014/main" id="{B21B0F02-FE4C-511F-A62B-12E2BACE6D5B}"/>
              </a:ext>
            </a:extLst>
          </p:cNvPr>
          <p:cNvSpPr>
            <a:spLocks noGrp="1"/>
          </p:cNvSpPr>
          <p:nvPr>
            <p:ph type="title" hasCustomPrompt="1"/>
          </p:nvPr>
        </p:nvSpPr>
        <p:spPr>
          <a:xfrm>
            <a:off x="-176980" y="-171399"/>
            <a:ext cx="7713140" cy="6199078"/>
          </a:xfrm>
          <a:prstGeom prst="rect">
            <a:avLst/>
          </a:prstGeom>
        </p:spPr>
        <p:txBody>
          <a:bodyPr/>
          <a:lstStyle>
            <a:lvl1pPr>
              <a:lnSpc>
                <a:spcPct val="75000"/>
              </a:lnSpc>
              <a:defRPr sz="17200">
                <a:solidFill>
                  <a:schemeClr val="accent2"/>
                </a:solidFill>
                <a:latin typeface="Ubuntu Light" panose="020B0304030602030204" pitchFamily="34" charset="0"/>
              </a:defRPr>
            </a:lvl1pPr>
          </a:lstStyle>
          <a:p>
            <a:r>
              <a:rPr lang="en-US"/>
              <a:t>Master title style</a:t>
            </a:r>
          </a:p>
        </p:txBody>
      </p:sp>
    </p:spTree>
    <p:extLst>
      <p:ext uri="{BB962C8B-B14F-4D97-AF65-F5344CB8AC3E}">
        <p14:creationId xmlns:p14="http://schemas.microsoft.com/office/powerpoint/2010/main" val="4102010550"/>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Title Slide 3">
    <p:spTree>
      <p:nvGrpSpPr>
        <p:cNvPr id="1" name=""/>
        <p:cNvGrpSpPr/>
        <p:nvPr/>
      </p:nvGrpSpPr>
      <p:grpSpPr>
        <a:xfrm>
          <a:off x="0" y="0"/>
          <a:ext cx="0" cy="0"/>
          <a:chOff x="0" y="0"/>
          <a:chExt cx="0" cy="0"/>
        </a:xfrm>
      </p:grpSpPr>
      <p:sp>
        <p:nvSpPr>
          <p:cNvPr id="32" name="Picture Placeholder 10">
            <a:extLst>
              <a:ext uri="{FF2B5EF4-FFF2-40B4-BE49-F238E27FC236}">
                <a16:creationId xmlns:a16="http://schemas.microsoft.com/office/drawing/2014/main" id="{3ACE82B0-62A7-4716-0770-25177C6C2523}"/>
              </a:ext>
            </a:extLst>
          </p:cNvPr>
          <p:cNvSpPr>
            <a:spLocks noGrp="1"/>
          </p:cNvSpPr>
          <p:nvPr>
            <p:ph type="pic" sz="quarter" idx="13" hasCustomPrompt="1"/>
          </p:nvPr>
        </p:nvSpPr>
        <p:spPr>
          <a:xfrm>
            <a:off x="180001" y="0"/>
            <a:ext cx="12011999"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grpSp>
        <p:nvGrpSpPr>
          <p:cNvPr id="33" name="Group 2">
            <a:extLst>
              <a:ext uri="{FF2B5EF4-FFF2-40B4-BE49-F238E27FC236}">
                <a16:creationId xmlns:a16="http://schemas.microsoft.com/office/drawing/2014/main" id="{8F46E283-C322-4D6F-0C87-E9B5787BEF80}"/>
              </a:ext>
            </a:extLst>
          </p:cNvPr>
          <p:cNvGrpSpPr>
            <a:grpSpLocks noChangeAspect="1"/>
          </p:cNvGrpSpPr>
          <p:nvPr userDrawn="1"/>
        </p:nvGrpSpPr>
        <p:grpSpPr>
          <a:xfrm>
            <a:off x="9912013" y="6122117"/>
            <a:ext cx="1872000" cy="420870"/>
            <a:chOff x="5094083" y="5360390"/>
            <a:chExt cx="3039349" cy="683316"/>
          </a:xfrm>
          <a:solidFill>
            <a:schemeClr val="accent1"/>
          </a:solidFill>
        </p:grpSpPr>
        <p:sp>
          <p:nvSpPr>
            <p:cNvPr id="34" name="Freeform: Shape 4">
              <a:extLst>
                <a:ext uri="{FF2B5EF4-FFF2-40B4-BE49-F238E27FC236}">
                  <a16:creationId xmlns:a16="http://schemas.microsoft.com/office/drawing/2014/main" id="{E7C6E56A-237E-269F-8948-94D8630922C0}"/>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35" name="Freeform: Shape 5">
              <a:extLst>
                <a:ext uri="{FF2B5EF4-FFF2-40B4-BE49-F238E27FC236}">
                  <a16:creationId xmlns:a16="http://schemas.microsoft.com/office/drawing/2014/main" id="{69EF9104-8430-F98A-7A15-FE04244E2D36}"/>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36" name="Freeform: Shape 6">
              <a:extLst>
                <a:ext uri="{FF2B5EF4-FFF2-40B4-BE49-F238E27FC236}">
                  <a16:creationId xmlns:a16="http://schemas.microsoft.com/office/drawing/2014/main" id="{0398A75A-EE7F-6840-B64B-CD550ECF76E3}"/>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37" name="Freeform: Shape 7">
              <a:extLst>
                <a:ext uri="{FF2B5EF4-FFF2-40B4-BE49-F238E27FC236}">
                  <a16:creationId xmlns:a16="http://schemas.microsoft.com/office/drawing/2014/main" id="{3586F6A8-69A4-9382-D0C9-7CA34851C34A}"/>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38" name="Freeform: Shape 8">
              <a:extLst>
                <a:ext uri="{FF2B5EF4-FFF2-40B4-BE49-F238E27FC236}">
                  <a16:creationId xmlns:a16="http://schemas.microsoft.com/office/drawing/2014/main" id="{3814A5D2-6C0A-D1F0-266D-7ECB31C3E8E6}"/>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39" name="Title 31">
            <a:extLst>
              <a:ext uri="{FF2B5EF4-FFF2-40B4-BE49-F238E27FC236}">
                <a16:creationId xmlns:a16="http://schemas.microsoft.com/office/drawing/2014/main" id="{F322BC76-B62D-13E1-DFD4-1C84E6221D02}"/>
              </a:ext>
            </a:extLst>
          </p:cNvPr>
          <p:cNvSpPr>
            <a:spLocks noGrp="1"/>
          </p:cNvSpPr>
          <p:nvPr>
            <p:ph type="title"/>
          </p:nvPr>
        </p:nvSpPr>
        <p:spPr>
          <a:xfrm>
            <a:off x="1214394" y="1628775"/>
            <a:ext cx="6578080" cy="3335273"/>
          </a:xfrm>
          <a:prstGeom prst="rect">
            <a:avLst/>
          </a:prstGeom>
        </p:spPr>
        <p:txBody>
          <a:bodyPr anchor="b"/>
          <a:lstStyle>
            <a:lvl1pPr>
              <a:lnSpc>
                <a:spcPct val="90000"/>
              </a:lnSpc>
              <a:defRPr sz="7200">
                <a:latin typeface="Ubuntu Light" panose="020B0304030602030204" pitchFamily="34" charset="0"/>
              </a:defRPr>
            </a:lvl1pPr>
          </a:lstStyle>
          <a:p>
            <a:r>
              <a:rPr lang="en-US"/>
              <a:t>Click to edit Master title style</a:t>
            </a:r>
            <a:endParaRPr lang="en-PL"/>
          </a:p>
        </p:txBody>
      </p:sp>
      <p:sp>
        <p:nvSpPr>
          <p:cNvPr id="40" name="Text Placeholder 33">
            <a:extLst>
              <a:ext uri="{FF2B5EF4-FFF2-40B4-BE49-F238E27FC236}">
                <a16:creationId xmlns:a16="http://schemas.microsoft.com/office/drawing/2014/main" id="{CA8F7439-A11A-B37F-8E7F-1541F8C360C4}"/>
              </a:ext>
            </a:extLst>
          </p:cNvPr>
          <p:cNvSpPr>
            <a:spLocks noGrp="1"/>
          </p:cNvSpPr>
          <p:nvPr>
            <p:ph type="body" sz="quarter" idx="14"/>
          </p:nvPr>
        </p:nvSpPr>
        <p:spPr>
          <a:xfrm>
            <a:off x="1212285" y="5251824"/>
            <a:ext cx="6578080" cy="659722"/>
          </a:xfrm>
          <a:prstGeom prst="rect">
            <a:avLst/>
          </a:prstGeom>
        </p:spPr>
        <p:txBody>
          <a:bodyPr/>
          <a:lstStyle>
            <a:lvl1pPr>
              <a:defRPr sz="2000" b="0"/>
            </a:lvl1pPr>
          </a:lstStyle>
          <a:p>
            <a:pPr lvl="0"/>
            <a:r>
              <a:rPr lang="en-US"/>
              <a:t>Click to edit Master text styles</a:t>
            </a:r>
          </a:p>
        </p:txBody>
      </p:sp>
      <p:sp>
        <p:nvSpPr>
          <p:cNvPr id="3" name="Rectangle 2">
            <a:extLst>
              <a:ext uri="{FF2B5EF4-FFF2-40B4-BE49-F238E27FC236}">
                <a16:creationId xmlns:a16="http://schemas.microsoft.com/office/drawing/2014/main" id="{731224E1-CA4F-0875-C5F0-35D33EADD2EB}"/>
              </a:ext>
            </a:extLst>
          </p:cNvPr>
          <p:cNvSpPr/>
          <p:nvPr userDrawn="1"/>
        </p:nvSpPr>
        <p:spPr>
          <a:xfrm rot="16200000">
            <a:off x="-3338999"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4" name="Text Placeholder 33">
            <a:extLst>
              <a:ext uri="{FF2B5EF4-FFF2-40B4-BE49-F238E27FC236}">
                <a16:creationId xmlns:a16="http://schemas.microsoft.com/office/drawing/2014/main" id="{F38081E3-C84E-8E42-A77A-A602E5F45BEC}"/>
              </a:ext>
            </a:extLst>
          </p:cNvPr>
          <p:cNvSpPr>
            <a:spLocks noGrp="1"/>
          </p:cNvSpPr>
          <p:nvPr>
            <p:ph type="body" sz="quarter" idx="15"/>
          </p:nvPr>
        </p:nvSpPr>
        <p:spPr>
          <a:xfrm>
            <a:off x="1212285" y="5910502"/>
            <a:ext cx="6578080" cy="659722"/>
          </a:xfrm>
          <a:prstGeom prst="rect">
            <a:avLst/>
          </a:prstGeom>
        </p:spPr>
        <p:txBody>
          <a:bodyPr/>
          <a:lstStyle/>
          <a:p>
            <a:pPr lvl="0"/>
            <a:r>
              <a:rPr lang="en-US"/>
              <a:t>Click to edit Master text styles</a:t>
            </a:r>
          </a:p>
        </p:txBody>
      </p:sp>
    </p:spTree>
    <p:extLst>
      <p:ext uri="{BB962C8B-B14F-4D97-AF65-F5344CB8AC3E}">
        <p14:creationId xmlns:p14="http://schemas.microsoft.com/office/powerpoint/2010/main" val="3072060654"/>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Title Slide 4">
    <p:spTree>
      <p:nvGrpSpPr>
        <p:cNvPr id="1" name=""/>
        <p:cNvGrpSpPr/>
        <p:nvPr/>
      </p:nvGrpSpPr>
      <p:grpSpPr>
        <a:xfrm>
          <a:off x="0" y="0"/>
          <a:ext cx="0" cy="0"/>
          <a:chOff x="0" y="0"/>
          <a:chExt cx="0" cy="0"/>
        </a:xfrm>
      </p:grpSpPr>
      <p:sp>
        <p:nvSpPr>
          <p:cNvPr id="43" name="Picture Placeholder 10">
            <a:extLst>
              <a:ext uri="{FF2B5EF4-FFF2-40B4-BE49-F238E27FC236}">
                <a16:creationId xmlns:a16="http://schemas.microsoft.com/office/drawing/2014/main" id="{3C1B8D60-78D7-1E25-C623-7509C881E3E9}"/>
              </a:ext>
            </a:extLst>
          </p:cNvPr>
          <p:cNvSpPr>
            <a:spLocks noGrp="1"/>
          </p:cNvSpPr>
          <p:nvPr>
            <p:ph type="pic" sz="quarter" idx="14"/>
          </p:nvPr>
        </p:nvSpPr>
        <p:spPr>
          <a:xfrm>
            <a:off x="9460018" y="1"/>
            <a:ext cx="2731981" cy="3429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pPr marR="0" lvl="0" fontAlgn="auto">
              <a:spcAft>
                <a:spcPts val="0"/>
              </a:spcAft>
              <a:buClrTx/>
              <a:buSzTx/>
              <a:tabLst/>
            </a:pPr>
            <a:r>
              <a:rPr lang="en-US"/>
              <a:t>Click icon to add picture</a:t>
            </a:r>
          </a:p>
        </p:txBody>
      </p:sp>
      <p:sp>
        <p:nvSpPr>
          <p:cNvPr id="42" name="Picture Placeholder 10">
            <a:extLst>
              <a:ext uri="{FF2B5EF4-FFF2-40B4-BE49-F238E27FC236}">
                <a16:creationId xmlns:a16="http://schemas.microsoft.com/office/drawing/2014/main" id="{E8C91BDE-0FA3-B18C-5405-5DB502E0FBA3}"/>
              </a:ext>
            </a:extLst>
          </p:cNvPr>
          <p:cNvSpPr>
            <a:spLocks noGrp="1"/>
          </p:cNvSpPr>
          <p:nvPr>
            <p:ph type="pic" sz="quarter" idx="13" hasCustomPrompt="1"/>
          </p:nvPr>
        </p:nvSpPr>
        <p:spPr>
          <a:xfrm>
            <a:off x="0" y="0"/>
            <a:ext cx="9280018"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grpSp>
        <p:nvGrpSpPr>
          <p:cNvPr id="35" name="Group 2">
            <a:extLst>
              <a:ext uri="{FF2B5EF4-FFF2-40B4-BE49-F238E27FC236}">
                <a16:creationId xmlns:a16="http://schemas.microsoft.com/office/drawing/2014/main" id="{586CA03F-ED76-1D2D-90A8-504016961D55}"/>
              </a:ext>
            </a:extLst>
          </p:cNvPr>
          <p:cNvGrpSpPr>
            <a:grpSpLocks noChangeAspect="1"/>
          </p:cNvGrpSpPr>
          <p:nvPr userDrawn="1"/>
        </p:nvGrpSpPr>
        <p:grpSpPr>
          <a:xfrm>
            <a:off x="9912013" y="6122117"/>
            <a:ext cx="1872000" cy="420870"/>
            <a:chOff x="5094083" y="5360390"/>
            <a:chExt cx="3039349" cy="683316"/>
          </a:xfrm>
          <a:solidFill>
            <a:schemeClr val="bg1"/>
          </a:solidFill>
        </p:grpSpPr>
        <p:sp>
          <p:nvSpPr>
            <p:cNvPr id="36" name="Freeform: Shape 4">
              <a:extLst>
                <a:ext uri="{FF2B5EF4-FFF2-40B4-BE49-F238E27FC236}">
                  <a16:creationId xmlns:a16="http://schemas.microsoft.com/office/drawing/2014/main" id="{04CD9986-2686-D8E3-9192-8BEB77750D7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37" name="Freeform: Shape 5">
              <a:extLst>
                <a:ext uri="{FF2B5EF4-FFF2-40B4-BE49-F238E27FC236}">
                  <a16:creationId xmlns:a16="http://schemas.microsoft.com/office/drawing/2014/main" id="{7CD40094-AC2F-9457-AD3F-9AAA89E00C4A}"/>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38" name="Freeform: Shape 6">
              <a:extLst>
                <a:ext uri="{FF2B5EF4-FFF2-40B4-BE49-F238E27FC236}">
                  <a16:creationId xmlns:a16="http://schemas.microsoft.com/office/drawing/2014/main" id="{682D97D4-A5DA-2B1D-3407-13658458A52A}"/>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39" name="Freeform: Shape 7">
              <a:extLst>
                <a:ext uri="{FF2B5EF4-FFF2-40B4-BE49-F238E27FC236}">
                  <a16:creationId xmlns:a16="http://schemas.microsoft.com/office/drawing/2014/main" id="{FEBEF87B-7156-68DF-4D8A-E84D8A4F0EA2}"/>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40" name="Freeform: Shape 8">
              <a:extLst>
                <a:ext uri="{FF2B5EF4-FFF2-40B4-BE49-F238E27FC236}">
                  <a16:creationId xmlns:a16="http://schemas.microsoft.com/office/drawing/2014/main" id="{3A0B75AC-0F93-D7BF-2568-50E1CFEDF0CA}"/>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44" name="Title 31">
            <a:extLst>
              <a:ext uri="{FF2B5EF4-FFF2-40B4-BE49-F238E27FC236}">
                <a16:creationId xmlns:a16="http://schemas.microsoft.com/office/drawing/2014/main" id="{3551E8D5-6D03-58C4-2A78-E73615CBFD4C}"/>
              </a:ext>
            </a:extLst>
          </p:cNvPr>
          <p:cNvSpPr>
            <a:spLocks noGrp="1"/>
          </p:cNvSpPr>
          <p:nvPr>
            <p:ph type="title"/>
          </p:nvPr>
        </p:nvSpPr>
        <p:spPr>
          <a:xfrm>
            <a:off x="551384" y="1628775"/>
            <a:ext cx="6578080" cy="3589714"/>
          </a:xfrm>
          <a:prstGeom prst="rect">
            <a:avLst/>
          </a:prstGeom>
        </p:spPr>
        <p:txBody>
          <a:bodyPr anchor="b"/>
          <a:lstStyle>
            <a:lvl1pPr>
              <a:defRPr sz="5400">
                <a:solidFill>
                  <a:schemeClr val="bg1"/>
                </a:solidFill>
              </a:defRPr>
            </a:lvl1pPr>
          </a:lstStyle>
          <a:p>
            <a:r>
              <a:rPr lang="en-US"/>
              <a:t>Click to edit Master title style</a:t>
            </a:r>
            <a:endParaRPr lang="en-PL"/>
          </a:p>
        </p:txBody>
      </p:sp>
      <p:sp>
        <p:nvSpPr>
          <p:cNvPr id="45" name="Text Placeholder 33">
            <a:extLst>
              <a:ext uri="{FF2B5EF4-FFF2-40B4-BE49-F238E27FC236}">
                <a16:creationId xmlns:a16="http://schemas.microsoft.com/office/drawing/2014/main" id="{AE8BF6B9-54E0-50CF-ED1F-1556FC6C0905}"/>
              </a:ext>
            </a:extLst>
          </p:cNvPr>
          <p:cNvSpPr>
            <a:spLocks noGrp="1"/>
          </p:cNvSpPr>
          <p:nvPr>
            <p:ph type="body" sz="quarter" idx="15"/>
          </p:nvPr>
        </p:nvSpPr>
        <p:spPr>
          <a:xfrm>
            <a:off x="9912013" y="3893182"/>
            <a:ext cx="1872000" cy="1123397"/>
          </a:xfrm>
          <a:prstGeom prst="rect">
            <a:avLst/>
          </a:prstGeom>
        </p:spPr>
        <p:txBody>
          <a:bodyPr anchor="b">
            <a:noAutofit/>
          </a:bodyPr>
          <a:lstStyle>
            <a:lvl1pPr>
              <a:defRPr sz="2000"/>
            </a:lvl1pPr>
          </a:lstStyle>
          <a:p>
            <a:pPr lvl="0"/>
            <a:r>
              <a:rPr lang="en-US"/>
              <a:t>Click to edit Master text styles</a:t>
            </a:r>
          </a:p>
        </p:txBody>
      </p:sp>
      <p:sp>
        <p:nvSpPr>
          <p:cNvPr id="4" name="Rectangle 3">
            <a:extLst>
              <a:ext uri="{FF2B5EF4-FFF2-40B4-BE49-F238E27FC236}">
                <a16:creationId xmlns:a16="http://schemas.microsoft.com/office/drawing/2014/main" id="{78D281D9-C9E0-F6DF-2438-F4992F7D29D2}"/>
              </a:ext>
            </a:extLst>
          </p:cNvPr>
          <p:cNvSpPr/>
          <p:nvPr userDrawn="1"/>
        </p:nvSpPr>
        <p:spPr>
          <a:xfrm rot="16200000">
            <a:off x="5941020"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3" name="Text Placeholder 33">
            <a:extLst>
              <a:ext uri="{FF2B5EF4-FFF2-40B4-BE49-F238E27FC236}">
                <a16:creationId xmlns:a16="http://schemas.microsoft.com/office/drawing/2014/main" id="{F95A3A44-A840-3420-E0A4-A35DB913338B}"/>
              </a:ext>
            </a:extLst>
          </p:cNvPr>
          <p:cNvSpPr>
            <a:spLocks noGrp="1"/>
          </p:cNvSpPr>
          <p:nvPr>
            <p:ph type="body" sz="quarter" idx="16"/>
          </p:nvPr>
        </p:nvSpPr>
        <p:spPr>
          <a:xfrm>
            <a:off x="9912013" y="5264061"/>
            <a:ext cx="1872000" cy="522985"/>
          </a:xfrm>
          <a:prstGeom prst="rect">
            <a:avLst/>
          </a:prstGeom>
        </p:spPr>
        <p:txBody>
          <a:bodyPr/>
          <a:lstStyle/>
          <a:p>
            <a:pPr lvl="0"/>
            <a:r>
              <a:rPr lang="en-US"/>
              <a:t>Click to edit Master text styles</a:t>
            </a:r>
          </a:p>
        </p:txBody>
      </p:sp>
    </p:spTree>
    <p:extLst>
      <p:ext uri="{BB962C8B-B14F-4D97-AF65-F5344CB8AC3E}">
        <p14:creationId xmlns:p14="http://schemas.microsoft.com/office/powerpoint/2010/main" val="1875579609"/>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Title Slide 6">
    <p:spTree>
      <p:nvGrpSpPr>
        <p:cNvPr id="1" name=""/>
        <p:cNvGrpSpPr/>
        <p:nvPr/>
      </p:nvGrpSpPr>
      <p:grpSpPr>
        <a:xfrm>
          <a:off x="0" y="0"/>
          <a:ext cx="0" cy="0"/>
          <a:chOff x="0" y="0"/>
          <a:chExt cx="0" cy="0"/>
        </a:xfrm>
      </p:grpSpPr>
      <p:sp>
        <p:nvSpPr>
          <p:cNvPr id="42" name="Picture Placeholder 10">
            <a:extLst>
              <a:ext uri="{FF2B5EF4-FFF2-40B4-BE49-F238E27FC236}">
                <a16:creationId xmlns:a16="http://schemas.microsoft.com/office/drawing/2014/main" id="{E8C91BDE-0FA3-B18C-5405-5DB502E0FBA3}"/>
              </a:ext>
            </a:extLst>
          </p:cNvPr>
          <p:cNvSpPr>
            <a:spLocks noGrp="1"/>
          </p:cNvSpPr>
          <p:nvPr>
            <p:ph type="pic" sz="quarter" idx="13" hasCustomPrompt="1"/>
          </p:nvPr>
        </p:nvSpPr>
        <p:spPr>
          <a:xfrm>
            <a:off x="0" y="0"/>
            <a:ext cx="9280018"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43" name="Picture Placeholder 10">
            <a:extLst>
              <a:ext uri="{FF2B5EF4-FFF2-40B4-BE49-F238E27FC236}">
                <a16:creationId xmlns:a16="http://schemas.microsoft.com/office/drawing/2014/main" id="{3C1B8D60-78D7-1E25-C623-7509C881E3E9}"/>
              </a:ext>
            </a:extLst>
          </p:cNvPr>
          <p:cNvSpPr>
            <a:spLocks noGrp="1"/>
          </p:cNvSpPr>
          <p:nvPr>
            <p:ph type="pic" sz="quarter" idx="14"/>
          </p:nvPr>
        </p:nvSpPr>
        <p:spPr>
          <a:xfrm>
            <a:off x="9460018" y="0"/>
            <a:ext cx="2731981" cy="4949047"/>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pPr marR="0" lvl="0" fontAlgn="auto">
              <a:spcAft>
                <a:spcPts val="0"/>
              </a:spcAft>
              <a:buClrTx/>
              <a:buSzTx/>
              <a:tabLst/>
            </a:pPr>
            <a:r>
              <a:rPr lang="en-US"/>
              <a:t>Click icon to add picture</a:t>
            </a:r>
          </a:p>
        </p:txBody>
      </p:sp>
      <p:grpSp>
        <p:nvGrpSpPr>
          <p:cNvPr id="35" name="Group 2">
            <a:extLst>
              <a:ext uri="{FF2B5EF4-FFF2-40B4-BE49-F238E27FC236}">
                <a16:creationId xmlns:a16="http://schemas.microsoft.com/office/drawing/2014/main" id="{586CA03F-ED76-1D2D-90A8-504016961D55}"/>
              </a:ext>
            </a:extLst>
          </p:cNvPr>
          <p:cNvGrpSpPr>
            <a:grpSpLocks noChangeAspect="1"/>
          </p:cNvGrpSpPr>
          <p:nvPr userDrawn="1"/>
        </p:nvGrpSpPr>
        <p:grpSpPr>
          <a:xfrm>
            <a:off x="9912013" y="6122117"/>
            <a:ext cx="1872000" cy="420870"/>
            <a:chOff x="5094083" y="5360390"/>
            <a:chExt cx="3039349" cy="683316"/>
          </a:xfrm>
          <a:solidFill>
            <a:schemeClr val="bg1"/>
          </a:solidFill>
        </p:grpSpPr>
        <p:sp>
          <p:nvSpPr>
            <p:cNvPr id="36" name="Freeform: Shape 4">
              <a:extLst>
                <a:ext uri="{FF2B5EF4-FFF2-40B4-BE49-F238E27FC236}">
                  <a16:creationId xmlns:a16="http://schemas.microsoft.com/office/drawing/2014/main" id="{04CD9986-2686-D8E3-9192-8BEB77750D7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37" name="Freeform: Shape 5">
              <a:extLst>
                <a:ext uri="{FF2B5EF4-FFF2-40B4-BE49-F238E27FC236}">
                  <a16:creationId xmlns:a16="http://schemas.microsoft.com/office/drawing/2014/main" id="{7CD40094-AC2F-9457-AD3F-9AAA89E00C4A}"/>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38" name="Freeform: Shape 6">
              <a:extLst>
                <a:ext uri="{FF2B5EF4-FFF2-40B4-BE49-F238E27FC236}">
                  <a16:creationId xmlns:a16="http://schemas.microsoft.com/office/drawing/2014/main" id="{682D97D4-A5DA-2B1D-3407-13658458A52A}"/>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39" name="Freeform: Shape 7">
              <a:extLst>
                <a:ext uri="{FF2B5EF4-FFF2-40B4-BE49-F238E27FC236}">
                  <a16:creationId xmlns:a16="http://schemas.microsoft.com/office/drawing/2014/main" id="{FEBEF87B-7156-68DF-4D8A-E84D8A4F0EA2}"/>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40" name="Freeform: Shape 8">
              <a:extLst>
                <a:ext uri="{FF2B5EF4-FFF2-40B4-BE49-F238E27FC236}">
                  <a16:creationId xmlns:a16="http://schemas.microsoft.com/office/drawing/2014/main" id="{3A0B75AC-0F93-D7BF-2568-50E1CFEDF0CA}"/>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44" name="Title 31">
            <a:extLst>
              <a:ext uri="{FF2B5EF4-FFF2-40B4-BE49-F238E27FC236}">
                <a16:creationId xmlns:a16="http://schemas.microsoft.com/office/drawing/2014/main" id="{3551E8D5-6D03-58C4-2A78-E73615CBFD4C}"/>
              </a:ext>
            </a:extLst>
          </p:cNvPr>
          <p:cNvSpPr>
            <a:spLocks noGrp="1"/>
          </p:cNvSpPr>
          <p:nvPr>
            <p:ph type="title"/>
          </p:nvPr>
        </p:nvSpPr>
        <p:spPr>
          <a:xfrm>
            <a:off x="5087887" y="549275"/>
            <a:ext cx="4036154" cy="3815829"/>
          </a:xfrm>
          <a:prstGeom prst="rect">
            <a:avLst/>
          </a:prstGeom>
        </p:spPr>
        <p:txBody>
          <a:bodyPr anchor="b"/>
          <a:lstStyle>
            <a:lvl1pPr>
              <a:defRPr sz="6600">
                <a:solidFill>
                  <a:schemeClr val="bg1"/>
                </a:solidFill>
                <a:latin typeface="Ubuntu Light" panose="020B0304030602030204" pitchFamily="34" charset="0"/>
              </a:defRPr>
            </a:lvl1pPr>
          </a:lstStyle>
          <a:p>
            <a:r>
              <a:rPr lang="en-US"/>
              <a:t>Click to edit Master title style</a:t>
            </a:r>
            <a:endParaRPr lang="en-PL"/>
          </a:p>
        </p:txBody>
      </p:sp>
      <p:sp>
        <p:nvSpPr>
          <p:cNvPr id="45" name="Text Placeholder 33">
            <a:extLst>
              <a:ext uri="{FF2B5EF4-FFF2-40B4-BE49-F238E27FC236}">
                <a16:creationId xmlns:a16="http://schemas.microsoft.com/office/drawing/2014/main" id="{AE8BF6B9-54E0-50CF-ED1F-1556FC6C0905}"/>
              </a:ext>
            </a:extLst>
          </p:cNvPr>
          <p:cNvSpPr>
            <a:spLocks noGrp="1"/>
          </p:cNvSpPr>
          <p:nvPr>
            <p:ph type="body" sz="quarter" idx="15"/>
          </p:nvPr>
        </p:nvSpPr>
        <p:spPr>
          <a:xfrm>
            <a:off x="5159897" y="4725144"/>
            <a:ext cx="3964144" cy="316404"/>
          </a:xfrm>
          <a:prstGeom prst="rect">
            <a:avLst/>
          </a:prstGeom>
        </p:spPr>
        <p:txBody>
          <a:bodyPr anchor="b">
            <a:noAutofit/>
          </a:bodyPr>
          <a:lstStyle>
            <a:lvl1pPr>
              <a:defRPr sz="2000">
                <a:solidFill>
                  <a:schemeClr val="bg1"/>
                </a:solidFill>
              </a:defRPr>
            </a:lvl1pPr>
          </a:lstStyle>
          <a:p>
            <a:pPr lvl="0"/>
            <a:r>
              <a:rPr lang="en-US"/>
              <a:t>Click to edit Master text styles</a:t>
            </a:r>
          </a:p>
        </p:txBody>
      </p:sp>
      <p:sp>
        <p:nvSpPr>
          <p:cNvPr id="4" name="Rectangle 3">
            <a:extLst>
              <a:ext uri="{FF2B5EF4-FFF2-40B4-BE49-F238E27FC236}">
                <a16:creationId xmlns:a16="http://schemas.microsoft.com/office/drawing/2014/main" id="{78D281D9-C9E0-F6DF-2438-F4992F7D29D2}"/>
              </a:ext>
            </a:extLst>
          </p:cNvPr>
          <p:cNvSpPr/>
          <p:nvPr userDrawn="1"/>
        </p:nvSpPr>
        <p:spPr>
          <a:xfrm rot="16200000">
            <a:off x="5941020"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3" name="Text Placeholder 33">
            <a:extLst>
              <a:ext uri="{FF2B5EF4-FFF2-40B4-BE49-F238E27FC236}">
                <a16:creationId xmlns:a16="http://schemas.microsoft.com/office/drawing/2014/main" id="{F95A3A44-A840-3420-E0A4-A35DB913338B}"/>
              </a:ext>
            </a:extLst>
          </p:cNvPr>
          <p:cNvSpPr>
            <a:spLocks noGrp="1"/>
          </p:cNvSpPr>
          <p:nvPr>
            <p:ph type="body" sz="quarter" idx="16"/>
          </p:nvPr>
        </p:nvSpPr>
        <p:spPr>
          <a:xfrm>
            <a:off x="9912013" y="5264061"/>
            <a:ext cx="1872000" cy="522985"/>
          </a:xfrm>
          <a:prstGeom prst="rect">
            <a:avLst/>
          </a:prstGeom>
        </p:spPr>
        <p:txBody>
          <a:bodyPr/>
          <a:lstStyle/>
          <a:p>
            <a:pPr lvl="0"/>
            <a:r>
              <a:rPr lang="en-US"/>
              <a:t>Click to edit Master text styles</a:t>
            </a:r>
          </a:p>
        </p:txBody>
      </p:sp>
    </p:spTree>
    <p:extLst>
      <p:ext uri="{BB962C8B-B14F-4D97-AF65-F5344CB8AC3E}">
        <p14:creationId xmlns:p14="http://schemas.microsoft.com/office/powerpoint/2010/main" val="1898253803"/>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Title Slide 5">
    <p:spTree>
      <p:nvGrpSpPr>
        <p:cNvPr id="1" name=""/>
        <p:cNvGrpSpPr/>
        <p:nvPr/>
      </p:nvGrpSpPr>
      <p:grpSpPr>
        <a:xfrm>
          <a:off x="0" y="0"/>
          <a:ext cx="0" cy="0"/>
          <a:chOff x="0" y="0"/>
          <a:chExt cx="0" cy="0"/>
        </a:xfrm>
      </p:grpSpPr>
      <p:sp>
        <p:nvSpPr>
          <p:cNvPr id="43" name="Picture Placeholder 10">
            <a:extLst>
              <a:ext uri="{FF2B5EF4-FFF2-40B4-BE49-F238E27FC236}">
                <a16:creationId xmlns:a16="http://schemas.microsoft.com/office/drawing/2014/main" id="{3C1B8D60-78D7-1E25-C623-7509C881E3E9}"/>
              </a:ext>
            </a:extLst>
          </p:cNvPr>
          <p:cNvSpPr>
            <a:spLocks noGrp="1"/>
          </p:cNvSpPr>
          <p:nvPr>
            <p:ph type="pic" sz="quarter" idx="14"/>
          </p:nvPr>
        </p:nvSpPr>
        <p:spPr>
          <a:xfrm>
            <a:off x="-1" y="1"/>
            <a:ext cx="2736773" cy="3429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pPr marR="0" lvl="0" fontAlgn="auto">
              <a:spcAft>
                <a:spcPts val="0"/>
              </a:spcAft>
              <a:buClrTx/>
              <a:buSzTx/>
              <a:tabLst/>
            </a:pPr>
            <a:r>
              <a:rPr lang="en-US"/>
              <a:t>Click icon to add picture</a:t>
            </a:r>
          </a:p>
        </p:txBody>
      </p:sp>
      <p:sp>
        <p:nvSpPr>
          <p:cNvPr id="42" name="Picture Placeholder 10">
            <a:extLst>
              <a:ext uri="{FF2B5EF4-FFF2-40B4-BE49-F238E27FC236}">
                <a16:creationId xmlns:a16="http://schemas.microsoft.com/office/drawing/2014/main" id="{E8C91BDE-0FA3-B18C-5405-5DB502E0FBA3}"/>
              </a:ext>
            </a:extLst>
          </p:cNvPr>
          <p:cNvSpPr>
            <a:spLocks noGrp="1"/>
          </p:cNvSpPr>
          <p:nvPr>
            <p:ph type="pic" sz="quarter" idx="13" hasCustomPrompt="1"/>
          </p:nvPr>
        </p:nvSpPr>
        <p:spPr>
          <a:xfrm>
            <a:off x="2916774" y="0"/>
            <a:ext cx="9275226"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grpSp>
        <p:nvGrpSpPr>
          <p:cNvPr id="35" name="Group 2">
            <a:extLst>
              <a:ext uri="{FF2B5EF4-FFF2-40B4-BE49-F238E27FC236}">
                <a16:creationId xmlns:a16="http://schemas.microsoft.com/office/drawing/2014/main" id="{586CA03F-ED76-1D2D-90A8-504016961D55}"/>
              </a:ext>
            </a:extLst>
          </p:cNvPr>
          <p:cNvGrpSpPr>
            <a:grpSpLocks noChangeAspect="1"/>
          </p:cNvGrpSpPr>
          <p:nvPr userDrawn="1"/>
        </p:nvGrpSpPr>
        <p:grpSpPr>
          <a:xfrm>
            <a:off x="357195" y="6122117"/>
            <a:ext cx="1872000" cy="420870"/>
            <a:chOff x="5094083" y="5360390"/>
            <a:chExt cx="3039349" cy="683316"/>
          </a:xfrm>
          <a:solidFill>
            <a:schemeClr val="bg1"/>
          </a:solidFill>
        </p:grpSpPr>
        <p:sp>
          <p:nvSpPr>
            <p:cNvPr id="36" name="Freeform: Shape 4">
              <a:extLst>
                <a:ext uri="{FF2B5EF4-FFF2-40B4-BE49-F238E27FC236}">
                  <a16:creationId xmlns:a16="http://schemas.microsoft.com/office/drawing/2014/main" id="{04CD9986-2686-D8E3-9192-8BEB77750D7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37" name="Freeform: Shape 5">
              <a:extLst>
                <a:ext uri="{FF2B5EF4-FFF2-40B4-BE49-F238E27FC236}">
                  <a16:creationId xmlns:a16="http://schemas.microsoft.com/office/drawing/2014/main" id="{7CD40094-AC2F-9457-AD3F-9AAA89E00C4A}"/>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38" name="Freeform: Shape 6">
              <a:extLst>
                <a:ext uri="{FF2B5EF4-FFF2-40B4-BE49-F238E27FC236}">
                  <a16:creationId xmlns:a16="http://schemas.microsoft.com/office/drawing/2014/main" id="{682D97D4-A5DA-2B1D-3407-13658458A52A}"/>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39" name="Freeform: Shape 7">
              <a:extLst>
                <a:ext uri="{FF2B5EF4-FFF2-40B4-BE49-F238E27FC236}">
                  <a16:creationId xmlns:a16="http://schemas.microsoft.com/office/drawing/2014/main" id="{FEBEF87B-7156-68DF-4D8A-E84D8A4F0EA2}"/>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40" name="Freeform: Shape 8">
              <a:extLst>
                <a:ext uri="{FF2B5EF4-FFF2-40B4-BE49-F238E27FC236}">
                  <a16:creationId xmlns:a16="http://schemas.microsoft.com/office/drawing/2014/main" id="{3A0B75AC-0F93-D7BF-2568-50E1CFEDF0CA}"/>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3" name="Title 31">
            <a:extLst>
              <a:ext uri="{FF2B5EF4-FFF2-40B4-BE49-F238E27FC236}">
                <a16:creationId xmlns:a16="http://schemas.microsoft.com/office/drawing/2014/main" id="{D8CA367F-44BB-C4B7-EA59-F1D6214DB4D2}"/>
              </a:ext>
            </a:extLst>
          </p:cNvPr>
          <p:cNvSpPr>
            <a:spLocks noGrp="1"/>
          </p:cNvSpPr>
          <p:nvPr>
            <p:ph type="title"/>
          </p:nvPr>
        </p:nvSpPr>
        <p:spPr>
          <a:xfrm>
            <a:off x="3401003" y="1628775"/>
            <a:ext cx="6578080" cy="3589714"/>
          </a:xfrm>
          <a:prstGeom prst="rect">
            <a:avLst/>
          </a:prstGeom>
        </p:spPr>
        <p:txBody>
          <a:bodyPr anchor="b"/>
          <a:lstStyle>
            <a:lvl1pPr>
              <a:defRPr sz="5400"/>
            </a:lvl1pPr>
          </a:lstStyle>
          <a:p>
            <a:r>
              <a:rPr lang="en-US"/>
              <a:t>Click to edit Master title style</a:t>
            </a:r>
            <a:endParaRPr lang="en-PL"/>
          </a:p>
        </p:txBody>
      </p:sp>
      <p:sp>
        <p:nvSpPr>
          <p:cNvPr id="6" name="Rectangle 5">
            <a:extLst>
              <a:ext uri="{FF2B5EF4-FFF2-40B4-BE49-F238E27FC236}">
                <a16:creationId xmlns:a16="http://schemas.microsoft.com/office/drawing/2014/main" id="{308E3512-1EC7-FD95-4A22-F366C773E9C4}"/>
              </a:ext>
            </a:extLst>
          </p:cNvPr>
          <p:cNvSpPr/>
          <p:nvPr userDrawn="1"/>
        </p:nvSpPr>
        <p:spPr>
          <a:xfrm rot="16200000">
            <a:off x="-602226"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5" name="Text Placeholder 33">
            <a:extLst>
              <a:ext uri="{FF2B5EF4-FFF2-40B4-BE49-F238E27FC236}">
                <a16:creationId xmlns:a16="http://schemas.microsoft.com/office/drawing/2014/main" id="{940C889E-4F97-F9FE-39C5-DFA541A122BB}"/>
              </a:ext>
            </a:extLst>
          </p:cNvPr>
          <p:cNvSpPr>
            <a:spLocks noGrp="1"/>
          </p:cNvSpPr>
          <p:nvPr>
            <p:ph type="body" sz="quarter" idx="16"/>
          </p:nvPr>
        </p:nvSpPr>
        <p:spPr>
          <a:xfrm>
            <a:off x="357195" y="3893182"/>
            <a:ext cx="2088292" cy="1123397"/>
          </a:xfrm>
          <a:prstGeom prst="rect">
            <a:avLst/>
          </a:prstGeom>
        </p:spPr>
        <p:txBody>
          <a:bodyPr anchor="b">
            <a:noAutofit/>
          </a:bodyPr>
          <a:lstStyle>
            <a:lvl1pPr>
              <a:defRPr sz="2000"/>
            </a:lvl1pPr>
          </a:lstStyle>
          <a:p>
            <a:pPr lvl="0"/>
            <a:r>
              <a:rPr lang="en-US"/>
              <a:t>Click to edit Master text styles</a:t>
            </a:r>
          </a:p>
        </p:txBody>
      </p:sp>
      <p:sp>
        <p:nvSpPr>
          <p:cNvPr id="7" name="Text Placeholder 33">
            <a:extLst>
              <a:ext uri="{FF2B5EF4-FFF2-40B4-BE49-F238E27FC236}">
                <a16:creationId xmlns:a16="http://schemas.microsoft.com/office/drawing/2014/main" id="{9C442A3F-8F7B-AF19-BF71-5A8A0790F5CA}"/>
              </a:ext>
            </a:extLst>
          </p:cNvPr>
          <p:cNvSpPr>
            <a:spLocks noGrp="1"/>
          </p:cNvSpPr>
          <p:nvPr>
            <p:ph type="body" sz="quarter" idx="17"/>
          </p:nvPr>
        </p:nvSpPr>
        <p:spPr>
          <a:xfrm>
            <a:off x="357195" y="5264061"/>
            <a:ext cx="2088292" cy="522985"/>
          </a:xfrm>
          <a:prstGeom prst="rect">
            <a:avLst/>
          </a:prstGeom>
        </p:spPr>
        <p:txBody>
          <a:bodyPr/>
          <a:lstStyle/>
          <a:p>
            <a:pPr lvl="0"/>
            <a:r>
              <a:rPr lang="en-US"/>
              <a:t>Click to edit Master text styles</a:t>
            </a:r>
          </a:p>
        </p:txBody>
      </p:sp>
    </p:spTree>
    <p:extLst>
      <p:ext uri="{BB962C8B-B14F-4D97-AF65-F5344CB8AC3E}">
        <p14:creationId xmlns:p14="http://schemas.microsoft.com/office/powerpoint/2010/main" val="113772258"/>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userDrawn="1">
  <p:cSld name="Agenda 1">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6424D2EA-9AAB-3E5E-F5AA-4EFA5797243B}"/>
              </a:ext>
            </a:extLst>
          </p:cNvPr>
          <p:cNvSpPr>
            <a:spLocks noGrp="1"/>
          </p:cNvSpPr>
          <p:nvPr>
            <p:ph type="pic" sz="quarter" idx="10" hasCustomPrompt="1"/>
          </p:nvPr>
        </p:nvSpPr>
        <p:spPr>
          <a:xfrm>
            <a:off x="8878957" y="1"/>
            <a:ext cx="3313043"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2">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6" name="Date Placeholder 5">
            <a:extLst>
              <a:ext uri="{FF2B5EF4-FFF2-40B4-BE49-F238E27FC236}">
                <a16:creationId xmlns:a16="http://schemas.microsoft.com/office/drawing/2014/main" id="{1B8A5C98-55E3-6CFA-5060-B126A46D3044}"/>
              </a:ext>
            </a:extLst>
          </p:cNvPr>
          <p:cNvSpPr>
            <a:spLocks noGrp="1"/>
          </p:cNvSpPr>
          <p:nvPr>
            <p:ph type="dt" sz="half" idx="36"/>
          </p:nvPr>
        </p:nvSpPr>
        <p:spPr/>
        <p:txBody>
          <a:bodyPr/>
          <a:lstStyle/>
          <a:p>
            <a:pPr>
              <a:spcBef>
                <a:spcPts val="1000"/>
              </a:spcBef>
              <a:buFont typeface="Arial" panose="020B0604020202020204" pitchFamily="34" charset="0"/>
              <a:buNone/>
            </a:pPr>
            <a:r>
              <a:rPr lang="pl-PL"/>
              <a:t>Company Confidential © Capgemini 2026. All rights reserved.</a:t>
            </a:r>
            <a:endParaRPr lang="en-US"/>
          </a:p>
        </p:txBody>
      </p:sp>
      <p:sp>
        <p:nvSpPr>
          <p:cNvPr id="7" name="Footer Placeholder 6">
            <a:extLst>
              <a:ext uri="{FF2B5EF4-FFF2-40B4-BE49-F238E27FC236}">
                <a16:creationId xmlns:a16="http://schemas.microsoft.com/office/drawing/2014/main" id="{A234A97A-B56B-79E8-3787-9AAFBD6C39E3}"/>
              </a:ext>
            </a:extLst>
          </p:cNvPr>
          <p:cNvSpPr>
            <a:spLocks noGrp="1"/>
          </p:cNvSpPr>
          <p:nvPr>
            <p:ph type="ftr" sz="quarter" idx="37"/>
          </p:nvPr>
        </p:nvSpPr>
        <p:spPr>
          <a:xfrm>
            <a:off x="550863" y="6650661"/>
            <a:ext cx="4716524" cy="123111"/>
          </a:xfrm>
          <a:prstGeom prst="rect">
            <a:avLst/>
          </a:prstGeom>
        </p:spPr>
        <p:txBody>
          <a:bodyPr/>
          <a:lstStyle/>
          <a:p>
            <a:pPr>
              <a:spcBef>
                <a:spcPts val="1000"/>
              </a:spcBef>
              <a:buFont typeface="Arial" panose="020B0604020202020204" pitchFamily="34" charset="0"/>
              <a:buNone/>
            </a:pPr>
            <a:r>
              <a:rPr lang="en-IN"/>
              <a:t>TMT Monthly Update |  June 2026</a:t>
            </a:r>
            <a:endParaRPr lang="en-US"/>
          </a:p>
        </p:txBody>
      </p:sp>
      <p:sp>
        <p:nvSpPr>
          <p:cNvPr id="9" name="Slide Number Placeholder 8">
            <a:extLst>
              <a:ext uri="{FF2B5EF4-FFF2-40B4-BE49-F238E27FC236}">
                <a16:creationId xmlns:a16="http://schemas.microsoft.com/office/drawing/2014/main" id="{10DFE7FA-9896-C83E-3B5B-ACAF7308B1C7}"/>
              </a:ext>
            </a:extLst>
          </p:cNvPr>
          <p:cNvSpPr>
            <a:spLocks noGrp="1"/>
          </p:cNvSpPr>
          <p:nvPr>
            <p:ph type="sldNum" sz="quarter" idx="38"/>
          </p:nvPr>
        </p:nvSpPr>
        <p:spPr/>
        <p:txBody>
          <a:bodyPr/>
          <a:lstStyle/>
          <a:p>
            <a:pPr algn="r"/>
            <a:fld id="{5D9A5160-6218-4E5A-B9E6-B93E3DAE377C}" type="slidenum">
              <a:rPr lang="en-US" smtClean="0"/>
              <a:pPr algn="r"/>
              <a:t>‹#›</a:t>
            </a:fld>
            <a:endParaRPr lang="en-US"/>
          </a:p>
        </p:txBody>
      </p:sp>
      <p:sp>
        <p:nvSpPr>
          <p:cNvPr id="4" name="Logo Placeholder 7">
            <a:extLst>
              <a:ext uri="{FF2B5EF4-FFF2-40B4-BE49-F238E27FC236}">
                <a16:creationId xmlns:a16="http://schemas.microsoft.com/office/drawing/2014/main" id="{4DF1FB95-D31F-BE9E-B180-3D9694FA82C8}"/>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3" name="Title Placeholder 4">
            <a:extLst>
              <a:ext uri="{FF2B5EF4-FFF2-40B4-BE49-F238E27FC236}">
                <a16:creationId xmlns:a16="http://schemas.microsoft.com/office/drawing/2014/main" id="{0DFC6213-FA5F-719D-08B4-AB40D1B57B18}"/>
              </a:ext>
            </a:extLst>
          </p:cNvPr>
          <p:cNvSpPr>
            <a:spLocks noGrp="1"/>
          </p:cNvSpPr>
          <p:nvPr>
            <p:ph type="title"/>
          </p:nvPr>
        </p:nvSpPr>
        <p:spPr>
          <a:xfrm>
            <a:off x="551384" y="549274"/>
            <a:ext cx="7920880" cy="930372"/>
          </a:xfrm>
          <a:prstGeom prst="rect">
            <a:avLst/>
          </a:prstGeom>
        </p:spPr>
        <p:txBody>
          <a:bodyPr vert="horz" lIns="0" tIns="0" rIns="0" bIns="126000" rtlCol="0" anchor="b" anchorCtr="0">
            <a:noAutofit/>
          </a:bodyPr>
          <a:lstStyle/>
          <a:p>
            <a:pPr lvl="0"/>
            <a:r>
              <a:rPr lang="en-GB"/>
              <a:t>Click to edit Master title style</a:t>
            </a:r>
            <a:endParaRPr lang="de-DE"/>
          </a:p>
        </p:txBody>
      </p:sp>
      <p:sp>
        <p:nvSpPr>
          <p:cNvPr id="8" name="Text Placeholder 1">
            <a:extLst>
              <a:ext uri="{FF2B5EF4-FFF2-40B4-BE49-F238E27FC236}">
                <a16:creationId xmlns:a16="http://schemas.microsoft.com/office/drawing/2014/main" id="{2D90A92B-BDBF-A45E-B38F-657F2F0B5AEC}"/>
              </a:ext>
            </a:extLst>
          </p:cNvPr>
          <p:cNvSpPr>
            <a:spLocks noGrp="1"/>
          </p:cNvSpPr>
          <p:nvPr>
            <p:ph idx="1" hasCustomPrompt="1"/>
          </p:nvPr>
        </p:nvSpPr>
        <p:spPr>
          <a:xfrm>
            <a:off x="551384" y="1628800"/>
            <a:ext cx="7920880" cy="4668638"/>
          </a:xfrm>
          <a:prstGeom prst="rect">
            <a:avLst/>
          </a:prstGeom>
        </p:spPr>
        <p:txBody>
          <a:bodyPr vert="horz" lIns="0" tIns="0" rIns="0" bIns="0" rtlCol="0">
            <a:noAutofit/>
          </a:bodyPr>
          <a:lstStyle/>
          <a:p>
            <a:pPr marL="0" marR="0" lvl="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US" sz="1400" b="0" i="0" u="none" strike="noStrike" kern="1200" cap="none" spc="0" normalizeH="0" baseline="0" noProof="0">
                <a:ln>
                  <a:noFill/>
                </a:ln>
                <a:solidFill>
                  <a:srgbClr val="FFFFFF"/>
                </a:solidFill>
                <a:effectLst/>
                <a:uLnTx/>
                <a:uFillTx/>
                <a:latin typeface="Ubuntu"/>
                <a:ea typeface="+mn-ea"/>
                <a:cs typeface="+mn-cs"/>
              </a:rPr>
              <a:t>Click to edit Master text styles</a:t>
            </a:r>
          </a:p>
          <a:p>
            <a:pPr marL="180975" marR="0" lvl="1" indent="-180975" algn="l" defTabSz="914400" rtl="0" eaLnBrk="1" fontAlgn="auto" latinLnBrk="0" hangingPunct="1">
              <a:lnSpc>
                <a:spcPct val="100000"/>
              </a:lnSpc>
              <a:spcBef>
                <a:spcPts val="600"/>
              </a:spcBef>
              <a:spcAft>
                <a:spcPts val="0"/>
              </a:spcAft>
              <a:buClr>
                <a:srgbClr val="FFFFFF"/>
              </a:buClr>
              <a:buSzTx/>
              <a:buFont typeface="Arial" panose="020B0604020202020204" pitchFamily="34" charset="0"/>
              <a:buChar char="•"/>
              <a:tabLst/>
              <a:defRPr/>
            </a:pPr>
            <a:r>
              <a:rPr kumimoji="0" lang="en-US" sz="1400" b="0" i="0" u="none" strike="noStrike" kern="1200" cap="none" spc="0" normalizeH="0" baseline="0" noProof="0">
                <a:ln>
                  <a:noFill/>
                </a:ln>
                <a:solidFill>
                  <a:srgbClr val="FFFFFF"/>
                </a:solidFill>
                <a:effectLst/>
                <a:uLnTx/>
                <a:uFillTx/>
                <a:latin typeface="Ubuntu"/>
                <a:ea typeface="+mn-ea"/>
                <a:cs typeface="+mn-cs"/>
              </a:rPr>
              <a:t>Second level</a:t>
            </a:r>
          </a:p>
          <a:p>
            <a:pPr marL="360000" marR="0" lvl="2" indent="-180000" algn="l" defTabSz="914400" rtl="0" eaLnBrk="1" fontAlgn="auto" latinLnBrk="0" hangingPunct="1">
              <a:lnSpc>
                <a:spcPct val="100000"/>
              </a:lnSpc>
              <a:spcBef>
                <a:spcPts val="600"/>
              </a:spcBef>
              <a:spcAft>
                <a:spcPts val="0"/>
              </a:spcAft>
              <a:buClr>
                <a:srgbClr val="FFFFFF"/>
              </a:buClr>
              <a:buSzTx/>
              <a:buFont typeface="System Font Regular"/>
              <a:buChar char="-"/>
              <a:tabLst/>
              <a:defRPr/>
            </a:pPr>
            <a:r>
              <a:rPr kumimoji="0" lang="en-US" sz="1400" b="0" i="0" u="none" strike="noStrike" kern="1200" cap="none" spc="0" normalizeH="0" baseline="0" noProof="0">
                <a:ln>
                  <a:noFill/>
                </a:ln>
                <a:solidFill>
                  <a:srgbClr val="FFFFFF"/>
                </a:solidFill>
                <a:effectLst/>
                <a:uLnTx/>
                <a:uFillTx/>
                <a:latin typeface="Ubuntu"/>
                <a:ea typeface="+mn-ea"/>
                <a:cs typeface="+mn-cs"/>
              </a:rPr>
              <a:t>Third level</a:t>
            </a:r>
          </a:p>
          <a:p>
            <a:pPr marL="539750" marR="0" lvl="3" indent="-180000" algn="l" defTabSz="914400" rtl="0" eaLnBrk="1" fontAlgn="auto" latinLnBrk="0" hangingPunct="1">
              <a:lnSpc>
                <a:spcPct val="100000"/>
              </a:lnSpc>
              <a:spcBef>
                <a:spcPts val="600"/>
              </a:spcBef>
              <a:spcAft>
                <a:spcPts val="0"/>
              </a:spcAft>
              <a:buClr>
                <a:srgbClr val="1DB7F3"/>
              </a:buClr>
              <a:buSzTx/>
              <a:buFont typeface="Arial" panose="020B0604020202020204" pitchFamily="34" charset="0"/>
              <a:buChar char="•"/>
              <a:tabLst/>
              <a:defRPr/>
            </a:pPr>
            <a:r>
              <a:rPr kumimoji="0" lang="en-US" sz="1400" b="0" i="0" u="none" strike="noStrike" kern="1200" cap="none" spc="0" normalizeH="0" baseline="0" noProof="0">
                <a:ln>
                  <a:noFill/>
                </a:ln>
                <a:solidFill>
                  <a:srgbClr val="FFFFFF"/>
                </a:solidFill>
                <a:effectLst/>
                <a:uLnTx/>
                <a:uFillTx/>
                <a:latin typeface="Ubuntu"/>
                <a:ea typeface="+mn-ea"/>
                <a:cs typeface="+mn-cs"/>
              </a:rPr>
              <a:t>Fourth level</a:t>
            </a:r>
          </a:p>
          <a:p>
            <a:pPr marL="719138" marR="0" lvl="4" indent="-180975" algn="l" defTabSz="914400" rtl="0" eaLnBrk="1" fontAlgn="auto" latinLnBrk="0" hangingPunct="1">
              <a:lnSpc>
                <a:spcPct val="100000"/>
              </a:lnSpc>
              <a:spcBef>
                <a:spcPts val="600"/>
              </a:spcBef>
              <a:spcAft>
                <a:spcPts val="0"/>
              </a:spcAft>
              <a:buClr>
                <a:srgbClr val="1DB7F3"/>
              </a:buClr>
              <a:buSzTx/>
              <a:buFont typeface="System Font Regular"/>
              <a:buChar char="-"/>
              <a:tabLst/>
              <a:defRPr/>
            </a:pPr>
            <a:r>
              <a:rPr kumimoji="0" lang="en-US" sz="1400" b="0" i="0" u="none" strike="noStrike" kern="1200" cap="none" spc="0" normalizeH="0" baseline="0" noProof="0">
                <a:ln>
                  <a:noFill/>
                </a:ln>
                <a:solidFill>
                  <a:srgbClr val="FFFFFF"/>
                </a:solidFill>
                <a:effectLst/>
                <a:uLnTx/>
                <a:uFillTx/>
                <a:latin typeface="Ubuntu"/>
                <a:ea typeface="+mn-ea"/>
                <a:cs typeface="+mn-cs"/>
              </a:rPr>
              <a:t>Fifth level</a:t>
            </a:r>
          </a:p>
        </p:txBody>
      </p:sp>
    </p:spTree>
    <p:extLst>
      <p:ext uri="{BB962C8B-B14F-4D97-AF65-F5344CB8AC3E}">
        <p14:creationId xmlns:p14="http://schemas.microsoft.com/office/powerpoint/2010/main" val="3676774425"/>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Agenda 2">
    <p:spTree>
      <p:nvGrpSpPr>
        <p:cNvPr id="1" name=""/>
        <p:cNvGrpSpPr/>
        <p:nvPr/>
      </p:nvGrpSpPr>
      <p:grpSpPr>
        <a:xfrm>
          <a:off x="0" y="0"/>
          <a:ext cx="0" cy="0"/>
          <a:chOff x="0" y="0"/>
          <a:chExt cx="0" cy="0"/>
        </a:xfrm>
      </p:grpSpPr>
      <p:sp>
        <p:nvSpPr>
          <p:cNvPr id="20" name="Picture Placeholder 7">
            <a:extLst>
              <a:ext uri="{FF2B5EF4-FFF2-40B4-BE49-F238E27FC236}">
                <a16:creationId xmlns:a16="http://schemas.microsoft.com/office/drawing/2014/main" id="{7719DBC8-1C65-EC71-F260-3E45E00F725D}"/>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2" name="Date Placeholder 1">
            <a:extLst>
              <a:ext uri="{FF2B5EF4-FFF2-40B4-BE49-F238E27FC236}">
                <a16:creationId xmlns:a16="http://schemas.microsoft.com/office/drawing/2014/main" id="{D1083178-61A2-1584-1F52-83BAE0FEDB3A}"/>
              </a:ext>
            </a:extLst>
          </p:cNvPr>
          <p:cNvSpPr>
            <a:spLocks noGrp="1"/>
          </p:cNvSpPr>
          <p:nvPr>
            <p:ph type="dt" sz="half" idx="36"/>
          </p:nvPr>
        </p:nvSpPr>
        <p:spPr/>
        <p:txBody>
          <a:bodyPr/>
          <a:lstStyle/>
          <a:p>
            <a:pPr>
              <a:spcBef>
                <a:spcPts val="1000"/>
              </a:spcBef>
              <a:buFont typeface="Arial" panose="020B0604020202020204" pitchFamily="34" charset="0"/>
              <a:buNone/>
            </a:pPr>
            <a:r>
              <a:rPr lang="pl-PL"/>
              <a:t>Company Confidential © Capgemini 2026. All rights reserved.</a:t>
            </a:r>
            <a:endParaRPr lang="en-US"/>
          </a:p>
        </p:txBody>
      </p:sp>
      <p:sp>
        <p:nvSpPr>
          <p:cNvPr id="3" name="Footer Placeholder 2">
            <a:extLst>
              <a:ext uri="{FF2B5EF4-FFF2-40B4-BE49-F238E27FC236}">
                <a16:creationId xmlns:a16="http://schemas.microsoft.com/office/drawing/2014/main" id="{9DC81A84-1437-02DB-19FA-F60FE73CB356}"/>
              </a:ext>
            </a:extLst>
          </p:cNvPr>
          <p:cNvSpPr>
            <a:spLocks noGrp="1"/>
          </p:cNvSpPr>
          <p:nvPr>
            <p:ph type="ftr" sz="quarter" idx="37"/>
          </p:nvPr>
        </p:nvSpPr>
        <p:spPr>
          <a:xfrm>
            <a:off x="550863" y="6650661"/>
            <a:ext cx="4716524" cy="123111"/>
          </a:xfrm>
          <a:prstGeom prst="rect">
            <a:avLst/>
          </a:prstGeom>
        </p:spPr>
        <p:txBody>
          <a:bodyPr/>
          <a:lstStyle/>
          <a:p>
            <a:pPr>
              <a:spcBef>
                <a:spcPts val="1000"/>
              </a:spcBef>
              <a:buFont typeface="Arial" panose="020B0604020202020204" pitchFamily="34" charset="0"/>
              <a:buNone/>
            </a:pPr>
            <a:r>
              <a:rPr lang="en-IN"/>
              <a:t>TMT Monthly Update |  June 2026</a:t>
            </a:r>
            <a:endParaRPr lang="en-US"/>
          </a:p>
        </p:txBody>
      </p:sp>
      <p:sp>
        <p:nvSpPr>
          <p:cNvPr id="4" name="Slide Number Placeholder 3">
            <a:extLst>
              <a:ext uri="{FF2B5EF4-FFF2-40B4-BE49-F238E27FC236}">
                <a16:creationId xmlns:a16="http://schemas.microsoft.com/office/drawing/2014/main" id="{40363D62-2A4A-9126-8811-8637F26ADA0B}"/>
              </a:ext>
            </a:extLst>
          </p:cNvPr>
          <p:cNvSpPr>
            <a:spLocks noGrp="1"/>
          </p:cNvSpPr>
          <p:nvPr>
            <p:ph type="sldNum" sz="quarter" idx="38"/>
          </p:nvPr>
        </p:nvSpPr>
        <p:spPr/>
        <p:txBody>
          <a:bodyPr/>
          <a:lstStyle/>
          <a:p>
            <a:pPr algn="r"/>
            <a:fld id="{5D9A5160-6218-4E5A-B9E6-B93E3DAE377C}" type="slidenum">
              <a:rPr lang="en-US" smtClean="0"/>
              <a:pPr algn="r"/>
              <a:t>‹#›</a:t>
            </a:fld>
            <a:endParaRPr lang="en-US"/>
          </a:p>
        </p:txBody>
      </p:sp>
      <p:sp>
        <p:nvSpPr>
          <p:cNvPr id="5" name="Title Placeholder 4">
            <a:extLst>
              <a:ext uri="{FF2B5EF4-FFF2-40B4-BE49-F238E27FC236}">
                <a16:creationId xmlns:a16="http://schemas.microsoft.com/office/drawing/2014/main" id="{F8DBF4E9-6C28-E0D4-13BF-1E287D5E317C}"/>
              </a:ext>
            </a:extLst>
          </p:cNvPr>
          <p:cNvSpPr>
            <a:spLocks noGrp="1"/>
          </p:cNvSpPr>
          <p:nvPr>
            <p:ph type="title"/>
          </p:nvPr>
        </p:nvSpPr>
        <p:spPr>
          <a:xfrm>
            <a:off x="6600056" y="549274"/>
            <a:ext cx="5042266" cy="930372"/>
          </a:xfrm>
          <a:prstGeom prst="rect">
            <a:avLst/>
          </a:prstGeom>
        </p:spPr>
        <p:txBody>
          <a:bodyPr vert="horz" lIns="0" tIns="0" rIns="0" bIns="126000" rtlCol="0" anchor="b" anchorCtr="0">
            <a:noAutofit/>
          </a:bodyPr>
          <a:lstStyle/>
          <a:p>
            <a:pPr lvl="0"/>
            <a:r>
              <a:rPr lang="en-GB"/>
              <a:t>Click to edit Master title style</a:t>
            </a:r>
            <a:endParaRPr lang="de-DE"/>
          </a:p>
        </p:txBody>
      </p:sp>
      <p:sp>
        <p:nvSpPr>
          <p:cNvPr id="6" name="Text Placeholder 1">
            <a:extLst>
              <a:ext uri="{FF2B5EF4-FFF2-40B4-BE49-F238E27FC236}">
                <a16:creationId xmlns:a16="http://schemas.microsoft.com/office/drawing/2014/main" id="{1970243F-E192-B209-5E33-DC3DC5F86B33}"/>
              </a:ext>
            </a:extLst>
          </p:cNvPr>
          <p:cNvSpPr>
            <a:spLocks noGrp="1"/>
          </p:cNvSpPr>
          <p:nvPr>
            <p:ph idx="1" hasCustomPrompt="1"/>
          </p:nvPr>
        </p:nvSpPr>
        <p:spPr>
          <a:xfrm>
            <a:off x="6600056" y="1628800"/>
            <a:ext cx="5042266" cy="4668638"/>
          </a:xfrm>
          <a:prstGeom prst="rect">
            <a:avLst/>
          </a:prstGeom>
        </p:spPr>
        <p:txBody>
          <a:bodyPr vert="horz" lIns="0" tIns="0" rIns="0" bIns="0" rtlCol="0">
            <a:noAutofit/>
          </a:bodyPr>
          <a:lstStyle>
            <a:lvl1pPr marL="0" marR="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lvl1pPr>
            <a:lvl2pPr marL="180975" marR="0" indent="-180975" algn="l" defTabSz="914400" rtl="0" eaLnBrk="1" fontAlgn="auto" latinLnBrk="0" hangingPunct="1">
              <a:lnSpc>
                <a:spcPct val="100000"/>
              </a:lnSpc>
              <a:spcBef>
                <a:spcPts val="600"/>
              </a:spcBef>
              <a:spcAft>
                <a:spcPts val="0"/>
              </a:spcAft>
              <a:buClr>
                <a:srgbClr val="FFFFFF"/>
              </a:buClr>
              <a:buSzTx/>
              <a:buFont typeface="Arial" panose="020B0604020202020204" pitchFamily="34" charset="0"/>
              <a:buChar char="•"/>
              <a:tabLst/>
              <a:defRPr/>
            </a:lvl2pPr>
            <a:lvl3pPr marL="360000" marR="0" indent="-180000" algn="l" defTabSz="914400" rtl="0" eaLnBrk="1" fontAlgn="auto" latinLnBrk="0" hangingPunct="1">
              <a:lnSpc>
                <a:spcPct val="100000"/>
              </a:lnSpc>
              <a:spcBef>
                <a:spcPts val="600"/>
              </a:spcBef>
              <a:spcAft>
                <a:spcPts val="0"/>
              </a:spcAft>
              <a:buClr>
                <a:srgbClr val="FFFFFF"/>
              </a:buClr>
              <a:buSzTx/>
              <a:buFont typeface="System Font Regular"/>
              <a:buChar char="-"/>
              <a:tabLst/>
              <a:defRPr/>
            </a:lvl3pPr>
            <a:lvl4pPr marL="539750" marR="0" indent="-180000" algn="l" defTabSz="914400" rtl="0" eaLnBrk="1" fontAlgn="auto" latinLnBrk="0" hangingPunct="1">
              <a:lnSpc>
                <a:spcPct val="100000"/>
              </a:lnSpc>
              <a:spcBef>
                <a:spcPts val="600"/>
              </a:spcBef>
              <a:spcAft>
                <a:spcPts val="0"/>
              </a:spcAft>
              <a:buClr>
                <a:srgbClr val="1DB7F3"/>
              </a:buClr>
              <a:buSzTx/>
              <a:buFont typeface="Arial" panose="020B0604020202020204" pitchFamily="34" charset="0"/>
              <a:buChar char="•"/>
              <a:tabLst/>
              <a:defRPr/>
            </a:lvl4pPr>
            <a:lvl5pPr marL="719138" marR="0" indent="-180975" algn="l" defTabSz="914400" rtl="0" eaLnBrk="1" fontAlgn="auto" latinLnBrk="0" hangingPunct="1">
              <a:lnSpc>
                <a:spcPct val="100000"/>
              </a:lnSpc>
              <a:spcBef>
                <a:spcPts val="600"/>
              </a:spcBef>
              <a:spcAft>
                <a:spcPts val="0"/>
              </a:spcAft>
              <a:buClr>
                <a:srgbClr val="1DB7F3"/>
              </a:buClr>
              <a:buSzTx/>
              <a:buFont typeface="System Font Regular"/>
              <a:buChar char="-"/>
              <a:tabLst/>
              <a:defRPr/>
            </a:lvl5pPr>
          </a:lstStyle>
          <a:p>
            <a:pPr marL="0" marR="0" lvl="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US" sz="1400" b="0" i="0" u="none" strike="noStrike" kern="1200" cap="none" spc="0" normalizeH="0" baseline="0" noProof="0">
                <a:ln>
                  <a:noFill/>
                </a:ln>
                <a:solidFill>
                  <a:srgbClr val="FFFFFF"/>
                </a:solidFill>
                <a:effectLst/>
                <a:uLnTx/>
                <a:uFillTx/>
                <a:latin typeface="+mn-lt"/>
                <a:ea typeface="+mn-ea"/>
                <a:cs typeface="+mn-cs"/>
              </a:rPr>
              <a:t>Click to edit Master text styles</a:t>
            </a:r>
          </a:p>
          <a:p>
            <a:pPr marL="180975" marR="0" lvl="1" indent="-180975" algn="l" defTabSz="914400" rtl="0" eaLnBrk="1" fontAlgn="auto" latinLnBrk="0" hangingPunct="1">
              <a:lnSpc>
                <a:spcPct val="100000"/>
              </a:lnSpc>
              <a:spcBef>
                <a:spcPts val="600"/>
              </a:spcBef>
              <a:spcAft>
                <a:spcPts val="0"/>
              </a:spcAft>
              <a:buClr>
                <a:srgbClr val="FFFFFF"/>
              </a:buClr>
              <a:buSzTx/>
              <a:buFont typeface="Arial" panose="020B0604020202020204" pitchFamily="34" charset="0"/>
              <a:buChar char="•"/>
              <a:tabLst/>
              <a:defRPr/>
            </a:pPr>
            <a:r>
              <a:rPr kumimoji="0" lang="en-US" sz="1400" b="0" i="0" u="none" strike="noStrike" kern="1200" cap="none" spc="0" normalizeH="0" baseline="0" noProof="0">
                <a:ln>
                  <a:noFill/>
                </a:ln>
                <a:solidFill>
                  <a:srgbClr val="FFFFFF"/>
                </a:solidFill>
                <a:effectLst/>
                <a:uLnTx/>
                <a:uFillTx/>
                <a:latin typeface="+mn-lt"/>
                <a:ea typeface="+mn-ea"/>
                <a:cs typeface="+mn-cs"/>
              </a:rPr>
              <a:t>Second level</a:t>
            </a:r>
          </a:p>
          <a:p>
            <a:pPr marL="360000" marR="0" lvl="2" indent="-180000" algn="l" defTabSz="914400" rtl="0" eaLnBrk="1" fontAlgn="auto" latinLnBrk="0" hangingPunct="1">
              <a:lnSpc>
                <a:spcPct val="100000"/>
              </a:lnSpc>
              <a:spcBef>
                <a:spcPts val="600"/>
              </a:spcBef>
              <a:spcAft>
                <a:spcPts val="0"/>
              </a:spcAft>
              <a:buClr>
                <a:srgbClr val="FFFFFF"/>
              </a:buClr>
              <a:buSzTx/>
              <a:buFont typeface="System Font Regular"/>
              <a:buChar char="-"/>
              <a:tabLst/>
              <a:defRPr/>
            </a:pPr>
            <a:r>
              <a:rPr kumimoji="0" lang="en-US" sz="1400" b="0" i="0" u="none" strike="noStrike" kern="1200" cap="none" spc="0" normalizeH="0" baseline="0" noProof="0">
                <a:ln>
                  <a:noFill/>
                </a:ln>
                <a:solidFill>
                  <a:srgbClr val="FFFFFF"/>
                </a:solidFill>
                <a:effectLst/>
                <a:uLnTx/>
                <a:uFillTx/>
                <a:latin typeface="+mn-lt"/>
                <a:ea typeface="+mn-ea"/>
                <a:cs typeface="+mn-cs"/>
              </a:rPr>
              <a:t>Third level</a:t>
            </a:r>
          </a:p>
          <a:p>
            <a:pPr marL="539750" marR="0" lvl="3" indent="-180000" algn="l" defTabSz="914400" rtl="0" eaLnBrk="1" fontAlgn="auto" latinLnBrk="0" hangingPunct="1">
              <a:lnSpc>
                <a:spcPct val="100000"/>
              </a:lnSpc>
              <a:spcBef>
                <a:spcPts val="600"/>
              </a:spcBef>
              <a:spcAft>
                <a:spcPts val="0"/>
              </a:spcAft>
              <a:buClr>
                <a:srgbClr val="1DB7F3"/>
              </a:buClr>
              <a:buSzTx/>
              <a:buFont typeface="Arial" panose="020B0604020202020204" pitchFamily="34" charset="0"/>
              <a:buChar char="•"/>
              <a:tabLst/>
              <a:defRPr/>
            </a:pPr>
            <a:r>
              <a:rPr kumimoji="0" lang="en-US" sz="1400" b="0" i="0" u="none" strike="noStrike" kern="1200" cap="none" spc="0" normalizeH="0" baseline="0" noProof="0">
                <a:ln>
                  <a:noFill/>
                </a:ln>
                <a:solidFill>
                  <a:srgbClr val="FFFFFF"/>
                </a:solidFill>
                <a:effectLst/>
                <a:uLnTx/>
                <a:uFillTx/>
                <a:latin typeface="+mn-lt"/>
                <a:ea typeface="+mn-ea"/>
                <a:cs typeface="+mn-cs"/>
              </a:rPr>
              <a:t>Fourth level</a:t>
            </a:r>
          </a:p>
          <a:p>
            <a:pPr marL="719138" marR="0" lvl="4" indent="-180975" algn="l" defTabSz="914400" rtl="0" eaLnBrk="1" fontAlgn="auto" latinLnBrk="0" hangingPunct="1">
              <a:lnSpc>
                <a:spcPct val="100000"/>
              </a:lnSpc>
              <a:spcBef>
                <a:spcPts val="600"/>
              </a:spcBef>
              <a:spcAft>
                <a:spcPts val="0"/>
              </a:spcAft>
              <a:buClr>
                <a:srgbClr val="1DB7F3"/>
              </a:buClr>
              <a:buSzTx/>
              <a:buFont typeface="System Font Regular"/>
              <a:buChar char="-"/>
              <a:tabLst/>
              <a:defRPr/>
            </a:pPr>
            <a:r>
              <a:rPr kumimoji="0" lang="en-US" sz="1400" b="0" i="0" u="none" strike="noStrike" kern="1200" cap="none" spc="0" normalizeH="0" baseline="0" noProof="0">
                <a:ln>
                  <a:noFill/>
                </a:ln>
                <a:solidFill>
                  <a:srgbClr val="FFFFFF"/>
                </a:solidFill>
                <a:effectLst/>
                <a:uLnTx/>
                <a:uFillTx/>
                <a:latin typeface="+mn-lt"/>
                <a:ea typeface="+mn-ea"/>
                <a:cs typeface="+mn-cs"/>
              </a:rPr>
              <a:t>Fifth level</a:t>
            </a:r>
          </a:p>
        </p:txBody>
      </p:sp>
    </p:spTree>
    <p:extLst>
      <p:ext uri="{BB962C8B-B14F-4D97-AF65-F5344CB8AC3E}">
        <p14:creationId xmlns:p14="http://schemas.microsoft.com/office/powerpoint/2010/main" val="3572227243"/>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Agenda 3">
    <p:spTree>
      <p:nvGrpSpPr>
        <p:cNvPr id="1" name=""/>
        <p:cNvGrpSpPr/>
        <p:nvPr/>
      </p:nvGrpSpPr>
      <p:grpSpPr>
        <a:xfrm>
          <a:off x="0" y="0"/>
          <a:ext cx="0" cy="0"/>
          <a:chOff x="0" y="0"/>
          <a:chExt cx="0" cy="0"/>
        </a:xfrm>
      </p:grpSpPr>
      <p:sp>
        <p:nvSpPr>
          <p:cNvPr id="33" name="Date Placeholder 32">
            <a:extLst>
              <a:ext uri="{FF2B5EF4-FFF2-40B4-BE49-F238E27FC236}">
                <a16:creationId xmlns:a16="http://schemas.microsoft.com/office/drawing/2014/main" id="{1792F48F-AFC4-D77D-4FA8-B153535CBD70}"/>
              </a:ext>
            </a:extLst>
          </p:cNvPr>
          <p:cNvSpPr>
            <a:spLocks noGrp="1"/>
          </p:cNvSpPr>
          <p:nvPr>
            <p:ph type="dt" sz="half" idx="36"/>
          </p:nvPr>
        </p:nvSpPr>
        <p:spPr/>
        <p:txBody>
          <a:bodyPr/>
          <a:lstStyle/>
          <a:p>
            <a:pPr>
              <a:spcBef>
                <a:spcPts val="1000"/>
              </a:spcBef>
              <a:buFont typeface="Arial" panose="020B0604020202020204" pitchFamily="34" charset="0"/>
              <a:buNone/>
            </a:pPr>
            <a:r>
              <a:rPr lang="pl-PL"/>
              <a:t>Company Confidential © Capgemini 2026. All rights reserved.</a:t>
            </a:r>
            <a:endParaRPr lang="en-US"/>
          </a:p>
        </p:txBody>
      </p:sp>
      <p:sp>
        <p:nvSpPr>
          <p:cNvPr id="35" name="Footer Placeholder 34">
            <a:extLst>
              <a:ext uri="{FF2B5EF4-FFF2-40B4-BE49-F238E27FC236}">
                <a16:creationId xmlns:a16="http://schemas.microsoft.com/office/drawing/2014/main" id="{8FAEFB74-F2E3-AD6C-0203-954A69747166}"/>
              </a:ext>
            </a:extLst>
          </p:cNvPr>
          <p:cNvSpPr>
            <a:spLocks noGrp="1"/>
          </p:cNvSpPr>
          <p:nvPr>
            <p:ph type="ftr" sz="quarter" idx="37"/>
          </p:nvPr>
        </p:nvSpPr>
        <p:spPr>
          <a:xfrm>
            <a:off x="550863" y="6650661"/>
            <a:ext cx="4716524" cy="123111"/>
          </a:xfrm>
          <a:prstGeom prst="rect">
            <a:avLst/>
          </a:prstGeom>
        </p:spPr>
        <p:txBody>
          <a:bodyPr/>
          <a:lstStyle/>
          <a:p>
            <a:pPr>
              <a:spcBef>
                <a:spcPts val="1000"/>
              </a:spcBef>
              <a:buFont typeface="Arial" panose="020B0604020202020204" pitchFamily="34" charset="0"/>
              <a:buNone/>
            </a:pPr>
            <a:r>
              <a:rPr lang="en-IN"/>
              <a:t>TMT Monthly Update |  June 2026</a:t>
            </a:r>
            <a:endParaRPr lang="en-US"/>
          </a:p>
        </p:txBody>
      </p:sp>
      <p:sp>
        <p:nvSpPr>
          <p:cNvPr id="36" name="Slide Number Placeholder 35">
            <a:extLst>
              <a:ext uri="{FF2B5EF4-FFF2-40B4-BE49-F238E27FC236}">
                <a16:creationId xmlns:a16="http://schemas.microsoft.com/office/drawing/2014/main" id="{AB9C35E1-257F-5A5F-F59A-ECEFF887BE62}"/>
              </a:ext>
            </a:extLst>
          </p:cNvPr>
          <p:cNvSpPr>
            <a:spLocks noGrp="1"/>
          </p:cNvSpPr>
          <p:nvPr>
            <p:ph type="sldNum" sz="quarter" idx="38"/>
          </p:nvPr>
        </p:nvSpPr>
        <p:spPr/>
        <p:txBody>
          <a:bodyPr/>
          <a:lstStyle/>
          <a:p>
            <a:pPr algn="r"/>
            <a:fld id="{5D9A5160-6218-4E5A-B9E6-B93E3DAE377C}" type="slidenum">
              <a:rPr lang="en-US" smtClean="0"/>
              <a:pPr algn="r"/>
              <a:t>‹#›</a:t>
            </a:fld>
            <a:endParaRPr lang="en-US"/>
          </a:p>
        </p:txBody>
      </p:sp>
      <p:sp>
        <p:nvSpPr>
          <p:cNvPr id="2" name="Text Placeholder 11">
            <a:extLst>
              <a:ext uri="{FF2B5EF4-FFF2-40B4-BE49-F238E27FC236}">
                <a16:creationId xmlns:a16="http://schemas.microsoft.com/office/drawing/2014/main" id="{177ECEE6-C274-510A-E183-7CC64018E234}"/>
              </a:ext>
            </a:extLst>
          </p:cNvPr>
          <p:cNvSpPr>
            <a:spLocks noGrp="1"/>
          </p:cNvSpPr>
          <p:nvPr>
            <p:ph type="body" sz="quarter" idx="24" hasCustomPrompt="1"/>
          </p:nvPr>
        </p:nvSpPr>
        <p:spPr>
          <a:xfrm>
            <a:off x="2207567" y="1628775"/>
            <a:ext cx="9433569"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3" name="Text Placeholder 11">
            <a:extLst>
              <a:ext uri="{FF2B5EF4-FFF2-40B4-BE49-F238E27FC236}">
                <a16:creationId xmlns:a16="http://schemas.microsoft.com/office/drawing/2014/main" id="{6956557D-0540-4E06-2606-E74478C1B109}"/>
              </a:ext>
            </a:extLst>
          </p:cNvPr>
          <p:cNvSpPr>
            <a:spLocks noGrp="1"/>
          </p:cNvSpPr>
          <p:nvPr>
            <p:ph type="body" sz="quarter" idx="25" hasCustomPrompt="1"/>
          </p:nvPr>
        </p:nvSpPr>
        <p:spPr>
          <a:xfrm>
            <a:off x="2207567" y="2221388"/>
            <a:ext cx="9433569"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7" name="Text Placeholder 11">
            <a:extLst>
              <a:ext uri="{FF2B5EF4-FFF2-40B4-BE49-F238E27FC236}">
                <a16:creationId xmlns:a16="http://schemas.microsoft.com/office/drawing/2014/main" id="{3B9586E9-C51E-DA56-3FAC-023C3959153C}"/>
              </a:ext>
            </a:extLst>
          </p:cNvPr>
          <p:cNvSpPr>
            <a:spLocks noGrp="1"/>
          </p:cNvSpPr>
          <p:nvPr>
            <p:ph type="body" sz="quarter" idx="26" hasCustomPrompt="1"/>
          </p:nvPr>
        </p:nvSpPr>
        <p:spPr>
          <a:xfrm>
            <a:off x="2207567" y="2814001"/>
            <a:ext cx="9433569"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8" name="Text Placeholder 6">
            <a:extLst>
              <a:ext uri="{FF2B5EF4-FFF2-40B4-BE49-F238E27FC236}">
                <a16:creationId xmlns:a16="http://schemas.microsoft.com/office/drawing/2014/main" id="{B89E4D1A-2646-73E5-791B-BF0164C0C833}"/>
              </a:ext>
            </a:extLst>
          </p:cNvPr>
          <p:cNvSpPr>
            <a:spLocks noGrp="1"/>
          </p:cNvSpPr>
          <p:nvPr>
            <p:ph type="body" sz="quarter" idx="27" hasCustomPrompt="1"/>
          </p:nvPr>
        </p:nvSpPr>
        <p:spPr>
          <a:xfrm>
            <a:off x="1492499" y="1628775"/>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9" name="Text Placeholder 6">
            <a:extLst>
              <a:ext uri="{FF2B5EF4-FFF2-40B4-BE49-F238E27FC236}">
                <a16:creationId xmlns:a16="http://schemas.microsoft.com/office/drawing/2014/main" id="{C9ACB82F-DA24-7A22-07AF-D6418D2E50C4}"/>
              </a:ext>
            </a:extLst>
          </p:cNvPr>
          <p:cNvSpPr>
            <a:spLocks noGrp="1"/>
          </p:cNvSpPr>
          <p:nvPr>
            <p:ph type="body" sz="quarter" idx="28" hasCustomPrompt="1"/>
          </p:nvPr>
        </p:nvSpPr>
        <p:spPr>
          <a:xfrm>
            <a:off x="1492499" y="2221388"/>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11" name="Text Placeholder 6">
            <a:extLst>
              <a:ext uri="{FF2B5EF4-FFF2-40B4-BE49-F238E27FC236}">
                <a16:creationId xmlns:a16="http://schemas.microsoft.com/office/drawing/2014/main" id="{073143D8-53B8-C7F0-0E9A-BEBDE5FAB4B6}"/>
              </a:ext>
            </a:extLst>
          </p:cNvPr>
          <p:cNvSpPr>
            <a:spLocks noGrp="1"/>
          </p:cNvSpPr>
          <p:nvPr>
            <p:ph type="body" sz="quarter" idx="29" hasCustomPrompt="1"/>
          </p:nvPr>
        </p:nvSpPr>
        <p:spPr>
          <a:xfrm>
            <a:off x="1492499" y="2814001"/>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12" name="Text Placeholder 11">
            <a:extLst>
              <a:ext uri="{FF2B5EF4-FFF2-40B4-BE49-F238E27FC236}">
                <a16:creationId xmlns:a16="http://schemas.microsoft.com/office/drawing/2014/main" id="{E7A9F9A2-0932-B847-8275-8C3EED0F9C87}"/>
              </a:ext>
            </a:extLst>
          </p:cNvPr>
          <p:cNvSpPr>
            <a:spLocks noGrp="1"/>
          </p:cNvSpPr>
          <p:nvPr>
            <p:ph type="body" sz="quarter" idx="30" hasCustomPrompt="1"/>
          </p:nvPr>
        </p:nvSpPr>
        <p:spPr>
          <a:xfrm>
            <a:off x="2207567" y="3406614"/>
            <a:ext cx="9433569"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14" name="Text Placeholder 11">
            <a:extLst>
              <a:ext uri="{FF2B5EF4-FFF2-40B4-BE49-F238E27FC236}">
                <a16:creationId xmlns:a16="http://schemas.microsoft.com/office/drawing/2014/main" id="{3F2F5FF2-5929-011C-CA94-B0950D74BC6A}"/>
              </a:ext>
            </a:extLst>
          </p:cNvPr>
          <p:cNvSpPr>
            <a:spLocks noGrp="1"/>
          </p:cNvSpPr>
          <p:nvPr>
            <p:ph type="body" sz="quarter" idx="31" hasCustomPrompt="1"/>
          </p:nvPr>
        </p:nvSpPr>
        <p:spPr>
          <a:xfrm>
            <a:off x="2207567" y="3999227"/>
            <a:ext cx="9433569"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21" name="Text Placeholder 11">
            <a:extLst>
              <a:ext uri="{FF2B5EF4-FFF2-40B4-BE49-F238E27FC236}">
                <a16:creationId xmlns:a16="http://schemas.microsoft.com/office/drawing/2014/main" id="{346C6A8E-6729-0ABB-9DE0-B78F02301527}"/>
              </a:ext>
            </a:extLst>
          </p:cNvPr>
          <p:cNvSpPr>
            <a:spLocks noGrp="1"/>
          </p:cNvSpPr>
          <p:nvPr>
            <p:ph type="body" sz="quarter" idx="32" hasCustomPrompt="1"/>
          </p:nvPr>
        </p:nvSpPr>
        <p:spPr>
          <a:xfrm>
            <a:off x="2207567" y="4591841"/>
            <a:ext cx="9433569"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22" name="Text Placeholder 6">
            <a:extLst>
              <a:ext uri="{FF2B5EF4-FFF2-40B4-BE49-F238E27FC236}">
                <a16:creationId xmlns:a16="http://schemas.microsoft.com/office/drawing/2014/main" id="{F3292A20-85E1-5411-0C87-353A3DC2ED89}"/>
              </a:ext>
            </a:extLst>
          </p:cNvPr>
          <p:cNvSpPr>
            <a:spLocks noGrp="1"/>
          </p:cNvSpPr>
          <p:nvPr>
            <p:ph type="body" sz="quarter" idx="33" hasCustomPrompt="1"/>
          </p:nvPr>
        </p:nvSpPr>
        <p:spPr>
          <a:xfrm>
            <a:off x="1492499" y="3406614"/>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23" name="Text Placeholder 6">
            <a:extLst>
              <a:ext uri="{FF2B5EF4-FFF2-40B4-BE49-F238E27FC236}">
                <a16:creationId xmlns:a16="http://schemas.microsoft.com/office/drawing/2014/main" id="{FC445348-FDB6-A20D-4FB5-E8D748B8DB3C}"/>
              </a:ext>
            </a:extLst>
          </p:cNvPr>
          <p:cNvSpPr>
            <a:spLocks noGrp="1"/>
          </p:cNvSpPr>
          <p:nvPr>
            <p:ph type="body" sz="quarter" idx="34" hasCustomPrompt="1"/>
          </p:nvPr>
        </p:nvSpPr>
        <p:spPr>
          <a:xfrm>
            <a:off x="1492499" y="3999227"/>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24" name="Text Placeholder 6">
            <a:extLst>
              <a:ext uri="{FF2B5EF4-FFF2-40B4-BE49-F238E27FC236}">
                <a16:creationId xmlns:a16="http://schemas.microsoft.com/office/drawing/2014/main" id="{AB9A3432-DAB6-2FB4-1AEB-959A8F3438A4}"/>
              </a:ext>
            </a:extLst>
          </p:cNvPr>
          <p:cNvSpPr>
            <a:spLocks noGrp="1"/>
          </p:cNvSpPr>
          <p:nvPr>
            <p:ph type="body" sz="quarter" idx="35" hasCustomPrompt="1"/>
          </p:nvPr>
        </p:nvSpPr>
        <p:spPr>
          <a:xfrm>
            <a:off x="1492499" y="4591841"/>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28" name="Rectangle 27">
            <a:extLst>
              <a:ext uri="{FF2B5EF4-FFF2-40B4-BE49-F238E27FC236}">
                <a16:creationId xmlns:a16="http://schemas.microsoft.com/office/drawing/2014/main" id="{3A39CED3-C9C5-5AA1-7B87-C6EBF61C365D}"/>
              </a:ext>
            </a:extLst>
          </p:cNvPr>
          <p:cNvSpPr/>
          <p:nvPr userDrawn="1"/>
        </p:nvSpPr>
        <p:spPr>
          <a:xfrm rot="16200000">
            <a:off x="-3343113" y="3343113"/>
            <a:ext cx="6857999" cy="171774"/>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9" name="Title Placeholder 4">
            <a:extLst>
              <a:ext uri="{FF2B5EF4-FFF2-40B4-BE49-F238E27FC236}">
                <a16:creationId xmlns:a16="http://schemas.microsoft.com/office/drawing/2014/main" id="{2D0B2EA5-825C-A08F-F88F-E7FFE20241DB}"/>
              </a:ext>
            </a:extLst>
          </p:cNvPr>
          <p:cNvSpPr>
            <a:spLocks noGrp="1"/>
          </p:cNvSpPr>
          <p:nvPr>
            <p:ph type="title" hasCustomPrompt="1"/>
          </p:nvPr>
        </p:nvSpPr>
        <p:spPr>
          <a:xfrm>
            <a:off x="1492498" y="549274"/>
            <a:ext cx="10148637" cy="930372"/>
          </a:xfrm>
          <a:prstGeom prst="rect">
            <a:avLst/>
          </a:prstGeom>
        </p:spPr>
        <p:txBody>
          <a:bodyPr vert="horz" lIns="0" tIns="0" rIns="0" bIns="126000" rtlCol="0" anchor="b" anchorCtr="0">
            <a:noAutofit/>
          </a:bodyPr>
          <a:lstStyle/>
          <a:p>
            <a:pPr lvl="0"/>
            <a:r>
              <a:rPr lang="en-GB"/>
              <a:t>Agenda</a:t>
            </a:r>
            <a:endParaRPr lang="de-DE"/>
          </a:p>
        </p:txBody>
      </p:sp>
    </p:spTree>
    <p:extLst>
      <p:ext uri="{BB962C8B-B14F-4D97-AF65-F5344CB8AC3E}">
        <p14:creationId xmlns:p14="http://schemas.microsoft.com/office/powerpoint/2010/main" val="978763362"/>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Agenda 4">
    <p:spTree>
      <p:nvGrpSpPr>
        <p:cNvPr id="1" name=""/>
        <p:cNvGrpSpPr/>
        <p:nvPr/>
      </p:nvGrpSpPr>
      <p:grpSpPr>
        <a:xfrm>
          <a:off x="0" y="0"/>
          <a:ext cx="0" cy="0"/>
          <a:chOff x="0" y="0"/>
          <a:chExt cx="0" cy="0"/>
        </a:xfrm>
      </p:grpSpPr>
      <p:sp>
        <p:nvSpPr>
          <p:cNvPr id="37" name="Date Placeholder 36">
            <a:extLst>
              <a:ext uri="{FF2B5EF4-FFF2-40B4-BE49-F238E27FC236}">
                <a16:creationId xmlns:a16="http://schemas.microsoft.com/office/drawing/2014/main" id="{E3E44C7E-7B24-5387-ED6D-C81D4AC2100E}"/>
              </a:ext>
            </a:extLst>
          </p:cNvPr>
          <p:cNvSpPr>
            <a:spLocks noGrp="1"/>
          </p:cNvSpPr>
          <p:nvPr>
            <p:ph type="dt" sz="half" idx="36"/>
          </p:nvPr>
        </p:nvSpPr>
        <p:spPr/>
        <p:txBody>
          <a:bodyPr/>
          <a:lstStyle/>
          <a:p>
            <a:pPr>
              <a:spcBef>
                <a:spcPts val="1000"/>
              </a:spcBef>
              <a:buFont typeface="Arial" panose="020B0604020202020204" pitchFamily="34" charset="0"/>
              <a:buNone/>
            </a:pPr>
            <a:r>
              <a:rPr lang="pl-PL"/>
              <a:t>Company Confidential © Capgemini 2026. All rights reserved.</a:t>
            </a:r>
            <a:endParaRPr lang="en-US"/>
          </a:p>
        </p:txBody>
      </p:sp>
      <p:sp>
        <p:nvSpPr>
          <p:cNvPr id="38" name="Footer Placeholder 37">
            <a:extLst>
              <a:ext uri="{FF2B5EF4-FFF2-40B4-BE49-F238E27FC236}">
                <a16:creationId xmlns:a16="http://schemas.microsoft.com/office/drawing/2014/main" id="{7394A9BB-87FE-DE03-D4F2-1F0FD0B3D023}"/>
              </a:ext>
            </a:extLst>
          </p:cNvPr>
          <p:cNvSpPr>
            <a:spLocks noGrp="1"/>
          </p:cNvSpPr>
          <p:nvPr>
            <p:ph type="ftr" sz="quarter" idx="37"/>
          </p:nvPr>
        </p:nvSpPr>
        <p:spPr>
          <a:xfrm>
            <a:off x="550863" y="6650661"/>
            <a:ext cx="4716524" cy="123111"/>
          </a:xfrm>
          <a:prstGeom prst="rect">
            <a:avLst/>
          </a:prstGeom>
        </p:spPr>
        <p:txBody>
          <a:bodyPr/>
          <a:lstStyle/>
          <a:p>
            <a:pPr>
              <a:spcBef>
                <a:spcPts val="1000"/>
              </a:spcBef>
              <a:buFont typeface="Arial" panose="020B0604020202020204" pitchFamily="34" charset="0"/>
              <a:buNone/>
            </a:pPr>
            <a:r>
              <a:rPr lang="en-IN"/>
              <a:t>TMT Monthly Update |  June 2026</a:t>
            </a:r>
            <a:endParaRPr lang="en-US"/>
          </a:p>
        </p:txBody>
      </p:sp>
      <p:sp>
        <p:nvSpPr>
          <p:cNvPr id="39" name="Slide Number Placeholder 38">
            <a:extLst>
              <a:ext uri="{FF2B5EF4-FFF2-40B4-BE49-F238E27FC236}">
                <a16:creationId xmlns:a16="http://schemas.microsoft.com/office/drawing/2014/main" id="{A4E72023-089F-F6C6-773E-52A615A0A2C4}"/>
              </a:ext>
            </a:extLst>
          </p:cNvPr>
          <p:cNvSpPr>
            <a:spLocks noGrp="1"/>
          </p:cNvSpPr>
          <p:nvPr>
            <p:ph type="sldNum" sz="quarter" idx="38"/>
          </p:nvPr>
        </p:nvSpPr>
        <p:spPr/>
        <p:txBody>
          <a:bodyPr/>
          <a:lstStyle/>
          <a:p>
            <a:pPr algn="r"/>
            <a:fld id="{5D9A5160-6218-4E5A-B9E6-B93E3DAE377C}" type="slidenum">
              <a:rPr lang="en-US" smtClean="0"/>
              <a:pPr algn="r"/>
              <a:t>‹#›</a:t>
            </a:fld>
            <a:endParaRPr lang="en-US"/>
          </a:p>
        </p:txBody>
      </p:sp>
      <p:sp>
        <p:nvSpPr>
          <p:cNvPr id="2" name="Text Placeholder 11">
            <a:extLst>
              <a:ext uri="{FF2B5EF4-FFF2-40B4-BE49-F238E27FC236}">
                <a16:creationId xmlns:a16="http://schemas.microsoft.com/office/drawing/2014/main" id="{F75B5451-AA81-CE88-5DF5-4CBB04754088}"/>
              </a:ext>
            </a:extLst>
          </p:cNvPr>
          <p:cNvSpPr>
            <a:spLocks noGrp="1"/>
          </p:cNvSpPr>
          <p:nvPr>
            <p:ph type="body" sz="quarter" idx="24" hasCustomPrompt="1"/>
          </p:nvPr>
        </p:nvSpPr>
        <p:spPr>
          <a:xfrm>
            <a:off x="1286644" y="1628775"/>
            <a:ext cx="10024942"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7" name="Text Placeholder 11">
            <a:extLst>
              <a:ext uri="{FF2B5EF4-FFF2-40B4-BE49-F238E27FC236}">
                <a16:creationId xmlns:a16="http://schemas.microsoft.com/office/drawing/2014/main" id="{35649664-012E-9B95-5AA9-38E8670BAA9D}"/>
              </a:ext>
            </a:extLst>
          </p:cNvPr>
          <p:cNvSpPr>
            <a:spLocks noGrp="1"/>
          </p:cNvSpPr>
          <p:nvPr>
            <p:ph type="body" sz="quarter" idx="25" hasCustomPrompt="1"/>
          </p:nvPr>
        </p:nvSpPr>
        <p:spPr>
          <a:xfrm>
            <a:off x="1286644" y="2221388"/>
            <a:ext cx="10024942"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8" name="Text Placeholder 11">
            <a:extLst>
              <a:ext uri="{FF2B5EF4-FFF2-40B4-BE49-F238E27FC236}">
                <a16:creationId xmlns:a16="http://schemas.microsoft.com/office/drawing/2014/main" id="{F01EAEFE-E66F-FA16-C00C-234C622D62F1}"/>
              </a:ext>
            </a:extLst>
          </p:cNvPr>
          <p:cNvSpPr>
            <a:spLocks noGrp="1"/>
          </p:cNvSpPr>
          <p:nvPr>
            <p:ph type="body" sz="quarter" idx="26" hasCustomPrompt="1"/>
          </p:nvPr>
        </p:nvSpPr>
        <p:spPr>
          <a:xfrm>
            <a:off x="1286644" y="2814001"/>
            <a:ext cx="10024942"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11" name="Text Placeholder 6">
            <a:extLst>
              <a:ext uri="{FF2B5EF4-FFF2-40B4-BE49-F238E27FC236}">
                <a16:creationId xmlns:a16="http://schemas.microsoft.com/office/drawing/2014/main" id="{89C76E14-1DFB-6F15-5025-855B6361FD29}"/>
              </a:ext>
            </a:extLst>
          </p:cNvPr>
          <p:cNvSpPr>
            <a:spLocks noGrp="1"/>
          </p:cNvSpPr>
          <p:nvPr>
            <p:ph type="body" sz="quarter" idx="27" hasCustomPrompt="1"/>
          </p:nvPr>
        </p:nvSpPr>
        <p:spPr>
          <a:xfrm>
            <a:off x="571574" y="1628775"/>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12" name="Text Placeholder 6">
            <a:extLst>
              <a:ext uri="{FF2B5EF4-FFF2-40B4-BE49-F238E27FC236}">
                <a16:creationId xmlns:a16="http://schemas.microsoft.com/office/drawing/2014/main" id="{936F63F5-2235-EC6B-F20A-322C375D6764}"/>
              </a:ext>
            </a:extLst>
          </p:cNvPr>
          <p:cNvSpPr>
            <a:spLocks noGrp="1"/>
          </p:cNvSpPr>
          <p:nvPr>
            <p:ph type="body" sz="quarter" idx="28" hasCustomPrompt="1"/>
          </p:nvPr>
        </p:nvSpPr>
        <p:spPr>
          <a:xfrm>
            <a:off x="571574" y="2221388"/>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14" name="Text Placeholder 6">
            <a:extLst>
              <a:ext uri="{FF2B5EF4-FFF2-40B4-BE49-F238E27FC236}">
                <a16:creationId xmlns:a16="http://schemas.microsoft.com/office/drawing/2014/main" id="{15422053-2476-1943-AE00-164A9E8371BA}"/>
              </a:ext>
            </a:extLst>
          </p:cNvPr>
          <p:cNvSpPr>
            <a:spLocks noGrp="1"/>
          </p:cNvSpPr>
          <p:nvPr>
            <p:ph type="body" sz="quarter" idx="29" hasCustomPrompt="1"/>
          </p:nvPr>
        </p:nvSpPr>
        <p:spPr>
          <a:xfrm>
            <a:off x="571574" y="2814001"/>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15" name="Text Placeholder 11">
            <a:extLst>
              <a:ext uri="{FF2B5EF4-FFF2-40B4-BE49-F238E27FC236}">
                <a16:creationId xmlns:a16="http://schemas.microsoft.com/office/drawing/2014/main" id="{09E58911-49B3-A279-5C3D-0C66A8D50259}"/>
              </a:ext>
            </a:extLst>
          </p:cNvPr>
          <p:cNvSpPr>
            <a:spLocks noGrp="1"/>
          </p:cNvSpPr>
          <p:nvPr>
            <p:ph type="body" sz="quarter" idx="30" hasCustomPrompt="1"/>
          </p:nvPr>
        </p:nvSpPr>
        <p:spPr>
          <a:xfrm>
            <a:off x="1286644" y="3406614"/>
            <a:ext cx="10024942"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16" name="Text Placeholder 11">
            <a:extLst>
              <a:ext uri="{FF2B5EF4-FFF2-40B4-BE49-F238E27FC236}">
                <a16:creationId xmlns:a16="http://schemas.microsoft.com/office/drawing/2014/main" id="{81EE432F-B6C5-2C6D-4F8C-B6AF52AC1342}"/>
              </a:ext>
            </a:extLst>
          </p:cNvPr>
          <p:cNvSpPr>
            <a:spLocks noGrp="1"/>
          </p:cNvSpPr>
          <p:nvPr>
            <p:ph type="body" sz="quarter" idx="31" hasCustomPrompt="1"/>
          </p:nvPr>
        </p:nvSpPr>
        <p:spPr>
          <a:xfrm>
            <a:off x="1286644" y="3999227"/>
            <a:ext cx="10024942"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17" name="Text Placeholder 11">
            <a:extLst>
              <a:ext uri="{FF2B5EF4-FFF2-40B4-BE49-F238E27FC236}">
                <a16:creationId xmlns:a16="http://schemas.microsoft.com/office/drawing/2014/main" id="{6C3B1CB0-F25D-6CFE-1572-C02E9F997A1F}"/>
              </a:ext>
            </a:extLst>
          </p:cNvPr>
          <p:cNvSpPr>
            <a:spLocks noGrp="1"/>
          </p:cNvSpPr>
          <p:nvPr>
            <p:ph type="body" sz="quarter" idx="32" hasCustomPrompt="1"/>
          </p:nvPr>
        </p:nvSpPr>
        <p:spPr>
          <a:xfrm>
            <a:off x="1286644" y="4591841"/>
            <a:ext cx="10024942"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21" name="Text Placeholder 6">
            <a:extLst>
              <a:ext uri="{FF2B5EF4-FFF2-40B4-BE49-F238E27FC236}">
                <a16:creationId xmlns:a16="http://schemas.microsoft.com/office/drawing/2014/main" id="{CCC683A4-8B80-3F5B-F447-292A75A2F9EA}"/>
              </a:ext>
            </a:extLst>
          </p:cNvPr>
          <p:cNvSpPr>
            <a:spLocks noGrp="1"/>
          </p:cNvSpPr>
          <p:nvPr>
            <p:ph type="body" sz="quarter" idx="33" hasCustomPrompt="1"/>
          </p:nvPr>
        </p:nvSpPr>
        <p:spPr>
          <a:xfrm>
            <a:off x="571574" y="3406614"/>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22" name="Text Placeholder 6">
            <a:extLst>
              <a:ext uri="{FF2B5EF4-FFF2-40B4-BE49-F238E27FC236}">
                <a16:creationId xmlns:a16="http://schemas.microsoft.com/office/drawing/2014/main" id="{5C7B3DFE-E0E4-60C2-9E68-E7CFA51D9090}"/>
              </a:ext>
            </a:extLst>
          </p:cNvPr>
          <p:cNvSpPr>
            <a:spLocks noGrp="1"/>
          </p:cNvSpPr>
          <p:nvPr>
            <p:ph type="body" sz="quarter" idx="34" hasCustomPrompt="1"/>
          </p:nvPr>
        </p:nvSpPr>
        <p:spPr>
          <a:xfrm>
            <a:off x="571574" y="3999227"/>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23" name="Text Placeholder 6">
            <a:extLst>
              <a:ext uri="{FF2B5EF4-FFF2-40B4-BE49-F238E27FC236}">
                <a16:creationId xmlns:a16="http://schemas.microsoft.com/office/drawing/2014/main" id="{FBB528F0-6D32-2E8E-109D-145FF08029B2}"/>
              </a:ext>
            </a:extLst>
          </p:cNvPr>
          <p:cNvSpPr>
            <a:spLocks noGrp="1"/>
          </p:cNvSpPr>
          <p:nvPr>
            <p:ph type="body" sz="quarter" idx="35" hasCustomPrompt="1"/>
          </p:nvPr>
        </p:nvSpPr>
        <p:spPr>
          <a:xfrm>
            <a:off x="571574" y="4591841"/>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25" name="Title Placeholder 4">
            <a:extLst>
              <a:ext uri="{FF2B5EF4-FFF2-40B4-BE49-F238E27FC236}">
                <a16:creationId xmlns:a16="http://schemas.microsoft.com/office/drawing/2014/main" id="{67AE5D7F-39B4-D666-54B9-10ED96FE6120}"/>
              </a:ext>
            </a:extLst>
          </p:cNvPr>
          <p:cNvSpPr>
            <a:spLocks noGrp="1"/>
          </p:cNvSpPr>
          <p:nvPr>
            <p:ph type="title" hasCustomPrompt="1"/>
          </p:nvPr>
        </p:nvSpPr>
        <p:spPr>
          <a:xfrm>
            <a:off x="551384" y="549274"/>
            <a:ext cx="11090938" cy="930372"/>
          </a:xfrm>
          <a:prstGeom prst="rect">
            <a:avLst/>
          </a:prstGeom>
        </p:spPr>
        <p:txBody>
          <a:bodyPr vert="horz" lIns="0" tIns="0" rIns="0" bIns="126000" rtlCol="0" anchor="b" anchorCtr="0">
            <a:noAutofit/>
          </a:bodyPr>
          <a:lstStyle/>
          <a:p>
            <a:pPr lvl="0"/>
            <a:r>
              <a:rPr lang="en-GB"/>
              <a:t>Agenda</a:t>
            </a:r>
            <a:endParaRPr lang="de-DE"/>
          </a:p>
        </p:txBody>
      </p:sp>
    </p:spTree>
    <p:extLst>
      <p:ext uri="{BB962C8B-B14F-4D97-AF65-F5344CB8AC3E}">
        <p14:creationId xmlns:p14="http://schemas.microsoft.com/office/powerpoint/2010/main" val="3764575764"/>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Divider 1">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A65D5B6-99D5-A656-18EB-125B9A4CC27A}"/>
              </a:ext>
            </a:extLst>
          </p:cNvPr>
          <p:cNvSpPr/>
          <p:nvPr userDrawn="1"/>
        </p:nvSpPr>
        <p:spPr>
          <a:xfrm>
            <a:off x="5159374" y="4257063"/>
            <a:ext cx="7032625" cy="180000"/>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FFFFFF"/>
              </a:solidFill>
              <a:effectLst/>
              <a:uLnTx/>
              <a:uFillTx/>
              <a:latin typeface="Ubuntu"/>
              <a:ea typeface="+mn-ea"/>
              <a:cs typeface="+mn-cs"/>
            </a:endParaRPr>
          </a:p>
        </p:txBody>
      </p:sp>
      <p:sp>
        <p:nvSpPr>
          <p:cNvPr id="8" name="Text Placeholder 8">
            <a:extLst>
              <a:ext uri="{FF2B5EF4-FFF2-40B4-BE49-F238E27FC236}">
                <a16:creationId xmlns:a16="http://schemas.microsoft.com/office/drawing/2014/main" id="{E2576D65-BA9A-4C38-D195-558BDD9AFD0E}"/>
              </a:ext>
            </a:extLst>
          </p:cNvPr>
          <p:cNvSpPr>
            <a:spLocks noGrp="1"/>
          </p:cNvSpPr>
          <p:nvPr>
            <p:ph type="body" sz="quarter" idx="19" hasCustomPrompt="1"/>
          </p:nvPr>
        </p:nvSpPr>
        <p:spPr>
          <a:xfrm>
            <a:off x="0" y="0"/>
            <a:ext cx="4657725" cy="6858000"/>
          </a:xfrm>
          <a:prstGeom prst="rect">
            <a:avLst/>
          </a:prstGeom>
        </p:spPr>
        <p:txBody>
          <a:bodyPr wrap="none" lIns="0" tIns="972000" rIns="0" bIns="0" anchor="t" anchorCtr="0">
            <a:noAutofit/>
          </a:bodyPr>
          <a:lstStyle>
            <a:lvl1pPr algn="r">
              <a:defRPr sz="40000" spc="-300">
                <a:solidFill>
                  <a:schemeClr val="bg1"/>
                </a:solidFill>
              </a:defRPr>
            </a:lvl1pPr>
          </a:lstStyle>
          <a:p>
            <a:pPr lvl="0"/>
            <a:r>
              <a:rPr lang="en-GB"/>
              <a:t>01</a:t>
            </a:r>
            <a:endParaRPr lang="en-PL"/>
          </a:p>
        </p:txBody>
      </p:sp>
      <p:sp>
        <p:nvSpPr>
          <p:cNvPr id="2" name="Date Placeholder 1">
            <a:extLst>
              <a:ext uri="{FF2B5EF4-FFF2-40B4-BE49-F238E27FC236}">
                <a16:creationId xmlns:a16="http://schemas.microsoft.com/office/drawing/2014/main" id="{D888E175-7057-3F5C-3D05-E1A6DF23539C}"/>
              </a:ext>
            </a:extLst>
          </p:cNvPr>
          <p:cNvSpPr>
            <a:spLocks noGrp="1"/>
          </p:cNvSpPr>
          <p:nvPr>
            <p:ph type="dt" sz="half" idx="20"/>
          </p:nvPr>
        </p:nvSpPr>
        <p:spPr/>
        <p:txBody>
          <a:bodyPr/>
          <a:lstStyle/>
          <a:p>
            <a:pPr>
              <a:spcBef>
                <a:spcPts val="1000"/>
              </a:spcBef>
              <a:buFont typeface="Arial" panose="020B0604020202020204" pitchFamily="34" charset="0"/>
              <a:buNone/>
            </a:pPr>
            <a:r>
              <a:rPr lang="pl-PL"/>
              <a:t>Company Confidential © Capgemini 2026. All rights reserved.</a:t>
            </a:r>
            <a:endParaRPr lang="en-US"/>
          </a:p>
        </p:txBody>
      </p:sp>
      <p:sp>
        <p:nvSpPr>
          <p:cNvPr id="5" name="Footer Placeholder 4">
            <a:extLst>
              <a:ext uri="{FF2B5EF4-FFF2-40B4-BE49-F238E27FC236}">
                <a16:creationId xmlns:a16="http://schemas.microsoft.com/office/drawing/2014/main" id="{87B29DCD-1860-BCB3-12D3-011B4B8885BF}"/>
              </a:ext>
            </a:extLst>
          </p:cNvPr>
          <p:cNvSpPr>
            <a:spLocks noGrp="1"/>
          </p:cNvSpPr>
          <p:nvPr>
            <p:ph type="ftr" sz="quarter" idx="21"/>
          </p:nvPr>
        </p:nvSpPr>
        <p:spPr>
          <a:xfrm>
            <a:off x="550863" y="6650661"/>
            <a:ext cx="4716524" cy="123111"/>
          </a:xfrm>
          <a:prstGeom prst="rect">
            <a:avLst/>
          </a:prstGeom>
        </p:spPr>
        <p:txBody>
          <a:bodyPr/>
          <a:lstStyle/>
          <a:p>
            <a:pPr>
              <a:spcBef>
                <a:spcPts val="1000"/>
              </a:spcBef>
              <a:buFont typeface="Arial" panose="020B0604020202020204" pitchFamily="34" charset="0"/>
              <a:buNone/>
            </a:pPr>
            <a:r>
              <a:rPr lang="en-IN"/>
              <a:t>TMT Monthly Update |  June 2026</a:t>
            </a:r>
            <a:endParaRPr lang="en-US"/>
          </a:p>
        </p:txBody>
      </p:sp>
      <p:sp>
        <p:nvSpPr>
          <p:cNvPr id="7" name="Slide Number Placeholder 6">
            <a:extLst>
              <a:ext uri="{FF2B5EF4-FFF2-40B4-BE49-F238E27FC236}">
                <a16:creationId xmlns:a16="http://schemas.microsoft.com/office/drawing/2014/main" id="{5673F8B8-3459-331B-8856-F82064558CD0}"/>
              </a:ext>
            </a:extLst>
          </p:cNvPr>
          <p:cNvSpPr>
            <a:spLocks noGrp="1"/>
          </p:cNvSpPr>
          <p:nvPr>
            <p:ph type="sldNum" sz="quarter" idx="22"/>
          </p:nvPr>
        </p:nvSpPr>
        <p:spPr/>
        <p:txBody>
          <a:bodyPr/>
          <a:lstStyle/>
          <a:p>
            <a:pPr algn="r"/>
            <a:fld id="{5D9A5160-6218-4E5A-B9E6-B93E3DAE377C}" type="slidenum">
              <a:rPr lang="en-US" smtClean="0"/>
              <a:pPr algn="r"/>
              <a:t>‹#›</a:t>
            </a:fld>
            <a:endParaRPr lang="en-US"/>
          </a:p>
        </p:txBody>
      </p:sp>
      <p:sp>
        <p:nvSpPr>
          <p:cNvPr id="3" name="Title 5">
            <a:extLst>
              <a:ext uri="{FF2B5EF4-FFF2-40B4-BE49-F238E27FC236}">
                <a16:creationId xmlns:a16="http://schemas.microsoft.com/office/drawing/2014/main" id="{A46E6970-BA83-4193-5AED-3E295B609552}"/>
              </a:ext>
            </a:extLst>
          </p:cNvPr>
          <p:cNvSpPr>
            <a:spLocks noGrp="1"/>
          </p:cNvSpPr>
          <p:nvPr>
            <p:ph type="title" hasCustomPrompt="1"/>
          </p:nvPr>
        </p:nvSpPr>
        <p:spPr>
          <a:xfrm>
            <a:off x="5159374" y="4658810"/>
            <a:ext cx="6487665" cy="1672542"/>
          </a:xfrm>
          <a:prstGeom prst="rect">
            <a:avLst/>
          </a:prstGeom>
        </p:spPr>
        <p:txBody>
          <a:bodyPr vert="horz" lIns="0" tIns="0" rIns="0" bIns="0" rtlCol="0" anchor="t">
            <a:noAutofit/>
          </a:bodyPr>
          <a:lstStyle>
            <a:lvl1pPr>
              <a:spcBef>
                <a:spcPts val="0"/>
              </a:spcBef>
              <a:defRPr lang="en-US" sz="4800">
                <a:latin typeface="+mn-lt"/>
                <a:ea typeface="+mn-ea"/>
                <a:cs typeface="+mn-cs"/>
              </a:defRPr>
            </a:lvl1pPr>
          </a:lstStyle>
          <a:p>
            <a:pPr lvl="0">
              <a:lnSpc>
                <a:spcPct val="100000"/>
              </a:lnSpc>
              <a:spcBef>
                <a:spcPts val="1800"/>
              </a:spcBef>
              <a:buFont typeface="Arial" panose="020B0604020202020204" pitchFamily="34" charset="0"/>
            </a:pPr>
            <a:r>
              <a:rPr lang="en-US"/>
              <a:t>Click to add title</a:t>
            </a:r>
          </a:p>
        </p:txBody>
      </p:sp>
    </p:spTree>
    <p:extLst>
      <p:ext uri="{BB962C8B-B14F-4D97-AF65-F5344CB8AC3E}">
        <p14:creationId xmlns:p14="http://schemas.microsoft.com/office/powerpoint/2010/main" val="2998558723"/>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Divider Photo 1">
    <p:spTree>
      <p:nvGrpSpPr>
        <p:cNvPr id="1" name=""/>
        <p:cNvGrpSpPr/>
        <p:nvPr/>
      </p:nvGrpSpPr>
      <p:grpSpPr>
        <a:xfrm>
          <a:off x="0" y="0"/>
          <a:ext cx="0" cy="0"/>
          <a:chOff x="0" y="0"/>
          <a:chExt cx="0" cy="0"/>
        </a:xfrm>
      </p:grpSpPr>
      <p:sp>
        <p:nvSpPr>
          <p:cNvPr id="2" name="Picture Placeholder 10">
            <a:extLst>
              <a:ext uri="{FF2B5EF4-FFF2-40B4-BE49-F238E27FC236}">
                <a16:creationId xmlns:a16="http://schemas.microsoft.com/office/drawing/2014/main" id="{8AD156C1-F91F-57E6-BFA6-A0059404D21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7" name="Text Placeholder 8">
            <a:extLst>
              <a:ext uri="{FF2B5EF4-FFF2-40B4-BE49-F238E27FC236}">
                <a16:creationId xmlns:a16="http://schemas.microsoft.com/office/drawing/2014/main" id="{516D0E3A-0719-64AB-54D1-64F80BE164A7}"/>
              </a:ext>
            </a:extLst>
          </p:cNvPr>
          <p:cNvSpPr>
            <a:spLocks noGrp="1"/>
          </p:cNvSpPr>
          <p:nvPr>
            <p:ph type="body" sz="quarter" idx="19" hasCustomPrompt="1"/>
          </p:nvPr>
        </p:nvSpPr>
        <p:spPr>
          <a:xfrm>
            <a:off x="0" y="0"/>
            <a:ext cx="4657725" cy="6858000"/>
          </a:xfrm>
          <a:prstGeom prst="rect">
            <a:avLst/>
          </a:prstGeom>
        </p:spPr>
        <p:txBody>
          <a:bodyPr wrap="none" lIns="0" tIns="972000" rIns="0" bIns="0" anchor="t" anchorCtr="0">
            <a:noAutofit/>
          </a:bodyPr>
          <a:lstStyle>
            <a:lvl1pPr algn="r">
              <a:defRPr sz="40000" spc="-300">
                <a:solidFill>
                  <a:schemeClr val="bg1"/>
                </a:solidFill>
              </a:defRPr>
            </a:lvl1pPr>
          </a:lstStyle>
          <a:p>
            <a:pPr lvl="0"/>
            <a:r>
              <a:rPr lang="en-GB"/>
              <a:t>01</a:t>
            </a:r>
            <a:endParaRPr lang="en-PL"/>
          </a:p>
        </p:txBody>
      </p:sp>
      <p:sp>
        <p:nvSpPr>
          <p:cNvPr id="16" name="Date Placeholder 15">
            <a:extLst>
              <a:ext uri="{FF2B5EF4-FFF2-40B4-BE49-F238E27FC236}">
                <a16:creationId xmlns:a16="http://schemas.microsoft.com/office/drawing/2014/main" id="{49CD99F0-AA6A-8A74-80DA-FCF12D30E56D}"/>
              </a:ext>
            </a:extLst>
          </p:cNvPr>
          <p:cNvSpPr>
            <a:spLocks noGrp="1"/>
          </p:cNvSpPr>
          <p:nvPr>
            <p:ph type="dt" sz="half" idx="20"/>
          </p:nvPr>
        </p:nvSpPr>
        <p:spPr/>
        <p:txBody>
          <a:bodyPr/>
          <a:lstStyle/>
          <a:p>
            <a:pPr>
              <a:spcBef>
                <a:spcPts val="1000"/>
              </a:spcBef>
              <a:buFont typeface="Arial" panose="020B0604020202020204" pitchFamily="34" charset="0"/>
              <a:buNone/>
            </a:pPr>
            <a:r>
              <a:rPr lang="pl-PL"/>
              <a:t>Company Confidential © Capgemini 2026. All rights reserved.</a:t>
            </a:r>
            <a:endParaRPr lang="en-US"/>
          </a:p>
        </p:txBody>
      </p:sp>
      <p:sp>
        <p:nvSpPr>
          <p:cNvPr id="17" name="Footer Placeholder 16">
            <a:extLst>
              <a:ext uri="{FF2B5EF4-FFF2-40B4-BE49-F238E27FC236}">
                <a16:creationId xmlns:a16="http://schemas.microsoft.com/office/drawing/2014/main" id="{F17F6240-FF3A-51A1-CB87-F17DD5B550AC}"/>
              </a:ext>
            </a:extLst>
          </p:cNvPr>
          <p:cNvSpPr>
            <a:spLocks noGrp="1"/>
          </p:cNvSpPr>
          <p:nvPr>
            <p:ph type="ftr" sz="quarter" idx="21"/>
          </p:nvPr>
        </p:nvSpPr>
        <p:spPr>
          <a:xfrm>
            <a:off x="550863" y="6650661"/>
            <a:ext cx="4716524" cy="123111"/>
          </a:xfrm>
          <a:prstGeom prst="rect">
            <a:avLst/>
          </a:prstGeom>
        </p:spPr>
        <p:txBody>
          <a:bodyPr/>
          <a:lstStyle/>
          <a:p>
            <a:pPr>
              <a:spcBef>
                <a:spcPts val="1000"/>
              </a:spcBef>
              <a:buFont typeface="Arial" panose="020B0604020202020204" pitchFamily="34" charset="0"/>
              <a:buNone/>
            </a:pPr>
            <a:r>
              <a:rPr lang="en-IN"/>
              <a:t>TMT Monthly Update |  June 2026</a:t>
            </a:r>
            <a:endParaRPr lang="en-US"/>
          </a:p>
        </p:txBody>
      </p:sp>
      <p:sp>
        <p:nvSpPr>
          <p:cNvPr id="18" name="Slide Number Placeholder 17">
            <a:extLst>
              <a:ext uri="{FF2B5EF4-FFF2-40B4-BE49-F238E27FC236}">
                <a16:creationId xmlns:a16="http://schemas.microsoft.com/office/drawing/2014/main" id="{325C9A5C-680C-6EA0-3B81-433A858DD497}"/>
              </a:ext>
            </a:extLst>
          </p:cNvPr>
          <p:cNvSpPr>
            <a:spLocks noGrp="1"/>
          </p:cNvSpPr>
          <p:nvPr>
            <p:ph type="sldNum" sz="quarter" idx="22"/>
          </p:nvPr>
        </p:nvSpPr>
        <p:spPr/>
        <p:txBody>
          <a:bodyPr/>
          <a:lstStyle/>
          <a:p>
            <a:pPr algn="r"/>
            <a:fld id="{5D9A5160-6218-4E5A-B9E6-B93E3DAE377C}" type="slidenum">
              <a:rPr lang="en-US" smtClean="0"/>
              <a:pPr algn="r"/>
              <a:t>‹#›</a:t>
            </a:fld>
            <a:endParaRPr lang="en-US"/>
          </a:p>
        </p:txBody>
      </p:sp>
      <p:sp>
        <p:nvSpPr>
          <p:cNvPr id="4" name="Title 5">
            <a:extLst>
              <a:ext uri="{FF2B5EF4-FFF2-40B4-BE49-F238E27FC236}">
                <a16:creationId xmlns:a16="http://schemas.microsoft.com/office/drawing/2014/main" id="{7F0E5308-C0B6-A51A-556D-DA29D16D994D}"/>
              </a:ext>
            </a:extLst>
          </p:cNvPr>
          <p:cNvSpPr>
            <a:spLocks noGrp="1"/>
          </p:cNvSpPr>
          <p:nvPr>
            <p:ph type="title" hasCustomPrompt="1"/>
          </p:nvPr>
        </p:nvSpPr>
        <p:spPr>
          <a:xfrm>
            <a:off x="5159374" y="4658810"/>
            <a:ext cx="6487665" cy="1672542"/>
          </a:xfrm>
          <a:prstGeom prst="rect">
            <a:avLst/>
          </a:prstGeom>
        </p:spPr>
        <p:txBody>
          <a:bodyPr vert="horz" lIns="0" tIns="0" rIns="0" bIns="0" rtlCol="0" anchor="t">
            <a:noAutofit/>
          </a:bodyPr>
          <a:lstStyle>
            <a:lvl1pPr>
              <a:spcBef>
                <a:spcPts val="0"/>
              </a:spcBef>
              <a:defRPr lang="en-US" sz="4800">
                <a:latin typeface="+mn-lt"/>
                <a:ea typeface="+mn-ea"/>
                <a:cs typeface="+mn-cs"/>
              </a:defRPr>
            </a:lvl1pPr>
          </a:lstStyle>
          <a:p>
            <a:pPr lvl="0">
              <a:lnSpc>
                <a:spcPct val="100000"/>
              </a:lnSpc>
              <a:spcBef>
                <a:spcPts val="1800"/>
              </a:spcBef>
              <a:buFont typeface="Arial" panose="020B0604020202020204" pitchFamily="34" charset="0"/>
            </a:pPr>
            <a:r>
              <a:rPr lang="en-US"/>
              <a:t>Click to add title</a:t>
            </a:r>
          </a:p>
        </p:txBody>
      </p:sp>
      <p:sp>
        <p:nvSpPr>
          <p:cNvPr id="5" name="Gradient Placeholder 5">
            <a:extLst>
              <a:ext uri="{FF2B5EF4-FFF2-40B4-BE49-F238E27FC236}">
                <a16:creationId xmlns:a16="http://schemas.microsoft.com/office/drawing/2014/main" id="{BCDFD201-C5C3-D115-FEBA-28F14920CBD6}"/>
              </a:ext>
            </a:extLst>
          </p:cNvPr>
          <p:cNvSpPr>
            <a:spLocks noGrp="1"/>
          </p:cNvSpPr>
          <p:nvPr>
            <p:ph type="body" sz="quarter" idx="28" hasCustomPrompt="1"/>
          </p:nvPr>
        </p:nvSpPr>
        <p:spPr>
          <a:xfrm>
            <a:off x="5159374" y="4257063"/>
            <a:ext cx="7032625" cy="180000"/>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lgn="l">
              <a:defRPr kumimoji="0" lang="en-US" sz="700" b="0" i="0" u="none" strike="noStrike" kern="0" cap="none" spc="0" normalizeH="0" baseline="0" dirty="0" smtClean="0">
                <a:ln>
                  <a:noFill/>
                </a:ln>
                <a:solidFill>
                  <a:schemeClr val="tx2"/>
                </a:solidFill>
                <a:effectLst/>
                <a:uLnTx/>
                <a:uFillTx/>
                <a:latin typeface="Ubuntu"/>
              </a:defRPr>
            </a:lvl1pPr>
          </a:lstStyle>
          <a:p>
            <a:pPr lvl="0" algn="ctr">
              <a:spcBef>
                <a:spcPts val="0"/>
              </a:spcBef>
              <a:buFontTx/>
            </a:pPr>
            <a:r>
              <a:rPr lang="en-US"/>
              <a:t>Gradient in placeholder</a:t>
            </a:r>
          </a:p>
        </p:txBody>
      </p:sp>
      <p:sp>
        <p:nvSpPr>
          <p:cNvPr id="6" name="Logo Placeholder 7">
            <a:extLst>
              <a:ext uri="{FF2B5EF4-FFF2-40B4-BE49-F238E27FC236}">
                <a16:creationId xmlns:a16="http://schemas.microsoft.com/office/drawing/2014/main" id="{E76BD2F5-FBF2-4A06-98A5-A963BEB48103}"/>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2910412052"/>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Divider 2">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9BB1339-F341-E41B-4A76-E0462FDC1FEA}"/>
              </a:ext>
            </a:extLst>
          </p:cNvPr>
          <p:cNvSpPr/>
          <p:nvPr userDrawn="1"/>
        </p:nvSpPr>
        <p:spPr>
          <a:xfrm rot="16200000">
            <a:off x="-50850" y="3339001"/>
            <a:ext cx="6857998" cy="180000"/>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3" name="Date Placeholder 2">
            <a:extLst>
              <a:ext uri="{FF2B5EF4-FFF2-40B4-BE49-F238E27FC236}">
                <a16:creationId xmlns:a16="http://schemas.microsoft.com/office/drawing/2014/main" id="{8811E274-2B57-BD57-2F68-DBB426EFCE65}"/>
              </a:ext>
            </a:extLst>
          </p:cNvPr>
          <p:cNvSpPr>
            <a:spLocks noGrp="1"/>
          </p:cNvSpPr>
          <p:nvPr>
            <p:ph type="dt" sz="half" idx="19"/>
          </p:nvPr>
        </p:nvSpPr>
        <p:spPr/>
        <p:txBody>
          <a:bodyPr/>
          <a:lstStyle/>
          <a:p>
            <a:pPr>
              <a:spcBef>
                <a:spcPts val="1000"/>
              </a:spcBef>
              <a:buFont typeface="Arial" panose="020B0604020202020204" pitchFamily="34" charset="0"/>
              <a:buNone/>
            </a:pPr>
            <a:r>
              <a:rPr lang="pl-PL"/>
              <a:t>Company Confidential © Capgemini 2026. All rights reserved.</a:t>
            </a:r>
            <a:endParaRPr lang="en-US"/>
          </a:p>
        </p:txBody>
      </p:sp>
      <p:sp>
        <p:nvSpPr>
          <p:cNvPr id="4" name="Footer Placeholder 3">
            <a:extLst>
              <a:ext uri="{FF2B5EF4-FFF2-40B4-BE49-F238E27FC236}">
                <a16:creationId xmlns:a16="http://schemas.microsoft.com/office/drawing/2014/main" id="{09CE6D32-8A75-0D6E-E71F-DAACF84605EC}"/>
              </a:ext>
            </a:extLst>
          </p:cNvPr>
          <p:cNvSpPr>
            <a:spLocks noGrp="1"/>
          </p:cNvSpPr>
          <p:nvPr>
            <p:ph type="ftr" sz="quarter" idx="20"/>
          </p:nvPr>
        </p:nvSpPr>
        <p:spPr>
          <a:xfrm>
            <a:off x="550863" y="6650661"/>
            <a:ext cx="4716524" cy="123111"/>
          </a:xfrm>
          <a:prstGeom prst="rect">
            <a:avLst/>
          </a:prstGeom>
        </p:spPr>
        <p:txBody>
          <a:bodyPr/>
          <a:lstStyle/>
          <a:p>
            <a:pPr>
              <a:spcBef>
                <a:spcPts val="1000"/>
              </a:spcBef>
              <a:buFont typeface="Arial" panose="020B0604020202020204" pitchFamily="34" charset="0"/>
              <a:buNone/>
            </a:pPr>
            <a:r>
              <a:rPr lang="en-IN"/>
              <a:t>TMT Monthly Update |  June 2026</a:t>
            </a:r>
            <a:endParaRPr lang="en-US"/>
          </a:p>
        </p:txBody>
      </p:sp>
      <p:sp>
        <p:nvSpPr>
          <p:cNvPr id="6" name="Slide Number Placeholder 5">
            <a:extLst>
              <a:ext uri="{FF2B5EF4-FFF2-40B4-BE49-F238E27FC236}">
                <a16:creationId xmlns:a16="http://schemas.microsoft.com/office/drawing/2014/main" id="{0977DCB7-EB08-EC5A-73FF-FB5F850C5C25}"/>
              </a:ext>
            </a:extLst>
          </p:cNvPr>
          <p:cNvSpPr>
            <a:spLocks noGrp="1"/>
          </p:cNvSpPr>
          <p:nvPr>
            <p:ph type="sldNum" sz="quarter" idx="21"/>
          </p:nvPr>
        </p:nvSpPr>
        <p:spPr/>
        <p:txBody>
          <a:bodyPr/>
          <a:lstStyle/>
          <a:p>
            <a:pPr algn="r"/>
            <a:fld id="{5D9A5160-6218-4E5A-B9E6-B93E3DAE377C}" type="slidenum">
              <a:rPr lang="en-US" smtClean="0"/>
              <a:pPr algn="r"/>
              <a:t>‹#›</a:t>
            </a:fld>
            <a:endParaRPr lang="en-US"/>
          </a:p>
        </p:txBody>
      </p:sp>
      <p:sp>
        <p:nvSpPr>
          <p:cNvPr id="2" name="Text Placeholder 4">
            <a:extLst>
              <a:ext uri="{FF2B5EF4-FFF2-40B4-BE49-F238E27FC236}">
                <a16:creationId xmlns:a16="http://schemas.microsoft.com/office/drawing/2014/main" id="{3F32F9C5-7657-971E-0933-4E87CACF16B6}"/>
              </a:ext>
            </a:extLst>
          </p:cNvPr>
          <p:cNvSpPr>
            <a:spLocks noGrp="1"/>
          </p:cNvSpPr>
          <p:nvPr>
            <p:ph type="body" sz="quarter" idx="22" hasCustomPrompt="1"/>
          </p:nvPr>
        </p:nvSpPr>
        <p:spPr>
          <a:xfrm>
            <a:off x="-433" y="0"/>
            <a:ext cx="2736304" cy="2924175"/>
          </a:xfrm>
          <a:prstGeom prst="rect">
            <a:avLst/>
          </a:prstGeom>
        </p:spPr>
        <p:txBody>
          <a:bodyPr vert="vert270" wrap="none" lIns="0" tIns="0" rIns="0" bIns="0" rtlCol="0" anchor="t" anchorCtr="0">
            <a:noAutofit/>
          </a:bodyPr>
          <a:lstStyle>
            <a:lvl1pPr>
              <a:defRPr lang="en-US" sz="16600" b="0" cap="none" spc="0" baseline="0" dirty="0" smtClean="0"/>
            </a:lvl1pPr>
          </a:lstStyle>
          <a:p>
            <a:pPr lvl="0">
              <a:spcBef>
                <a:spcPts val="0"/>
              </a:spcBef>
            </a:pPr>
            <a:r>
              <a:rPr lang="en-US"/>
              <a:t>01</a:t>
            </a:r>
          </a:p>
        </p:txBody>
      </p:sp>
      <p:sp>
        <p:nvSpPr>
          <p:cNvPr id="5" name="Title 5">
            <a:extLst>
              <a:ext uri="{FF2B5EF4-FFF2-40B4-BE49-F238E27FC236}">
                <a16:creationId xmlns:a16="http://schemas.microsoft.com/office/drawing/2014/main" id="{E625B512-BDBE-A714-334E-2656E9C86B3D}"/>
              </a:ext>
            </a:extLst>
          </p:cNvPr>
          <p:cNvSpPr>
            <a:spLocks noGrp="1"/>
          </p:cNvSpPr>
          <p:nvPr>
            <p:ph type="title" hasCustomPrompt="1"/>
          </p:nvPr>
        </p:nvSpPr>
        <p:spPr>
          <a:xfrm>
            <a:off x="4253696" y="1510496"/>
            <a:ext cx="7393343" cy="2887883"/>
          </a:xfrm>
          <a:prstGeom prst="rect">
            <a:avLst/>
          </a:prstGeom>
        </p:spPr>
        <p:txBody>
          <a:bodyPr vert="horz" lIns="0" tIns="0" rIns="0" bIns="0" rtlCol="0" anchor="t">
            <a:noAutofit/>
          </a:bodyPr>
          <a:lstStyle>
            <a:lvl1pPr>
              <a:spcBef>
                <a:spcPts val="0"/>
              </a:spcBef>
              <a:defRPr lang="en-US" sz="5400">
                <a:latin typeface="+mn-lt"/>
                <a:ea typeface="+mn-ea"/>
                <a:cs typeface="+mn-cs"/>
              </a:defRPr>
            </a:lvl1pPr>
          </a:lstStyle>
          <a:p>
            <a:pPr lvl="0">
              <a:lnSpc>
                <a:spcPct val="100000"/>
              </a:lnSpc>
              <a:spcBef>
                <a:spcPts val="1800"/>
              </a:spcBef>
              <a:buFont typeface="Arial" panose="020B0604020202020204" pitchFamily="34" charset="0"/>
            </a:pPr>
            <a:r>
              <a:rPr lang="en-US"/>
              <a:t>Click to add title</a:t>
            </a:r>
          </a:p>
        </p:txBody>
      </p:sp>
    </p:spTree>
    <p:extLst>
      <p:ext uri="{BB962C8B-B14F-4D97-AF65-F5344CB8AC3E}">
        <p14:creationId xmlns:p14="http://schemas.microsoft.com/office/powerpoint/2010/main" val="979579089"/>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10" name="Date Placeholder 9">
            <a:extLst>
              <a:ext uri="{FF2B5EF4-FFF2-40B4-BE49-F238E27FC236}">
                <a16:creationId xmlns:a16="http://schemas.microsoft.com/office/drawing/2014/main" id="{E6C6CF10-71F7-EE78-C2BD-6C8E84F961BE}"/>
              </a:ext>
            </a:extLst>
          </p:cNvPr>
          <p:cNvSpPr>
            <a:spLocks noGrp="1"/>
          </p:cNvSpPr>
          <p:nvPr>
            <p:ph type="dt" sz="half" idx="10"/>
          </p:nvPr>
        </p:nvSpPr>
        <p:spPr/>
        <p:txBody>
          <a:bodyPr/>
          <a:lstStyle/>
          <a:p>
            <a:pPr>
              <a:spcBef>
                <a:spcPts val="1000"/>
              </a:spcBef>
              <a:buFont typeface="Arial" panose="020B0604020202020204" pitchFamily="34" charset="0"/>
              <a:buNone/>
            </a:pPr>
            <a:r>
              <a:rPr lang="pl-PL"/>
              <a:t>Company Confidential © Capgemini 2026. All rights reserved.</a:t>
            </a:r>
            <a:endParaRPr lang="en-US"/>
          </a:p>
        </p:txBody>
      </p:sp>
      <p:sp>
        <p:nvSpPr>
          <p:cNvPr id="11" name="Footer Placeholder 10">
            <a:extLst>
              <a:ext uri="{FF2B5EF4-FFF2-40B4-BE49-F238E27FC236}">
                <a16:creationId xmlns:a16="http://schemas.microsoft.com/office/drawing/2014/main" id="{089A870A-6E3E-31EB-C34E-7847CE40D3BF}"/>
              </a:ext>
            </a:extLst>
          </p:cNvPr>
          <p:cNvSpPr>
            <a:spLocks noGrp="1"/>
          </p:cNvSpPr>
          <p:nvPr>
            <p:ph type="ftr" sz="quarter" idx="11"/>
          </p:nvPr>
        </p:nvSpPr>
        <p:spPr>
          <a:xfrm>
            <a:off x="550863" y="6650661"/>
            <a:ext cx="4716524" cy="123111"/>
          </a:xfrm>
          <a:prstGeom prst="rect">
            <a:avLst/>
          </a:prstGeom>
        </p:spPr>
        <p:txBody>
          <a:bodyPr/>
          <a:lstStyle/>
          <a:p>
            <a:pPr>
              <a:spcBef>
                <a:spcPts val="1000"/>
              </a:spcBef>
              <a:buFont typeface="Arial" panose="020B0604020202020204" pitchFamily="34" charset="0"/>
              <a:buNone/>
            </a:pPr>
            <a:r>
              <a:rPr lang="en-US"/>
              <a:t>TMT Monthly Update | 16 January 2026</a:t>
            </a:r>
          </a:p>
        </p:txBody>
      </p:sp>
      <p:sp>
        <p:nvSpPr>
          <p:cNvPr id="12" name="Slide Number Placeholder 11">
            <a:extLst>
              <a:ext uri="{FF2B5EF4-FFF2-40B4-BE49-F238E27FC236}">
                <a16:creationId xmlns:a16="http://schemas.microsoft.com/office/drawing/2014/main" id="{69B47629-0F7D-C086-6180-6C8A8A265B4A}"/>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
        <p:nvSpPr>
          <p:cNvPr id="3" name="Title 4">
            <a:extLst>
              <a:ext uri="{FF2B5EF4-FFF2-40B4-BE49-F238E27FC236}">
                <a16:creationId xmlns:a16="http://schemas.microsoft.com/office/drawing/2014/main" id="{1F6551DB-6CE1-320B-D22E-B1F1DE0FA4B6}"/>
              </a:ext>
            </a:extLst>
          </p:cNvPr>
          <p:cNvSpPr>
            <a:spLocks noGrp="1"/>
          </p:cNvSpPr>
          <p:nvPr>
            <p:ph type="title"/>
          </p:nvPr>
        </p:nvSpPr>
        <p:spPr>
          <a:xfrm>
            <a:off x="551384" y="549274"/>
            <a:ext cx="11090938" cy="719486"/>
          </a:xfrm>
        </p:spPr>
        <p:txBody>
          <a:bodyPr anchor="t"/>
          <a:lstStyle>
            <a:lvl1pPr>
              <a:defRPr sz="2800"/>
            </a:lvl1pPr>
          </a:lstStyle>
          <a:p>
            <a:r>
              <a:rPr lang="en-GB"/>
              <a:t>Click to edit Master title style</a:t>
            </a:r>
            <a:endParaRPr lang="en-US"/>
          </a:p>
        </p:txBody>
      </p:sp>
    </p:spTree>
    <p:extLst>
      <p:ext uri="{BB962C8B-B14F-4D97-AF65-F5344CB8AC3E}">
        <p14:creationId xmlns:p14="http://schemas.microsoft.com/office/powerpoint/2010/main" val="206308604"/>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Content Title Only">
    <p:spTree>
      <p:nvGrpSpPr>
        <p:cNvPr id="1" name=""/>
        <p:cNvGrpSpPr/>
        <p:nvPr/>
      </p:nvGrpSpPr>
      <p:grpSpPr>
        <a:xfrm>
          <a:off x="0" y="0"/>
          <a:ext cx="0" cy="0"/>
          <a:chOff x="0" y="0"/>
          <a:chExt cx="0" cy="0"/>
        </a:xfrm>
      </p:grpSpPr>
      <p:sp>
        <p:nvSpPr>
          <p:cNvPr id="5" name="Title Placeholder 4">
            <a:extLst>
              <a:ext uri="{FF2B5EF4-FFF2-40B4-BE49-F238E27FC236}">
                <a16:creationId xmlns:a16="http://schemas.microsoft.com/office/drawing/2014/main" id="{BE487657-0883-7612-E021-FE58E865E605}"/>
              </a:ext>
            </a:extLst>
          </p:cNvPr>
          <p:cNvSpPr>
            <a:spLocks noGrp="1"/>
          </p:cNvSpPr>
          <p:nvPr>
            <p:ph type="title"/>
          </p:nvPr>
        </p:nvSpPr>
        <p:spPr>
          <a:xfrm>
            <a:off x="551384" y="549274"/>
            <a:ext cx="11089754" cy="1079526"/>
          </a:xfrm>
          <a:prstGeom prst="rect">
            <a:avLst/>
          </a:prstGeom>
        </p:spPr>
        <p:txBody>
          <a:bodyPr vert="horz" lIns="0" tIns="0" rIns="0" bIns="180000" rtlCol="0" anchor="t" anchorCtr="0">
            <a:noAutofit/>
          </a:bodyPr>
          <a:lstStyle>
            <a:lvl1pPr>
              <a:defRPr sz="3200"/>
            </a:lvl1pPr>
          </a:lstStyle>
          <a:p>
            <a:r>
              <a:rPr lang="en-US"/>
              <a:t>Click to edit </a:t>
            </a:r>
            <a:br>
              <a:rPr lang="en-US"/>
            </a:br>
            <a:r>
              <a:rPr lang="en-US"/>
              <a:t>Master title style</a:t>
            </a:r>
            <a:endParaRPr lang="de-DE"/>
          </a:p>
        </p:txBody>
      </p:sp>
      <p:sp>
        <p:nvSpPr>
          <p:cNvPr id="6" name="Date Placeholder 5">
            <a:extLst>
              <a:ext uri="{FF2B5EF4-FFF2-40B4-BE49-F238E27FC236}">
                <a16:creationId xmlns:a16="http://schemas.microsoft.com/office/drawing/2014/main" id="{CA51735B-B17E-7A43-116A-3673F39A4E5D}"/>
              </a:ext>
            </a:extLst>
          </p:cNvPr>
          <p:cNvSpPr>
            <a:spLocks noGrp="1"/>
          </p:cNvSpPr>
          <p:nvPr>
            <p:ph type="dt" sz="half" idx="10"/>
          </p:nvPr>
        </p:nvSpPr>
        <p:spPr/>
        <p:txBody>
          <a:bodyPr/>
          <a:lstStyle/>
          <a:p>
            <a:pPr>
              <a:spcBef>
                <a:spcPts val="1000"/>
              </a:spcBef>
              <a:buFont typeface="Arial" panose="020B0604020202020204" pitchFamily="34" charset="0"/>
              <a:buNone/>
            </a:pPr>
            <a:r>
              <a:rPr lang="de-DE"/>
              <a:t>© Capgemini 2026. All rights reserved.</a:t>
            </a:r>
            <a:endParaRPr lang="en-US"/>
          </a:p>
        </p:txBody>
      </p:sp>
      <p:sp>
        <p:nvSpPr>
          <p:cNvPr id="7" name="Footer Placeholder 6">
            <a:extLst>
              <a:ext uri="{FF2B5EF4-FFF2-40B4-BE49-F238E27FC236}">
                <a16:creationId xmlns:a16="http://schemas.microsoft.com/office/drawing/2014/main" id="{24D40F39-0448-A617-E57D-5FA8247AF6F1}"/>
              </a:ext>
            </a:extLst>
          </p:cNvPr>
          <p:cNvSpPr>
            <a:spLocks noGrp="1"/>
          </p:cNvSpPr>
          <p:nvPr>
            <p:ph type="ftr" sz="quarter" idx="11"/>
          </p:nvPr>
        </p:nvSpPr>
        <p:spPr>
          <a:xfrm>
            <a:off x="550863" y="6650661"/>
            <a:ext cx="4716524" cy="123111"/>
          </a:xfrm>
          <a:prstGeom prst="rect">
            <a:avLst/>
          </a:prstGeom>
        </p:spPr>
        <p:txBody>
          <a:bodyPr/>
          <a:lstStyle/>
          <a:p>
            <a:pPr>
              <a:spcBef>
                <a:spcPts val="1000"/>
              </a:spcBef>
              <a:buFont typeface="Arial" panose="020B0604020202020204" pitchFamily="34" charset="0"/>
              <a:buNone/>
            </a:pPr>
            <a:r>
              <a:rPr lang="en-IN"/>
              <a:t>TMT Monthly Update |  June 2026</a:t>
            </a:r>
            <a:endParaRPr lang="en-US"/>
          </a:p>
        </p:txBody>
      </p:sp>
      <p:sp>
        <p:nvSpPr>
          <p:cNvPr id="8" name="Slide Number Placeholder 7">
            <a:extLst>
              <a:ext uri="{FF2B5EF4-FFF2-40B4-BE49-F238E27FC236}">
                <a16:creationId xmlns:a16="http://schemas.microsoft.com/office/drawing/2014/main" id="{987CDCE8-099C-9C55-8201-5CEF1023A845}"/>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3950985321"/>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userDrawn="1">
  <p:cSld name="Title Only Dark Grey">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D8E58F-8094-1E41-530A-1113B3879770}"/>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
        <p:nvSpPr>
          <p:cNvPr id="3" name="Date Placeholder 2">
            <a:extLst>
              <a:ext uri="{FF2B5EF4-FFF2-40B4-BE49-F238E27FC236}">
                <a16:creationId xmlns:a16="http://schemas.microsoft.com/office/drawing/2014/main" id="{7FF17F86-5C19-9A58-187E-A43E04D74F19}"/>
              </a:ext>
            </a:extLst>
          </p:cNvPr>
          <p:cNvSpPr>
            <a:spLocks noGrp="1"/>
          </p:cNvSpPr>
          <p:nvPr>
            <p:ph type="dt" sz="half" idx="10"/>
          </p:nvPr>
        </p:nvSpPr>
        <p:spPr>
          <a:xfrm>
            <a:off x="9876614" y="6650661"/>
            <a:ext cx="1764000" cy="123111"/>
          </a:xfrm>
        </p:spPr>
        <p:txBody>
          <a:bodyPr/>
          <a:lstStyle/>
          <a:p>
            <a:pPr>
              <a:spcBef>
                <a:spcPts val="1000"/>
              </a:spcBef>
              <a:buFont typeface="Arial" panose="020B0604020202020204" pitchFamily="34" charset="0"/>
              <a:buNone/>
            </a:pPr>
            <a:r>
              <a:rPr lang="de-DE"/>
              <a:t>© Capgemini 2026. All rights reserved.</a:t>
            </a:r>
            <a:endParaRPr lang="en-US"/>
          </a:p>
        </p:txBody>
      </p:sp>
    </p:spTree>
    <p:extLst>
      <p:ext uri="{BB962C8B-B14F-4D97-AF65-F5344CB8AC3E}">
        <p14:creationId xmlns:p14="http://schemas.microsoft.com/office/powerpoint/2010/main" val="4010449015"/>
      </p:ext>
    </p:extLst>
  </p:cSld>
  <p:clrMapOvr>
    <a:overrideClrMapping bg1="lt1" tx1="dk1" bg2="lt2" tx2="dk2" accent1="accent1" accent2="accent2" accent3="accent3" accent4="accent4" accent5="accent5" accent6="accent6" hlink="hlink" folHlink="folHlink"/>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preserve="1" userDrawn="1">
  <p:cSld name="Title Slide 1">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269F39D-C2C8-CD10-FC79-E8DF4011DD81}"/>
              </a:ext>
            </a:extLst>
          </p:cNvPr>
          <p:cNvSpPr/>
          <p:nvPr userDrawn="1"/>
        </p:nvSpPr>
        <p:spPr>
          <a:xfrm>
            <a:off x="0" y="0"/>
            <a:ext cx="8904287" cy="6858000"/>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3" name="Group 2">
            <a:extLst>
              <a:ext uri="{FF2B5EF4-FFF2-40B4-BE49-F238E27FC236}">
                <a16:creationId xmlns:a16="http://schemas.microsoft.com/office/drawing/2014/main" id="{E1F341D8-9871-3E87-0C47-63724CC68DAF}"/>
              </a:ext>
            </a:extLst>
          </p:cNvPr>
          <p:cNvGrpSpPr>
            <a:grpSpLocks noChangeAspect="1"/>
          </p:cNvGrpSpPr>
          <p:nvPr userDrawn="1"/>
        </p:nvGrpSpPr>
        <p:grpSpPr>
          <a:xfrm>
            <a:off x="9912013" y="409248"/>
            <a:ext cx="1872000" cy="420870"/>
            <a:chOff x="5094083" y="5360390"/>
            <a:chExt cx="3039349" cy="683316"/>
          </a:xfrm>
          <a:solidFill>
            <a:schemeClr val="tx2"/>
          </a:solidFill>
        </p:grpSpPr>
        <p:sp>
          <p:nvSpPr>
            <p:cNvPr id="14" name="Freeform: Shape 4">
              <a:extLst>
                <a:ext uri="{FF2B5EF4-FFF2-40B4-BE49-F238E27FC236}">
                  <a16:creationId xmlns:a16="http://schemas.microsoft.com/office/drawing/2014/main" id="{2608921F-B565-8FD4-583E-9DA9BDDB5334}"/>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15" name="Freeform: Shape 5">
              <a:extLst>
                <a:ext uri="{FF2B5EF4-FFF2-40B4-BE49-F238E27FC236}">
                  <a16:creationId xmlns:a16="http://schemas.microsoft.com/office/drawing/2014/main" id="{59393CFC-3187-9068-EACC-9DD97F450CB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20" name="Freeform: Shape 6">
              <a:extLst>
                <a:ext uri="{FF2B5EF4-FFF2-40B4-BE49-F238E27FC236}">
                  <a16:creationId xmlns:a16="http://schemas.microsoft.com/office/drawing/2014/main" id="{F2454DD1-23F6-150E-C46D-96FB7C5FC4D3}"/>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21" name="Freeform: Shape 7">
              <a:extLst>
                <a:ext uri="{FF2B5EF4-FFF2-40B4-BE49-F238E27FC236}">
                  <a16:creationId xmlns:a16="http://schemas.microsoft.com/office/drawing/2014/main" id="{34B65355-DFA8-1685-F338-14C9D76CCDEF}"/>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22" name="Freeform: Shape 8">
              <a:extLst>
                <a:ext uri="{FF2B5EF4-FFF2-40B4-BE49-F238E27FC236}">
                  <a16:creationId xmlns:a16="http://schemas.microsoft.com/office/drawing/2014/main" id="{DF15E081-4331-E828-08B5-2291332FD146}"/>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23" name="Rectangle 22">
            <a:extLst>
              <a:ext uri="{FF2B5EF4-FFF2-40B4-BE49-F238E27FC236}">
                <a16:creationId xmlns:a16="http://schemas.microsoft.com/office/drawing/2014/main" id="{7D66C3DE-7CB2-8D02-1EF9-E3C8E4BFAA90}"/>
              </a:ext>
            </a:extLst>
          </p:cNvPr>
          <p:cNvSpPr/>
          <p:nvPr userDrawn="1"/>
        </p:nvSpPr>
        <p:spPr>
          <a:xfrm rot="16200000">
            <a:off x="5403547"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 name="Title 1">
            <a:extLst>
              <a:ext uri="{FF2B5EF4-FFF2-40B4-BE49-F238E27FC236}">
                <a16:creationId xmlns:a16="http://schemas.microsoft.com/office/drawing/2014/main" id="{FE5276F6-E981-8407-5AD7-E85838815E5A}"/>
              </a:ext>
            </a:extLst>
          </p:cNvPr>
          <p:cNvSpPr>
            <a:spLocks noGrp="1"/>
          </p:cNvSpPr>
          <p:nvPr>
            <p:ph type="title"/>
          </p:nvPr>
        </p:nvSpPr>
        <p:spPr>
          <a:xfrm>
            <a:off x="445713" y="980728"/>
            <a:ext cx="7313049" cy="4104456"/>
          </a:xfrm>
        </p:spPr>
        <p:txBody>
          <a:bodyPr vert="horz" lIns="0" tIns="0" rIns="0" bIns="126000" rtlCol="0" anchor="b" anchorCtr="0">
            <a:noAutofit/>
          </a:bodyPr>
          <a:lstStyle>
            <a:lvl1pPr>
              <a:defRPr lang="en-PL" sz="7200" dirty="0">
                <a:solidFill>
                  <a:schemeClr val="bg2"/>
                </a:solidFill>
                <a:latin typeface="Ubuntu Light" panose="020B0304030602030204" pitchFamily="34" charset="0"/>
              </a:defRPr>
            </a:lvl1pPr>
          </a:lstStyle>
          <a:p>
            <a:pPr lvl="0"/>
            <a:r>
              <a:rPr lang="en-US"/>
              <a:t>Click to edit Master title style</a:t>
            </a:r>
            <a:endParaRPr lang="en-PL"/>
          </a:p>
        </p:txBody>
      </p:sp>
      <p:sp>
        <p:nvSpPr>
          <p:cNvPr id="4" name="Text Placeholder 3">
            <a:extLst>
              <a:ext uri="{FF2B5EF4-FFF2-40B4-BE49-F238E27FC236}">
                <a16:creationId xmlns:a16="http://schemas.microsoft.com/office/drawing/2014/main" id="{710D5C00-226E-1369-C48F-FBB9D0A2D267}"/>
              </a:ext>
            </a:extLst>
          </p:cNvPr>
          <p:cNvSpPr>
            <a:spLocks noGrp="1"/>
          </p:cNvSpPr>
          <p:nvPr>
            <p:ph type="body" sz="quarter" idx="10" hasCustomPrompt="1"/>
          </p:nvPr>
        </p:nvSpPr>
        <p:spPr>
          <a:xfrm>
            <a:off x="445713" y="5131138"/>
            <a:ext cx="6479535" cy="215444"/>
          </a:xfrm>
          <a:prstGeom prst="rect">
            <a:avLst/>
          </a:prstGeom>
        </p:spPr>
        <p:txBody>
          <a:bodyPr/>
          <a:lstStyle>
            <a:lvl1pPr>
              <a:defRPr lang="en-GB" sz="1700" b="1"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
        <p:nvSpPr>
          <p:cNvPr id="6" name="Text Placeholder 3">
            <a:extLst>
              <a:ext uri="{FF2B5EF4-FFF2-40B4-BE49-F238E27FC236}">
                <a16:creationId xmlns:a16="http://schemas.microsoft.com/office/drawing/2014/main" id="{141DE9FA-300D-BBCE-A5BC-ECE60B3F1F61}"/>
              </a:ext>
            </a:extLst>
          </p:cNvPr>
          <p:cNvSpPr>
            <a:spLocks noGrp="1"/>
          </p:cNvSpPr>
          <p:nvPr>
            <p:ph type="body" sz="quarter" idx="11" hasCustomPrompt="1"/>
          </p:nvPr>
        </p:nvSpPr>
        <p:spPr>
          <a:xfrm>
            <a:off x="445713" y="5715912"/>
            <a:ext cx="6479535" cy="215444"/>
          </a:xfrm>
          <a:prstGeom prst="rect">
            <a:avLst/>
          </a:prstGeom>
        </p:spPr>
        <p:txBody>
          <a:bodyPr/>
          <a:lstStyle>
            <a:lvl1pPr>
              <a:defRPr lang="en-GB" sz="1400"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Tree>
    <p:extLst>
      <p:ext uri="{BB962C8B-B14F-4D97-AF65-F5344CB8AC3E}">
        <p14:creationId xmlns:p14="http://schemas.microsoft.com/office/powerpoint/2010/main" val="2618650885"/>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preserve="1" userDrawn="1">
  <p:cSld name="Title Slide Logo Cut">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276F6-E981-8407-5AD7-E85838815E5A}"/>
              </a:ext>
            </a:extLst>
          </p:cNvPr>
          <p:cNvSpPr>
            <a:spLocks noGrp="1"/>
          </p:cNvSpPr>
          <p:nvPr>
            <p:ph type="title"/>
          </p:nvPr>
        </p:nvSpPr>
        <p:spPr>
          <a:xfrm>
            <a:off x="2765723" y="1489457"/>
            <a:ext cx="6480175" cy="1677988"/>
          </a:xfrm>
          <a:noFill/>
        </p:spPr>
        <p:txBody>
          <a:bodyPr anchor="b"/>
          <a:lstStyle>
            <a:lvl1pPr algn="ctr">
              <a:defRPr kumimoji="0" lang="en-PL" sz="5400" b="0" i="0" u="none" strike="noStrike" kern="1200" cap="none" spc="0" normalizeH="0" baseline="0" noProof="0" dirty="0">
                <a:ln>
                  <a:noFill/>
                </a:ln>
                <a:solidFill>
                  <a:schemeClr val="bg1"/>
                </a:solidFill>
                <a:effectLst/>
                <a:uLnTx/>
                <a:uFillTx/>
                <a:latin typeface="+mn-lt"/>
                <a:ea typeface="+mj-ea"/>
                <a:cs typeface="+mj-cs"/>
              </a:defRPr>
            </a:lvl1pPr>
          </a:lstStyle>
          <a:p>
            <a:r>
              <a:rPr lang="en-US"/>
              <a:t>Click to edit Master title style</a:t>
            </a:r>
            <a:endParaRPr lang="en-PL"/>
          </a:p>
        </p:txBody>
      </p:sp>
      <p:sp>
        <p:nvSpPr>
          <p:cNvPr id="4" name="Text Placeholder 3">
            <a:extLst>
              <a:ext uri="{FF2B5EF4-FFF2-40B4-BE49-F238E27FC236}">
                <a16:creationId xmlns:a16="http://schemas.microsoft.com/office/drawing/2014/main" id="{710D5C00-226E-1369-C48F-FBB9D0A2D267}"/>
              </a:ext>
            </a:extLst>
          </p:cNvPr>
          <p:cNvSpPr>
            <a:spLocks noGrp="1"/>
          </p:cNvSpPr>
          <p:nvPr>
            <p:ph type="body" sz="quarter" idx="10" hasCustomPrompt="1"/>
          </p:nvPr>
        </p:nvSpPr>
        <p:spPr>
          <a:xfrm>
            <a:off x="2764136" y="3167445"/>
            <a:ext cx="6478587" cy="348286"/>
          </a:xfrm>
          <a:prstGeom prst="rect">
            <a:avLst/>
          </a:prstGeom>
        </p:spPr>
        <p:txBody>
          <a:bodyPr/>
          <a:lstStyle>
            <a:lvl1pPr algn="ctr">
              <a:defRPr lang="en-GB" sz="2000" kern="1200" dirty="0" smtClean="0">
                <a:solidFill>
                  <a:schemeClr val="bg1"/>
                </a:solidFill>
                <a:latin typeface="Ubuntu Light" panose="020B0304030602030204" pitchFamily="34" charset="0"/>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
        <p:nvSpPr>
          <p:cNvPr id="6" name="Text Placeholder 3">
            <a:extLst>
              <a:ext uri="{FF2B5EF4-FFF2-40B4-BE49-F238E27FC236}">
                <a16:creationId xmlns:a16="http://schemas.microsoft.com/office/drawing/2014/main" id="{141DE9FA-300D-BBCE-A5BC-ECE60B3F1F61}"/>
              </a:ext>
            </a:extLst>
          </p:cNvPr>
          <p:cNvSpPr>
            <a:spLocks noGrp="1"/>
          </p:cNvSpPr>
          <p:nvPr>
            <p:ph type="body" sz="quarter" idx="11" hasCustomPrompt="1"/>
          </p:nvPr>
        </p:nvSpPr>
        <p:spPr>
          <a:xfrm>
            <a:off x="2763761" y="3709694"/>
            <a:ext cx="6479535" cy="253029"/>
          </a:xfrm>
          <a:prstGeom prst="rect">
            <a:avLst/>
          </a:prstGeom>
        </p:spPr>
        <p:txBody>
          <a:bodyPr/>
          <a:lstStyle>
            <a:lvl1pPr algn="ctr">
              <a:defRPr lang="en-GB" sz="1400" kern="1200" dirty="0" smtClean="0">
                <a:solidFill>
                  <a:schemeClr val="bg1"/>
                </a:solidFill>
                <a:latin typeface="Ubuntu Light" panose="020B0304030602030204" pitchFamily="34" charset="0"/>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grpSp>
        <p:nvGrpSpPr>
          <p:cNvPr id="3" name="Group 2">
            <a:extLst>
              <a:ext uri="{FF2B5EF4-FFF2-40B4-BE49-F238E27FC236}">
                <a16:creationId xmlns:a16="http://schemas.microsoft.com/office/drawing/2014/main" id="{29019898-C562-0E25-C4F3-334360D03193}"/>
              </a:ext>
            </a:extLst>
          </p:cNvPr>
          <p:cNvGrpSpPr>
            <a:grpSpLocks noChangeAspect="1"/>
          </p:cNvGrpSpPr>
          <p:nvPr userDrawn="1"/>
        </p:nvGrpSpPr>
        <p:grpSpPr>
          <a:xfrm>
            <a:off x="-175885" y="4642089"/>
            <a:ext cx="12564529" cy="2824804"/>
            <a:chOff x="5094083" y="5360390"/>
            <a:chExt cx="3039349" cy="683316"/>
          </a:xfrm>
          <a:solidFill>
            <a:schemeClr val="tx2"/>
          </a:solidFill>
        </p:grpSpPr>
        <p:sp>
          <p:nvSpPr>
            <p:cNvPr id="7" name="Freeform: Shape 4">
              <a:extLst>
                <a:ext uri="{FF2B5EF4-FFF2-40B4-BE49-F238E27FC236}">
                  <a16:creationId xmlns:a16="http://schemas.microsoft.com/office/drawing/2014/main" id="{F8CB933C-09AA-8C71-2E78-1561B27414F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8" name="Freeform: Shape 5">
              <a:extLst>
                <a:ext uri="{FF2B5EF4-FFF2-40B4-BE49-F238E27FC236}">
                  <a16:creationId xmlns:a16="http://schemas.microsoft.com/office/drawing/2014/main" id="{99E6D307-271F-C8DB-706F-FE50815F9A3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9" name="Freeform: Shape 6">
              <a:extLst>
                <a:ext uri="{FF2B5EF4-FFF2-40B4-BE49-F238E27FC236}">
                  <a16:creationId xmlns:a16="http://schemas.microsoft.com/office/drawing/2014/main" id="{C39B46B1-97A6-4B30-142D-E2A1330E057D}"/>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10" name="Freeform: Shape 7">
              <a:extLst>
                <a:ext uri="{FF2B5EF4-FFF2-40B4-BE49-F238E27FC236}">
                  <a16:creationId xmlns:a16="http://schemas.microsoft.com/office/drawing/2014/main" id="{9BFEC525-2C7E-E980-B007-932804D5D51E}"/>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11" name="Freeform: Shape 8">
              <a:extLst>
                <a:ext uri="{FF2B5EF4-FFF2-40B4-BE49-F238E27FC236}">
                  <a16:creationId xmlns:a16="http://schemas.microsoft.com/office/drawing/2014/main" id="{4A1347D2-8F0A-9DF0-EE43-F2AA0C1B4213}"/>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grpSp>
      <p:sp>
        <p:nvSpPr>
          <p:cNvPr id="12" name="Rectangle 11">
            <a:extLst>
              <a:ext uri="{FF2B5EF4-FFF2-40B4-BE49-F238E27FC236}">
                <a16:creationId xmlns:a16="http://schemas.microsoft.com/office/drawing/2014/main" id="{AEB98D74-27E3-F044-4F08-EF3F7C226178}"/>
              </a:ext>
            </a:extLst>
          </p:cNvPr>
          <p:cNvSpPr/>
          <p:nvPr userDrawn="1"/>
        </p:nvSpPr>
        <p:spPr>
          <a:xfrm>
            <a:off x="-902128" y="2536529"/>
            <a:ext cx="4660490"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16" name="Rectangle 15">
            <a:extLst>
              <a:ext uri="{FF2B5EF4-FFF2-40B4-BE49-F238E27FC236}">
                <a16:creationId xmlns:a16="http://schemas.microsoft.com/office/drawing/2014/main" id="{B977B1B2-8ECC-4719-803F-E7EBCFD4BEF8}"/>
              </a:ext>
            </a:extLst>
          </p:cNvPr>
          <p:cNvSpPr/>
          <p:nvPr userDrawn="1"/>
        </p:nvSpPr>
        <p:spPr>
          <a:xfrm>
            <a:off x="7696229" y="3673621"/>
            <a:ext cx="4660490"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Tree>
    <p:extLst>
      <p:ext uri="{BB962C8B-B14F-4D97-AF65-F5344CB8AC3E}">
        <p14:creationId xmlns:p14="http://schemas.microsoft.com/office/powerpoint/2010/main" val="3610116670"/>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preserve="1" userDrawn="1">
  <p:cSld name="Title Slide Message left">
    <p:bg>
      <p:bgPr>
        <a:solidFill>
          <a:schemeClr val="tx2"/>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710D5C00-226E-1369-C48F-FBB9D0A2D267}"/>
              </a:ext>
            </a:extLst>
          </p:cNvPr>
          <p:cNvSpPr>
            <a:spLocks noGrp="1"/>
          </p:cNvSpPr>
          <p:nvPr>
            <p:ph type="body" sz="quarter" idx="10" hasCustomPrompt="1"/>
          </p:nvPr>
        </p:nvSpPr>
        <p:spPr>
          <a:xfrm>
            <a:off x="7859991" y="4310970"/>
            <a:ext cx="3776998" cy="844776"/>
          </a:xfrm>
          <a:prstGeom prst="rect">
            <a:avLst/>
          </a:prstGeom>
        </p:spPr>
        <p:txBody>
          <a:bodyPr/>
          <a:lstStyle>
            <a:lvl1pPr algn="l">
              <a:defRPr lang="en-GB" sz="2000"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
        <p:nvSpPr>
          <p:cNvPr id="6" name="Text Placeholder 3">
            <a:extLst>
              <a:ext uri="{FF2B5EF4-FFF2-40B4-BE49-F238E27FC236}">
                <a16:creationId xmlns:a16="http://schemas.microsoft.com/office/drawing/2014/main" id="{141DE9FA-300D-BBCE-A5BC-ECE60B3F1F61}"/>
              </a:ext>
            </a:extLst>
          </p:cNvPr>
          <p:cNvSpPr>
            <a:spLocks noGrp="1"/>
          </p:cNvSpPr>
          <p:nvPr>
            <p:ph type="body" sz="quarter" idx="11" hasCustomPrompt="1"/>
          </p:nvPr>
        </p:nvSpPr>
        <p:spPr>
          <a:xfrm>
            <a:off x="7859991" y="5787865"/>
            <a:ext cx="3776998" cy="546064"/>
          </a:xfrm>
          <a:prstGeom prst="rect">
            <a:avLst/>
          </a:prstGeom>
        </p:spPr>
        <p:txBody>
          <a:bodyPr/>
          <a:lstStyle>
            <a:lvl1pPr algn="l">
              <a:defRPr lang="en-GB" sz="1400"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grpSp>
        <p:nvGrpSpPr>
          <p:cNvPr id="5" name="Group 2">
            <a:extLst>
              <a:ext uri="{FF2B5EF4-FFF2-40B4-BE49-F238E27FC236}">
                <a16:creationId xmlns:a16="http://schemas.microsoft.com/office/drawing/2014/main" id="{97C43731-60F1-A1BC-E630-11D1BE6DDE01}"/>
              </a:ext>
            </a:extLst>
          </p:cNvPr>
          <p:cNvGrpSpPr>
            <a:grpSpLocks noChangeAspect="1"/>
          </p:cNvGrpSpPr>
          <p:nvPr userDrawn="1"/>
        </p:nvGrpSpPr>
        <p:grpSpPr>
          <a:xfrm>
            <a:off x="368802" y="6162345"/>
            <a:ext cx="1872000" cy="420870"/>
            <a:chOff x="5094083" y="5360390"/>
            <a:chExt cx="3039349" cy="683316"/>
          </a:xfrm>
          <a:solidFill>
            <a:schemeClr val="bg2"/>
          </a:solidFill>
        </p:grpSpPr>
        <p:sp>
          <p:nvSpPr>
            <p:cNvPr id="13" name="Freeform: Shape 4">
              <a:extLst>
                <a:ext uri="{FF2B5EF4-FFF2-40B4-BE49-F238E27FC236}">
                  <a16:creationId xmlns:a16="http://schemas.microsoft.com/office/drawing/2014/main" id="{E46A43A4-DCDF-7C78-DDEA-21BACBE7C71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6F6F6"/>
                </a:solidFill>
                <a:effectLst/>
                <a:uLnTx/>
                <a:uFillTx/>
                <a:latin typeface="Ubuntu"/>
                <a:ea typeface="+mn-ea"/>
                <a:cs typeface="+mn-cs"/>
              </a:endParaRPr>
            </a:p>
          </p:txBody>
        </p:sp>
        <p:sp>
          <p:nvSpPr>
            <p:cNvPr id="14" name="Freeform: Shape 5">
              <a:extLst>
                <a:ext uri="{FF2B5EF4-FFF2-40B4-BE49-F238E27FC236}">
                  <a16:creationId xmlns:a16="http://schemas.microsoft.com/office/drawing/2014/main" id="{D4834A30-F65C-87DF-9AD8-668233946F32}"/>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6F6F6"/>
                </a:solidFill>
                <a:effectLst/>
                <a:uLnTx/>
                <a:uFillTx/>
                <a:latin typeface="Ubuntu"/>
                <a:ea typeface="+mn-ea"/>
                <a:cs typeface="+mn-cs"/>
              </a:endParaRPr>
            </a:p>
          </p:txBody>
        </p:sp>
        <p:sp>
          <p:nvSpPr>
            <p:cNvPr id="15" name="Freeform: Shape 6">
              <a:extLst>
                <a:ext uri="{FF2B5EF4-FFF2-40B4-BE49-F238E27FC236}">
                  <a16:creationId xmlns:a16="http://schemas.microsoft.com/office/drawing/2014/main" id="{97CAB39C-AC38-78BE-6460-1AC31467E31A}"/>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6F6F6"/>
                </a:solidFill>
                <a:effectLst/>
                <a:uLnTx/>
                <a:uFillTx/>
                <a:latin typeface="Ubuntu"/>
                <a:ea typeface="+mn-ea"/>
                <a:cs typeface="+mn-cs"/>
              </a:endParaRPr>
            </a:p>
          </p:txBody>
        </p:sp>
        <p:sp>
          <p:nvSpPr>
            <p:cNvPr id="17" name="Freeform: Shape 7">
              <a:extLst>
                <a:ext uri="{FF2B5EF4-FFF2-40B4-BE49-F238E27FC236}">
                  <a16:creationId xmlns:a16="http://schemas.microsoft.com/office/drawing/2014/main" id="{D6E94E64-5DBF-0D94-8FC8-EDC1F82C3D7C}"/>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6F6F6"/>
                </a:solidFill>
                <a:effectLst/>
                <a:uLnTx/>
                <a:uFillTx/>
                <a:latin typeface="Ubuntu"/>
                <a:ea typeface="+mn-ea"/>
                <a:cs typeface="+mn-cs"/>
              </a:endParaRPr>
            </a:p>
          </p:txBody>
        </p:sp>
        <p:sp>
          <p:nvSpPr>
            <p:cNvPr id="18" name="Freeform: Shape 8">
              <a:extLst>
                <a:ext uri="{FF2B5EF4-FFF2-40B4-BE49-F238E27FC236}">
                  <a16:creationId xmlns:a16="http://schemas.microsoft.com/office/drawing/2014/main" id="{C730C3C9-943E-DF05-5213-9E27CF02B89F}"/>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6F6F6"/>
                </a:solidFill>
                <a:effectLst/>
                <a:uLnTx/>
                <a:uFillTx/>
                <a:latin typeface="Ubuntu"/>
                <a:ea typeface="+mn-ea"/>
                <a:cs typeface="+mn-cs"/>
              </a:endParaRPr>
            </a:p>
          </p:txBody>
        </p:sp>
      </p:grpSp>
      <p:sp>
        <p:nvSpPr>
          <p:cNvPr id="19" name="Rectangle 18">
            <a:extLst>
              <a:ext uri="{FF2B5EF4-FFF2-40B4-BE49-F238E27FC236}">
                <a16:creationId xmlns:a16="http://schemas.microsoft.com/office/drawing/2014/main" id="{F4AB31BA-122A-A70B-066B-977B193EC8FA}"/>
              </a:ext>
            </a:extLst>
          </p:cNvPr>
          <p:cNvSpPr/>
          <p:nvPr userDrawn="1"/>
        </p:nvSpPr>
        <p:spPr>
          <a:xfrm>
            <a:off x="4124632" y="5155746"/>
            <a:ext cx="8067368"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20" name="Title 19">
            <a:extLst>
              <a:ext uri="{FF2B5EF4-FFF2-40B4-BE49-F238E27FC236}">
                <a16:creationId xmlns:a16="http://schemas.microsoft.com/office/drawing/2014/main" id="{B21B0F02-FE4C-511F-A62B-12E2BACE6D5B}"/>
              </a:ext>
            </a:extLst>
          </p:cNvPr>
          <p:cNvSpPr>
            <a:spLocks noGrp="1"/>
          </p:cNvSpPr>
          <p:nvPr>
            <p:ph type="title" hasCustomPrompt="1"/>
          </p:nvPr>
        </p:nvSpPr>
        <p:spPr>
          <a:xfrm>
            <a:off x="-176980" y="-171399"/>
            <a:ext cx="7713140" cy="6199078"/>
          </a:xfrm>
        </p:spPr>
        <p:txBody>
          <a:bodyPr/>
          <a:lstStyle>
            <a:lvl1pPr>
              <a:lnSpc>
                <a:spcPct val="75000"/>
              </a:lnSpc>
              <a:defRPr sz="17200">
                <a:solidFill>
                  <a:schemeClr val="accent2"/>
                </a:solidFill>
                <a:latin typeface="Ubuntu Light" panose="020B0304030602030204" pitchFamily="34" charset="0"/>
              </a:defRPr>
            </a:lvl1pPr>
          </a:lstStyle>
          <a:p>
            <a:r>
              <a:rPr lang="en-US"/>
              <a:t>Master title style</a:t>
            </a:r>
          </a:p>
        </p:txBody>
      </p:sp>
    </p:spTree>
    <p:extLst>
      <p:ext uri="{BB962C8B-B14F-4D97-AF65-F5344CB8AC3E}">
        <p14:creationId xmlns:p14="http://schemas.microsoft.com/office/powerpoint/2010/main" val="1920865981"/>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preserve="1" userDrawn="1">
  <p:cSld name="Title Slide 2">
    <p:spTree>
      <p:nvGrpSpPr>
        <p:cNvPr id="1" name=""/>
        <p:cNvGrpSpPr/>
        <p:nvPr/>
      </p:nvGrpSpPr>
      <p:grpSpPr>
        <a:xfrm>
          <a:off x="0" y="0"/>
          <a:ext cx="0" cy="0"/>
          <a:chOff x="0" y="0"/>
          <a:chExt cx="0" cy="0"/>
        </a:xfrm>
      </p:grpSpPr>
      <p:sp>
        <p:nvSpPr>
          <p:cNvPr id="31" name="Picture Placeholder 10">
            <a:extLst>
              <a:ext uri="{FF2B5EF4-FFF2-40B4-BE49-F238E27FC236}">
                <a16:creationId xmlns:a16="http://schemas.microsoft.com/office/drawing/2014/main" id="{CC88A17A-2665-CB64-B35D-1CDAB893EA72}"/>
              </a:ext>
            </a:extLst>
          </p:cNvPr>
          <p:cNvSpPr>
            <a:spLocks noGrp="1"/>
          </p:cNvSpPr>
          <p:nvPr>
            <p:ph type="pic" sz="quarter" idx="13" hasCustomPrompt="1"/>
          </p:nvPr>
        </p:nvSpPr>
        <p:spPr>
          <a:xfrm>
            <a:off x="-1" y="180000"/>
            <a:ext cx="12192001" cy="667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grpSp>
        <p:nvGrpSpPr>
          <p:cNvPr id="14" name="Group 2">
            <a:extLst>
              <a:ext uri="{FF2B5EF4-FFF2-40B4-BE49-F238E27FC236}">
                <a16:creationId xmlns:a16="http://schemas.microsoft.com/office/drawing/2014/main" id="{5570D5EE-65A7-6ED8-B779-4B18D3F9B40F}"/>
              </a:ext>
            </a:extLst>
          </p:cNvPr>
          <p:cNvGrpSpPr>
            <a:grpSpLocks noChangeAspect="1"/>
          </p:cNvGrpSpPr>
          <p:nvPr userDrawn="1"/>
        </p:nvGrpSpPr>
        <p:grpSpPr>
          <a:xfrm>
            <a:off x="9912013" y="6122117"/>
            <a:ext cx="1872000" cy="420870"/>
            <a:chOff x="5094083" y="5360390"/>
            <a:chExt cx="3039349" cy="683316"/>
          </a:xfrm>
          <a:solidFill>
            <a:schemeClr val="tx2"/>
          </a:solidFill>
        </p:grpSpPr>
        <p:sp>
          <p:nvSpPr>
            <p:cNvPr id="15" name="Freeform: Shape 4">
              <a:extLst>
                <a:ext uri="{FF2B5EF4-FFF2-40B4-BE49-F238E27FC236}">
                  <a16:creationId xmlns:a16="http://schemas.microsoft.com/office/drawing/2014/main" id="{D58972C2-A9F5-BC83-6D8B-F2551227EF02}"/>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16" name="Freeform: Shape 5">
              <a:extLst>
                <a:ext uri="{FF2B5EF4-FFF2-40B4-BE49-F238E27FC236}">
                  <a16:creationId xmlns:a16="http://schemas.microsoft.com/office/drawing/2014/main" id="{F1185E33-8F53-63CA-354E-8F831E6BCFB7}"/>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18" name="Freeform: Shape 6">
              <a:extLst>
                <a:ext uri="{FF2B5EF4-FFF2-40B4-BE49-F238E27FC236}">
                  <a16:creationId xmlns:a16="http://schemas.microsoft.com/office/drawing/2014/main" id="{CDD16A12-A8F2-58EF-09CC-13E3376F38BF}"/>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20" name="Freeform: Shape 7">
              <a:extLst>
                <a:ext uri="{FF2B5EF4-FFF2-40B4-BE49-F238E27FC236}">
                  <a16:creationId xmlns:a16="http://schemas.microsoft.com/office/drawing/2014/main" id="{8F3DB536-4854-A063-FC86-800CFAAD2478}"/>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21" name="Freeform: Shape 8">
              <a:extLst>
                <a:ext uri="{FF2B5EF4-FFF2-40B4-BE49-F238E27FC236}">
                  <a16:creationId xmlns:a16="http://schemas.microsoft.com/office/drawing/2014/main" id="{BF1BB4C2-2CFF-9555-916D-B08189B1ED72}"/>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32" name="Title 31">
            <a:extLst>
              <a:ext uri="{FF2B5EF4-FFF2-40B4-BE49-F238E27FC236}">
                <a16:creationId xmlns:a16="http://schemas.microsoft.com/office/drawing/2014/main" id="{E3492C82-376C-10C5-B46C-67C15004D611}"/>
              </a:ext>
            </a:extLst>
          </p:cNvPr>
          <p:cNvSpPr>
            <a:spLocks noGrp="1"/>
          </p:cNvSpPr>
          <p:nvPr>
            <p:ph type="title"/>
          </p:nvPr>
        </p:nvSpPr>
        <p:spPr>
          <a:xfrm>
            <a:off x="551384" y="1628775"/>
            <a:ext cx="6578080" cy="3589714"/>
          </a:xfrm>
        </p:spPr>
        <p:txBody>
          <a:bodyPr anchor="b"/>
          <a:lstStyle>
            <a:lvl1pPr>
              <a:defRPr sz="5400">
                <a:solidFill>
                  <a:schemeClr val="bg1"/>
                </a:solidFill>
              </a:defRPr>
            </a:lvl1pPr>
          </a:lstStyle>
          <a:p>
            <a:r>
              <a:rPr lang="en-US"/>
              <a:t>Click to edit Master title style</a:t>
            </a:r>
            <a:endParaRPr lang="en-PL"/>
          </a:p>
        </p:txBody>
      </p:sp>
      <p:sp>
        <p:nvSpPr>
          <p:cNvPr id="34" name="Text Placeholder 33">
            <a:extLst>
              <a:ext uri="{FF2B5EF4-FFF2-40B4-BE49-F238E27FC236}">
                <a16:creationId xmlns:a16="http://schemas.microsoft.com/office/drawing/2014/main" id="{D09EA9EC-658D-5DAE-6157-50A4AA284434}"/>
              </a:ext>
            </a:extLst>
          </p:cNvPr>
          <p:cNvSpPr>
            <a:spLocks noGrp="1"/>
          </p:cNvSpPr>
          <p:nvPr>
            <p:ph type="body" sz="quarter" idx="14"/>
          </p:nvPr>
        </p:nvSpPr>
        <p:spPr>
          <a:xfrm>
            <a:off x="549275" y="5251824"/>
            <a:ext cx="6578080" cy="659722"/>
          </a:xfrm>
          <a:prstGeom prst="rect">
            <a:avLst/>
          </a:prstGeom>
        </p:spPr>
        <p:txBody>
          <a:bodyPr/>
          <a:lstStyle>
            <a:lvl1pPr>
              <a:defRPr>
                <a:solidFill>
                  <a:schemeClr val="bg1"/>
                </a:solidFill>
              </a:defRPr>
            </a:lvl1pPr>
          </a:lstStyle>
          <a:p>
            <a:pPr lvl="0"/>
            <a:r>
              <a:rPr lang="en-US"/>
              <a:t>Click to edit Master text styles</a:t>
            </a:r>
          </a:p>
        </p:txBody>
      </p:sp>
      <p:sp>
        <p:nvSpPr>
          <p:cNvPr id="3" name="Rectangle 2">
            <a:extLst>
              <a:ext uri="{FF2B5EF4-FFF2-40B4-BE49-F238E27FC236}">
                <a16:creationId xmlns:a16="http://schemas.microsoft.com/office/drawing/2014/main" id="{9E9DF3E1-890B-0648-08D7-23F6A17377B7}"/>
              </a:ext>
            </a:extLst>
          </p:cNvPr>
          <p:cNvSpPr/>
          <p:nvPr userDrawn="1"/>
        </p:nvSpPr>
        <p:spPr>
          <a:xfrm>
            <a:off x="-2" y="0"/>
            <a:ext cx="12192000"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4" name="Text Placeholder 33">
            <a:extLst>
              <a:ext uri="{FF2B5EF4-FFF2-40B4-BE49-F238E27FC236}">
                <a16:creationId xmlns:a16="http://schemas.microsoft.com/office/drawing/2014/main" id="{277C0A79-DE12-2C81-D632-2FB7FA13208C}"/>
              </a:ext>
            </a:extLst>
          </p:cNvPr>
          <p:cNvSpPr>
            <a:spLocks noGrp="1"/>
          </p:cNvSpPr>
          <p:nvPr>
            <p:ph type="body" sz="quarter" idx="15"/>
          </p:nvPr>
        </p:nvSpPr>
        <p:spPr>
          <a:xfrm>
            <a:off x="549275" y="5910502"/>
            <a:ext cx="6578080" cy="659722"/>
          </a:xfrm>
          <a:prstGeom prst="rect">
            <a:avLst/>
          </a:prstGeom>
        </p:spPr>
        <p:txBody>
          <a:bodyPr/>
          <a:lstStyle>
            <a:lvl1pPr>
              <a:defRPr>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121971105"/>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preserve="1" userDrawn="1">
  <p:cSld name="Title Slide 3">
    <p:spTree>
      <p:nvGrpSpPr>
        <p:cNvPr id="1" name=""/>
        <p:cNvGrpSpPr/>
        <p:nvPr/>
      </p:nvGrpSpPr>
      <p:grpSpPr>
        <a:xfrm>
          <a:off x="0" y="0"/>
          <a:ext cx="0" cy="0"/>
          <a:chOff x="0" y="0"/>
          <a:chExt cx="0" cy="0"/>
        </a:xfrm>
      </p:grpSpPr>
      <p:sp>
        <p:nvSpPr>
          <p:cNvPr id="32" name="Picture Placeholder 10">
            <a:extLst>
              <a:ext uri="{FF2B5EF4-FFF2-40B4-BE49-F238E27FC236}">
                <a16:creationId xmlns:a16="http://schemas.microsoft.com/office/drawing/2014/main" id="{3ACE82B0-62A7-4716-0770-25177C6C2523}"/>
              </a:ext>
            </a:extLst>
          </p:cNvPr>
          <p:cNvSpPr>
            <a:spLocks noGrp="1"/>
          </p:cNvSpPr>
          <p:nvPr>
            <p:ph type="pic" sz="quarter" idx="13" hasCustomPrompt="1"/>
          </p:nvPr>
        </p:nvSpPr>
        <p:spPr>
          <a:xfrm>
            <a:off x="180001" y="0"/>
            <a:ext cx="12011999"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grpSp>
        <p:nvGrpSpPr>
          <p:cNvPr id="33" name="Group 2">
            <a:extLst>
              <a:ext uri="{FF2B5EF4-FFF2-40B4-BE49-F238E27FC236}">
                <a16:creationId xmlns:a16="http://schemas.microsoft.com/office/drawing/2014/main" id="{8F46E283-C322-4D6F-0C87-E9B5787BEF80}"/>
              </a:ext>
            </a:extLst>
          </p:cNvPr>
          <p:cNvGrpSpPr>
            <a:grpSpLocks noChangeAspect="1"/>
          </p:cNvGrpSpPr>
          <p:nvPr userDrawn="1"/>
        </p:nvGrpSpPr>
        <p:grpSpPr>
          <a:xfrm>
            <a:off x="9912013" y="6122117"/>
            <a:ext cx="1872000" cy="420870"/>
            <a:chOff x="5094083" y="5360390"/>
            <a:chExt cx="3039349" cy="683316"/>
          </a:xfrm>
          <a:solidFill>
            <a:schemeClr val="tx2"/>
          </a:solidFill>
        </p:grpSpPr>
        <p:sp>
          <p:nvSpPr>
            <p:cNvPr id="34" name="Freeform: Shape 4">
              <a:extLst>
                <a:ext uri="{FF2B5EF4-FFF2-40B4-BE49-F238E27FC236}">
                  <a16:creationId xmlns:a16="http://schemas.microsoft.com/office/drawing/2014/main" id="{E7C6E56A-237E-269F-8948-94D8630922C0}"/>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35" name="Freeform: Shape 5">
              <a:extLst>
                <a:ext uri="{FF2B5EF4-FFF2-40B4-BE49-F238E27FC236}">
                  <a16:creationId xmlns:a16="http://schemas.microsoft.com/office/drawing/2014/main" id="{69EF9104-8430-F98A-7A15-FE04244E2D36}"/>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36" name="Freeform: Shape 6">
              <a:extLst>
                <a:ext uri="{FF2B5EF4-FFF2-40B4-BE49-F238E27FC236}">
                  <a16:creationId xmlns:a16="http://schemas.microsoft.com/office/drawing/2014/main" id="{0398A75A-EE7F-6840-B64B-CD550ECF76E3}"/>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37" name="Freeform: Shape 7">
              <a:extLst>
                <a:ext uri="{FF2B5EF4-FFF2-40B4-BE49-F238E27FC236}">
                  <a16:creationId xmlns:a16="http://schemas.microsoft.com/office/drawing/2014/main" id="{3586F6A8-69A4-9382-D0C9-7CA34851C34A}"/>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38" name="Freeform: Shape 8">
              <a:extLst>
                <a:ext uri="{FF2B5EF4-FFF2-40B4-BE49-F238E27FC236}">
                  <a16:creationId xmlns:a16="http://schemas.microsoft.com/office/drawing/2014/main" id="{3814A5D2-6C0A-D1F0-266D-7ECB31C3E8E6}"/>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39" name="Title 31">
            <a:extLst>
              <a:ext uri="{FF2B5EF4-FFF2-40B4-BE49-F238E27FC236}">
                <a16:creationId xmlns:a16="http://schemas.microsoft.com/office/drawing/2014/main" id="{F322BC76-B62D-13E1-DFD4-1C84E6221D02}"/>
              </a:ext>
            </a:extLst>
          </p:cNvPr>
          <p:cNvSpPr>
            <a:spLocks noGrp="1"/>
          </p:cNvSpPr>
          <p:nvPr>
            <p:ph type="title"/>
          </p:nvPr>
        </p:nvSpPr>
        <p:spPr>
          <a:xfrm>
            <a:off x="1214394" y="1628775"/>
            <a:ext cx="6578080" cy="3335273"/>
          </a:xfrm>
        </p:spPr>
        <p:txBody>
          <a:bodyPr anchor="b"/>
          <a:lstStyle>
            <a:lvl1pPr>
              <a:lnSpc>
                <a:spcPct val="90000"/>
              </a:lnSpc>
              <a:defRPr sz="7200">
                <a:solidFill>
                  <a:schemeClr val="bg1"/>
                </a:solidFill>
                <a:latin typeface="Ubuntu Light" panose="020B0304030602030204" pitchFamily="34" charset="0"/>
              </a:defRPr>
            </a:lvl1pPr>
          </a:lstStyle>
          <a:p>
            <a:r>
              <a:rPr lang="en-US"/>
              <a:t>Click to edit Master title style</a:t>
            </a:r>
            <a:endParaRPr lang="en-PL"/>
          </a:p>
        </p:txBody>
      </p:sp>
      <p:sp>
        <p:nvSpPr>
          <p:cNvPr id="40" name="Text Placeholder 33">
            <a:extLst>
              <a:ext uri="{FF2B5EF4-FFF2-40B4-BE49-F238E27FC236}">
                <a16:creationId xmlns:a16="http://schemas.microsoft.com/office/drawing/2014/main" id="{CA8F7439-A11A-B37F-8E7F-1541F8C360C4}"/>
              </a:ext>
            </a:extLst>
          </p:cNvPr>
          <p:cNvSpPr>
            <a:spLocks noGrp="1"/>
          </p:cNvSpPr>
          <p:nvPr>
            <p:ph type="body" sz="quarter" idx="14"/>
          </p:nvPr>
        </p:nvSpPr>
        <p:spPr>
          <a:xfrm>
            <a:off x="1212285" y="5251824"/>
            <a:ext cx="6578080" cy="659722"/>
          </a:xfrm>
          <a:prstGeom prst="rect">
            <a:avLst/>
          </a:prstGeom>
        </p:spPr>
        <p:txBody>
          <a:bodyPr/>
          <a:lstStyle>
            <a:lvl1pPr>
              <a:defRPr sz="2000" b="0">
                <a:solidFill>
                  <a:schemeClr val="bg1"/>
                </a:solidFill>
              </a:defRPr>
            </a:lvl1pPr>
          </a:lstStyle>
          <a:p>
            <a:pPr lvl="0"/>
            <a:r>
              <a:rPr lang="en-US"/>
              <a:t>Click to edit Master text styles</a:t>
            </a:r>
          </a:p>
        </p:txBody>
      </p:sp>
      <p:sp>
        <p:nvSpPr>
          <p:cNvPr id="3" name="Rectangle 2">
            <a:extLst>
              <a:ext uri="{FF2B5EF4-FFF2-40B4-BE49-F238E27FC236}">
                <a16:creationId xmlns:a16="http://schemas.microsoft.com/office/drawing/2014/main" id="{731224E1-CA4F-0875-C5F0-35D33EADD2EB}"/>
              </a:ext>
            </a:extLst>
          </p:cNvPr>
          <p:cNvSpPr/>
          <p:nvPr userDrawn="1"/>
        </p:nvSpPr>
        <p:spPr>
          <a:xfrm rot="16200000">
            <a:off x="-3338999"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4" name="Text Placeholder 33">
            <a:extLst>
              <a:ext uri="{FF2B5EF4-FFF2-40B4-BE49-F238E27FC236}">
                <a16:creationId xmlns:a16="http://schemas.microsoft.com/office/drawing/2014/main" id="{F38081E3-C84E-8E42-A77A-A602E5F45BEC}"/>
              </a:ext>
            </a:extLst>
          </p:cNvPr>
          <p:cNvSpPr>
            <a:spLocks noGrp="1"/>
          </p:cNvSpPr>
          <p:nvPr>
            <p:ph type="body" sz="quarter" idx="15"/>
          </p:nvPr>
        </p:nvSpPr>
        <p:spPr>
          <a:xfrm>
            <a:off x="1212285" y="5910502"/>
            <a:ext cx="6578080" cy="659722"/>
          </a:xfrm>
          <a:prstGeom prst="rect">
            <a:avLst/>
          </a:prstGeom>
        </p:spPr>
        <p:txBody>
          <a:bodyPr/>
          <a:lstStyle>
            <a:lvl1pPr>
              <a:defRPr>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2424232543"/>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preserve="1" userDrawn="1">
  <p:cSld name="Title Slide 4">
    <p:spTree>
      <p:nvGrpSpPr>
        <p:cNvPr id="1" name=""/>
        <p:cNvGrpSpPr/>
        <p:nvPr/>
      </p:nvGrpSpPr>
      <p:grpSpPr>
        <a:xfrm>
          <a:off x="0" y="0"/>
          <a:ext cx="0" cy="0"/>
          <a:chOff x="0" y="0"/>
          <a:chExt cx="0" cy="0"/>
        </a:xfrm>
      </p:grpSpPr>
      <p:sp>
        <p:nvSpPr>
          <p:cNvPr id="43" name="Picture Placeholder 10">
            <a:extLst>
              <a:ext uri="{FF2B5EF4-FFF2-40B4-BE49-F238E27FC236}">
                <a16:creationId xmlns:a16="http://schemas.microsoft.com/office/drawing/2014/main" id="{3C1B8D60-78D7-1E25-C623-7509C881E3E9}"/>
              </a:ext>
            </a:extLst>
          </p:cNvPr>
          <p:cNvSpPr>
            <a:spLocks noGrp="1"/>
          </p:cNvSpPr>
          <p:nvPr>
            <p:ph type="pic" sz="quarter" idx="14"/>
          </p:nvPr>
        </p:nvSpPr>
        <p:spPr>
          <a:xfrm>
            <a:off x="9460018" y="1"/>
            <a:ext cx="2731981" cy="3429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pPr marR="0" lvl="0" fontAlgn="auto">
              <a:spcAft>
                <a:spcPts val="0"/>
              </a:spcAft>
              <a:buClrTx/>
              <a:buSzTx/>
              <a:tabLst/>
            </a:pPr>
            <a:r>
              <a:rPr lang="en-US"/>
              <a:t>Click icon to add picture</a:t>
            </a:r>
          </a:p>
        </p:txBody>
      </p:sp>
      <p:sp>
        <p:nvSpPr>
          <p:cNvPr id="42" name="Picture Placeholder 10">
            <a:extLst>
              <a:ext uri="{FF2B5EF4-FFF2-40B4-BE49-F238E27FC236}">
                <a16:creationId xmlns:a16="http://schemas.microsoft.com/office/drawing/2014/main" id="{E8C91BDE-0FA3-B18C-5405-5DB502E0FBA3}"/>
              </a:ext>
            </a:extLst>
          </p:cNvPr>
          <p:cNvSpPr>
            <a:spLocks noGrp="1"/>
          </p:cNvSpPr>
          <p:nvPr>
            <p:ph type="pic" sz="quarter" idx="13" hasCustomPrompt="1"/>
          </p:nvPr>
        </p:nvSpPr>
        <p:spPr>
          <a:xfrm>
            <a:off x="0" y="0"/>
            <a:ext cx="9280018"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grpSp>
        <p:nvGrpSpPr>
          <p:cNvPr id="35" name="Group 2">
            <a:extLst>
              <a:ext uri="{FF2B5EF4-FFF2-40B4-BE49-F238E27FC236}">
                <a16:creationId xmlns:a16="http://schemas.microsoft.com/office/drawing/2014/main" id="{586CA03F-ED76-1D2D-90A8-504016961D55}"/>
              </a:ext>
            </a:extLst>
          </p:cNvPr>
          <p:cNvGrpSpPr>
            <a:grpSpLocks noChangeAspect="1"/>
          </p:cNvGrpSpPr>
          <p:nvPr userDrawn="1"/>
        </p:nvGrpSpPr>
        <p:grpSpPr>
          <a:xfrm>
            <a:off x="9912013" y="6122117"/>
            <a:ext cx="1872000" cy="420870"/>
            <a:chOff x="5094083" y="5360390"/>
            <a:chExt cx="3039349" cy="683316"/>
          </a:xfrm>
          <a:solidFill>
            <a:schemeClr val="tx2"/>
          </a:solidFill>
        </p:grpSpPr>
        <p:sp>
          <p:nvSpPr>
            <p:cNvPr id="36" name="Freeform: Shape 4">
              <a:extLst>
                <a:ext uri="{FF2B5EF4-FFF2-40B4-BE49-F238E27FC236}">
                  <a16:creationId xmlns:a16="http://schemas.microsoft.com/office/drawing/2014/main" id="{04CD9986-2686-D8E3-9192-8BEB77750D7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37" name="Freeform: Shape 5">
              <a:extLst>
                <a:ext uri="{FF2B5EF4-FFF2-40B4-BE49-F238E27FC236}">
                  <a16:creationId xmlns:a16="http://schemas.microsoft.com/office/drawing/2014/main" id="{7CD40094-AC2F-9457-AD3F-9AAA89E00C4A}"/>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38" name="Freeform: Shape 6">
              <a:extLst>
                <a:ext uri="{FF2B5EF4-FFF2-40B4-BE49-F238E27FC236}">
                  <a16:creationId xmlns:a16="http://schemas.microsoft.com/office/drawing/2014/main" id="{682D97D4-A5DA-2B1D-3407-13658458A52A}"/>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39" name="Freeform: Shape 7">
              <a:extLst>
                <a:ext uri="{FF2B5EF4-FFF2-40B4-BE49-F238E27FC236}">
                  <a16:creationId xmlns:a16="http://schemas.microsoft.com/office/drawing/2014/main" id="{FEBEF87B-7156-68DF-4D8A-E84D8A4F0EA2}"/>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40" name="Freeform: Shape 8">
              <a:extLst>
                <a:ext uri="{FF2B5EF4-FFF2-40B4-BE49-F238E27FC236}">
                  <a16:creationId xmlns:a16="http://schemas.microsoft.com/office/drawing/2014/main" id="{3A0B75AC-0F93-D7BF-2568-50E1CFEDF0CA}"/>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44" name="Title 31">
            <a:extLst>
              <a:ext uri="{FF2B5EF4-FFF2-40B4-BE49-F238E27FC236}">
                <a16:creationId xmlns:a16="http://schemas.microsoft.com/office/drawing/2014/main" id="{3551E8D5-6D03-58C4-2A78-E73615CBFD4C}"/>
              </a:ext>
            </a:extLst>
          </p:cNvPr>
          <p:cNvSpPr>
            <a:spLocks noGrp="1"/>
          </p:cNvSpPr>
          <p:nvPr>
            <p:ph type="title"/>
          </p:nvPr>
        </p:nvSpPr>
        <p:spPr>
          <a:xfrm>
            <a:off x="551384" y="1628775"/>
            <a:ext cx="6578080" cy="3589714"/>
          </a:xfrm>
        </p:spPr>
        <p:txBody>
          <a:bodyPr anchor="b"/>
          <a:lstStyle>
            <a:lvl1pPr>
              <a:defRPr sz="5400">
                <a:solidFill>
                  <a:schemeClr val="bg1"/>
                </a:solidFill>
              </a:defRPr>
            </a:lvl1pPr>
          </a:lstStyle>
          <a:p>
            <a:r>
              <a:rPr lang="en-US"/>
              <a:t>Click to edit Master title style</a:t>
            </a:r>
            <a:endParaRPr lang="en-PL"/>
          </a:p>
        </p:txBody>
      </p:sp>
      <p:sp>
        <p:nvSpPr>
          <p:cNvPr id="45" name="Text Placeholder 33">
            <a:extLst>
              <a:ext uri="{FF2B5EF4-FFF2-40B4-BE49-F238E27FC236}">
                <a16:creationId xmlns:a16="http://schemas.microsoft.com/office/drawing/2014/main" id="{AE8BF6B9-54E0-50CF-ED1F-1556FC6C0905}"/>
              </a:ext>
            </a:extLst>
          </p:cNvPr>
          <p:cNvSpPr>
            <a:spLocks noGrp="1"/>
          </p:cNvSpPr>
          <p:nvPr>
            <p:ph type="body" sz="quarter" idx="15"/>
          </p:nvPr>
        </p:nvSpPr>
        <p:spPr>
          <a:xfrm>
            <a:off x="9912013" y="3893182"/>
            <a:ext cx="1872000" cy="1123397"/>
          </a:xfrm>
          <a:prstGeom prst="rect">
            <a:avLst/>
          </a:prstGeom>
        </p:spPr>
        <p:txBody>
          <a:bodyPr anchor="b">
            <a:noAutofit/>
          </a:bodyPr>
          <a:lstStyle>
            <a:lvl1pPr>
              <a:defRPr sz="2000"/>
            </a:lvl1pPr>
          </a:lstStyle>
          <a:p>
            <a:pPr lvl="0"/>
            <a:r>
              <a:rPr lang="en-US"/>
              <a:t>Click to edit Master text styles</a:t>
            </a:r>
          </a:p>
        </p:txBody>
      </p:sp>
      <p:sp>
        <p:nvSpPr>
          <p:cNvPr id="4" name="Rectangle 3">
            <a:extLst>
              <a:ext uri="{FF2B5EF4-FFF2-40B4-BE49-F238E27FC236}">
                <a16:creationId xmlns:a16="http://schemas.microsoft.com/office/drawing/2014/main" id="{78D281D9-C9E0-F6DF-2438-F4992F7D29D2}"/>
              </a:ext>
            </a:extLst>
          </p:cNvPr>
          <p:cNvSpPr/>
          <p:nvPr userDrawn="1"/>
        </p:nvSpPr>
        <p:spPr>
          <a:xfrm rot="16200000">
            <a:off x="5941020"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3" name="Text Placeholder 33">
            <a:extLst>
              <a:ext uri="{FF2B5EF4-FFF2-40B4-BE49-F238E27FC236}">
                <a16:creationId xmlns:a16="http://schemas.microsoft.com/office/drawing/2014/main" id="{F95A3A44-A840-3420-E0A4-A35DB913338B}"/>
              </a:ext>
            </a:extLst>
          </p:cNvPr>
          <p:cNvSpPr>
            <a:spLocks noGrp="1"/>
          </p:cNvSpPr>
          <p:nvPr>
            <p:ph type="body" sz="quarter" idx="16"/>
          </p:nvPr>
        </p:nvSpPr>
        <p:spPr>
          <a:xfrm>
            <a:off x="9912013" y="5264061"/>
            <a:ext cx="1872000" cy="522985"/>
          </a:xfrm>
          <a:prstGeom prst="rect">
            <a:avLst/>
          </a:prstGeom>
        </p:spPr>
        <p:txBody>
          <a:bodyPr/>
          <a:lstStyle/>
          <a:p>
            <a:pPr lvl="0"/>
            <a:r>
              <a:rPr lang="en-US"/>
              <a:t>Click to edit Master text styles</a:t>
            </a:r>
          </a:p>
        </p:txBody>
      </p:sp>
    </p:spTree>
    <p:extLst>
      <p:ext uri="{BB962C8B-B14F-4D97-AF65-F5344CB8AC3E}">
        <p14:creationId xmlns:p14="http://schemas.microsoft.com/office/powerpoint/2010/main" val="3854865769"/>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preserve="1" userDrawn="1">
  <p:cSld name="Title Slide 6">
    <p:spTree>
      <p:nvGrpSpPr>
        <p:cNvPr id="1" name=""/>
        <p:cNvGrpSpPr/>
        <p:nvPr/>
      </p:nvGrpSpPr>
      <p:grpSpPr>
        <a:xfrm>
          <a:off x="0" y="0"/>
          <a:ext cx="0" cy="0"/>
          <a:chOff x="0" y="0"/>
          <a:chExt cx="0" cy="0"/>
        </a:xfrm>
      </p:grpSpPr>
      <p:sp>
        <p:nvSpPr>
          <p:cNvPr id="42" name="Picture Placeholder 10">
            <a:extLst>
              <a:ext uri="{FF2B5EF4-FFF2-40B4-BE49-F238E27FC236}">
                <a16:creationId xmlns:a16="http://schemas.microsoft.com/office/drawing/2014/main" id="{E8C91BDE-0FA3-B18C-5405-5DB502E0FBA3}"/>
              </a:ext>
            </a:extLst>
          </p:cNvPr>
          <p:cNvSpPr>
            <a:spLocks noGrp="1"/>
          </p:cNvSpPr>
          <p:nvPr>
            <p:ph type="pic" sz="quarter" idx="13" hasCustomPrompt="1"/>
          </p:nvPr>
        </p:nvSpPr>
        <p:spPr>
          <a:xfrm>
            <a:off x="0" y="0"/>
            <a:ext cx="9280018"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43" name="Picture Placeholder 10">
            <a:extLst>
              <a:ext uri="{FF2B5EF4-FFF2-40B4-BE49-F238E27FC236}">
                <a16:creationId xmlns:a16="http://schemas.microsoft.com/office/drawing/2014/main" id="{3C1B8D60-78D7-1E25-C623-7509C881E3E9}"/>
              </a:ext>
            </a:extLst>
          </p:cNvPr>
          <p:cNvSpPr>
            <a:spLocks noGrp="1"/>
          </p:cNvSpPr>
          <p:nvPr>
            <p:ph type="pic" sz="quarter" idx="14"/>
          </p:nvPr>
        </p:nvSpPr>
        <p:spPr>
          <a:xfrm>
            <a:off x="9460018" y="0"/>
            <a:ext cx="2731981" cy="4949047"/>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pPr marR="0" lvl="0" fontAlgn="auto">
              <a:spcAft>
                <a:spcPts val="0"/>
              </a:spcAft>
              <a:buClrTx/>
              <a:buSzTx/>
              <a:tabLst/>
            </a:pPr>
            <a:r>
              <a:rPr lang="en-US"/>
              <a:t>Click icon to add picture</a:t>
            </a:r>
          </a:p>
        </p:txBody>
      </p:sp>
      <p:grpSp>
        <p:nvGrpSpPr>
          <p:cNvPr id="35" name="Group 2">
            <a:extLst>
              <a:ext uri="{FF2B5EF4-FFF2-40B4-BE49-F238E27FC236}">
                <a16:creationId xmlns:a16="http://schemas.microsoft.com/office/drawing/2014/main" id="{586CA03F-ED76-1D2D-90A8-504016961D55}"/>
              </a:ext>
            </a:extLst>
          </p:cNvPr>
          <p:cNvGrpSpPr>
            <a:grpSpLocks noChangeAspect="1"/>
          </p:cNvGrpSpPr>
          <p:nvPr userDrawn="1"/>
        </p:nvGrpSpPr>
        <p:grpSpPr>
          <a:xfrm>
            <a:off x="9912013" y="6122117"/>
            <a:ext cx="1872000" cy="420870"/>
            <a:chOff x="5094083" y="5360390"/>
            <a:chExt cx="3039349" cy="683316"/>
          </a:xfrm>
          <a:solidFill>
            <a:schemeClr val="tx2"/>
          </a:solidFill>
        </p:grpSpPr>
        <p:sp>
          <p:nvSpPr>
            <p:cNvPr id="36" name="Freeform: Shape 4">
              <a:extLst>
                <a:ext uri="{FF2B5EF4-FFF2-40B4-BE49-F238E27FC236}">
                  <a16:creationId xmlns:a16="http://schemas.microsoft.com/office/drawing/2014/main" id="{04CD9986-2686-D8E3-9192-8BEB77750D7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37" name="Freeform: Shape 5">
              <a:extLst>
                <a:ext uri="{FF2B5EF4-FFF2-40B4-BE49-F238E27FC236}">
                  <a16:creationId xmlns:a16="http://schemas.microsoft.com/office/drawing/2014/main" id="{7CD40094-AC2F-9457-AD3F-9AAA89E00C4A}"/>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38" name="Freeform: Shape 6">
              <a:extLst>
                <a:ext uri="{FF2B5EF4-FFF2-40B4-BE49-F238E27FC236}">
                  <a16:creationId xmlns:a16="http://schemas.microsoft.com/office/drawing/2014/main" id="{682D97D4-A5DA-2B1D-3407-13658458A52A}"/>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39" name="Freeform: Shape 7">
              <a:extLst>
                <a:ext uri="{FF2B5EF4-FFF2-40B4-BE49-F238E27FC236}">
                  <a16:creationId xmlns:a16="http://schemas.microsoft.com/office/drawing/2014/main" id="{FEBEF87B-7156-68DF-4D8A-E84D8A4F0EA2}"/>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40" name="Freeform: Shape 8">
              <a:extLst>
                <a:ext uri="{FF2B5EF4-FFF2-40B4-BE49-F238E27FC236}">
                  <a16:creationId xmlns:a16="http://schemas.microsoft.com/office/drawing/2014/main" id="{3A0B75AC-0F93-D7BF-2568-50E1CFEDF0CA}"/>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44" name="Title 31">
            <a:extLst>
              <a:ext uri="{FF2B5EF4-FFF2-40B4-BE49-F238E27FC236}">
                <a16:creationId xmlns:a16="http://schemas.microsoft.com/office/drawing/2014/main" id="{3551E8D5-6D03-58C4-2A78-E73615CBFD4C}"/>
              </a:ext>
            </a:extLst>
          </p:cNvPr>
          <p:cNvSpPr>
            <a:spLocks noGrp="1"/>
          </p:cNvSpPr>
          <p:nvPr>
            <p:ph type="title"/>
          </p:nvPr>
        </p:nvSpPr>
        <p:spPr>
          <a:xfrm>
            <a:off x="5087887" y="549275"/>
            <a:ext cx="4036154" cy="3815829"/>
          </a:xfrm>
        </p:spPr>
        <p:txBody>
          <a:bodyPr anchor="b"/>
          <a:lstStyle>
            <a:lvl1pPr>
              <a:defRPr sz="6600">
                <a:solidFill>
                  <a:schemeClr val="bg1"/>
                </a:solidFill>
                <a:latin typeface="Ubuntu Light" panose="020B0304030602030204" pitchFamily="34" charset="0"/>
              </a:defRPr>
            </a:lvl1pPr>
          </a:lstStyle>
          <a:p>
            <a:r>
              <a:rPr lang="en-US"/>
              <a:t>Click to edit Master title style</a:t>
            </a:r>
            <a:endParaRPr lang="en-PL"/>
          </a:p>
        </p:txBody>
      </p:sp>
      <p:sp>
        <p:nvSpPr>
          <p:cNvPr id="45" name="Text Placeholder 33">
            <a:extLst>
              <a:ext uri="{FF2B5EF4-FFF2-40B4-BE49-F238E27FC236}">
                <a16:creationId xmlns:a16="http://schemas.microsoft.com/office/drawing/2014/main" id="{AE8BF6B9-54E0-50CF-ED1F-1556FC6C0905}"/>
              </a:ext>
            </a:extLst>
          </p:cNvPr>
          <p:cNvSpPr>
            <a:spLocks noGrp="1"/>
          </p:cNvSpPr>
          <p:nvPr>
            <p:ph type="body" sz="quarter" idx="15"/>
          </p:nvPr>
        </p:nvSpPr>
        <p:spPr>
          <a:xfrm>
            <a:off x="5159897" y="4725144"/>
            <a:ext cx="3964144" cy="316404"/>
          </a:xfrm>
          <a:prstGeom prst="rect">
            <a:avLst/>
          </a:prstGeom>
        </p:spPr>
        <p:txBody>
          <a:bodyPr anchor="b">
            <a:noAutofit/>
          </a:bodyPr>
          <a:lstStyle>
            <a:lvl1pPr>
              <a:defRPr sz="2000">
                <a:solidFill>
                  <a:schemeClr val="bg1"/>
                </a:solidFill>
              </a:defRPr>
            </a:lvl1pPr>
          </a:lstStyle>
          <a:p>
            <a:pPr lvl="0"/>
            <a:r>
              <a:rPr lang="en-US"/>
              <a:t>Click to edit Master text styles</a:t>
            </a:r>
          </a:p>
        </p:txBody>
      </p:sp>
      <p:sp>
        <p:nvSpPr>
          <p:cNvPr id="4" name="Rectangle 3">
            <a:extLst>
              <a:ext uri="{FF2B5EF4-FFF2-40B4-BE49-F238E27FC236}">
                <a16:creationId xmlns:a16="http://schemas.microsoft.com/office/drawing/2014/main" id="{78D281D9-C9E0-F6DF-2438-F4992F7D29D2}"/>
              </a:ext>
            </a:extLst>
          </p:cNvPr>
          <p:cNvSpPr/>
          <p:nvPr userDrawn="1"/>
        </p:nvSpPr>
        <p:spPr>
          <a:xfrm rot="16200000">
            <a:off x="5941020"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3" name="Text Placeholder 33">
            <a:extLst>
              <a:ext uri="{FF2B5EF4-FFF2-40B4-BE49-F238E27FC236}">
                <a16:creationId xmlns:a16="http://schemas.microsoft.com/office/drawing/2014/main" id="{F95A3A44-A840-3420-E0A4-A35DB913338B}"/>
              </a:ext>
            </a:extLst>
          </p:cNvPr>
          <p:cNvSpPr>
            <a:spLocks noGrp="1"/>
          </p:cNvSpPr>
          <p:nvPr>
            <p:ph type="body" sz="quarter" idx="16"/>
          </p:nvPr>
        </p:nvSpPr>
        <p:spPr>
          <a:xfrm>
            <a:off x="9912013" y="5264061"/>
            <a:ext cx="1872000" cy="522985"/>
          </a:xfrm>
          <a:prstGeom prst="rect">
            <a:avLst/>
          </a:prstGeom>
        </p:spPr>
        <p:txBody>
          <a:bodyPr/>
          <a:lstStyle/>
          <a:p>
            <a:pPr lvl="0"/>
            <a:r>
              <a:rPr lang="en-US"/>
              <a:t>Click to edit Master text styles</a:t>
            </a:r>
          </a:p>
        </p:txBody>
      </p:sp>
    </p:spTree>
    <p:extLst>
      <p:ext uri="{BB962C8B-B14F-4D97-AF65-F5344CB8AC3E}">
        <p14:creationId xmlns:p14="http://schemas.microsoft.com/office/powerpoint/2010/main" val="3376378668"/>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preserve="1" userDrawn="1">
  <p:cSld name="Title Slide 5">
    <p:spTree>
      <p:nvGrpSpPr>
        <p:cNvPr id="1" name=""/>
        <p:cNvGrpSpPr/>
        <p:nvPr/>
      </p:nvGrpSpPr>
      <p:grpSpPr>
        <a:xfrm>
          <a:off x="0" y="0"/>
          <a:ext cx="0" cy="0"/>
          <a:chOff x="0" y="0"/>
          <a:chExt cx="0" cy="0"/>
        </a:xfrm>
      </p:grpSpPr>
      <p:sp>
        <p:nvSpPr>
          <p:cNvPr id="43" name="Picture Placeholder 10">
            <a:extLst>
              <a:ext uri="{FF2B5EF4-FFF2-40B4-BE49-F238E27FC236}">
                <a16:creationId xmlns:a16="http://schemas.microsoft.com/office/drawing/2014/main" id="{3C1B8D60-78D7-1E25-C623-7509C881E3E9}"/>
              </a:ext>
            </a:extLst>
          </p:cNvPr>
          <p:cNvSpPr>
            <a:spLocks noGrp="1"/>
          </p:cNvSpPr>
          <p:nvPr>
            <p:ph type="pic" sz="quarter" idx="14"/>
          </p:nvPr>
        </p:nvSpPr>
        <p:spPr>
          <a:xfrm>
            <a:off x="-1" y="1"/>
            <a:ext cx="2736773" cy="3429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pPr marR="0" lvl="0" fontAlgn="auto">
              <a:spcAft>
                <a:spcPts val="0"/>
              </a:spcAft>
              <a:buClrTx/>
              <a:buSzTx/>
              <a:tabLst/>
            </a:pPr>
            <a:r>
              <a:rPr lang="en-US"/>
              <a:t>Click icon to add picture</a:t>
            </a:r>
          </a:p>
        </p:txBody>
      </p:sp>
      <p:sp>
        <p:nvSpPr>
          <p:cNvPr id="42" name="Picture Placeholder 10">
            <a:extLst>
              <a:ext uri="{FF2B5EF4-FFF2-40B4-BE49-F238E27FC236}">
                <a16:creationId xmlns:a16="http://schemas.microsoft.com/office/drawing/2014/main" id="{E8C91BDE-0FA3-B18C-5405-5DB502E0FBA3}"/>
              </a:ext>
            </a:extLst>
          </p:cNvPr>
          <p:cNvSpPr>
            <a:spLocks noGrp="1"/>
          </p:cNvSpPr>
          <p:nvPr>
            <p:ph type="pic" sz="quarter" idx="13" hasCustomPrompt="1"/>
          </p:nvPr>
        </p:nvSpPr>
        <p:spPr>
          <a:xfrm>
            <a:off x="2916774" y="0"/>
            <a:ext cx="9275226"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grpSp>
        <p:nvGrpSpPr>
          <p:cNvPr id="35" name="Group 2">
            <a:extLst>
              <a:ext uri="{FF2B5EF4-FFF2-40B4-BE49-F238E27FC236}">
                <a16:creationId xmlns:a16="http://schemas.microsoft.com/office/drawing/2014/main" id="{586CA03F-ED76-1D2D-90A8-504016961D55}"/>
              </a:ext>
            </a:extLst>
          </p:cNvPr>
          <p:cNvGrpSpPr>
            <a:grpSpLocks noChangeAspect="1"/>
          </p:cNvGrpSpPr>
          <p:nvPr userDrawn="1"/>
        </p:nvGrpSpPr>
        <p:grpSpPr>
          <a:xfrm>
            <a:off x="357195" y="6122117"/>
            <a:ext cx="1872000" cy="420870"/>
            <a:chOff x="5094083" y="5360390"/>
            <a:chExt cx="3039349" cy="683316"/>
          </a:xfrm>
          <a:solidFill>
            <a:schemeClr val="tx2"/>
          </a:solidFill>
        </p:grpSpPr>
        <p:sp>
          <p:nvSpPr>
            <p:cNvPr id="36" name="Freeform: Shape 4">
              <a:extLst>
                <a:ext uri="{FF2B5EF4-FFF2-40B4-BE49-F238E27FC236}">
                  <a16:creationId xmlns:a16="http://schemas.microsoft.com/office/drawing/2014/main" id="{04CD9986-2686-D8E3-9192-8BEB77750D7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37" name="Freeform: Shape 5">
              <a:extLst>
                <a:ext uri="{FF2B5EF4-FFF2-40B4-BE49-F238E27FC236}">
                  <a16:creationId xmlns:a16="http://schemas.microsoft.com/office/drawing/2014/main" id="{7CD40094-AC2F-9457-AD3F-9AAA89E00C4A}"/>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38" name="Freeform: Shape 6">
              <a:extLst>
                <a:ext uri="{FF2B5EF4-FFF2-40B4-BE49-F238E27FC236}">
                  <a16:creationId xmlns:a16="http://schemas.microsoft.com/office/drawing/2014/main" id="{682D97D4-A5DA-2B1D-3407-13658458A52A}"/>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39" name="Freeform: Shape 7">
              <a:extLst>
                <a:ext uri="{FF2B5EF4-FFF2-40B4-BE49-F238E27FC236}">
                  <a16:creationId xmlns:a16="http://schemas.microsoft.com/office/drawing/2014/main" id="{FEBEF87B-7156-68DF-4D8A-E84D8A4F0EA2}"/>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40" name="Freeform: Shape 8">
              <a:extLst>
                <a:ext uri="{FF2B5EF4-FFF2-40B4-BE49-F238E27FC236}">
                  <a16:creationId xmlns:a16="http://schemas.microsoft.com/office/drawing/2014/main" id="{3A0B75AC-0F93-D7BF-2568-50E1CFEDF0CA}"/>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3" name="Title 31">
            <a:extLst>
              <a:ext uri="{FF2B5EF4-FFF2-40B4-BE49-F238E27FC236}">
                <a16:creationId xmlns:a16="http://schemas.microsoft.com/office/drawing/2014/main" id="{D8CA367F-44BB-C4B7-EA59-F1D6214DB4D2}"/>
              </a:ext>
            </a:extLst>
          </p:cNvPr>
          <p:cNvSpPr>
            <a:spLocks noGrp="1"/>
          </p:cNvSpPr>
          <p:nvPr>
            <p:ph type="title"/>
          </p:nvPr>
        </p:nvSpPr>
        <p:spPr>
          <a:xfrm>
            <a:off x="3401003" y="1628775"/>
            <a:ext cx="6578080" cy="3589714"/>
          </a:xfrm>
        </p:spPr>
        <p:txBody>
          <a:bodyPr anchor="b"/>
          <a:lstStyle>
            <a:lvl1pPr>
              <a:defRPr sz="5400">
                <a:solidFill>
                  <a:schemeClr val="bg1"/>
                </a:solidFill>
              </a:defRPr>
            </a:lvl1pPr>
          </a:lstStyle>
          <a:p>
            <a:r>
              <a:rPr lang="en-US"/>
              <a:t>Click to edit Master title style</a:t>
            </a:r>
            <a:endParaRPr lang="en-PL"/>
          </a:p>
        </p:txBody>
      </p:sp>
      <p:sp>
        <p:nvSpPr>
          <p:cNvPr id="6" name="Rectangle 5">
            <a:extLst>
              <a:ext uri="{FF2B5EF4-FFF2-40B4-BE49-F238E27FC236}">
                <a16:creationId xmlns:a16="http://schemas.microsoft.com/office/drawing/2014/main" id="{308E3512-1EC7-FD95-4A22-F366C773E9C4}"/>
              </a:ext>
            </a:extLst>
          </p:cNvPr>
          <p:cNvSpPr/>
          <p:nvPr userDrawn="1"/>
        </p:nvSpPr>
        <p:spPr>
          <a:xfrm rot="16200000">
            <a:off x="-602226"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5" name="Text Placeholder 33">
            <a:extLst>
              <a:ext uri="{FF2B5EF4-FFF2-40B4-BE49-F238E27FC236}">
                <a16:creationId xmlns:a16="http://schemas.microsoft.com/office/drawing/2014/main" id="{940C889E-4F97-F9FE-39C5-DFA541A122BB}"/>
              </a:ext>
            </a:extLst>
          </p:cNvPr>
          <p:cNvSpPr>
            <a:spLocks noGrp="1"/>
          </p:cNvSpPr>
          <p:nvPr>
            <p:ph type="body" sz="quarter" idx="16"/>
          </p:nvPr>
        </p:nvSpPr>
        <p:spPr>
          <a:xfrm>
            <a:off x="357195" y="3893182"/>
            <a:ext cx="2088292" cy="1123397"/>
          </a:xfrm>
          <a:prstGeom prst="rect">
            <a:avLst/>
          </a:prstGeom>
        </p:spPr>
        <p:txBody>
          <a:bodyPr anchor="b">
            <a:noAutofit/>
          </a:bodyPr>
          <a:lstStyle>
            <a:lvl1pPr>
              <a:defRPr sz="2000"/>
            </a:lvl1pPr>
          </a:lstStyle>
          <a:p>
            <a:pPr lvl="0"/>
            <a:r>
              <a:rPr lang="en-US"/>
              <a:t>Click to edit Master text styles</a:t>
            </a:r>
          </a:p>
        </p:txBody>
      </p:sp>
      <p:sp>
        <p:nvSpPr>
          <p:cNvPr id="7" name="Text Placeholder 33">
            <a:extLst>
              <a:ext uri="{FF2B5EF4-FFF2-40B4-BE49-F238E27FC236}">
                <a16:creationId xmlns:a16="http://schemas.microsoft.com/office/drawing/2014/main" id="{9C442A3F-8F7B-AF19-BF71-5A8A0790F5CA}"/>
              </a:ext>
            </a:extLst>
          </p:cNvPr>
          <p:cNvSpPr>
            <a:spLocks noGrp="1"/>
          </p:cNvSpPr>
          <p:nvPr>
            <p:ph type="body" sz="quarter" idx="17"/>
          </p:nvPr>
        </p:nvSpPr>
        <p:spPr>
          <a:xfrm>
            <a:off x="357195" y="5264061"/>
            <a:ext cx="2088292" cy="522985"/>
          </a:xfrm>
          <a:prstGeom prst="rect">
            <a:avLst/>
          </a:prstGeom>
        </p:spPr>
        <p:txBody>
          <a:bodyPr/>
          <a:lstStyle/>
          <a:p>
            <a:pPr lvl="0"/>
            <a:r>
              <a:rPr lang="en-US"/>
              <a:t>Click to edit Master text styles</a:t>
            </a:r>
          </a:p>
        </p:txBody>
      </p:sp>
    </p:spTree>
    <p:extLst>
      <p:ext uri="{BB962C8B-B14F-4D97-AF65-F5344CB8AC3E}">
        <p14:creationId xmlns:p14="http://schemas.microsoft.com/office/powerpoint/2010/main" val="3529168427"/>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preserve="1" userDrawn="1">
  <p:cSld name="Agenda 1">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6424D2EA-9AAB-3E5E-F5AA-4EFA5797243B}"/>
              </a:ext>
            </a:extLst>
          </p:cNvPr>
          <p:cNvSpPr>
            <a:spLocks noGrp="1"/>
          </p:cNvSpPr>
          <p:nvPr>
            <p:ph type="pic" sz="quarter" idx="10" hasCustomPrompt="1"/>
          </p:nvPr>
        </p:nvSpPr>
        <p:spPr>
          <a:xfrm>
            <a:off x="8878957" y="1"/>
            <a:ext cx="3313043"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2">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6" name="Date Placeholder 5">
            <a:extLst>
              <a:ext uri="{FF2B5EF4-FFF2-40B4-BE49-F238E27FC236}">
                <a16:creationId xmlns:a16="http://schemas.microsoft.com/office/drawing/2014/main" id="{1B8A5C98-55E3-6CFA-5060-B126A46D3044}"/>
              </a:ext>
            </a:extLst>
          </p:cNvPr>
          <p:cNvSpPr>
            <a:spLocks noGrp="1"/>
          </p:cNvSpPr>
          <p:nvPr>
            <p:ph type="dt" sz="half" idx="3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7" name="Footer Placeholder 6">
            <a:extLst>
              <a:ext uri="{FF2B5EF4-FFF2-40B4-BE49-F238E27FC236}">
                <a16:creationId xmlns:a16="http://schemas.microsoft.com/office/drawing/2014/main" id="{A234A97A-B56B-79E8-3787-9AAFBD6C39E3}"/>
              </a:ext>
            </a:extLst>
          </p:cNvPr>
          <p:cNvSpPr>
            <a:spLocks noGrp="1"/>
          </p:cNvSpPr>
          <p:nvPr>
            <p:ph type="ftr" sz="quarter" idx="37"/>
          </p:nvPr>
        </p:nvSpPr>
        <p:spPr>
          <a:xfrm>
            <a:off x="550863" y="6650661"/>
            <a:ext cx="4716524" cy="123111"/>
          </a:xfrm>
          <a:prstGeom prst="rect">
            <a:avLst/>
          </a:prstGeom>
        </p:spPr>
        <p:txBody>
          <a:bodyPr/>
          <a:lstStyle/>
          <a:p>
            <a:pPr>
              <a:spcBef>
                <a:spcPts val="1000"/>
              </a:spcBef>
              <a:buFont typeface="Arial" panose="020B0604020202020204" pitchFamily="34" charset="0"/>
              <a:buNone/>
            </a:pPr>
            <a:r>
              <a:rPr lang="en-IN"/>
              <a:t>TMT Monthly Update |  June 2026</a:t>
            </a:r>
            <a:endParaRPr lang="en-US"/>
          </a:p>
        </p:txBody>
      </p:sp>
      <p:sp>
        <p:nvSpPr>
          <p:cNvPr id="9" name="Slide Number Placeholder 8">
            <a:extLst>
              <a:ext uri="{FF2B5EF4-FFF2-40B4-BE49-F238E27FC236}">
                <a16:creationId xmlns:a16="http://schemas.microsoft.com/office/drawing/2014/main" id="{10DFE7FA-9896-C83E-3B5B-ACAF7308B1C7}"/>
              </a:ext>
            </a:extLst>
          </p:cNvPr>
          <p:cNvSpPr>
            <a:spLocks noGrp="1"/>
          </p:cNvSpPr>
          <p:nvPr>
            <p:ph type="sldNum" sz="quarter" idx="38"/>
          </p:nvPr>
        </p:nvSpPr>
        <p:spPr/>
        <p:txBody>
          <a:bodyPr/>
          <a:lstStyle/>
          <a:p>
            <a:pPr algn="r"/>
            <a:fld id="{5D9A5160-6218-4E5A-B9E6-B93E3DAE377C}" type="slidenum">
              <a:rPr lang="en-US" smtClean="0"/>
              <a:pPr algn="r"/>
              <a:t>‹#›</a:t>
            </a:fld>
            <a:endParaRPr lang="en-US"/>
          </a:p>
        </p:txBody>
      </p:sp>
      <p:sp>
        <p:nvSpPr>
          <p:cNvPr id="8" name="Logo Placeholder 7">
            <a:extLst>
              <a:ext uri="{FF2B5EF4-FFF2-40B4-BE49-F238E27FC236}">
                <a16:creationId xmlns:a16="http://schemas.microsoft.com/office/drawing/2014/main" id="{62FD468B-B69E-D6B3-0B31-29405A8C9B22}"/>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10" name="Title Placeholder 4">
            <a:extLst>
              <a:ext uri="{FF2B5EF4-FFF2-40B4-BE49-F238E27FC236}">
                <a16:creationId xmlns:a16="http://schemas.microsoft.com/office/drawing/2014/main" id="{88071F53-FF39-EE02-C206-04BC9BC62837}"/>
              </a:ext>
            </a:extLst>
          </p:cNvPr>
          <p:cNvSpPr>
            <a:spLocks noGrp="1"/>
          </p:cNvSpPr>
          <p:nvPr>
            <p:ph type="title"/>
          </p:nvPr>
        </p:nvSpPr>
        <p:spPr>
          <a:xfrm>
            <a:off x="551384" y="549274"/>
            <a:ext cx="7920880" cy="930372"/>
          </a:xfrm>
          <a:prstGeom prst="rect">
            <a:avLst/>
          </a:prstGeom>
        </p:spPr>
        <p:txBody>
          <a:bodyPr vert="horz" lIns="0" tIns="0" rIns="0" bIns="126000" rtlCol="0" anchor="b" anchorCtr="0">
            <a:noAutofit/>
          </a:bodyPr>
          <a:lstStyle/>
          <a:p>
            <a:pPr lvl="0"/>
            <a:r>
              <a:rPr lang="en-US"/>
              <a:t>Click to edit Master title style</a:t>
            </a:r>
            <a:endParaRPr lang="de-DE"/>
          </a:p>
        </p:txBody>
      </p:sp>
      <p:sp>
        <p:nvSpPr>
          <p:cNvPr id="11" name="Text Placeholder 1">
            <a:extLst>
              <a:ext uri="{FF2B5EF4-FFF2-40B4-BE49-F238E27FC236}">
                <a16:creationId xmlns:a16="http://schemas.microsoft.com/office/drawing/2014/main" id="{D450594D-C071-DB63-60E9-737FD362024E}"/>
              </a:ext>
            </a:extLst>
          </p:cNvPr>
          <p:cNvSpPr>
            <a:spLocks noGrp="1"/>
          </p:cNvSpPr>
          <p:nvPr>
            <p:ph idx="1"/>
          </p:nvPr>
        </p:nvSpPr>
        <p:spPr>
          <a:xfrm>
            <a:off x="551384" y="1628800"/>
            <a:ext cx="7920880" cy="466863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Tree>
    <p:extLst>
      <p:ext uri="{BB962C8B-B14F-4D97-AF65-F5344CB8AC3E}">
        <p14:creationId xmlns:p14="http://schemas.microsoft.com/office/powerpoint/2010/main" val="2915003575"/>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Agenda 2">
    <p:spTree>
      <p:nvGrpSpPr>
        <p:cNvPr id="1" name=""/>
        <p:cNvGrpSpPr/>
        <p:nvPr/>
      </p:nvGrpSpPr>
      <p:grpSpPr>
        <a:xfrm>
          <a:off x="0" y="0"/>
          <a:ext cx="0" cy="0"/>
          <a:chOff x="0" y="0"/>
          <a:chExt cx="0" cy="0"/>
        </a:xfrm>
      </p:grpSpPr>
      <p:sp>
        <p:nvSpPr>
          <p:cNvPr id="20" name="Picture Placeholder 7">
            <a:extLst>
              <a:ext uri="{FF2B5EF4-FFF2-40B4-BE49-F238E27FC236}">
                <a16:creationId xmlns:a16="http://schemas.microsoft.com/office/drawing/2014/main" id="{7719DBC8-1C65-EC71-F260-3E45E00F725D}"/>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2" name="Date Placeholder 1">
            <a:extLst>
              <a:ext uri="{FF2B5EF4-FFF2-40B4-BE49-F238E27FC236}">
                <a16:creationId xmlns:a16="http://schemas.microsoft.com/office/drawing/2014/main" id="{D1083178-61A2-1584-1F52-83BAE0FEDB3A}"/>
              </a:ext>
            </a:extLst>
          </p:cNvPr>
          <p:cNvSpPr>
            <a:spLocks noGrp="1"/>
          </p:cNvSpPr>
          <p:nvPr>
            <p:ph type="dt" sz="half" idx="3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9DC81A84-1437-02DB-19FA-F60FE73CB356}"/>
              </a:ext>
            </a:extLst>
          </p:cNvPr>
          <p:cNvSpPr>
            <a:spLocks noGrp="1"/>
          </p:cNvSpPr>
          <p:nvPr>
            <p:ph type="ftr" sz="quarter" idx="37"/>
          </p:nvPr>
        </p:nvSpPr>
        <p:spPr>
          <a:xfrm>
            <a:off x="550863" y="6650661"/>
            <a:ext cx="4716524" cy="123111"/>
          </a:xfrm>
          <a:prstGeom prst="rect">
            <a:avLst/>
          </a:prstGeom>
        </p:spPr>
        <p:txBody>
          <a:bodyPr/>
          <a:lstStyle/>
          <a:p>
            <a:pPr>
              <a:spcBef>
                <a:spcPts val="1000"/>
              </a:spcBef>
              <a:buFont typeface="Arial" panose="020B0604020202020204" pitchFamily="34" charset="0"/>
              <a:buNone/>
            </a:pPr>
            <a:r>
              <a:rPr lang="en-IN"/>
              <a:t>TMT Monthly Update |  June 2026</a:t>
            </a:r>
            <a:endParaRPr lang="en-US"/>
          </a:p>
        </p:txBody>
      </p:sp>
      <p:sp>
        <p:nvSpPr>
          <p:cNvPr id="4" name="Slide Number Placeholder 3">
            <a:extLst>
              <a:ext uri="{FF2B5EF4-FFF2-40B4-BE49-F238E27FC236}">
                <a16:creationId xmlns:a16="http://schemas.microsoft.com/office/drawing/2014/main" id="{40363D62-2A4A-9126-8811-8637F26ADA0B}"/>
              </a:ext>
            </a:extLst>
          </p:cNvPr>
          <p:cNvSpPr>
            <a:spLocks noGrp="1"/>
          </p:cNvSpPr>
          <p:nvPr>
            <p:ph type="sldNum" sz="quarter" idx="38"/>
          </p:nvPr>
        </p:nvSpPr>
        <p:spPr/>
        <p:txBody>
          <a:bodyPr/>
          <a:lstStyle/>
          <a:p>
            <a:pPr algn="r"/>
            <a:fld id="{5D9A5160-6218-4E5A-B9E6-B93E3DAE377C}" type="slidenum">
              <a:rPr lang="en-US" smtClean="0"/>
              <a:pPr algn="r"/>
              <a:t>‹#›</a:t>
            </a:fld>
            <a:endParaRPr lang="en-US"/>
          </a:p>
        </p:txBody>
      </p:sp>
      <p:sp>
        <p:nvSpPr>
          <p:cNvPr id="5" name="Title Placeholder 4">
            <a:extLst>
              <a:ext uri="{FF2B5EF4-FFF2-40B4-BE49-F238E27FC236}">
                <a16:creationId xmlns:a16="http://schemas.microsoft.com/office/drawing/2014/main" id="{064AC36F-9D88-0AFF-0D23-B3207730506D}"/>
              </a:ext>
            </a:extLst>
          </p:cNvPr>
          <p:cNvSpPr>
            <a:spLocks noGrp="1"/>
          </p:cNvSpPr>
          <p:nvPr>
            <p:ph type="title"/>
          </p:nvPr>
        </p:nvSpPr>
        <p:spPr>
          <a:xfrm>
            <a:off x="6600056" y="549274"/>
            <a:ext cx="5042266" cy="930372"/>
          </a:xfrm>
          <a:prstGeom prst="rect">
            <a:avLst/>
          </a:prstGeom>
        </p:spPr>
        <p:txBody>
          <a:bodyPr vert="horz" lIns="0" tIns="0" rIns="0" bIns="126000" rtlCol="0" anchor="b" anchorCtr="0">
            <a:noAutofit/>
          </a:bodyPr>
          <a:lstStyle/>
          <a:p>
            <a:pPr lvl="0"/>
            <a:r>
              <a:rPr lang="en-US"/>
              <a:t>Click to edit Master title style</a:t>
            </a:r>
            <a:endParaRPr lang="de-DE"/>
          </a:p>
        </p:txBody>
      </p:sp>
      <p:sp>
        <p:nvSpPr>
          <p:cNvPr id="7" name="Text Placeholder 11">
            <a:extLst>
              <a:ext uri="{FF2B5EF4-FFF2-40B4-BE49-F238E27FC236}">
                <a16:creationId xmlns:a16="http://schemas.microsoft.com/office/drawing/2014/main" id="{77152031-1FC0-032B-F3DB-6C7DECFE02E6}"/>
              </a:ext>
            </a:extLst>
          </p:cNvPr>
          <p:cNvSpPr>
            <a:spLocks noGrp="1"/>
          </p:cNvSpPr>
          <p:nvPr>
            <p:ph type="body" sz="quarter" idx="25" hasCustomPrompt="1"/>
          </p:nvPr>
        </p:nvSpPr>
        <p:spPr>
          <a:xfrm>
            <a:off x="6585993" y="2007152"/>
            <a:ext cx="5054623" cy="369332"/>
          </a:xfrm>
          <a:prstGeom prst="rect">
            <a:avLst/>
          </a:prstGeom>
        </p:spPr>
        <p:txBody>
          <a:bodyPr lIns="0" tIns="0" rIns="0" bIns="0" anchor="ctr">
            <a:normAutofit/>
          </a:bodyPr>
          <a:lstStyle>
            <a:lvl1pPr>
              <a:spcBef>
                <a:spcPts val="0"/>
              </a:spcBef>
              <a:defRPr sz="2000">
                <a:solidFill>
                  <a:schemeClr val="tx2"/>
                </a:solidFill>
              </a:defRPr>
            </a:lvl1pPr>
          </a:lstStyle>
          <a:p>
            <a:pPr lvl="0"/>
            <a:r>
              <a:rPr lang="en-US"/>
              <a:t>Click to add text</a:t>
            </a:r>
          </a:p>
        </p:txBody>
      </p:sp>
      <p:sp>
        <p:nvSpPr>
          <p:cNvPr id="8" name="Text Placeholder 11">
            <a:extLst>
              <a:ext uri="{FF2B5EF4-FFF2-40B4-BE49-F238E27FC236}">
                <a16:creationId xmlns:a16="http://schemas.microsoft.com/office/drawing/2014/main" id="{2397C058-DED2-A927-F1FC-4D2262C4D8CC}"/>
              </a:ext>
            </a:extLst>
          </p:cNvPr>
          <p:cNvSpPr>
            <a:spLocks noGrp="1"/>
          </p:cNvSpPr>
          <p:nvPr>
            <p:ph type="body" sz="quarter" idx="26" hasCustomPrompt="1"/>
          </p:nvPr>
        </p:nvSpPr>
        <p:spPr>
          <a:xfrm>
            <a:off x="6585993" y="2599765"/>
            <a:ext cx="5054623" cy="369332"/>
          </a:xfrm>
          <a:prstGeom prst="rect">
            <a:avLst/>
          </a:prstGeom>
        </p:spPr>
        <p:txBody>
          <a:bodyPr lIns="0" tIns="0" rIns="0" bIns="0" anchor="ctr">
            <a:normAutofit/>
          </a:bodyPr>
          <a:lstStyle>
            <a:lvl1pPr>
              <a:spcBef>
                <a:spcPts val="0"/>
              </a:spcBef>
              <a:defRPr sz="2000">
                <a:solidFill>
                  <a:schemeClr val="tx2"/>
                </a:solidFill>
              </a:defRPr>
            </a:lvl1pPr>
          </a:lstStyle>
          <a:p>
            <a:pPr lvl="0"/>
            <a:r>
              <a:rPr lang="en-US"/>
              <a:t>Click to add text</a:t>
            </a:r>
          </a:p>
        </p:txBody>
      </p:sp>
      <p:sp>
        <p:nvSpPr>
          <p:cNvPr id="9" name="Text Placeholder 11">
            <a:extLst>
              <a:ext uri="{FF2B5EF4-FFF2-40B4-BE49-F238E27FC236}">
                <a16:creationId xmlns:a16="http://schemas.microsoft.com/office/drawing/2014/main" id="{17FFBEBF-84C6-4981-C2E8-C48E0CF9A363}"/>
              </a:ext>
            </a:extLst>
          </p:cNvPr>
          <p:cNvSpPr>
            <a:spLocks noGrp="1"/>
          </p:cNvSpPr>
          <p:nvPr>
            <p:ph type="body" sz="quarter" idx="30" hasCustomPrompt="1"/>
          </p:nvPr>
        </p:nvSpPr>
        <p:spPr>
          <a:xfrm>
            <a:off x="6585993" y="3192378"/>
            <a:ext cx="5054623" cy="369332"/>
          </a:xfrm>
          <a:prstGeom prst="rect">
            <a:avLst/>
          </a:prstGeom>
        </p:spPr>
        <p:txBody>
          <a:bodyPr lIns="0" tIns="0" rIns="0" bIns="0" anchor="ctr">
            <a:normAutofit/>
          </a:bodyPr>
          <a:lstStyle>
            <a:lvl1pPr>
              <a:spcBef>
                <a:spcPts val="0"/>
              </a:spcBef>
              <a:defRPr sz="2000">
                <a:solidFill>
                  <a:schemeClr val="tx2"/>
                </a:solidFill>
              </a:defRPr>
            </a:lvl1pPr>
          </a:lstStyle>
          <a:p>
            <a:pPr lvl="0"/>
            <a:r>
              <a:rPr lang="en-US"/>
              <a:t>Click to add text</a:t>
            </a:r>
          </a:p>
        </p:txBody>
      </p:sp>
      <p:sp>
        <p:nvSpPr>
          <p:cNvPr id="10" name="Text Placeholder 11">
            <a:extLst>
              <a:ext uri="{FF2B5EF4-FFF2-40B4-BE49-F238E27FC236}">
                <a16:creationId xmlns:a16="http://schemas.microsoft.com/office/drawing/2014/main" id="{B50E875C-17E2-59C2-ADA9-61BD0E75B160}"/>
              </a:ext>
            </a:extLst>
          </p:cNvPr>
          <p:cNvSpPr>
            <a:spLocks noGrp="1"/>
          </p:cNvSpPr>
          <p:nvPr>
            <p:ph type="body" sz="quarter" idx="31" hasCustomPrompt="1"/>
          </p:nvPr>
        </p:nvSpPr>
        <p:spPr>
          <a:xfrm>
            <a:off x="6585993" y="3784991"/>
            <a:ext cx="5054623" cy="369332"/>
          </a:xfrm>
          <a:prstGeom prst="rect">
            <a:avLst/>
          </a:prstGeom>
        </p:spPr>
        <p:txBody>
          <a:bodyPr lIns="0" tIns="0" rIns="0" bIns="0" anchor="ctr">
            <a:normAutofit/>
          </a:bodyPr>
          <a:lstStyle>
            <a:lvl1pPr>
              <a:spcBef>
                <a:spcPts val="0"/>
              </a:spcBef>
              <a:defRPr sz="2000">
                <a:solidFill>
                  <a:schemeClr val="tx2"/>
                </a:solidFill>
              </a:defRPr>
            </a:lvl1pPr>
          </a:lstStyle>
          <a:p>
            <a:pPr lvl="0"/>
            <a:r>
              <a:rPr lang="en-US"/>
              <a:t>Click to add text</a:t>
            </a:r>
          </a:p>
        </p:txBody>
      </p:sp>
      <p:sp>
        <p:nvSpPr>
          <p:cNvPr id="11" name="Text Placeholder 11">
            <a:extLst>
              <a:ext uri="{FF2B5EF4-FFF2-40B4-BE49-F238E27FC236}">
                <a16:creationId xmlns:a16="http://schemas.microsoft.com/office/drawing/2014/main" id="{A9420F04-AF69-214B-65E6-46E3677153F0}"/>
              </a:ext>
            </a:extLst>
          </p:cNvPr>
          <p:cNvSpPr>
            <a:spLocks noGrp="1"/>
          </p:cNvSpPr>
          <p:nvPr>
            <p:ph type="body" sz="quarter" idx="32" hasCustomPrompt="1"/>
          </p:nvPr>
        </p:nvSpPr>
        <p:spPr>
          <a:xfrm>
            <a:off x="6585993" y="4377605"/>
            <a:ext cx="5054623" cy="369332"/>
          </a:xfrm>
          <a:prstGeom prst="rect">
            <a:avLst/>
          </a:prstGeom>
        </p:spPr>
        <p:txBody>
          <a:bodyPr lIns="0" tIns="0" rIns="0" bIns="0" anchor="ctr">
            <a:normAutofit/>
          </a:bodyPr>
          <a:lstStyle>
            <a:lvl1pPr>
              <a:spcBef>
                <a:spcPts val="0"/>
              </a:spcBef>
              <a:defRPr sz="2000">
                <a:solidFill>
                  <a:schemeClr val="tx2"/>
                </a:solidFill>
              </a:defRPr>
            </a:lvl1pPr>
          </a:lstStyle>
          <a:p>
            <a:pPr lvl="0"/>
            <a:r>
              <a:rPr lang="en-US"/>
              <a:t>Click to add text</a:t>
            </a:r>
          </a:p>
        </p:txBody>
      </p:sp>
      <p:sp>
        <p:nvSpPr>
          <p:cNvPr id="12" name="Text Placeholder 11">
            <a:extLst>
              <a:ext uri="{FF2B5EF4-FFF2-40B4-BE49-F238E27FC236}">
                <a16:creationId xmlns:a16="http://schemas.microsoft.com/office/drawing/2014/main" id="{A789EDD1-6A88-C664-0739-2CFCD04A787A}"/>
              </a:ext>
            </a:extLst>
          </p:cNvPr>
          <p:cNvSpPr>
            <a:spLocks noGrp="1"/>
          </p:cNvSpPr>
          <p:nvPr>
            <p:ph type="body" sz="quarter" idx="34" hasCustomPrompt="1"/>
          </p:nvPr>
        </p:nvSpPr>
        <p:spPr>
          <a:xfrm>
            <a:off x="6585993" y="4970219"/>
            <a:ext cx="5054623" cy="369332"/>
          </a:xfrm>
          <a:prstGeom prst="rect">
            <a:avLst/>
          </a:prstGeom>
        </p:spPr>
        <p:txBody>
          <a:bodyPr lIns="0" tIns="0" rIns="0" bIns="0" anchor="ctr">
            <a:normAutofit/>
          </a:bodyPr>
          <a:lstStyle>
            <a:lvl1pPr>
              <a:spcBef>
                <a:spcPts val="0"/>
              </a:spcBef>
              <a:defRPr sz="2000">
                <a:solidFill>
                  <a:schemeClr val="tx2"/>
                </a:solidFill>
              </a:defRPr>
            </a:lvl1pPr>
          </a:lstStyle>
          <a:p>
            <a:pPr lvl="0"/>
            <a:r>
              <a:rPr lang="en-US"/>
              <a:t>Click to add text</a:t>
            </a:r>
          </a:p>
        </p:txBody>
      </p:sp>
      <p:sp>
        <p:nvSpPr>
          <p:cNvPr id="13" name="Text Placeholder 11">
            <a:extLst>
              <a:ext uri="{FF2B5EF4-FFF2-40B4-BE49-F238E27FC236}">
                <a16:creationId xmlns:a16="http://schemas.microsoft.com/office/drawing/2014/main" id="{892337BD-72AF-D589-5EEB-9C85E19A6825}"/>
              </a:ext>
            </a:extLst>
          </p:cNvPr>
          <p:cNvSpPr>
            <a:spLocks noGrp="1"/>
          </p:cNvSpPr>
          <p:nvPr>
            <p:ph type="body" sz="quarter" idx="35" hasCustomPrompt="1"/>
          </p:nvPr>
        </p:nvSpPr>
        <p:spPr>
          <a:xfrm>
            <a:off x="6585993" y="5562833"/>
            <a:ext cx="5054623" cy="369332"/>
          </a:xfrm>
          <a:prstGeom prst="rect">
            <a:avLst/>
          </a:prstGeom>
        </p:spPr>
        <p:txBody>
          <a:bodyPr lIns="0" tIns="0" rIns="0" bIns="0" anchor="ctr">
            <a:normAutofit/>
          </a:bodyPr>
          <a:lstStyle>
            <a:lvl1pPr>
              <a:spcBef>
                <a:spcPts val="0"/>
              </a:spcBef>
              <a:defRPr sz="2000">
                <a:solidFill>
                  <a:schemeClr val="tx2"/>
                </a:solidFill>
              </a:defRPr>
            </a:lvl1pPr>
          </a:lstStyle>
          <a:p>
            <a:pPr lvl="0"/>
            <a:r>
              <a:rPr lang="en-US"/>
              <a:t>Click to add text</a:t>
            </a:r>
          </a:p>
        </p:txBody>
      </p:sp>
    </p:spTree>
    <p:extLst>
      <p:ext uri="{BB962C8B-B14F-4D97-AF65-F5344CB8AC3E}">
        <p14:creationId xmlns:p14="http://schemas.microsoft.com/office/powerpoint/2010/main" val="149628821"/>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userDrawn="1">
  <p:cSld name="Agenda 3">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D119069D-5D68-4DB4-B45F-92CCC710785E}"/>
              </a:ext>
            </a:extLst>
          </p:cNvPr>
          <p:cNvSpPr>
            <a:spLocks noGrp="1"/>
          </p:cNvSpPr>
          <p:nvPr>
            <p:ph type="body" sz="quarter" idx="24" hasCustomPrompt="1"/>
          </p:nvPr>
        </p:nvSpPr>
        <p:spPr>
          <a:xfrm>
            <a:off x="2207567" y="1628775"/>
            <a:ext cx="9433569" cy="369332"/>
          </a:xfrm>
          <a:prstGeom prst="rect">
            <a:avLst/>
          </a:prstGeom>
        </p:spPr>
        <p:txBody>
          <a:bodyPr>
            <a:normAutofit/>
          </a:bodyPr>
          <a:lstStyle>
            <a:lvl1pPr>
              <a:spcBef>
                <a:spcPts val="0"/>
              </a:spcBef>
              <a:defRPr sz="2400">
                <a:solidFill>
                  <a:schemeClr val="tx1"/>
                </a:solidFill>
              </a:defRPr>
            </a:lvl1pPr>
          </a:lstStyle>
          <a:p>
            <a:pPr lvl="0"/>
            <a:r>
              <a:rPr lang="en-US"/>
              <a:t>Click to add text</a:t>
            </a:r>
          </a:p>
        </p:txBody>
      </p:sp>
      <p:sp>
        <p:nvSpPr>
          <p:cNvPr id="23" name="Text Placeholder 11">
            <a:extLst>
              <a:ext uri="{FF2B5EF4-FFF2-40B4-BE49-F238E27FC236}">
                <a16:creationId xmlns:a16="http://schemas.microsoft.com/office/drawing/2014/main" id="{AA1A2157-04CD-44FC-8492-E3FAFE326F18}"/>
              </a:ext>
            </a:extLst>
          </p:cNvPr>
          <p:cNvSpPr>
            <a:spLocks noGrp="1"/>
          </p:cNvSpPr>
          <p:nvPr>
            <p:ph type="body" sz="quarter" idx="25" hasCustomPrompt="1"/>
          </p:nvPr>
        </p:nvSpPr>
        <p:spPr>
          <a:xfrm>
            <a:off x="2207567" y="2221388"/>
            <a:ext cx="9433569" cy="369332"/>
          </a:xfrm>
          <a:prstGeom prst="rect">
            <a:avLst/>
          </a:prstGeom>
        </p:spPr>
        <p:txBody>
          <a:bodyPr>
            <a:normAutofit/>
          </a:bodyPr>
          <a:lstStyle>
            <a:lvl1pPr>
              <a:spcBef>
                <a:spcPts val="0"/>
              </a:spcBef>
              <a:defRPr sz="2400">
                <a:solidFill>
                  <a:schemeClr val="tx1"/>
                </a:solidFill>
              </a:defRPr>
            </a:lvl1pPr>
          </a:lstStyle>
          <a:p>
            <a:pPr lvl="0"/>
            <a:r>
              <a:rPr lang="en-US"/>
              <a:t>Click to add text</a:t>
            </a:r>
          </a:p>
        </p:txBody>
      </p:sp>
      <p:sp>
        <p:nvSpPr>
          <p:cNvPr id="24" name="Text Placeholder 11">
            <a:extLst>
              <a:ext uri="{FF2B5EF4-FFF2-40B4-BE49-F238E27FC236}">
                <a16:creationId xmlns:a16="http://schemas.microsoft.com/office/drawing/2014/main" id="{199E21EB-D052-4206-952C-D3FE77AA1C8D}"/>
              </a:ext>
            </a:extLst>
          </p:cNvPr>
          <p:cNvSpPr>
            <a:spLocks noGrp="1"/>
          </p:cNvSpPr>
          <p:nvPr>
            <p:ph type="body" sz="quarter" idx="26" hasCustomPrompt="1"/>
          </p:nvPr>
        </p:nvSpPr>
        <p:spPr>
          <a:xfrm>
            <a:off x="2207567" y="2814001"/>
            <a:ext cx="9433569" cy="369332"/>
          </a:xfrm>
          <a:prstGeom prst="rect">
            <a:avLst/>
          </a:prstGeom>
        </p:spPr>
        <p:txBody>
          <a:bodyPr>
            <a:normAutofit/>
          </a:bodyPr>
          <a:lstStyle>
            <a:lvl1pPr>
              <a:spcBef>
                <a:spcPts val="0"/>
              </a:spcBef>
              <a:defRPr sz="2400">
                <a:solidFill>
                  <a:schemeClr val="tx1"/>
                </a:solidFill>
              </a:defRPr>
            </a:lvl1pPr>
          </a:lstStyle>
          <a:p>
            <a:pPr lvl="0"/>
            <a:r>
              <a:rPr lang="en-US"/>
              <a:t>Click to add text</a:t>
            </a:r>
          </a:p>
        </p:txBody>
      </p:sp>
      <p:sp>
        <p:nvSpPr>
          <p:cNvPr id="7" name="Text Placeholder 6">
            <a:extLst>
              <a:ext uri="{FF2B5EF4-FFF2-40B4-BE49-F238E27FC236}">
                <a16:creationId xmlns:a16="http://schemas.microsoft.com/office/drawing/2014/main" id="{C9AA932A-4442-4987-878D-3B69D84A4771}"/>
              </a:ext>
            </a:extLst>
          </p:cNvPr>
          <p:cNvSpPr>
            <a:spLocks noGrp="1"/>
          </p:cNvSpPr>
          <p:nvPr>
            <p:ph type="body" sz="quarter" idx="27" hasCustomPrompt="1"/>
          </p:nvPr>
        </p:nvSpPr>
        <p:spPr>
          <a:xfrm>
            <a:off x="1492499" y="1628775"/>
            <a:ext cx="335980" cy="369888"/>
          </a:xfrm>
          <a:prstGeom prst="rect">
            <a:avLst/>
          </a:prstGeom>
        </p:spPr>
        <p:txBody>
          <a:bodyPr vert="horz" wrap="none" lIns="0" tIns="0" rIns="0" bIns="0" rtlCol="0">
            <a:normAutofit/>
          </a:bodyPr>
          <a:lstStyle>
            <a:lvl1pPr algn="r">
              <a:defRPr lang="de-DE" sz="2400" b="1" dirty="0">
                <a:solidFill>
                  <a:schemeClr val="tx2"/>
                </a:solidFill>
              </a:defRPr>
            </a:lvl1pPr>
          </a:lstStyle>
          <a:p>
            <a:pPr lvl="0">
              <a:spcBef>
                <a:spcPts val="0"/>
              </a:spcBef>
            </a:pPr>
            <a:r>
              <a:rPr lang="de-DE"/>
              <a:t>0x</a:t>
            </a:r>
          </a:p>
        </p:txBody>
      </p:sp>
      <p:sp>
        <p:nvSpPr>
          <p:cNvPr id="21" name="Text Placeholder 6">
            <a:extLst>
              <a:ext uri="{FF2B5EF4-FFF2-40B4-BE49-F238E27FC236}">
                <a16:creationId xmlns:a16="http://schemas.microsoft.com/office/drawing/2014/main" id="{EAA65ABF-5E47-4A8A-934B-E9458D034F70}"/>
              </a:ext>
            </a:extLst>
          </p:cNvPr>
          <p:cNvSpPr>
            <a:spLocks noGrp="1"/>
          </p:cNvSpPr>
          <p:nvPr>
            <p:ph type="body" sz="quarter" idx="28" hasCustomPrompt="1"/>
          </p:nvPr>
        </p:nvSpPr>
        <p:spPr>
          <a:xfrm>
            <a:off x="1492499" y="2221388"/>
            <a:ext cx="335980" cy="369888"/>
          </a:xfrm>
          <a:prstGeom prst="rect">
            <a:avLst/>
          </a:prstGeom>
        </p:spPr>
        <p:txBody>
          <a:bodyPr vert="horz" wrap="none" lIns="0" tIns="0" rIns="0" bIns="0" rtlCol="0">
            <a:normAutofit/>
          </a:bodyPr>
          <a:lstStyle>
            <a:lvl1pPr algn="r">
              <a:defRPr lang="de-DE" sz="2400" b="1" dirty="0">
                <a:solidFill>
                  <a:schemeClr val="tx2"/>
                </a:solidFill>
              </a:defRPr>
            </a:lvl1pPr>
          </a:lstStyle>
          <a:p>
            <a:pPr lvl="0">
              <a:spcBef>
                <a:spcPts val="0"/>
              </a:spcBef>
            </a:pPr>
            <a:r>
              <a:rPr lang="de-DE"/>
              <a:t>0x</a:t>
            </a:r>
          </a:p>
        </p:txBody>
      </p:sp>
      <p:sp>
        <p:nvSpPr>
          <p:cNvPr id="22" name="Text Placeholder 6">
            <a:extLst>
              <a:ext uri="{FF2B5EF4-FFF2-40B4-BE49-F238E27FC236}">
                <a16:creationId xmlns:a16="http://schemas.microsoft.com/office/drawing/2014/main" id="{AE370511-ABDA-4008-B938-10F0105CBF69}"/>
              </a:ext>
            </a:extLst>
          </p:cNvPr>
          <p:cNvSpPr>
            <a:spLocks noGrp="1"/>
          </p:cNvSpPr>
          <p:nvPr>
            <p:ph type="body" sz="quarter" idx="29" hasCustomPrompt="1"/>
          </p:nvPr>
        </p:nvSpPr>
        <p:spPr>
          <a:xfrm>
            <a:off x="1492499" y="2814001"/>
            <a:ext cx="335980" cy="369888"/>
          </a:xfrm>
          <a:prstGeom prst="rect">
            <a:avLst/>
          </a:prstGeom>
        </p:spPr>
        <p:txBody>
          <a:bodyPr vert="horz" wrap="none" lIns="0" tIns="0" rIns="0" bIns="0" rtlCol="0">
            <a:normAutofit/>
          </a:bodyPr>
          <a:lstStyle>
            <a:lvl1pPr algn="r">
              <a:defRPr lang="de-DE" sz="2400" b="1" dirty="0">
                <a:solidFill>
                  <a:schemeClr val="tx2"/>
                </a:solidFill>
              </a:defRPr>
            </a:lvl1pPr>
          </a:lstStyle>
          <a:p>
            <a:pPr lvl="0">
              <a:spcBef>
                <a:spcPts val="0"/>
              </a:spcBef>
            </a:pPr>
            <a:r>
              <a:rPr lang="de-DE"/>
              <a:t>0x</a:t>
            </a:r>
          </a:p>
        </p:txBody>
      </p:sp>
      <p:sp>
        <p:nvSpPr>
          <p:cNvPr id="28" name="Text Placeholder 11">
            <a:extLst>
              <a:ext uri="{FF2B5EF4-FFF2-40B4-BE49-F238E27FC236}">
                <a16:creationId xmlns:a16="http://schemas.microsoft.com/office/drawing/2014/main" id="{CABD3DEA-D9AC-49A6-AB02-7A5380BF5183}"/>
              </a:ext>
            </a:extLst>
          </p:cNvPr>
          <p:cNvSpPr>
            <a:spLocks noGrp="1"/>
          </p:cNvSpPr>
          <p:nvPr>
            <p:ph type="body" sz="quarter" idx="30" hasCustomPrompt="1"/>
          </p:nvPr>
        </p:nvSpPr>
        <p:spPr>
          <a:xfrm>
            <a:off x="2207567" y="3406614"/>
            <a:ext cx="9433569" cy="369332"/>
          </a:xfrm>
          <a:prstGeom prst="rect">
            <a:avLst/>
          </a:prstGeom>
        </p:spPr>
        <p:txBody>
          <a:bodyPr>
            <a:normAutofit/>
          </a:bodyPr>
          <a:lstStyle>
            <a:lvl1pPr>
              <a:spcBef>
                <a:spcPts val="0"/>
              </a:spcBef>
              <a:defRPr sz="2400">
                <a:solidFill>
                  <a:schemeClr val="tx1"/>
                </a:solidFill>
              </a:defRPr>
            </a:lvl1pPr>
          </a:lstStyle>
          <a:p>
            <a:pPr lvl="0"/>
            <a:r>
              <a:rPr lang="en-US"/>
              <a:t>Click to add text</a:t>
            </a:r>
          </a:p>
        </p:txBody>
      </p:sp>
      <p:sp>
        <p:nvSpPr>
          <p:cNvPr id="29" name="Text Placeholder 11">
            <a:extLst>
              <a:ext uri="{FF2B5EF4-FFF2-40B4-BE49-F238E27FC236}">
                <a16:creationId xmlns:a16="http://schemas.microsoft.com/office/drawing/2014/main" id="{C143C05F-5CEC-4DA0-8030-D7B2370EBBB4}"/>
              </a:ext>
            </a:extLst>
          </p:cNvPr>
          <p:cNvSpPr>
            <a:spLocks noGrp="1"/>
          </p:cNvSpPr>
          <p:nvPr>
            <p:ph type="body" sz="quarter" idx="31" hasCustomPrompt="1"/>
          </p:nvPr>
        </p:nvSpPr>
        <p:spPr>
          <a:xfrm>
            <a:off x="2207567" y="3999227"/>
            <a:ext cx="9433569" cy="369332"/>
          </a:xfrm>
          <a:prstGeom prst="rect">
            <a:avLst/>
          </a:prstGeom>
        </p:spPr>
        <p:txBody>
          <a:bodyPr>
            <a:normAutofit/>
          </a:bodyPr>
          <a:lstStyle>
            <a:lvl1pPr>
              <a:spcBef>
                <a:spcPts val="0"/>
              </a:spcBef>
              <a:defRPr sz="2400">
                <a:solidFill>
                  <a:schemeClr val="tx1"/>
                </a:solidFill>
              </a:defRPr>
            </a:lvl1pPr>
          </a:lstStyle>
          <a:p>
            <a:pPr lvl="0"/>
            <a:r>
              <a:rPr lang="en-US"/>
              <a:t>Click to add text</a:t>
            </a:r>
          </a:p>
        </p:txBody>
      </p:sp>
      <p:sp>
        <p:nvSpPr>
          <p:cNvPr id="30" name="Text Placeholder 11">
            <a:extLst>
              <a:ext uri="{FF2B5EF4-FFF2-40B4-BE49-F238E27FC236}">
                <a16:creationId xmlns:a16="http://schemas.microsoft.com/office/drawing/2014/main" id="{96B43F80-D448-432F-A45D-FE4715923FC2}"/>
              </a:ext>
            </a:extLst>
          </p:cNvPr>
          <p:cNvSpPr>
            <a:spLocks noGrp="1"/>
          </p:cNvSpPr>
          <p:nvPr>
            <p:ph type="body" sz="quarter" idx="32" hasCustomPrompt="1"/>
          </p:nvPr>
        </p:nvSpPr>
        <p:spPr>
          <a:xfrm>
            <a:off x="2207567" y="4591841"/>
            <a:ext cx="9433569" cy="369332"/>
          </a:xfrm>
          <a:prstGeom prst="rect">
            <a:avLst/>
          </a:prstGeom>
        </p:spPr>
        <p:txBody>
          <a:bodyPr>
            <a:normAutofit/>
          </a:bodyPr>
          <a:lstStyle>
            <a:lvl1pPr>
              <a:spcBef>
                <a:spcPts val="0"/>
              </a:spcBef>
              <a:defRPr sz="2400">
                <a:solidFill>
                  <a:schemeClr val="tx1"/>
                </a:solidFill>
              </a:defRPr>
            </a:lvl1pPr>
          </a:lstStyle>
          <a:p>
            <a:pPr lvl="0"/>
            <a:r>
              <a:rPr lang="en-US"/>
              <a:t>Click to add text</a:t>
            </a:r>
          </a:p>
        </p:txBody>
      </p:sp>
      <p:sp>
        <p:nvSpPr>
          <p:cNvPr id="31" name="Text Placeholder 6">
            <a:extLst>
              <a:ext uri="{FF2B5EF4-FFF2-40B4-BE49-F238E27FC236}">
                <a16:creationId xmlns:a16="http://schemas.microsoft.com/office/drawing/2014/main" id="{C434EB54-C0D1-4857-9330-87FAFCC49D56}"/>
              </a:ext>
            </a:extLst>
          </p:cNvPr>
          <p:cNvSpPr>
            <a:spLocks noGrp="1"/>
          </p:cNvSpPr>
          <p:nvPr>
            <p:ph type="body" sz="quarter" idx="33" hasCustomPrompt="1"/>
          </p:nvPr>
        </p:nvSpPr>
        <p:spPr>
          <a:xfrm>
            <a:off x="1492499" y="3406614"/>
            <a:ext cx="335980" cy="369888"/>
          </a:xfrm>
          <a:prstGeom prst="rect">
            <a:avLst/>
          </a:prstGeom>
        </p:spPr>
        <p:txBody>
          <a:bodyPr vert="horz" wrap="none" lIns="0" tIns="0" rIns="0" bIns="0" rtlCol="0">
            <a:normAutofit/>
          </a:bodyPr>
          <a:lstStyle>
            <a:lvl1pPr algn="r">
              <a:defRPr lang="de-DE" sz="2400" b="1" dirty="0">
                <a:solidFill>
                  <a:schemeClr val="tx2"/>
                </a:solidFill>
              </a:defRPr>
            </a:lvl1pPr>
          </a:lstStyle>
          <a:p>
            <a:pPr lvl="0">
              <a:spcBef>
                <a:spcPts val="0"/>
              </a:spcBef>
            </a:pPr>
            <a:r>
              <a:rPr lang="de-DE"/>
              <a:t>0x</a:t>
            </a:r>
          </a:p>
        </p:txBody>
      </p:sp>
      <p:sp>
        <p:nvSpPr>
          <p:cNvPr id="32" name="Text Placeholder 6">
            <a:extLst>
              <a:ext uri="{FF2B5EF4-FFF2-40B4-BE49-F238E27FC236}">
                <a16:creationId xmlns:a16="http://schemas.microsoft.com/office/drawing/2014/main" id="{F0320016-4C9A-409B-8724-E53F23529A4B}"/>
              </a:ext>
            </a:extLst>
          </p:cNvPr>
          <p:cNvSpPr>
            <a:spLocks noGrp="1"/>
          </p:cNvSpPr>
          <p:nvPr>
            <p:ph type="body" sz="quarter" idx="34" hasCustomPrompt="1"/>
          </p:nvPr>
        </p:nvSpPr>
        <p:spPr>
          <a:xfrm>
            <a:off x="1492499" y="3999227"/>
            <a:ext cx="335980" cy="369888"/>
          </a:xfrm>
          <a:prstGeom prst="rect">
            <a:avLst/>
          </a:prstGeom>
        </p:spPr>
        <p:txBody>
          <a:bodyPr vert="horz" wrap="none" lIns="0" tIns="0" rIns="0" bIns="0" rtlCol="0">
            <a:normAutofit/>
          </a:bodyPr>
          <a:lstStyle>
            <a:lvl1pPr algn="r">
              <a:defRPr lang="de-DE" sz="2400" b="1" dirty="0">
                <a:solidFill>
                  <a:schemeClr val="tx2"/>
                </a:solidFill>
              </a:defRPr>
            </a:lvl1pPr>
          </a:lstStyle>
          <a:p>
            <a:pPr lvl="0">
              <a:spcBef>
                <a:spcPts val="0"/>
              </a:spcBef>
            </a:pPr>
            <a:r>
              <a:rPr lang="de-DE"/>
              <a:t>0x</a:t>
            </a:r>
          </a:p>
        </p:txBody>
      </p:sp>
      <p:sp>
        <p:nvSpPr>
          <p:cNvPr id="34" name="Text Placeholder 6">
            <a:extLst>
              <a:ext uri="{FF2B5EF4-FFF2-40B4-BE49-F238E27FC236}">
                <a16:creationId xmlns:a16="http://schemas.microsoft.com/office/drawing/2014/main" id="{F0279A3C-5E27-40F7-98C0-08832F4CE1FB}"/>
              </a:ext>
            </a:extLst>
          </p:cNvPr>
          <p:cNvSpPr>
            <a:spLocks noGrp="1"/>
          </p:cNvSpPr>
          <p:nvPr>
            <p:ph type="body" sz="quarter" idx="35" hasCustomPrompt="1"/>
          </p:nvPr>
        </p:nvSpPr>
        <p:spPr>
          <a:xfrm>
            <a:off x="1492499" y="4591841"/>
            <a:ext cx="335980" cy="369888"/>
          </a:xfrm>
          <a:prstGeom prst="rect">
            <a:avLst/>
          </a:prstGeom>
        </p:spPr>
        <p:txBody>
          <a:bodyPr vert="horz" wrap="none" lIns="0" tIns="0" rIns="0" bIns="0" rtlCol="0">
            <a:normAutofit/>
          </a:bodyPr>
          <a:lstStyle>
            <a:lvl1pPr algn="r">
              <a:defRPr lang="de-DE" sz="2400" b="1" dirty="0">
                <a:solidFill>
                  <a:schemeClr val="tx2"/>
                </a:solidFill>
              </a:defRPr>
            </a:lvl1pPr>
          </a:lstStyle>
          <a:p>
            <a:pPr lvl="0">
              <a:spcBef>
                <a:spcPts val="0"/>
              </a:spcBef>
            </a:pPr>
            <a:r>
              <a:rPr lang="de-DE"/>
              <a:t>0x</a:t>
            </a:r>
          </a:p>
        </p:txBody>
      </p:sp>
      <p:sp>
        <p:nvSpPr>
          <p:cNvPr id="4" name="Rectangle 3">
            <a:extLst>
              <a:ext uri="{FF2B5EF4-FFF2-40B4-BE49-F238E27FC236}">
                <a16:creationId xmlns:a16="http://schemas.microsoft.com/office/drawing/2014/main" id="{A57CC5E8-E0D3-3603-2CC6-A8BAF2820A56}"/>
              </a:ext>
            </a:extLst>
          </p:cNvPr>
          <p:cNvSpPr/>
          <p:nvPr userDrawn="1"/>
        </p:nvSpPr>
        <p:spPr>
          <a:xfrm rot="16200000">
            <a:off x="-3343113" y="3343113"/>
            <a:ext cx="6857999" cy="171774"/>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5" name="Date Placeholder 4">
            <a:extLst>
              <a:ext uri="{FF2B5EF4-FFF2-40B4-BE49-F238E27FC236}">
                <a16:creationId xmlns:a16="http://schemas.microsoft.com/office/drawing/2014/main" id="{C85C206C-01EC-0BBE-D2E8-677FD637D3BC}"/>
              </a:ext>
            </a:extLst>
          </p:cNvPr>
          <p:cNvSpPr>
            <a:spLocks noGrp="1"/>
          </p:cNvSpPr>
          <p:nvPr>
            <p:ph type="dt" sz="half" idx="3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6" name="Footer Placeholder 5">
            <a:extLst>
              <a:ext uri="{FF2B5EF4-FFF2-40B4-BE49-F238E27FC236}">
                <a16:creationId xmlns:a16="http://schemas.microsoft.com/office/drawing/2014/main" id="{1A7A574E-257C-8BFC-960C-B7B5AD0FA9BD}"/>
              </a:ext>
            </a:extLst>
          </p:cNvPr>
          <p:cNvSpPr>
            <a:spLocks noGrp="1"/>
          </p:cNvSpPr>
          <p:nvPr>
            <p:ph type="ftr" sz="quarter" idx="37"/>
          </p:nvPr>
        </p:nvSpPr>
        <p:spPr>
          <a:xfrm>
            <a:off x="550863" y="6650661"/>
            <a:ext cx="4716524" cy="123111"/>
          </a:xfrm>
          <a:prstGeom prst="rect">
            <a:avLst/>
          </a:prstGeom>
        </p:spPr>
        <p:txBody>
          <a:bodyPr/>
          <a:lstStyle/>
          <a:p>
            <a:pPr>
              <a:spcBef>
                <a:spcPts val="1000"/>
              </a:spcBef>
              <a:buFont typeface="Arial" panose="020B0604020202020204" pitchFamily="34" charset="0"/>
              <a:buNone/>
            </a:pPr>
            <a:r>
              <a:rPr lang="en-IN"/>
              <a:t>TMT Monthly Update |  June 2026</a:t>
            </a:r>
            <a:endParaRPr lang="en-US"/>
          </a:p>
        </p:txBody>
      </p:sp>
      <p:sp>
        <p:nvSpPr>
          <p:cNvPr id="10" name="Slide Number Placeholder 9">
            <a:extLst>
              <a:ext uri="{FF2B5EF4-FFF2-40B4-BE49-F238E27FC236}">
                <a16:creationId xmlns:a16="http://schemas.microsoft.com/office/drawing/2014/main" id="{57BCB7A3-F93F-039D-8ADA-0AF4B6D42BBB}"/>
              </a:ext>
            </a:extLst>
          </p:cNvPr>
          <p:cNvSpPr>
            <a:spLocks noGrp="1"/>
          </p:cNvSpPr>
          <p:nvPr>
            <p:ph type="sldNum" sz="quarter" idx="38"/>
          </p:nvPr>
        </p:nvSpPr>
        <p:spPr/>
        <p:txBody>
          <a:bodyPr/>
          <a:lstStyle/>
          <a:p>
            <a:pPr algn="r"/>
            <a:fld id="{5D9A5160-6218-4E5A-B9E6-B93E3DAE377C}" type="slidenum">
              <a:rPr lang="en-US" smtClean="0"/>
              <a:pPr algn="r"/>
              <a:t>‹#›</a:t>
            </a:fld>
            <a:endParaRPr lang="en-US"/>
          </a:p>
        </p:txBody>
      </p:sp>
      <p:sp>
        <p:nvSpPr>
          <p:cNvPr id="8" name="Title Placeholder 4">
            <a:extLst>
              <a:ext uri="{FF2B5EF4-FFF2-40B4-BE49-F238E27FC236}">
                <a16:creationId xmlns:a16="http://schemas.microsoft.com/office/drawing/2014/main" id="{5EC122AA-AED0-3A03-5B9E-6472B3239926}"/>
              </a:ext>
            </a:extLst>
          </p:cNvPr>
          <p:cNvSpPr>
            <a:spLocks noGrp="1"/>
          </p:cNvSpPr>
          <p:nvPr>
            <p:ph type="title" hasCustomPrompt="1"/>
          </p:nvPr>
        </p:nvSpPr>
        <p:spPr>
          <a:xfrm>
            <a:off x="1492498" y="549274"/>
            <a:ext cx="10148637" cy="930372"/>
          </a:xfrm>
          <a:prstGeom prst="rect">
            <a:avLst/>
          </a:prstGeom>
        </p:spPr>
        <p:txBody>
          <a:bodyPr vert="horz" lIns="0" tIns="0" rIns="0" bIns="126000" rtlCol="0" anchor="b" anchorCtr="0">
            <a:noAutofit/>
          </a:bodyPr>
          <a:lstStyle/>
          <a:p>
            <a:pPr lvl="0"/>
            <a:r>
              <a:rPr lang="en-GB"/>
              <a:t>Agenda</a:t>
            </a:r>
            <a:endParaRPr lang="de-DE"/>
          </a:p>
        </p:txBody>
      </p:sp>
    </p:spTree>
    <p:extLst>
      <p:ext uri="{BB962C8B-B14F-4D97-AF65-F5344CB8AC3E}">
        <p14:creationId xmlns:p14="http://schemas.microsoft.com/office/powerpoint/2010/main" val="2646367623"/>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userDrawn="1">
  <p:cSld name="Agenda 4">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D119069D-5D68-4DB4-B45F-92CCC710785E}"/>
              </a:ext>
            </a:extLst>
          </p:cNvPr>
          <p:cNvSpPr>
            <a:spLocks noGrp="1"/>
          </p:cNvSpPr>
          <p:nvPr>
            <p:ph type="body" sz="quarter" idx="24" hasCustomPrompt="1"/>
          </p:nvPr>
        </p:nvSpPr>
        <p:spPr>
          <a:xfrm>
            <a:off x="1286644" y="1628775"/>
            <a:ext cx="10024942" cy="369332"/>
          </a:xfrm>
          <a:prstGeom prst="rect">
            <a:avLst/>
          </a:prstGeom>
        </p:spPr>
        <p:txBody>
          <a:bodyPr>
            <a:normAutofit/>
          </a:bodyPr>
          <a:lstStyle>
            <a:lvl1pPr>
              <a:spcBef>
                <a:spcPts val="0"/>
              </a:spcBef>
              <a:defRPr sz="2400">
                <a:solidFill>
                  <a:schemeClr val="tx1"/>
                </a:solidFill>
              </a:defRPr>
            </a:lvl1pPr>
          </a:lstStyle>
          <a:p>
            <a:pPr lvl="0"/>
            <a:r>
              <a:rPr lang="en-US"/>
              <a:t>Click to add text</a:t>
            </a:r>
          </a:p>
        </p:txBody>
      </p:sp>
      <p:sp>
        <p:nvSpPr>
          <p:cNvPr id="23" name="Text Placeholder 11">
            <a:extLst>
              <a:ext uri="{FF2B5EF4-FFF2-40B4-BE49-F238E27FC236}">
                <a16:creationId xmlns:a16="http://schemas.microsoft.com/office/drawing/2014/main" id="{AA1A2157-04CD-44FC-8492-E3FAFE326F18}"/>
              </a:ext>
            </a:extLst>
          </p:cNvPr>
          <p:cNvSpPr>
            <a:spLocks noGrp="1"/>
          </p:cNvSpPr>
          <p:nvPr>
            <p:ph type="body" sz="quarter" idx="25" hasCustomPrompt="1"/>
          </p:nvPr>
        </p:nvSpPr>
        <p:spPr>
          <a:xfrm>
            <a:off x="1286644" y="2221388"/>
            <a:ext cx="10024942" cy="369332"/>
          </a:xfrm>
          <a:prstGeom prst="rect">
            <a:avLst/>
          </a:prstGeom>
        </p:spPr>
        <p:txBody>
          <a:bodyPr>
            <a:normAutofit/>
          </a:bodyPr>
          <a:lstStyle>
            <a:lvl1pPr>
              <a:spcBef>
                <a:spcPts val="0"/>
              </a:spcBef>
              <a:defRPr sz="2400">
                <a:solidFill>
                  <a:schemeClr val="tx1"/>
                </a:solidFill>
              </a:defRPr>
            </a:lvl1pPr>
          </a:lstStyle>
          <a:p>
            <a:pPr lvl="0"/>
            <a:r>
              <a:rPr lang="en-US"/>
              <a:t>Click to add text</a:t>
            </a:r>
          </a:p>
        </p:txBody>
      </p:sp>
      <p:sp>
        <p:nvSpPr>
          <p:cNvPr id="24" name="Text Placeholder 11">
            <a:extLst>
              <a:ext uri="{FF2B5EF4-FFF2-40B4-BE49-F238E27FC236}">
                <a16:creationId xmlns:a16="http://schemas.microsoft.com/office/drawing/2014/main" id="{199E21EB-D052-4206-952C-D3FE77AA1C8D}"/>
              </a:ext>
            </a:extLst>
          </p:cNvPr>
          <p:cNvSpPr>
            <a:spLocks noGrp="1"/>
          </p:cNvSpPr>
          <p:nvPr>
            <p:ph type="body" sz="quarter" idx="26" hasCustomPrompt="1"/>
          </p:nvPr>
        </p:nvSpPr>
        <p:spPr>
          <a:xfrm>
            <a:off x="1286644" y="2814001"/>
            <a:ext cx="10024942" cy="369332"/>
          </a:xfrm>
          <a:prstGeom prst="rect">
            <a:avLst/>
          </a:prstGeom>
        </p:spPr>
        <p:txBody>
          <a:bodyPr>
            <a:normAutofit/>
          </a:bodyPr>
          <a:lstStyle>
            <a:lvl1pPr>
              <a:spcBef>
                <a:spcPts val="0"/>
              </a:spcBef>
              <a:defRPr sz="2400">
                <a:solidFill>
                  <a:schemeClr val="tx1"/>
                </a:solidFill>
              </a:defRPr>
            </a:lvl1pPr>
          </a:lstStyle>
          <a:p>
            <a:pPr lvl="0"/>
            <a:r>
              <a:rPr lang="en-US"/>
              <a:t>Click to add text</a:t>
            </a:r>
          </a:p>
        </p:txBody>
      </p:sp>
      <p:sp>
        <p:nvSpPr>
          <p:cNvPr id="7" name="Text Placeholder 6">
            <a:extLst>
              <a:ext uri="{FF2B5EF4-FFF2-40B4-BE49-F238E27FC236}">
                <a16:creationId xmlns:a16="http://schemas.microsoft.com/office/drawing/2014/main" id="{C9AA932A-4442-4987-878D-3B69D84A4771}"/>
              </a:ext>
            </a:extLst>
          </p:cNvPr>
          <p:cNvSpPr>
            <a:spLocks noGrp="1"/>
          </p:cNvSpPr>
          <p:nvPr>
            <p:ph type="body" sz="quarter" idx="27" hasCustomPrompt="1"/>
          </p:nvPr>
        </p:nvSpPr>
        <p:spPr>
          <a:xfrm>
            <a:off x="571574" y="1628775"/>
            <a:ext cx="335980" cy="369888"/>
          </a:xfrm>
          <a:prstGeom prst="rect">
            <a:avLst/>
          </a:prstGeom>
        </p:spPr>
        <p:txBody>
          <a:bodyPr vert="horz" wrap="none" lIns="0" tIns="0" rIns="0" bIns="0" rtlCol="0">
            <a:normAutofit/>
          </a:bodyPr>
          <a:lstStyle>
            <a:lvl1pPr algn="r">
              <a:defRPr lang="de-DE" sz="2400" b="1" dirty="0">
                <a:solidFill>
                  <a:schemeClr val="tx2"/>
                </a:solidFill>
              </a:defRPr>
            </a:lvl1pPr>
          </a:lstStyle>
          <a:p>
            <a:pPr lvl="0">
              <a:spcBef>
                <a:spcPts val="0"/>
              </a:spcBef>
            </a:pPr>
            <a:r>
              <a:rPr lang="de-DE"/>
              <a:t>0x</a:t>
            </a:r>
          </a:p>
        </p:txBody>
      </p:sp>
      <p:sp>
        <p:nvSpPr>
          <p:cNvPr id="21" name="Text Placeholder 6">
            <a:extLst>
              <a:ext uri="{FF2B5EF4-FFF2-40B4-BE49-F238E27FC236}">
                <a16:creationId xmlns:a16="http://schemas.microsoft.com/office/drawing/2014/main" id="{EAA65ABF-5E47-4A8A-934B-E9458D034F70}"/>
              </a:ext>
            </a:extLst>
          </p:cNvPr>
          <p:cNvSpPr>
            <a:spLocks noGrp="1"/>
          </p:cNvSpPr>
          <p:nvPr>
            <p:ph type="body" sz="quarter" idx="28" hasCustomPrompt="1"/>
          </p:nvPr>
        </p:nvSpPr>
        <p:spPr>
          <a:xfrm>
            <a:off x="571574" y="2221388"/>
            <a:ext cx="335980" cy="369888"/>
          </a:xfrm>
          <a:prstGeom prst="rect">
            <a:avLst/>
          </a:prstGeom>
        </p:spPr>
        <p:txBody>
          <a:bodyPr vert="horz" wrap="none" lIns="0" tIns="0" rIns="0" bIns="0" rtlCol="0">
            <a:normAutofit/>
          </a:bodyPr>
          <a:lstStyle>
            <a:lvl1pPr algn="r">
              <a:defRPr lang="de-DE" sz="2400" b="1" dirty="0">
                <a:solidFill>
                  <a:schemeClr val="tx2"/>
                </a:solidFill>
              </a:defRPr>
            </a:lvl1pPr>
          </a:lstStyle>
          <a:p>
            <a:pPr lvl="0">
              <a:spcBef>
                <a:spcPts val="0"/>
              </a:spcBef>
            </a:pPr>
            <a:r>
              <a:rPr lang="de-DE"/>
              <a:t>0x</a:t>
            </a:r>
          </a:p>
        </p:txBody>
      </p:sp>
      <p:sp>
        <p:nvSpPr>
          <p:cNvPr id="22" name="Text Placeholder 6">
            <a:extLst>
              <a:ext uri="{FF2B5EF4-FFF2-40B4-BE49-F238E27FC236}">
                <a16:creationId xmlns:a16="http://schemas.microsoft.com/office/drawing/2014/main" id="{AE370511-ABDA-4008-B938-10F0105CBF69}"/>
              </a:ext>
            </a:extLst>
          </p:cNvPr>
          <p:cNvSpPr>
            <a:spLocks noGrp="1"/>
          </p:cNvSpPr>
          <p:nvPr>
            <p:ph type="body" sz="quarter" idx="29" hasCustomPrompt="1"/>
          </p:nvPr>
        </p:nvSpPr>
        <p:spPr>
          <a:xfrm>
            <a:off x="571574" y="2814001"/>
            <a:ext cx="335980" cy="369888"/>
          </a:xfrm>
          <a:prstGeom prst="rect">
            <a:avLst/>
          </a:prstGeom>
        </p:spPr>
        <p:txBody>
          <a:bodyPr vert="horz" wrap="none" lIns="0" tIns="0" rIns="0" bIns="0" rtlCol="0">
            <a:normAutofit/>
          </a:bodyPr>
          <a:lstStyle>
            <a:lvl1pPr algn="r">
              <a:defRPr lang="de-DE" sz="2400" b="1" dirty="0">
                <a:solidFill>
                  <a:schemeClr val="tx2"/>
                </a:solidFill>
              </a:defRPr>
            </a:lvl1pPr>
          </a:lstStyle>
          <a:p>
            <a:pPr lvl="0">
              <a:spcBef>
                <a:spcPts val="0"/>
              </a:spcBef>
            </a:pPr>
            <a:r>
              <a:rPr lang="de-DE"/>
              <a:t>0x</a:t>
            </a:r>
          </a:p>
        </p:txBody>
      </p:sp>
      <p:sp>
        <p:nvSpPr>
          <p:cNvPr id="28" name="Text Placeholder 11">
            <a:extLst>
              <a:ext uri="{FF2B5EF4-FFF2-40B4-BE49-F238E27FC236}">
                <a16:creationId xmlns:a16="http://schemas.microsoft.com/office/drawing/2014/main" id="{CABD3DEA-D9AC-49A6-AB02-7A5380BF5183}"/>
              </a:ext>
            </a:extLst>
          </p:cNvPr>
          <p:cNvSpPr>
            <a:spLocks noGrp="1"/>
          </p:cNvSpPr>
          <p:nvPr>
            <p:ph type="body" sz="quarter" idx="30" hasCustomPrompt="1"/>
          </p:nvPr>
        </p:nvSpPr>
        <p:spPr>
          <a:xfrm>
            <a:off x="1286644" y="3406614"/>
            <a:ext cx="10024942" cy="369332"/>
          </a:xfrm>
          <a:prstGeom prst="rect">
            <a:avLst/>
          </a:prstGeom>
        </p:spPr>
        <p:txBody>
          <a:bodyPr>
            <a:normAutofit/>
          </a:bodyPr>
          <a:lstStyle>
            <a:lvl1pPr>
              <a:spcBef>
                <a:spcPts val="0"/>
              </a:spcBef>
              <a:defRPr sz="2400">
                <a:solidFill>
                  <a:schemeClr val="tx1"/>
                </a:solidFill>
              </a:defRPr>
            </a:lvl1pPr>
          </a:lstStyle>
          <a:p>
            <a:pPr lvl="0"/>
            <a:r>
              <a:rPr lang="en-US"/>
              <a:t>Click to add text</a:t>
            </a:r>
          </a:p>
        </p:txBody>
      </p:sp>
      <p:sp>
        <p:nvSpPr>
          <p:cNvPr id="29" name="Text Placeholder 11">
            <a:extLst>
              <a:ext uri="{FF2B5EF4-FFF2-40B4-BE49-F238E27FC236}">
                <a16:creationId xmlns:a16="http://schemas.microsoft.com/office/drawing/2014/main" id="{C143C05F-5CEC-4DA0-8030-D7B2370EBBB4}"/>
              </a:ext>
            </a:extLst>
          </p:cNvPr>
          <p:cNvSpPr>
            <a:spLocks noGrp="1"/>
          </p:cNvSpPr>
          <p:nvPr>
            <p:ph type="body" sz="quarter" idx="31" hasCustomPrompt="1"/>
          </p:nvPr>
        </p:nvSpPr>
        <p:spPr>
          <a:xfrm>
            <a:off x="1286644" y="3999227"/>
            <a:ext cx="10024942" cy="369332"/>
          </a:xfrm>
          <a:prstGeom prst="rect">
            <a:avLst/>
          </a:prstGeom>
        </p:spPr>
        <p:txBody>
          <a:bodyPr>
            <a:normAutofit/>
          </a:bodyPr>
          <a:lstStyle>
            <a:lvl1pPr>
              <a:spcBef>
                <a:spcPts val="0"/>
              </a:spcBef>
              <a:defRPr sz="2400">
                <a:solidFill>
                  <a:schemeClr val="tx1"/>
                </a:solidFill>
              </a:defRPr>
            </a:lvl1pPr>
          </a:lstStyle>
          <a:p>
            <a:pPr lvl="0"/>
            <a:r>
              <a:rPr lang="en-US"/>
              <a:t>Click to add text</a:t>
            </a:r>
          </a:p>
        </p:txBody>
      </p:sp>
      <p:sp>
        <p:nvSpPr>
          <p:cNvPr id="30" name="Text Placeholder 11">
            <a:extLst>
              <a:ext uri="{FF2B5EF4-FFF2-40B4-BE49-F238E27FC236}">
                <a16:creationId xmlns:a16="http://schemas.microsoft.com/office/drawing/2014/main" id="{96B43F80-D448-432F-A45D-FE4715923FC2}"/>
              </a:ext>
            </a:extLst>
          </p:cNvPr>
          <p:cNvSpPr>
            <a:spLocks noGrp="1"/>
          </p:cNvSpPr>
          <p:nvPr>
            <p:ph type="body" sz="quarter" idx="32" hasCustomPrompt="1"/>
          </p:nvPr>
        </p:nvSpPr>
        <p:spPr>
          <a:xfrm>
            <a:off x="1286644" y="4591841"/>
            <a:ext cx="10024942" cy="369332"/>
          </a:xfrm>
          <a:prstGeom prst="rect">
            <a:avLst/>
          </a:prstGeom>
        </p:spPr>
        <p:txBody>
          <a:bodyPr>
            <a:normAutofit/>
          </a:bodyPr>
          <a:lstStyle>
            <a:lvl1pPr>
              <a:spcBef>
                <a:spcPts val="0"/>
              </a:spcBef>
              <a:defRPr sz="2400">
                <a:solidFill>
                  <a:schemeClr val="tx1"/>
                </a:solidFill>
              </a:defRPr>
            </a:lvl1pPr>
          </a:lstStyle>
          <a:p>
            <a:pPr lvl="0"/>
            <a:r>
              <a:rPr lang="en-US"/>
              <a:t>Click to add text</a:t>
            </a:r>
          </a:p>
        </p:txBody>
      </p:sp>
      <p:sp>
        <p:nvSpPr>
          <p:cNvPr id="31" name="Text Placeholder 6">
            <a:extLst>
              <a:ext uri="{FF2B5EF4-FFF2-40B4-BE49-F238E27FC236}">
                <a16:creationId xmlns:a16="http://schemas.microsoft.com/office/drawing/2014/main" id="{C434EB54-C0D1-4857-9330-87FAFCC49D56}"/>
              </a:ext>
            </a:extLst>
          </p:cNvPr>
          <p:cNvSpPr>
            <a:spLocks noGrp="1"/>
          </p:cNvSpPr>
          <p:nvPr>
            <p:ph type="body" sz="quarter" idx="33" hasCustomPrompt="1"/>
          </p:nvPr>
        </p:nvSpPr>
        <p:spPr>
          <a:xfrm>
            <a:off x="571574" y="3406614"/>
            <a:ext cx="335980" cy="369888"/>
          </a:xfrm>
          <a:prstGeom prst="rect">
            <a:avLst/>
          </a:prstGeom>
        </p:spPr>
        <p:txBody>
          <a:bodyPr vert="horz" wrap="none" lIns="0" tIns="0" rIns="0" bIns="0" rtlCol="0">
            <a:normAutofit/>
          </a:bodyPr>
          <a:lstStyle>
            <a:lvl1pPr algn="r">
              <a:defRPr lang="de-DE" sz="2400" b="1" dirty="0">
                <a:solidFill>
                  <a:schemeClr val="tx2"/>
                </a:solidFill>
              </a:defRPr>
            </a:lvl1pPr>
          </a:lstStyle>
          <a:p>
            <a:pPr lvl="0">
              <a:spcBef>
                <a:spcPts val="0"/>
              </a:spcBef>
            </a:pPr>
            <a:r>
              <a:rPr lang="de-DE"/>
              <a:t>0x</a:t>
            </a:r>
          </a:p>
        </p:txBody>
      </p:sp>
      <p:sp>
        <p:nvSpPr>
          <p:cNvPr id="32" name="Text Placeholder 6">
            <a:extLst>
              <a:ext uri="{FF2B5EF4-FFF2-40B4-BE49-F238E27FC236}">
                <a16:creationId xmlns:a16="http://schemas.microsoft.com/office/drawing/2014/main" id="{F0320016-4C9A-409B-8724-E53F23529A4B}"/>
              </a:ext>
            </a:extLst>
          </p:cNvPr>
          <p:cNvSpPr>
            <a:spLocks noGrp="1"/>
          </p:cNvSpPr>
          <p:nvPr>
            <p:ph type="body" sz="quarter" idx="34" hasCustomPrompt="1"/>
          </p:nvPr>
        </p:nvSpPr>
        <p:spPr>
          <a:xfrm>
            <a:off x="571574" y="3999227"/>
            <a:ext cx="335980" cy="369888"/>
          </a:xfrm>
          <a:prstGeom prst="rect">
            <a:avLst/>
          </a:prstGeom>
        </p:spPr>
        <p:txBody>
          <a:bodyPr vert="horz" wrap="none" lIns="0" tIns="0" rIns="0" bIns="0" rtlCol="0">
            <a:normAutofit/>
          </a:bodyPr>
          <a:lstStyle>
            <a:lvl1pPr algn="r">
              <a:defRPr lang="de-DE" sz="2400" b="1" dirty="0">
                <a:solidFill>
                  <a:schemeClr val="tx2"/>
                </a:solidFill>
              </a:defRPr>
            </a:lvl1pPr>
          </a:lstStyle>
          <a:p>
            <a:pPr lvl="0">
              <a:spcBef>
                <a:spcPts val="0"/>
              </a:spcBef>
            </a:pPr>
            <a:r>
              <a:rPr lang="de-DE"/>
              <a:t>0x</a:t>
            </a:r>
          </a:p>
        </p:txBody>
      </p:sp>
      <p:sp>
        <p:nvSpPr>
          <p:cNvPr id="34" name="Text Placeholder 6">
            <a:extLst>
              <a:ext uri="{FF2B5EF4-FFF2-40B4-BE49-F238E27FC236}">
                <a16:creationId xmlns:a16="http://schemas.microsoft.com/office/drawing/2014/main" id="{F0279A3C-5E27-40F7-98C0-08832F4CE1FB}"/>
              </a:ext>
            </a:extLst>
          </p:cNvPr>
          <p:cNvSpPr>
            <a:spLocks noGrp="1"/>
          </p:cNvSpPr>
          <p:nvPr>
            <p:ph type="body" sz="quarter" idx="35" hasCustomPrompt="1"/>
          </p:nvPr>
        </p:nvSpPr>
        <p:spPr>
          <a:xfrm>
            <a:off x="571574" y="4591841"/>
            <a:ext cx="335980" cy="369888"/>
          </a:xfrm>
          <a:prstGeom prst="rect">
            <a:avLst/>
          </a:prstGeom>
        </p:spPr>
        <p:txBody>
          <a:bodyPr vert="horz" wrap="none" lIns="0" tIns="0" rIns="0" bIns="0" rtlCol="0">
            <a:normAutofit/>
          </a:bodyPr>
          <a:lstStyle>
            <a:lvl1pPr algn="r">
              <a:defRPr lang="de-DE" sz="2400" b="1" dirty="0">
                <a:solidFill>
                  <a:schemeClr val="tx2"/>
                </a:solidFill>
              </a:defRPr>
            </a:lvl1pPr>
          </a:lstStyle>
          <a:p>
            <a:pPr lvl="0">
              <a:spcBef>
                <a:spcPts val="0"/>
              </a:spcBef>
            </a:pPr>
            <a:r>
              <a:rPr lang="de-DE"/>
              <a:t>0x</a:t>
            </a:r>
          </a:p>
        </p:txBody>
      </p:sp>
      <p:sp>
        <p:nvSpPr>
          <p:cNvPr id="13" name="Date Placeholder 12">
            <a:extLst>
              <a:ext uri="{FF2B5EF4-FFF2-40B4-BE49-F238E27FC236}">
                <a16:creationId xmlns:a16="http://schemas.microsoft.com/office/drawing/2014/main" id="{D3A8E554-610E-ED51-EC6E-2FC32243D4A2}"/>
              </a:ext>
            </a:extLst>
          </p:cNvPr>
          <p:cNvSpPr>
            <a:spLocks noGrp="1"/>
          </p:cNvSpPr>
          <p:nvPr>
            <p:ph type="dt" sz="half" idx="3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8" name="Footer Placeholder 17">
            <a:extLst>
              <a:ext uri="{FF2B5EF4-FFF2-40B4-BE49-F238E27FC236}">
                <a16:creationId xmlns:a16="http://schemas.microsoft.com/office/drawing/2014/main" id="{9BFC3022-C813-4A4B-8BBB-04ABD482D773}"/>
              </a:ext>
            </a:extLst>
          </p:cNvPr>
          <p:cNvSpPr>
            <a:spLocks noGrp="1"/>
          </p:cNvSpPr>
          <p:nvPr>
            <p:ph type="ftr" sz="quarter" idx="37"/>
          </p:nvPr>
        </p:nvSpPr>
        <p:spPr>
          <a:xfrm>
            <a:off x="550863" y="6650661"/>
            <a:ext cx="4716524" cy="123111"/>
          </a:xfrm>
          <a:prstGeom prst="rect">
            <a:avLst/>
          </a:prstGeom>
        </p:spPr>
        <p:txBody>
          <a:bodyPr/>
          <a:lstStyle/>
          <a:p>
            <a:pPr>
              <a:spcBef>
                <a:spcPts val="1000"/>
              </a:spcBef>
              <a:buFont typeface="Arial" panose="020B0604020202020204" pitchFamily="34" charset="0"/>
              <a:buNone/>
            </a:pPr>
            <a:r>
              <a:rPr lang="en-IN"/>
              <a:t>TMT Monthly Update |  June 2026</a:t>
            </a:r>
            <a:endParaRPr lang="en-US"/>
          </a:p>
        </p:txBody>
      </p:sp>
      <p:sp>
        <p:nvSpPr>
          <p:cNvPr id="19" name="Slide Number Placeholder 18">
            <a:extLst>
              <a:ext uri="{FF2B5EF4-FFF2-40B4-BE49-F238E27FC236}">
                <a16:creationId xmlns:a16="http://schemas.microsoft.com/office/drawing/2014/main" id="{AE448402-C879-6591-3855-645E636D6FAF}"/>
              </a:ext>
            </a:extLst>
          </p:cNvPr>
          <p:cNvSpPr>
            <a:spLocks noGrp="1"/>
          </p:cNvSpPr>
          <p:nvPr>
            <p:ph type="sldNum" sz="quarter" idx="38"/>
          </p:nvPr>
        </p:nvSpPr>
        <p:spPr/>
        <p:txBody>
          <a:bodyPr/>
          <a:lstStyle/>
          <a:p>
            <a:pPr algn="r"/>
            <a:fld id="{5D9A5160-6218-4E5A-B9E6-B93E3DAE377C}" type="slidenum">
              <a:rPr lang="en-US" smtClean="0"/>
              <a:pPr algn="r"/>
              <a:t>‹#›</a:t>
            </a:fld>
            <a:endParaRPr lang="en-US"/>
          </a:p>
        </p:txBody>
      </p:sp>
      <p:sp>
        <p:nvSpPr>
          <p:cNvPr id="2" name="Title Placeholder 4">
            <a:extLst>
              <a:ext uri="{FF2B5EF4-FFF2-40B4-BE49-F238E27FC236}">
                <a16:creationId xmlns:a16="http://schemas.microsoft.com/office/drawing/2014/main" id="{58A80D78-DE60-96EF-D118-992F247BC2BB}"/>
              </a:ext>
            </a:extLst>
          </p:cNvPr>
          <p:cNvSpPr>
            <a:spLocks noGrp="1"/>
          </p:cNvSpPr>
          <p:nvPr>
            <p:ph type="title" hasCustomPrompt="1"/>
          </p:nvPr>
        </p:nvSpPr>
        <p:spPr>
          <a:xfrm>
            <a:off x="551384" y="549274"/>
            <a:ext cx="11090938" cy="930372"/>
          </a:xfrm>
          <a:prstGeom prst="rect">
            <a:avLst/>
          </a:prstGeom>
        </p:spPr>
        <p:txBody>
          <a:bodyPr vert="horz" lIns="0" tIns="0" rIns="0" bIns="126000" rtlCol="0" anchor="b" anchorCtr="0">
            <a:noAutofit/>
          </a:bodyPr>
          <a:lstStyle/>
          <a:p>
            <a:pPr lvl="0"/>
            <a:r>
              <a:rPr lang="en-GB"/>
              <a:t>Agenda</a:t>
            </a:r>
            <a:endParaRPr lang="de-DE"/>
          </a:p>
        </p:txBody>
      </p:sp>
    </p:spTree>
    <p:extLst>
      <p:ext uri="{BB962C8B-B14F-4D97-AF65-F5344CB8AC3E}">
        <p14:creationId xmlns:p14="http://schemas.microsoft.com/office/powerpoint/2010/main" val="3627111788"/>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Divider 1">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A65D5B6-99D5-A656-18EB-125B9A4CC27A}"/>
              </a:ext>
            </a:extLst>
          </p:cNvPr>
          <p:cNvSpPr/>
          <p:nvPr userDrawn="1"/>
        </p:nvSpPr>
        <p:spPr>
          <a:xfrm>
            <a:off x="5159374" y="4257063"/>
            <a:ext cx="7032625" cy="180000"/>
          </a:xfrm>
          <a:prstGeom prst="rect">
            <a:avLst/>
          </a:prstGeom>
          <a:gradFill>
            <a:gsLst>
              <a:gs pos="99000">
                <a:srgbClr val="00D5D0"/>
              </a:gs>
              <a:gs pos="0">
                <a:schemeClr val="accent3"/>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FFFFFF"/>
              </a:solidFill>
              <a:effectLst/>
              <a:uLnTx/>
              <a:uFillTx/>
              <a:latin typeface="Ubuntu"/>
              <a:ea typeface="+mn-ea"/>
              <a:cs typeface="+mn-cs"/>
            </a:endParaRPr>
          </a:p>
        </p:txBody>
      </p:sp>
      <p:sp>
        <p:nvSpPr>
          <p:cNvPr id="8" name="Text Placeholder 8">
            <a:extLst>
              <a:ext uri="{FF2B5EF4-FFF2-40B4-BE49-F238E27FC236}">
                <a16:creationId xmlns:a16="http://schemas.microsoft.com/office/drawing/2014/main" id="{E2576D65-BA9A-4C38-D195-558BDD9AFD0E}"/>
              </a:ext>
            </a:extLst>
          </p:cNvPr>
          <p:cNvSpPr>
            <a:spLocks noGrp="1"/>
          </p:cNvSpPr>
          <p:nvPr>
            <p:ph type="body" sz="quarter" idx="19" hasCustomPrompt="1"/>
          </p:nvPr>
        </p:nvSpPr>
        <p:spPr>
          <a:xfrm>
            <a:off x="0" y="0"/>
            <a:ext cx="4657725" cy="6858000"/>
          </a:xfrm>
          <a:prstGeom prst="rect">
            <a:avLst/>
          </a:prstGeom>
        </p:spPr>
        <p:txBody>
          <a:bodyPr wrap="none" lIns="0" tIns="972000" rIns="0" bIns="0" anchor="t" anchorCtr="0">
            <a:noAutofit/>
          </a:bodyPr>
          <a:lstStyle>
            <a:lvl1pPr algn="r">
              <a:defRPr sz="40000" spc="-300">
                <a:solidFill>
                  <a:schemeClr val="accent3"/>
                </a:solidFill>
              </a:defRPr>
            </a:lvl1pPr>
          </a:lstStyle>
          <a:p>
            <a:pPr lvl="0"/>
            <a:r>
              <a:rPr lang="en-GB"/>
              <a:t>01</a:t>
            </a:r>
            <a:endParaRPr lang="en-PL"/>
          </a:p>
        </p:txBody>
      </p:sp>
      <p:sp>
        <p:nvSpPr>
          <p:cNvPr id="2" name="Date Placeholder 1">
            <a:extLst>
              <a:ext uri="{FF2B5EF4-FFF2-40B4-BE49-F238E27FC236}">
                <a16:creationId xmlns:a16="http://schemas.microsoft.com/office/drawing/2014/main" id="{D888E175-7057-3F5C-3D05-E1A6DF23539C}"/>
              </a:ext>
            </a:extLst>
          </p:cNvPr>
          <p:cNvSpPr>
            <a:spLocks noGrp="1"/>
          </p:cNvSpPr>
          <p:nvPr>
            <p:ph type="dt" sz="half" idx="2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5" name="Footer Placeholder 4">
            <a:extLst>
              <a:ext uri="{FF2B5EF4-FFF2-40B4-BE49-F238E27FC236}">
                <a16:creationId xmlns:a16="http://schemas.microsoft.com/office/drawing/2014/main" id="{87B29DCD-1860-BCB3-12D3-011B4B8885BF}"/>
              </a:ext>
            </a:extLst>
          </p:cNvPr>
          <p:cNvSpPr>
            <a:spLocks noGrp="1"/>
          </p:cNvSpPr>
          <p:nvPr>
            <p:ph type="ftr" sz="quarter" idx="21"/>
          </p:nvPr>
        </p:nvSpPr>
        <p:spPr>
          <a:xfrm>
            <a:off x="550863" y="6650661"/>
            <a:ext cx="4716524" cy="123111"/>
          </a:xfrm>
          <a:prstGeom prst="rect">
            <a:avLst/>
          </a:prstGeom>
        </p:spPr>
        <p:txBody>
          <a:bodyPr/>
          <a:lstStyle/>
          <a:p>
            <a:pPr>
              <a:spcBef>
                <a:spcPts val="1000"/>
              </a:spcBef>
              <a:buFont typeface="Arial" panose="020B0604020202020204" pitchFamily="34" charset="0"/>
              <a:buNone/>
            </a:pPr>
            <a:r>
              <a:rPr lang="en-IN"/>
              <a:t>TMT Monthly Update |  June 2026</a:t>
            </a:r>
            <a:endParaRPr lang="en-US"/>
          </a:p>
        </p:txBody>
      </p:sp>
      <p:sp>
        <p:nvSpPr>
          <p:cNvPr id="7" name="Slide Number Placeholder 6">
            <a:extLst>
              <a:ext uri="{FF2B5EF4-FFF2-40B4-BE49-F238E27FC236}">
                <a16:creationId xmlns:a16="http://schemas.microsoft.com/office/drawing/2014/main" id="{5673F8B8-3459-331B-8856-F82064558CD0}"/>
              </a:ext>
            </a:extLst>
          </p:cNvPr>
          <p:cNvSpPr>
            <a:spLocks noGrp="1"/>
          </p:cNvSpPr>
          <p:nvPr>
            <p:ph type="sldNum" sz="quarter" idx="22"/>
          </p:nvPr>
        </p:nvSpPr>
        <p:spPr/>
        <p:txBody>
          <a:bodyPr/>
          <a:lstStyle/>
          <a:p>
            <a:pPr algn="r"/>
            <a:fld id="{5D9A5160-6218-4E5A-B9E6-B93E3DAE377C}" type="slidenum">
              <a:rPr lang="en-US" smtClean="0"/>
              <a:pPr algn="r"/>
              <a:t>‹#›</a:t>
            </a:fld>
            <a:endParaRPr lang="en-US"/>
          </a:p>
        </p:txBody>
      </p:sp>
      <p:sp>
        <p:nvSpPr>
          <p:cNvPr id="3" name="Title 5">
            <a:extLst>
              <a:ext uri="{FF2B5EF4-FFF2-40B4-BE49-F238E27FC236}">
                <a16:creationId xmlns:a16="http://schemas.microsoft.com/office/drawing/2014/main" id="{885E1F23-EFE4-7E35-0F49-E02F15D0B1FD}"/>
              </a:ext>
            </a:extLst>
          </p:cNvPr>
          <p:cNvSpPr>
            <a:spLocks noGrp="1"/>
          </p:cNvSpPr>
          <p:nvPr>
            <p:ph type="title" hasCustomPrompt="1"/>
          </p:nvPr>
        </p:nvSpPr>
        <p:spPr>
          <a:xfrm>
            <a:off x="5159374" y="4658810"/>
            <a:ext cx="6487665" cy="1672542"/>
          </a:xfrm>
        </p:spPr>
        <p:txBody>
          <a:bodyPr vert="horz" lIns="0" tIns="0" rIns="0" bIns="0" rtlCol="0" anchor="t">
            <a:noAutofit/>
          </a:bodyPr>
          <a:lstStyle>
            <a:lvl1pPr>
              <a:spcBef>
                <a:spcPts val="0"/>
              </a:spcBef>
              <a:defRPr lang="en-US" sz="4800">
                <a:solidFill>
                  <a:schemeClr val="tx1"/>
                </a:solidFill>
                <a:latin typeface="+mn-lt"/>
                <a:ea typeface="+mn-ea"/>
                <a:cs typeface="+mn-cs"/>
              </a:defRPr>
            </a:lvl1pPr>
          </a:lstStyle>
          <a:p>
            <a:pPr lvl="0">
              <a:lnSpc>
                <a:spcPct val="100000"/>
              </a:lnSpc>
              <a:spcBef>
                <a:spcPts val="1800"/>
              </a:spcBef>
              <a:buFont typeface="Arial" panose="020B0604020202020204" pitchFamily="34" charset="0"/>
            </a:pPr>
            <a:r>
              <a:rPr lang="en-US"/>
              <a:t>Click to add title</a:t>
            </a:r>
          </a:p>
        </p:txBody>
      </p:sp>
    </p:spTree>
    <p:extLst>
      <p:ext uri="{BB962C8B-B14F-4D97-AF65-F5344CB8AC3E}">
        <p14:creationId xmlns:p14="http://schemas.microsoft.com/office/powerpoint/2010/main" val="3027868175"/>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Divider Photo 1">
    <p:spTree>
      <p:nvGrpSpPr>
        <p:cNvPr id="1" name=""/>
        <p:cNvGrpSpPr/>
        <p:nvPr/>
      </p:nvGrpSpPr>
      <p:grpSpPr>
        <a:xfrm>
          <a:off x="0" y="0"/>
          <a:ext cx="0" cy="0"/>
          <a:chOff x="0" y="0"/>
          <a:chExt cx="0" cy="0"/>
        </a:xfrm>
      </p:grpSpPr>
      <p:sp>
        <p:nvSpPr>
          <p:cNvPr id="2" name="Picture Placeholder 10">
            <a:extLst>
              <a:ext uri="{FF2B5EF4-FFF2-40B4-BE49-F238E27FC236}">
                <a16:creationId xmlns:a16="http://schemas.microsoft.com/office/drawing/2014/main" id="{8AD156C1-F91F-57E6-BFA6-A0059404D21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7" name="Text Placeholder 8">
            <a:extLst>
              <a:ext uri="{FF2B5EF4-FFF2-40B4-BE49-F238E27FC236}">
                <a16:creationId xmlns:a16="http://schemas.microsoft.com/office/drawing/2014/main" id="{516D0E3A-0719-64AB-54D1-64F80BE164A7}"/>
              </a:ext>
            </a:extLst>
          </p:cNvPr>
          <p:cNvSpPr>
            <a:spLocks noGrp="1"/>
          </p:cNvSpPr>
          <p:nvPr>
            <p:ph type="body" sz="quarter" idx="19" hasCustomPrompt="1"/>
          </p:nvPr>
        </p:nvSpPr>
        <p:spPr>
          <a:xfrm>
            <a:off x="0" y="0"/>
            <a:ext cx="4657725" cy="6858000"/>
          </a:xfrm>
          <a:prstGeom prst="rect">
            <a:avLst/>
          </a:prstGeom>
        </p:spPr>
        <p:txBody>
          <a:bodyPr wrap="none" lIns="0" tIns="972000" rIns="0" bIns="0" anchor="t" anchorCtr="0">
            <a:noAutofit/>
          </a:bodyPr>
          <a:lstStyle>
            <a:lvl1pPr algn="r">
              <a:defRPr sz="40000" spc="-300">
                <a:solidFill>
                  <a:schemeClr val="tx1"/>
                </a:solidFill>
              </a:defRPr>
            </a:lvl1pPr>
          </a:lstStyle>
          <a:p>
            <a:pPr lvl="0"/>
            <a:r>
              <a:rPr lang="en-GB"/>
              <a:t>01</a:t>
            </a:r>
            <a:endParaRPr lang="en-PL"/>
          </a:p>
        </p:txBody>
      </p:sp>
      <p:sp>
        <p:nvSpPr>
          <p:cNvPr id="16" name="Date Placeholder 15">
            <a:extLst>
              <a:ext uri="{FF2B5EF4-FFF2-40B4-BE49-F238E27FC236}">
                <a16:creationId xmlns:a16="http://schemas.microsoft.com/office/drawing/2014/main" id="{49CD99F0-AA6A-8A74-80DA-FCF12D30E56D}"/>
              </a:ext>
            </a:extLst>
          </p:cNvPr>
          <p:cNvSpPr>
            <a:spLocks noGrp="1"/>
          </p:cNvSpPr>
          <p:nvPr>
            <p:ph type="dt" sz="half" idx="2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7" name="Footer Placeholder 16">
            <a:extLst>
              <a:ext uri="{FF2B5EF4-FFF2-40B4-BE49-F238E27FC236}">
                <a16:creationId xmlns:a16="http://schemas.microsoft.com/office/drawing/2014/main" id="{F17F6240-FF3A-51A1-CB87-F17DD5B550AC}"/>
              </a:ext>
            </a:extLst>
          </p:cNvPr>
          <p:cNvSpPr>
            <a:spLocks noGrp="1"/>
          </p:cNvSpPr>
          <p:nvPr>
            <p:ph type="ftr" sz="quarter" idx="21"/>
          </p:nvPr>
        </p:nvSpPr>
        <p:spPr>
          <a:xfrm>
            <a:off x="550863" y="6650661"/>
            <a:ext cx="4716524" cy="123111"/>
          </a:xfrm>
          <a:prstGeom prst="rect">
            <a:avLst/>
          </a:prstGeom>
        </p:spPr>
        <p:txBody>
          <a:bodyPr/>
          <a:lstStyle/>
          <a:p>
            <a:pPr>
              <a:spcBef>
                <a:spcPts val="1000"/>
              </a:spcBef>
              <a:buFont typeface="Arial" panose="020B0604020202020204" pitchFamily="34" charset="0"/>
              <a:buNone/>
            </a:pPr>
            <a:r>
              <a:rPr lang="en-IN"/>
              <a:t>TMT Monthly Update |  June 2026</a:t>
            </a:r>
            <a:endParaRPr lang="en-US"/>
          </a:p>
        </p:txBody>
      </p:sp>
      <p:sp>
        <p:nvSpPr>
          <p:cNvPr id="18" name="Slide Number Placeholder 17">
            <a:extLst>
              <a:ext uri="{FF2B5EF4-FFF2-40B4-BE49-F238E27FC236}">
                <a16:creationId xmlns:a16="http://schemas.microsoft.com/office/drawing/2014/main" id="{325C9A5C-680C-6EA0-3B81-433A858DD497}"/>
              </a:ext>
            </a:extLst>
          </p:cNvPr>
          <p:cNvSpPr>
            <a:spLocks noGrp="1"/>
          </p:cNvSpPr>
          <p:nvPr>
            <p:ph type="sldNum" sz="quarter" idx="22"/>
          </p:nvPr>
        </p:nvSpPr>
        <p:spPr/>
        <p:txBody>
          <a:bodyPr/>
          <a:lstStyle/>
          <a:p>
            <a:pPr algn="r"/>
            <a:fld id="{5D9A5160-6218-4E5A-B9E6-B93E3DAE377C}" type="slidenum">
              <a:rPr lang="en-US" smtClean="0"/>
              <a:pPr algn="r"/>
              <a:t>‹#›</a:t>
            </a:fld>
            <a:endParaRPr lang="en-US"/>
          </a:p>
        </p:txBody>
      </p:sp>
      <p:sp>
        <p:nvSpPr>
          <p:cNvPr id="4" name="Title 5">
            <a:extLst>
              <a:ext uri="{FF2B5EF4-FFF2-40B4-BE49-F238E27FC236}">
                <a16:creationId xmlns:a16="http://schemas.microsoft.com/office/drawing/2014/main" id="{E5F80359-918C-7AFB-2EA7-23FDF6AB202A}"/>
              </a:ext>
            </a:extLst>
          </p:cNvPr>
          <p:cNvSpPr>
            <a:spLocks noGrp="1"/>
          </p:cNvSpPr>
          <p:nvPr>
            <p:ph type="title" hasCustomPrompt="1"/>
          </p:nvPr>
        </p:nvSpPr>
        <p:spPr>
          <a:xfrm>
            <a:off x="5159374" y="4658810"/>
            <a:ext cx="6487665" cy="1672542"/>
          </a:xfrm>
        </p:spPr>
        <p:txBody>
          <a:bodyPr vert="horz" lIns="0" tIns="0" rIns="0" bIns="0" rtlCol="0" anchor="t">
            <a:noAutofit/>
          </a:bodyPr>
          <a:lstStyle>
            <a:lvl1pPr>
              <a:spcBef>
                <a:spcPts val="0"/>
              </a:spcBef>
              <a:defRPr lang="en-US" sz="4800">
                <a:solidFill>
                  <a:schemeClr val="tx1"/>
                </a:solidFill>
                <a:latin typeface="+mn-lt"/>
                <a:ea typeface="+mn-ea"/>
                <a:cs typeface="+mn-cs"/>
              </a:defRPr>
            </a:lvl1pPr>
          </a:lstStyle>
          <a:p>
            <a:pPr lvl="0">
              <a:lnSpc>
                <a:spcPct val="100000"/>
              </a:lnSpc>
              <a:spcBef>
                <a:spcPts val="1800"/>
              </a:spcBef>
              <a:buFont typeface="Arial" panose="020B0604020202020204" pitchFamily="34" charset="0"/>
            </a:pPr>
            <a:r>
              <a:rPr lang="en-US"/>
              <a:t>Click to add title</a:t>
            </a:r>
          </a:p>
        </p:txBody>
      </p:sp>
      <p:sp>
        <p:nvSpPr>
          <p:cNvPr id="6" name="Gradient Placeholder 5">
            <a:extLst>
              <a:ext uri="{FF2B5EF4-FFF2-40B4-BE49-F238E27FC236}">
                <a16:creationId xmlns:a16="http://schemas.microsoft.com/office/drawing/2014/main" id="{A495C13D-43B0-F211-D4C3-5938F144C6C6}"/>
              </a:ext>
            </a:extLst>
          </p:cNvPr>
          <p:cNvSpPr>
            <a:spLocks noGrp="1"/>
          </p:cNvSpPr>
          <p:nvPr>
            <p:ph type="body" sz="quarter" idx="28" hasCustomPrompt="1"/>
          </p:nvPr>
        </p:nvSpPr>
        <p:spPr>
          <a:xfrm>
            <a:off x="5159374" y="4257063"/>
            <a:ext cx="7032625" cy="180000"/>
          </a:xfr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lgn="l">
              <a:defRPr kumimoji="0" lang="en-US" sz="700" b="0" i="0" u="none" strike="noStrike" kern="0" cap="none" spc="0" normalizeH="0" baseline="0" dirty="0" smtClean="0">
                <a:ln>
                  <a:noFill/>
                </a:ln>
                <a:solidFill>
                  <a:schemeClr val="tx2"/>
                </a:solidFill>
                <a:effectLst/>
                <a:uLnTx/>
                <a:uFillTx/>
                <a:latin typeface="Ubuntu"/>
              </a:defRPr>
            </a:lvl1pPr>
          </a:lstStyle>
          <a:p>
            <a:pPr lvl="0" algn="ctr">
              <a:spcBef>
                <a:spcPts val="0"/>
              </a:spcBef>
              <a:buFontTx/>
            </a:pPr>
            <a:r>
              <a:rPr lang="en-US"/>
              <a:t>Gradient in placeholder</a:t>
            </a:r>
          </a:p>
        </p:txBody>
      </p:sp>
      <p:sp>
        <p:nvSpPr>
          <p:cNvPr id="5" name="Logo Placeholder 7">
            <a:extLst>
              <a:ext uri="{FF2B5EF4-FFF2-40B4-BE49-F238E27FC236}">
                <a16:creationId xmlns:a16="http://schemas.microsoft.com/office/drawing/2014/main" id="{0B3C3CBD-E738-C78E-0E05-CABF012E6391}"/>
              </a:ext>
            </a:extLst>
          </p:cNvPr>
          <p:cNvSpPr>
            <a:spLocks noGrp="1"/>
          </p:cNvSpPr>
          <p:nvPr>
            <p:ph type="body" sz="quarter" idx="40" hasCustomPrompt="1"/>
          </p:nvPr>
        </p:nvSpPr>
        <p:spPr>
          <a:xfrm>
            <a:off x="11765626" y="128961"/>
            <a:ext cx="269046" cy="335806"/>
          </a:xfrm>
          <a:blipFill>
            <a:blip r:embed="rId2">
              <a:extLst>
                <a:ext uri="{96DAC541-7B7A-43D3-8B79-37D633B846F1}">
                  <asvg:svgBlip xmlns:asvg="http://schemas.microsoft.com/office/drawing/2016/SVG/main" r:embed="rId3"/>
                </a:ext>
              </a:extLst>
            </a:blip>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3163710628"/>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Divider 2">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9BB1339-F341-E41B-4A76-E0462FDC1FEA}"/>
              </a:ext>
            </a:extLst>
          </p:cNvPr>
          <p:cNvSpPr/>
          <p:nvPr userDrawn="1"/>
        </p:nvSpPr>
        <p:spPr>
          <a:xfrm rot="16200000">
            <a:off x="-50850" y="3339001"/>
            <a:ext cx="6857998" cy="180000"/>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3" name="Date Placeholder 2">
            <a:extLst>
              <a:ext uri="{FF2B5EF4-FFF2-40B4-BE49-F238E27FC236}">
                <a16:creationId xmlns:a16="http://schemas.microsoft.com/office/drawing/2014/main" id="{8811E274-2B57-BD57-2F68-DBB426EFCE65}"/>
              </a:ext>
            </a:extLst>
          </p:cNvPr>
          <p:cNvSpPr>
            <a:spLocks noGrp="1"/>
          </p:cNvSpPr>
          <p:nvPr>
            <p:ph type="dt" sz="half" idx="19"/>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09CE6D32-8A75-0D6E-E71F-DAACF84605EC}"/>
              </a:ext>
            </a:extLst>
          </p:cNvPr>
          <p:cNvSpPr>
            <a:spLocks noGrp="1"/>
          </p:cNvSpPr>
          <p:nvPr>
            <p:ph type="ftr" sz="quarter" idx="20"/>
          </p:nvPr>
        </p:nvSpPr>
        <p:spPr>
          <a:xfrm>
            <a:off x="550863" y="6650661"/>
            <a:ext cx="4716524" cy="123111"/>
          </a:xfrm>
          <a:prstGeom prst="rect">
            <a:avLst/>
          </a:prstGeom>
        </p:spPr>
        <p:txBody>
          <a:bodyPr/>
          <a:lstStyle/>
          <a:p>
            <a:pPr>
              <a:spcBef>
                <a:spcPts val="1000"/>
              </a:spcBef>
              <a:buFont typeface="Arial" panose="020B0604020202020204" pitchFamily="34" charset="0"/>
              <a:buNone/>
            </a:pPr>
            <a:r>
              <a:rPr lang="en-IN"/>
              <a:t>TMT Monthly Update |  June 2026</a:t>
            </a:r>
            <a:endParaRPr lang="en-US"/>
          </a:p>
        </p:txBody>
      </p:sp>
      <p:sp>
        <p:nvSpPr>
          <p:cNvPr id="6" name="Slide Number Placeholder 5">
            <a:extLst>
              <a:ext uri="{FF2B5EF4-FFF2-40B4-BE49-F238E27FC236}">
                <a16:creationId xmlns:a16="http://schemas.microsoft.com/office/drawing/2014/main" id="{0977DCB7-EB08-EC5A-73FF-FB5F850C5C25}"/>
              </a:ext>
            </a:extLst>
          </p:cNvPr>
          <p:cNvSpPr>
            <a:spLocks noGrp="1"/>
          </p:cNvSpPr>
          <p:nvPr>
            <p:ph type="sldNum" sz="quarter" idx="21"/>
          </p:nvPr>
        </p:nvSpPr>
        <p:spPr/>
        <p:txBody>
          <a:bodyPr/>
          <a:lstStyle/>
          <a:p>
            <a:pPr algn="r"/>
            <a:fld id="{5D9A5160-6218-4E5A-B9E6-B93E3DAE377C}" type="slidenum">
              <a:rPr lang="en-US" smtClean="0"/>
              <a:pPr algn="r"/>
              <a:t>‹#›</a:t>
            </a:fld>
            <a:endParaRPr lang="en-US"/>
          </a:p>
        </p:txBody>
      </p:sp>
      <p:sp>
        <p:nvSpPr>
          <p:cNvPr id="9" name="Text Placeholder 4">
            <a:extLst>
              <a:ext uri="{FF2B5EF4-FFF2-40B4-BE49-F238E27FC236}">
                <a16:creationId xmlns:a16="http://schemas.microsoft.com/office/drawing/2014/main" id="{B4666C08-BC72-FDBE-1461-F2EECABF4D42}"/>
              </a:ext>
            </a:extLst>
          </p:cNvPr>
          <p:cNvSpPr>
            <a:spLocks noGrp="1"/>
          </p:cNvSpPr>
          <p:nvPr>
            <p:ph type="body" sz="quarter" idx="23" hasCustomPrompt="1"/>
          </p:nvPr>
        </p:nvSpPr>
        <p:spPr>
          <a:xfrm>
            <a:off x="-433" y="0"/>
            <a:ext cx="2736304" cy="2924175"/>
          </a:xfrm>
        </p:spPr>
        <p:txBody>
          <a:bodyPr vert="vert270" wrap="none" lIns="0" tIns="0" rIns="0" bIns="0" rtlCol="0" anchor="t" anchorCtr="0">
            <a:noAutofit/>
          </a:bodyPr>
          <a:lstStyle>
            <a:lvl1pPr>
              <a:defRPr lang="en-US" sz="16600" b="0" cap="none" spc="0" baseline="0" dirty="0" smtClean="0"/>
            </a:lvl1pPr>
          </a:lstStyle>
          <a:p>
            <a:pPr lvl="0">
              <a:spcBef>
                <a:spcPts val="0"/>
              </a:spcBef>
            </a:pPr>
            <a:r>
              <a:rPr lang="en-US"/>
              <a:t>01</a:t>
            </a:r>
          </a:p>
        </p:txBody>
      </p:sp>
      <p:sp>
        <p:nvSpPr>
          <p:cNvPr id="11" name="Title 5">
            <a:extLst>
              <a:ext uri="{FF2B5EF4-FFF2-40B4-BE49-F238E27FC236}">
                <a16:creationId xmlns:a16="http://schemas.microsoft.com/office/drawing/2014/main" id="{0B6F8127-33BC-B324-58CF-854CD4CB9479}"/>
              </a:ext>
            </a:extLst>
          </p:cNvPr>
          <p:cNvSpPr>
            <a:spLocks noGrp="1"/>
          </p:cNvSpPr>
          <p:nvPr>
            <p:ph type="title" hasCustomPrompt="1"/>
          </p:nvPr>
        </p:nvSpPr>
        <p:spPr>
          <a:xfrm>
            <a:off x="4253696" y="1510496"/>
            <a:ext cx="7393343" cy="2887883"/>
          </a:xfrm>
        </p:spPr>
        <p:txBody>
          <a:bodyPr vert="horz" lIns="0" tIns="0" rIns="0" bIns="0" rtlCol="0" anchor="t">
            <a:noAutofit/>
          </a:bodyPr>
          <a:lstStyle>
            <a:lvl1pPr>
              <a:spcBef>
                <a:spcPts val="0"/>
              </a:spcBef>
              <a:defRPr lang="en-US" sz="5400">
                <a:latin typeface="+mn-lt"/>
                <a:ea typeface="+mn-ea"/>
                <a:cs typeface="+mn-cs"/>
              </a:defRPr>
            </a:lvl1pPr>
          </a:lstStyle>
          <a:p>
            <a:pPr lvl="0">
              <a:lnSpc>
                <a:spcPct val="100000"/>
              </a:lnSpc>
              <a:spcBef>
                <a:spcPts val="1800"/>
              </a:spcBef>
              <a:buFont typeface="Arial" panose="020B0604020202020204" pitchFamily="34" charset="0"/>
            </a:pPr>
            <a:r>
              <a:rPr lang="en-US"/>
              <a:t>Click to add title</a:t>
            </a:r>
          </a:p>
        </p:txBody>
      </p:sp>
    </p:spTree>
    <p:extLst>
      <p:ext uri="{BB962C8B-B14F-4D97-AF65-F5344CB8AC3E}">
        <p14:creationId xmlns:p14="http://schemas.microsoft.com/office/powerpoint/2010/main" val="4119093072"/>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350D4F91-45C7-417B-8E2B-E8F582B53B82}"/>
              </a:ext>
            </a:extLst>
          </p:cNvPr>
          <p:cNvSpPr>
            <a:spLocks noGrp="1"/>
          </p:cNvSpPr>
          <p:nvPr>
            <p:ph type="title"/>
          </p:nvPr>
        </p:nvSpPr>
        <p:spPr/>
        <p:txBody>
          <a:bodyPr/>
          <a:lstStyle/>
          <a:p>
            <a:r>
              <a:rPr lang="en-US"/>
              <a:t>Click to edit Master title style</a:t>
            </a:r>
          </a:p>
        </p:txBody>
      </p:sp>
      <p:sp>
        <p:nvSpPr>
          <p:cNvPr id="2" name="Date Placeholder 1">
            <a:extLst>
              <a:ext uri="{FF2B5EF4-FFF2-40B4-BE49-F238E27FC236}">
                <a16:creationId xmlns:a16="http://schemas.microsoft.com/office/drawing/2014/main" id="{2833D816-5C9E-2A40-9E78-51ECB313D899}"/>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794E6C65-0D28-CB57-A2B5-21758711DFE7}"/>
              </a:ext>
            </a:extLst>
          </p:cNvPr>
          <p:cNvSpPr>
            <a:spLocks noGrp="1"/>
          </p:cNvSpPr>
          <p:nvPr>
            <p:ph type="ftr" sz="quarter" idx="11"/>
          </p:nvPr>
        </p:nvSpPr>
        <p:spPr>
          <a:xfrm>
            <a:off x="550863" y="6650661"/>
            <a:ext cx="4716524" cy="123111"/>
          </a:xfrm>
          <a:prstGeom prst="rect">
            <a:avLst/>
          </a:prstGeom>
        </p:spPr>
        <p:txBody>
          <a:bodyPr/>
          <a:lstStyle/>
          <a:p>
            <a:pPr>
              <a:spcBef>
                <a:spcPts val="1000"/>
              </a:spcBef>
              <a:buFont typeface="Arial" panose="020B0604020202020204" pitchFamily="34" charset="0"/>
              <a:buNone/>
            </a:pPr>
            <a:r>
              <a:rPr lang="en-IN"/>
              <a:t>TMT Monthly Update |  July 2026</a:t>
            </a:r>
            <a:endParaRPr lang="en-US"/>
          </a:p>
        </p:txBody>
      </p:sp>
      <p:sp>
        <p:nvSpPr>
          <p:cNvPr id="4" name="Slide Number Placeholder 3">
            <a:extLst>
              <a:ext uri="{FF2B5EF4-FFF2-40B4-BE49-F238E27FC236}">
                <a16:creationId xmlns:a16="http://schemas.microsoft.com/office/drawing/2014/main" id="{17755223-45C2-7E94-C304-676F000A4EE4}"/>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2890353370"/>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userDrawn="1">
  <p:cSld name="Title Only Dark Grey">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D8E58F-8094-1E41-530A-1113B3879770}"/>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
        <p:nvSpPr>
          <p:cNvPr id="3" name="Date Placeholder 2">
            <a:extLst>
              <a:ext uri="{FF2B5EF4-FFF2-40B4-BE49-F238E27FC236}">
                <a16:creationId xmlns:a16="http://schemas.microsoft.com/office/drawing/2014/main" id="{7FF17F86-5C19-9A58-187E-A43E04D74F19}"/>
              </a:ext>
            </a:extLst>
          </p:cNvPr>
          <p:cNvSpPr>
            <a:spLocks noGrp="1"/>
          </p:cNvSpPr>
          <p:nvPr>
            <p:ph type="dt" sz="half" idx="10"/>
          </p:nvPr>
        </p:nvSpPr>
        <p:spPr>
          <a:xfrm>
            <a:off x="9876614" y="6650661"/>
            <a:ext cx="1764000" cy="123111"/>
          </a:xfrm>
        </p:spPr>
        <p:txBody>
          <a:bodyPr/>
          <a:lstStyle/>
          <a:p>
            <a:pPr>
              <a:spcBef>
                <a:spcPts val="1000"/>
              </a:spcBef>
              <a:buFont typeface="Arial" panose="020B0604020202020204" pitchFamily="34" charset="0"/>
              <a:buNone/>
            </a:pPr>
            <a:r>
              <a:rPr lang="de-DE"/>
              <a:t>© Capgemini 2026. All rights reserved.</a:t>
            </a:r>
            <a:endParaRPr lang="en-US"/>
          </a:p>
        </p:txBody>
      </p:sp>
    </p:spTree>
    <p:extLst>
      <p:ext uri="{BB962C8B-B14F-4D97-AF65-F5344CB8AC3E}">
        <p14:creationId xmlns:p14="http://schemas.microsoft.com/office/powerpoint/2010/main" val="2309451512"/>
      </p:ext>
    </p:extLst>
  </p:cSld>
  <p:clrMapOvr>
    <a:overrideClrMapping bg1="lt1" tx1="dk1" bg2="lt2" tx2="dk2" accent1="accent1" accent2="accent2" accent3="accent3" accent4="accent4" accent5="accent5" accent6="accent6" hlink="hlink" folHlink="folHlink"/>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p:cSld name="Inhalte und Texte">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a:xfrm>
            <a:off x="565788" y="1600202"/>
            <a:ext cx="11016616" cy="4731916"/>
          </a:xfrm>
        </p:spPr>
        <p:txBody>
          <a:bodyPr>
            <a:normAutofit/>
          </a:bodyPr>
          <a:lstStyle>
            <a:lvl1pPr marL="0" indent="0" algn="just">
              <a:buFontTx/>
              <a:buNone/>
              <a:defRPr sz="2400">
                <a:latin typeface="Segoe UI Light" panose="020B0502040204020203" pitchFamily="34" charset="0"/>
              </a:defRPr>
            </a:lvl1pPr>
            <a:lvl2pPr marL="537197" indent="-320032" algn="just">
              <a:buFontTx/>
              <a:buBlip>
                <a:blip r:embed="rId2"/>
              </a:buBlip>
              <a:defRPr sz="2160">
                <a:latin typeface="Segoe UI Light" panose="020B0502040204020203" pitchFamily="34" charset="0"/>
              </a:defRPr>
            </a:lvl2pPr>
            <a:lvl3pPr marL="859134" indent="-302888" algn="just">
              <a:defRPr sz="1920">
                <a:latin typeface="Segoe UI Light" panose="020B0502040204020203" pitchFamily="34" charset="0"/>
              </a:defRPr>
            </a:lvl3pPr>
            <a:lvl4pPr marL="1182977" indent="-302888" algn="just">
              <a:tabLst>
                <a:tab pos="1832564" algn="l"/>
              </a:tabLst>
              <a:defRPr sz="1920">
                <a:latin typeface="Segoe UI Light" panose="020B0502040204020203" pitchFamily="34" charset="0"/>
              </a:defRPr>
            </a:lvl4pPr>
            <a:lvl5pPr marL="1506818" indent="-302888" algn="just">
              <a:defRPr sz="1920" baseline="0">
                <a:latin typeface="Segoe UI Light" panose="020B0502040204020203" pitchFamily="34" charset="0"/>
              </a:defRPr>
            </a:lvl5pPr>
          </a:lstStyle>
          <a:p>
            <a:pPr lvl="0"/>
            <a:r>
              <a:rPr lang="de-DE" noProof="0"/>
              <a:t>Text</a:t>
            </a:r>
          </a:p>
          <a:p>
            <a:pPr lvl="1"/>
            <a:r>
              <a:rPr lang="de-DE" noProof="0"/>
              <a:t>Erster Einzug</a:t>
            </a:r>
          </a:p>
          <a:p>
            <a:pPr lvl="2"/>
            <a:r>
              <a:rPr lang="de-DE" noProof="0"/>
              <a:t>Zweiter Einzug</a:t>
            </a:r>
          </a:p>
          <a:p>
            <a:pPr lvl="3"/>
            <a:r>
              <a:rPr lang="de-DE" noProof="0"/>
              <a:t>Dritter Einzug</a:t>
            </a:r>
          </a:p>
          <a:p>
            <a:pPr lvl="4"/>
            <a:r>
              <a:rPr lang="de-DE" noProof="0"/>
              <a:t>Vierter Einzug</a:t>
            </a:r>
          </a:p>
        </p:txBody>
      </p:sp>
      <p:cxnSp>
        <p:nvCxnSpPr>
          <p:cNvPr id="5" name="Gerader Verbinder 4"/>
          <p:cNvCxnSpPr/>
          <p:nvPr/>
        </p:nvCxnSpPr>
        <p:spPr>
          <a:xfrm>
            <a:off x="392968" y="1268760"/>
            <a:ext cx="10915194" cy="0"/>
          </a:xfrm>
          <a:prstGeom prst="line">
            <a:avLst/>
          </a:prstGeom>
          <a:ln w="19050">
            <a:solidFill>
              <a:schemeClr val="accent6"/>
            </a:solidFill>
          </a:ln>
          <a:effectLst>
            <a:outerShdw blurRad="50800" dist="38100" dir="8100000" algn="t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16" name="Titel 1"/>
          <p:cNvSpPr>
            <a:spLocks noGrp="1"/>
          </p:cNvSpPr>
          <p:nvPr>
            <p:ph type="title" hasCustomPrompt="1"/>
          </p:nvPr>
        </p:nvSpPr>
        <p:spPr>
          <a:xfrm>
            <a:off x="565787" y="274639"/>
            <a:ext cx="10742375" cy="1143000"/>
          </a:xfrm>
        </p:spPr>
        <p:txBody>
          <a:bodyPr>
            <a:noAutofit/>
          </a:bodyPr>
          <a:lstStyle>
            <a:lvl1pPr marL="0" indent="5716" algn="l">
              <a:defRPr lang="de-DE" sz="3360" kern="2100" spc="200" baseline="0" dirty="0" smtClean="0">
                <a:solidFill>
                  <a:schemeClr val="tx1"/>
                </a:solidFill>
                <a:latin typeface="Segoe UI Light" panose="020B0502040204020203" pitchFamily="34" charset="0"/>
                <a:ea typeface="Segoe UI" panose="020B0502040204020203" pitchFamily="34" charset="0"/>
                <a:cs typeface="Segoe UI" panose="020B0502040204020203" pitchFamily="34" charset="0"/>
              </a:defRPr>
            </a:lvl1pPr>
          </a:lstStyle>
          <a:p>
            <a:r>
              <a:rPr lang="en-US" noProof="0"/>
              <a:t>n.1 Sub-</a:t>
            </a:r>
            <a:r>
              <a:rPr lang="de-DE" noProof="0"/>
              <a:t>Kapitel/Titel</a:t>
            </a:r>
          </a:p>
        </p:txBody>
      </p:sp>
      <p:sp>
        <p:nvSpPr>
          <p:cNvPr id="9" name="Date Placeholder 8">
            <a:extLst>
              <a:ext uri="{FF2B5EF4-FFF2-40B4-BE49-F238E27FC236}">
                <a16:creationId xmlns:a16="http://schemas.microsoft.com/office/drawing/2014/main" id="{FD5940E3-7F26-4CBD-8CB5-76736A538FBB}"/>
              </a:ext>
            </a:extLst>
          </p:cNvPr>
          <p:cNvSpPr>
            <a:spLocks noGrp="1"/>
          </p:cNvSpPr>
          <p:nvPr>
            <p:ph type="dt" sz="half" idx="10"/>
          </p:nvPr>
        </p:nvSpPr>
        <p:spPr>
          <a:xfrm>
            <a:off x="838200" y="6356986"/>
            <a:ext cx="2743200" cy="363854"/>
          </a:xfrm>
          <a:prstGeom prst="rect">
            <a:avLst/>
          </a:prstGeom>
        </p:spPr>
        <p:txBody>
          <a:bodyPr/>
          <a:lstStyle/>
          <a:p>
            <a:endParaRPr lang="en-US"/>
          </a:p>
        </p:txBody>
      </p:sp>
      <p:sp>
        <p:nvSpPr>
          <p:cNvPr id="10" name="Footer Placeholder 9">
            <a:extLst>
              <a:ext uri="{FF2B5EF4-FFF2-40B4-BE49-F238E27FC236}">
                <a16:creationId xmlns:a16="http://schemas.microsoft.com/office/drawing/2014/main" id="{73BA1A76-7D51-4B1A-88F4-D66B3C894366}"/>
              </a:ext>
            </a:extLst>
          </p:cNvPr>
          <p:cNvSpPr>
            <a:spLocks noGrp="1"/>
          </p:cNvSpPr>
          <p:nvPr>
            <p:ph type="ftr" sz="quarter" idx="11"/>
          </p:nvPr>
        </p:nvSpPr>
        <p:spPr>
          <a:xfrm>
            <a:off x="4038600" y="6356986"/>
            <a:ext cx="4114800" cy="363854"/>
          </a:xfrm>
          <a:prstGeom prst="rect">
            <a:avLst/>
          </a:prstGeom>
        </p:spPr>
        <p:txBody>
          <a:bodyPr/>
          <a:lstStyle/>
          <a:p>
            <a:endParaRPr lang="en-US"/>
          </a:p>
        </p:txBody>
      </p:sp>
      <p:sp>
        <p:nvSpPr>
          <p:cNvPr id="11" name="Slide Number Placeholder 10">
            <a:extLst>
              <a:ext uri="{FF2B5EF4-FFF2-40B4-BE49-F238E27FC236}">
                <a16:creationId xmlns:a16="http://schemas.microsoft.com/office/drawing/2014/main" id="{CD0C2465-B086-4898-A6FC-F8FE2AC73E2F}"/>
              </a:ext>
            </a:extLst>
          </p:cNvPr>
          <p:cNvSpPr>
            <a:spLocks noGrp="1"/>
          </p:cNvSpPr>
          <p:nvPr>
            <p:ph type="sldNum" sz="quarter" idx="12"/>
          </p:nvPr>
        </p:nvSpPr>
        <p:spPr/>
        <p:txBody>
          <a:bodyPr/>
          <a:lstStyle/>
          <a:p>
            <a:fld id="{769770B5-26CF-4A6F-ABEF-36B1DA017B18}" type="slidenum">
              <a:rPr lang="en-US" smtClean="0"/>
              <a:t>‹#›</a:t>
            </a:fld>
            <a:endParaRPr lang="en-US"/>
          </a:p>
        </p:txBody>
      </p:sp>
    </p:spTree>
    <p:extLst>
      <p:ext uri="{BB962C8B-B14F-4D97-AF65-F5344CB8AC3E}">
        <p14:creationId xmlns:p14="http://schemas.microsoft.com/office/powerpoint/2010/main" val="3561007340"/>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preserve="1" userDrawn="1">
  <p:cSld name="Title Slide 1">
    <p:bg>
      <p:bgPr>
        <a:solidFill>
          <a:schemeClr val="bg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269F39D-C2C8-CD10-FC79-E8DF4011DD81}"/>
              </a:ext>
            </a:extLst>
          </p:cNvPr>
          <p:cNvSpPr/>
          <p:nvPr userDrawn="1"/>
        </p:nvSpPr>
        <p:spPr>
          <a:xfrm>
            <a:off x="0" y="0"/>
            <a:ext cx="8904287" cy="6858000"/>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3" name="Group 2">
            <a:extLst>
              <a:ext uri="{FF2B5EF4-FFF2-40B4-BE49-F238E27FC236}">
                <a16:creationId xmlns:a16="http://schemas.microsoft.com/office/drawing/2014/main" id="{E1F341D8-9871-3E87-0C47-63724CC68DAF}"/>
              </a:ext>
            </a:extLst>
          </p:cNvPr>
          <p:cNvGrpSpPr>
            <a:grpSpLocks noChangeAspect="1"/>
          </p:cNvGrpSpPr>
          <p:nvPr userDrawn="1"/>
        </p:nvGrpSpPr>
        <p:grpSpPr>
          <a:xfrm>
            <a:off x="9912013" y="409248"/>
            <a:ext cx="1872000" cy="420870"/>
            <a:chOff x="5094083" y="5360390"/>
            <a:chExt cx="3039349" cy="683316"/>
          </a:xfrm>
          <a:solidFill>
            <a:schemeClr val="tx2"/>
          </a:solidFill>
        </p:grpSpPr>
        <p:sp>
          <p:nvSpPr>
            <p:cNvPr id="14" name="Freeform: Shape 4">
              <a:extLst>
                <a:ext uri="{FF2B5EF4-FFF2-40B4-BE49-F238E27FC236}">
                  <a16:creationId xmlns:a16="http://schemas.microsoft.com/office/drawing/2014/main" id="{2608921F-B565-8FD4-583E-9DA9BDDB5334}"/>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15" name="Freeform: Shape 5">
              <a:extLst>
                <a:ext uri="{FF2B5EF4-FFF2-40B4-BE49-F238E27FC236}">
                  <a16:creationId xmlns:a16="http://schemas.microsoft.com/office/drawing/2014/main" id="{59393CFC-3187-9068-EACC-9DD97F450CB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20" name="Freeform: Shape 6">
              <a:extLst>
                <a:ext uri="{FF2B5EF4-FFF2-40B4-BE49-F238E27FC236}">
                  <a16:creationId xmlns:a16="http://schemas.microsoft.com/office/drawing/2014/main" id="{F2454DD1-23F6-150E-C46D-96FB7C5FC4D3}"/>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21" name="Freeform: Shape 7">
              <a:extLst>
                <a:ext uri="{FF2B5EF4-FFF2-40B4-BE49-F238E27FC236}">
                  <a16:creationId xmlns:a16="http://schemas.microsoft.com/office/drawing/2014/main" id="{34B65355-DFA8-1685-F338-14C9D76CCDEF}"/>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22" name="Freeform: Shape 8">
              <a:extLst>
                <a:ext uri="{FF2B5EF4-FFF2-40B4-BE49-F238E27FC236}">
                  <a16:creationId xmlns:a16="http://schemas.microsoft.com/office/drawing/2014/main" id="{DF15E081-4331-E828-08B5-2291332FD146}"/>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23" name="Rectangle 22">
            <a:extLst>
              <a:ext uri="{FF2B5EF4-FFF2-40B4-BE49-F238E27FC236}">
                <a16:creationId xmlns:a16="http://schemas.microsoft.com/office/drawing/2014/main" id="{7D66C3DE-7CB2-8D02-1EF9-E3C8E4BFAA90}"/>
              </a:ext>
            </a:extLst>
          </p:cNvPr>
          <p:cNvSpPr/>
          <p:nvPr userDrawn="1"/>
        </p:nvSpPr>
        <p:spPr>
          <a:xfrm rot="16200000">
            <a:off x="5403547"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 name="Title 1">
            <a:extLst>
              <a:ext uri="{FF2B5EF4-FFF2-40B4-BE49-F238E27FC236}">
                <a16:creationId xmlns:a16="http://schemas.microsoft.com/office/drawing/2014/main" id="{FE5276F6-E981-8407-5AD7-E85838815E5A}"/>
              </a:ext>
            </a:extLst>
          </p:cNvPr>
          <p:cNvSpPr>
            <a:spLocks noGrp="1"/>
          </p:cNvSpPr>
          <p:nvPr>
            <p:ph type="title"/>
          </p:nvPr>
        </p:nvSpPr>
        <p:spPr>
          <a:xfrm>
            <a:off x="447822" y="3495919"/>
            <a:ext cx="6479535" cy="1677552"/>
          </a:xfrm>
          <a:noFill/>
        </p:spPr>
        <p:txBody>
          <a:bodyPr anchor="b"/>
          <a:lstStyle>
            <a:lvl1pPr>
              <a:defRPr kumimoji="0" lang="en-PL" sz="5400" b="0" i="0" u="none" strike="noStrike" kern="1200" cap="none" spc="0" normalizeH="0" baseline="0" noProof="0" dirty="0">
                <a:ln>
                  <a:noFill/>
                </a:ln>
                <a:solidFill>
                  <a:schemeClr val="bg1"/>
                </a:solidFill>
                <a:effectLst/>
                <a:uLnTx/>
                <a:uFillTx/>
                <a:latin typeface="+mn-lt"/>
                <a:ea typeface="+mj-ea"/>
                <a:cs typeface="+mj-cs"/>
              </a:defRPr>
            </a:lvl1pPr>
          </a:lstStyle>
          <a:p>
            <a:r>
              <a:rPr lang="en-US"/>
              <a:t>Click to edit Master title style</a:t>
            </a:r>
            <a:endParaRPr lang="en-PL"/>
          </a:p>
        </p:txBody>
      </p:sp>
      <p:sp>
        <p:nvSpPr>
          <p:cNvPr id="4" name="Text Placeholder 3">
            <a:extLst>
              <a:ext uri="{FF2B5EF4-FFF2-40B4-BE49-F238E27FC236}">
                <a16:creationId xmlns:a16="http://schemas.microsoft.com/office/drawing/2014/main" id="{710D5C00-226E-1369-C48F-FBB9D0A2D267}"/>
              </a:ext>
            </a:extLst>
          </p:cNvPr>
          <p:cNvSpPr>
            <a:spLocks noGrp="1"/>
          </p:cNvSpPr>
          <p:nvPr>
            <p:ph type="body" sz="quarter" idx="10" hasCustomPrompt="1"/>
          </p:nvPr>
        </p:nvSpPr>
        <p:spPr>
          <a:xfrm>
            <a:off x="445713" y="5173471"/>
            <a:ext cx="6479535" cy="215444"/>
          </a:xfrm>
          <a:prstGeom prst="rect">
            <a:avLst/>
          </a:prstGeom>
        </p:spPr>
        <p:txBody>
          <a:bodyPr/>
          <a:lstStyle>
            <a:lvl1pPr>
              <a:defRPr lang="en-GB" sz="1400"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
        <p:nvSpPr>
          <p:cNvPr id="6" name="Text Placeholder 3">
            <a:extLst>
              <a:ext uri="{FF2B5EF4-FFF2-40B4-BE49-F238E27FC236}">
                <a16:creationId xmlns:a16="http://schemas.microsoft.com/office/drawing/2014/main" id="{141DE9FA-300D-BBCE-A5BC-ECE60B3F1F61}"/>
              </a:ext>
            </a:extLst>
          </p:cNvPr>
          <p:cNvSpPr>
            <a:spLocks noGrp="1"/>
          </p:cNvSpPr>
          <p:nvPr>
            <p:ph type="body" sz="quarter" idx="11" hasCustomPrompt="1"/>
          </p:nvPr>
        </p:nvSpPr>
        <p:spPr>
          <a:xfrm>
            <a:off x="445713" y="5715912"/>
            <a:ext cx="6479535" cy="215444"/>
          </a:xfrm>
          <a:prstGeom prst="rect">
            <a:avLst/>
          </a:prstGeom>
        </p:spPr>
        <p:txBody>
          <a:bodyPr/>
          <a:lstStyle>
            <a:lvl1pPr>
              <a:defRPr lang="en-GB" sz="1400"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pic>
        <p:nvPicPr>
          <p:cNvPr id="18" name="Picture 17" descr="A blue circle with white text&#10;&#10;AI-generated content may be incorrect.">
            <a:extLst>
              <a:ext uri="{FF2B5EF4-FFF2-40B4-BE49-F238E27FC236}">
                <a16:creationId xmlns:a16="http://schemas.microsoft.com/office/drawing/2014/main" id="{EBC5A47F-00DB-B188-9F86-6F770CCA8E7A}"/>
              </a:ext>
            </a:extLst>
          </p:cNvPr>
          <p:cNvPicPr/>
          <p:nvPr userDrawn="1"/>
        </p:nvPicPr>
        <p:blipFill>
          <a:blip r:embed="rId2" cstate="screen">
            <a:extLst>
              <a:ext uri="{28A0092B-C50C-407E-A947-70E740481C1C}">
                <a14:useLocalDpi xmlns:a14="http://schemas.microsoft.com/office/drawing/2010/main"/>
              </a:ext>
            </a:extLst>
          </a:blip>
          <a:stretch>
            <a:fillRect/>
          </a:stretch>
        </p:blipFill>
        <p:spPr>
          <a:xfrm>
            <a:off x="11640477" y="6313714"/>
            <a:ext cx="406401" cy="406400"/>
          </a:xfrm>
          <a:prstGeom prst="rect">
            <a:avLst/>
          </a:prstGeom>
        </p:spPr>
      </p:pic>
    </p:spTree>
    <p:extLst>
      <p:ext uri="{BB962C8B-B14F-4D97-AF65-F5344CB8AC3E}">
        <p14:creationId xmlns:p14="http://schemas.microsoft.com/office/powerpoint/2010/main" val="4181090430"/>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bg1"/>
        </a:solidFill>
        <a:effectLst/>
      </p:bgPr>
    </p:bg>
    <p:spTree>
      <p:nvGrpSpPr>
        <p:cNvPr id="1" name=""/>
        <p:cNvGrpSpPr/>
        <p:nvPr/>
      </p:nvGrpSpPr>
      <p:grpSpPr>
        <a:xfrm>
          <a:off x="0" y="0"/>
          <a:ext cx="0" cy="0"/>
          <a:chOff x="0" y="0"/>
          <a:chExt cx="0" cy="0"/>
        </a:xfrm>
      </p:grpSpPr>
      <p:sp>
        <p:nvSpPr>
          <p:cNvPr id="31" name="Picture Placeholder 10">
            <a:extLst>
              <a:ext uri="{FF2B5EF4-FFF2-40B4-BE49-F238E27FC236}">
                <a16:creationId xmlns:a16="http://schemas.microsoft.com/office/drawing/2014/main" id="{CC88A17A-2665-CB64-B35D-1CDAB893EA72}"/>
              </a:ext>
            </a:extLst>
          </p:cNvPr>
          <p:cNvSpPr>
            <a:spLocks noGrp="1"/>
          </p:cNvSpPr>
          <p:nvPr>
            <p:ph type="pic" sz="quarter" idx="13"/>
          </p:nvPr>
        </p:nvSpPr>
        <p:spPr>
          <a:xfrm>
            <a:off x="-1" y="180000"/>
            <a:ext cx="12192001" cy="6678000"/>
          </a:xfrm>
          <a:prstGeom prst="rect">
            <a:avLst/>
          </a:prstGeom>
          <a:solidFill>
            <a:schemeClr val="bg2"/>
          </a:solidFill>
        </p:spPr>
        <p:txBody>
          <a:bodyPr vert="horz" lIns="0" tIns="0" rIns="0" bIns="0" rtlCol="0">
            <a:noAutofit/>
          </a:bodyPr>
          <a:lstStyle>
            <a:lvl1pPr>
              <a:defRPr lang="en-US">
                <a:solidFill>
                  <a:schemeClr val="bg2">
                    <a:lumMod val="75000"/>
                  </a:schemeClr>
                </a:solidFill>
              </a:defRPr>
            </a:lvl1pPr>
          </a:lstStyle>
          <a:p>
            <a:pPr marR="0" lvl="0" fontAlgn="auto">
              <a:spcAft>
                <a:spcPts val="0"/>
              </a:spcAft>
              <a:buClrTx/>
              <a:buSzTx/>
              <a:tabLst/>
            </a:pPr>
            <a:r>
              <a:rPr lang="en-US"/>
              <a:t>Click icon to add picture</a:t>
            </a:r>
          </a:p>
        </p:txBody>
      </p:sp>
      <p:grpSp>
        <p:nvGrpSpPr>
          <p:cNvPr id="14" name="Group 2">
            <a:extLst>
              <a:ext uri="{FF2B5EF4-FFF2-40B4-BE49-F238E27FC236}">
                <a16:creationId xmlns:a16="http://schemas.microsoft.com/office/drawing/2014/main" id="{5570D5EE-65A7-6ED8-B779-4B18D3F9B40F}"/>
              </a:ext>
            </a:extLst>
          </p:cNvPr>
          <p:cNvGrpSpPr>
            <a:grpSpLocks noChangeAspect="1"/>
          </p:cNvGrpSpPr>
          <p:nvPr userDrawn="1"/>
        </p:nvGrpSpPr>
        <p:grpSpPr>
          <a:xfrm>
            <a:off x="9912013" y="6122117"/>
            <a:ext cx="1872000" cy="420870"/>
            <a:chOff x="5094083" y="5360390"/>
            <a:chExt cx="3039349" cy="683316"/>
          </a:xfrm>
          <a:solidFill>
            <a:schemeClr val="tx2"/>
          </a:solidFill>
        </p:grpSpPr>
        <p:sp>
          <p:nvSpPr>
            <p:cNvPr id="15" name="Freeform: Shape 4">
              <a:extLst>
                <a:ext uri="{FF2B5EF4-FFF2-40B4-BE49-F238E27FC236}">
                  <a16:creationId xmlns:a16="http://schemas.microsoft.com/office/drawing/2014/main" id="{D58972C2-A9F5-BC83-6D8B-F2551227EF02}"/>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16" name="Freeform: Shape 5">
              <a:extLst>
                <a:ext uri="{FF2B5EF4-FFF2-40B4-BE49-F238E27FC236}">
                  <a16:creationId xmlns:a16="http://schemas.microsoft.com/office/drawing/2014/main" id="{F1185E33-8F53-63CA-354E-8F831E6BCFB7}"/>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18" name="Freeform: Shape 6">
              <a:extLst>
                <a:ext uri="{FF2B5EF4-FFF2-40B4-BE49-F238E27FC236}">
                  <a16:creationId xmlns:a16="http://schemas.microsoft.com/office/drawing/2014/main" id="{CDD16A12-A8F2-58EF-09CC-13E3376F38BF}"/>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20" name="Freeform: Shape 7">
              <a:extLst>
                <a:ext uri="{FF2B5EF4-FFF2-40B4-BE49-F238E27FC236}">
                  <a16:creationId xmlns:a16="http://schemas.microsoft.com/office/drawing/2014/main" id="{8F3DB536-4854-A063-FC86-800CFAAD2478}"/>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21" name="Freeform: Shape 8">
              <a:extLst>
                <a:ext uri="{FF2B5EF4-FFF2-40B4-BE49-F238E27FC236}">
                  <a16:creationId xmlns:a16="http://schemas.microsoft.com/office/drawing/2014/main" id="{BF1BB4C2-2CFF-9555-916D-B08189B1ED72}"/>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32" name="Title 31">
            <a:extLst>
              <a:ext uri="{FF2B5EF4-FFF2-40B4-BE49-F238E27FC236}">
                <a16:creationId xmlns:a16="http://schemas.microsoft.com/office/drawing/2014/main" id="{E3492C82-376C-10C5-B46C-67C15004D611}"/>
              </a:ext>
            </a:extLst>
          </p:cNvPr>
          <p:cNvSpPr>
            <a:spLocks noGrp="1"/>
          </p:cNvSpPr>
          <p:nvPr>
            <p:ph type="title"/>
          </p:nvPr>
        </p:nvSpPr>
        <p:spPr>
          <a:xfrm>
            <a:off x="551384" y="3346281"/>
            <a:ext cx="6578080" cy="1872208"/>
          </a:xfrm>
        </p:spPr>
        <p:txBody>
          <a:bodyPr anchor="b"/>
          <a:lstStyle>
            <a:lvl1pPr>
              <a:defRPr sz="5400"/>
            </a:lvl1pPr>
          </a:lstStyle>
          <a:p>
            <a:r>
              <a:rPr lang="en-US"/>
              <a:t>Click to edit Master title style</a:t>
            </a:r>
            <a:endParaRPr lang="en-PL"/>
          </a:p>
        </p:txBody>
      </p:sp>
      <p:sp>
        <p:nvSpPr>
          <p:cNvPr id="34" name="Text Placeholder 33">
            <a:extLst>
              <a:ext uri="{FF2B5EF4-FFF2-40B4-BE49-F238E27FC236}">
                <a16:creationId xmlns:a16="http://schemas.microsoft.com/office/drawing/2014/main" id="{D09EA9EC-658D-5DAE-6157-50A4AA284434}"/>
              </a:ext>
            </a:extLst>
          </p:cNvPr>
          <p:cNvSpPr>
            <a:spLocks noGrp="1"/>
          </p:cNvSpPr>
          <p:nvPr>
            <p:ph type="body" sz="quarter" idx="14"/>
          </p:nvPr>
        </p:nvSpPr>
        <p:spPr>
          <a:xfrm>
            <a:off x="549275" y="5251824"/>
            <a:ext cx="6578080" cy="659722"/>
          </a:xfrm>
          <a:prstGeom prst="rect">
            <a:avLst/>
          </a:prstGeom>
        </p:spPr>
        <p:txBody>
          <a:bodyPr/>
          <a:lstStyle/>
          <a:p>
            <a:pPr lvl="0"/>
            <a:r>
              <a:rPr lang="en-US"/>
              <a:t>Click to edit Master text styles</a:t>
            </a:r>
          </a:p>
        </p:txBody>
      </p:sp>
      <p:sp>
        <p:nvSpPr>
          <p:cNvPr id="3" name="Rectangle 2">
            <a:extLst>
              <a:ext uri="{FF2B5EF4-FFF2-40B4-BE49-F238E27FC236}">
                <a16:creationId xmlns:a16="http://schemas.microsoft.com/office/drawing/2014/main" id="{9E9DF3E1-890B-0648-08D7-23F6A17377B7}"/>
              </a:ext>
            </a:extLst>
          </p:cNvPr>
          <p:cNvSpPr/>
          <p:nvPr userDrawn="1"/>
        </p:nvSpPr>
        <p:spPr>
          <a:xfrm>
            <a:off x="-2" y="0"/>
            <a:ext cx="12192000"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4" name="Text Placeholder 33">
            <a:extLst>
              <a:ext uri="{FF2B5EF4-FFF2-40B4-BE49-F238E27FC236}">
                <a16:creationId xmlns:a16="http://schemas.microsoft.com/office/drawing/2014/main" id="{277C0A79-DE12-2C81-D632-2FB7FA13208C}"/>
              </a:ext>
            </a:extLst>
          </p:cNvPr>
          <p:cNvSpPr>
            <a:spLocks noGrp="1"/>
          </p:cNvSpPr>
          <p:nvPr>
            <p:ph type="body" sz="quarter" idx="15"/>
          </p:nvPr>
        </p:nvSpPr>
        <p:spPr>
          <a:xfrm>
            <a:off x="549275" y="5910502"/>
            <a:ext cx="6578080" cy="659722"/>
          </a:xfrm>
          <a:prstGeom prst="rect">
            <a:avLst/>
          </a:prstGeom>
        </p:spPr>
        <p:txBody>
          <a:bodyPr/>
          <a:lstStyle/>
          <a:p>
            <a:pPr lvl="0"/>
            <a:r>
              <a:rPr lang="en-US"/>
              <a:t>Click to edit Master text styles</a:t>
            </a:r>
          </a:p>
        </p:txBody>
      </p:sp>
      <p:pic>
        <p:nvPicPr>
          <p:cNvPr id="13" name="Picture 12" descr="A blue circle with white text&#10;&#10;AI-generated content may be incorrect.">
            <a:extLst>
              <a:ext uri="{FF2B5EF4-FFF2-40B4-BE49-F238E27FC236}">
                <a16:creationId xmlns:a16="http://schemas.microsoft.com/office/drawing/2014/main" id="{640FB3EB-E20B-91D4-3054-3D4D797CA8A2}"/>
              </a:ext>
            </a:extLst>
          </p:cNvPr>
          <p:cNvPicPr/>
          <p:nvPr userDrawn="1"/>
        </p:nvPicPr>
        <p:blipFill>
          <a:blip r:embed="rId2" cstate="screen">
            <a:extLst>
              <a:ext uri="{28A0092B-C50C-407E-A947-70E740481C1C}">
                <a14:useLocalDpi xmlns:a14="http://schemas.microsoft.com/office/drawing/2010/main"/>
              </a:ext>
            </a:extLst>
          </a:blip>
          <a:stretch>
            <a:fillRect/>
          </a:stretch>
        </p:blipFill>
        <p:spPr>
          <a:xfrm>
            <a:off x="133288" y="6313714"/>
            <a:ext cx="406401" cy="406400"/>
          </a:xfrm>
          <a:prstGeom prst="rect">
            <a:avLst/>
          </a:prstGeom>
        </p:spPr>
      </p:pic>
      <p:sp>
        <p:nvSpPr>
          <p:cNvPr id="25" name="Speech Bubble: Rectangle with Corners Rounded 4">
            <a:extLst>
              <a:ext uri="{FF2B5EF4-FFF2-40B4-BE49-F238E27FC236}">
                <a16:creationId xmlns:a16="http://schemas.microsoft.com/office/drawing/2014/main" id="{EF5E15E0-6795-63C4-6711-494D8802AD26}"/>
              </a:ext>
            </a:extLst>
          </p:cNvPr>
          <p:cNvSpPr/>
          <p:nvPr userDrawn="1"/>
        </p:nvSpPr>
        <p:spPr>
          <a:xfrm>
            <a:off x="12443989" y="4045418"/>
            <a:ext cx="2908723" cy="2796540"/>
          </a:xfrm>
          <a:prstGeom prst="rect">
            <a:avLst/>
          </a:prstGeom>
          <a:solidFill>
            <a:srgbClr val="FFFFFF"/>
          </a:solidFill>
          <a:ln w="12700" cap="flat" cmpd="sng" algn="ctr">
            <a:noFill/>
            <a:prstDash val="solid"/>
            <a:miter lim="800000"/>
          </a:ln>
          <a:effectLst/>
        </p:spPr>
        <p:txBody>
          <a:bodyPr lIns="180000" tIns="180000" rIns="180000"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GB" sz="1400" b="1" i="0" u="none" strike="noStrike" kern="1200" cap="none" spc="0" normalizeH="0" baseline="0" noProof="0">
                <a:ln>
                  <a:noFill/>
                </a:ln>
                <a:solidFill>
                  <a:srgbClr val="000000"/>
                </a:solidFill>
                <a:effectLst/>
                <a:uLnTx/>
                <a:uFillTx/>
                <a:latin typeface="Ubuntu"/>
                <a:ea typeface="+mn-ea"/>
                <a:cs typeface="+mn-cs"/>
              </a:rPr>
              <a:t>Security classification </a:t>
            </a:r>
          </a:p>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GB" sz="1000" b="0" i="0" u="none" strike="noStrike" kern="1200" cap="none" spc="0" normalizeH="0" baseline="0" noProof="0">
                <a:ln>
                  <a:noFill/>
                </a:ln>
                <a:solidFill>
                  <a:srgbClr val="000000"/>
                </a:solidFill>
                <a:effectLst/>
                <a:uLnTx/>
                <a:uFillTx/>
                <a:latin typeface="Ubuntu"/>
                <a:ea typeface="+mn-ea"/>
                <a:cs typeface="+mn-cs"/>
              </a:rPr>
              <a:t>Always add the appropriate security classification to the cover page and and footers (</a:t>
            </a:r>
            <a:r>
              <a:rPr kumimoji="0" lang="en-US" sz="1000" b="0" i="0" u="none" strike="noStrike" kern="1200" cap="none" spc="0" normalizeH="0" baseline="0" noProof="0">
                <a:ln>
                  <a:noFill/>
                </a:ln>
                <a:solidFill>
                  <a:srgbClr val="000000"/>
                </a:solidFill>
                <a:effectLst/>
                <a:uLnTx/>
                <a:uFillTx/>
                <a:latin typeface="Ubuntu"/>
                <a:ea typeface="+mn-ea"/>
                <a:cs typeface="+mn-cs"/>
              </a:rPr>
              <a:t>see classification definitions </a:t>
            </a:r>
            <a:r>
              <a:rPr kumimoji="0" lang="en-US" sz="1000" b="0" i="0" u="none" strike="noStrike" kern="1200" cap="none" spc="0" normalizeH="0" baseline="0" noProof="0">
                <a:ln>
                  <a:noFill/>
                </a:ln>
                <a:solidFill>
                  <a:srgbClr val="000000"/>
                </a:solidFill>
                <a:effectLst/>
                <a:uLnTx/>
                <a:uFillTx/>
                <a:latin typeface="Ubuntu"/>
                <a:ea typeface="+mn-ea"/>
                <a:cs typeface="+mn-cs"/>
                <a:hlinkClick r:id="rId3">
                  <a:extLst>
                    <a:ext uri="{A12FA001-AC4F-418D-AE19-62706E023703}">
                      <ahyp:hlinkClr xmlns:ahyp="http://schemas.microsoft.com/office/drawing/2018/hyperlinkcolor" val="tx"/>
                    </a:ext>
                  </a:extLst>
                </a:hlinkClick>
              </a:rPr>
              <a:t>here</a:t>
            </a:r>
            <a:r>
              <a:rPr kumimoji="0" lang="en-US" sz="1000" b="0" i="0" u="none" strike="noStrike" kern="1200" cap="none" spc="0" normalizeH="0" baseline="0" noProof="0">
                <a:ln>
                  <a:noFill/>
                </a:ln>
                <a:solidFill>
                  <a:srgbClr val="000000"/>
                </a:solidFill>
                <a:effectLst/>
                <a:uLnTx/>
                <a:uFillTx/>
                <a:latin typeface="Ubuntu"/>
                <a:ea typeface="+mn-ea"/>
                <a:cs typeface="+mn-cs"/>
              </a:rPr>
              <a:t>).</a:t>
            </a:r>
          </a:p>
          <a:p>
            <a:pPr marL="538163" marR="0" lvl="0" indent="0" algn="l" defTabSz="914400" rtl="0" eaLnBrk="1" fontAlgn="auto" latinLnBrk="0" hangingPunct="1">
              <a:lnSpc>
                <a:spcPct val="100000"/>
              </a:lnSpc>
              <a:spcBef>
                <a:spcPts val="0"/>
              </a:spcBef>
              <a:spcAft>
                <a:spcPts val="0"/>
              </a:spcAft>
              <a:buClrTx/>
              <a:buSzTx/>
              <a:buFontTx/>
              <a:buNone/>
              <a:tabLst/>
              <a:defRPr/>
            </a:pPr>
            <a:endParaRPr kumimoji="0" lang="en-GB" sz="1400" b="0" i="0" u="none" strike="noStrike" kern="1200" cap="none" spc="0" normalizeH="0" baseline="0" noProof="0">
              <a:ln>
                <a:noFill/>
              </a:ln>
              <a:solidFill>
                <a:srgbClr val="000000"/>
              </a:solidFill>
              <a:effectLst/>
              <a:uLnTx/>
              <a:uFillTx/>
              <a:latin typeface="Ubuntu"/>
              <a:ea typeface="+mn-ea"/>
              <a:cs typeface="+mn-cs"/>
            </a:endParaRPr>
          </a:p>
          <a:p>
            <a:pPr marL="538163" marR="0" lvl="0" indent="0" algn="l" defTabSz="914400" rtl="0" eaLnBrk="1" fontAlgn="auto" latinLnBrk="0" hangingPunct="1">
              <a:lnSpc>
                <a:spcPct val="100000"/>
              </a:lnSpc>
              <a:spcBef>
                <a:spcPts val="1200"/>
              </a:spcBef>
              <a:spcAft>
                <a:spcPts val="0"/>
              </a:spcAft>
              <a:buClrTx/>
              <a:buSzTx/>
              <a:buFontTx/>
              <a:buNone/>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Public information</a:t>
            </a:r>
          </a:p>
          <a:p>
            <a:pPr marL="538163" marR="0" lvl="0" indent="0" algn="l" defTabSz="914400" rtl="0" eaLnBrk="1" fontAlgn="auto" latinLnBrk="0" hangingPunct="1">
              <a:lnSpc>
                <a:spcPct val="100000"/>
              </a:lnSpc>
              <a:spcBef>
                <a:spcPts val="1200"/>
              </a:spcBef>
              <a:spcAft>
                <a:spcPts val="0"/>
              </a:spcAft>
              <a:buClrTx/>
              <a:buSzTx/>
              <a:buFontTx/>
              <a:buNone/>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Company confidential</a:t>
            </a:r>
          </a:p>
          <a:p>
            <a:pPr marL="539750" marR="0" lvl="0" indent="0" algn="l" defTabSz="914400" rtl="0" eaLnBrk="1" fontAlgn="auto" latinLnBrk="0" hangingPunct="1">
              <a:lnSpc>
                <a:spcPct val="100000"/>
              </a:lnSpc>
              <a:spcBef>
                <a:spcPts val="1200"/>
              </a:spcBef>
              <a:spcAft>
                <a:spcPts val="0"/>
              </a:spcAft>
              <a:buClrTx/>
              <a:buSzTx/>
              <a:buFontTx/>
              <a:buNone/>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Company restricted</a:t>
            </a:r>
          </a:p>
          <a:p>
            <a:pPr marL="539750" marR="0" lvl="0" indent="0" algn="l" defTabSz="914400" rtl="0" eaLnBrk="1" fontAlgn="auto" latinLnBrk="0" hangingPunct="1">
              <a:lnSpc>
                <a:spcPct val="100000"/>
              </a:lnSpc>
              <a:spcBef>
                <a:spcPts val="1200"/>
              </a:spcBef>
              <a:spcAft>
                <a:spcPts val="0"/>
              </a:spcAft>
              <a:buClrTx/>
              <a:buSzTx/>
              <a:buFontTx/>
              <a:buNone/>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Company sensitive</a:t>
            </a:r>
          </a:p>
        </p:txBody>
      </p:sp>
      <p:sp>
        <p:nvSpPr>
          <p:cNvPr id="26" name="Speech Bubble: Rectangle with Corners Rounded 4">
            <a:extLst>
              <a:ext uri="{FF2B5EF4-FFF2-40B4-BE49-F238E27FC236}">
                <a16:creationId xmlns:a16="http://schemas.microsoft.com/office/drawing/2014/main" id="{806A3094-574D-94DA-9CC5-99D4B81ED7A0}"/>
              </a:ext>
            </a:extLst>
          </p:cNvPr>
          <p:cNvSpPr/>
          <p:nvPr userDrawn="1"/>
        </p:nvSpPr>
        <p:spPr>
          <a:xfrm>
            <a:off x="12443989" y="0"/>
            <a:ext cx="2908723" cy="3885398"/>
          </a:xfrm>
          <a:prstGeom prst="rect">
            <a:avLst/>
          </a:prstGeom>
          <a:solidFill>
            <a:srgbClr val="FFFFFF"/>
          </a:solidFill>
          <a:ln w="12700" cap="flat" cmpd="sng" algn="ctr">
            <a:noFill/>
            <a:prstDash val="solid"/>
            <a:miter lim="800000"/>
          </a:ln>
          <a:effectLst/>
        </p:spPr>
        <p:txBody>
          <a:bodyPr lIns="180000" tIns="180000" rIns="180000"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pl-PL" sz="1400" b="1" i="0" u="none" strike="noStrike" kern="1200" cap="none" spc="0" normalizeH="0" baseline="0" noProof="0" err="1">
                <a:ln>
                  <a:noFill/>
                </a:ln>
                <a:solidFill>
                  <a:srgbClr val="000000"/>
                </a:solidFill>
                <a:effectLst/>
                <a:uLnTx/>
                <a:uFillTx/>
                <a:latin typeface="Ubuntu"/>
                <a:ea typeface="+mn-ea"/>
                <a:cs typeface="+mn-cs"/>
              </a:rPr>
              <a:t>Cover</a:t>
            </a:r>
            <a:r>
              <a:rPr kumimoji="0" lang="pl-PL" sz="1400" b="1" i="0" u="none" strike="noStrike" kern="1200" cap="none" spc="0" normalizeH="0" baseline="0" noProof="0">
                <a:ln>
                  <a:noFill/>
                </a:ln>
                <a:solidFill>
                  <a:srgbClr val="000000"/>
                </a:solidFill>
                <a:effectLst/>
                <a:uLnTx/>
                <a:uFillTx/>
                <a:latin typeface="Ubuntu"/>
                <a:ea typeface="+mn-ea"/>
                <a:cs typeface="+mn-cs"/>
              </a:rPr>
              <a:t> design</a:t>
            </a:r>
          </a:p>
          <a:p>
            <a:pPr marL="0" marR="0" lvl="0" indent="0" algn="l" defTabSz="914400" rtl="0" eaLnBrk="1" fontAlgn="auto" latinLnBrk="0" hangingPunct="1">
              <a:lnSpc>
                <a:spcPct val="100000"/>
              </a:lnSpc>
              <a:spcBef>
                <a:spcPts val="600"/>
              </a:spcBef>
              <a:spcAft>
                <a:spcPts val="0"/>
              </a:spcAft>
              <a:buClrTx/>
              <a:buSzTx/>
              <a:buFontTx/>
              <a:buNone/>
              <a:tabLst/>
              <a:defRPr/>
            </a:pPr>
            <a:r>
              <a:rPr kumimoji="0" lang="pl-PL" sz="1000" b="0" i="0" u="none" strike="noStrike" kern="1200" cap="none" spc="0" normalizeH="0" baseline="0" noProof="0" err="1">
                <a:ln>
                  <a:noFill/>
                </a:ln>
                <a:solidFill>
                  <a:srgbClr val="000000"/>
                </a:solidFill>
                <a:effectLst/>
                <a:uLnTx/>
                <a:uFillTx/>
                <a:latin typeface="Ubuntu"/>
                <a:ea typeface="+mn-ea"/>
                <a:cs typeface="+mn-cs"/>
              </a:rPr>
              <a:t>These</a:t>
            </a:r>
            <a:r>
              <a:rPr kumimoji="0" lang="pl-PL" sz="1000" b="0" i="0" u="none" strike="noStrike" kern="1200" cap="none" spc="0" normalizeH="0" baseline="0" noProof="0">
                <a:ln>
                  <a:noFill/>
                </a:ln>
                <a:solidFill>
                  <a:srgbClr val="000000"/>
                </a:solidFill>
                <a:effectLst/>
                <a:uLnTx/>
                <a:uFillTx/>
                <a:latin typeface="Ubuntu"/>
                <a:ea typeface="+mn-ea"/>
                <a:cs typeface="+mn-cs"/>
              </a:rPr>
              <a:t> </a:t>
            </a:r>
            <a:r>
              <a:rPr kumimoji="0" lang="pl-PL" sz="1000" b="0" i="0" u="none" strike="noStrike" kern="1200" cap="none" spc="0" normalizeH="0" baseline="0" noProof="0" err="1">
                <a:ln>
                  <a:noFill/>
                </a:ln>
                <a:solidFill>
                  <a:srgbClr val="000000"/>
                </a:solidFill>
                <a:effectLst/>
                <a:uLnTx/>
                <a:uFillTx/>
                <a:latin typeface="Ubuntu"/>
                <a:ea typeface="+mn-ea"/>
                <a:cs typeface="+mn-cs"/>
              </a:rPr>
              <a:t>slide</a:t>
            </a:r>
            <a:r>
              <a:rPr kumimoji="0" lang="pl-PL" sz="1000" b="0" i="0" u="none" strike="noStrike" kern="1200" cap="none" spc="0" normalizeH="0" baseline="0" noProof="0">
                <a:ln>
                  <a:noFill/>
                </a:ln>
                <a:solidFill>
                  <a:srgbClr val="000000"/>
                </a:solidFill>
                <a:effectLst/>
                <a:uLnTx/>
                <a:uFillTx/>
                <a:latin typeface="Ubuntu"/>
                <a:ea typeface="+mn-ea"/>
                <a:cs typeface="+mn-cs"/>
              </a:rPr>
              <a:t> </a:t>
            </a:r>
            <a:r>
              <a:rPr kumimoji="0" lang="pl-PL" sz="1000" b="0" i="0" u="none" strike="noStrike" kern="1200" cap="none" spc="0" normalizeH="0" baseline="0" noProof="0" err="1">
                <a:ln>
                  <a:noFill/>
                </a:ln>
                <a:solidFill>
                  <a:srgbClr val="000000"/>
                </a:solidFill>
                <a:effectLst/>
                <a:uLnTx/>
                <a:uFillTx/>
                <a:latin typeface="Ubuntu"/>
                <a:ea typeface="+mn-ea"/>
                <a:cs typeface="+mn-cs"/>
              </a:rPr>
              <a:t>designs</a:t>
            </a:r>
            <a:r>
              <a:rPr kumimoji="0" lang="pl-PL" sz="1000" b="0" i="0" u="none" strike="noStrike" kern="1200" cap="none" spc="0" normalizeH="0" baseline="0" noProof="0">
                <a:ln>
                  <a:noFill/>
                </a:ln>
                <a:solidFill>
                  <a:srgbClr val="000000"/>
                </a:solidFill>
                <a:effectLst/>
                <a:uLnTx/>
                <a:uFillTx/>
                <a:latin typeface="Ubuntu"/>
                <a:ea typeface="+mn-ea"/>
                <a:cs typeface="+mn-cs"/>
              </a:rPr>
              <a:t> and </a:t>
            </a:r>
            <a:r>
              <a:rPr kumimoji="0" lang="pl-PL" sz="1000" b="0" i="0" u="none" strike="noStrike" kern="1200" cap="none" spc="0" normalizeH="0" baseline="0" noProof="0" err="1">
                <a:ln>
                  <a:noFill/>
                </a:ln>
                <a:solidFill>
                  <a:srgbClr val="000000"/>
                </a:solidFill>
                <a:effectLst/>
                <a:uLnTx/>
                <a:uFillTx/>
                <a:latin typeface="Ubuntu"/>
                <a:ea typeface="+mn-ea"/>
                <a:cs typeface="+mn-cs"/>
              </a:rPr>
              <a:t>messages</a:t>
            </a:r>
            <a:r>
              <a:rPr kumimoji="0" lang="pl-PL" sz="1000" b="0" i="0" u="none" strike="noStrike" kern="1200" cap="none" spc="0" normalizeH="0" baseline="0" noProof="0">
                <a:ln>
                  <a:noFill/>
                </a:ln>
                <a:solidFill>
                  <a:srgbClr val="000000"/>
                </a:solidFill>
                <a:effectLst/>
                <a:uLnTx/>
                <a:uFillTx/>
                <a:latin typeface="Ubuntu"/>
                <a:ea typeface="+mn-ea"/>
                <a:cs typeface="+mn-cs"/>
              </a:rPr>
              <a:t> </a:t>
            </a:r>
            <a:r>
              <a:rPr kumimoji="0" lang="pl-PL" sz="1000" b="0" i="0" u="none" strike="noStrike" kern="1200" cap="none" spc="0" normalizeH="0" baseline="0" noProof="0" err="1">
                <a:ln>
                  <a:noFill/>
                </a:ln>
                <a:solidFill>
                  <a:srgbClr val="000000"/>
                </a:solidFill>
                <a:effectLst/>
                <a:uLnTx/>
                <a:uFillTx/>
                <a:latin typeface="Ubuntu"/>
                <a:ea typeface="+mn-ea"/>
                <a:cs typeface="+mn-cs"/>
              </a:rPr>
              <a:t>are</a:t>
            </a:r>
            <a:r>
              <a:rPr kumimoji="0" lang="pl-PL" sz="1000" b="0" i="0" u="none" strike="noStrike" kern="1200" cap="none" spc="0" normalizeH="0" baseline="0" noProof="0">
                <a:ln>
                  <a:noFill/>
                </a:ln>
                <a:solidFill>
                  <a:srgbClr val="000000"/>
                </a:solidFill>
                <a:effectLst/>
                <a:uLnTx/>
                <a:uFillTx/>
                <a:latin typeface="Ubuntu"/>
                <a:ea typeface="+mn-ea"/>
                <a:cs typeface="+mn-cs"/>
              </a:rPr>
              <a:t> </a:t>
            </a:r>
            <a:r>
              <a:rPr kumimoji="0" lang="pl-PL" sz="1000" b="1" i="0" u="none" strike="noStrike" kern="1200" cap="none" spc="0" normalizeH="0" baseline="0" noProof="0" err="1">
                <a:ln>
                  <a:noFill/>
                </a:ln>
                <a:solidFill>
                  <a:srgbClr val="000000"/>
                </a:solidFill>
                <a:effectLst/>
                <a:uLnTx/>
                <a:uFillTx/>
                <a:latin typeface="Ubuntu"/>
                <a:ea typeface="+mn-ea"/>
                <a:cs typeface="+mn-cs"/>
              </a:rPr>
              <a:t>inspirational</a:t>
            </a:r>
            <a:r>
              <a:rPr kumimoji="0" lang="pl-PL" sz="1000" b="1" i="0" u="none" strike="noStrike" kern="1200" cap="none" spc="0" normalizeH="0" baseline="0" noProof="0">
                <a:ln>
                  <a:noFill/>
                </a:ln>
                <a:solidFill>
                  <a:srgbClr val="000000"/>
                </a:solidFill>
                <a:effectLst/>
                <a:uLnTx/>
                <a:uFillTx/>
                <a:latin typeface="Ubuntu"/>
                <a:ea typeface="+mn-ea"/>
                <a:cs typeface="+mn-cs"/>
              </a:rPr>
              <a:t> </a:t>
            </a:r>
            <a:r>
              <a:rPr kumimoji="0" lang="pl-PL" sz="1000" b="1" i="0" u="none" strike="noStrike" kern="1200" cap="none" spc="0" normalizeH="0" baseline="0" noProof="0" err="1">
                <a:ln>
                  <a:noFill/>
                </a:ln>
                <a:solidFill>
                  <a:srgbClr val="000000"/>
                </a:solidFill>
                <a:effectLst/>
                <a:uLnTx/>
                <a:uFillTx/>
                <a:latin typeface="Ubuntu"/>
                <a:ea typeface="+mn-ea"/>
                <a:cs typeface="+mn-cs"/>
              </a:rPr>
              <a:t>only</a:t>
            </a:r>
            <a:r>
              <a:rPr kumimoji="0" lang="pl-PL" sz="1000" b="0" i="0" u="none" strike="noStrike" kern="1200" cap="none" spc="0" normalizeH="0" baseline="0" noProof="0">
                <a:ln>
                  <a:noFill/>
                </a:ln>
                <a:solidFill>
                  <a:srgbClr val="000000"/>
                </a:solidFill>
                <a:effectLst/>
                <a:uLnTx/>
                <a:uFillTx/>
                <a:latin typeface="Ubuntu"/>
                <a:ea typeface="+mn-ea"/>
                <a:cs typeface="+mn-cs"/>
              </a:rPr>
              <a:t>. </a:t>
            </a:r>
            <a:r>
              <a:rPr kumimoji="0" lang="pl-PL" sz="1000" b="0" i="0" u="none" strike="noStrike" kern="1200" cap="none" spc="0" normalizeH="0" baseline="0" noProof="0" err="1">
                <a:ln>
                  <a:noFill/>
                </a:ln>
                <a:solidFill>
                  <a:srgbClr val="000000"/>
                </a:solidFill>
                <a:effectLst/>
                <a:uLnTx/>
                <a:uFillTx/>
                <a:latin typeface="Ubuntu"/>
                <a:ea typeface="+mn-ea"/>
                <a:cs typeface="+mn-cs"/>
              </a:rPr>
              <a:t>Please</a:t>
            </a:r>
            <a:r>
              <a:rPr kumimoji="0" lang="pl-PL" sz="1000" b="0" i="0" u="none" strike="noStrike" kern="1200" cap="none" spc="0" normalizeH="0" baseline="0" noProof="0">
                <a:ln>
                  <a:noFill/>
                </a:ln>
                <a:solidFill>
                  <a:srgbClr val="000000"/>
                </a:solidFill>
                <a:effectLst/>
                <a:uLnTx/>
                <a:uFillTx/>
                <a:latin typeface="Ubuntu"/>
                <a:ea typeface="+mn-ea"/>
                <a:cs typeface="+mn-cs"/>
              </a:rPr>
              <a:t> </a:t>
            </a:r>
            <a:r>
              <a:rPr kumimoji="0" lang="pl-PL" sz="1000" b="0" i="0" u="none" strike="noStrike" kern="1200" cap="none" spc="0" normalizeH="0" baseline="0" noProof="0" err="1">
                <a:ln>
                  <a:noFill/>
                </a:ln>
                <a:solidFill>
                  <a:srgbClr val="000000"/>
                </a:solidFill>
                <a:effectLst/>
                <a:uLnTx/>
                <a:uFillTx/>
                <a:latin typeface="Ubuntu"/>
                <a:ea typeface="+mn-ea"/>
                <a:cs typeface="+mn-cs"/>
              </a:rPr>
              <a:t>modify</a:t>
            </a:r>
            <a:r>
              <a:rPr kumimoji="0" lang="pl-PL" sz="1000" b="0" i="0" u="none" strike="noStrike" kern="1200" cap="none" spc="0" normalizeH="0" baseline="0" noProof="0">
                <a:ln>
                  <a:noFill/>
                </a:ln>
                <a:solidFill>
                  <a:srgbClr val="000000"/>
                </a:solidFill>
                <a:effectLst/>
                <a:uLnTx/>
                <a:uFillTx/>
                <a:latin typeface="Ubuntu"/>
                <a:ea typeface="+mn-ea"/>
                <a:cs typeface="+mn-cs"/>
              </a:rPr>
              <a:t> </a:t>
            </a:r>
            <a:r>
              <a:rPr kumimoji="0" lang="pl-PL" sz="1000" b="0" i="0" u="none" strike="noStrike" kern="1200" cap="none" spc="0" normalizeH="0" baseline="0" noProof="0" err="1">
                <a:ln>
                  <a:noFill/>
                </a:ln>
                <a:solidFill>
                  <a:srgbClr val="000000"/>
                </a:solidFill>
                <a:effectLst/>
                <a:uLnTx/>
                <a:uFillTx/>
                <a:latin typeface="Ubuntu"/>
                <a:ea typeface="+mn-ea"/>
                <a:cs typeface="+mn-cs"/>
              </a:rPr>
              <a:t>text</a:t>
            </a:r>
            <a:r>
              <a:rPr kumimoji="0" lang="pl-PL" sz="1000" b="0" i="0" u="none" strike="noStrike" kern="1200" cap="none" spc="0" normalizeH="0" baseline="0" noProof="0">
                <a:ln>
                  <a:noFill/>
                </a:ln>
                <a:solidFill>
                  <a:srgbClr val="000000"/>
                </a:solidFill>
                <a:effectLst/>
                <a:uLnTx/>
                <a:uFillTx/>
                <a:latin typeface="Ubuntu"/>
                <a:ea typeface="+mn-ea"/>
                <a:cs typeface="+mn-cs"/>
              </a:rPr>
              <a:t> </a:t>
            </a:r>
            <a:r>
              <a:rPr kumimoji="0" lang="pl-PL" sz="1000" b="0" i="0" u="none" strike="noStrike" kern="1200" cap="none" spc="0" normalizeH="0" baseline="0" noProof="0" err="1">
                <a:ln>
                  <a:noFill/>
                </a:ln>
                <a:solidFill>
                  <a:srgbClr val="000000"/>
                </a:solidFill>
                <a:effectLst/>
                <a:uLnTx/>
                <a:uFillTx/>
                <a:latin typeface="Ubuntu"/>
                <a:ea typeface="+mn-ea"/>
                <a:cs typeface="+mn-cs"/>
              </a:rPr>
              <a:t>boxes</a:t>
            </a:r>
            <a:r>
              <a:rPr kumimoji="0" lang="pl-PL" sz="1000" b="0" i="0" u="none" strike="noStrike" kern="1200" cap="none" spc="0" normalizeH="0" baseline="0" noProof="0">
                <a:ln>
                  <a:noFill/>
                </a:ln>
                <a:solidFill>
                  <a:srgbClr val="000000"/>
                </a:solidFill>
                <a:effectLst/>
                <a:uLnTx/>
                <a:uFillTx/>
                <a:latin typeface="Ubuntu"/>
                <a:ea typeface="+mn-ea"/>
                <a:cs typeface="+mn-cs"/>
              </a:rPr>
              <a:t> and </a:t>
            </a:r>
            <a:r>
              <a:rPr kumimoji="0" lang="pl-PL" sz="1000" b="0" i="0" u="none" strike="noStrike" kern="1200" cap="none" spc="0" normalizeH="0" baseline="0" noProof="0" err="1">
                <a:ln>
                  <a:noFill/>
                </a:ln>
                <a:solidFill>
                  <a:srgbClr val="000000"/>
                </a:solidFill>
                <a:effectLst/>
                <a:uLnTx/>
                <a:uFillTx/>
                <a:latin typeface="Ubuntu"/>
                <a:ea typeface="+mn-ea"/>
                <a:cs typeface="+mn-cs"/>
              </a:rPr>
              <a:t>positioning</a:t>
            </a:r>
            <a:r>
              <a:rPr kumimoji="0" lang="pl-PL" sz="1000" b="0" i="0" u="none" strike="noStrike" kern="1200" cap="none" spc="0" normalizeH="0" baseline="0" noProof="0">
                <a:ln>
                  <a:noFill/>
                </a:ln>
                <a:solidFill>
                  <a:srgbClr val="000000"/>
                </a:solidFill>
                <a:effectLst/>
                <a:uLnTx/>
                <a:uFillTx/>
                <a:latin typeface="Ubuntu"/>
                <a:ea typeface="+mn-ea"/>
                <a:cs typeface="+mn-cs"/>
              </a:rPr>
              <a:t> as </a:t>
            </a:r>
            <a:r>
              <a:rPr kumimoji="0" lang="pl-PL" sz="1000" b="0" i="0" u="none" strike="noStrike" kern="1200" cap="none" spc="0" normalizeH="0" baseline="0" noProof="0" err="1">
                <a:ln>
                  <a:noFill/>
                </a:ln>
                <a:solidFill>
                  <a:srgbClr val="000000"/>
                </a:solidFill>
                <a:effectLst/>
                <a:uLnTx/>
                <a:uFillTx/>
                <a:latin typeface="Ubuntu"/>
                <a:ea typeface="+mn-ea"/>
                <a:cs typeface="+mn-cs"/>
              </a:rPr>
              <a:t>needed</a:t>
            </a:r>
            <a:r>
              <a:rPr kumimoji="0" lang="pl-PL" sz="1000" b="0" i="0" u="none" strike="noStrike" kern="1200" cap="none" spc="0" normalizeH="0" baseline="0" noProof="0">
                <a:ln>
                  <a:noFill/>
                </a:ln>
                <a:solidFill>
                  <a:srgbClr val="000000"/>
                </a:solidFill>
                <a:effectLst/>
                <a:uLnTx/>
                <a:uFillTx/>
                <a:latin typeface="Ubuntu"/>
                <a:ea typeface="+mn-ea"/>
                <a:cs typeface="+mn-cs"/>
              </a:rPr>
              <a:t> </a:t>
            </a:r>
            <a:r>
              <a:rPr kumimoji="0" lang="pl-PL" sz="1000" b="0" i="0" u="none" strike="noStrike" kern="1200" cap="none" spc="0" normalizeH="0" baseline="0" noProof="0" err="1">
                <a:ln>
                  <a:noFill/>
                </a:ln>
                <a:solidFill>
                  <a:srgbClr val="000000"/>
                </a:solidFill>
                <a:effectLst/>
                <a:uLnTx/>
                <a:uFillTx/>
                <a:latin typeface="Ubuntu"/>
                <a:ea typeface="+mn-ea"/>
                <a:cs typeface="+mn-cs"/>
              </a:rPr>
              <a:t>based</a:t>
            </a:r>
            <a:r>
              <a:rPr kumimoji="0" lang="pl-PL" sz="1000" b="0" i="0" u="none" strike="noStrike" kern="1200" cap="none" spc="0" normalizeH="0" baseline="0" noProof="0">
                <a:ln>
                  <a:noFill/>
                </a:ln>
                <a:solidFill>
                  <a:srgbClr val="000000"/>
                </a:solidFill>
                <a:effectLst/>
                <a:uLnTx/>
                <a:uFillTx/>
                <a:latin typeface="Ubuntu"/>
                <a:ea typeface="+mn-ea"/>
                <a:cs typeface="+mn-cs"/>
              </a:rPr>
              <a:t> on the </a:t>
            </a:r>
            <a:r>
              <a:rPr kumimoji="0" lang="pl-PL" sz="1000" b="0" i="0" u="none" strike="noStrike" kern="1200" cap="none" spc="0" normalizeH="0" baseline="0" noProof="0" err="1">
                <a:ln>
                  <a:noFill/>
                </a:ln>
                <a:solidFill>
                  <a:srgbClr val="000000"/>
                </a:solidFill>
                <a:effectLst/>
                <a:uLnTx/>
                <a:uFillTx/>
                <a:latin typeface="Ubuntu"/>
                <a:ea typeface="+mn-ea"/>
                <a:cs typeface="+mn-cs"/>
              </a:rPr>
              <a:t>message</a:t>
            </a:r>
            <a:r>
              <a:rPr kumimoji="0" lang="pl-PL" sz="1000" b="0" i="0" u="none" strike="noStrike" kern="1200" cap="none" spc="0" normalizeH="0" baseline="0" noProof="0">
                <a:ln>
                  <a:noFill/>
                </a:ln>
                <a:solidFill>
                  <a:srgbClr val="000000"/>
                </a:solidFill>
                <a:effectLst/>
                <a:uLnTx/>
                <a:uFillTx/>
                <a:latin typeface="Ubuntu"/>
                <a:ea typeface="+mn-ea"/>
                <a:cs typeface="+mn-cs"/>
              </a:rPr>
              <a:t> and </a:t>
            </a:r>
            <a:r>
              <a:rPr kumimoji="0" lang="pl-PL" sz="1000" b="0" i="0" u="none" strike="noStrike" kern="1200" cap="none" spc="0" normalizeH="0" baseline="0" noProof="0" err="1">
                <a:ln>
                  <a:noFill/>
                </a:ln>
                <a:solidFill>
                  <a:srgbClr val="000000"/>
                </a:solidFill>
                <a:effectLst/>
                <a:uLnTx/>
                <a:uFillTx/>
                <a:latin typeface="Ubuntu"/>
                <a:ea typeface="+mn-ea"/>
                <a:cs typeface="+mn-cs"/>
              </a:rPr>
              <a:t>overall</a:t>
            </a:r>
            <a:r>
              <a:rPr kumimoji="0" lang="pl-PL" sz="1000" b="0" i="0" u="none" strike="noStrike" kern="1200" cap="none" spc="0" normalizeH="0" baseline="0" noProof="0">
                <a:ln>
                  <a:noFill/>
                </a:ln>
                <a:solidFill>
                  <a:srgbClr val="000000"/>
                </a:solidFill>
                <a:effectLst/>
                <a:uLnTx/>
                <a:uFillTx/>
                <a:latin typeface="Ubuntu"/>
                <a:ea typeface="+mn-ea"/>
                <a:cs typeface="+mn-cs"/>
              </a:rPr>
              <a:t> </a:t>
            </a:r>
            <a:r>
              <a:rPr kumimoji="0" lang="pl-PL" sz="1000" b="0" i="0" u="none" strike="noStrike" kern="1200" cap="none" spc="0" normalizeH="0" baseline="0" noProof="0" err="1">
                <a:ln>
                  <a:noFill/>
                </a:ln>
                <a:solidFill>
                  <a:srgbClr val="000000"/>
                </a:solidFill>
                <a:effectLst/>
                <a:uLnTx/>
                <a:uFillTx/>
                <a:latin typeface="Ubuntu"/>
                <a:ea typeface="+mn-ea"/>
                <a:cs typeface="+mn-cs"/>
              </a:rPr>
              <a:t>composition</a:t>
            </a:r>
            <a:r>
              <a:rPr kumimoji="0" lang="pl-PL" sz="1000" b="0" i="0" u="none" strike="noStrike" kern="1200" cap="none" spc="0" normalizeH="0" baseline="0" noProof="0">
                <a:ln>
                  <a:noFill/>
                </a:ln>
                <a:solidFill>
                  <a:srgbClr val="000000"/>
                </a:solidFill>
                <a:effectLst/>
                <a:uLnTx/>
                <a:uFillTx/>
                <a:latin typeface="Ubuntu"/>
                <a:ea typeface="+mn-ea"/>
                <a:cs typeface="+mn-cs"/>
              </a:rPr>
              <a:t>. </a:t>
            </a:r>
            <a:r>
              <a:rPr kumimoji="0" lang="pl-PL" sz="1000" b="0" i="0" u="none" strike="noStrike" kern="1200" cap="none" spc="0" normalizeH="0" baseline="0" noProof="0" err="1">
                <a:ln>
                  <a:noFill/>
                </a:ln>
                <a:solidFill>
                  <a:srgbClr val="000000"/>
                </a:solidFill>
                <a:effectLst/>
                <a:uLnTx/>
                <a:uFillTx/>
                <a:latin typeface="Ubuntu"/>
                <a:ea typeface="+mn-ea"/>
                <a:cs typeface="+mn-cs"/>
              </a:rPr>
              <a:t>Always</a:t>
            </a:r>
            <a:r>
              <a:rPr kumimoji="0" lang="pl-PL" sz="1000" b="0" i="0" u="none" strike="noStrike" kern="1200" cap="none" spc="0" normalizeH="0" baseline="0" noProof="0">
                <a:ln>
                  <a:noFill/>
                </a:ln>
                <a:solidFill>
                  <a:srgbClr val="000000"/>
                </a:solidFill>
                <a:effectLst/>
                <a:uLnTx/>
                <a:uFillTx/>
                <a:latin typeface="Ubuntu"/>
                <a:ea typeface="+mn-ea"/>
                <a:cs typeface="+mn-cs"/>
              </a:rPr>
              <a:t> </a:t>
            </a:r>
            <a:r>
              <a:rPr kumimoji="0" lang="pl-PL" sz="1000" b="0" i="0" u="none" strike="noStrike" kern="1200" cap="none" spc="0" normalizeH="0" baseline="0" noProof="0" err="1">
                <a:ln>
                  <a:noFill/>
                </a:ln>
                <a:solidFill>
                  <a:srgbClr val="000000"/>
                </a:solidFill>
                <a:effectLst/>
                <a:uLnTx/>
                <a:uFillTx/>
                <a:latin typeface="Ubuntu"/>
                <a:ea typeface="+mn-ea"/>
                <a:cs typeface="+mn-cs"/>
              </a:rPr>
              <a:t>consider</a:t>
            </a:r>
            <a:r>
              <a:rPr kumimoji="0" lang="pl-PL" sz="1000" b="0" i="0" u="none" strike="noStrike" kern="1200" cap="none" spc="0" normalizeH="0" baseline="0" noProof="0">
                <a:ln>
                  <a:noFill/>
                </a:ln>
                <a:solidFill>
                  <a:srgbClr val="000000"/>
                </a:solidFill>
                <a:effectLst/>
                <a:uLnTx/>
                <a:uFillTx/>
                <a:latin typeface="Ubuntu"/>
                <a:ea typeface="+mn-ea"/>
                <a:cs typeface="+mn-cs"/>
              </a:rPr>
              <a:t> the </a:t>
            </a:r>
            <a:r>
              <a:rPr kumimoji="0" lang="pl-PL" sz="1000" b="0" i="0" u="none" strike="noStrike" kern="1200" cap="none" spc="0" normalizeH="0" baseline="0" noProof="0" err="1">
                <a:ln>
                  <a:noFill/>
                </a:ln>
                <a:solidFill>
                  <a:srgbClr val="000000"/>
                </a:solidFill>
                <a:effectLst/>
                <a:uLnTx/>
                <a:uFillTx/>
                <a:latin typeface="Ubuntu"/>
                <a:ea typeface="+mn-ea"/>
                <a:cs typeface="+mn-cs"/>
              </a:rPr>
              <a:t>legibility</a:t>
            </a:r>
            <a:r>
              <a:rPr kumimoji="0" lang="pl-PL" sz="1000" b="0" i="0" u="none" strike="noStrike" kern="1200" cap="none" spc="0" normalizeH="0" baseline="0" noProof="0">
                <a:ln>
                  <a:noFill/>
                </a:ln>
                <a:solidFill>
                  <a:srgbClr val="000000"/>
                </a:solidFill>
                <a:effectLst/>
                <a:uLnTx/>
                <a:uFillTx/>
                <a:latin typeface="Ubuntu"/>
                <a:ea typeface="+mn-ea"/>
                <a:cs typeface="+mn-cs"/>
              </a:rPr>
              <a:t> and </a:t>
            </a:r>
            <a:r>
              <a:rPr kumimoji="0" lang="pl-PL" sz="1000" b="0" i="0" u="none" strike="noStrike" kern="1200" cap="none" spc="0" normalizeH="0" baseline="0" noProof="0" err="1">
                <a:ln>
                  <a:noFill/>
                </a:ln>
                <a:solidFill>
                  <a:srgbClr val="000000"/>
                </a:solidFill>
                <a:effectLst/>
                <a:uLnTx/>
                <a:uFillTx/>
                <a:latin typeface="Ubuntu"/>
                <a:ea typeface="+mn-ea"/>
                <a:cs typeface="+mn-cs"/>
              </a:rPr>
              <a:t>contrast</a:t>
            </a:r>
            <a:r>
              <a:rPr kumimoji="0" lang="pl-PL" sz="1000" b="0" i="0" u="none" strike="noStrike" kern="1200" cap="none" spc="0" normalizeH="0" baseline="0" noProof="0">
                <a:ln>
                  <a:noFill/>
                </a:ln>
                <a:solidFill>
                  <a:srgbClr val="000000"/>
                </a:solidFill>
                <a:effectLst/>
                <a:uLnTx/>
                <a:uFillTx/>
                <a:latin typeface="Ubuntu"/>
                <a:ea typeface="+mn-ea"/>
                <a:cs typeface="+mn-cs"/>
              </a:rPr>
              <a:t> of </a:t>
            </a:r>
            <a:r>
              <a:rPr kumimoji="0" lang="pl-PL" sz="1000" b="0" i="0" u="none" strike="noStrike" kern="1200" cap="none" spc="0" normalizeH="0" baseline="0" noProof="0" err="1">
                <a:ln>
                  <a:noFill/>
                </a:ln>
                <a:solidFill>
                  <a:srgbClr val="000000"/>
                </a:solidFill>
                <a:effectLst/>
                <a:uLnTx/>
                <a:uFillTx/>
                <a:latin typeface="Ubuntu"/>
                <a:ea typeface="+mn-ea"/>
                <a:cs typeface="+mn-cs"/>
              </a:rPr>
              <a:t>copy</a:t>
            </a:r>
            <a:r>
              <a:rPr kumimoji="0" lang="pl-PL" sz="1000" b="0" i="0" u="none" strike="noStrike" kern="1200" cap="none" spc="0" normalizeH="0" baseline="0" noProof="0">
                <a:ln>
                  <a:noFill/>
                </a:ln>
                <a:solidFill>
                  <a:srgbClr val="000000"/>
                </a:solidFill>
                <a:effectLst/>
                <a:uLnTx/>
                <a:uFillTx/>
                <a:latin typeface="Ubuntu"/>
                <a:ea typeface="+mn-ea"/>
                <a:cs typeface="+mn-cs"/>
              </a:rPr>
              <a:t> and </a:t>
            </a:r>
            <a:r>
              <a:rPr kumimoji="0" lang="pl-PL" sz="1000" b="0" i="0" u="none" strike="noStrike" kern="1200" cap="none" spc="0" normalizeH="0" baseline="0" noProof="0" err="1">
                <a:ln>
                  <a:noFill/>
                </a:ln>
                <a:solidFill>
                  <a:srgbClr val="000000"/>
                </a:solidFill>
                <a:effectLst/>
                <a:uLnTx/>
                <a:uFillTx/>
                <a:latin typeface="Ubuntu"/>
                <a:ea typeface="+mn-ea"/>
                <a:cs typeface="+mn-cs"/>
              </a:rPr>
              <a:t>content</a:t>
            </a:r>
            <a:r>
              <a:rPr kumimoji="0" lang="pl-PL" sz="1000" b="0" i="0" u="none" strike="noStrike" kern="1200" cap="none" spc="0" normalizeH="0" baseline="0" noProof="0">
                <a:ln>
                  <a:noFill/>
                </a:ln>
                <a:solidFill>
                  <a:srgbClr val="000000"/>
                </a:solidFill>
                <a:effectLst/>
                <a:uLnTx/>
                <a:uFillTx/>
                <a:latin typeface="Ubuntu"/>
                <a:ea typeface="+mn-ea"/>
                <a:cs typeface="+mn-cs"/>
              </a:rPr>
              <a:t> for maximum </a:t>
            </a:r>
            <a:r>
              <a:rPr kumimoji="0" lang="pl-PL" sz="1000" b="0" i="0" u="none" strike="noStrike" kern="1200" cap="none" spc="0" normalizeH="0" baseline="0" noProof="0" err="1">
                <a:ln>
                  <a:noFill/>
                </a:ln>
                <a:solidFill>
                  <a:srgbClr val="000000"/>
                </a:solidFill>
                <a:effectLst/>
                <a:uLnTx/>
                <a:uFillTx/>
                <a:latin typeface="Ubuntu"/>
                <a:ea typeface="+mn-ea"/>
                <a:cs typeface="+mn-cs"/>
              </a:rPr>
              <a:t>usability</a:t>
            </a:r>
            <a:r>
              <a:rPr kumimoji="0" lang="pl-PL" sz="1000" b="0" i="0" u="none" strike="noStrike" kern="1200" cap="none" spc="0" normalizeH="0" baseline="0" noProof="0">
                <a:ln>
                  <a:noFill/>
                </a:ln>
                <a:solidFill>
                  <a:srgbClr val="000000"/>
                </a:solidFill>
                <a:effectLst/>
                <a:uLnTx/>
                <a:uFillTx/>
                <a:latin typeface="Ubuntu"/>
                <a:ea typeface="+mn-ea"/>
                <a:cs typeface="+mn-cs"/>
              </a:rPr>
              <a:t>.</a:t>
            </a:r>
          </a:p>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US" sz="1000" b="0" i="0" u="none" strike="noStrike" kern="1200" cap="none" spc="0" normalizeH="0" baseline="0" noProof="0">
                <a:ln>
                  <a:noFill/>
                </a:ln>
                <a:solidFill>
                  <a:srgbClr val="000000"/>
                </a:solidFill>
                <a:effectLst/>
                <a:uLnTx/>
                <a:uFillTx/>
                <a:latin typeface="Ubuntu"/>
                <a:ea typeface="+mn-ea"/>
                <a:cs typeface="+mn-cs"/>
              </a:rPr>
              <a:t>Any and all photography in these designs is given as an example. While you can use them, it’s better to </a:t>
            </a:r>
            <a:r>
              <a:rPr kumimoji="0" lang="en-US" sz="1000" b="1" i="0" u="none" strike="noStrike" kern="1200" cap="none" spc="0" normalizeH="0" baseline="0" noProof="0">
                <a:ln>
                  <a:noFill/>
                </a:ln>
                <a:solidFill>
                  <a:srgbClr val="000000"/>
                </a:solidFill>
                <a:effectLst/>
                <a:uLnTx/>
                <a:uFillTx/>
                <a:latin typeface="Ubuntu"/>
                <a:ea typeface="+mn-ea"/>
                <a:cs typeface="+mn-cs"/>
              </a:rPr>
              <a:t>change the photography</a:t>
            </a:r>
            <a:r>
              <a:rPr kumimoji="0" lang="en-US" sz="1000" b="0" i="0" u="none" strike="noStrike" kern="1200" cap="none" spc="0" normalizeH="0" baseline="0" noProof="0">
                <a:ln>
                  <a:noFill/>
                </a:ln>
                <a:solidFill>
                  <a:srgbClr val="000000"/>
                </a:solidFill>
                <a:effectLst/>
                <a:uLnTx/>
                <a:uFillTx/>
                <a:latin typeface="Ubuntu"/>
                <a:ea typeface="+mn-ea"/>
                <a:cs typeface="+mn-cs"/>
              </a:rPr>
              <a:t> to match your content.</a:t>
            </a:r>
          </a:p>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US" sz="1000" b="0" i="0" u="none" strike="noStrike" kern="1200" cap="none" spc="0" normalizeH="0" baseline="0" noProof="0">
                <a:ln>
                  <a:noFill/>
                </a:ln>
                <a:solidFill>
                  <a:srgbClr val="000000"/>
                </a:solidFill>
                <a:effectLst/>
                <a:uLnTx/>
                <a:uFillTx/>
                <a:latin typeface="Ubuntu"/>
                <a:ea typeface="+mn-ea"/>
                <a:cs typeface="+mn-cs"/>
              </a:rPr>
              <a:t>To do so, right click on the picture or placeholder to change/insert a photo. </a:t>
            </a:r>
          </a:p>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US" sz="1000" b="0" i="0" u="none" strike="noStrike" kern="1200" cap="none" spc="0" normalizeH="0" baseline="0" noProof="0">
                <a:ln>
                  <a:noFill/>
                </a:ln>
                <a:solidFill>
                  <a:srgbClr val="000000"/>
                </a:solidFill>
                <a:effectLst/>
                <a:uLnTx/>
                <a:uFillTx/>
                <a:latin typeface="Ubuntu"/>
                <a:ea typeface="+mn-ea"/>
                <a:cs typeface="+mn-cs"/>
              </a:rPr>
              <a:t>Where to find photography:</a:t>
            </a:r>
          </a:p>
          <a:p>
            <a:pPr marL="180975" marR="0" lvl="0" indent="-180975" algn="l" defTabSz="914400" rtl="0" eaLnBrk="1" fontAlgn="auto" latinLnBrk="0" hangingPunct="1">
              <a:lnSpc>
                <a:spcPct val="100000"/>
              </a:lnSpc>
              <a:spcBef>
                <a:spcPts val="600"/>
              </a:spcBef>
              <a:spcAft>
                <a:spcPts val="0"/>
              </a:spcAft>
              <a:buClr>
                <a:srgbClr val="0057AB"/>
              </a:buClr>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Ubuntu"/>
                <a:ea typeface="+mn-ea"/>
                <a:cs typeface="+mn-cs"/>
                <a:hlinkClick r:id="rId4"/>
              </a:rPr>
              <a:t>Photo library</a:t>
            </a:r>
            <a:endParaRPr kumimoji="0" lang="en-US" sz="1000" b="0" i="0" u="none" strike="noStrike" kern="1200" cap="none" spc="0" normalizeH="0" baseline="0" noProof="0">
              <a:ln>
                <a:noFill/>
              </a:ln>
              <a:solidFill>
                <a:srgbClr val="000000"/>
              </a:solidFill>
              <a:effectLst/>
              <a:uLnTx/>
              <a:uFillTx/>
              <a:latin typeface="Ubuntu"/>
              <a:ea typeface="+mn-ea"/>
              <a:cs typeface="+mn-cs"/>
            </a:endParaRPr>
          </a:p>
          <a:p>
            <a:pPr marL="180975" marR="0" lvl="0" indent="-180975" algn="l" defTabSz="914400" rtl="0" eaLnBrk="1" fontAlgn="auto" latinLnBrk="0" hangingPunct="1">
              <a:lnSpc>
                <a:spcPct val="100000"/>
              </a:lnSpc>
              <a:spcBef>
                <a:spcPts val="600"/>
              </a:spcBef>
              <a:spcAft>
                <a:spcPts val="0"/>
              </a:spcAft>
              <a:buClr>
                <a:srgbClr val="0057AB"/>
              </a:buClr>
              <a:buSzTx/>
              <a:buFont typeface="Arial" panose="020B0604020202020204" pitchFamily="34" charset="0"/>
              <a:buChar char="•"/>
              <a:tabLst/>
              <a:defRPr/>
            </a:pPr>
            <a:r>
              <a:rPr kumimoji="0" lang="en-US" sz="1000" b="0" i="0" u="none" strike="noStrike" kern="1200" cap="none" spc="0" normalizeH="0" baseline="0" noProof="0">
                <a:ln>
                  <a:noFill/>
                </a:ln>
                <a:solidFill>
                  <a:schemeClr val="tx2"/>
                </a:solidFill>
                <a:effectLst/>
                <a:uLnTx/>
                <a:uFillTx/>
                <a:latin typeface="Ubuntu"/>
                <a:ea typeface="+mn-ea"/>
                <a:cs typeface="+mn-cs"/>
                <a:hlinkClick r:id="rId5">
                  <a:extLst>
                    <a:ext uri="{A12FA001-AC4F-418D-AE19-62706E023703}">
                      <ahyp:hlinkClr xmlns:ahyp="http://schemas.microsoft.com/office/drawing/2018/hyperlinkcolor" val="tx"/>
                    </a:ext>
                  </a:extLst>
                </a:hlinkClick>
              </a:rPr>
              <a:t>Getty images</a:t>
            </a:r>
            <a:r>
              <a:rPr kumimoji="0" lang="en-US" sz="1000" b="0" i="0" u="none" strike="noStrike" kern="1200" cap="none" spc="0" normalizeH="0" baseline="0" noProof="0">
                <a:ln>
                  <a:noFill/>
                </a:ln>
                <a:solidFill>
                  <a:schemeClr val="tx2"/>
                </a:solidFill>
                <a:effectLst/>
                <a:uLnTx/>
                <a:uFillTx/>
                <a:latin typeface="Ubuntu"/>
                <a:ea typeface="+mn-ea"/>
                <a:cs typeface="+mn-cs"/>
              </a:rPr>
              <a:t> </a:t>
            </a:r>
            <a:r>
              <a:rPr kumimoji="0" lang="en-US" sz="1000" b="0" i="0" u="none" strike="noStrike" kern="1200" cap="none" spc="0" normalizeH="0" baseline="0" noProof="0">
                <a:ln>
                  <a:noFill/>
                </a:ln>
                <a:solidFill>
                  <a:srgbClr val="000000"/>
                </a:solidFill>
                <a:effectLst/>
                <a:uLnTx/>
                <a:uFillTx/>
                <a:latin typeface="Ubuntu"/>
                <a:ea typeface="+mn-ea"/>
                <a:cs typeface="+mn-cs"/>
              </a:rPr>
              <a:t>(Recommended), </a:t>
            </a:r>
            <a:r>
              <a:rPr kumimoji="0" lang="en-US" sz="1000" b="0" i="0" u="none" strike="noStrike" kern="1200" cap="none" spc="0" normalizeH="0" baseline="0" noProof="0">
                <a:ln>
                  <a:noFill/>
                </a:ln>
                <a:solidFill>
                  <a:schemeClr val="tx2"/>
                </a:solidFill>
                <a:effectLst/>
                <a:uLnTx/>
                <a:uFillTx/>
                <a:latin typeface="Ubuntu"/>
                <a:ea typeface="+mn-ea"/>
                <a:cs typeface="+mn-cs"/>
                <a:hlinkClick r:id="rId6">
                  <a:extLst>
                    <a:ext uri="{A12FA001-AC4F-418D-AE19-62706E023703}">
                      <ahyp:hlinkClr xmlns:ahyp="http://schemas.microsoft.com/office/drawing/2018/hyperlinkcolor" val="tx"/>
                    </a:ext>
                  </a:extLst>
                </a:hlinkClick>
              </a:rPr>
              <a:t>Shutterstock</a:t>
            </a:r>
            <a:r>
              <a:rPr kumimoji="0" lang="en-US" sz="1000" b="0" i="0" u="none" strike="noStrike" kern="1200" cap="none" spc="0" normalizeH="0" baseline="0" noProof="0">
                <a:ln>
                  <a:noFill/>
                </a:ln>
                <a:solidFill>
                  <a:schemeClr val="tx2"/>
                </a:solidFill>
                <a:effectLst/>
                <a:uLnTx/>
                <a:uFillTx/>
                <a:latin typeface="Ubuntu"/>
                <a:ea typeface="+mn-ea"/>
                <a:cs typeface="+mn-cs"/>
              </a:rPr>
              <a:t>, </a:t>
            </a:r>
            <a:r>
              <a:rPr kumimoji="0" lang="en-US" sz="1000" b="0" i="0" u="none" strike="noStrike" kern="1200" cap="none" spc="0" normalizeH="0" baseline="0" noProof="0">
                <a:ln>
                  <a:noFill/>
                </a:ln>
                <a:solidFill>
                  <a:schemeClr val="tx2"/>
                </a:solidFill>
                <a:effectLst/>
                <a:uLnTx/>
                <a:uFillTx/>
                <a:latin typeface="Ubuntu"/>
                <a:ea typeface="+mn-ea"/>
                <a:cs typeface="+mn-cs"/>
                <a:hlinkClick r:id="rId7">
                  <a:extLst>
                    <a:ext uri="{A12FA001-AC4F-418D-AE19-62706E023703}">
                      <ahyp:hlinkClr xmlns:ahyp="http://schemas.microsoft.com/office/drawing/2018/hyperlinkcolor" val="tx"/>
                    </a:ext>
                  </a:extLst>
                </a:hlinkClick>
              </a:rPr>
              <a:t>Adobe images</a:t>
            </a:r>
            <a:r>
              <a:rPr kumimoji="0" lang="en-US" sz="1000" b="0" i="0" u="none" strike="noStrike" kern="1200" cap="none" spc="0" normalizeH="0" baseline="0" noProof="0">
                <a:ln>
                  <a:noFill/>
                </a:ln>
                <a:solidFill>
                  <a:schemeClr val="tx2"/>
                </a:solidFill>
                <a:effectLst/>
                <a:uLnTx/>
                <a:uFillTx/>
                <a:latin typeface="Ubuntu"/>
                <a:ea typeface="+mn-ea"/>
                <a:cs typeface="+mn-cs"/>
              </a:rPr>
              <a:t> </a:t>
            </a:r>
            <a:r>
              <a:rPr kumimoji="0" lang="en-US" sz="1000" b="0" i="0" u="none" strike="noStrike" kern="1200" cap="none" spc="0" normalizeH="0" baseline="0" noProof="0">
                <a:ln>
                  <a:noFill/>
                </a:ln>
                <a:solidFill>
                  <a:srgbClr val="000000"/>
                </a:solidFill>
                <a:effectLst/>
                <a:uLnTx/>
                <a:uFillTx/>
                <a:latin typeface="Ubuntu"/>
                <a:ea typeface="+mn-ea"/>
                <a:cs typeface="+mn-cs"/>
              </a:rPr>
              <a:t>(check with your M&amp;C design team):</a:t>
            </a:r>
          </a:p>
          <a:p>
            <a:pPr marL="0" marR="0" lvl="0" indent="0" algn="l" defTabSz="914400" rtl="0" eaLnBrk="1" fontAlgn="auto" latinLnBrk="0" hangingPunct="1">
              <a:lnSpc>
                <a:spcPct val="100000"/>
              </a:lnSpc>
              <a:spcBef>
                <a:spcPts val="600"/>
              </a:spcBef>
              <a:spcAft>
                <a:spcPts val="0"/>
              </a:spcAft>
              <a:buClrTx/>
              <a:buSzTx/>
              <a:buFontTx/>
              <a:buNone/>
              <a:tabLst/>
              <a:defRPr/>
            </a:pPr>
            <a:r>
              <a:rPr kumimoji="0" lang="pl-PL" sz="1000" b="1" i="0" u="none" strike="noStrike" kern="1200" cap="none" spc="0" normalizeH="0" baseline="0" noProof="0" err="1">
                <a:ln>
                  <a:noFill/>
                </a:ln>
                <a:solidFill>
                  <a:srgbClr val="000000"/>
                </a:solidFill>
                <a:effectLst/>
                <a:uLnTx/>
                <a:uFillTx/>
                <a:latin typeface="Ubuntu"/>
                <a:ea typeface="+mn-ea"/>
                <a:cs typeface="+mn-cs"/>
              </a:rPr>
              <a:t>Further</a:t>
            </a:r>
            <a:r>
              <a:rPr kumimoji="0" lang="pl-PL" sz="1000" b="1" i="0" u="none" strike="noStrike" kern="1200" cap="none" spc="0" normalizeH="0" baseline="0" noProof="0">
                <a:ln>
                  <a:noFill/>
                </a:ln>
                <a:solidFill>
                  <a:srgbClr val="000000"/>
                </a:solidFill>
                <a:effectLst/>
                <a:uLnTx/>
                <a:uFillTx/>
                <a:latin typeface="Ubuntu"/>
                <a:ea typeface="+mn-ea"/>
                <a:cs typeface="+mn-cs"/>
              </a:rPr>
              <a:t> </a:t>
            </a:r>
            <a:r>
              <a:rPr kumimoji="0" lang="pl-PL" sz="1000" b="1" i="0" u="none" strike="noStrike" kern="1200" cap="none" spc="0" normalizeH="0" baseline="0" noProof="0" err="1">
                <a:ln>
                  <a:noFill/>
                </a:ln>
                <a:solidFill>
                  <a:srgbClr val="000000"/>
                </a:solidFill>
                <a:effectLst/>
                <a:uLnTx/>
                <a:uFillTx/>
                <a:latin typeface="Ubuntu"/>
                <a:ea typeface="+mn-ea"/>
                <a:cs typeface="+mn-cs"/>
              </a:rPr>
              <a:t>examples</a:t>
            </a:r>
            <a:r>
              <a:rPr kumimoji="0" lang="pl-PL" sz="1000" b="1" i="0" u="none" strike="noStrike" kern="1200" cap="none" spc="0" normalizeH="0" baseline="0" noProof="0">
                <a:ln>
                  <a:noFill/>
                </a:ln>
                <a:solidFill>
                  <a:srgbClr val="000000"/>
                </a:solidFill>
                <a:effectLst/>
                <a:uLnTx/>
                <a:uFillTx/>
                <a:latin typeface="Ubuntu"/>
                <a:ea typeface="+mn-ea"/>
                <a:cs typeface="+mn-cs"/>
              </a:rPr>
              <a:t> and </a:t>
            </a:r>
            <a:r>
              <a:rPr kumimoji="0" lang="pl-PL" sz="1000" b="1" i="0" u="none" strike="noStrike" kern="1200" cap="none" spc="0" normalizeH="0" baseline="0" noProof="0" err="1">
                <a:ln>
                  <a:noFill/>
                </a:ln>
                <a:solidFill>
                  <a:srgbClr val="000000"/>
                </a:solidFill>
                <a:effectLst/>
                <a:uLnTx/>
                <a:uFillTx/>
                <a:latin typeface="Ubuntu"/>
                <a:ea typeface="+mn-ea"/>
                <a:cs typeface="+mn-cs"/>
              </a:rPr>
              <a:t>inspiration</a:t>
            </a:r>
            <a:r>
              <a:rPr kumimoji="0" lang="pl-PL" sz="1000" b="1" i="0" u="none" strike="noStrike" kern="1200" cap="none" spc="0" normalizeH="0" baseline="0" noProof="0">
                <a:ln>
                  <a:noFill/>
                </a:ln>
                <a:solidFill>
                  <a:srgbClr val="000000"/>
                </a:solidFill>
                <a:effectLst/>
                <a:uLnTx/>
                <a:uFillTx/>
                <a:latin typeface="Ubuntu"/>
                <a:ea typeface="+mn-ea"/>
                <a:cs typeface="+mn-cs"/>
              </a:rPr>
              <a:t> </a:t>
            </a:r>
            <a:r>
              <a:rPr kumimoji="0" lang="pl-PL" sz="1000" b="0" i="0" u="none" strike="noStrike" kern="1200" cap="none" spc="0" normalizeH="0" baseline="0" noProof="0" err="1">
                <a:ln>
                  <a:noFill/>
                </a:ln>
                <a:solidFill>
                  <a:srgbClr val="000000"/>
                </a:solidFill>
                <a:effectLst/>
                <a:uLnTx/>
                <a:uFillTx/>
                <a:latin typeface="Ubuntu"/>
                <a:ea typeface="+mn-ea"/>
                <a:cs typeface="+mn-cs"/>
              </a:rPr>
              <a:t>is</a:t>
            </a:r>
            <a:r>
              <a:rPr kumimoji="0" lang="pl-PL" sz="1000" b="0" i="0" u="none" strike="noStrike" kern="1200" cap="none" spc="0" normalizeH="0" baseline="0" noProof="0">
                <a:ln>
                  <a:noFill/>
                </a:ln>
                <a:solidFill>
                  <a:srgbClr val="000000"/>
                </a:solidFill>
                <a:effectLst/>
                <a:uLnTx/>
                <a:uFillTx/>
                <a:latin typeface="Ubuntu"/>
                <a:ea typeface="+mn-ea"/>
                <a:cs typeface="+mn-cs"/>
              </a:rPr>
              <a:t> </a:t>
            </a:r>
            <a:r>
              <a:rPr kumimoji="0" lang="pl-PL" sz="1000" b="0" i="0" u="none" strike="noStrike" kern="1200" cap="none" spc="0" normalizeH="0" baseline="0" noProof="0" err="1">
                <a:ln>
                  <a:noFill/>
                </a:ln>
                <a:solidFill>
                  <a:srgbClr val="000000"/>
                </a:solidFill>
                <a:effectLst/>
                <a:uLnTx/>
                <a:uFillTx/>
                <a:latin typeface="Ubuntu"/>
                <a:ea typeface="+mn-ea"/>
                <a:cs typeface="+mn-cs"/>
              </a:rPr>
              <a:t>available</a:t>
            </a:r>
            <a:r>
              <a:rPr kumimoji="0" lang="pl-PL" sz="1000" b="0" i="0" u="none" strike="noStrike" kern="1200" cap="none" spc="0" normalizeH="0" baseline="0" noProof="0">
                <a:ln>
                  <a:noFill/>
                </a:ln>
                <a:solidFill>
                  <a:srgbClr val="000000"/>
                </a:solidFill>
                <a:effectLst/>
                <a:uLnTx/>
                <a:uFillTx/>
                <a:latin typeface="Ubuntu"/>
                <a:ea typeface="+mn-ea"/>
                <a:cs typeface="+mn-cs"/>
              </a:rPr>
              <a:t> </a:t>
            </a:r>
            <a:r>
              <a:rPr kumimoji="0" lang="pl-PL" sz="1000" b="0" i="0" u="none" strike="noStrike" kern="1200" cap="none" spc="0" normalizeH="0" baseline="0" noProof="0">
                <a:ln>
                  <a:noFill/>
                </a:ln>
                <a:solidFill>
                  <a:srgbClr val="000000"/>
                </a:solidFill>
                <a:effectLst/>
                <a:uLnTx/>
                <a:uFillTx/>
                <a:latin typeface="Ubuntu"/>
                <a:ea typeface="+mn-ea"/>
                <a:cs typeface="+mn-cs"/>
                <a:hlinkClick r:id="rId8"/>
              </a:rPr>
              <a:t>here</a:t>
            </a:r>
            <a:r>
              <a:rPr kumimoji="0" lang="pl-PL" sz="1000" b="0" i="0" u="none" strike="noStrike" kern="1200" cap="none" spc="0" normalizeH="0" baseline="0" noProof="0">
                <a:ln>
                  <a:noFill/>
                </a:ln>
                <a:solidFill>
                  <a:srgbClr val="000000"/>
                </a:solidFill>
                <a:effectLst/>
                <a:uLnTx/>
                <a:uFillTx/>
                <a:latin typeface="Ubuntu"/>
                <a:ea typeface="+mn-ea"/>
                <a:cs typeface="+mn-cs"/>
              </a:rPr>
              <a:t>.</a:t>
            </a:r>
            <a:endParaRPr kumimoji="0" lang="pl-PL" sz="1400" b="0" i="0" u="none" strike="noStrike" kern="1200" cap="none" spc="0" normalizeH="0" baseline="0" noProof="0">
              <a:ln>
                <a:noFill/>
              </a:ln>
              <a:solidFill>
                <a:srgbClr val="000000"/>
              </a:solidFill>
              <a:effectLst/>
              <a:uLnTx/>
              <a:uFillTx/>
              <a:latin typeface="Ubuntu"/>
              <a:ea typeface="+mn-ea"/>
              <a:cs typeface="+mn-cs"/>
            </a:endParaRPr>
          </a:p>
        </p:txBody>
      </p:sp>
      <p:grpSp>
        <p:nvGrpSpPr>
          <p:cNvPr id="38" name="Group 37">
            <a:extLst>
              <a:ext uri="{FF2B5EF4-FFF2-40B4-BE49-F238E27FC236}">
                <a16:creationId xmlns:a16="http://schemas.microsoft.com/office/drawing/2014/main" id="{15A6E9B8-DEE9-D2E7-EA0A-71DCABFA1D4C}"/>
              </a:ext>
            </a:extLst>
          </p:cNvPr>
          <p:cNvGrpSpPr/>
          <p:nvPr userDrawn="1"/>
        </p:nvGrpSpPr>
        <p:grpSpPr>
          <a:xfrm>
            <a:off x="12697348" y="5300458"/>
            <a:ext cx="323069" cy="1431074"/>
            <a:chOff x="12744656" y="865532"/>
            <a:chExt cx="323069" cy="1431074"/>
          </a:xfrm>
        </p:grpSpPr>
        <p:pic>
          <p:nvPicPr>
            <p:cNvPr id="39" name="Picture 38" descr="A green circle with purple text&#10;&#10;AI-generated content may be incorrect.">
              <a:extLst>
                <a:ext uri="{FF2B5EF4-FFF2-40B4-BE49-F238E27FC236}">
                  <a16:creationId xmlns:a16="http://schemas.microsoft.com/office/drawing/2014/main" id="{B88BBE0E-5B4C-C4FD-8395-D94D6170E095}"/>
                </a:ext>
              </a:extLst>
            </p:cNvPr>
            <p:cNvPicPr/>
            <p:nvPr/>
          </p:nvPicPr>
          <p:blipFill>
            <a:blip r:embed="rId9" cstate="screen">
              <a:extLst>
                <a:ext uri="{28A0092B-C50C-407E-A947-70E740481C1C}">
                  <a14:useLocalDpi xmlns:a14="http://schemas.microsoft.com/office/drawing/2010/main"/>
                </a:ext>
              </a:extLst>
            </a:blip>
            <a:stretch>
              <a:fillRect/>
            </a:stretch>
          </p:blipFill>
          <p:spPr>
            <a:xfrm>
              <a:off x="12744656" y="865532"/>
              <a:ext cx="323069" cy="323069"/>
            </a:xfrm>
            <a:prstGeom prst="rect">
              <a:avLst/>
            </a:prstGeom>
          </p:spPr>
        </p:pic>
        <p:pic>
          <p:nvPicPr>
            <p:cNvPr id="40" name="Picture 39" descr="A blue circle with white text&#10;&#10;AI-generated content may be incorrect.">
              <a:extLst>
                <a:ext uri="{FF2B5EF4-FFF2-40B4-BE49-F238E27FC236}">
                  <a16:creationId xmlns:a16="http://schemas.microsoft.com/office/drawing/2014/main" id="{AE961364-C365-D7ED-2C98-CDDE56393D98}"/>
                </a:ext>
              </a:extLst>
            </p:cNvPr>
            <p:cNvPicPr/>
            <p:nvPr/>
          </p:nvPicPr>
          <p:blipFill>
            <a:blip r:embed="rId10" cstate="screen">
              <a:extLst>
                <a:ext uri="{28A0092B-C50C-407E-A947-70E740481C1C}">
                  <a14:useLocalDpi xmlns:a14="http://schemas.microsoft.com/office/drawing/2010/main"/>
                </a:ext>
              </a:extLst>
            </a:blip>
            <a:stretch>
              <a:fillRect/>
            </a:stretch>
          </p:blipFill>
          <p:spPr>
            <a:xfrm>
              <a:off x="12744656" y="1238626"/>
              <a:ext cx="323069" cy="323069"/>
            </a:xfrm>
            <a:prstGeom prst="rect">
              <a:avLst/>
            </a:prstGeom>
          </p:spPr>
        </p:pic>
        <p:pic>
          <p:nvPicPr>
            <p:cNvPr id="41" name="Picture 40" descr="A yellow circle with purple text&#10;&#10;AI-generated content may be incorrect.">
              <a:extLst>
                <a:ext uri="{FF2B5EF4-FFF2-40B4-BE49-F238E27FC236}">
                  <a16:creationId xmlns:a16="http://schemas.microsoft.com/office/drawing/2014/main" id="{9B3040BE-D3A1-8764-C2EB-9A88C73D1C5D}"/>
                </a:ext>
              </a:extLst>
            </p:cNvPr>
            <p:cNvPicPr/>
            <p:nvPr/>
          </p:nvPicPr>
          <p:blipFill>
            <a:blip r:embed="rId11" cstate="screen">
              <a:extLst>
                <a:ext uri="{28A0092B-C50C-407E-A947-70E740481C1C}">
                  <a14:useLocalDpi xmlns:a14="http://schemas.microsoft.com/office/drawing/2010/main"/>
                </a:ext>
              </a:extLst>
            </a:blip>
            <a:stretch>
              <a:fillRect/>
            </a:stretch>
          </p:blipFill>
          <p:spPr>
            <a:xfrm>
              <a:off x="12744656" y="1605918"/>
              <a:ext cx="323069" cy="323069"/>
            </a:xfrm>
            <a:prstGeom prst="rect">
              <a:avLst/>
            </a:prstGeom>
          </p:spPr>
        </p:pic>
        <p:pic>
          <p:nvPicPr>
            <p:cNvPr id="42" name="Picture 41" descr="A red circle with white text&#10;&#10;AI-generated content may be incorrect.">
              <a:extLst>
                <a:ext uri="{FF2B5EF4-FFF2-40B4-BE49-F238E27FC236}">
                  <a16:creationId xmlns:a16="http://schemas.microsoft.com/office/drawing/2014/main" id="{11F78AF9-33A1-0C8E-F889-F676ECC30433}"/>
                </a:ext>
              </a:extLst>
            </p:cNvPr>
            <p:cNvPicPr/>
            <p:nvPr/>
          </p:nvPicPr>
          <p:blipFill>
            <a:blip r:embed="rId12" cstate="screen">
              <a:extLst>
                <a:ext uri="{28A0092B-C50C-407E-A947-70E740481C1C}">
                  <a14:useLocalDpi xmlns:a14="http://schemas.microsoft.com/office/drawing/2010/main"/>
                </a:ext>
              </a:extLst>
            </a:blip>
            <a:stretch>
              <a:fillRect/>
            </a:stretch>
          </p:blipFill>
          <p:spPr>
            <a:xfrm>
              <a:off x="12744656" y="1973537"/>
              <a:ext cx="323069" cy="323069"/>
            </a:xfrm>
            <a:prstGeom prst="rect">
              <a:avLst/>
            </a:prstGeom>
          </p:spPr>
        </p:pic>
      </p:grpSp>
    </p:spTree>
    <p:extLst>
      <p:ext uri="{BB962C8B-B14F-4D97-AF65-F5344CB8AC3E}">
        <p14:creationId xmlns:p14="http://schemas.microsoft.com/office/powerpoint/2010/main" val="4246036127"/>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showMasterSp="0" preserve="1" userDrawn="1">
  <p:cSld name="Title Slide 3">
    <p:bg>
      <p:bgPr>
        <a:solidFill>
          <a:schemeClr val="bg1"/>
        </a:solidFill>
        <a:effectLst/>
      </p:bgPr>
    </p:bg>
    <p:spTree>
      <p:nvGrpSpPr>
        <p:cNvPr id="1" name=""/>
        <p:cNvGrpSpPr/>
        <p:nvPr/>
      </p:nvGrpSpPr>
      <p:grpSpPr>
        <a:xfrm>
          <a:off x="0" y="0"/>
          <a:ext cx="0" cy="0"/>
          <a:chOff x="0" y="0"/>
          <a:chExt cx="0" cy="0"/>
        </a:xfrm>
      </p:grpSpPr>
      <p:sp>
        <p:nvSpPr>
          <p:cNvPr id="32" name="Picture Placeholder 10">
            <a:extLst>
              <a:ext uri="{FF2B5EF4-FFF2-40B4-BE49-F238E27FC236}">
                <a16:creationId xmlns:a16="http://schemas.microsoft.com/office/drawing/2014/main" id="{3ACE82B0-62A7-4716-0770-25177C6C2523}"/>
              </a:ext>
            </a:extLst>
          </p:cNvPr>
          <p:cNvSpPr>
            <a:spLocks noGrp="1"/>
          </p:cNvSpPr>
          <p:nvPr>
            <p:ph type="pic" sz="quarter" idx="13"/>
          </p:nvPr>
        </p:nvSpPr>
        <p:spPr>
          <a:xfrm>
            <a:off x="180001" y="0"/>
            <a:ext cx="12011999" cy="6858000"/>
          </a:xfrm>
          <a:prstGeom prst="rect">
            <a:avLst/>
          </a:prstGeom>
          <a:solidFill>
            <a:schemeClr val="bg1"/>
          </a:solidFill>
        </p:spPr>
        <p:txBody>
          <a:bodyPr vert="horz" lIns="0" tIns="0" rIns="0" bIns="0" rtlCol="0">
            <a:noAutofit/>
          </a:bodyPr>
          <a:lstStyle>
            <a:lvl1pPr>
              <a:defRPr lang="en-US">
                <a:solidFill>
                  <a:schemeClr val="bg2">
                    <a:lumMod val="75000"/>
                  </a:schemeClr>
                </a:solidFill>
              </a:defRPr>
            </a:lvl1pPr>
          </a:lstStyle>
          <a:p>
            <a:pPr marR="0" lvl="0" fontAlgn="auto">
              <a:spcAft>
                <a:spcPts val="0"/>
              </a:spcAft>
              <a:buClrTx/>
              <a:buSzTx/>
              <a:tabLst/>
            </a:pPr>
            <a:r>
              <a:rPr lang="en-US"/>
              <a:t>Click icon to add picture</a:t>
            </a:r>
          </a:p>
        </p:txBody>
      </p:sp>
      <p:grpSp>
        <p:nvGrpSpPr>
          <p:cNvPr id="33" name="Group 2">
            <a:extLst>
              <a:ext uri="{FF2B5EF4-FFF2-40B4-BE49-F238E27FC236}">
                <a16:creationId xmlns:a16="http://schemas.microsoft.com/office/drawing/2014/main" id="{8F46E283-C322-4D6F-0C87-E9B5787BEF80}"/>
              </a:ext>
            </a:extLst>
          </p:cNvPr>
          <p:cNvGrpSpPr>
            <a:grpSpLocks noChangeAspect="1"/>
          </p:cNvGrpSpPr>
          <p:nvPr userDrawn="1"/>
        </p:nvGrpSpPr>
        <p:grpSpPr>
          <a:xfrm>
            <a:off x="9912013" y="6122117"/>
            <a:ext cx="1872000" cy="420870"/>
            <a:chOff x="5094083" y="5360390"/>
            <a:chExt cx="3039349" cy="683316"/>
          </a:xfrm>
          <a:solidFill>
            <a:schemeClr val="tx2"/>
          </a:solidFill>
        </p:grpSpPr>
        <p:sp>
          <p:nvSpPr>
            <p:cNvPr id="34" name="Freeform: Shape 4">
              <a:extLst>
                <a:ext uri="{FF2B5EF4-FFF2-40B4-BE49-F238E27FC236}">
                  <a16:creationId xmlns:a16="http://schemas.microsoft.com/office/drawing/2014/main" id="{E7C6E56A-237E-269F-8948-94D8630922C0}"/>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35" name="Freeform: Shape 5">
              <a:extLst>
                <a:ext uri="{FF2B5EF4-FFF2-40B4-BE49-F238E27FC236}">
                  <a16:creationId xmlns:a16="http://schemas.microsoft.com/office/drawing/2014/main" id="{69EF9104-8430-F98A-7A15-FE04244E2D36}"/>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36" name="Freeform: Shape 6">
              <a:extLst>
                <a:ext uri="{FF2B5EF4-FFF2-40B4-BE49-F238E27FC236}">
                  <a16:creationId xmlns:a16="http://schemas.microsoft.com/office/drawing/2014/main" id="{0398A75A-EE7F-6840-B64B-CD550ECF76E3}"/>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37" name="Freeform: Shape 7">
              <a:extLst>
                <a:ext uri="{FF2B5EF4-FFF2-40B4-BE49-F238E27FC236}">
                  <a16:creationId xmlns:a16="http://schemas.microsoft.com/office/drawing/2014/main" id="{3586F6A8-69A4-9382-D0C9-7CA34851C34A}"/>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38" name="Freeform: Shape 8">
              <a:extLst>
                <a:ext uri="{FF2B5EF4-FFF2-40B4-BE49-F238E27FC236}">
                  <a16:creationId xmlns:a16="http://schemas.microsoft.com/office/drawing/2014/main" id="{3814A5D2-6C0A-D1F0-266D-7ECB31C3E8E6}"/>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39" name="Title 31">
            <a:extLst>
              <a:ext uri="{FF2B5EF4-FFF2-40B4-BE49-F238E27FC236}">
                <a16:creationId xmlns:a16="http://schemas.microsoft.com/office/drawing/2014/main" id="{F322BC76-B62D-13E1-DFD4-1C84E6221D02}"/>
              </a:ext>
            </a:extLst>
          </p:cNvPr>
          <p:cNvSpPr>
            <a:spLocks noGrp="1"/>
          </p:cNvSpPr>
          <p:nvPr>
            <p:ph type="title"/>
          </p:nvPr>
        </p:nvSpPr>
        <p:spPr>
          <a:xfrm>
            <a:off x="1214394" y="3346281"/>
            <a:ext cx="6578080" cy="1872208"/>
          </a:xfrm>
        </p:spPr>
        <p:txBody>
          <a:bodyPr anchor="b"/>
          <a:lstStyle>
            <a:lvl1pPr>
              <a:defRPr sz="5400"/>
            </a:lvl1pPr>
          </a:lstStyle>
          <a:p>
            <a:r>
              <a:rPr lang="en-US"/>
              <a:t>Click to edit Master title style</a:t>
            </a:r>
            <a:endParaRPr lang="en-PL"/>
          </a:p>
        </p:txBody>
      </p:sp>
      <p:sp>
        <p:nvSpPr>
          <p:cNvPr id="40" name="Text Placeholder 33">
            <a:extLst>
              <a:ext uri="{FF2B5EF4-FFF2-40B4-BE49-F238E27FC236}">
                <a16:creationId xmlns:a16="http://schemas.microsoft.com/office/drawing/2014/main" id="{CA8F7439-A11A-B37F-8E7F-1541F8C360C4}"/>
              </a:ext>
            </a:extLst>
          </p:cNvPr>
          <p:cNvSpPr>
            <a:spLocks noGrp="1"/>
          </p:cNvSpPr>
          <p:nvPr>
            <p:ph type="body" sz="quarter" idx="14"/>
          </p:nvPr>
        </p:nvSpPr>
        <p:spPr>
          <a:xfrm>
            <a:off x="1212285" y="5251824"/>
            <a:ext cx="6578080" cy="659722"/>
          </a:xfrm>
          <a:prstGeom prst="rect">
            <a:avLst/>
          </a:prstGeom>
        </p:spPr>
        <p:txBody>
          <a:bodyPr/>
          <a:lstStyle/>
          <a:p>
            <a:pPr lvl="0"/>
            <a:r>
              <a:rPr lang="en-US"/>
              <a:t>Click to edit Master text styles</a:t>
            </a:r>
          </a:p>
        </p:txBody>
      </p:sp>
      <p:sp>
        <p:nvSpPr>
          <p:cNvPr id="3" name="Rectangle 2">
            <a:extLst>
              <a:ext uri="{FF2B5EF4-FFF2-40B4-BE49-F238E27FC236}">
                <a16:creationId xmlns:a16="http://schemas.microsoft.com/office/drawing/2014/main" id="{731224E1-CA4F-0875-C5F0-35D33EADD2EB}"/>
              </a:ext>
            </a:extLst>
          </p:cNvPr>
          <p:cNvSpPr/>
          <p:nvPr userDrawn="1"/>
        </p:nvSpPr>
        <p:spPr>
          <a:xfrm rot="16200000">
            <a:off x="-3338999"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4" name="Text Placeholder 33">
            <a:extLst>
              <a:ext uri="{FF2B5EF4-FFF2-40B4-BE49-F238E27FC236}">
                <a16:creationId xmlns:a16="http://schemas.microsoft.com/office/drawing/2014/main" id="{F38081E3-C84E-8E42-A77A-A602E5F45BEC}"/>
              </a:ext>
            </a:extLst>
          </p:cNvPr>
          <p:cNvSpPr>
            <a:spLocks noGrp="1"/>
          </p:cNvSpPr>
          <p:nvPr>
            <p:ph type="body" sz="quarter" idx="15"/>
          </p:nvPr>
        </p:nvSpPr>
        <p:spPr>
          <a:xfrm>
            <a:off x="1212285" y="5910502"/>
            <a:ext cx="6578080" cy="659722"/>
          </a:xfrm>
          <a:prstGeom prst="rect">
            <a:avLst/>
          </a:prstGeom>
        </p:spPr>
        <p:txBody>
          <a:bodyPr/>
          <a:lstStyle/>
          <a:p>
            <a:pPr lvl="0"/>
            <a:r>
              <a:rPr lang="en-US"/>
              <a:t>Click to edit Master text styles</a:t>
            </a:r>
          </a:p>
        </p:txBody>
      </p:sp>
      <p:pic>
        <p:nvPicPr>
          <p:cNvPr id="13" name="Picture 12" descr="A blue circle with white text&#10;&#10;AI-generated content may be incorrect.">
            <a:extLst>
              <a:ext uri="{FF2B5EF4-FFF2-40B4-BE49-F238E27FC236}">
                <a16:creationId xmlns:a16="http://schemas.microsoft.com/office/drawing/2014/main" id="{C0CCB8B8-6EC3-9E90-2312-6BB827D71732}"/>
              </a:ext>
            </a:extLst>
          </p:cNvPr>
          <p:cNvPicPr/>
          <p:nvPr userDrawn="1"/>
        </p:nvPicPr>
        <p:blipFill>
          <a:blip r:embed="rId2" cstate="screen">
            <a:extLst>
              <a:ext uri="{28A0092B-C50C-407E-A947-70E740481C1C}">
                <a14:useLocalDpi xmlns:a14="http://schemas.microsoft.com/office/drawing/2010/main"/>
              </a:ext>
            </a:extLst>
          </a:blip>
          <a:stretch>
            <a:fillRect/>
          </a:stretch>
        </p:blipFill>
        <p:spPr>
          <a:xfrm>
            <a:off x="11640477" y="180491"/>
            <a:ext cx="406401" cy="406400"/>
          </a:xfrm>
          <a:prstGeom prst="rect">
            <a:avLst/>
          </a:prstGeom>
        </p:spPr>
      </p:pic>
      <p:sp>
        <p:nvSpPr>
          <p:cNvPr id="11" name="Speech Bubble: Rectangle with Corners Rounded 4">
            <a:extLst>
              <a:ext uri="{FF2B5EF4-FFF2-40B4-BE49-F238E27FC236}">
                <a16:creationId xmlns:a16="http://schemas.microsoft.com/office/drawing/2014/main" id="{1BF4DF19-A143-5464-E5E8-FBA9B4429747}"/>
              </a:ext>
            </a:extLst>
          </p:cNvPr>
          <p:cNvSpPr/>
          <p:nvPr userDrawn="1"/>
        </p:nvSpPr>
        <p:spPr>
          <a:xfrm>
            <a:off x="12443989" y="4045418"/>
            <a:ext cx="2908723" cy="2796540"/>
          </a:xfrm>
          <a:prstGeom prst="rect">
            <a:avLst/>
          </a:prstGeom>
          <a:solidFill>
            <a:srgbClr val="FFFFFF"/>
          </a:solidFill>
          <a:ln w="12700" cap="flat" cmpd="sng" algn="ctr">
            <a:noFill/>
            <a:prstDash val="solid"/>
            <a:miter lim="800000"/>
          </a:ln>
          <a:effectLst/>
        </p:spPr>
        <p:txBody>
          <a:bodyPr lIns="180000" tIns="180000" rIns="180000"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GB" sz="1400" b="1" i="0" u="none" strike="noStrike" kern="1200" cap="none" spc="0" normalizeH="0" baseline="0" noProof="0">
                <a:ln>
                  <a:noFill/>
                </a:ln>
                <a:solidFill>
                  <a:srgbClr val="000000"/>
                </a:solidFill>
                <a:effectLst/>
                <a:uLnTx/>
                <a:uFillTx/>
                <a:latin typeface="Ubuntu"/>
                <a:ea typeface="+mn-ea"/>
                <a:cs typeface="+mn-cs"/>
              </a:rPr>
              <a:t>Security classification </a:t>
            </a:r>
          </a:p>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GB" sz="1000" b="0" i="0" u="none" strike="noStrike" kern="1200" cap="none" spc="0" normalizeH="0" baseline="0" noProof="0">
                <a:ln>
                  <a:noFill/>
                </a:ln>
                <a:solidFill>
                  <a:srgbClr val="000000"/>
                </a:solidFill>
                <a:effectLst/>
                <a:uLnTx/>
                <a:uFillTx/>
                <a:latin typeface="Ubuntu"/>
                <a:ea typeface="+mn-ea"/>
                <a:cs typeface="+mn-cs"/>
              </a:rPr>
              <a:t>Always add the appropriate security classification to the cover page and and footers (</a:t>
            </a:r>
            <a:r>
              <a:rPr kumimoji="0" lang="en-US" sz="1000" b="0" i="0" u="none" strike="noStrike" kern="1200" cap="none" spc="0" normalizeH="0" baseline="0" noProof="0">
                <a:ln>
                  <a:noFill/>
                </a:ln>
                <a:solidFill>
                  <a:srgbClr val="000000"/>
                </a:solidFill>
                <a:effectLst/>
                <a:uLnTx/>
                <a:uFillTx/>
                <a:latin typeface="Ubuntu"/>
                <a:ea typeface="+mn-ea"/>
                <a:cs typeface="+mn-cs"/>
              </a:rPr>
              <a:t>see classification definitions </a:t>
            </a:r>
            <a:r>
              <a:rPr kumimoji="0" lang="en-US" sz="1000" b="0" i="0" u="none" strike="noStrike" kern="1200" cap="none" spc="0" normalizeH="0" baseline="0" noProof="0">
                <a:ln>
                  <a:noFill/>
                </a:ln>
                <a:solidFill>
                  <a:srgbClr val="000000"/>
                </a:solidFill>
                <a:effectLst/>
                <a:uLnTx/>
                <a:uFillTx/>
                <a:latin typeface="Ubuntu"/>
                <a:ea typeface="+mn-ea"/>
                <a:cs typeface="+mn-cs"/>
                <a:hlinkClick r:id="rId3">
                  <a:extLst>
                    <a:ext uri="{A12FA001-AC4F-418D-AE19-62706E023703}">
                      <ahyp:hlinkClr xmlns:ahyp="http://schemas.microsoft.com/office/drawing/2018/hyperlinkcolor" val="tx"/>
                    </a:ext>
                  </a:extLst>
                </a:hlinkClick>
              </a:rPr>
              <a:t>here</a:t>
            </a:r>
            <a:r>
              <a:rPr kumimoji="0" lang="en-US" sz="1000" b="0" i="0" u="none" strike="noStrike" kern="1200" cap="none" spc="0" normalizeH="0" baseline="0" noProof="0">
                <a:ln>
                  <a:noFill/>
                </a:ln>
                <a:solidFill>
                  <a:srgbClr val="000000"/>
                </a:solidFill>
                <a:effectLst/>
                <a:uLnTx/>
                <a:uFillTx/>
                <a:latin typeface="Ubuntu"/>
                <a:ea typeface="+mn-ea"/>
                <a:cs typeface="+mn-cs"/>
              </a:rPr>
              <a:t>).</a:t>
            </a:r>
          </a:p>
          <a:p>
            <a:pPr marL="538163" marR="0" lvl="0" indent="0" algn="l" defTabSz="914400" rtl="0" eaLnBrk="1" fontAlgn="auto" latinLnBrk="0" hangingPunct="1">
              <a:lnSpc>
                <a:spcPct val="100000"/>
              </a:lnSpc>
              <a:spcBef>
                <a:spcPts val="0"/>
              </a:spcBef>
              <a:spcAft>
                <a:spcPts val="0"/>
              </a:spcAft>
              <a:buClrTx/>
              <a:buSzTx/>
              <a:buFontTx/>
              <a:buNone/>
              <a:tabLst/>
              <a:defRPr/>
            </a:pPr>
            <a:endParaRPr kumimoji="0" lang="en-GB" sz="1400" b="0" i="0" u="none" strike="noStrike" kern="1200" cap="none" spc="0" normalizeH="0" baseline="0" noProof="0">
              <a:ln>
                <a:noFill/>
              </a:ln>
              <a:solidFill>
                <a:srgbClr val="000000"/>
              </a:solidFill>
              <a:effectLst/>
              <a:uLnTx/>
              <a:uFillTx/>
              <a:latin typeface="Ubuntu"/>
              <a:ea typeface="+mn-ea"/>
              <a:cs typeface="+mn-cs"/>
            </a:endParaRPr>
          </a:p>
          <a:p>
            <a:pPr marL="538163" marR="0" lvl="0" indent="0" algn="l" defTabSz="914400" rtl="0" eaLnBrk="1" fontAlgn="auto" latinLnBrk="0" hangingPunct="1">
              <a:lnSpc>
                <a:spcPct val="100000"/>
              </a:lnSpc>
              <a:spcBef>
                <a:spcPts val="1200"/>
              </a:spcBef>
              <a:spcAft>
                <a:spcPts val="0"/>
              </a:spcAft>
              <a:buClrTx/>
              <a:buSzTx/>
              <a:buFontTx/>
              <a:buNone/>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Public information</a:t>
            </a:r>
          </a:p>
          <a:p>
            <a:pPr marL="538163" marR="0" lvl="0" indent="0" algn="l" defTabSz="914400" rtl="0" eaLnBrk="1" fontAlgn="auto" latinLnBrk="0" hangingPunct="1">
              <a:lnSpc>
                <a:spcPct val="100000"/>
              </a:lnSpc>
              <a:spcBef>
                <a:spcPts val="1200"/>
              </a:spcBef>
              <a:spcAft>
                <a:spcPts val="0"/>
              </a:spcAft>
              <a:buClrTx/>
              <a:buSzTx/>
              <a:buFontTx/>
              <a:buNone/>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Company confidential</a:t>
            </a:r>
          </a:p>
          <a:p>
            <a:pPr marL="539750" marR="0" lvl="0" indent="0" algn="l" defTabSz="914400" rtl="0" eaLnBrk="1" fontAlgn="auto" latinLnBrk="0" hangingPunct="1">
              <a:lnSpc>
                <a:spcPct val="100000"/>
              </a:lnSpc>
              <a:spcBef>
                <a:spcPts val="1200"/>
              </a:spcBef>
              <a:spcAft>
                <a:spcPts val="0"/>
              </a:spcAft>
              <a:buClrTx/>
              <a:buSzTx/>
              <a:buFontTx/>
              <a:buNone/>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Company restricted</a:t>
            </a:r>
          </a:p>
          <a:p>
            <a:pPr marL="539750" marR="0" lvl="0" indent="0" algn="l" defTabSz="914400" rtl="0" eaLnBrk="1" fontAlgn="auto" latinLnBrk="0" hangingPunct="1">
              <a:lnSpc>
                <a:spcPct val="100000"/>
              </a:lnSpc>
              <a:spcBef>
                <a:spcPts val="1200"/>
              </a:spcBef>
              <a:spcAft>
                <a:spcPts val="0"/>
              </a:spcAft>
              <a:buClrTx/>
              <a:buSzTx/>
              <a:buFontTx/>
              <a:buNone/>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Company sensitive</a:t>
            </a:r>
          </a:p>
        </p:txBody>
      </p:sp>
      <p:sp>
        <p:nvSpPr>
          <p:cNvPr id="12" name="Speech Bubble: Rectangle with Corners Rounded 4">
            <a:extLst>
              <a:ext uri="{FF2B5EF4-FFF2-40B4-BE49-F238E27FC236}">
                <a16:creationId xmlns:a16="http://schemas.microsoft.com/office/drawing/2014/main" id="{BA93BC66-7CF0-4F4A-509E-48902FF9DC42}"/>
              </a:ext>
            </a:extLst>
          </p:cNvPr>
          <p:cNvSpPr/>
          <p:nvPr userDrawn="1"/>
        </p:nvSpPr>
        <p:spPr>
          <a:xfrm>
            <a:off x="12443989" y="0"/>
            <a:ext cx="2908723" cy="3885398"/>
          </a:xfrm>
          <a:prstGeom prst="rect">
            <a:avLst/>
          </a:prstGeom>
          <a:solidFill>
            <a:srgbClr val="FFFFFF"/>
          </a:solidFill>
          <a:ln w="12700" cap="flat" cmpd="sng" algn="ctr">
            <a:noFill/>
            <a:prstDash val="solid"/>
            <a:miter lim="800000"/>
          </a:ln>
          <a:effectLst/>
        </p:spPr>
        <p:txBody>
          <a:bodyPr lIns="180000" tIns="180000" rIns="180000"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pl-PL" sz="1400" b="1" i="0" u="none" strike="noStrike" kern="1200" cap="none" spc="0" normalizeH="0" baseline="0" noProof="0" err="1">
                <a:ln>
                  <a:noFill/>
                </a:ln>
                <a:solidFill>
                  <a:srgbClr val="000000"/>
                </a:solidFill>
                <a:effectLst/>
                <a:uLnTx/>
                <a:uFillTx/>
                <a:latin typeface="Ubuntu"/>
                <a:ea typeface="+mn-ea"/>
                <a:cs typeface="+mn-cs"/>
              </a:rPr>
              <a:t>Cover</a:t>
            </a:r>
            <a:r>
              <a:rPr kumimoji="0" lang="pl-PL" sz="1400" b="1" i="0" u="none" strike="noStrike" kern="1200" cap="none" spc="0" normalizeH="0" baseline="0" noProof="0">
                <a:ln>
                  <a:noFill/>
                </a:ln>
                <a:solidFill>
                  <a:srgbClr val="000000"/>
                </a:solidFill>
                <a:effectLst/>
                <a:uLnTx/>
                <a:uFillTx/>
                <a:latin typeface="Ubuntu"/>
                <a:ea typeface="+mn-ea"/>
                <a:cs typeface="+mn-cs"/>
              </a:rPr>
              <a:t> design</a:t>
            </a:r>
          </a:p>
          <a:p>
            <a:pPr marL="0" marR="0" lvl="0" indent="0" algn="l" defTabSz="914400" rtl="0" eaLnBrk="1" fontAlgn="auto" latinLnBrk="0" hangingPunct="1">
              <a:lnSpc>
                <a:spcPct val="100000"/>
              </a:lnSpc>
              <a:spcBef>
                <a:spcPts val="600"/>
              </a:spcBef>
              <a:spcAft>
                <a:spcPts val="0"/>
              </a:spcAft>
              <a:buClrTx/>
              <a:buSzTx/>
              <a:buFontTx/>
              <a:buNone/>
              <a:tabLst/>
              <a:defRPr/>
            </a:pPr>
            <a:r>
              <a:rPr kumimoji="0" lang="pl-PL" sz="1000" b="0" i="0" u="none" strike="noStrike" kern="1200" cap="none" spc="0" normalizeH="0" baseline="0" noProof="0" err="1">
                <a:ln>
                  <a:noFill/>
                </a:ln>
                <a:solidFill>
                  <a:srgbClr val="000000"/>
                </a:solidFill>
                <a:effectLst/>
                <a:uLnTx/>
                <a:uFillTx/>
                <a:latin typeface="Ubuntu"/>
                <a:ea typeface="+mn-ea"/>
                <a:cs typeface="+mn-cs"/>
              </a:rPr>
              <a:t>These</a:t>
            </a:r>
            <a:r>
              <a:rPr kumimoji="0" lang="pl-PL" sz="1000" b="0" i="0" u="none" strike="noStrike" kern="1200" cap="none" spc="0" normalizeH="0" baseline="0" noProof="0">
                <a:ln>
                  <a:noFill/>
                </a:ln>
                <a:solidFill>
                  <a:srgbClr val="000000"/>
                </a:solidFill>
                <a:effectLst/>
                <a:uLnTx/>
                <a:uFillTx/>
                <a:latin typeface="Ubuntu"/>
                <a:ea typeface="+mn-ea"/>
                <a:cs typeface="+mn-cs"/>
              </a:rPr>
              <a:t> </a:t>
            </a:r>
            <a:r>
              <a:rPr kumimoji="0" lang="pl-PL" sz="1000" b="0" i="0" u="none" strike="noStrike" kern="1200" cap="none" spc="0" normalizeH="0" baseline="0" noProof="0" err="1">
                <a:ln>
                  <a:noFill/>
                </a:ln>
                <a:solidFill>
                  <a:srgbClr val="000000"/>
                </a:solidFill>
                <a:effectLst/>
                <a:uLnTx/>
                <a:uFillTx/>
                <a:latin typeface="Ubuntu"/>
                <a:ea typeface="+mn-ea"/>
                <a:cs typeface="+mn-cs"/>
              </a:rPr>
              <a:t>slide</a:t>
            </a:r>
            <a:r>
              <a:rPr kumimoji="0" lang="pl-PL" sz="1000" b="0" i="0" u="none" strike="noStrike" kern="1200" cap="none" spc="0" normalizeH="0" baseline="0" noProof="0">
                <a:ln>
                  <a:noFill/>
                </a:ln>
                <a:solidFill>
                  <a:srgbClr val="000000"/>
                </a:solidFill>
                <a:effectLst/>
                <a:uLnTx/>
                <a:uFillTx/>
                <a:latin typeface="Ubuntu"/>
                <a:ea typeface="+mn-ea"/>
                <a:cs typeface="+mn-cs"/>
              </a:rPr>
              <a:t> </a:t>
            </a:r>
            <a:r>
              <a:rPr kumimoji="0" lang="pl-PL" sz="1000" b="0" i="0" u="none" strike="noStrike" kern="1200" cap="none" spc="0" normalizeH="0" baseline="0" noProof="0" err="1">
                <a:ln>
                  <a:noFill/>
                </a:ln>
                <a:solidFill>
                  <a:srgbClr val="000000"/>
                </a:solidFill>
                <a:effectLst/>
                <a:uLnTx/>
                <a:uFillTx/>
                <a:latin typeface="Ubuntu"/>
                <a:ea typeface="+mn-ea"/>
                <a:cs typeface="+mn-cs"/>
              </a:rPr>
              <a:t>designs</a:t>
            </a:r>
            <a:r>
              <a:rPr kumimoji="0" lang="pl-PL" sz="1000" b="0" i="0" u="none" strike="noStrike" kern="1200" cap="none" spc="0" normalizeH="0" baseline="0" noProof="0">
                <a:ln>
                  <a:noFill/>
                </a:ln>
                <a:solidFill>
                  <a:srgbClr val="000000"/>
                </a:solidFill>
                <a:effectLst/>
                <a:uLnTx/>
                <a:uFillTx/>
                <a:latin typeface="Ubuntu"/>
                <a:ea typeface="+mn-ea"/>
                <a:cs typeface="+mn-cs"/>
              </a:rPr>
              <a:t> and </a:t>
            </a:r>
            <a:r>
              <a:rPr kumimoji="0" lang="pl-PL" sz="1000" b="0" i="0" u="none" strike="noStrike" kern="1200" cap="none" spc="0" normalizeH="0" baseline="0" noProof="0" err="1">
                <a:ln>
                  <a:noFill/>
                </a:ln>
                <a:solidFill>
                  <a:srgbClr val="000000"/>
                </a:solidFill>
                <a:effectLst/>
                <a:uLnTx/>
                <a:uFillTx/>
                <a:latin typeface="Ubuntu"/>
                <a:ea typeface="+mn-ea"/>
                <a:cs typeface="+mn-cs"/>
              </a:rPr>
              <a:t>messages</a:t>
            </a:r>
            <a:r>
              <a:rPr kumimoji="0" lang="pl-PL" sz="1000" b="0" i="0" u="none" strike="noStrike" kern="1200" cap="none" spc="0" normalizeH="0" baseline="0" noProof="0">
                <a:ln>
                  <a:noFill/>
                </a:ln>
                <a:solidFill>
                  <a:srgbClr val="000000"/>
                </a:solidFill>
                <a:effectLst/>
                <a:uLnTx/>
                <a:uFillTx/>
                <a:latin typeface="Ubuntu"/>
                <a:ea typeface="+mn-ea"/>
                <a:cs typeface="+mn-cs"/>
              </a:rPr>
              <a:t> </a:t>
            </a:r>
            <a:r>
              <a:rPr kumimoji="0" lang="pl-PL" sz="1000" b="0" i="0" u="none" strike="noStrike" kern="1200" cap="none" spc="0" normalizeH="0" baseline="0" noProof="0" err="1">
                <a:ln>
                  <a:noFill/>
                </a:ln>
                <a:solidFill>
                  <a:srgbClr val="000000"/>
                </a:solidFill>
                <a:effectLst/>
                <a:uLnTx/>
                <a:uFillTx/>
                <a:latin typeface="Ubuntu"/>
                <a:ea typeface="+mn-ea"/>
                <a:cs typeface="+mn-cs"/>
              </a:rPr>
              <a:t>are</a:t>
            </a:r>
            <a:r>
              <a:rPr kumimoji="0" lang="pl-PL" sz="1000" b="0" i="0" u="none" strike="noStrike" kern="1200" cap="none" spc="0" normalizeH="0" baseline="0" noProof="0">
                <a:ln>
                  <a:noFill/>
                </a:ln>
                <a:solidFill>
                  <a:srgbClr val="000000"/>
                </a:solidFill>
                <a:effectLst/>
                <a:uLnTx/>
                <a:uFillTx/>
                <a:latin typeface="Ubuntu"/>
                <a:ea typeface="+mn-ea"/>
                <a:cs typeface="+mn-cs"/>
              </a:rPr>
              <a:t> </a:t>
            </a:r>
            <a:r>
              <a:rPr kumimoji="0" lang="pl-PL" sz="1000" b="1" i="0" u="none" strike="noStrike" kern="1200" cap="none" spc="0" normalizeH="0" baseline="0" noProof="0" err="1">
                <a:ln>
                  <a:noFill/>
                </a:ln>
                <a:solidFill>
                  <a:srgbClr val="000000"/>
                </a:solidFill>
                <a:effectLst/>
                <a:uLnTx/>
                <a:uFillTx/>
                <a:latin typeface="Ubuntu"/>
                <a:ea typeface="+mn-ea"/>
                <a:cs typeface="+mn-cs"/>
              </a:rPr>
              <a:t>inspirational</a:t>
            </a:r>
            <a:r>
              <a:rPr kumimoji="0" lang="pl-PL" sz="1000" b="1" i="0" u="none" strike="noStrike" kern="1200" cap="none" spc="0" normalizeH="0" baseline="0" noProof="0">
                <a:ln>
                  <a:noFill/>
                </a:ln>
                <a:solidFill>
                  <a:srgbClr val="000000"/>
                </a:solidFill>
                <a:effectLst/>
                <a:uLnTx/>
                <a:uFillTx/>
                <a:latin typeface="Ubuntu"/>
                <a:ea typeface="+mn-ea"/>
                <a:cs typeface="+mn-cs"/>
              </a:rPr>
              <a:t> </a:t>
            </a:r>
            <a:r>
              <a:rPr kumimoji="0" lang="pl-PL" sz="1000" b="1" i="0" u="none" strike="noStrike" kern="1200" cap="none" spc="0" normalizeH="0" baseline="0" noProof="0" err="1">
                <a:ln>
                  <a:noFill/>
                </a:ln>
                <a:solidFill>
                  <a:srgbClr val="000000"/>
                </a:solidFill>
                <a:effectLst/>
                <a:uLnTx/>
                <a:uFillTx/>
                <a:latin typeface="Ubuntu"/>
                <a:ea typeface="+mn-ea"/>
                <a:cs typeface="+mn-cs"/>
              </a:rPr>
              <a:t>only</a:t>
            </a:r>
            <a:r>
              <a:rPr kumimoji="0" lang="pl-PL" sz="1000" b="0" i="0" u="none" strike="noStrike" kern="1200" cap="none" spc="0" normalizeH="0" baseline="0" noProof="0">
                <a:ln>
                  <a:noFill/>
                </a:ln>
                <a:solidFill>
                  <a:srgbClr val="000000"/>
                </a:solidFill>
                <a:effectLst/>
                <a:uLnTx/>
                <a:uFillTx/>
                <a:latin typeface="Ubuntu"/>
                <a:ea typeface="+mn-ea"/>
                <a:cs typeface="+mn-cs"/>
              </a:rPr>
              <a:t>. </a:t>
            </a:r>
            <a:r>
              <a:rPr kumimoji="0" lang="pl-PL" sz="1000" b="0" i="0" u="none" strike="noStrike" kern="1200" cap="none" spc="0" normalizeH="0" baseline="0" noProof="0" err="1">
                <a:ln>
                  <a:noFill/>
                </a:ln>
                <a:solidFill>
                  <a:srgbClr val="000000"/>
                </a:solidFill>
                <a:effectLst/>
                <a:uLnTx/>
                <a:uFillTx/>
                <a:latin typeface="Ubuntu"/>
                <a:ea typeface="+mn-ea"/>
                <a:cs typeface="+mn-cs"/>
              </a:rPr>
              <a:t>Please</a:t>
            </a:r>
            <a:r>
              <a:rPr kumimoji="0" lang="pl-PL" sz="1000" b="0" i="0" u="none" strike="noStrike" kern="1200" cap="none" spc="0" normalizeH="0" baseline="0" noProof="0">
                <a:ln>
                  <a:noFill/>
                </a:ln>
                <a:solidFill>
                  <a:srgbClr val="000000"/>
                </a:solidFill>
                <a:effectLst/>
                <a:uLnTx/>
                <a:uFillTx/>
                <a:latin typeface="Ubuntu"/>
                <a:ea typeface="+mn-ea"/>
                <a:cs typeface="+mn-cs"/>
              </a:rPr>
              <a:t> </a:t>
            </a:r>
            <a:r>
              <a:rPr kumimoji="0" lang="pl-PL" sz="1000" b="0" i="0" u="none" strike="noStrike" kern="1200" cap="none" spc="0" normalizeH="0" baseline="0" noProof="0" err="1">
                <a:ln>
                  <a:noFill/>
                </a:ln>
                <a:solidFill>
                  <a:srgbClr val="000000"/>
                </a:solidFill>
                <a:effectLst/>
                <a:uLnTx/>
                <a:uFillTx/>
                <a:latin typeface="Ubuntu"/>
                <a:ea typeface="+mn-ea"/>
                <a:cs typeface="+mn-cs"/>
              </a:rPr>
              <a:t>modify</a:t>
            </a:r>
            <a:r>
              <a:rPr kumimoji="0" lang="pl-PL" sz="1000" b="0" i="0" u="none" strike="noStrike" kern="1200" cap="none" spc="0" normalizeH="0" baseline="0" noProof="0">
                <a:ln>
                  <a:noFill/>
                </a:ln>
                <a:solidFill>
                  <a:srgbClr val="000000"/>
                </a:solidFill>
                <a:effectLst/>
                <a:uLnTx/>
                <a:uFillTx/>
                <a:latin typeface="Ubuntu"/>
                <a:ea typeface="+mn-ea"/>
                <a:cs typeface="+mn-cs"/>
              </a:rPr>
              <a:t> </a:t>
            </a:r>
            <a:r>
              <a:rPr kumimoji="0" lang="pl-PL" sz="1000" b="0" i="0" u="none" strike="noStrike" kern="1200" cap="none" spc="0" normalizeH="0" baseline="0" noProof="0" err="1">
                <a:ln>
                  <a:noFill/>
                </a:ln>
                <a:solidFill>
                  <a:srgbClr val="000000"/>
                </a:solidFill>
                <a:effectLst/>
                <a:uLnTx/>
                <a:uFillTx/>
                <a:latin typeface="Ubuntu"/>
                <a:ea typeface="+mn-ea"/>
                <a:cs typeface="+mn-cs"/>
              </a:rPr>
              <a:t>text</a:t>
            </a:r>
            <a:r>
              <a:rPr kumimoji="0" lang="pl-PL" sz="1000" b="0" i="0" u="none" strike="noStrike" kern="1200" cap="none" spc="0" normalizeH="0" baseline="0" noProof="0">
                <a:ln>
                  <a:noFill/>
                </a:ln>
                <a:solidFill>
                  <a:srgbClr val="000000"/>
                </a:solidFill>
                <a:effectLst/>
                <a:uLnTx/>
                <a:uFillTx/>
                <a:latin typeface="Ubuntu"/>
                <a:ea typeface="+mn-ea"/>
                <a:cs typeface="+mn-cs"/>
              </a:rPr>
              <a:t> </a:t>
            </a:r>
            <a:r>
              <a:rPr kumimoji="0" lang="pl-PL" sz="1000" b="0" i="0" u="none" strike="noStrike" kern="1200" cap="none" spc="0" normalizeH="0" baseline="0" noProof="0" err="1">
                <a:ln>
                  <a:noFill/>
                </a:ln>
                <a:solidFill>
                  <a:srgbClr val="000000"/>
                </a:solidFill>
                <a:effectLst/>
                <a:uLnTx/>
                <a:uFillTx/>
                <a:latin typeface="Ubuntu"/>
                <a:ea typeface="+mn-ea"/>
                <a:cs typeface="+mn-cs"/>
              </a:rPr>
              <a:t>boxes</a:t>
            </a:r>
            <a:r>
              <a:rPr kumimoji="0" lang="pl-PL" sz="1000" b="0" i="0" u="none" strike="noStrike" kern="1200" cap="none" spc="0" normalizeH="0" baseline="0" noProof="0">
                <a:ln>
                  <a:noFill/>
                </a:ln>
                <a:solidFill>
                  <a:srgbClr val="000000"/>
                </a:solidFill>
                <a:effectLst/>
                <a:uLnTx/>
                <a:uFillTx/>
                <a:latin typeface="Ubuntu"/>
                <a:ea typeface="+mn-ea"/>
                <a:cs typeface="+mn-cs"/>
              </a:rPr>
              <a:t> and </a:t>
            </a:r>
            <a:r>
              <a:rPr kumimoji="0" lang="pl-PL" sz="1000" b="0" i="0" u="none" strike="noStrike" kern="1200" cap="none" spc="0" normalizeH="0" baseline="0" noProof="0" err="1">
                <a:ln>
                  <a:noFill/>
                </a:ln>
                <a:solidFill>
                  <a:srgbClr val="000000"/>
                </a:solidFill>
                <a:effectLst/>
                <a:uLnTx/>
                <a:uFillTx/>
                <a:latin typeface="Ubuntu"/>
                <a:ea typeface="+mn-ea"/>
                <a:cs typeface="+mn-cs"/>
              </a:rPr>
              <a:t>positioning</a:t>
            </a:r>
            <a:r>
              <a:rPr kumimoji="0" lang="pl-PL" sz="1000" b="0" i="0" u="none" strike="noStrike" kern="1200" cap="none" spc="0" normalizeH="0" baseline="0" noProof="0">
                <a:ln>
                  <a:noFill/>
                </a:ln>
                <a:solidFill>
                  <a:srgbClr val="000000"/>
                </a:solidFill>
                <a:effectLst/>
                <a:uLnTx/>
                <a:uFillTx/>
                <a:latin typeface="Ubuntu"/>
                <a:ea typeface="+mn-ea"/>
                <a:cs typeface="+mn-cs"/>
              </a:rPr>
              <a:t> as </a:t>
            </a:r>
            <a:r>
              <a:rPr kumimoji="0" lang="pl-PL" sz="1000" b="0" i="0" u="none" strike="noStrike" kern="1200" cap="none" spc="0" normalizeH="0" baseline="0" noProof="0" err="1">
                <a:ln>
                  <a:noFill/>
                </a:ln>
                <a:solidFill>
                  <a:srgbClr val="000000"/>
                </a:solidFill>
                <a:effectLst/>
                <a:uLnTx/>
                <a:uFillTx/>
                <a:latin typeface="Ubuntu"/>
                <a:ea typeface="+mn-ea"/>
                <a:cs typeface="+mn-cs"/>
              </a:rPr>
              <a:t>needed</a:t>
            </a:r>
            <a:r>
              <a:rPr kumimoji="0" lang="pl-PL" sz="1000" b="0" i="0" u="none" strike="noStrike" kern="1200" cap="none" spc="0" normalizeH="0" baseline="0" noProof="0">
                <a:ln>
                  <a:noFill/>
                </a:ln>
                <a:solidFill>
                  <a:srgbClr val="000000"/>
                </a:solidFill>
                <a:effectLst/>
                <a:uLnTx/>
                <a:uFillTx/>
                <a:latin typeface="Ubuntu"/>
                <a:ea typeface="+mn-ea"/>
                <a:cs typeface="+mn-cs"/>
              </a:rPr>
              <a:t> </a:t>
            </a:r>
            <a:r>
              <a:rPr kumimoji="0" lang="pl-PL" sz="1000" b="0" i="0" u="none" strike="noStrike" kern="1200" cap="none" spc="0" normalizeH="0" baseline="0" noProof="0" err="1">
                <a:ln>
                  <a:noFill/>
                </a:ln>
                <a:solidFill>
                  <a:srgbClr val="000000"/>
                </a:solidFill>
                <a:effectLst/>
                <a:uLnTx/>
                <a:uFillTx/>
                <a:latin typeface="Ubuntu"/>
                <a:ea typeface="+mn-ea"/>
                <a:cs typeface="+mn-cs"/>
              </a:rPr>
              <a:t>based</a:t>
            </a:r>
            <a:r>
              <a:rPr kumimoji="0" lang="pl-PL" sz="1000" b="0" i="0" u="none" strike="noStrike" kern="1200" cap="none" spc="0" normalizeH="0" baseline="0" noProof="0">
                <a:ln>
                  <a:noFill/>
                </a:ln>
                <a:solidFill>
                  <a:srgbClr val="000000"/>
                </a:solidFill>
                <a:effectLst/>
                <a:uLnTx/>
                <a:uFillTx/>
                <a:latin typeface="Ubuntu"/>
                <a:ea typeface="+mn-ea"/>
                <a:cs typeface="+mn-cs"/>
              </a:rPr>
              <a:t> on the </a:t>
            </a:r>
            <a:r>
              <a:rPr kumimoji="0" lang="pl-PL" sz="1000" b="0" i="0" u="none" strike="noStrike" kern="1200" cap="none" spc="0" normalizeH="0" baseline="0" noProof="0" err="1">
                <a:ln>
                  <a:noFill/>
                </a:ln>
                <a:solidFill>
                  <a:srgbClr val="000000"/>
                </a:solidFill>
                <a:effectLst/>
                <a:uLnTx/>
                <a:uFillTx/>
                <a:latin typeface="Ubuntu"/>
                <a:ea typeface="+mn-ea"/>
                <a:cs typeface="+mn-cs"/>
              </a:rPr>
              <a:t>message</a:t>
            </a:r>
            <a:r>
              <a:rPr kumimoji="0" lang="pl-PL" sz="1000" b="0" i="0" u="none" strike="noStrike" kern="1200" cap="none" spc="0" normalizeH="0" baseline="0" noProof="0">
                <a:ln>
                  <a:noFill/>
                </a:ln>
                <a:solidFill>
                  <a:srgbClr val="000000"/>
                </a:solidFill>
                <a:effectLst/>
                <a:uLnTx/>
                <a:uFillTx/>
                <a:latin typeface="Ubuntu"/>
                <a:ea typeface="+mn-ea"/>
                <a:cs typeface="+mn-cs"/>
              </a:rPr>
              <a:t> and </a:t>
            </a:r>
            <a:r>
              <a:rPr kumimoji="0" lang="pl-PL" sz="1000" b="0" i="0" u="none" strike="noStrike" kern="1200" cap="none" spc="0" normalizeH="0" baseline="0" noProof="0" err="1">
                <a:ln>
                  <a:noFill/>
                </a:ln>
                <a:solidFill>
                  <a:srgbClr val="000000"/>
                </a:solidFill>
                <a:effectLst/>
                <a:uLnTx/>
                <a:uFillTx/>
                <a:latin typeface="Ubuntu"/>
                <a:ea typeface="+mn-ea"/>
                <a:cs typeface="+mn-cs"/>
              </a:rPr>
              <a:t>overall</a:t>
            </a:r>
            <a:r>
              <a:rPr kumimoji="0" lang="pl-PL" sz="1000" b="0" i="0" u="none" strike="noStrike" kern="1200" cap="none" spc="0" normalizeH="0" baseline="0" noProof="0">
                <a:ln>
                  <a:noFill/>
                </a:ln>
                <a:solidFill>
                  <a:srgbClr val="000000"/>
                </a:solidFill>
                <a:effectLst/>
                <a:uLnTx/>
                <a:uFillTx/>
                <a:latin typeface="Ubuntu"/>
                <a:ea typeface="+mn-ea"/>
                <a:cs typeface="+mn-cs"/>
              </a:rPr>
              <a:t> </a:t>
            </a:r>
            <a:r>
              <a:rPr kumimoji="0" lang="pl-PL" sz="1000" b="0" i="0" u="none" strike="noStrike" kern="1200" cap="none" spc="0" normalizeH="0" baseline="0" noProof="0" err="1">
                <a:ln>
                  <a:noFill/>
                </a:ln>
                <a:solidFill>
                  <a:srgbClr val="000000"/>
                </a:solidFill>
                <a:effectLst/>
                <a:uLnTx/>
                <a:uFillTx/>
                <a:latin typeface="Ubuntu"/>
                <a:ea typeface="+mn-ea"/>
                <a:cs typeface="+mn-cs"/>
              </a:rPr>
              <a:t>composition</a:t>
            </a:r>
            <a:r>
              <a:rPr kumimoji="0" lang="pl-PL" sz="1000" b="0" i="0" u="none" strike="noStrike" kern="1200" cap="none" spc="0" normalizeH="0" baseline="0" noProof="0">
                <a:ln>
                  <a:noFill/>
                </a:ln>
                <a:solidFill>
                  <a:srgbClr val="000000"/>
                </a:solidFill>
                <a:effectLst/>
                <a:uLnTx/>
                <a:uFillTx/>
                <a:latin typeface="Ubuntu"/>
                <a:ea typeface="+mn-ea"/>
                <a:cs typeface="+mn-cs"/>
              </a:rPr>
              <a:t>. </a:t>
            </a:r>
            <a:r>
              <a:rPr kumimoji="0" lang="pl-PL" sz="1000" b="0" i="0" u="none" strike="noStrike" kern="1200" cap="none" spc="0" normalizeH="0" baseline="0" noProof="0" err="1">
                <a:ln>
                  <a:noFill/>
                </a:ln>
                <a:solidFill>
                  <a:srgbClr val="000000"/>
                </a:solidFill>
                <a:effectLst/>
                <a:uLnTx/>
                <a:uFillTx/>
                <a:latin typeface="Ubuntu"/>
                <a:ea typeface="+mn-ea"/>
                <a:cs typeface="+mn-cs"/>
              </a:rPr>
              <a:t>Always</a:t>
            </a:r>
            <a:r>
              <a:rPr kumimoji="0" lang="pl-PL" sz="1000" b="0" i="0" u="none" strike="noStrike" kern="1200" cap="none" spc="0" normalizeH="0" baseline="0" noProof="0">
                <a:ln>
                  <a:noFill/>
                </a:ln>
                <a:solidFill>
                  <a:srgbClr val="000000"/>
                </a:solidFill>
                <a:effectLst/>
                <a:uLnTx/>
                <a:uFillTx/>
                <a:latin typeface="Ubuntu"/>
                <a:ea typeface="+mn-ea"/>
                <a:cs typeface="+mn-cs"/>
              </a:rPr>
              <a:t> </a:t>
            </a:r>
            <a:r>
              <a:rPr kumimoji="0" lang="pl-PL" sz="1000" b="0" i="0" u="none" strike="noStrike" kern="1200" cap="none" spc="0" normalizeH="0" baseline="0" noProof="0" err="1">
                <a:ln>
                  <a:noFill/>
                </a:ln>
                <a:solidFill>
                  <a:srgbClr val="000000"/>
                </a:solidFill>
                <a:effectLst/>
                <a:uLnTx/>
                <a:uFillTx/>
                <a:latin typeface="Ubuntu"/>
                <a:ea typeface="+mn-ea"/>
                <a:cs typeface="+mn-cs"/>
              </a:rPr>
              <a:t>consider</a:t>
            </a:r>
            <a:r>
              <a:rPr kumimoji="0" lang="pl-PL" sz="1000" b="0" i="0" u="none" strike="noStrike" kern="1200" cap="none" spc="0" normalizeH="0" baseline="0" noProof="0">
                <a:ln>
                  <a:noFill/>
                </a:ln>
                <a:solidFill>
                  <a:srgbClr val="000000"/>
                </a:solidFill>
                <a:effectLst/>
                <a:uLnTx/>
                <a:uFillTx/>
                <a:latin typeface="Ubuntu"/>
                <a:ea typeface="+mn-ea"/>
                <a:cs typeface="+mn-cs"/>
              </a:rPr>
              <a:t> the </a:t>
            </a:r>
            <a:r>
              <a:rPr kumimoji="0" lang="pl-PL" sz="1000" b="0" i="0" u="none" strike="noStrike" kern="1200" cap="none" spc="0" normalizeH="0" baseline="0" noProof="0" err="1">
                <a:ln>
                  <a:noFill/>
                </a:ln>
                <a:solidFill>
                  <a:srgbClr val="000000"/>
                </a:solidFill>
                <a:effectLst/>
                <a:uLnTx/>
                <a:uFillTx/>
                <a:latin typeface="Ubuntu"/>
                <a:ea typeface="+mn-ea"/>
                <a:cs typeface="+mn-cs"/>
              </a:rPr>
              <a:t>legibility</a:t>
            </a:r>
            <a:r>
              <a:rPr kumimoji="0" lang="pl-PL" sz="1000" b="0" i="0" u="none" strike="noStrike" kern="1200" cap="none" spc="0" normalizeH="0" baseline="0" noProof="0">
                <a:ln>
                  <a:noFill/>
                </a:ln>
                <a:solidFill>
                  <a:srgbClr val="000000"/>
                </a:solidFill>
                <a:effectLst/>
                <a:uLnTx/>
                <a:uFillTx/>
                <a:latin typeface="Ubuntu"/>
                <a:ea typeface="+mn-ea"/>
                <a:cs typeface="+mn-cs"/>
              </a:rPr>
              <a:t> and </a:t>
            </a:r>
            <a:r>
              <a:rPr kumimoji="0" lang="pl-PL" sz="1000" b="0" i="0" u="none" strike="noStrike" kern="1200" cap="none" spc="0" normalizeH="0" baseline="0" noProof="0" err="1">
                <a:ln>
                  <a:noFill/>
                </a:ln>
                <a:solidFill>
                  <a:srgbClr val="000000"/>
                </a:solidFill>
                <a:effectLst/>
                <a:uLnTx/>
                <a:uFillTx/>
                <a:latin typeface="Ubuntu"/>
                <a:ea typeface="+mn-ea"/>
                <a:cs typeface="+mn-cs"/>
              </a:rPr>
              <a:t>contrast</a:t>
            </a:r>
            <a:r>
              <a:rPr kumimoji="0" lang="pl-PL" sz="1000" b="0" i="0" u="none" strike="noStrike" kern="1200" cap="none" spc="0" normalizeH="0" baseline="0" noProof="0">
                <a:ln>
                  <a:noFill/>
                </a:ln>
                <a:solidFill>
                  <a:srgbClr val="000000"/>
                </a:solidFill>
                <a:effectLst/>
                <a:uLnTx/>
                <a:uFillTx/>
                <a:latin typeface="Ubuntu"/>
                <a:ea typeface="+mn-ea"/>
                <a:cs typeface="+mn-cs"/>
              </a:rPr>
              <a:t> of </a:t>
            </a:r>
            <a:r>
              <a:rPr kumimoji="0" lang="pl-PL" sz="1000" b="0" i="0" u="none" strike="noStrike" kern="1200" cap="none" spc="0" normalizeH="0" baseline="0" noProof="0" err="1">
                <a:ln>
                  <a:noFill/>
                </a:ln>
                <a:solidFill>
                  <a:srgbClr val="000000"/>
                </a:solidFill>
                <a:effectLst/>
                <a:uLnTx/>
                <a:uFillTx/>
                <a:latin typeface="Ubuntu"/>
                <a:ea typeface="+mn-ea"/>
                <a:cs typeface="+mn-cs"/>
              </a:rPr>
              <a:t>copy</a:t>
            </a:r>
            <a:r>
              <a:rPr kumimoji="0" lang="pl-PL" sz="1000" b="0" i="0" u="none" strike="noStrike" kern="1200" cap="none" spc="0" normalizeH="0" baseline="0" noProof="0">
                <a:ln>
                  <a:noFill/>
                </a:ln>
                <a:solidFill>
                  <a:srgbClr val="000000"/>
                </a:solidFill>
                <a:effectLst/>
                <a:uLnTx/>
                <a:uFillTx/>
                <a:latin typeface="Ubuntu"/>
                <a:ea typeface="+mn-ea"/>
                <a:cs typeface="+mn-cs"/>
              </a:rPr>
              <a:t> and </a:t>
            </a:r>
            <a:r>
              <a:rPr kumimoji="0" lang="pl-PL" sz="1000" b="0" i="0" u="none" strike="noStrike" kern="1200" cap="none" spc="0" normalizeH="0" baseline="0" noProof="0" err="1">
                <a:ln>
                  <a:noFill/>
                </a:ln>
                <a:solidFill>
                  <a:srgbClr val="000000"/>
                </a:solidFill>
                <a:effectLst/>
                <a:uLnTx/>
                <a:uFillTx/>
                <a:latin typeface="Ubuntu"/>
                <a:ea typeface="+mn-ea"/>
                <a:cs typeface="+mn-cs"/>
              </a:rPr>
              <a:t>content</a:t>
            </a:r>
            <a:r>
              <a:rPr kumimoji="0" lang="pl-PL" sz="1000" b="0" i="0" u="none" strike="noStrike" kern="1200" cap="none" spc="0" normalizeH="0" baseline="0" noProof="0">
                <a:ln>
                  <a:noFill/>
                </a:ln>
                <a:solidFill>
                  <a:srgbClr val="000000"/>
                </a:solidFill>
                <a:effectLst/>
                <a:uLnTx/>
                <a:uFillTx/>
                <a:latin typeface="Ubuntu"/>
                <a:ea typeface="+mn-ea"/>
                <a:cs typeface="+mn-cs"/>
              </a:rPr>
              <a:t> for maximum </a:t>
            </a:r>
            <a:r>
              <a:rPr kumimoji="0" lang="pl-PL" sz="1000" b="0" i="0" u="none" strike="noStrike" kern="1200" cap="none" spc="0" normalizeH="0" baseline="0" noProof="0" err="1">
                <a:ln>
                  <a:noFill/>
                </a:ln>
                <a:solidFill>
                  <a:srgbClr val="000000"/>
                </a:solidFill>
                <a:effectLst/>
                <a:uLnTx/>
                <a:uFillTx/>
                <a:latin typeface="Ubuntu"/>
                <a:ea typeface="+mn-ea"/>
                <a:cs typeface="+mn-cs"/>
              </a:rPr>
              <a:t>usability</a:t>
            </a:r>
            <a:r>
              <a:rPr kumimoji="0" lang="pl-PL" sz="1000" b="0" i="0" u="none" strike="noStrike" kern="1200" cap="none" spc="0" normalizeH="0" baseline="0" noProof="0">
                <a:ln>
                  <a:noFill/>
                </a:ln>
                <a:solidFill>
                  <a:srgbClr val="000000"/>
                </a:solidFill>
                <a:effectLst/>
                <a:uLnTx/>
                <a:uFillTx/>
                <a:latin typeface="Ubuntu"/>
                <a:ea typeface="+mn-ea"/>
                <a:cs typeface="+mn-cs"/>
              </a:rPr>
              <a:t>.</a:t>
            </a:r>
          </a:p>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US" sz="1000" b="0" i="0" u="none" strike="noStrike" kern="1200" cap="none" spc="0" normalizeH="0" baseline="0" noProof="0">
                <a:ln>
                  <a:noFill/>
                </a:ln>
                <a:solidFill>
                  <a:srgbClr val="000000"/>
                </a:solidFill>
                <a:effectLst/>
                <a:uLnTx/>
                <a:uFillTx/>
                <a:latin typeface="Ubuntu"/>
                <a:ea typeface="+mn-ea"/>
                <a:cs typeface="+mn-cs"/>
              </a:rPr>
              <a:t>Any and all photography in these designs is given as an example. While you can use them, it’s better to </a:t>
            </a:r>
            <a:r>
              <a:rPr kumimoji="0" lang="en-US" sz="1000" b="1" i="0" u="none" strike="noStrike" kern="1200" cap="none" spc="0" normalizeH="0" baseline="0" noProof="0">
                <a:ln>
                  <a:noFill/>
                </a:ln>
                <a:solidFill>
                  <a:srgbClr val="000000"/>
                </a:solidFill>
                <a:effectLst/>
                <a:uLnTx/>
                <a:uFillTx/>
                <a:latin typeface="Ubuntu"/>
                <a:ea typeface="+mn-ea"/>
                <a:cs typeface="+mn-cs"/>
              </a:rPr>
              <a:t>change the photography</a:t>
            </a:r>
            <a:r>
              <a:rPr kumimoji="0" lang="en-US" sz="1000" b="0" i="0" u="none" strike="noStrike" kern="1200" cap="none" spc="0" normalizeH="0" baseline="0" noProof="0">
                <a:ln>
                  <a:noFill/>
                </a:ln>
                <a:solidFill>
                  <a:srgbClr val="000000"/>
                </a:solidFill>
                <a:effectLst/>
                <a:uLnTx/>
                <a:uFillTx/>
                <a:latin typeface="Ubuntu"/>
                <a:ea typeface="+mn-ea"/>
                <a:cs typeface="+mn-cs"/>
              </a:rPr>
              <a:t> to match your content.</a:t>
            </a:r>
          </a:p>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US" sz="1000" b="0" i="0" u="none" strike="noStrike" kern="1200" cap="none" spc="0" normalizeH="0" baseline="0" noProof="0">
                <a:ln>
                  <a:noFill/>
                </a:ln>
                <a:solidFill>
                  <a:srgbClr val="000000"/>
                </a:solidFill>
                <a:effectLst/>
                <a:uLnTx/>
                <a:uFillTx/>
                <a:latin typeface="Ubuntu"/>
                <a:ea typeface="+mn-ea"/>
                <a:cs typeface="+mn-cs"/>
              </a:rPr>
              <a:t>To do so, right click on the picture or placeholder to change/insert a photo. </a:t>
            </a:r>
          </a:p>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US" sz="1000" b="0" i="0" u="none" strike="noStrike" kern="1200" cap="none" spc="0" normalizeH="0" baseline="0" noProof="0">
                <a:ln>
                  <a:noFill/>
                </a:ln>
                <a:solidFill>
                  <a:srgbClr val="000000"/>
                </a:solidFill>
                <a:effectLst/>
                <a:uLnTx/>
                <a:uFillTx/>
                <a:latin typeface="Ubuntu"/>
                <a:ea typeface="+mn-ea"/>
                <a:cs typeface="+mn-cs"/>
              </a:rPr>
              <a:t>Where to find photography:</a:t>
            </a:r>
          </a:p>
          <a:p>
            <a:pPr marL="180975" marR="0" lvl="0" indent="-180975" algn="l" defTabSz="914400" rtl="0" eaLnBrk="1" fontAlgn="auto" latinLnBrk="0" hangingPunct="1">
              <a:lnSpc>
                <a:spcPct val="100000"/>
              </a:lnSpc>
              <a:spcBef>
                <a:spcPts val="600"/>
              </a:spcBef>
              <a:spcAft>
                <a:spcPts val="0"/>
              </a:spcAft>
              <a:buClr>
                <a:srgbClr val="0057AB"/>
              </a:buClr>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Ubuntu"/>
                <a:ea typeface="+mn-ea"/>
                <a:cs typeface="+mn-cs"/>
                <a:hlinkClick r:id="rId4"/>
              </a:rPr>
              <a:t>Photo library</a:t>
            </a:r>
            <a:endParaRPr kumimoji="0" lang="en-US" sz="1000" b="0" i="0" u="none" strike="noStrike" kern="1200" cap="none" spc="0" normalizeH="0" baseline="0" noProof="0">
              <a:ln>
                <a:noFill/>
              </a:ln>
              <a:solidFill>
                <a:srgbClr val="000000"/>
              </a:solidFill>
              <a:effectLst/>
              <a:uLnTx/>
              <a:uFillTx/>
              <a:latin typeface="Ubuntu"/>
              <a:ea typeface="+mn-ea"/>
              <a:cs typeface="+mn-cs"/>
            </a:endParaRPr>
          </a:p>
          <a:p>
            <a:pPr marL="180975" marR="0" lvl="0" indent="-180975" algn="l" defTabSz="914400" rtl="0" eaLnBrk="1" fontAlgn="auto" latinLnBrk="0" hangingPunct="1">
              <a:lnSpc>
                <a:spcPct val="100000"/>
              </a:lnSpc>
              <a:spcBef>
                <a:spcPts val="600"/>
              </a:spcBef>
              <a:spcAft>
                <a:spcPts val="0"/>
              </a:spcAft>
              <a:buClr>
                <a:srgbClr val="0057AB"/>
              </a:buClr>
              <a:buSzTx/>
              <a:buFont typeface="Arial" panose="020B0604020202020204" pitchFamily="34" charset="0"/>
              <a:buChar char="•"/>
              <a:tabLst/>
              <a:defRPr/>
            </a:pPr>
            <a:r>
              <a:rPr kumimoji="0" lang="en-US" sz="1000" b="0" i="0" u="none" strike="noStrike" kern="1200" cap="none" spc="0" normalizeH="0" baseline="0" noProof="0">
                <a:ln>
                  <a:noFill/>
                </a:ln>
                <a:solidFill>
                  <a:schemeClr val="tx2"/>
                </a:solidFill>
                <a:effectLst/>
                <a:uLnTx/>
                <a:uFillTx/>
                <a:latin typeface="Ubuntu"/>
                <a:ea typeface="+mn-ea"/>
                <a:cs typeface="+mn-cs"/>
                <a:hlinkClick r:id="rId5">
                  <a:extLst>
                    <a:ext uri="{A12FA001-AC4F-418D-AE19-62706E023703}">
                      <ahyp:hlinkClr xmlns:ahyp="http://schemas.microsoft.com/office/drawing/2018/hyperlinkcolor" val="tx"/>
                    </a:ext>
                  </a:extLst>
                </a:hlinkClick>
              </a:rPr>
              <a:t>Getty images</a:t>
            </a:r>
            <a:r>
              <a:rPr kumimoji="0" lang="en-US" sz="1000" b="0" i="0" u="none" strike="noStrike" kern="1200" cap="none" spc="0" normalizeH="0" baseline="0" noProof="0">
                <a:ln>
                  <a:noFill/>
                </a:ln>
                <a:solidFill>
                  <a:schemeClr val="tx2"/>
                </a:solidFill>
                <a:effectLst/>
                <a:uLnTx/>
                <a:uFillTx/>
                <a:latin typeface="Ubuntu"/>
                <a:ea typeface="+mn-ea"/>
                <a:cs typeface="+mn-cs"/>
              </a:rPr>
              <a:t> </a:t>
            </a:r>
            <a:r>
              <a:rPr kumimoji="0" lang="en-US" sz="1000" b="0" i="0" u="none" strike="noStrike" kern="1200" cap="none" spc="0" normalizeH="0" baseline="0" noProof="0">
                <a:ln>
                  <a:noFill/>
                </a:ln>
                <a:solidFill>
                  <a:srgbClr val="000000"/>
                </a:solidFill>
                <a:effectLst/>
                <a:uLnTx/>
                <a:uFillTx/>
                <a:latin typeface="Ubuntu"/>
                <a:ea typeface="+mn-ea"/>
                <a:cs typeface="+mn-cs"/>
              </a:rPr>
              <a:t>(Recommended), </a:t>
            </a:r>
            <a:r>
              <a:rPr kumimoji="0" lang="en-US" sz="1000" b="0" i="0" u="none" strike="noStrike" kern="1200" cap="none" spc="0" normalizeH="0" baseline="0" noProof="0">
                <a:ln>
                  <a:noFill/>
                </a:ln>
                <a:solidFill>
                  <a:schemeClr val="tx2"/>
                </a:solidFill>
                <a:effectLst/>
                <a:uLnTx/>
                <a:uFillTx/>
                <a:latin typeface="Ubuntu"/>
                <a:ea typeface="+mn-ea"/>
                <a:cs typeface="+mn-cs"/>
                <a:hlinkClick r:id="rId6">
                  <a:extLst>
                    <a:ext uri="{A12FA001-AC4F-418D-AE19-62706E023703}">
                      <ahyp:hlinkClr xmlns:ahyp="http://schemas.microsoft.com/office/drawing/2018/hyperlinkcolor" val="tx"/>
                    </a:ext>
                  </a:extLst>
                </a:hlinkClick>
              </a:rPr>
              <a:t>Shutterstock</a:t>
            </a:r>
            <a:r>
              <a:rPr kumimoji="0" lang="en-US" sz="1000" b="0" i="0" u="none" strike="noStrike" kern="1200" cap="none" spc="0" normalizeH="0" baseline="0" noProof="0">
                <a:ln>
                  <a:noFill/>
                </a:ln>
                <a:solidFill>
                  <a:schemeClr val="tx2"/>
                </a:solidFill>
                <a:effectLst/>
                <a:uLnTx/>
                <a:uFillTx/>
                <a:latin typeface="Ubuntu"/>
                <a:ea typeface="+mn-ea"/>
                <a:cs typeface="+mn-cs"/>
              </a:rPr>
              <a:t>, </a:t>
            </a:r>
            <a:r>
              <a:rPr kumimoji="0" lang="en-US" sz="1000" b="0" i="0" u="none" strike="noStrike" kern="1200" cap="none" spc="0" normalizeH="0" baseline="0" noProof="0">
                <a:ln>
                  <a:noFill/>
                </a:ln>
                <a:solidFill>
                  <a:schemeClr val="tx2"/>
                </a:solidFill>
                <a:effectLst/>
                <a:uLnTx/>
                <a:uFillTx/>
                <a:latin typeface="Ubuntu"/>
                <a:ea typeface="+mn-ea"/>
                <a:cs typeface="+mn-cs"/>
                <a:hlinkClick r:id="rId7">
                  <a:extLst>
                    <a:ext uri="{A12FA001-AC4F-418D-AE19-62706E023703}">
                      <ahyp:hlinkClr xmlns:ahyp="http://schemas.microsoft.com/office/drawing/2018/hyperlinkcolor" val="tx"/>
                    </a:ext>
                  </a:extLst>
                </a:hlinkClick>
              </a:rPr>
              <a:t>Adobe images</a:t>
            </a:r>
            <a:r>
              <a:rPr kumimoji="0" lang="en-US" sz="1000" b="0" i="0" u="none" strike="noStrike" kern="1200" cap="none" spc="0" normalizeH="0" baseline="0" noProof="0">
                <a:ln>
                  <a:noFill/>
                </a:ln>
                <a:solidFill>
                  <a:schemeClr val="tx2"/>
                </a:solidFill>
                <a:effectLst/>
                <a:uLnTx/>
                <a:uFillTx/>
                <a:latin typeface="Ubuntu"/>
                <a:ea typeface="+mn-ea"/>
                <a:cs typeface="+mn-cs"/>
              </a:rPr>
              <a:t> </a:t>
            </a:r>
            <a:r>
              <a:rPr kumimoji="0" lang="en-US" sz="1000" b="0" i="0" u="none" strike="noStrike" kern="1200" cap="none" spc="0" normalizeH="0" baseline="0" noProof="0">
                <a:ln>
                  <a:noFill/>
                </a:ln>
                <a:solidFill>
                  <a:srgbClr val="000000"/>
                </a:solidFill>
                <a:effectLst/>
                <a:uLnTx/>
                <a:uFillTx/>
                <a:latin typeface="Ubuntu"/>
                <a:ea typeface="+mn-ea"/>
                <a:cs typeface="+mn-cs"/>
              </a:rPr>
              <a:t>(check with your M&amp;C design team):</a:t>
            </a:r>
          </a:p>
          <a:p>
            <a:pPr marL="0" marR="0" lvl="0" indent="0" algn="l" defTabSz="914400" rtl="0" eaLnBrk="1" fontAlgn="auto" latinLnBrk="0" hangingPunct="1">
              <a:lnSpc>
                <a:spcPct val="100000"/>
              </a:lnSpc>
              <a:spcBef>
                <a:spcPts val="600"/>
              </a:spcBef>
              <a:spcAft>
                <a:spcPts val="0"/>
              </a:spcAft>
              <a:buClrTx/>
              <a:buSzTx/>
              <a:buFontTx/>
              <a:buNone/>
              <a:tabLst/>
              <a:defRPr/>
            </a:pPr>
            <a:r>
              <a:rPr kumimoji="0" lang="pl-PL" sz="1000" b="1" i="0" u="none" strike="noStrike" kern="1200" cap="none" spc="0" normalizeH="0" baseline="0" noProof="0" err="1">
                <a:ln>
                  <a:noFill/>
                </a:ln>
                <a:solidFill>
                  <a:srgbClr val="000000"/>
                </a:solidFill>
                <a:effectLst/>
                <a:uLnTx/>
                <a:uFillTx/>
                <a:latin typeface="Ubuntu"/>
                <a:ea typeface="+mn-ea"/>
                <a:cs typeface="+mn-cs"/>
              </a:rPr>
              <a:t>Further</a:t>
            </a:r>
            <a:r>
              <a:rPr kumimoji="0" lang="pl-PL" sz="1000" b="1" i="0" u="none" strike="noStrike" kern="1200" cap="none" spc="0" normalizeH="0" baseline="0" noProof="0">
                <a:ln>
                  <a:noFill/>
                </a:ln>
                <a:solidFill>
                  <a:srgbClr val="000000"/>
                </a:solidFill>
                <a:effectLst/>
                <a:uLnTx/>
                <a:uFillTx/>
                <a:latin typeface="Ubuntu"/>
                <a:ea typeface="+mn-ea"/>
                <a:cs typeface="+mn-cs"/>
              </a:rPr>
              <a:t> </a:t>
            </a:r>
            <a:r>
              <a:rPr kumimoji="0" lang="pl-PL" sz="1000" b="1" i="0" u="none" strike="noStrike" kern="1200" cap="none" spc="0" normalizeH="0" baseline="0" noProof="0" err="1">
                <a:ln>
                  <a:noFill/>
                </a:ln>
                <a:solidFill>
                  <a:srgbClr val="000000"/>
                </a:solidFill>
                <a:effectLst/>
                <a:uLnTx/>
                <a:uFillTx/>
                <a:latin typeface="Ubuntu"/>
                <a:ea typeface="+mn-ea"/>
                <a:cs typeface="+mn-cs"/>
              </a:rPr>
              <a:t>examples</a:t>
            </a:r>
            <a:r>
              <a:rPr kumimoji="0" lang="pl-PL" sz="1000" b="1" i="0" u="none" strike="noStrike" kern="1200" cap="none" spc="0" normalizeH="0" baseline="0" noProof="0">
                <a:ln>
                  <a:noFill/>
                </a:ln>
                <a:solidFill>
                  <a:srgbClr val="000000"/>
                </a:solidFill>
                <a:effectLst/>
                <a:uLnTx/>
                <a:uFillTx/>
                <a:latin typeface="Ubuntu"/>
                <a:ea typeface="+mn-ea"/>
                <a:cs typeface="+mn-cs"/>
              </a:rPr>
              <a:t> and </a:t>
            </a:r>
            <a:r>
              <a:rPr kumimoji="0" lang="pl-PL" sz="1000" b="1" i="0" u="none" strike="noStrike" kern="1200" cap="none" spc="0" normalizeH="0" baseline="0" noProof="0" err="1">
                <a:ln>
                  <a:noFill/>
                </a:ln>
                <a:solidFill>
                  <a:srgbClr val="000000"/>
                </a:solidFill>
                <a:effectLst/>
                <a:uLnTx/>
                <a:uFillTx/>
                <a:latin typeface="Ubuntu"/>
                <a:ea typeface="+mn-ea"/>
                <a:cs typeface="+mn-cs"/>
              </a:rPr>
              <a:t>inspiration</a:t>
            </a:r>
            <a:r>
              <a:rPr kumimoji="0" lang="pl-PL" sz="1000" b="1" i="0" u="none" strike="noStrike" kern="1200" cap="none" spc="0" normalizeH="0" baseline="0" noProof="0">
                <a:ln>
                  <a:noFill/>
                </a:ln>
                <a:solidFill>
                  <a:srgbClr val="000000"/>
                </a:solidFill>
                <a:effectLst/>
                <a:uLnTx/>
                <a:uFillTx/>
                <a:latin typeface="Ubuntu"/>
                <a:ea typeface="+mn-ea"/>
                <a:cs typeface="+mn-cs"/>
              </a:rPr>
              <a:t> </a:t>
            </a:r>
            <a:r>
              <a:rPr kumimoji="0" lang="pl-PL" sz="1000" b="0" i="0" u="none" strike="noStrike" kern="1200" cap="none" spc="0" normalizeH="0" baseline="0" noProof="0" err="1">
                <a:ln>
                  <a:noFill/>
                </a:ln>
                <a:solidFill>
                  <a:srgbClr val="000000"/>
                </a:solidFill>
                <a:effectLst/>
                <a:uLnTx/>
                <a:uFillTx/>
                <a:latin typeface="Ubuntu"/>
                <a:ea typeface="+mn-ea"/>
                <a:cs typeface="+mn-cs"/>
              </a:rPr>
              <a:t>is</a:t>
            </a:r>
            <a:r>
              <a:rPr kumimoji="0" lang="pl-PL" sz="1000" b="0" i="0" u="none" strike="noStrike" kern="1200" cap="none" spc="0" normalizeH="0" baseline="0" noProof="0">
                <a:ln>
                  <a:noFill/>
                </a:ln>
                <a:solidFill>
                  <a:srgbClr val="000000"/>
                </a:solidFill>
                <a:effectLst/>
                <a:uLnTx/>
                <a:uFillTx/>
                <a:latin typeface="Ubuntu"/>
                <a:ea typeface="+mn-ea"/>
                <a:cs typeface="+mn-cs"/>
              </a:rPr>
              <a:t> </a:t>
            </a:r>
            <a:r>
              <a:rPr kumimoji="0" lang="pl-PL" sz="1000" b="0" i="0" u="none" strike="noStrike" kern="1200" cap="none" spc="0" normalizeH="0" baseline="0" noProof="0" err="1">
                <a:ln>
                  <a:noFill/>
                </a:ln>
                <a:solidFill>
                  <a:srgbClr val="000000"/>
                </a:solidFill>
                <a:effectLst/>
                <a:uLnTx/>
                <a:uFillTx/>
                <a:latin typeface="Ubuntu"/>
                <a:ea typeface="+mn-ea"/>
                <a:cs typeface="+mn-cs"/>
              </a:rPr>
              <a:t>available</a:t>
            </a:r>
            <a:r>
              <a:rPr kumimoji="0" lang="pl-PL" sz="1000" b="0" i="0" u="none" strike="noStrike" kern="1200" cap="none" spc="0" normalizeH="0" baseline="0" noProof="0">
                <a:ln>
                  <a:noFill/>
                </a:ln>
                <a:solidFill>
                  <a:srgbClr val="000000"/>
                </a:solidFill>
                <a:effectLst/>
                <a:uLnTx/>
                <a:uFillTx/>
                <a:latin typeface="Ubuntu"/>
                <a:ea typeface="+mn-ea"/>
                <a:cs typeface="+mn-cs"/>
              </a:rPr>
              <a:t> </a:t>
            </a:r>
            <a:r>
              <a:rPr kumimoji="0" lang="pl-PL" sz="1000" b="0" i="0" u="none" strike="noStrike" kern="1200" cap="none" spc="0" normalizeH="0" baseline="0" noProof="0">
                <a:ln>
                  <a:noFill/>
                </a:ln>
                <a:solidFill>
                  <a:srgbClr val="000000"/>
                </a:solidFill>
                <a:effectLst/>
                <a:uLnTx/>
                <a:uFillTx/>
                <a:latin typeface="Ubuntu"/>
                <a:ea typeface="+mn-ea"/>
                <a:cs typeface="+mn-cs"/>
                <a:hlinkClick r:id="rId8"/>
              </a:rPr>
              <a:t>here</a:t>
            </a:r>
            <a:r>
              <a:rPr kumimoji="0" lang="pl-PL" sz="1000" b="0" i="0" u="none" strike="noStrike" kern="1200" cap="none" spc="0" normalizeH="0" baseline="0" noProof="0">
                <a:ln>
                  <a:noFill/>
                </a:ln>
                <a:solidFill>
                  <a:srgbClr val="000000"/>
                </a:solidFill>
                <a:effectLst/>
                <a:uLnTx/>
                <a:uFillTx/>
                <a:latin typeface="Ubuntu"/>
                <a:ea typeface="+mn-ea"/>
                <a:cs typeface="+mn-cs"/>
              </a:rPr>
              <a:t>.</a:t>
            </a:r>
            <a:endParaRPr kumimoji="0" lang="pl-PL" sz="1400" b="0" i="0" u="none" strike="noStrike" kern="1200" cap="none" spc="0" normalizeH="0" baseline="0" noProof="0">
              <a:ln>
                <a:noFill/>
              </a:ln>
              <a:solidFill>
                <a:srgbClr val="000000"/>
              </a:solidFill>
              <a:effectLst/>
              <a:uLnTx/>
              <a:uFillTx/>
              <a:latin typeface="Ubuntu"/>
              <a:ea typeface="+mn-ea"/>
              <a:cs typeface="+mn-cs"/>
            </a:endParaRPr>
          </a:p>
        </p:txBody>
      </p:sp>
      <p:grpSp>
        <p:nvGrpSpPr>
          <p:cNvPr id="14" name="Group 13">
            <a:extLst>
              <a:ext uri="{FF2B5EF4-FFF2-40B4-BE49-F238E27FC236}">
                <a16:creationId xmlns:a16="http://schemas.microsoft.com/office/drawing/2014/main" id="{B8475EE9-E2AF-23D0-2897-3B37F14A21CA}"/>
              </a:ext>
            </a:extLst>
          </p:cNvPr>
          <p:cNvGrpSpPr/>
          <p:nvPr userDrawn="1"/>
        </p:nvGrpSpPr>
        <p:grpSpPr>
          <a:xfrm>
            <a:off x="12697348" y="5300458"/>
            <a:ext cx="323069" cy="1431074"/>
            <a:chOff x="12744656" y="865532"/>
            <a:chExt cx="323069" cy="1431074"/>
          </a:xfrm>
        </p:grpSpPr>
        <p:pic>
          <p:nvPicPr>
            <p:cNvPr id="15" name="Picture 14" descr="A green circle with purple text&#10;&#10;AI-generated content may be incorrect.">
              <a:extLst>
                <a:ext uri="{FF2B5EF4-FFF2-40B4-BE49-F238E27FC236}">
                  <a16:creationId xmlns:a16="http://schemas.microsoft.com/office/drawing/2014/main" id="{DE5E27B9-5C7C-C485-EBCF-C38596D32668}"/>
                </a:ext>
              </a:extLst>
            </p:cNvPr>
            <p:cNvPicPr/>
            <p:nvPr/>
          </p:nvPicPr>
          <p:blipFill>
            <a:blip r:embed="rId9" cstate="screen">
              <a:extLst>
                <a:ext uri="{28A0092B-C50C-407E-A947-70E740481C1C}">
                  <a14:useLocalDpi xmlns:a14="http://schemas.microsoft.com/office/drawing/2010/main"/>
                </a:ext>
              </a:extLst>
            </a:blip>
            <a:stretch>
              <a:fillRect/>
            </a:stretch>
          </p:blipFill>
          <p:spPr>
            <a:xfrm>
              <a:off x="12744656" y="865532"/>
              <a:ext cx="323069" cy="323069"/>
            </a:xfrm>
            <a:prstGeom prst="rect">
              <a:avLst/>
            </a:prstGeom>
          </p:spPr>
        </p:pic>
        <p:pic>
          <p:nvPicPr>
            <p:cNvPr id="16" name="Picture 15" descr="A blue circle with white text&#10;&#10;AI-generated content may be incorrect.">
              <a:extLst>
                <a:ext uri="{FF2B5EF4-FFF2-40B4-BE49-F238E27FC236}">
                  <a16:creationId xmlns:a16="http://schemas.microsoft.com/office/drawing/2014/main" id="{3DDD8DE6-B854-0C95-5A35-F85C75FC18EC}"/>
                </a:ext>
              </a:extLst>
            </p:cNvPr>
            <p:cNvPicPr/>
            <p:nvPr/>
          </p:nvPicPr>
          <p:blipFill>
            <a:blip r:embed="rId10" cstate="screen">
              <a:extLst>
                <a:ext uri="{28A0092B-C50C-407E-A947-70E740481C1C}">
                  <a14:useLocalDpi xmlns:a14="http://schemas.microsoft.com/office/drawing/2010/main"/>
                </a:ext>
              </a:extLst>
            </a:blip>
            <a:stretch>
              <a:fillRect/>
            </a:stretch>
          </p:blipFill>
          <p:spPr>
            <a:xfrm>
              <a:off x="12744656" y="1238626"/>
              <a:ext cx="323069" cy="323069"/>
            </a:xfrm>
            <a:prstGeom prst="rect">
              <a:avLst/>
            </a:prstGeom>
          </p:spPr>
        </p:pic>
        <p:pic>
          <p:nvPicPr>
            <p:cNvPr id="17" name="Picture 16" descr="A yellow circle with purple text&#10;&#10;AI-generated content may be incorrect.">
              <a:extLst>
                <a:ext uri="{FF2B5EF4-FFF2-40B4-BE49-F238E27FC236}">
                  <a16:creationId xmlns:a16="http://schemas.microsoft.com/office/drawing/2014/main" id="{76B2DBBD-E330-1120-B56A-27A5E6D3E903}"/>
                </a:ext>
              </a:extLst>
            </p:cNvPr>
            <p:cNvPicPr/>
            <p:nvPr/>
          </p:nvPicPr>
          <p:blipFill>
            <a:blip r:embed="rId11" cstate="screen">
              <a:extLst>
                <a:ext uri="{28A0092B-C50C-407E-A947-70E740481C1C}">
                  <a14:useLocalDpi xmlns:a14="http://schemas.microsoft.com/office/drawing/2010/main"/>
                </a:ext>
              </a:extLst>
            </a:blip>
            <a:stretch>
              <a:fillRect/>
            </a:stretch>
          </p:blipFill>
          <p:spPr>
            <a:xfrm>
              <a:off x="12744656" y="1605918"/>
              <a:ext cx="323069" cy="323069"/>
            </a:xfrm>
            <a:prstGeom prst="rect">
              <a:avLst/>
            </a:prstGeom>
          </p:spPr>
        </p:pic>
        <p:pic>
          <p:nvPicPr>
            <p:cNvPr id="18" name="Picture 17" descr="A red circle with white text&#10;&#10;AI-generated content may be incorrect.">
              <a:extLst>
                <a:ext uri="{FF2B5EF4-FFF2-40B4-BE49-F238E27FC236}">
                  <a16:creationId xmlns:a16="http://schemas.microsoft.com/office/drawing/2014/main" id="{D83D0371-10F8-E2E3-E1FF-799BF3EB9016}"/>
                </a:ext>
              </a:extLst>
            </p:cNvPr>
            <p:cNvPicPr/>
            <p:nvPr/>
          </p:nvPicPr>
          <p:blipFill>
            <a:blip r:embed="rId12" cstate="screen">
              <a:extLst>
                <a:ext uri="{28A0092B-C50C-407E-A947-70E740481C1C}">
                  <a14:useLocalDpi xmlns:a14="http://schemas.microsoft.com/office/drawing/2010/main"/>
                </a:ext>
              </a:extLst>
            </a:blip>
            <a:stretch>
              <a:fillRect/>
            </a:stretch>
          </p:blipFill>
          <p:spPr>
            <a:xfrm>
              <a:off x="12744656" y="1973537"/>
              <a:ext cx="323069" cy="323069"/>
            </a:xfrm>
            <a:prstGeom prst="rect">
              <a:avLst/>
            </a:prstGeom>
          </p:spPr>
        </p:pic>
      </p:grpSp>
    </p:spTree>
    <p:extLst>
      <p:ext uri="{BB962C8B-B14F-4D97-AF65-F5344CB8AC3E}">
        <p14:creationId xmlns:p14="http://schemas.microsoft.com/office/powerpoint/2010/main" val="966674642"/>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preserve="1" userDrawn="1">
  <p:cSld name="Title Slide 4">
    <p:bg>
      <p:bgPr>
        <a:solidFill>
          <a:schemeClr val="bg1"/>
        </a:solidFill>
        <a:effectLst/>
      </p:bgPr>
    </p:bg>
    <p:spTree>
      <p:nvGrpSpPr>
        <p:cNvPr id="1" name=""/>
        <p:cNvGrpSpPr/>
        <p:nvPr/>
      </p:nvGrpSpPr>
      <p:grpSpPr>
        <a:xfrm>
          <a:off x="0" y="0"/>
          <a:ext cx="0" cy="0"/>
          <a:chOff x="0" y="0"/>
          <a:chExt cx="0" cy="0"/>
        </a:xfrm>
      </p:grpSpPr>
      <p:sp>
        <p:nvSpPr>
          <p:cNvPr id="43" name="Picture Placeholder 10">
            <a:extLst>
              <a:ext uri="{FF2B5EF4-FFF2-40B4-BE49-F238E27FC236}">
                <a16:creationId xmlns:a16="http://schemas.microsoft.com/office/drawing/2014/main" id="{3C1B8D60-78D7-1E25-C623-7509C881E3E9}"/>
              </a:ext>
            </a:extLst>
          </p:cNvPr>
          <p:cNvSpPr>
            <a:spLocks noGrp="1"/>
          </p:cNvSpPr>
          <p:nvPr>
            <p:ph type="pic" sz="quarter" idx="14"/>
          </p:nvPr>
        </p:nvSpPr>
        <p:spPr>
          <a:xfrm>
            <a:off x="9460018" y="1"/>
            <a:ext cx="2731981" cy="3429000"/>
          </a:xfrm>
          <a:prstGeom prst="rect">
            <a:avLst/>
          </a:prstGeom>
          <a:solidFill>
            <a:schemeClr val="bg2"/>
          </a:solidFill>
        </p:spPr>
        <p:txBody>
          <a:bodyPr vert="horz" lIns="0" tIns="0" rIns="0" bIns="0" rtlCol="0">
            <a:noAutofit/>
          </a:bodyPr>
          <a:lstStyle>
            <a:lvl1pPr>
              <a:defRPr lang="en-US">
                <a:solidFill>
                  <a:schemeClr val="bg2">
                    <a:lumMod val="75000"/>
                  </a:schemeClr>
                </a:solidFill>
              </a:defRPr>
            </a:lvl1pPr>
          </a:lstStyle>
          <a:p>
            <a:pPr marR="0" lvl="0" fontAlgn="auto">
              <a:spcAft>
                <a:spcPts val="0"/>
              </a:spcAft>
              <a:buClrTx/>
              <a:buSzTx/>
              <a:tabLst/>
            </a:pPr>
            <a:r>
              <a:rPr lang="en-US"/>
              <a:t>Click icon to add picture</a:t>
            </a:r>
          </a:p>
        </p:txBody>
      </p:sp>
      <p:sp>
        <p:nvSpPr>
          <p:cNvPr id="42" name="Picture Placeholder 10">
            <a:extLst>
              <a:ext uri="{FF2B5EF4-FFF2-40B4-BE49-F238E27FC236}">
                <a16:creationId xmlns:a16="http://schemas.microsoft.com/office/drawing/2014/main" id="{E8C91BDE-0FA3-B18C-5405-5DB502E0FBA3}"/>
              </a:ext>
            </a:extLst>
          </p:cNvPr>
          <p:cNvSpPr>
            <a:spLocks noGrp="1"/>
          </p:cNvSpPr>
          <p:nvPr>
            <p:ph type="pic" sz="quarter" idx="13"/>
          </p:nvPr>
        </p:nvSpPr>
        <p:spPr>
          <a:xfrm>
            <a:off x="0" y="0"/>
            <a:ext cx="9280018" cy="6858000"/>
          </a:xfrm>
          <a:prstGeom prst="rect">
            <a:avLst/>
          </a:prstGeom>
          <a:solidFill>
            <a:schemeClr val="bg2"/>
          </a:solidFill>
        </p:spPr>
        <p:txBody>
          <a:bodyPr vert="horz" lIns="0" tIns="0" rIns="0" bIns="0" rtlCol="0">
            <a:noAutofit/>
          </a:bodyPr>
          <a:lstStyle>
            <a:lvl1pPr>
              <a:defRPr lang="en-US">
                <a:solidFill>
                  <a:schemeClr val="bg2">
                    <a:lumMod val="75000"/>
                  </a:schemeClr>
                </a:solidFill>
              </a:defRPr>
            </a:lvl1pPr>
          </a:lstStyle>
          <a:p>
            <a:pPr marR="0" lvl="0" fontAlgn="auto">
              <a:spcAft>
                <a:spcPts val="0"/>
              </a:spcAft>
              <a:buClrTx/>
              <a:buSzTx/>
              <a:tabLst/>
            </a:pPr>
            <a:r>
              <a:rPr lang="en-US"/>
              <a:t>Click icon to add picture</a:t>
            </a:r>
          </a:p>
        </p:txBody>
      </p:sp>
      <p:grpSp>
        <p:nvGrpSpPr>
          <p:cNvPr id="35" name="Group 2">
            <a:extLst>
              <a:ext uri="{FF2B5EF4-FFF2-40B4-BE49-F238E27FC236}">
                <a16:creationId xmlns:a16="http://schemas.microsoft.com/office/drawing/2014/main" id="{586CA03F-ED76-1D2D-90A8-504016961D55}"/>
              </a:ext>
            </a:extLst>
          </p:cNvPr>
          <p:cNvGrpSpPr>
            <a:grpSpLocks noChangeAspect="1"/>
          </p:cNvGrpSpPr>
          <p:nvPr userDrawn="1"/>
        </p:nvGrpSpPr>
        <p:grpSpPr>
          <a:xfrm>
            <a:off x="9912013" y="6122117"/>
            <a:ext cx="1872000" cy="420870"/>
            <a:chOff x="5094083" y="5360390"/>
            <a:chExt cx="3039349" cy="683316"/>
          </a:xfrm>
          <a:solidFill>
            <a:schemeClr val="tx2"/>
          </a:solidFill>
        </p:grpSpPr>
        <p:sp>
          <p:nvSpPr>
            <p:cNvPr id="36" name="Freeform: Shape 4">
              <a:extLst>
                <a:ext uri="{FF2B5EF4-FFF2-40B4-BE49-F238E27FC236}">
                  <a16:creationId xmlns:a16="http://schemas.microsoft.com/office/drawing/2014/main" id="{04CD9986-2686-D8E3-9192-8BEB77750D7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37" name="Freeform: Shape 5">
              <a:extLst>
                <a:ext uri="{FF2B5EF4-FFF2-40B4-BE49-F238E27FC236}">
                  <a16:creationId xmlns:a16="http://schemas.microsoft.com/office/drawing/2014/main" id="{7CD40094-AC2F-9457-AD3F-9AAA89E00C4A}"/>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38" name="Freeform: Shape 6">
              <a:extLst>
                <a:ext uri="{FF2B5EF4-FFF2-40B4-BE49-F238E27FC236}">
                  <a16:creationId xmlns:a16="http://schemas.microsoft.com/office/drawing/2014/main" id="{682D97D4-A5DA-2B1D-3407-13658458A52A}"/>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39" name="Freeform: Shape 7">
              <a:extLst>
                <a:ext uri="{FF2B5EF4-FFF2-40B4-BE49-F238E27FC236}">
                  <a16:creationId xmlns:a16="http://schemas.microsoft.com/office/drawing/2014/main" id="{FEBEF87B-7156-68DF-4D8A-E84D8A4F0EA2}"/>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40" name="Freeform: Shape 8">
              <a:extLst>
                <a:ext uri="{FF2B5EF4-FFF2-40B4-BE49-F238E27FC236}">
                  <a16:creationId xmlns:a16="http://schemas.microsoft.com/office/drawing/2014/main" id="{3A0B75AC-0F93-D7BF-2568-50E1CFEDF0CA}"/>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44" name="Title 31">
            <a:extLst>
              <a:ext uri="{FF2B5EF4-FFF2-40B4-BE49-F238E27FC236}">
                <a16:creationId xmlns:a16="http://schemas.microsoft.com/office/drawing/2014/main" id="{3551E8D5-6D03-58C4-2A78-E73615CBFD4C}"/>
              </a:ext>
            </a:extLst>
          </p:cNvPr>
          <p:cNvSpPr>
            <a:spLocks noGrp="1"/>
          </p:cNvSpPr>
          <p:nvPr>
            <p:ph type="title"/>
          </p:nvPr>
        </p:nvSpPr>
        <p:spPr>
          <a:xfrm>
            <a:off x="551384" y="3346281"/>
            <a:ext cx="6578080" cy="1872208"/>
          </a:xfrm>
        </p:spPr>
        <p:txBody>
          <a:bodyPr anchor="b"/>
          <a:lstStyle>
            <a:lvl1pPr>
              <a:defRPr sz="5400"/>
            </a:lvl1pPr>
          </a:lstStyle>
          <a:p>
            <a:r>
              <a:rPr lang="en-US"/>
              <a:t>Click to edit Master title style</a:t>
            </a:r>
            <a:endParaRPr lang="en-PL"/>
          </a:p>
        </p:txBody>
      </p:sp>
      <p:sp>
        <p:nvSpPr>
          <p:cNvPr id="45" name="Text Placeholder 33">
            <a:extLst>
              <a:ext uri="{FF2B5EF4-FFF2-40B4-BE49-F238E27FC236}">
                <a16:creationId xmlns:a16="http://schemas.microsoft.com/office/drawing/2014/main" id="{AE8BF6B9-54E0-50CF-ED1F-1556FC6C0905}"/>
              </a:ext>
            </a:extLst>
          </p:cNvPr>
          <p:cNvSpPr>
            <a:spLocks noGrp="1"/>
          </p:cNvSpPr>
          <p:nvPr>
            <p:ph type="body" sz="quarter" idx="15"/>
          </p:nvPr>
        </p:nvSpPr>
        <p:spPr>
          <a:xfrm>
            <a:off x="9912013" y="3893182"/>
            <a:ext cx="1872000" cy="1123397"/>
          </a:xfrm>
          <a:prstGeom prst="rect">
            <a:avLst/>
          </a:prstGeom>
        </p:spPr>
        <p:txBody>
          <a:bodyPr anchor="b">
            <a:noAutofit/>
          </a:bodyPr>
          <a:lstStyle>
            <a:lvl1pPr>
              <a:defRPr sz="2000"/>
            </a:lvl1pPr>
          </a:lstStyle>
          <a:p>
            <a:pPr lvl="0"/>
            <a:r>
              <a:rPr lang="en-US"/>
              <a:t>Click to edit Master text styles</a:t>
            </a:r>
          </a:p>
        </p:txBody>
      </p:sp>
      <p:sp>
        <p:nvSpPr>
          <p:cNvPr id="4" name="Rectangle 3">
            <a:extLst>
              <a:ext uri="{FF2B5EF4-FFF2-40B4-BE49-F238E27FC236}">
                <a16:creationId xmlns:a16="http://schemas.microsoft.com/office/drawing/2014/main" id="{78D281D9-C9E0-F6DF-2438-F4992F7D29D2}"/>
              </a:ext>
            </a:extLst>
          </p:cNvPr>
          <p:cNvSpPr/>
          <p:nvPr userDrawn="1"/>
        </p:nvSpPr>
        <p:spPr>
          <a:xfrm rot="16200000">
            <a:off x="5941020"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3" name="Text Placeholder 33">
            <a:extLst>
              <a:ext uri="{FF2B5EF4-FFF2-40B4-BE49-F238E27FC236}">
                <a16:creationId xmlns:a16="http://schemas.microsoft.com/office/drawing/2014/main" id="{F95A3A44-A840-3420-E0A4-A35DB913338B}"/>
              </a:ext>
            </a:extLst>
          </p:cNvPr>
          <p:cNvSpPr>
            <a:spLocks noGrp="1"/>
          </p:cNvSpPr>
          <p:nvPr>
            <p:ph type="body" sz="quarter" idx="16"/>
          </p:nvPr>
        </p:nvSpPr>
        <p:spPr>
          <a:xfrm>
            <a:off x="9912013" y="5264061"/>
            <a:ext cx="1872000" cy="522985"/>
          </a:xfrm>
          <a:prstGeom prst="rect">
            <a:avLst/>
          </a:prstGeom>
        </p:spPr>
        <p:txBody>
          <a:bodyPr/>
          <a:lstStyle/>
          <a:p>
            <a:pPr lvl="0"/>
            <a:r>
              <a:rPr lang="en-US"/>
              <a:t>Click to edit Master text styles</a:t>
            </a:r>
          </a:p>
        </p:txBody>
      </p:sp>
      <p:pic>
        <p:nvPicPr>
          <p:cNvPr id="14" name="Picture 13" descr="A blue circle with white text&#10;&#10;AI-generated content may be incorrect.">
            <a:extLst>
              <a:ext uri="{FF2B5EF4-FFF2-40B4-BE49-F238E27FC236}">
                <a16:creationId xmlns:a16="http://schemas.microsoft.com/office/drawing/2014/main" id="{7DB46B67-24FC-0C0D-EE28-8E4A80586A32}"/>
              </a:ext>
            </a:extLst>
          </p:cNvPr>
          <p:cNvPicPr/>
          <p:nvPr userDrawn="1"/>
        </p:nvPicPr>
        <p:blipFill>
          <a:blip r:embed="rId2" cstate="screen">
            <a:extLst>
              <a:ext uri="{28A0092B-C50C-407E-A947-70E740481C1C}">
                <a14:useLocalDpi xmlns:a14="http://schemas.microsoft.com/office/drawing/2010/main"/>
              </a:ext>
            </a:extLst>
          </a:blip>
          <a:stretch>
            <a:fillRect/>
          </a:stretch>
        </p:blipFill>
        <p:spPr>
          <a:xfrm>
            <a:off x="11640477" y="180490"/>
            <a:ext cx="406401" cy="406400"/>
          </a:xfrm>
          <a:prstGeom prst="rect">
            <a:avLst/>
          </a:prstGeom>
        </p:spPr>
      </p:pic>
      <p:sp>
        <p:nvSpPr>
          <p:cNvPr id="11" name="Speech Bubble: Rectangle with Corners Rounded 4">
            <a:extLst>
              <a:ext uri="{FF2B5EF4-FFF2-40B4-BE49-F238E27FC236}">
                <a16:creationId xmlns:a16="http://schemas.microsoft.com/office/drawing/2014/main" id="{8428F932-C7ED-B055-6281-AEFADF639F44}"/>
              </a:ext>
            </a:extLst>
          </p:cNvPr>
          <p:cNvSpPr/>
          <p:nvPr userDrawn="1"/>
        </p:nvSpPr>
        <p:spPr>
          <a:xfrm>
            <a:off x="12443989" y="4045418"/>
            <a:ext cx="2908723" cy="2796540"/>
          </a:xfrm>
          <a:prstGeom prst="rect">
            <a:avLst/>
          </a:prstGeom>
          <a:solidFill>
            <a:srgbClr val="FFFFFF"/>
          </a:solidFill>
          <a:ln w="12700" cap="flat" cmpd="sng" algn="ctr">
            <a:noFill/>
            <a:prstDash val="solid"/>
            <a:miter lim="800000"/>
          </a:ln>
          <a:effectLst/>
        </p:spPr>
        <p:txBody>
          <a:bodyPr lIns="180000" tIns="180000" rIns="180000"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GB" sz="1400" b="1" i="0" u="none" strike="noStrike" kern="1200" cap="none" spc="0" normalizeH="0" baseline="0" noProof="0">
                <a:ln>
                  <a:noFill/>
                </a:ln>
                <a:solidFill>
                  <a:srgbClr val="000000"/>
                </a:solidFill>
                <a:effectLst/>
                <a:uLnTx/>
                <a:uFillTx/>
                <a:latin typeface="Ubuntu"/>
                <a:ea typeface="+mn-ea"/>
                <a:cs typeface="+mn-cs"/>
              </a:rPr>
              <a:t>Security classification </a:t>
            </a:r>
          </a:p>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GB" sz="1000" b="0" i="0" u="none" strike="noStrike" kern="1200" cap="none" spc="0" normalizeH="0" baseline="0" noProof="0">
                <a:ln>
                  <a:noFill/>
                </a:ln>
                <a:solidFill>
                  <a:srgbClr val="000000"/>
                </a:solidFill>
                <a:effectLst/>
                <a:uLnTx/>
                <a:uFillTx/>
                <a:latin typeface="Ubuntu"/>
                <a:ea typeface="+mn-ea"/>
                <a:cs typeface="+mn-cs"/>
              </a:rPr>
              <a:t>Always add the appropriate security classification to the cover page and and footers (</a:t>
            </a:r>
            <a:r>
              <a:rPr kumimoji="0" lang="en-US" sz="1000" b="0" i="0" u="none" strike="noStrike" kern="1200" cap="none" spc="0" normalizeH="0" baseline="0" noProof="0">
                <a:ln>
                  <a:noFill/>
                </a:ln>
                <a:solidFill>
                  <a:srgbClr val="000000"/>
                </a:solidFill>
                <a:effectLst/>
                <a:uLnTx/>
                <a:uFillTx/>
                <a:latin typeface="Ubuntu"/>
                <a:ea typeface="+mn-ea"/>
                <a:cs typeface="+mn-cs"/>
              </a:rPr>
              <a:t>see classification definitions </a:t>
            </a:r>
            <a:r>
              <a:rPr kumimoji="0" lang="en-US" sz="1000" b="0" i="0" u="none" strike="noStrike" kern="1200" cap="none" spc="0" normalizeH="0" baseline="0" noProof="0">
                <a:ln>
                  <a:noFill/>
                </a:ln>
                <a:solidFill>
                  <a:srgbClr val="000000"/>
                </a:solidFill>
                <a:effectLst/>
                <a:uLnTx/>
                <a:uFillTx/>
                <a:latin typeface="Ubuntu"/>
                <a:ea typeface="+mn-ea"/>
                <a:cs typeface="+mn-cs"/>
                <a:hlinkClick r:id="rId3">
                  <a:extLst>
                    <a:ext uri="{A12FA001-AC4F-418D-AE19-62706E023703}">
                      <ahyp:hlinkClr xmlns:ahyp="http://schemas.microsoft.com/office/drawing/2018/hyperlinkcolor" val="tx"/>
                    </a:ext>
                  </a:extLst>
                </a:hlinkClick>
              </a:rPr>
              <a:t>here</a:t>
            </a:r>
            <a:r>
              <a:rPr kumimoji="0" lang="en-US" sz="1000" b="0" i="0" u="none" strike="noStrike" kern="1200" cap="none" spc="0" normalizeH="0" baseline="0" noProof="0">
                <a:ln>
                  <a:noFill/>
                </a:ln>
                <a:solidFill>
                  <a:srgbClr val="000000"/>
                </a:solidFill>
                <a:effectLst/>
                <a:uLnTx/>
                <a:uFillTx/>
                <a:latin typeface="Ubuntu"/>
                <a:ea typeface="+mn-ea"/>
                <a:cs typeface="+mn-cs"/>
              </a:rPr>
              <a:t>).</a:t>
            </a:r>
          </a:p>
          <a:p>
            <a:pPr marL="538163" marR="0" lvl="0" indent="0" algn="l" defTabSz="914400" rtl="0" eaLnBrk="1" fontAlgn="auto" latinLnBrk="0" hangingPunct="1">
              <a:lnSpc>
                <a:spcPct val="100000"/>
              </a:lnSpc>
              <a:spcBef>
                <a:spcPts val="0"/>
              </a:spcBef>
              <a:spcAft>
                <a:spcPts val="0"/>
              </a:spcAft>
              <a:buClrTx/>
              <a:buSzTx/>
              <a:buFontTx/>
              <a:buNone/>
              <a:tabLst/>
              <a:defRPr/>
            </a:pPr>
            <a:endParaRPr kumimoji="0" lang="en-GB" sz="1400" b="0" i="0" u="none" strike="noStrike" kern="1200" cap="none" spc="0" normalizeH="0" baseline="0" noProof="0">
              <a:ln>
                <a:noFill/>
              </a:ln>
              <a:solidFill>
                <a:srgbClr val="000000"/>
              </a:solidFill>
              <a:effectLst/>
              <a:uLnTx/>
              <a:uFillTx/>
              <a:latin typeface="Ubuntu"/>
              <a:ea typeface="+mn-ea"/>
              <a:cs typeface="+mn-cs"/>
            </a:endParaRPr>
          </a:p>
          <a:p>
            <a:pPr marL="538163" marR="0" lvl="0" indent="0" algn="l" defTabSz="914400" rtl="0" eaLnBrk="1" fontAlgn="auto" latinLnBrk="0" hangingPunct="1">
              <a:lnSpc>
                <a:spcPct val="100000"/>
              </a:lnSpc>
              <a:spcBef>
                <a:spcPts val="1200"/>
              </a:spcBef>
              <a:spcAft>
                <a:spcPts val="0"/>
              </a:spcAft>
              <a:buClrTx/>
              <a:buSzTx/>
              <a:buFontTx/>
              <a:buNone/>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Public information</a:t>
            </a:r>
          </a:p>
          <a:p>
            <a:pPr marL="538163" marR="0" lvl="0" indent="0" algn="l" defTabSz="914400" rtl="0" eaLnBrk="1" fontAlgn="auto" latinLnBrk="0" hangingPunct="1">
              <a:lnSpc>
                <a:spcPct val="100000"/>
              </a:lnSpc>
              <a:spcBef>
                <a:spcPts val="1200"/>
              </a:spcBef>
              <a:spcAft>
                <a:spcPts val="0"/>
              </a:spcAft>
              <a:buClrTx/>
              <a:buSzTx/>
              <a:buFontTx/>
              <a:buNone/>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Company confidential</a:t>
            </a:r>
          </a:p>
          <a:p>
            <a:pPr marL="539750" marR="0" lvl="0" indent="0" algn="l" defTabSz="914400" rtl="0" eaLnBrk="1" fontAlgn="auto" latinLnBrk="0" hangingPunct="1">
              <a:lnSpc>
                <a:spcPct val="100000"/>
              </a:lnSpc>
              <a:spcBef>
                <a:spcPts val="1200"/>
              </a:spcBef>
              <a:spcAft>
                <a:spcPts val="0"/>
              </a:spcAft>
              <a:buClrTx/>
              <a:buSzTx/>
              <a:buFontTx/>
              <a:buNone/>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Company restricted</a:t>
            </a:r>
          </a:p>
          <a:p>
            <a:pPr marL="539750" marR="0" lvl="0" indent="0" algn="l" defTabSz="914400" rtl="0" eaLnBrk="1" fontAlgn="auto" latinLnBrk="0" hangingPunct="1">
              <a:lnSpc>
                <a:spcPct val="100000"/>
              </a:lnSpc>
              <a:spcBef>
                <a:spcPts val="1200"/>
              </a:spcBef>
              <a:spcAft>
                <a:spcPts val="0"/>
              </a:spcAft>
              <a:buClrTx/>
              <a:buSzTx/>
              <a:buFontTx/>
              <a:buNone/>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Company sensitive</a:t>
            </a:r>
          </a:p>
        </p:txBody>
      </p:sp>
      <p:sp>
        <p:nvSpPr>
          <p:cNvPr id="12" name="Speech Bubble: Rectangle with Corners Rounded 4">
            <a:extLst>
              <a:ext uri="{FF2B5EF4-FFF2-40B4-BE49-F238E27FC236}">
                <a16:creationId xmlns:a16="http://schemas.microsoft.com/office/drawing/2014/main" id="{E39E5F51-A36A-A4E7-4542-0B0DB3FADB57}"/>
              </a:ext>
            </a:extLst>
          </p:cNvPr>
          <p:cNvSpPr/>
          <p:nvPr userDrawn="1"/>
        </p:nvSpPr>
        <p:spPr>
          <a:xfrm>
            <a:off x="12443989" y="0"/>
            <a:ext cx="2908723" cy="3885398"/>
          </a:xfrm>
          <a:prstGeom prst="rect">
            <a:avLst/>
          </a:prstGeom>
          <a:solidFill>
            <a:srgbClr val="FFFFFF"/>
          </a:solidFill>
          <a:ln w="12700" cap="flat" cmpd="sng" algn="ctr">
            <a:noFill/>
            <a:prstDash val="solid"/>
            <a:miter lim="800000"/>
          </a:ln>
          <a:effectLst/>
        </p:spPr>
        <p:txBody>
          <a:bodyPr lIns="180000" tIns="180000" rIns="180000"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pl-PL" sz="1400" b="1" i="0" u="none" strike="noStrike" kern="1200" cap="none" spc="0" normalizeH="0" baseline="0" noProof="0" err="1">
                <a:ln>
                  <a:noFill/>
                </a:ln>
                <a:solidFill>
                  <a:srgbClr val="000000"/>
                </a:solidFill>
                <a:effectLst/>
                <a:uLnTx/>
                <a:uFillTx/>
                <a:latin typeface="Ubuntu"/>
                <a:ea typeface="+mn-ea"/>
                <a:cs typeface="+mn-cs"/>
              </a:rPr>
              <a:t>Cover</a:t>
            </a:r>
            <a:r>
              <a:rPr kumimoji="0" lang="pl-PL" sz="1400" b="1" i="0" u="none" strike="noStrike" kern="1200" cap="none" spc="0" normalizeH="0" baseline="0" noProof="0">
                <a:ln>
                  <a:noFill/>
                </a:ln>
                <a:solidFill>
                  <a:srgbClr val="000000"/>
                </a:solidFill>
                <a:effectLst/>
                <a:uLnTx/>
                <a:uFillTx/>
                <a:latin typeface="Ubuntu"/>
                <a:ea typeface="+mn-ea"/>
                <a:cs typeface="+mn-cs"/>
              </a:rPr>
              <a:t> design</a:t>
            </a:r>
          </a:p>
          <a:p>
            <a:pPr marL="0" marR="0" lvl="0" indent="0" algn="l" defTabSz="914400" rtl="0" eaLnBrk="1" fontAlgn="auto" latinLnBrk="0" hangingPunct="1">
              <a:lnSpc>
                <a:spcPct val="100000"/>
              </a:lnSpc>
              <a:spcBef>
                <a:spcPts val="600"/>
              </a:spcBef>
              <a:spcAft>
                <a:spcPts val="0"/>
              </a:spcAft>
              <a:buClrTx/>
              <a:buSzTx/>
              <a:buFontTx/>
              <a:buNone/>
              <a:tabLst/>
              <a:defRPr/>
            </a:pPr>
            <a:r>
              <a:rPr kumimoji="0" lang="pl-PL" sz="1000" b="0" i="0" u="none" strike="noStrike" kern="1200" cap="none" spc="0" normalizeH="0" baseline="0" noProof="0" err="1">
                <a:ln>
                  <a:noFill/>
                </a:ln>
                <a:solidFill>
                  <a:srgbClr val="000000"/>
                </a:solidFill>
                <a:effectLst/>
                <a:uLnTx/>
                <a:uFillTx/>
                <a:latin typeface="Ubuntu"/>
                <a:ea typeface="+mn-ea"/>
                <a:cs typeface="+mn-cs"/>
              </a:rPr>
              <a:t>These</a:t>
            </a:r>
            <a:r>
              <a:rPr kumimoji="0" lang="pl-PL" sz="1000" b="0" i="0" u="none" strike="noStrike" kern="1200" cap="none" spc="0" normalizeH="0" baseline="0" noProof="0">
                <a:ln>
                  <a:noFill/>
                </a:ln>
                <a:solidFill>
                  <a:srgbClr val="000000"/>
                </a:solidFill>
                <a:effectLst/>
                <a:uLnTx/>
                <a:uFillTx/>
                <a:latin typeface="Ubuntu"/>
                <a:ea typeface="+mn-ea"/>
                <a:cs typeface="+mn-cs"/>
              </a:rPr>
              <a:t> </a:t>
            </a:r>
            <a:r>
              <a:rPr kumimoji="0" lang="pl-PL" sz="1000" b="0" i="0" u="none" strike="noStrike" kern="1200" cap="none" spc="0" normalizeH="0" baseline="0" noProof="0" err="1">
                <a:ln>
                  <a:noFill/>
                </a:ln>
                <a:solidFill>
                  <a:srgbClr val="000000"/>
                </a:solidFill>
                <a:effectLst/>
                <a:uLnTx/>
                <a:uFillTx/>
                <a:latin typeface="Ubuntu"/>
                <a:ea typeface="+mn-ea"/>
                <a:cs typeface="+mn-cs"/>
              </a:rPr>
              <a:t>slide</a:t>
            </a:r>
            <a:r>
              <a:rPr kumimoji="0" lang="pl-PL" sz="1000" b="0" i="0" u="none" strike="noStrike" kern="1200" cap="none" spc="0" normalizeH="0" baseline="0" noProof="0">
                <a:ln>
                  <a:noFill/>
                </a:ln>
                <a:solidFill>
                  <a:srgbClr val="000000"/>
                </a:solidFill>
                <a:effectLst/>
                <a:uLnTx/>
                <a:uFillTx/>
                <a:latin typeface="Ubuntu"/>
                <a:ea typeface="+mn-ea"/>
                <a:cs typeface="+mn-cs"/>
              </a:rPr>
              <a:t> </a:t>
            </a:r>
            <a:r>
              <a:rPr kumimoji="0" lang="pl-PL" sz="1000" b="0" i="0" u="none" strike="noStrike" kern="1200" cap="none" spc="0" normalizeH="0" baseline="0" noProof="0" err="1">
                <a:ln>
                  <a:noFill/>
                </a:ln>
                <a:solidFill>
                  <a:srgbClr val="000000"/>
                </a:solidFill>
                <a:effectLst/>
                <a:uLnTx/>
                <a:uFillTx/>
                <a:latin typeface="Ubuntu"/>
                <a:ea typeface="+mn-ea"/>
                <a:cs typeface="+mn-cs"/>
              </a:rPr>
              <a:t>designs</a:t>
            </a:r>
            <a:r>
              <a:rPr kumimoji="0" lang="pl-PL" sz="1000" b="0" i="0" u="none" strike="noStrike" kern="1200" cap="none" spc="0" normalizeH="0" baseline="0" noProof="0">
                <a:ln>
                  <a:noFill/>
                </a:ln>
                <a:solidFill>
                  <a:srgbClr val="000000"/>
                </a:solidFill>
                <a:effectLst/>
                <a:uLnTx/>
                <a:uFillTx/>
                <a:latin typeface="Ubuntu"/>
                <a:ea typeface="+mn-ea"/>
                <a:cs typeface="+mn-cs"/>
              </a:rPr>
              <a:t> and </a:t>
            </a:r>
            <a:r>
              <a:rPr kumimoji="0" lang="pl-PL" sz="1000" b="0" i="0" u="none" strike="noStrike" kern="1200" cap="none" spc="0" normalizeH="0" baseline="0" noProof="0" err="1">
                <a:ln>
                  <a:noFill/>
                </a:ln>
                <a:solidFill>
                  <a:srgbClr val="000000"/>
                </a:solidFill>
                <a:effectLst/>
                <a:uLnTx/>
                <a:uFillTx/>
                <a:latin typeface="Ubuntu"/>
                <a:ea typeface="+mn-ea"/>
                <a:cs typeface="+mn-cs"/>
              </a:rPr>
              <a:t>messages</a:t>
            </a:r>
            <a:r>
              <a:rPr kumimoji="0" lang="pl-PL" sz="1000" b="0" i="0" u="none" strike="noStrike" kern="1200" cap="none" spc="0" normalizeH="0" baseline="0" noProof="0">
                <a:ln>
                  <a:noFill/>
                </a:ln>
                <a:solidFill>
                  <a:srgbClr val="000000"/>
                </a:solidFill>
                <a:effectLst/>
                <a:uLnTx/>
                <a:uFillTx/>
                <a:latin typeface="Ubuntu"/>
                <a:ea typeface="+mn-ea"/>
                <a:cs typeface="+mn-cs"/>
              </a:rPr>
              <a:t> </a:t>
            </a:r>
            <a:r>
              <a:rPr kumimoji="0" lang="pl-PL" sz="1000" b="0" i="0" u="none" strike="noStrike" kern="1200" cap="none" spc="0" normalizeH="0" baseline="0" noProof="0" err="1">
                <a:ln>
                  <a:noFill/>
                </a:ln>
                <a:solidFill>
                  <a:srgbClr val="000000"/>
                </a:solidFill>
                <a:effectLst/>
                <a:uLnTx/>
                <a:uFillTx/>
                <a:latin typeface="Ubuntu"/>
                <a:ea typeface="+mn-ea"/>
                <a:cs typeface="+mn-cs"/>
              </a:rPr>
              <a:t>are</a:t>
            </a:r>
            <a:r>
              <a:rPr kumimoji="0" lang="pl-PL" sz="1000" b="0" i="0" u="none" strike="noStrike" kern="1200" cap="none" spc="0" normalizeH="0" baseline="0" noProof="0">
                <a:ln>
                  <a:noFill/>
                </a:ln>
                <a:solidFill>
                  <a:srgbClr val="000000"/>
                </a:solidFill>
                <a:effectLst/>
                <a:uLnTx/>
                <a:uFillTx/>
                <a:latin typeface="Ubuntu"/>
                <a:ea typeface="+mn-ea"/>
                <a:cs typeface="+mn-cs"/>
              </a:rPr>
              <a:t> </a:t>
            </a:r>
            <a:r>
              <a:rPr kumimoji="0" lang="pl-PL" sz="1000" b="1" i="0" u="none" strike="noStrike" kern="1200" cap="none" spc="0" normalizeH="0" baseline="0" noProof="0" err="1">
                <a:ln>
                  <a:noFill/>
                </a:ln>
                <a:solidFill>
                  <a:srgbClr val="000000"/>
                </a:solidFill>
                <a:effectLst/>
                <a:uLnTx/>
                <a:uFillTx/>
                <a:latin typeface="Ubuntu"/>
                <a:ea typeface="+mn-ea"/>
                <a:cs typeface="+mn-cs"/>
              </a:rPr>
              <a:t>inspirational</a:t>
            </a:r>
            <a:r>
              <a:rPr kumimoji="0" lang="pl-PL" sz="1000" b="1" i="0" u="none" strike="noStrike" kern="1200" cap="none" spc="0" normalizeH="0" baseline="0" noProof="0">
                <a:ln>
                  <a:noFill/>
                </a:ln>
                <a:solidFill>
                  <a:srgbClr val="000000"/>
                </a:solidFill>
                <a:effectLst/>
                <a:uLnTx/>
                <a:uFillTx/>
                <a:latin typeface="Ubuntu"/>
                <a:ea typeface="+mn-ea"/>
                <a:cs typeface="+mn-cs"/>
              </a:rPr>
              <a:t> </a:t>
            </a:r>
            <a:r>
              <a:rPr kumimoji="0" lang="pl-PL" sz="1000" b="1" i="0" u="none" strike="noStrike" kern="1200" cap="none" spc="0" normalizeH="0" baseline="0" noProof="0" err="1">
                <a:ln>
                  <a:noFill/>
                </a:ln>
                <a:solidFill>
                  <a:srgbClr val="000000"/>
                </a:solidFill>
                <a:effectLst/>
                <a:uLnTx/>
                <a:uFillTx/>
                <a:latin typeface="Ubuntu"/>
                <a:ea typeface="+mn-ea"/>
                <a:cs typeface="+mn-cs"/>
              </a:rPr>
              <a:t>only</a:t>
            </a:r>
            <a:r>
              <a:rPr kumimoji="0" lang="pl-PL" sz="1000" b="0" i="0" u="none" strike="noStrike" kern="1200" cap="none" spc="0" normalizeH="0" baseline="0" noProof="0">
                <a:ln>
                  <a:noFill/>
                </a:ln>
                <a:solidFill>
                  <a:srgbClr val="000000"/>
                </a:solidFill>
                <a:effectLst/>
                <a:uLnTx/>
                <a:uFillTx/>
                <a:latin typeface="Ubuntu"/>
                <a:ea typeface="+mn-ea"/>
                <a:cs typeface="+mn-cs"/>
              </a:rPr>
              <a:t>. </a:t>
            </a:r>
            <a:r>
              <a:rPr kumimoji="0" lang="pl-PL" sz="1000" b="0" i="0" u="none" strike="noStrike" kern="1200" cap="none" spc="0" normalizeH="0" baseline="0" noProof="0" err="1">
                <a:ln>
                  <a:noFill/>
                </a:ln>
                <a:solidFill>
                  <a:srgbClr val="000000"/>
                </a:solidFill>
                <a:effectLst/>
                <a:uLnTx/>
                <a:uFillTx/>
                <a:latin typeface="Ubuntu"/>
                <a:ea typeface="+mn-ea"/>
                <a:cs typeface="+mn-cs"/>
              </a:rPr>
              <a:t>Please</a:t>
            </a:r>
            <a:r>
              <a:rPr kumimoji="0" lang="pl-PL" sz="1000" b="0" i="0" u="none" strike="noStrike" kern="1200" cap="none" spc="0" normalizeH="0" baseline="0" noProof="0">
                <a:ln>
                  <a:noFill/>
                </a:ln>
                <a:solidFill>
                  <a:srgbClr val="000000"/>
                </a:solidFill>
                <a:effectLst/>
                <a:uLnTx/>
                <a:uFillTx/>
                <a:latin typeface="Ubuntu"/>
                <a:ea typeface="+mn-ea"/>
                <a:cs typeface="+mn-cs"/>
              </a:rPr>
              <a:t> </a:t>
            </a:r>
            <a:r>
              <a:rPr kumimoji="0" lang="pl-PL" sz="1000" b="0" i="0" u="none" strike="noStrike" kern="1200" cap="none" spc="0" normalizeH="0" baseline="0" noProof="0" err="1">
                <a:ln>
                  <a:noFill/>
                </a:ln>
                <a:solidFill>
                  <a:srgbClr val="000000"/>
                </a:solidFill>
                <a:effectLst/>
                <a:uLnTx/>
                <a:uFillTx/>
                <a:latin typeface="Ubuntu"/>
                <a:ea typeface="+mn-ea"/>
                <a:cs typeface="+mn-cs"/>
              </a:rPr>
              <a:t>modify</a:t>
            </a:r>
            <a:r>
              <a:rPr kumimoji="0" lang="pl-PL" sz="1000" b="0" i="0" u="none" strike="noStrike" kern="1200" cap="none" spc="0" normalizeH="0" baseline="0" noProof="0">
                <a:ln>
                  <a:noFill/>
                </a:ln>
                <a:solidFill>
                  <a:srgbClr val="000000"/>
                </a:solidFill>
                <a:effectLst/>
                <a:uLnTx/>
                <a:uFillTx/>
                <a:latin typeface="Ubuntu"/>
                <a:ea typeface="+mn-ea"/>
                <a:cs typeface="+mn-cs"/>
              </a:rPr>
              <a:t> </a:t>
            </a:r>
            <a:r>
              <a:rPr kumimoji="0" lang="pl-PL" sz="1000" b="0" i="0" u="none" strike="noStrike" kern="1200" cap="none" spc="0" normalizeH="0" baseline="0" noProof="0" err="1">
                <a:ln>
                  <a:noFill/>
                </a:ln>
                <a:solidFill>
                  <a:srgbClr val="000000"/>
                </a:solidFill>
                <a:effectLst/>
                <a:uLnTx/>
                <a:uFillTx/>
                <a:latin typeface="Ubuntu"/>
                <a:ea typeface="+mn-ea"/>
                <a:cs typeface="+mn-cs"/>
              </a:rPr>
              <a:t>text</a:t>
            </a:r>
            <a:r>
              <a:rPr kumimoji="0" lang="pl-PL" sz="1000" b="0" i="0" u="none" strike="noStrike" kern="1200" cap="none" spc="0" normalizeH="0" baseline="0" noProof="0">
                <a:ln>
                  <a:noFill/>
                </a:ln>
                <a:solidFill>
                  <a:srgbClr val="000000"/>
                </a:solidFill>
                <a:effectLst/>
                <a:uLnTx/>
                <a:uFillTx/>
                <a:latin typeface="Ubuntu"/>
                <a:ea typeface="+mn-ea"/>
                <a:cs typeface="+mn-cs"/>
              </a:rPr>
              <a:t> </a:t>
            </a:r>
            <a:r>
              <a:rPr kumimoji="0" lang="pl-PL" sz="1000" b="0" i="0" u="none" strike="noStrike" kern="1200" cap="none" spc="0" normalizeH="0" baseline="0" noProof="0" err="1">
                <a:ln>
                  <a:noFill/>
                </a:ln>
                <a:solidFill>
                  <a:srgbClr val="000000"/>
                </a:solidFill>
                <a:effectLst/>
                <a:uLnTx/>
                <a:uFillTx/>
                <a:latin typeface="Ubuntu"/>
                <a:ea typeface="+mn-ea"/>
                <a:cs typeface="+mn-cs"/>
              </a:rPr>
              <a:t>boxes</a:t>
            </a:r>
            <a:r>
              <a:rPr kumimoji="0" lang="pl-PL" sz="1000" b="0" i="0" u="none" strike="noStrike" kern="1200" cap="none" spc="0" normalizeH="0" baseline="0" noProof="0">
                <a:ln>
                  <a:noFill/>
                </a:ln>
                <a:solidFill>
                  <a:srgbClr val="000000"/>
                </a:solidFill>
                <a:effectLst/>
                <a:uLnTx/>
                <a:uFillTx/>
                <a:latin typeface="Ubuntu"/>
                <a:ea typeface="+mn-ea"/>
                <a:cs typeface="+mn-cs"/>
              </a:rPr>
              <a:t> and </a:t>
            </a:r>
            <a:r>
              <a:rPr kumimoji="0" lang="pl-PL" sz="1000" b="0" i="0" u="none" strike="noStrike" kern="1200" cap="none" spc="0" normalizeH="0" baseline="0" noProof="0" err="1">
                <a:ln>
                  <a:noFill/>
                </a:ln>
                <a:solidFill>
                  <a:srgbClr val="000000"/>
                </a:solidFill>
                <a:effectLst/>
                <a:uLnTx/>
                <a:uFillTx/>
                <a:latin typeface="Ubuntu"/>
                <a:ea typeface="+mn-ea"/>
                <a:cs typeface="+mn-cs"/>
              </a:rPr>
              <a:t>positioning</a:t>
            </a:r>
            <a:r>
              <a:rPr kumimoji="0" lang="pl-PL" sz="1000" b="0" i="0" u="none" strike="noStrike" kern="1200" cap="none" spc="0" normalizeH="0" baseline="0" noProof="0">
                <a:ln>
                  <a:noFill/>
                </a:ln>
                <a:solidFill>
                  <a:srgbClr val="000000"/>
                </a:solidFill>
                <a:effectLst/>
                <a:uLnTx/>
                <a:uFillTx/>
                <a:latin typeface="Ubuntu"/>
                <a:ea typeface="+mn-ea"/>
                <a:cs typeface="+mn-cs"/>
              </a:rPr>
              <a:t> as </a:t>
            </a:r>
            <a:r>
              <a:rPr kumimoji="0" lang="pl-PL" sz="1000" b="0" i="0" u="none" strike="noStrike" kern="1200" cap="none" spc="0" normalizeH="0" baseline="0" noProof="0" err="1">
                <a:ln>
                  <a:noFill/>
                </a:ln>
                <a:solidFill>
                  <a:srgbClr val="000000"/>
                </a:solidFill>
                <a:effectLst/>
                <a:uLnTx/>
                <a:uFillTx/>
                <a:latin typeface="Ubuntu"/>
                <a:ea typeface="+mn-ea"/>
                <a:cs typeface="+mn-cs"/>
              </a:rPr>
              <a:t>needed</a:t>
            </a:r>
            <a:r>
              <a:rPr kumimoji="0" lang="pl-PL" sz="1000" b="0" i="0" u="none" strike="noStrike" kern="1200" cap="none" spc="0" normalizeH="0" baseline="0" noProof="0">
                <a:ln>
                  <a:noFill/>
                </a:ln>
                <a:solidFill>
                  <a:srgbClr val="000000"/>
                </a:solidFill>
                <a:effectLst/>
                <a:uLnTx/>
                <a:uFillTx/>
                <a:latin typeface="Ubuntu"/>
                <a:ea typeface="+mn-ea"/>
                <a:cs typeface="+mn-cs"/>
              </a:rPr>
              <a:t> </a:t>
            </a:r>
            <a:r>
              <a:rPr kumimoji="0" lang="pl-PL" sz="1000" b="0" i="0" u="none" strike="noStrike" kern="1200" cap="none" spc="0" normalizeH="0" baseline="0" noProof="0" err="1">
                <a:ln>
                  <a:noFill/>
                </a:ln>
                <a:solidFill>
                  <a:srgbClr val="000000"/>
                </a:solidFill>
                <a:effectLst/>
                <a:uLnTx/>
                <a:uFillTx/>
                <a:latin typeface="Ubuntu"/>
                <a:ea typeface="+mn-ea"/>
                <a:cs typeface="+mn-cs"/>
              </a:rPr>
              <a:t>based</a:t>
            </a:r>
            <a:r>
              <a:rPr kumimoji="0" lang="pl-PL" sz="1000" b="0" i="0" u="none" strike="noStrike" kern="1200" cap="none" spc="0" normalizeH="0" baseline="0" noProof="0">
                <a:ln>
                  <a:noFill/>
                </a:ln>
                <a:solidFill>
                  <a:srgbClr val="000000"/>
                </a:solidFill>
                <a:effectLst/>
                <a:uLnTx/>
                <a:uFillTx/>
                <a:latin typeface="Ubuntu"/>
                <a:ea typeface="+mn-ea"/>
                <a:cs typeface="+mn-cs"/>
              </a:rPr>
              <a:t> on the </a:t>
            </a:r>
            <a:r>
              <a:rPr kumimoji="0" lang="pl-PL" sz="1000" b="0" i="0" u="none" strike="noStrike" kern="1200" cap="none" spc="0" normalizeH="0" baseline="0" noProof="0" err="1">
                <a:ln>
                  <a:noFill/>
                </a:ln>
                <a:solidFill>
                  <a:srgbClr val="000000"/>
                </a:solidFill>
                <a:effectLst/>
                <a:uLnTx/>
                <a:uFillTx/>
                <a:latin typeface="Ubuntu"/>
                <a:ea typeface="+mn-ea"/>
                <a:cs typeface="+mn-cs"/>
              </a:rPr>
              <a:t>message</a:t>
            </a:r>
            <a:r>
              <a:rPr kumimoji="0" lang="pl-PL" sz="1000" b="0" i="0" u="none" strike="noStrike" kern="1200" cap="none" spc="0" normalizeH="0" baseline="0" noProof="0">
                <a:ln>
                  <a:noFill/>
                </a:ln>
                <a:solidFill>
                  <a:srgbClr val="000000"/>
                </a:solidFill>
                <a:effectLst/>
                <a:uLnTx/>
                <a:uFillTx/>
                <a:latin typeface="Ubuntu"/>
                <a:ea typeface="+mn-ea"/>
                <a:cs typeface="+mn-cs"/>
              </a:rPr>
              <a:t> and </a:t>
            </a:r>
            <a:r>
              <a:rPr kumimoji="0" lang="pl-PL" sz="1000" b="0" i="0" u="none" strike="noStrike" kern="1200" cap="none" spc="0" normalizeH="0" baseline="0" noProof="0" err="1">
                <a:ln>
                  <a:noFill/>
                </a:ln>
                <a:solidFill>
                  <a:srgbClr val="000000"/>
                </a:solidFill>
                <a:effectLst/>
                <a:uLnTx/>
                <a:uFillTx/>
                <a:latin typeface="Ubuntu"/>
                <a:ea typeface="+mn-ea"/>
                <a:cs typeface="+mn-cs"/>
              </a:rPr>
              <a:t>overall</a:t>
            </a:r>
            <a:r>
              <a:rPr kumimoji="0" lang="pl-PL" sz="1000" b="0" i="0" u="none" strike="noStrike" kern="1200" cap="none" spc="0" normalizeH="0" baseline="0" noProof="0">
                <a:ln>
                  <a:noFill/>
                </a:ln>
                <a:solidFill>
                  <a:srgbClr val="000000"/>
                </a:solidFill>
                <a:effectLst/>
                <a:uLnTx/>
                <a:uFillTx/>
                <a:latin typeface="Ubuntu"/>
                <a:ea typeface="+mn-ea"/>
                <a:cs typeface="+mn-cs"/>
              </a:rPr>
              <a:t> </a:t>
            </a:r>
            <a:r>
              <a:rPr kumimoji="0" lang="pl-PL" sz="1000" b="0" i="0" u="none" strike="noStrike" kern="1200" cap="none" spc="0" normalizeH="0" baseline="0" noProof="0" err="1">
                <a:ln>
                  <a:noFill/>
                </a:ln>
                <a:solidFill>
                  <a:srgbClr val="000000"/>
                </a:solidFill>
                <a:effectLst/>
                <a:uLnTx/>
                <a:uFillTx/>
                <a:latin typeface="Ubuntu"/>
                <a:ea typeface="+mn-ea"/>
                <a:cs typeface="+mn-cs"/>
              </a:rPr>
              <a:t>composition</a:t>
            </a:r>
            <a:r>
              <a:rPr kumimoji="0" lang="pl-PL" sz="1000" b="0" i="0" u="none" strike="noStrike" kern="1200" cap="none" spc="0" normalizeH="0" baseline="0" noProof="0">
                <a:ln>
                  <a:noFill/>
                </a:ln>
                <a:solidFill>
                  <a:srgbClr val="000000"/>
                </a:solidFill>
                <a:effectLst/>
                <a:uLnTx/>
                <a:uFillTx/>
                <a:latin typeface="Ubuntu"/>
                <a:ea typeface="+mn-ea"/>
                <a:cs typeface="+mn-cs"/>
              </a:rPr>
              <a:t>. </a:t>
            </a:r>
            <a:r>
              <a:rPr kumimoji="0" lang="pl-PL" sz="1000" b="0" i="0" u="none" strike="noStrike" kern="1200" cap="none" spc="0" normalizeH="0" baseline="0" noProof="0" err="1">
                <a:ln>
                  <a:noFill/>
                </a:ln>
                <a:solidFill>
                  <a:srgbClr val="000000"/>
                </a:solidFill>
                <a:effectLst/>
                <a:uLnTx/>
                <a:uFillTx/>
                <a:latin typeface="Ubuntu"/>
                <a:ea typeface="+mn-ea"/>
                <a:cs typeface="+mn-cs"/>
              </a:rPr>
              <a:t>Always</a:t>
            </a:r>
            <a:r>
              <a:rPr kumimoji="0" lang="pl-PL" sz="1000" b="0" i="0" u="none" strike="noStrike" kern="1200" cap="none" spc="0" normalizeH="0" baseline="0" noProof="0">
                <a:ln>
                  <a:noFill/>
                </a:ln>
                <a:solidFill>
                  <a:srgbClr val="000000"/>
                </a:solidFill>
                <a:effectLst/>
                <a:uLnTx/>
                <a:uFillTx/>
                <a:latin typeface="Ubuntu"/>
                <a:ea typeface="+mn-ea"/>
                <a:cs typeface="+mn-cs"/>
              </a:rPr>
              <a:t> </a:t>
            </a:r>
            <a:r>
              <a:rPr kumimoji="0" lang="pl-PL" sz="1000" b="0" i="0" u="none" strike="noStrike" kern="1200" cap="none" spc="0" normalizeH="0" baseline="0" noProof="0" err="1">
                <a:ln>
                  <a:noFill/>
                </a:ln>
                <a:solidFill>
                  <a:srgbClr val="000000"/>
                </a:solidFill>
                <a:effectLst/>
                <a:uLnTx/>
                <a:uFillTx/>
                <a:latin typeface="Ubuntu"/>
                <a:ea typeface="+mn-ea"/>
                <a:cs typeface="+mn-cs"/>
              </a:rPr>
              <a:t>consider</a:t>
            </a:r>
            <a:r>
              <a:rPr kumimoji="0" lang="pl-PL" sz="1000" b="0" i="0" u="none" strike="noStrike" kern="1200" cap="none" spc="0" normalizeH="0" baseline="0" noProof="0">
                <a:ln>
                  <a:noFill/>
                </a:ln>
                <a:solidFill>
                  <a:srgbClr val="000000"/>
                </a:solidFill>
                <a:effectLst/>
                <a:uLnTx/>
                <a:uFillTx/>
                <a:latin typeface="Ubuntu"/>
                <a:ea typeface="+mn-ea"/>
                <a:cs typeface="+mn-cs"/>
              </a:rPr>
              <a:t> the </a:t>
            </a:r>
            <a:r>
              <a:rPr kumimoji="0" lang="pl-PL" sz="1000" b="0" i="0" u="none" strike="noStrike" kern="1200" cap="none" spc="0" normalizeH="0" baseline="0" noProof="0" err="1">
                <a:ln>
                  <a:noFill/>
                </a:ln>
                <a:solidFill>
                  <a:srgbClr val="000000"/>
                </a:solidFill>
                <a:effectLst/>
                <a:uLnTx/>
                <a:uFillTx/>
                <a:latin typeface="Ubuntu"/>
                <a:ea typeface="+mn-ea"/>
                <a:cs typeface="+mn-cs"/>
              </a:rPr>
              <a:t>legibility</a:t>
            </a:r>
            <a:r>
              <a:rPr kumimoji="0" lang="pl-PL" sz="1000" b="0" i="0" u="none" strike="noStrike" kern="1200" cap="none" spc="0" normalizeH="0" baseline="0" noProof="0">
                <a:ln>
                  <a:noFill/>
                </a:ln>
                <a:solidFill>
                  <a:srgbClr val="000000"/>
                </a:solidFill>
                <a:effectLst/>
                <a:uLnTx/>
                <a:uFillTx/>
                <a:latin typeface="Ubuntu"/>
                <a:ea typeface="+mn-ea"/>
                <a:cs typeface="+mn-cs"/>
              </a:rPr>
              <a:t> and </a:t>
            </a:r>
            <a:r>
              <a:rPr kumimoji="0" lang="pl-PL" sz="1000" b="0" i="0" u="none" strike="noStrike" kern="1200" cap="none" spc="0" normalizeH="0" baseline="0" noProof="0" err="1">
                <a:ln>
                  <a:noFill/>
                </a:ln>
                <a:solidFill>
                  <a:srgbClr val="000000"/>
                </a:solidFill>
                <a:effectLst/>
                <a:uLnTx/>
                <a:uFillTx/>
                <a:latin typeface="Ubuntu"/>
                <a:ea typeface="+mn-ea"/>
                <a:cs typeface="+mn-cs"/>
              </a:rPr>
              <a:t>contrast</a:t>
            </a:r>
            <a:r>
              <a:rPr kumimoji="0" lang="pl-PL" sz="1000" b="0" i="0" u="none" strike="noStrike" kern="1200" cap="none" spc="0" normalizeH="0" baseline="0" noProof="0">
                <a:ln>
                  <a:noFill/>
                </a:ln>
                <a:solidFill>
                  <a:srgbClr val="000000"/>
                </a:solidFill>
                <a:effectLst/>
                <a:uLnTx/>
                <a:uFillTx/>
                <a:latin typeface="Ubuntu"/>
                <a:ea typeface="+mn-ea"/>
                <a:cs typeface="+mn-cs"/>
              </a:rPr>
              <a:t> of </a:t>
            </a:r>
            <a:r>
              <a:rPr kumimoji="0" lang="pl-PL" sz="1000" b="0" i="0" u="none" strike="noStrike" kern="1200" cap="none" spc="0" normalizeH="0" baseline="0" noProof="0" err="1">
                <a:ln>
                  <a:noFill/>
                </a:ln>
                <a:solidFill>
                  <a:srgbClr val="000000"/>
                </a:solidFill>
                <a:effectLst/>
                <a:uLnTx/>
                <a:uFillTx/>
                <a:latin typeface="Ubuntu"/>
                <a:ea typeface="+mn-ea"/>
                <a:cs typeface="+mn-cs"/>
              </a:rPr>
              <a:t>copy</a:t>
            </a:r>
            <a:r>
              <a:rPr kumimoji="0" lang="pl-PL" sz="1000" b="0" i="0" u="none" strike="noStrike" kern="1200" cap="none" spc="0" normalizeH="0" baseline="0" noProof="0">
                <a:ln>
                  <a:noFill/>
                </a:ln>
                <a:solidFill>
                  <a:srgbClr val="000000"/>
                </a:solidFill>
                <a:effectLst/>
                <a:uLnTx/>
                <a:uFillTx/>
                <a:latin typeface="Ubuntu"/>
                <a:ea typeface="+mn-ea"/>
                <a:cs typeface="+mn-cs"/>
              </a:rPr>
              <a:t> and </a:t>
            </a:r>
            <a:r>
              <a:rPr kumimoji="0" lang="pl-PL" sz="1000" b="0" i="0" u="none" strike="noStrike" kern="1200" cap="none" spc="0" normalizeH="0" baseline="0" noProof="0" err="1">
                <a:ln>
                  <a:noFill/>
                </a:ln>
                <a:solidFill>
                  <a:srgbClr val="000000"/>
                </a:solidFill>
                <a:effectLst/>
                <a:uLnTx/>
                <a:uFillTx/>
                <a:latin typeface="Ubuntu"/>
                <a:ea typeface="+mn-ea"/>
                <a:cs typeface="+mn-cs"/>
              </a:rPr>
              <a:t>content</a:t>
            </a:r>
            <a:r>
              <a:rPr kumimoji="0" lang="pl-PL" sz="1000" b="0" i="0" u="none" strike="noStrike" kern="1200" cap="none" spc="0" normalizeH="0" baseline="0" noProof="0">
                <a:ln>
                  <a:noFill/>
                </a:ln>
                <a:solidFill>
                  <a:srgbClr val="000000"/>
                </a:solidFill>
                <a:effectLst/>
                <a:uLnTx/>
                <a:uFillTx/>
                <a:latin typeface="Ubuntu"/>
                <a:ea typeface="+mn-ea"/>
                <a:cs typeface="+mn-cs"/>
              </a:rPr>
              <a:t> for maximum </a:t>
            </a:r>
            <a:r>
              <a:rPr kumimoji="0" lang="pl-PL" sz="1000" b="0" i="0" u="none" strike="noStrike" kern="1200" cap="none" spc="0" normalizeH="0" baseline="0" noProof="0" err="1">
                <a:ln>
                  <a:noFill/>
                </a:ln>
                <a:solidFill>
                  <a:srgbClr val="000000"/>
                </a:solidFill>
                <a:effectLst/>
                <a:uLnTx/>
                <a:uFillTx/>
                <a:latin typeface="Ubuntu"/>
                <a:ea typeface="+mn-ea"/>
                <a:cs typeface="+mn-cs"/>
              </a:rPr>
              <a:t>usability</a:t>
            </a:r>
            <a:r>
              <a:rPr kumimoji="0" lang="pl-PL" sz="1000" b="0" i="0" u="none" strike="noStrike" kern="1200" cap="none" spc="0" normalizeH="0" baseline="0" noProof="0">
                <a:ln>
                  <a:noFill/>
                </a:ln>
                <a:solidFill>
                  <a:srgbClr val="000000"/>
                </a:solidFill>
                <a:effectLst/>
                <a:uLnTx/>
                <a:uFillTx/>
                <a:latin typeface="Ubuntu"/>
                <a:ea typeface="+mn-ea"/>
                <a:cs typeface="+mn-cs"/>
              </a:rPr>
              <a:t>.</a:t>
            </a:r>
          </a:p>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US" sz="1000" b="0" i="0" u="none" strike="noStrike" kern="1200" cap="none" spc="0" normalizeH="0" baseline="0" noProof="0">
                <a:ln>
                  <a:noFill/>
                </a:ln>
                <a:solidFill>
                  <a:srgbClr val="000000"/>
                </a:solidFill>
                <a:effectLst/>
                <a:uLnTx/>
                <a:uFillTx/>
                <a:latin typeface="Ubuntu"/>
                <a:ea typeface="+mn-ea"/>
                <a:cs typeface="+mn-cs"/>
              </a:rPr>
              <a:t>Any and all photography in these designs is given as an example. While you can use them, it’s better to </a:t>
            </a:r>
            <a:r>
              <a:rPr kumimoji="0" lang="en-US" sz="1000" b="1" i="0" u="none" strike="noStrike" kern="1200" cap="none" spc="0" normalizeH="0" baseline="0" noProof="0">
                <a:ln>
                  <a:noFill/>
                </a:ln>
                <a:solidFill>
                  <a:srgbClr val="000000"/>
                </a:solidFill>
                <a:effectLst/>
                <a:uLnTx/>
                <a:uFillTx/>
                <a:latin typeface="Ubuntu"/>
                <a:ea typeface="+mn-ea"/>
                <a:cs typeface="+mn-cs"/>
              </a:rPr>
              <a:t>change the photography</a:t>
            </a:r>
            <a:r>
              <a:rPr kumimoji="0" lang="en-US" sz="1000" b="0" i="0" u="none" strike="noStrike" kern="1200" cap="none" spc="0" normalizeH="0" baseline="0" noProof="0">
                <a:ln>
                  <a:noFill/>
                </a:ln>
                <a:solidFill>
                  <a:srgbClr val="000000"/>
                </a:solidFill>
                <a:effectLst/>
                <a:uLnTx/>
                <a:uFillTx/>
                <a:latin typeface="Ubuntu"/>
                <a:ea typeface="+mn-ea"/>
                <a:cs typeface="+mn-cs"/>
              </a:rPr>
              <a:t> to match your content.</a:t>
            </a:r>
          </a:p>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US" sz="1000" b="0" i="0" u="none" strike="noStrike" kern="1200" cap="none" spc="0" normalizeH="0" baseline="0" noProof="0">
                <a:ln>
                  <a:noFill/>
                </a:ln>
                <a:solidFill>
                  <a:srgbClr val="000000"/>
                </a:solidFill>
                <a:effectLst/>
                <a:uLnTx/>
                <a:uFillTx/>
                <a:latin typeface="Ubuntu"/>
                <a:ea typeface="+mn-ea"/>
                <a:cs typeface="+mn-cs"/>
              </a:rPr>
              <a:t>To do so, right click on the picture or placeholder to change/insert a photo. </a:t>
            </a:r>
          </a:p>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US" sz="1000" b="0" i="0" u="none" strike="noStrike" kern="1200" cap="none" spc="0" normalizeH="0" baseline="0" noProof="0">
                <a:ln>
                  <a:noFill/>
                </a:ln>
                <a:solidFill>
                  <a:srgbClr val="000000"/>
                </a:solidFill>
                <a:effectLst/>
                <a:uLnTx/>
                <a:uFillTx/>
                <a:latin typeface="Ubuntu"/>
                <a:ea typeface="+mn-ea"/>
                <a:cs typeface="+mn-cs"/>
              </a:rPr>
              <a:t>Where to find photography:</a:t>
            </a:r>
          </a:p>
          <a:p>
            <a:pPr marL="180975" marR="0" lvl="0" indent="-180975" algn="l" defTabSz="914400" rtl="0" eaLnBrk="1" fontAlgn="auto" latinLnBrk="0" hangingPunct="1">
              <a:lnSpc>
                <a:spcPct val="100000"/>
              </a:lnSpc>
              <a:spcBef>
                <a:spcPts val="600"/>
              </a:spcBef>
              <a:spcAft>
                <a:spcPts val="0"/>
              </a:spcAft>
              <a:buClr>
                <a:srgbClr val="0057AB"/>
              </a:buClr>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Ubuntu"/>
                <a:ea typeface="+mn-ea"/>
                <a:cs typeface="+mn-cs"/>
                <a:hlinkClick r:id="rId4"/>
              </a:rPr>
              <a:t>Photo library</a:t>
            </a:r>
            <a:endParaRPr kumimoji="0" lang="en-US" sz="1000" b="0" i="0" u="none" strike="noStrike" kern="1200" cap="none" spc="0" normalizeH="0" baseline="0" noProof="0">
              <a:ln>
                <a:noFill/>
              </a:ln>
              <a:solidFill>
                <a:srgbClr val="000000"/>
              </a:solidFill>
              <a:effectLst/>
              <a:uLnTx/>
              <a:uFillTx/>
              <a:latin typeface="Ubuntu"/>
              <a:ea typeface="+mn-ea"/>
              <a:cs typeface="+mn-cs"/>
            </a:endParaRPr>
          </a:p>
          <a:p>
            <a:pPr marL="180975" marR="0" lvl="0" indent="-180975" algn="l" defTabSz="914400" rtl="0" eaLnBrk="1" fontAlgn="auto" latinLnBrk="0" hangingPunct="1">
              <a:lnSpc>
                <a:spcPct val="100000"/>
              </a:lnSpc>
              <a:spcBef>
                <a:spcPts val="600"/>
              </a:spcBef>
              <a:spcAft>
                <a:spcPts val="0"/>
              </a:spcAft>
              <a:buClr>
                <a:srgbClr val="0057AB"/>
              </a:buClr>
              <a:buSzTx/>
              <a:buFont typeface="Arial" panose="020B0604020202020204" pitchFamily="34" charset="0"/>
              <a:buChar char="•"/>
              <a:tabLst/>
              <a:defRPr/>
            </a:pPr>
            <a:r>
              <a:rPr kumimoji="0" lang="en-US" sz="1000" b="0" i="0" u="none" strike="noStrike" kern="1200" cap="none" spc="0" normalizeH="0" baseline="0" noProof="0">
                <a:ln>
                  <a:noFill/>
                </a:ln>
                <a:solidFill>
                  <a:schemeClr val="tx2"/>
                </a:solidFill>
                <a:effectLst/>
                <a:uLnTx/>
                <a:uFillTx/>
                <a:latin typeface="Ubuntu"/>
                <a:ea typeface="+mn-ea"/>
                <a:cs typeface="+mn-cs"/>
                <a:hlinkClick r:id="rId5">
                  <a:extLst>
                    <a:ext uri="{A12FA001-AC4F-418D-AE19-62706E023703}">
                      <ahyp:hlinkClr xmlns:ahyp="http://schemas.microsoft.com/office/drawing/2018/hyperlinkcolor" val="tx"/>
                    </a:ext>
                  </a:extLst>
                </a:hlinkClick>
              </a:rPr>
              <a:t>Getty images</a:t>
            </a:r>
            <a:r>
              <a:rPr kumimoji="0" lang="en-US" sz="1000" b="0" i="0" u="none" strike="noStrike" kern="1200" cap="none" spc="0" normalizeH="0" baseline="0" noProof="0">
                <a:ln>
                  <a:noFill/>
                </a:ln>
                <a:solidFill>
                  <a:schemeClr val="tx2"/>
                </a:solidFill>
                <a:effectLst/>
                <a:uLnTx/>
                <a:uFillTx/>
                <a:latin typeface="Ubuntu"/>
                <a:ea typeface="+mn-ea"/>
                <a:cs typeface="+mn-cs"/>
              </a:rPr>
              <a:t> </a:t>
            </a:r>
            <a:r>
              <a:rPr kumimoji="0" lang="en-US" sz="1000" b="0" i="0" u="none" strike="noStrike" kern="1200" cap="none" spc="0" normalizeH="0" baseline="0" noProof="0">
                <a:ln>
                  <a:noFill/>
                </a:ln>
                <a:solidFill>
                  <a:srgbClr val="000000"/>
                </a:solidFill>
                <a:effectLst/>
                <a:uLnTx/>
                <a:uFillTx/>
                <a:latin typeface="Ubuntu"/>
                <a:ea typeface="+mn-ea"/>
                <a:cs typeface="+mn-cs"/>
              </a:rPr>
              <a:t>(Recommended), </a:t>
            </a:r>
            <a:r>
              <a:rPr kumimoji="0" lang="en-US" sz="1000" b="0" i="0" u="none" strike="noStrike" kern="1200" cap="none" spc="0" normalizeH="0" baseline="0" noProof="0">
                <a:ln>
                  <a:noFill/>
                </a:ln>
                <a:solidFill>
                  <a:schemeClr val="tx2"/>
                </a:solidFill>
                <a:effectLst/>
                <a:uLnTx/>
                <a:uFillTx/>
                <a:latin typeface="Ubuntu"/>
                <a:ea typeface="+mn-ea"/>
                <a:cs typeface="+mn-cs"/>
                <a:hlinkClick r:id="rId6">
                  <a:extLst>
                    <a:ext uri="{A12FA001-AC4F-418D-AE19-62706E023703}">
                      <ahyp:hlinkClr xmlns:ahyp="http://schemas.microsoft.com/office/drawing/2018/hyperlinkcolor" val="tx"/>
                    </a:ext>
                  </a:extLst>
                </a:hlinkClick>
              </a:rPr>
              <a:t>Shutterstock</a:t>
            </a:r>
            <a:r>
              <a:rPr kumimoji="0" lang="en-US" sz="1000" b="0" i="0" u="none" strike="noStrike" kern="1200" cap="none" spc="0" normalizeH="0" baseline="0" noProof="0">
                <a:ln>
                  <a:noFill/>
                </a:ln>
                <a:solidFill>
                  <a:schemeClr val="tx2"/>
                </a:solidFill>
                <a:effectLst/>
                <a:uLnTx/>
                <a:uFillTx/>
                <a:latin typeface="Ubuntu"/>
                <a:ea typeface="+mn-ea"/>
                <a:cs typeface="+mn-cs"/>
              </a:rPr>
              <a:t>, </a:t>
            </a:r>
            <a:r>
              <a:rPr kumimoji="0" lang="en-US" sz="1000" b="0" i="0" u="none" strike="noStrike" kern="1200" cap="none" spc="0" normalizeH="0" baseline="0" noProof="0">
                <a:ln>
                  <a:noFill/>
                </a:ln>
                <a:solidFill>
                  <a:schemeClr val="tx2"/>
                </a:solidFill>
                <a:effectLst/>
                <a:uLnTx/>
                <a:uFillTx/>
                <a:latin typeface="Ubuntu"/>
                <a:ea typeface="+mn-ea"/>
                <a:cs typeface="+mn-cs"/>
                <a:hlinkClick r:id="rId7">
                  <a:extLst>
                    <a:ext uri="{A12FA001-AC4F-418D-AE19-62706E023703}">
                      <ahyp:hlinkClr xmlns:ahyp="http://schemas.microsoft.com/office/drawing/2018/hyperlinkcolor" val="tx"/>
                    </a:ext>
                  </a:extLst>
                </a:hlinkClick>
              </a:rPr>
              <a:t>Adobe images</a:t>
            </a:r>
            <a:r>
              <a:rPr kumimoji="0" lang="en-US" sz="1000" b="0" i="0" u="none" strike="noStrike" kern="1200" cap="none" spc="0" normalizeH="0" baseline="0" noProof="0">
                <a:ln>
                  <a:noFill/>
                </a:ln>
                <a:solidFill>
                  <a:schemeClr val="tx2"/>
                </a:solidFill>
                <a:effectLst/>
                <a:uLnTx/>
                <a:uFillTx/>
                <a:latin typeface="Ubuntu"/>
                <a:ea typeface="+mn-ea"/>
                <a:cs typeface="+mn-cs"/>
              </a:rPr>
              <a:t> </a:t>
            </a:r>
            <a:r>
              <a:rPr kumimoji="0" lang="en-US" sz="1000" b="0" i="0" u="none" strike="noStrike" kern="1200" cap="none" spc="0" normalizeH="0" baseline="0" noProof="0">
                <a:ln>
                  <a:noFill/>
                </a:ln>
                <a:solidFill>
                  <a:srgbClr val="000000"/>
                </a:solidFill>
                <a:effectLst/>
                <a:uLnTx/>
                <a:uFillTx/>
                <a:latin typeface="Ubuntu"/>
                <a:ea typeface="+mn-ea"/>
                <a:cs typeface="+mn-cs"/>
              </a:rPr>
              <a:t>(check with your M&amp;C design team):</a:t>
            </a:r>
          </a:p>
          <a:p>
            <a:pPr marL="0" marR="0" lvl="0" indent="0" algn="l" defTabSz="914400" rtl="0" eaLnBrk="1" fontAlgn="auto" latinLnBrk="0" hangingPunct="1">
              <a:lnSpc>
                <a:spcPct val="100000"/>
              </a:lnSpc>
              <a:spcBef>
                <a:spcPts val="600"/>
              </a:spcBef>
              <a:spcAft>
                <a:spcPts val="0"/>
              </a:spcAft>
              <a:buClrTx/>
              <a:buSzTx/>
              <a:buFontTx/>
              <a:buNone/>
              <a:tabLst/>
              <a:defRPr/>
            </a:pPr>
            <a:r>
              <a:rPr kumimoji="0" lang="pl-PL" sz="1000" b="1" i="0" u="none" strike="noStrike" kern="1200" cap="none" spc="0" normalizeH="0" baseline="0" noProof="0" err="1">
                <a:ln>
                  <a:noFill/>
                </a:ln>
                <a:solidFill>
                  <a:srgbClr val="000000"/>
                </a:solidFill>
                <a:effectLst/>
                <a:uLnTx/>
                <a:uFillTx/>
                <a:latin typeface="Ubuntu"/>
                <a:ea typeface="+mn-ea"/>
                <a:cs typeface="+mn-cs"/>
              </a:rPr>
              <a:t>Further</a:t>
            </a:r>
            <a:r>
              <a:rPr kumimoji="0" lang="pl-PL" sz="1000" b="1" i="0" u="none" strike="noStrike" kern="1200" cap="none" spc="0" normalizeH="0" baseline="0" noProof="0">
                <a:ln>
                  <a:noFill/>
                </a:ln>
                <a:solidFill>
                  <a:srgbClr val="000000"/>
                </a:solidFill>
                <a:effectLst/>
                <a:uLnTx/>
                <a:uFillTx/>
                <a:latin typeface="Ubuntu"/>
                <a:ea typeface="+mn-ea"/>
                <a:cs typeface="+mn-cs"/>
              </a:rPr>
              <a:t> </a:t>
            </a:r>
            <a:r>
              <a:rPr kumimoji="0" lang="pl-PL" sz="1000" b="1" i="0" u="none" strike="noStrike" kern="1200" cap="none" spc="0" normalizeH="0" baseline="0" noProof="0" err="1">
                <a:ln>
                  <a:noFill/>
                </a:ln>
                <a:solidFill>
                  <a:srgbClr val="000000"/>
                </a:solidFill>
                <a:effectLst/>
                <a:uLnTx/>
                <a:uFillTx/>
                <a:latin typeface="Ubuntu"/>
                <a:ea typeface="+mn-ea"/>
                <a:cs typeface="+mn-cs"/>
              </a:rPr>
              <a:t>examples</a:t>
            </a:r>
            <a:r>
              <a:rPr kumimoji="0" lang="pl-PL" sz="1000" b="1" i="0" u="none" strike="noStrike" kern="1200" cap="none" spc="0" normalizeH="0" baseline="0" noProof="0">
                <a:ln>
                  <a:noFill/>
                </a:ln>
                <a:solidFill>
                  <a:srgbClr val="000000"/>
                </a:solidFill>
                <a:effectLst/>
                <a:uLnTx/>
                <a:uFillTx/>
                <a:latin typeface="Ubuntu"/>
                <a:ea typeface="+mn-ea"/>
                <a:cs typeface="+mn-cs"/>
              </a:rPr>
              <a:t> and </a:t>
            </a:r>
            <a:r>
              <a:rPr kumimoji="0" lang="pl-PL" sz="1000" b="1" i="0" u="none" strike="noStrike" kern="1200" cap="none" spc="0" normalizeH="0" baseline="0" noProof="0" err="1">
                <a:ln>
                  <a:noFill/>
                </a:ln>
                <a:solidFill>
                  <a:srgbClr val="000000"/>
                </a:solidFill>
                <a:effectLst/>
                <a:uLnTx/>
                <a:uFillTx/>
                <a:latin typeface="Ubuntu"/>
                <a:ea typeface="+mn-ea"/>
                <a:cs typeface="+mn-cs"/>
              </a:rPr>
              <a:t>inspiration</a:t>
            </a:r>
            <a:r>
              <a:rPr kumimoji="0" lang="pl-PL" sz="1000" b="1" i="0" u="none" strike="noStrike" kern="1200" cap="none" spc="0" normalizeH="0" baseline="0" noProof="0">
                <a:ln>
                  <a:noFill/>
                </a:ln>
                <a:solidFill>
                  <a:srgbClr val="000000"/>
                </a:solidFill>
                <a:effectLst/>
                <a:uLnTx/>
                <a:uFillTx/>
                <a:latin typeface="Ubuntu"/>
                <a:ea typeface="+mn-ea"/>
                <a:cs typeface="+mn-cs"/>
              </a:rPr>
              <a:t> </a:t>
            </a:r>
            <a:r>
              <a:rPr kumimoji="0" lang="pl-PL" sz="1000" b="0" i="0" u="none" strike="noStrike" kern="1200" cap="none" spc="0" normalizeH="0" baseline="0" noProof="0" err="1">
                <a:ln>
                  <a:noFill/>
                </a:ln>
                <a:solidFill>
                  <a:srgbClr val="000000"/>
                </a:solidFill>
                <a:effectLst/>
                <a:uLnTx/>
                <a:uFillTx/>
                <a:latin typeface="Ubuntu"/>
                <a:ea typeface="+mn-ea"/>
                <a:cs typeface="+mn-cs"/>
              </a:rPr>
              <a:t>is</a:t>
            </a:r>
            <a:r>
              <a:rPr kumimoji="0" lang="pl-PL" sz="1000" b="0" i="0" u="none" strike="noStrike" kern="1200" cap="none" spc="0" normalizeH="0" baseline="0" noProof="0">
                <a:ln>
                  <a:noFill/>
                </a:ln>
                <a:solidFill>
                  <a:srgbClr val="000000"/>
                </a:solidFill>
                <a:effectLst/>
                <a:uLnTx/>
                <a:uFillTx/>
                <a:latin typeface="Ubuntu"/>
                <a:ea typeface="+mn-ea"/>
                <a:cs typeface="+mn-cs"/>
              </a:rPr>
              <a:t> </a:t>
            </a:r>
            <a:r>
              <a:rPr kumimoji="0" lang="pl-PL" sz="1000" b="0" i="0" u="none" strike="noStrike" kern="1200" cap="none" spc="0" normalizeH="0" baseline="0" noProof="0" err="1">
                <a:ln>
                  <a:noFill/>
                </a:ln>
                <a:solidFill>
                  <a:srgbClr val="000000"/>
                </a:solidFill>
                <a:effectLst/>
                <a:uLnTx/>
                <a:uFillTx/>
                <a:latin typeface="Ubuntu"/>
                <a:ea typeface="+mn-ea"/>
                <a:cs typeface="+mn-cs"/>
              </a:rPr>
              <a:t>available</a:t>
            </a:r>
            <a:r>
              <a:rPr kumimoji="0" lang="pl-PL" sz="1000" b="0" i="0" u="none" strike="noStrike" kern="1200" cap="none" spc="0" normalizeH="0" baseline="0" noProof="0">
                <a:ln>
                  <a:noFill/>
                </a:ln>
                <a:solidFill>
                  <a:srgbClr val="000000"/>
                </a:solidFill>
                <a:effectLst/>
                <a:uLnTx/>
                <a:uFillTx/>
                <a:latin typeface="Ubuntu"/>
                <a:ea typeface="+mn-ea"/>
                <a:cs typeface="+mn-cs"/>
              </a:rPr>
              <a:t> </a:t>
            </a:r>
            <a:r>
              <a:rPr kumimoji="0" lang="pl-PL" sz="1000" b="0" i="0" u="none" strike="noStrike" kern="1200" cap="none" spc="0" normalizeH="0" baseline="0" noProof="0">
                <a:ln>
                  <a:noFill/>
                </a:ln>
                <a:solidFill>
                  <a:srgbClr val="000000"/>
                </a:solidFill>
                <a:effectLst/>
                <a:uLnTx/>
                <a:uFillTx/>
                <a:latin typeface="Ubuntu"/>
                <a:ea typeface="+mn-ea"/>
                <a:cs typeface="+mn-cs"/>
                <a:hlinkClick r:id="rId8"/>
              </a:rPr>
              <a:t>here</a:t>
            </a:r>
            <a:r>
              <a:rPr kumimoji="0" lang="pl-PL" sz="1000" b="0" i="0" u="none" strike="noStrike" kern="1200" cap="none" spc="0" normalizeH="0" baseline="0" noProof="0">
                <a:ln>
                  <a:noFill/>
                </a:ln>
                <a:solidFill>
                  <a:srgbClr val="000000"/>
                </a:solidFill>
                <a:effectLst/>
                <a:uLnTx/>
                <a:uFillTx/>
                <a:latin typeface="Ubuntu"/>
                <a:ea typeface="+mn-ea"/>
                <a:cs typeface="+mn-cs"/>
              </a:rPr>
              <a:t>.</a:t>
            </a:r>
            <a:endParaRPr kumimoji="0" lang="pl-PL" sz="1400" b="0" i="0" u="none" strike="noStrike" kern="1200" cap="none" spc="0" normalizeH="0" baseline="0" noProof="0">
              <a:ln>
                <a:noFill/>
              </a:ln>
              <a:solidFill>
                <a:srgbClr val="000000"/>
              </a:solidFill>
              <a:effectLst/>
              <a:uLnTx/>
              <a:uFillTx/>
              <a:latin typeface="Ubuntu"/>
              <a:ea typeface="+mn-ea"/>
              <a:cs typeface="+mn-cs"/>
            </a:endParaRPr>
          </a:p>
        </p:txBody>
      </p:sp>
      <p:grpSp>
        <p:nvGrpSpPr>
          <p:cNvPr id="13" name="Group 12">
            <a:extLst>
              <a:ext uri="{FF2B5EF4-FFF2-40B4-BE49-F238E27FC236}">
                <a16:creationId xmlns:a16="http://schemas.microsoft.com/office/drawing/2014/main" id="{55B98111-C00D-7528-2744-F18EDBBD6AD5}"/>
              </a:ext>
            </a:extLst>
          </p:cNvPr>
          <p:cNvGrpSpPr/>
          <p:nvPr userDrawn="1"/>
        </p:nvGrpSpPr>
        <p:grpSpPr>
          <a:xfrm>
            <a:off x="12697348" y="5300458"/>
            <a:ext cx="323069" cy="1431074"/>
            <a:chOff x="12744656" y="865532"/>
            <a:chExt cx="323069" cy="1431074"/>
          </a:xfrm>
        </p:grpSpPr>
        <p:pic>
          <p:nvPicPr>
            <p:cNvPr id="15" name="Picture 14" descr="A green circle with purple text&#10;&#10;AI-generated content may be incorrect.">
              <a:extLst>
                <a:ext uri="{FF2B5EF4-FFF2-40B4-BE49-F238E27FC236}">
                  <a16:creationId xmlns:a16="http://schemas.microsoft.com/office/drawing/2014/main" id="{F2E09EC5-9E28-9C87-343E-D16C605945AD}"/>
                </a:ext>
              </a:extLst>
            </p:cNvPr>
            <p:cNvPicPr/>
            <p:nvPr/>
          </p:nvPicPr>
          <p:blipFill>
            <a:blip r:embed="rId9" cstate="screen">
              <a:extLst>
                <a:ext uri="{28A0092B-C50C-407E-A947-70E740481C1C}">
                  <a14:useLocalDpi xmlns:a14="http://schemas.microsoft.com/office/drawing/2010/main"/>
                </a:ext>
              </a:extLst>
            </a:blip>
            <a:stretch>
              <a:fillRect/>
            </a:stretch>
          </p:blipFill>
          <p:spPr>
            <a:xfrm>
              <a:off x="12744656" y="865532"/>
              <a:ext cx="323069" cy="323069"/>
            </a:xfrm>
            <a:prstGeom prst="rect">
              <a:avLst/>
            </a:prstGeom>
          </p:spPr>
        </p:pic>
        <p:pic>
          <p:nvPicPr>
            <p:cNvPr id="16" name="Picture 15" descr="A blue circle with white text&#10;&#10;AI-generated content may be incorrect.">
              <a:extLst>
                <a:ext uri="{FF2B5EF4-FFF2-40B4-BE49-F238E27FC236}">
                  <a16:creationId xmlns:a16="http://schemas.microsoft.com/office/drawing/2014/main" id="{3FEA34EB-909A-9685-60AA-3CCA2EEBC2D8}"/>
                </a:ext>
              </a:extLst>
            </p:cNvPr>
            <p:cNvPicPr/>
            <p:nvPr/>
          </p:nvPicPr>
          <p:blipFill>
            <a:blip r:embed="rId10" cstate="screen">
              <a:extLst>
                <a:ext uri="{28A0092B-C50C-407E-A947-70E740481C1C}">
                  <a14:useLocalDpi xmlns:a14="http://schemas.microsoft.com/office/drawing/2010/main"/>
                </a:ext>
              </a:extLst>
            </a:blip>
            <a:stretch>
              <a:fillRect/>
            </a:stretch>
          </p:blipFill>
          <p:spPr>
            <a:xfrm>
              <a:off x="12744656" y="1238626"/>
              <a:ext cx="323069" cy="323069"/>
            </a:xfrm>
            <a:prstGeom prst="rect">
              <a:avLst/>
            </a:prstGeom>
          </p:spPr>
        </p:pic>
        <p:pic>
          <p:nvPicPr>
            <p:cNvPr id="17" name="Picture 16" descr="A yellow circle with purple text&#10;&#10;AI-generated content may be incorrect.">
              <a:extLst>
                <a:ext uri="{FF2B5EF4-FFF2-40B4-BE49-F238E27FC236}">
                  <a16:creationId xmlns:a16="http://schemas.microsoft.com/office/drawing/2014/main" id="{F0EB9DC3-9745-EE14-2B9C-6B956DE6C35A}"/>
                </a:ext>
              </a:extLst>
            </p:cNvPr>
            <p:cNvPicPr/>
            <p:nvPr/>
          </p:nvPicPr>
          <p:blipFill>
            <a:blip r:embed="rId11" cstate="screen">
              <a:extLst>
                <a:ext uri="{28A0092B-C50C-407E-A947-70E740481C1C}">
                  <a14:useLocalDpi xmlns:a14="http://schemas.microsoft.com/office/drawing/2010/main"/>
                </a:ext>
              </a:extLst>
            </a:blip>
            <a:stretch>
              <a:fillRect/>
            </a:stretch>
          </p:blipFill>
          <p:spPr>
            <a:xfrm>
              <a:off x="12744656" y="1605918"/>
              <a:ext cx="323069" cy="323069"/>
            </a:xfrm>
            <a:prstGeom prst="rect">
              <a:avLst/>
            </a:prstGeom>
          </p:spPr>
        </p:pic>
        <p:pic>
          <p:nvPicPr>
            <p:cNvPr id="18" name="Picture 17" descr="A red circle with white text&#10;&#10;AI-generated content may be incorrect.">
              <a:extLst>
                <a:ext uri="{FF2B5EF4-FFF2-40B4-BE49-F238E27FC236}">
                  <a16:creationId xmlns:a16="http://schemas.microsoft.com/office/drawing/2014/main" id="{8D7D7869-DF27-D7CC-1E96-D7FDB3823649}"/>
                </a:ext>
              </a:extLst>
            </p:cNvPr>
            <p:cNvPicPr/>
            <p:nvPr/>
          </p:nvPicPr>
          <p:blipFill>
            <a:blip r:embed="rId12" cstate="screen">
              <a:extLst>
                <a:ext uri="{28A0092B-C50C-407E-A947-70E740481C1C}">
                  <a14:useLocalDpi xmlns:a14="http://schemas.microsoft.com/office/drawing/2010/main"/>
                </a:ext>
              </a:extLst>
            </a:blip>
            <a:stretch>
              <a:fillRect/>
            </a:stretch>
          </p:blipFill>
          <p:spPr>
            <a:xfrm>
              <a:off x="12744656" y="1973537"/>
              <a:ext cx="323069" cy="323069"/>
            </a:xfrm>
            <a:prstGeom prst="rect">
              <a:avLst/>
            </a:prstGeom>
          </p:spPr>
        </p:pic>
      </p:grpSp>
    </p:spTree>
    <p:extLst>
      <p:ext uri="{BB962C8B-B14F-4D97-AF65-F5344CB8AC3E}">
        <p14:creationId xmlns:p14="http://schemas.microsoft.com/office/powerpoint/2010/main" val="21272389"/>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Sp="0" preserve="1" userDrawn="1">
  <p:cSld name="Title Slide 5">
    <p:bg>
      <p:bgPr>
        <a:solidFill>
          <a:schemeClr val="bg1"/>
        </a:solidFill>
        <a:effectLst/>
      </p:bgPr>
    </p:bg>
    <p:spTree>
      <p:nvGrpSpPr>
        <p:cNvPr id="1" name=""/>
        <p:cNvGrpSpPr/>
        <p:nvPr/>
      </p:nvGrpSpPr>
      <p:grpSpPr>
        <a:xfrm>
          <a:off x="0" y="0"/>
          <a:ext cx="0" cy="0"/>
          <a:chOff x="0" y="0"/>
          <a:chExt cx="0" cy="0"/>
        </a:xfrm>
      </p:grpSpPr>
      <p:sp>
        <p:nvSpPr>
          <p:cNvPr id="43" name="Picture Placeholder 10">
            <a:extLst>
              <a:ext uri="{FF2B5EF4-FFF2-40B4-BE49-F238E27FC236}">
                <a16:creationId xmlns:a16="http://schemas.microsoft.com/office/drawing/2014/main" id="{3C1B8D60-78D7-1E25-C623-7509C881E3E9}"/>
              </a:ext>
            </a:extLst>
          </p:cNvPr>
          <p:cNvSpPr>
            <a:spLocks noGrp="1"/>
          </p:cNvSpPr>
          <p:nvPr>
            <p:ph type="pic" sz="quarter" idx="14"/>
          </p:nvPr>
        </p:nvSpPr>
        <p:spPr>
          <a:xfrm>
            <a:off x="-1" y="1"/>
            <a:ext cx="2736773" cy="3429000"/>
          </a:xfrm>
          <a:prstGeom prst="rect">
            <a:avLst/>
          </a:prstGeom>
          <a:solidFill>
            <a:schemeClr val="bg2"/>
          </a:solidFill>
        </p:spPr>
        <p:txBody>
          <a:bodyPr vert="horz" lIns="0" tIns="0" rIns="0" bIns="0" rtlCol="0">
            <a:noAutofit/>
          </a:bodyPr>
          <a:lstStyle>
            <a:lvl1pPr>
              <a:defRPr lang="en-US">
                <a:solidFill>
                  <a:schemeClr val="bg2">
                    <a:lumMod val="75000"/>
                  </a:schemeClr>
                </a:solidFill>
              </a:defRPr>
            </a:lvl1pPr>
          </a:lstStyle>
          <a:p>
            <a:pPr marR="0" lvl="0" fontAlgn="auto">
              <a:spcAft>
                <a:spcPts val="0"/>
              </a:spcAft>
              <a:buClrTx/>
              <a:buSzTx/>
              <a:tabLst/>
            </a:pPr>
            <a:r>
              <a:rPr lang="en-US"/>
              <a:t>Click icon to add picture</a:t>
            </a:r>
          </a:p>
        </p:txBody>
      </p:sp>
      <p:sp>
        <p:nvSpPr>
          <p:cNvPr id="42" name="Picture Placeholder 10">
            <a:extLst>
              <a:ext uri="{FF2B5EF4-FFF2-40B4-BE49-F238E27FC236}">
                <a16:creationId xmlns:a16="http://schemas.microsoft.com/office/drawing/2014/main" id="{E8C91BDE-0FA3-B18C-5405-5DB502E0FBA3}"/>
              </a:ext>
            </a:extLst>
          </p:cNvPr>
          <p:cNvSpPr>
            <a:spLocks noGrp="1"/>
          </p:cNvSpPr>
          <p:nvPr>
            <p:ph type="pic" sz="quarter" idx="13"/>
          </p:nvPr>
        </p:nvSpPr>
        <p:spPr>
          <a:xfrm>
            <a:off x="2916774" y="0"/>
            <a:ext cx="9275226" cy="6858000"/>
          </a:xfrm>
          <a:prstGeom prst="rect">
            <a:avLst/>
          </a:prstGeom>
          <a:solidFill>
            <a:schemeClr val="bg2"/>
          </a:solidFill>
        </p:spPr>
        <p:txBody>
          <a:bodyPr vert="horz" lIns="0" tIns="0" rIns="0" bIns="0" rtlCol="0">
            <a:noAutofit/>
          </a:bodyPr>
          <a:lstStyle>
            <a:lvl1pPr>
              <a:defRPr lang="en-US">
                <a:solidFill>
                  <a:schemeClr val="bg2">
                    <a:lumMod val="75000"/>
                  </a:schemeClr>
                </a:solidFill>
              </a:defRPr>
            </a:lvl1pPr>
          </a:lstStyle>
          <a:p>
            <a:pPr marR="0" lvl="0" fontAlgn="auto">
              <a:spcAft>
                <a:spcPts val="0"/>
              </a:spcAft>
              <a:buClrTx/>
              <a:buSzTx/>
              <a:tabLst/>
            </a:pPr>
            <a:r>
              <a:rPr lang="en-US"/>
              <a:t>Click icon to add picture</a:t>
            </a:r>
          </a:p>
        </p:txBody>
      </p:sp>
      <p:grpSp>
        <p:nvGrpSpPr>
          <p:cNvPr id="35" name="Group 2">
            <a:extLst>
              <a:ext uri="{FF2B5EF4-FFF2-40B4-BE49-F238E27FC236}">
                <a16:creationId xmlns:a16="http://schemas.microsoft.com/office/drawing/2014/main" id="{586CA03F-ED76-1D2D-90A8-504016961D55}"/>
              </a:ext>
            </a:extLst>
          </p:cNvPr>
          <p:cNvGrpSpPr>
            <a:grpSpLocks noChangeAspect="1"/>
          </p:cNvGrpSpPr>
          <p:nvPr userDrawn="1"/>
        </p:nvGrpSpPr>
        <p:grpSpPr>
          <a:xfrm>
            <a:off x="357195" y="6122117"/>
            <a:ext cx="1872000" cy="420870"/>
            <a:chOff x="5094083" y="5360390"/>
            <a:chExt cx="3039349" cy="683316"/>
          </a:xfrm>
          <a:solidFill>
            <a:schemeClr val="tx2"/>
          </a:solidFill>
        </p:grpSpPr>
        <p:sp>
          <p:nvSpPr>
            <p:cNvPr id="36" name="Freeform: Shape 4">
              <a:extLst>
                <a:ext uri="{FF2B5EF4-FFF2-40B4-BE49-F238E27FC236}">
                  <a16:creationId xmlns:a16="http://schemas.microsoft.com/office/drawing/2014/main" id="{04CD9986-2686-D8E3-9192-8BEB77750D7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37" name="Freeform: Shape 5">
              <a:extLst>
                <a:ext uri="{FF2B5EF4-FFF2-40B4-BE49-F238E27FC236}">
                  <a16:creationId xmlns:a16="http://schemas.microsoft.com/office/drawing/2014/main" id="{7CD40094-AC2F-9457-AD3F-9AAA89E00C4A}"/>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38" name="Freeform: Shape 6">
              <a:extLst>
                <a:ext uri="{FF2B5EF4-FFF2-40B4-BE49-F238E27FC236}">
                  <a16:creationId xmlns:a16="http://schemas.microsoft.com/office/drawing/2014/main" id="{682D97D4-A5DA-2B1D-3407-13658458A52A}"/>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39" name="Freeform: Shape 7">
              <a:extLst>
                <a:ext uri="{FF2B5EF4-FFF2-40B4-BE49-F238E27FC236}">
                  <a16:creationId xmlns:a16="http://schemas.microsoft.com/office/drawing/2014/main" id="{FEBEF87B-7156-68DF-4D8A-E84D8A4F0EA2}"/>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40" name="Freeform: Shape 8">
              <a:extLst>
                <a:ext uri="{FF2B5EF4-FFF2-40B4-BE49-F238E27FC236}">
                  <a16:creationId xmlns:a16="http://schemas.microsoft.com/office/drawing/2014/main" id="{3A0B75AC-0F93-D7BF-2568-50E1CFEDF0CA}"/>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3" name="Title 31">
            <a:extLst>
              <a:ext uri="{FF2B5EF4-FFF2-40B4-BE49-F238E27FC236}">
                <a16:creationId xmlns:a16="http://schemas.microsoft.com/office/drawing/2014/main" id="{D8CA367F-44BB-C4B7-EA59-F1D6214DB4D2}"/>
              </a:ext>
            </a:extLst>
          </p:cNvPr>
          <p:cNvSpPr>
            <a:spLocks noGrp="1"/>
          </p:cNvSpPr>
          <p:nvPr>
            <p:ph type="title"/>
          </p:nvPr>
        </p:nvSpPr>
        <p:spPr>
          <a:xfrm>
            <a:off x="3401003" y="3346281"/>
            <a:ext cx="6578080" cy="1872208"/>
          </a:xfrm>
        </p:spPr>
        <p:txBody>
          <a:bodyPr anchor="b"/>
          <a:lstStyle>
            <a:lvl1pPr>
              <a:defRPr sz="5400"/>
            </a:lvl1pPr>
          </a:lstStyle>
          <a:p>
            <a:r>
              <a:rPr lang="en-US"/>
              <a:t>Click to edit Master title style</a:t>
            </a:r>
            <a:endParaRPr lang="en-PL"/>
          </a:p>
        </p:txBody>
      </p:sp>
      <p:sp>
        <p:nvSpPr>
          <p:cNvPr id="6" name="Rectangle 5">
            <a:extLst>
              <a:ext uri="{FF2B5EF4-FFF2-40B4-BE49-F238E27FC236}">
                <a16:creationId xmlns:a16="http://schemas.microsoft.com/office/drawing/2014/main" id="{308E3512-1EC7-FD95-4A22-F366C773E9C4}"/>
              </a:ext>
            </a:extLst>
          </p:cNvPr>
          <p:cNvSpPr/>
          <p:nvPr userDrawn="1"/>
        </p:nvSpPr>
        <p:spPr>
          <a:xfrm rot="16200000">
            <a:off x="-602226"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5" name="Text Placeholder 33">
            <a:extLst>
              <a:ext uri="{FF2B5EF4-FFF2-40B4-BE49-F238E27FC236}">
                <a16:creationId xmlns:a16="http://schemas.microsoft.com/office/drawing/2014/main" id="{940C889E-4F97-F9FE-39C5-DFA541A122BB}"/>
              </a:ext>
            </a:extLst>
          </p:cNvPr>
          <p:cNvSpPr>
            <a:spLocks noGrp="1"/>
          </p:cNvSpPr>
          <p:nvPr>
            <p:ph type="body" sz="quarter" idx="16"/>
          </p:nvPr>
        </p:nvSpPr>
        <p:spPr>
          <a:xfrm>
            <a:off x="357195" y="3893182"/>
            <a:ext cx="2088292" cy="1123397"/>
          </a:xfrm>
          <a:prstGeom prst="rect">
            <a:avLst/>
          </a:prstGeom>
        </p:spPr>
        <p:txBody>
          <a:bodyPr anchor="b">
            <a:noAutofit/>
          </a:bodyPr>
          <a:lstStyle>
            <a:lvl1pPr>
              <a:defRPr sz="2000"/>
            </a:lvl1pPr>
          </a:lstStyle>
          <a:p>
            <a:pPr lvl="0"/>
            <a:r>
              <a:rPr lang="en-US"/>
              <a:t>Click to edit Master text styles</a:t>
            </a:r>
          </a:p>
        </p:txBody>
      </p:sp>
      <p:sp>
        <p:nvSpPr>
          <p:cNvPr id="7" name="Text Placeholder 33">
            <a:extLst>
              <a:ext uri="{FF2B5EF4-FFF2-40B4-BE49-F238E27FC236}">
                <a16:creationId xmlns:a16="http://schemas.microsoft.com/office/drawing/2014/main" id="{9C442A3F-8F7B-AF19-BF71-5A8A0790F5CA}"/>
              </a:ext>
            </a:extLst>
          </p:cNvPr>
          <p:cNvSpPr>
            <a:spLocks noGrp="1"/>
          </p:cNvSpPr>
          <p:nvPr>
            <p:ph type="body" sz="quarter" idx="17"/>
          </p:nvPr>
        </p:nvSpPr>
        <p:spPr>
          <a:xfrm>
            <a:off x="357195" y="5264061"/>
            <a:ext cx="2088292" cy="522985"/>
          </a:xfrm>
          <a:prstGeom prst="rect">
            <a:avLst/>
          </a:prstGeom>
        </p:spPr>
        <p:txBody>
          <a:bodyPr/>
          <a:lstStyle/>
          <a:p>
            <a:pPr lvl="0"/>
            <a:r>
              <a:rPr lang="en-US"/>
              <a:t>Click to edit Master text styles</a:t>
            </a:r>
          </a:p>
        </p:txBody>
      </p:sp>
      <p:pic>
        <p:nvPicPr>
          <p:cNvPr id="15" name="Picture 14" descr="A blue circle with white text&#10;&#10;AI-generated content may be incorrect.">
            <a:extLst>
              <a:ext uri="{FF2B5EF4-FFF2-40B4-BE49-F238E27FC236}">
                <a16:creationId xmlns:a16="http://schemas.microsoft.com/office/drawing/2014/main" id="{D5C73C9A-A59C-BCB9-AF05-0B274DFD4DEA}"/>
              </a:ext>
            </a:extLst>
          </p:cNvPr>
          <p:cNvPicPr/>
          <p:nvPr userDrawn="1"/>
        </p:nvPicPr>
        <p:blipFill>
          <a:blip r:embed="rId2" cstate="screen">
            <a:extLst>
              <a:ext uri="{28A0092B-C50C-407E-A947-70E740481C1C}">
                <a14:useLocalDpi xmlns:a14="http://schemas.microsoft.com/office/drawing/2010/main"/>
              </a:ext>
            </a:extLst>
          </a:blip>
          <a:stretch>
            <a:fillRect/>
          </a:stretch>
        </p:blipFill>
        <p:spPr>
          <a:xfrm>
            <a:off x="11640477" y="6313714"/>
            <a:ext cx="406401" cy="406400"/>
          </a:xfrm>
          <a:prstGeom prst="rect">
            <a:avLst/>
          </a:prstGeom>
        </p:spPr>
      </p:pic>
      <p:sp>
        <p:nvSpPr>
          <p:cNvPr id="2" name="Speech Bubble: Rectangle with Corners Rounded 4">
            <a:extLst>
              <a:ext uri="{FF2B5EF4-FFF2-40B4-BE49-F238E27FC236}">
                <a16:creationId xmlns:a16="http://schemas.microsoft.com/office/drawing/2014/main" id="{438921F5-EDFF-BBF3-9980-A7EF373F48B9}"/>
              </a:ext>
            </a:extLst>
          </p:cNvPr>
          <p:cNvSpPr/>
          <p:nvPr userDrawn="1"/>
        </p:nvSpPr>
        <p:spPr>
          <a:xfrm>
            <a:off x="12443989" y="4045418"/>
            <a:ext cx="2908723" cy="2796540"/>
          </a:xfrm>
          <a:prstGeom prst="rect">
            <a:avLst/>
          </a:prstGeom>
          <a:solidFill>
            <a:srgbClr val="FFFFFF"/>
          </a:solidFill>
          <a:ln w="12700" cap="flat" cmpd="sng" algn="ctr">
            <a:noFill/>
            <a:prstDash val="solid"/>
            <a:miter lim="800000"/>
          </a:ln>
          <a:effectLst/>
        </p:spPr>
        <p:txBody>
          <a:bodyPr lIns="180000" tIns="180000" rIns="180000"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GB" sz="1400" b="1" i="0" u="none" strike="noStrike" kern="1200" cap="none" spc="0" normalizeH="0" baseline="0" noProof="0">
                <a:ln>
                  <a:noFill/>
                </a:ln>
                <a:solidFill>
                  <a:srgbClr val="000000"/>
                </a:solidFill>
                <a:effectLst/>
                <a:uLnTx/>
                <a:uFillTx/>
                <a:latin typeface="Ubuntu"/>
                <a:ea typeface="+mn-ea"/>
                <a:cs typeface="+mn-cs"/>
              </a:rPr>
              <a:t>Security classification </a:t>
            </a:r>
          </a:p>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GB" sz="1000" b="0" i="0" u="none" strike="noStrike" kern="1200" cap="none" spc="0" normalizeH="0" baseline="0" noProof="0">
                <a:ln>
                  <a:noFill/>
                </a:ln>
                <a:solidFill>
                  <a:srgbClr val="000000"/>
                </a:solidFill>
                <a:effectLst/>
                <a:uLnTx/>
                <a:uFillTx/>
                <a:latin typeface="Ubuntu"/>
                <a:ea typeface="+mn-ea"/>
                <a:cs typeface="+mn-cs"/>
              </a:rPr>
              <a:t>Always add the appropriate security classification to the cover page and and footers (</a:t>
            </a:r>
            <a:r>
              <a:rPr kumimoji="0" lang="en-US" sz="1000" b="0" i="0" u="none" strike="noStrike" kern="1200" cap="none" spc="0" normalizeH="0" baseline="0" noProof="0">
                <a:ln>
                  <a:noFill/>
                </a:ln>
                <a:solidFill>
                  <a:srgbClr val="000000"/>
                </a:solidFill>
                <a:effectLst/>
                <a:uLnTx/>
                <a:uFillTx/>
                <a:latin typeface="Ubuntu"/>
                <a:ea typeface="+mn-ea"/>
                <a:cs typeface="+mn-cs"/>
              </a:rPr>
              <a:t>see classification definitions </a:t>
            </a:r>
            <a:r>
              <a:rPr kumimoji="0" lang="en-US" sz="1000" b="0" i="0" u="none" strike="noStrike" kern="1200" cap="none" spc="0" normalizeH="0" baseline="0" noProof="0">
                <a:ln>
                  <a:noFill/>
                </a:ln>
                <a:solidFill>
                  <a:srgbClr val="000000"/>
                </a:solidFill>
                <a:effectLst/>
                <a:uLnTx/>
                <a:uFillTx/>
                <a:latin typeface="Ubuntu"/>
                <a:ea typeface="+mn-ea"/>
                <a:cs typeface="+mn-cs"/>
                <a:hlinkClick r:id="rId3">
                  <a:extLst>
                    <a:ext uri="{A12FA001-AC4F-418D-AE19-62706E023703}">
                      <ahyp:hlinkClr xmlns:ahyp="http://schemas.microsoft.com/office/drawing/2018/hyperlinkcolor" val="tx"/>
                    </a:ext>
                  </a:extLst>
                </a:hlinkClick>
              </a:rPr>
              <a:t>here</a:t>
            </a:r>
            <a:r>
              <a:rPr kumimoji="0" lang="en-US" sz="1000" b="0" i="0" u="none" strike="noStrike" kern="1200" cap="none" spc="0" normalizeH="0" baseline="0" noProof="0">
                <a:ln>
                  <a:noFill/>
                </a:ln>
                <a:solidFill>
                  <a:srgbClr val="000000"/>
                </a:solidFill>
                <a:effectLst/>
                <a:uLnTx/>
                <a:uFillTx/>
                <a:latin typeface="Ubuntu"/>
                <a:ea typeface="+mn-ea"/>
                <a:cs typeface="+mn-cs"/>
              </a:rPr>
              <a:t>).</a:t>
            </a:r>
          </a:p>
          <a:p>
            <a:pPr marL="538163" marR="0" lvl="0" indent="0" algn="l" defTabSz="914400" rtl="0" eaLnBrk="1" fontAlgn="auto" latinLnBrk="0" hangingPunct="1">
              <a:lnSpc>
                <a:spcPct val="100000"/>
              </a:lnSpc>
              <a:spcBef>
                <a:spcPts val="0"/>
              </a:spcBef>
              <a:spcAft>
                <a:spcPts val="0"/>
              </a:spcAft>
              <a:buClrTx/>
              <a:buSzTx/>
              <a:buFontTx/>
              <a:buNone/>
              <a:tabLst/>
              <a:defRPr/>
            </a:pPr>
            <a:endParaRPr kumimoji="0" lang="en-GB" sz="1400" b="0" i="0" u="none" strike="noStrike" kern="1200" cap="none" spc="0" normalizeH="0" baseline="0" noProof="0">
              <a:ln>
                <a:noFill/>
              </a:ln>
              <a:solidFill>
                <a:srgbClr val="000000"/>
              </a:solidFill>
              <a:effectLst/>
              <a:uLnTx/>
              <a:uFillTx/>
              <a:latin typeface="Ubuntu"/>
              <a:ea typeface="+mn-ea"/>
              <a:cs typeface="+mn-cs"/>
            </a:endParaRPr>
          </a:p>
          <a:p>
            <a:pPr marL="538163" marR="0" lvl="0" indent="0" algn="l" defTabSz="914400" rtl="0" eaLnBrk="1" fontAlgn="auto" latinLnBrk="0" hangingPunct="1">
              <a:lnSpc>
                <a:spcPct val="100000"/>
              </a:lnSpc>
              <a:spcBef>
                <a:spcPts val="1200"/>
              </a:spcBef>
              <a:spcAft>
                <a:spcPts val="0"/>
              </a:spcAft>
              <a:buClrTx/>
              <a:buSzTx/>
              <a:buFontTx/>
              <a:buNone/>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Public information</a:t>
            </a:r>
          </a:p>
          <a:p>
            <a:pPr marL="538163" marR="0" lvl="0" indent="0" algn="l" defTabSz="914400" rtl="0" eaLnBrk="1" fontAlgn="auto" latinLnBrk="0" hangingPunct="1">
              <a:lnSpc>
                <a:spcPct val="100000"/>
              </a:lnSpc>
              <a:spcBef>
                <a:spcPts val="1200"/>
              </a:spcBef>
              <a:spcAft>
                <a:spcPts val="0"/>
              </a:spcAft>
              <a:buClrTx/>
              <a:buSzTx/>
              <a:buFontTx/>
              <a:buNone/>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Company confidential</a:t>
            </a:r>
          </a:p>
          <a:p>
            <a:pPr marL="539750" marR="0" lvl="0" indent="0" algn="l" defTabSz="914400" rtl="0" eaLnBrk="1" fontAlgn="auto" latinLnBrk="0" hangingPunct="1">
              <a:lnSpc>
                <a:spcPct val="100000"/>
              </a:lnSpc>
              <a:spcBef>
                <a:spcPts val="1200"/>
              </a:spcBef>
              <a:spcAft>
                <a:spcPts val="0"/>
              </a:spcAft>
              <a:buClrTx/>
              <a:buSzTx/>
              <a:buFontTx/>
              <a:buNone/>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Company restricted</a:t>
            </a:r>
          </a:p>
          <a:p>
            <a:pPr marL="539750" marR="0" lvl="0" indent="0" algn="l" defTabSz="914400" rtl="0" eaLnBrk="1" fontAlgn="auto" latinLnBrk="0" hangingPunct="1">
              <a:lnSpc>
                <a:spcPct val="100000"/>
              </a:lnSpc>
              <a:spcBef>
                <a:spcPts val="1200"/>
              </a:spcBef>
              <a:spcAft>
                <a:spcPts val="0"/>
              </a:spcAft>
              <a:buClrTx/>
              <a:buSzTx/>
              <a:buFontTx/>
              <a:buNone/>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Company sensitive</a:t>
            </a:r>
          </a:p>
        </p:txBody>
      </p:sp>
      <p:sp>
        <p:nvSpPr>
          <p:cNvPr id="4" name="Speech Bubble: Rectangle with Corners Rounded 4">
            <a:extLst>
              <a:ext uri="{FF2B5EF4-FFF2-40B4-BE49-F238E27FC236}">
                <a16:creationId xmlns:a16="http://schemas.microsoft.com/office/drawing/2014/main" id="{6A3BDAAA-7609-4D9B-7132-243014A76DE7}"/>
              </a:ext>
            </a:extLst>
          </p:cNvPr>
          <p:cNvSpPr/>
          <p:nvPr userDrawn="1"/>
        </p:nvSpPr>
        <p:spPr>
          <a:xfrm>
            <a:off x="12443989" y="0"/>
            <a:ext cx="2908723" cy="3885398"/>
          </a:xfrm>
          <a:prstGeom prst="rect">
            <a:avLst/>
          </a:prstGeom>
          <a:solidFill>
            <a:srgbClr val="FFFFFF"/>
          </a:solidFill>
          <a:ln w="12700" cap="flat" cmpd="sng" algn="ctr">
            <a:noFill/>
            <a:prstDash val="solid"/>
            <a:miter lim="800000"/>
          </a:ln>
          <a:effectLst/>
        </p:spPr>
        <p:txBody>
          <a:bodyPr lIns="180000" tIns="180000" rIns="180000"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pl-PL" sz="1400" b="1" i="0" u="none" strike="noStrike" kern="1200" cap="none" spc="0" normalizeH="0" baseline="0" noProof="0" err="1">
                <a:ln>
                  <a:noFill/>
                </a:ln>
                <a:solidFill>
                  <a:srgbClr val="000000"/>
                </a:solidFill>
                <a:effectLst/>
                <a:uLnTx/>
                <a:uFillTx/>
                <a:latin typeface="Ubuntu"/>
                <a:ea typeface="+mn-ea"/>
                <a:cs typeface="+mn-cs"/>
              </a:rPr>
              <a:t>Cover</a:t>
            </a:r>
            <a:r>
              <a:rPr kumimoji="0" lang="pl-PL" sz="1400" b="1" i="0" u="none" strike="noStrike" kern="1200" cap="none" spc="0" normalizeH="0" baseline="0" noProof="0">
                <a:ln>
                  <a:noFill/>
                </a:ln>
                <a:solidFill>
                  <a:srgbClr val="000000"/>
                </a:solidFill>
                <a:effectLst/>
                <a:uLnTx/>
                <a:uFillTx/>
                <a:latin typeface="Ubuntu"/>
                <a:ea typeface="+mn-ea"/>
                <a:cs typeface="+mn-cs"/>
              </a:rPr>
              <a:t> design</a:t>
            </a:r>
          </a:p>
          <a:p>
            <a:pPr marL="0" marR="0" lvl="0" indent="0" algn="l" defTabSz="914400" rtl="0" eaLnBrk="1" fontAlgn="auto" latinLnBrk="0" hangingPunct="1">
              <a:lnSpc>
                <a:spcPct val="100000"/>
              </a:lnSpc>
              <a:spcBef>
                <a:spcPts val="600"/>
              </a:spcBef>
              <a:spcAft>
                <a:spcPts val="0"/>
              </a:spcAft>
              <a:buClrTx/>
              <a:buSzTx/>
              <a:buFontTx/>
              <a:buNone/>
              <a:tabLst/>
              <a:defRPr/>
            </a:pPr>
            <a:r>
              <a:rPr kumimoji="0" lang="pl-PL" sz="1000" b="0" i="0" u="none" strike="noStrike" kern="1200" cap="none" spc="0" normalizeH="0" baseline="0" noProof="0" err="1">
                <a:ln>
                  <a:noFill/>
                </a:ln>
                <a:solidFill>
                  <a:srgbClr val="000000"/>
                </a:solidFill>
                <a:effectLst/>
                <a:uLnTx/>
                <a:uFillTx/>
                <a:latin typeface="Ubuntu"/>
                <a:ea typeface="+mn-ea"/>
                <a:cs typeface="+mn-cs"/>
              </a:rPr>
              <a:t>These</a:t>
            </a:r>
            <a:r>
              <a:rPr kumimoji="0" lang="pl-PL" sz="1000" b="0" i="0" u="none" strike="noStrike" kern="1200" cap="none" spc="0" normalizeH="0" baseline="0" noProof="0">
                <a:ln>
                  <a:noFill/>
                </a:ln>
                <a:solidFill>
                  <a:srgbClr val="000000"/>
                </a:solidFill>
                <a:effectLst/>
                <a:uLnTx/>
                <a:uFillTx/>
                <a:latin typeface="Ubuntu"/>
                <a:ea typeface="+mn-ea"/>
                <a:cs typeface="+mn-cs"/>
              </a:rPr>
              <a:t> </a:t>
            </a:r>
            <a:r>
              <a:rPr kumimoji="0" lang="pl-PL" sz="1000" b="0" i="0" u="none" strike="noStrike" kern="1200" cap="none" spc="0" normalizeH="0" baseline="0" noProof="0" err="1">
                <a:ln>
                  <a:noFill/>
                </a:ln>
                <a:solidFill>
                  <a:srgbClr val="000000"/>
                </a:solidFill>
                <a:effectLst/>
                <a:uLnTx/>
                <a:uFillTx/>
                <a:latin typeface="Ubuntu"/>
                <a:ea typeface="+mn-ea"/>
                <a:cs typeface="+mn-cs"/>
              </a:rPr>
              <a:t>slide</a:t>
            </a:r>
            <a:r>
              <a:rPr kumimoji="0" lang="pl-PL" sz="1000" b="0" i="0" u="none" strike="noStrike" kern="1200" cap="none" spc="0" normalizeH="0" baseline="0" noProof="0">
                <a:ln>
                  <a:noFill/>
                </a:ln>
                <a:solidFill>
                  <a:srgbClr val="000000"/>
                </a:solidFill>
                <a:effectLst/>
                <a:uLnTx/>
                <a:uFillTx/>
                <a:latin typeface="Ubuntu"/>
                <a:ea typeface="+mn-ea"/>
                <a:cs typeface="+mn-cs"/>
              </a:rPr>
              <a:t> </a:t>
            </a:r>
            <a:r>
              <a:rPr kumimoji="0" lang="pl-PL" sz="1000" b="0" i="0" u="none" strike="noStrike" kern="1200" cap="none" spc="0" normalizeH="0" baseline="0" noProof="0" err="1">
                <a:ln>
                  <a:noFill/>
                </a:ln>
                <a:solidFill>
                  <a:srgbClr val="000000"/>
                </a:solidFill>
                <a:effectLst/>
                <a:uLnTx/>
                <a:uFillTx/>
                <a:latin typeface="Ubuntu"/>
                <a:ea typeface="+mn-ea"/>
                <a:cs typeface="+mn-cs"/>
              </a:rPr>
              <a:t>designs</a:t>
            </a:r>
            <a:r>
              <a:rPr kumimoji="0" lang="pl-PL" sz="1000" b="0" i="0" u="none" strike="noStrike" kern="1200" cap="none" spc="0" normalizeH="0" baseline="0" noProof="0">
                <a:ln>
                  <a:noFill/>
                </a:ln>
                <a:solidFill>
                  <a:srgbClr val="000000"/>
                </a:solidFill>
                <a:effectLst/>
                <a:uLnTx/>
                <a:uFillTx/>
                <a:latin typeface="Ubuntu"/>
                <a:ea typeface="+mn-ea"/>
                <a:cs typeface="+mn-cs"/>
              </a:rPr>
              <a:t> and </a:t>
            </a:r>
            <a:r>
              <a:rPr kumimoji="0" lang="pl-PL" sz="1000" b="0" i="0" u="none" strike="noStrike" kern="1200" cap="none" spc="0" normalizeH="0" baseline="0" noProof="0" err="1">
                <a:ln>
                  <a:noFill/>
                </a:ln>
                <a:solidFill>
                  <a:srgbClr val="000000"/>
                </a:solidFill>
                <a:effectLst/>
                <a:uLnTx/>
                <a:uFillTx/>
                <a:latin typeface="Ubuntu"/>
                <a:ea typeface="+mn-ea"/>
                <a:cs typeface="+mn-cs"/>
              </a:rPr>
              <a:t>messages</a:t>
            </a:r>
            <a:r>
              <a:rPr kumimoji="0" lang="pl-PL" sz="1000" b="0" i="0" u="none" strike="noStrike" kern="1200" cap="none" spc="0" normalizeH="0" baseline="0" noProof="0">
                <a:ln>
                  <a:noFill/>
                </a:ln>
                <a:solidFill>
                  <a:srgbClr val="000000"/>
                </a:solidFill>
                <a:effectLst/>
                <a:uLnTx/>
                <a:uFillTx/>
                <a:latin typeface="Ubuntu"/>
                <a:ea typeface="+mn-ea"/>
                <a:cs typeface="+mn-cs"/>
              </a:rPr>
              <a:t> </a:t>
            </a:r>
            <a:r>
              <a:rPr kumimoji="0" lang="pl-PL" sz="1000" b="0" i="0" u="none" strike="noStrike" kern="1200" cap="none" spc="0" normalizeH="0" baseline="0" noProof="0" err="1">
                <a:ln>
                  <a:noFill/>
                </a:ln>
                <a:solidFill>
                  <a:srgbClr val="000000"/>
                </a:solidFill>
                <a:effectLst/>
                <a:uLnTx/>
                <a:uFillTx/>
                <a:latin typeface="Ubuntu"/>
                <a:ea typeface="+mn-ea"/>
                <a:cs typeface="+mn-cs"/>
              </a:rPr>
              <a:t>are</a:t>
            </a:r>
            <a:r>
              <a:rPr kumimoji="0" lang="pl-PL" sz="1000" b="0" i="0" u="none" strike="noStrike" kern="1200" cap="none" spc="0" normalizeH="0" baseline="0" noProof="0">
                <a:ln>
                  <a:noFill/>
                </a:ln>
                <a:solidFill>
                  <a:srgbClr val="000000"/>
                </a:solidFill>
                <a:effectLst/>
                <a:uLnTx/>
                <a:uFillTx/>
                <a:latin typeface="Ubuntu"/>
                <a:ea typeface="+mn-ea"/>
                <a:cs typeface="+mn-cs"/>
              </a:rPr>
              <a:t> </a:t>
            </a:r>
            <a:r>
              <a:rPr kumimoji="0" lang="pl-PL" sz="1000" b="1" i="0" u="none" strike="noStrike" kern="1200" cap="none" spc="0" normalizeH="0" baseline="0" noProof="0" err="1">
                <a:ln>
                  <a:noFill/>
                </a:ln>
                <a:solidFill>
                  <a:srgbClr val="000000"/>
                </a:solidFill>
                <a:effectLst/>
                <a:uLnTx/>
                <a:uFillTx/>
                <a:latin typeface="Ubuntu"/>
                <a:ea typeface="+mn-ea"/>
                <a:cs typeface="+mn-cs"/>
              </a:rPr>
              <a:t>inspirational</a:t>
            </a:r>
            <a:r>
              <a:rPr kumimoji="0" lang="pl-PL" sz="1000" b="1" i="0" u="none" strike="noStrike" kern="1200" cap="none" spc="0" normalizeH="0" baseline="0" noProof="0">
                <a:ln>
                  <a:noFill/>
                </a:ln>
                <a:solidFill>
                  <a:srgbClr val="000000"/>
                </a:solidFill>
                <a:effectLst/>
                <a:uLnTx/>
                <a:uFillTx/>
                <a:latin typeface="Ubuntu"/>
                <a:ea typeface="+mn-ea"/>
                <a:cs typeface="+mn-cs"/>
              </a:rPr>
              <a:t> </a:t>
            </a:r>
            <a:r>
              <a:rPr kumimoji="0" lang="pl-PL" sz="1000" b="1" i="0" u="none" strike="noStrike" kern="1200" cap="none" spc="0" normalizeH="0" baseline="0" noProof="0" err="1">
                <a:ln>
                  <a:noFill/>
                </a:ln>
                <a:solidFill>
                  <a:srgbClr val="000000"/>
                </a:solidFill>
                <a:effectLst/>
                <a:uLnTx/>
                <a:uFillTx/>
                <a:latin typeface="Ubuntu"/>
                <a:ea typeface="+mn-ea"/>
                <a:cs typeface="+mn-cs"/>
              </a:rPr>
              <a:t>only</a:t>
            </a:r>
            <a:r>
              <a:rPr kumimoji="0" lang="pl-PL" sz="1000" b="0" i="0" u="none" strike="noStrike" kern="1200" cap="none" spc="0" normalizeH="0" baseline="0" noProof="0">
                <a:ln>
                  <a:noFill/>
                </a:ln>
                <a:solidFill>
                  <a:srgbClr val="000000"/>
                </a:solidFill>
                <a:effectLst/>
                <a:uLnTx/>
                <a:uFillTx/>
                <a:latin typeface="Ubuntu"/>
                <a:ea typeface="+mn-ea"/>
                <a:cs typeface="+mn-cs"/>
              </a:rPr>
              <a:t>. </a:t>
            </a:r>
            <a:r>
              <a:rPr kumimoji="0" lang="pl-PL" sz="1000" b="0" i="0" u="none" strike="noStrike" kern="1200" cap="none" spc="0" normalizeH="0" baseline="0" noProof="0" err="1">
                <a:ln>
                  <a:noFill/>
                </a:ln>
                <a:solidFill>
                  <a:srgbClr val="000000"/>
                </a:solidFill>
                <a:effectLst/>
                <a:uLnTx/>
                <a:uFillTx/>
                <a:latin typeface="Ubuntu"/>
                <a:ea typeface="+mn-ea"/>
                <a:cs typeface="+mn-cs"/>
              </a:rPr>
              <a:t>Please</a:t>
            </a:r>
            <a:r>
              <a:rPr kumimoji="0" lang="pl-PL" sz="1000" b="0" i="0" u="none" strike="noStrike" kern="1200" cap="none" spc="0" normalizeH="0" baseline="0" noProof="0">
                <a:ln>
                  <a:noFill/>
                </a:ln>
                <a:solidFill>
                  <a:srgbClr val="000000"/>
                </a:solidFill>
                <a:effectLst/>
                <a:uLnTx/>
                <a:uFillTx/>
                <a:latin typeface="Ubuntu"/>
                <a:ea typeface="+mn-ea"/>
                <a:cs typeface="+mn-cs"/>
              </a:rPr>
              <a:t> </a:t>
            </a:r>
            <a:r>
              <a:rPr kumimoji="0" lang="pl-PL" sz="1000" b="0" i="0" u="none" strike="noStrike" kern="1200" cap="none" spc="0" normalizeH="0" baseline="0" noProof="0" err="1">
                <a:ln>
                  <a:noFill/>
                </a:ln>
                <a:solidFill>
                  <a:srgbClr val="000000"/>
                </a:solidFill>
                <a:effectLst/>
                <a:uLnTx/>
                <a:uFillTx/>
                <a:latin typeface="Ubuntu"/>
                <a:ea typeface="+mn-ea"/>
                <a:cs typeface="+mn-cs"/>
              </a:rPr>
              <a:t>modify</a:t>
            </a:r>
            <a:r>
              <a:rPr kumimoji="0" lang="pl-PL" sz="1000" b="0" i="0" u="none" strike="noStrike" kern="1200" cap="none" spc="0" normalizeH="0" baseline="0" noProof="0">
                <a:ln>
                  <a:noFill/>
                </a:ln>
                <a:solidFill>
                  <a:srgbClr val="000000"/>
                </a:solidFill>
                <a:effectLst/>
                <a:uLnTx/>
                <a:uFillTx/>
                <a:latin typeface="Ubuntu"/>
                <a:ea typeface="+mn-ea"/>
                <a:cs typeface="+mn-cs"/>
              </a:rPr>
              <a:t> </a:t>
            </a:r>
            <a:r>
              <a:rPr kumimoji="0" lang="pl-PL" sz="1000" b="0" i="0" u="none" strike="noStrike" kern="1200" cap="none" spc="0" normalizeH="0" baseline="0" noProof="0" err="1">
                <a:ln>
                  <a:noFill/>
                </a:ln>
                <a:solidFill>
                  <a:srgbClr val="000000"/>
                </a:solidFill>
                <a:effectLst/>
                <a:uLnTx/>
                <a:uFillTx/>
                <a:latin typeface="Ubuntu"/>
                <a:ea typeface="+mn-ea"/>
                <a:cs typeface="+mn-cs"/>
              </a:rPr>
              <a:t>text</a:t>
            </a:r>
            <a:r>
              <a:rPr kumimoji="0" lang="pl-PL" sz="1000" b="0" i="0" u="none" strike="noStrike" kern="1200" cap="none" spc="0" normalizeH="0" baseline="0" noProof="0">
                <a:ln>
                  <a:noFill/>
                </a:ln>
                <a:solidFill>
                  <a:srgbClr val="000000"/>
                </a:solidFill>
                <a:effectLst/>
                <a:uLnTx/>
                <a:uFillTx/>
                <a:latin typeface="Ubuntu"/>
                <a:ea typeface="+mn-ea"/>
                <a:cs typeface="+mn-cs"/>
              </a:rPr>
              <a:t> </a:t>
            </a:r>
            <a:r>
              <a:rPr kumimoji="0" lang="pl-PL" sz="1000" b="0" i="0" u="none" strike="noStrike" kern="1200" cap="none" spc="0" normalizeH="0" baseline="0" noProof="0" err="1">
                <a:ln>
                  <a:noFill/>
                </a:ln>
                <a:solidFill>
                  <a:srgbClr val="000000"/>
                </a:solidFill>
                <a:effectLst/>
                <a:uLnTx/>
                <a:uFillTx/>
                <a:latin typeface="Ubuntu"/>
                <a:ea typeface="+mn-ea"/>
                <a:cs typeface="+mn-cs"/>
              </a:rPr>
              <a:t>boxes</a:t>
            </a:r>
            <a:r>
              <a:rPr kumimoji="0" lang="pl-PL" sz="1000" b="0" i="0" u="none" strike="noStrike" kern="1200" cap="none" spc="0" normalizeH="0" baseline="0" noProof="0">
                <a:ln>
                  <a:noFill/>
                </a:ln>
                <a:solidFill>
                  <a:srgbClr val="000000"/>
                </a:solidFill>
                <a:effectLst/>
                <a:uLnTx/>
                <a:uFillTx/>
                <a:latin typeface="Ubuntu"/>
                <a:ea typeface="+mn-ea"/>
                <a:cs typeface="+mn-cs"/>
              </a:rPr>
              <a:t> and </a:t>
            </a:r>
            <a:r>
              <a:rPr kumimoji="0" lang="pl-PL" sz="1000" b="0" i="0" u="none" strike="noStrike" kern="1200" cap="none" spc="0" normalizeH="0" baseline="0" noProof="0" err="1">
                <a:ln>
                  <a:noFill/>
                </a:ln>
                <a:solidFill>
                  <a:srgbClr val="000000"/>
                </a:solidFill>
                <a:effectLst/>
                <a:uLnTx/>
                <a:uFillTx/>
                <a:latin typeface="Ubuntu"/>
                <a:ea typeface="+mn-ea"/>
                <a:cs typeface="+mn-cs"/>
              </a:rPr>
              <a:t>positioning</a:t>
            </a:r>
            <a:r>
              <a:rPr kumimoji="0" lang="pl-PL" sz="1000" b="0" i="0" u="none" strike="noStrike" kern="1200" cap="none" spc="0" normalizeH="0" baseline="0" noProof="0">
                <a:ln>
                  <a:noFill/>
                </a:ln>
                <a:solidFill>
                  <a:srgbClr val="000000"/>
                </a:solidFill>
                <a:effectLst/>
                <a:uLnTx/>
                <a:uFillTx/>
                <a:latin typeface="Ubuntu"/>
                <a:ea typeface="+mn-ea"/>
                <a:cs typeface="+mn-cs"/>
              </a:rPr>
              <a:t> as </a:t>
            </a:r>
            <a:r>
              <a:rPr kumimoji="0" lang="pl-PL" sz="1000" b="0" i="0" u="none" strike="noStrike" kern="1200" cap="none" spc="0" normalizeH="0" baseline="0" noProof="0" err="1">
                <a:ln>
                  <a:noFill/>
                </a:ln>
                <a:solidFill>
                  <a:srgbClr val="000000"/>
                </a:solidFill>
                <a:effectLst/>
                <a:uLnTx/>
                <a:uFillTx/>
                <a:latin typeface="Ubuntu"/>
                <a:ea typeface="+mn-ea"/>
                <a:cs typeface="+mn-cs"/>
              </a:rPr>
              <a:t>needed</a:t>
            </a:r>
            <a:r>
              <a:rPr kumimoji="0" lang="pl-PL" sz="1000" b="0" i="0" u="none" strike="noStrike" kern="1200" cap="none" spc="0" normalizeH="0" baseline="0" noProof="0">
                <a:ln>
                  <a:noFill/>
                </a:ln>
                <a:solidFill>
                  <a:srgbClr val="000000"/>
                </a:solidFill>
                <a:effectLst/>
                <a:uLnTx/>
                <a:uFillTx/>
                <a:latin typeface="Ubuntu"/>
                <a:ea typeface="+mn-ea"/>
                <a:cs typeface="+mn-cs"/>
              </a:rPr>
              <a:t> </a:t>
            </a:r>
            <a:r>
              <a:rPr kumimoji="0" lang="pl-PL" sz="1000" b="0" i="0" u="none" strike="noStrike" kern="1200" cap="none" spc="0" normalizeH="0" baseline="0" noProof="0" err="1">
                <a:ln>
                  <a:noFill/>
                </a:ln>
                <a:solidFill>
                  <a:srgbClr val="000000"/>
                </a:solidFill>
                <a:effectLst/>
                <a:uLnTx/>
                <a:uFillTx/>
                <a:latin typeface="Ubuntu"/>
                <a:ea typeface="+mn-ea"/>
                <a:cs typeface="+mn-cs"/>
              </a:rPr>
              <a:t>based</a:t>
            </a:r>
            <a:r>
              <a:rPr kumimoji="0" lang="pl-PL" sz="1000" b="0" i="0" u="none" strike="noStrike" kern="1200" cap="none" spc="0" normalizeH="0" baseline="0" noProof="0">
                <a:ln>
                  <a:noFill/>
                </a:ln>
                <a:solidFill>
                  <a:srgbClr val="000000"/>
                </a:solidFill>
                <a:effectLst/>
                <a:uLnTx/>
                <a:uFillTx/>
                <a:latin typeface="Ubuntu"/>
                <a:ea typeface="+mn-ea"/>
                <a:cs typeface="+mn-cs"/>
              </a:rPr>
              <a:t> on the </a:t>
            </a:r>
            <a:r>
              <a:rPr kumimoji="0" lang="pl-PL" sz="1000" b="0" i="0" u="none" strike="noStrike" kern="1200" cap="none" spc="0" normalizeH="0" baseline="0" noProof="0" err="1">
                <a:ln>
                  <a:noFill/>
                </a:ln>
                <a:solidFill>
                  <a:srgbClr val="000000"/>
                </a:solidFill>
                <a:effectLst/>
                <a:uLnTx/>
                <a:uFillTx/>
                <a:latin typeface="Ubuntu"/>
                <a:ea typeface="+mn-ea"/>
                <a:cs typeface="+mn-cs"/>
              </a:rPr>
              <a:t>message</a:t>
            </a:r>
            <a:r>
              <a:rPr kumimoji="0" lang="pl-PL" sz="1000" b="0" i="0" u="none" strike="noStrike" kern="1200" cap="none" spc="0" normalizeH="0" baseline="0" noProof="0">
                <a:ln>
                  <a:noFill/>
                </a:ln>
                <a:solidFill>
                  <a:srgbClr val="000000"/>
                </a:solidFill>
                <a:effectLst/>
                <a:uLnTx/>
                <a:uFillTx/>
                <a:latin typeface="Ubuntu"/>
                <a:ea typeface="+mn-ea"/>
                <a:cs typeface="+mn-cs"/>
              </a:rPr>
              <a:t> and </a:t>
            </a:r>
            <a:r>
              <a:rPr kumimoji="0" lang="pl-PL" sz="1000" b="0" i="0" u="none" strike="noStrike" kern="1200" cap="none" spc="0" normalizeH="0" baseline="0" noProof="0" err="1">
                <a:ln>
                  <a:noFill/>
                </a:ln>
                <a:solidFill>
                  <a:srgbClr val="000000"/>
                </a:solidFill>
                <a:effectLst/>
                <a:uLnTx/>
                <a:uFillTx/>
                <a:latin typeface="Ubuntu"/>
                <a:ea typeface="+mn-ea"/>
                <a:cs typeface="+mn-cs"/>
              </a:rPr>
              <a:t>overall</a:t>
            </a:r>
            <a:r>
              <a:rPr kumimoji="0" lang="pl-PL" sz="1000" b="0" i="0" u="none" strike="noStrike" kern="1200" cap="none" spc="0" normalizeH="0" baseline="0" noProof="0">
                <a:ln>
                  <a:noFill/>
                </a:ln>
                <a:solidFill>
                  <a:srgbClr val="000000"/>
                </a:solidFill>
                <a:effectLst/>
                <a:uLnTx/>
                <a:uFillTx/>
                <a:latin typeface="Ubuntu"/>
                <a:ea typeface="+mn-ea"/>
                <a:cs typeface="+mn-cs"/>
              </a:rPr>
              <a:t> </a:t>
            </a:r>
            <a:r>
              <a:rPr kumimoji="0" lang="pl-PL" sz="1000" b="0" i="0" u="none" strike="noStrike" kern="1200" cap="none" spc="0" normalizeH="0" baseline="0" noProof="0" err="1">
                <a:ln>
                  <a:noFill/>
                </a:ln>
                <a:solidFill>
                  <a:srgbClr val="000000"/>
                </a:solidFill>
                <a:effectLst/>
                <a:uLnTx/>
                <a:uFillTx/>
                <a:latin typeface="Ubuntu"/>
                <a:ea typeface="+mn-ea"/>
                <a:cs typeface="+mn-cs"/>
              </a:rPr>
              <a:t>composition</a:t>
            </a:r>
            <a:r>
              <a:rPr kumimoji="0" lang="pl-PL" sz="1000" b="0" i="0" u="none" strike="noStrike" kern="1200" cap="none" spc="0" normalizeH="0" baseline="0" noProof="0">
                <a:ln>
                  <a:noFill/>
                </a:ln>
                <a:solidFill>
                  <a:srgbClr val="000000"/>
                </a:solidFill>
                <a:effectLst/>
                <a:uLnTx/>
                <a:uFillTx/>
                <a:latin typeface="Ubuntu"/>
                <a:ea typeface="+mn-ea"/>
                <a:cs typeface="+mn-cs"/>
              </a:rPr>
              <a:t>. </a:t>
            </a:r>
            <a:r>
              <a:rPr kumimoji="0" lang="pl-PL" sz="1000" b="0" i="0" u="none" strike="noStrike" kern="1200" cap="none" spc="0" normalizeH="0" baseline="0" noProof="0" err="1">
                <a:ln>
                  <a:noFill/>
                </a:ln>
                <a:solidFill>
                  <a:srgbClr val="000000"/>
                </a:solidFill>
                <a:effectLst/>
                <a:uLnTx/>
                <a:uFillTx/>
                <a:latin typeface="Ubuntu"/>
                <a:ea typeface="+mn-ea"/>
                <a:cs typeface="+mn-cs"/>
              </a:rPr>
              <a:t>Always</a:t>
            </a:r>
            <a:r>
              <a:rPr kumimoji="0" lang="pl-PL" sz="1000" b="0" i="0" u="none" strike="noStrike" kern="1200" cap="none" spc="0" normalizeH="0" baseline="0" noProof="0">
                <a:ln>
                  <a:noFill/>
                </a:ln>
                <a:solidFill>
                  <a:srgbClr val="000000"/>
                </a:solidFill>
                <a:effectLst/>
                <a:uLnTx/>
                <a:uFillTx/>
                <a:latin typeface="Ubuntu"/>
                <a:ea typeface="+mn-ea"/>
                <a:cs typeface="+mn-cs"/>
              </a:rPr>
              <a:t> </a:t>
            </a:r>
            <a:r>
              <a:rPr kumimoji="0" lang="pl-PL" sz="1000" b="0" i="0" u="none" strike="noStrike" kern="1200" cap="none" spc="0" normalizeH="0" baseline="0" noProof="0" err="1">
                <a:ln>
                  <a:noFill/>
                </a:ln>
                <a:solidFill>
                  <a:srgbClr val="000000"/>
                </a:solidFill>
                <a:effectLst/>
                <a:uLnTx/>
                <a:uFillTx/>
                <a:latin typeface="Ubuntu"/>
                <a:ea typeface="+mn-ea"/>
                <a:cs typeface="+mn-cs"/>
              </a:rPr>
              <a:t>consider</a:t>
            </a:r>
            <a:r>
              <a:rPr kumimoji="0" lang="pl-PL" sz="1000" b="0" i="0" u="none" strike="noStrike" kern="1200" cap="none" spc="0" normalizeH="0" baseline="0" noProof="0">
                <a:ln>
                  <a:noFill/>
                </a:ln>
                <a:solidFill>
                  <a:srgbClr val="000000"/>
                </a:solidFill>
                <a:effectLst/>
                <a:uLnTx/>
                <a:uFillTx/>
                <a:latin typeface="Ubuntu"/>
                <a:ea typeface="+mn-ea"/>
                <a:cs typeface="+mn-cs"/>
              </a:rPr>
              <a:t> the </a:t>
            </a:r>
            <a:r>
              <a:rPr kumimoji="0" lang="pl-PL" sz="1000" b="0" i="0" u="none" strike="noStrike" kern="1200" cap="none" spc="0" normalizeH="0" baseline="0" noProof="0" err="1">
                <a:ln>
                  <a:noFill/>
                </a:ln>
                <a:solidFill>
                  <a:srgbClr val="000000"/>
                </a:solidFill>
                <a:effectLst/>
                <a:uLnTx/>
                <a:uFillTx/>
                <a:latin typeface="Ubuntu"/>
                <a:ea typeface="+mn-ea"/>
                <a:cs typeface="+mn-cs"/>
              </a:rPr>
              <a:t>legibility</a:t>
            </a:r>
            <a:r>
              <a:rPr kumimoji="0" lang="pl-PL" sz="1000" b="0" i="0" u="none" strike="noStrike" kern="1200" cap="none" spc="0" normalizeH="0" baseline="0" noProof="0">
                <a:ln>
                  <a:noFill/>
                </a:ln>
                <a:solidFill>
                  <a:srgbClr val="000000"/>
                </a:solidFill>
                <a:effectLst/>
                <a:uLnTx/>
                <a:uFillTx/>
                <a:latin typeface="Ubuntu"/>
                <a:ea typeface="+mn-ea"/>
                <a:cs typeface="+mn-cs"/>
              </a:rPr>
              <a:t> and </a:t>
            </a:r>
            <a:r>
              <a:rPr kumimoji="0" lang="pl-PL" sz="1000" b="0" i="0" u="none" strike="noStrike" kern="1200" cap="none" spc="0" normalizeH="0" baseline="0" noProof="0" err="1">
                <a:ln>
                  <a:noFill/>
                </a:ln>
                <a:solidFill>
                  <a:srgbClr val="000000"/>
                </a:solidFill>
                <a:effectLst/>
                <a:uLnTx/>
                <a:uFillTx/>
                <a:latin typeface="Ubuntu"/>
                <a:ea typeface="+mn-ea"/>
                <a:cs typeface="+mn-cs"/>
              </a:rPr>
              <a:t>contrast</a:t>
            </a:r>
            <a:r>
              <a:rPr kumimoji="0" lang="pl-PL" sz="1000" b="0" i="0" u="none" strike="noStrike" kern="1200" cap="none" spc="0" normalizeH="0" baseline="0" noProof="0">
                <a:ln>
                  <a:noFill/>
                </a:ln>
                <a:solidFill>
                  <a:srgbClr val="000000"/>
                </a:solidFill>
                <a:effectLst/>
                <a:uLnTx/>
                <a:uFillTx/>
                <a:latin typeface="Ubuntu"/>
                <a:ea typeface="+mn-ea"/>
                <a:cs typeface="+mn-cs"/>
              </a:rPr>
              <a:t> of </a:t>
            </a:r>
            <a:r>
              <a:rPr kumimoji="0" lang="pl-PL" sz="1000" b="0" i="0" u="none" strike="noStrike" kern="1200" cap="none" spc="0" normalizeH="0" baseline="0" noProof="0" err="1">
                <a:ln>
                  <a:noFill/>
                </a:ln>
                <a:solidFill>
                  <a:srgbClr val="000000"/>
                </a:solidFill>
                <a:effectLst/>
                <a:uLnTx/>
                <a:uFillTx/>
                <a:latin typeface="Ubuntu"/>
                <a:ea typeface="+mn-ea"/>
                <a:cs typeface="+mn-cs"/>
              </a:rPr>
              <a:t>copy</a:t>
            </a:r>
            <a:r>
              <a:rPr kumimoji="0" lang="pl-PL" sz="1000" b="0" i="0" u="none" strike="noStrike" kern="1200" cap="none" spc="0" normalizeH="0" baseline="0" noProof="0">
                <a:ln>
                  <a:noFill/>
                </a:ln>
                <a:solidFill>
                  <a:srgbClr val="000000"/>
                </a:solidFill>
                <a:effectLst/>
                <a:uLnTx/>
                <a:uFillTx/>
                <a:latin typeface="Ubuntu"/>
                <a:ea typeface="+mn-ea"/>
                <a:cs typeface="+mn-cs"/>
              </a:rPr>
              <a:t> and </a:t>
            </a:r>
            <a:r>
              <a:rPr kumimoji="0" lang="pl-PL" sz="1000" b="0" i="0" u="none" strike="noStrike" kern="1200" cap="none" spc="0" normalizeH="0" baseline="0" noProof="0" err="1">
                <a:ln>
                  <a:noFill/>
                </a:ln>
                <a:solidFill>
                  <a:srgbClr val="000000"/>
                </a:solidFill>
                <a:effectLst/>
                <a:uLnTx/>
                <a:uFillTx/>
                <a:latin typeface="Ubuntu"/>
                <a:ea typeface="+mn-ea"/>
                <a:cs typeface="+mn-cs"/>
              </a:rPr>
              <a:t>content</a:t>
            </a:r>
            <a:r>
              <a:rPr kumimoji="0" lang="pl-PL" sz="1000" b="0" i="0" u="none" strike="noStrike" kern="1200" cap="none" spc="0" normalizeH="0" baseline="0" noProof="0">
                <a:ln>
                  <a:noFill/>
                </a:ln>
                <a:solidFill>
                  <a:srgbClr val="000000"/>
                </a:solidFill>
                <a:effectLst/>
                <a:uLnTx/>
                <a:uFillTx/>
                <a:latin typeface="Ubuntu"/>
                <a:ea typeface="+mn-ea"/>
                <a:cs typeface="+mn-cs"/>
              </a:rPr>
              <a:t> for maximum </a:t>
            </a:r>
            <a:r>
              <a:rPr kumimoji="0" lang="pl-PL" sz="1000" b="0" i="0" u="none" strike="noStrike" kern="1200" cap="none" spc="0" normalizeH="0" baseline="0" noProof="0" err="1">
                <a:ln>
                  <a:noFill/>
                </a:ln>
                <a:solidFill>
                  <a:srgbClr val="000000"/>
                </a:solidFill>
                <a:effectLst/>
                <a:uLnTx/>
                <a:uFillTx/>
                <a:latin typeface="Ubuntu"/>
                <a:ea typeface="+mn-ea"/>
                <a:cs typeface="+mn-cs"/>
              </a:rPr>
              <a:t>usability</a:t>
            </a:r>
            <a:r>
              <a:rPr kumimoji="0" lang="pl-PL" sz="1000" b="0" i="0" u="none" strike="noStrike" kern="1200" cap="none" spc="0" normalizeH="0" baseline="0" noProof="0">
                <a:ln>
                  <a:noFill/>
                </a:ln>
                <a:solidFill>
                  <a:srgbClr val="000000"/>
                </a:solidFill>
                <a:effectLst/>
                <a:uLnTx/>
                <a:uFillTx/>
                <a:latin typeface="Ubuntu"/>
                <a:ea typeface="+mn-ea"/>
                <a:cs typeface="+mn-cs"/>
              </a:rPr>
              <a:t>.</a:t>
            </a:r>
          </a:p>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US" sz="1000" b="0" i="0" u="none" strike="noStrike" kern="1200" cap="none" spc="0" normalizeH="0" baseline="0" noProof="0">
                <a:ln>
                  <a:noFill/>
                </a:ln>
                <a:solidFill>
                  <a:srgbClr val="000000"/>
                </a:solidFill>
                <a:effectLst/>
                <a:uLnTx/>
                <a:uFillTx/>
                <a:latin typeface="Ubuntu"/>
                <a:ea typeface="+mn-ea"/>
                <a:cs typeface="+mn-cs"/>
              </a:rPr>
              <a:t>Any and all photography in these designs is given as an example. While you can use them, it’s better to </a:t>
            </a:r>
            <a:r>
              <a:rPr kumimoji="0" lang="en-US" sz="1000" b="1" i="0" u="none" strike="noStrike" kern="1200" cap="none" spc="0" normalizeH="0" baseline="0" noProof="0">
                <a:ln>
                  <a:noFill/>
                </a:ln>
                <a:solidFill>
                  <a:srgbClr val="000000"/>
                </a:solidFill>
                <a:effectLst/>
                <a:uLnTx/>
                <a:uFillTx/>
                <a:latin typeface="Ubuntu"/>
                <a:ea typeface="+mn-ea"/>
                <a:cs typeface="+mn-cs"/>
              </a:rPr>
              <a:t>change the photography</a:t>
            </a:r>
            <a:r>
              <a:rPr kumimoji="0" lang="en-US" sz="1000" b="0" i="0" u="none" strike="noStrike" kern="1200" cap="none" spc="0" normalizeH="0" baseline="0" noProof="0">
                <a:ln>
                  <a:noFill/>
                </a:ln>
                <a:solidFill>
                  <a:srgbClr val="000000"/>
                </a:solidFill>
                <a:effectLst/>
                <a:uLnTx/>
                <a:uFillTx/>
                <a:latin typeface="Ubuntu"/>
                <a:ea typeface="+mn-ea"/>
                <a:cs typeface="+mn-cs"/>
              </a:rPr>
              <a:t> to match your content.</a:t>
            </a:r>
          </a:p>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US" sz="1000" b="0" i="0" u="none" strike="noStrike" kern="1200" cap="none" spc="0" normalizeH="0" baseline="0" noProof="0">
                <a:ln>
                  <a:noFill/>
                </a:ln>
                <a:solidFill>
                  <a:srgbClr val="000000"/>
                </a:solidFill>
                <a:effectLst/>
                <a:uLnTx/>
                <a:uFillTx/>
                <a:latin typeface="Ubuntu"/>
                <a:ea typeface="+mn-ea"/>
                <a:cs typeface="+mn-cs"/>
              </a:rPr>
              <a:t>To do so, right click on the picture or placeholder to change/insert a photo. </a:t>
            </a:r>
          </a:p>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US" sz="1000" b="0" i="0" u="none" strike="noStrike" kern="1200" cap="none" spc="0" normalizeH="0" baseline="0" noProof="0">
                <a:ln>
                  <a:noFill/>
                </a:ln>
                <a:solidFill>
                  <a:srgbClr val="000000"/>
                </a:solidFill>
                <a:effectLst/>
                <a:uLnTx/>
                <a:uFillTx/>
                <a:latin typeface="Ubuntu"/>
                <a:ea typeface="+mn-ea"/>
                <a:cs typeface="+mn-cs"/>
              </a:rPr>
              <a:t>Where to find photography:</a:t>
            </a:r>
          </a:p>
          <a:p>
            <a:pPr marL="180975" marR="0" lvl="0" indent="-180975" algn="l" defTabSz="914400" rtl="0" eaLnBrk="1" fontAlgn="auto" latinLnBrk="0" hangingPunct="1">
              <a:lnSpc>
                <a:spcPct val="100000"/>
              </a:lnSpc>
              <a:spcBef>
                <a:spcPts val="600"/>
              </a:spcBef>
              <a:spcAft>
                <a:spcPts val="0"/>
              </a:spcAft>
              <a:buClr>
                <a:srgbClr val="0057AB"/>
              </a:buClr>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Ubuntu"/>
                <a:ea typeface="+mn-ea"/>
                <a:cs typeface="+mn-cs"/>
                <a:hlinkClick r:id="rId4"/>
              </a:rPr>
              <a:t>Photo library</a:t>
            </a:r>
            <a:endParaRPr kumimoji="0" lang="en-US" sz="1000" b="0" i="0" u="none" strike="noStrike" kern="1200" cap="none" spc="0" normalizeH="0" baseline="0" noProof="0">
              <a:ln>
                <a:noFill/>
              </a:ln>
              <a:solidFill>
                <a:srgbClr val="000000"/>
              </a:solidFill>
              <a:effectLst/>
              <a:uLnTx/>
              <a:uFillTx/>
              <a:latin typeface="Ubuntu"/>
              <a:ea typeface="+mn-ea"/>
              <a:cs typeface="+mn-cs"/>
            </a:endParaRPr>
          </a:p>
          <a:p>
            <a:pPr marL="180975" marR="0" lvl="0" indent="-180975" algn="l" defTabSz="914400" rtl="0" eaLnBrk="1" fontAlgn="auto" latinLnBrk="0" hangingPunct="1">
              <a:lnSpc>
                <a:spcPct val="100000"/>
              </a:lnSpc>
              <a:spcBef>
                <a:spcPts val="600"/>
              </a:spcBef>
              <a:spcAft>
                <a:spcPts val="0"/>
              </a:spcAft>
              <a:buClr>
                <a:srgbClr val="0057AB"/>
              </a:buClr>
              <a:buSzTx/>
              <a:buFont typeface="Arial" panose="020B0604020202020204" pitchFamily="34" charset="0"/>
              <a:buChar char="•"/>
              <a:tabLst/>
              <a:defRPr/>
            </a:pPr>
            <a:r>
              <a:rPr kumimoji="0" lang="en-US" sz="1000" b="0" i="0" u="none" strike="noStrike" kern="1200" cap="none" spc="0" normalizeH="0" baseline="0" noProof="0">
                <a:ln>
                  <a:noFill/>
                </a:ln>
                <a:solidFill>
                  <a:schemeClr val="tx2"/>
                </a:solidFill>
                <a:effectLst/>
                <a:uLnTx/>
                <a:uFillTx/>
                <a:latin typeface="Ubuntu"/>
                <a:ea typeface="+mn-ea"/>
                <a:cs typeface="+mn-cs"/>
                <a:hlinkClick r:id="rId5">
                  <a:extLst>
                    <a:ext uri="{A12FA001-AC4F-418D-AE19-62706E023703}">
                      <ahyp:hlinkClr xmlns:ahyp="http://schemas.microsoft.com/office/drawing/2018/hyperlinkcolor" val="tx"/>
                    </a:ext>
                  </a:extLst>
                </a:hlinkClick>
              </a:rPr>
              <a:t>Getty images</a:t>
            </a:r>
            <a:r>
              <a:rPr kumimoji="0" lang="en-US" sz="1000" b="0" i="0" u="none" strike="noStrike" kern="1200" cap="none" spc="0" normalizeH="0" baseline="0" noProof="0">
                <a:ln>
                  <a:noFill/>
                </a:ln>
                <a:solidFill>
                  <a:schemeClr val="tx2"/>
                </a:solidFill>
                <a:effectLst/>
                <a:uLnTx/>
                <a:uFillTx/>
                <a:latin typeface="Ubuntu"/>
                <a:ea typeface="+mn-ea"/>
                <a:cs typeface="+mn-cs"/>
              </a:rPr>
              <a:t> </a:t>
            </a:r>
            <a:r>
              <a:rPr kumimoji="0" lang="en-US" sz="1000" b="0" i="0" u="none" strike="noStrike" kern="1200" cap="none" spc="0" normalizeH="0" baseline="0" noProof="0">
                <a:ln>
                  <a:noFill/>
                </a:ln>
                <a:solidFill>
                  <a:srgbClr val="000000"/>
                </a:solidFill>
                <a:effectLst/>
                <a:uLnTx/>
                <a:uFillTx/>
                <a:latin typeface="Ubuntu"/>
                <a:ea typeface="+mn-ea"/>
                <a:cs typeface="+mn-cs"/>
              </a:rPr>
              <a:t>(Recommended), </a:t>
            </a:r>
            <a:r>
              <a:rPr kumimoji="0" lang="en-US" sz="1000" b="0" i="0" u="none" strike="noStrike" kern="1200" cap="none" spc="0" normalizeH="0" baseline="0" noProof="0">
                <a:ln>
                  <a:noFill/>
                </a:ln>
                <a:solidFill>
                  <a:schemeClr val="tx2"/>
                </a:solidFill>
                <a:effectLst/>
                <a:uLnTx/>
                <a:uFillTx/>
                <a:latin typeface="Ubuntu"/>
                <a:ea typeface="+mn-ea"/>
                <a:cs typeface="+mn-cs"/>
                <a:hlinkClick r:id="rId6">
                  <a:extLst>
                    <a:ext uri="{A12FA001-AC4F-418D-AE19-62706E023703}">
                      <ahyp:hlinkClr xmlns:ahyp="http://schemas.microsoft.com/office/drawing/2018/hyperlinkcolor" val="tx"/>
                    </a:ext>
                  </a:extLst>
                </a:hlinkClick>
              </a:rPr>
              <a:t>Shutterstock</a:t>
            </a:r>
            <a:r>
              <a:rPr kumimoji="0" lang="en-US" sz="1000" b="0" i="0" u="none" strike="noStrike" kern="1200" cap="none" spc="0" normalizeH="0" baseline="0" noProof="0">
                <a:ln>
                  <a:noFill/>
                </a:ln>
                <a:solidFill>
                  <a:schemeClr val="tx2"/>
                </a:solidFill>
                <a:effectLst/>
                <a:uLnTx/>
                <a:uFillTx/>
                <a:latin typeface="Ubuntu"/>
                <a:ea typeface="+mn-ea"/>
                <a:cs typeface="+mn-cs"/>
              </a:rPr>
              <a:t>, </a:t>
            </a:r>
            <a:r>
              <a:rPr kumimoji="0" lang="en-US" sz="1000" b="0" i="0" u="none" strike="noStrike" kern="1200" cap="none" spc="0" normalizeH="0" baseline="0" noProof="0">
                <a:ln>
                  <a:noFill/>
                </a:ln>
                <a:solidFill>
                  <a:schemeClr val="tx2"/>
                </a:solidFill>
                <a:effectLst/>
                <a:uLnTx/>
                <a:uFillTx/>
                <a:latin typeface="Ubuntu"/>
                <a:ea typeface="+mn-ea"/>
                <a:cs typeface="+mn-cs"/>
                <a:hlinkClick r:id="rId7">
                  <a:extLst>
                    <a:ext uri="{A12FA001-AC4F-418D-AE19-62706E023703}">
                      <ahyp:hlinkClr xmlns:ahyp="http://schemas.microsoft.com/office/drawing/2018/hyperlinkcolor" val="tx"/>
                    </a:ext>
                  </a:extLst>
                </a:hlinkClick>
              </a:rPr>
              <a:t>Adobe images</a:t>
            </a:r>
            <a:r>
              <a:rPr kumimoji="0" lang="en-US" sz="1000" b="0" i="0" u="none" strike="noStrike" kern="1200" cap="none" spc="0" normalizeH="0" baseline="0" noProof="0">
                <a:ln>
                  <a:noFill/>
                </a:ln>
                <a:solidFill>
                  <a:schemeClr val="tx2"/>
                </a:solidFill>
                <a:effectLst/>
                <a:uLnTx/>
                <a:uFillTx/>
                <a:latin typeface="Ubuntu"/>
                <a:ea typeface="+mn-ea"/>
                <a:cs typeface="+mn-cs"/>
              </a:rPr>
              <a:t> </a:t>
            </a:r>
            <a:r>
              <a:rPr kumimoji="0" lang="en-US" sz="1000" b="0" i="0" u="none" strike="noStrike" kern="1200" cap="none" spc="0" normalizeH="0" baseline="0" noProof="0">
                <a:ln>
                  <a:noFill/>
                </a:ln>
                <a:solidFill>
                  <a:srgbClr val="000000"/>
                </a:solidFill>
                <a:effectLst/>
                <a:uLnTx/>
                <a:uFillTx/>
                <a:latin typeface="Ubuntu"/>
                <a:ea typeface="+mn-ea"/>
                <a:cs typeface="+mn-cs"/>
              </a:rPr>
              <a:t>(check with your M&amp;C design team):</a:t>
            </a:r>
          </a:p>
          <a:p>
            <a:pPr marL="0" marR="0" lvl="0" indent="0" algn="l" defTabSz="914400" rtl="0" eaLnBrk="1" fontAlgn="auto" latinLnBrk="0" hangingPunct="1">
              <a:lnSpc>
                <a:spcPct val="100000"/>
              </a:lnSpc>
              <a:spcBef>
                <a:spcPts val="600"/>
              </a:spcBef>
              <a:spcAft>
                <a:spcPts val="0"/>
              </a:spcAft>
              <a:buClrTx/>
              <a:buSzTx/>
              <a:buFontTx/>
              <a:buNone/>
              <a:tabLst/>
              <a:defRPr/>
            </a:pPr>
            <a:r>
              <a:rPr kumimoji="0" lang="pl-PL" sz="1000" b="1" i="0" u="none" strike="noStrike" kern="1200" cap="none" spc="0" normalizeH="0" baseline="0" noProof="0" err="1">
                <a:ln>
                  <a:noFill/>
                </a:ln>
                <a:solidFill>
                  <a:srgbClr val="000000"/>
                </a:solidFill>
                <a:effectLst/>
                <a:uLnTx/>
                <a:uFillTx/>
                <a:latin typeface="Ubuntu"/>
                <a:ea typeface="+mn-ea"/>
                <a:cs typeface="+mn-cs"/>
              </a:rPr>
              <a:t>Further</a:t>
            </a:r>
            <a:r>
              <a:rPr kumimoji="0" lang="pl-PL" sz="1000" b="1" i="0" u="none" strike="noStrike" kern="1200" cap="none" spc="0" normalizeH="0" baseline="0" noProof="0">
                <a:ln>
                  <a:noFill/>
                </a:ln>
                <a:solidFill>
                  <a:srgbClr val="000000"/>
                </a:solidFill>
                <a:effectLst/>
                <a:uLnTx/>
                <a:uFillTx/>
                <a:latin typeface="Ubuntu"/>
                <a:ea typeface="+mn-ea"/>
                <a:cs typeface="+mn-cs"/>
              </a:rPr>
              <a:t> </a:t>
            </a:r>
            <a:r>
              <a:rPr kumimoji="0" lang="pl-PL" sz="1000" b="1" i="0" u="none" strike="noStrike" kern="1200" cap="none" spc="0" normalizeH="0" baseline="0" noProof="0" err="1">
                <a:ln>
                  <a:noFill/>
                </a:ln>
                <a:solidFill>
                  <a:srgbClr val="000000"/>
                </a:solidFill>
                <a:effectLst/>
                <a:uLnTx/>
                <a:uFillTx/>
                <a:latin typeface="Ubuntu"/>
                <a:ea typeface="+mn-ea"/>
                <a:cs typeface="+mn-cs"/>
              </a:rPr>
              <a:t>examples</a:t>
            </a:r>
            <a:r>
              <a:rPr kumimoji="0" lang="pl-PL" sz="1000" b="1" i="0" u="none" strike="noStrike" kern="1200" cap="none" spc="0" normalizeH="0" baseline="0" noProof="0">
                <a:ln>
                  <a:noFill/>
                </a:ln>
                <a:solidFill>
                  <a:srgbClr val="000000"/>
                </a:solidFill>
                <a:effectLst/>
                <a:uLnTx/>
                <a:uFillTx/>
                <a:latin typeface="Ubuntu"/>
                <a:ea typeface="+mn-ea"/>
                <a:cs typeface="+mn-cs"/>
              </a:rPr>
              <a:t> and </a:t>
            </a:r>
            <a:r>
              <a:rPr kumimoji="0" lang="pl-PL" sz="1000" b="1" i="0" u="none" strike="noStrike" kern="1200" cap="none" spc="0" normalizeH="0" baseline="0" noProof="0" err="1">
                <a:ln>
                  <a:noFill/>
                </a:ln>
                <a:solidFill>
                  <a:srgbClr val="000000"/>
                </a:solidFill>
                <a:effectLst/>
                <a:uLnTx/>
                <a:uFillTx/>
                <a:latin typeface="Ubuntu"/>
                <a:ea typeface="+mn-ea"/>
                <a:cs typeface="+mn-cs"/>
              </a:rPr>
              <a:t>inspiration</a:t>
            </a:r>
            <a:r>
              <a:rPr kumimoji="0" lang="pl-PL" sz="1000" b="1" i="0" u="none" strike="noStrike" kern="1200" cap="none" spc="0" normalizeH="0" baseline="0" noProof="0">
                <a:ln>
                  <a:noFill/>
                </a:ln>
                <a:solidFill>
                  <a:srgbClr val="000000"/>
                </a:solidFill>
                <a:effectLst/>
                <a:uLnTx/>
                <a:uFillTx/>
                <a:latin typeface="Ubuntu"/>
                <a:ea typeface="+mn-ea"/>
                <a:cs typeface="+mn-cs"/>
              </a:rPr>
              <a:t> </a:t>
            </a:r>
            <a:r>
              <a:rPr kumimoji="0" lang="pl-PL" sz="1000" b="0" i="0" u="none" strike="noStrike" kern="1200" cap="none" spc="0" normalizeH="0" baseline="0" noProof="0" err="1">
                <a:ln>
                  <a:noFill/>
                </a:ln>
                <a:solidFill>
                  <a:srgbClr val="000000"/>
                </a:solidFill>
                <a:effectLst/>
                <a:uLnTx/>
                <a:uFillTx/>
                <a:latin typeface="Ubuntu"/>
                <a:ea typeface="+mn-ea"/>
                <a:cs typeface="+mn-cs"/>
              </a:rPr>
              <a:t>is</a:t>
            </a:r>
            <a:r>
              <a:rPr kumimoji="0" lang="pl-PL" sz="1000" b="0" i="0" u="none" strike="noStrike" kern="1200" cap="none" spc="0" normalizeH="0" baseline="0" noProof="0">
                <a:ln>
                  <a:noFill/>
                </a:ln>
                <a:solidFill>
                  <a:srgbClr val="000000"/>
                </a:solidFill>
                <a:effectLst/>
                <a:uLnTx/>
                <a:uFillTx/>
                <a:latin typeface="Ubuntu"/>
                <a:ea typeface="+mn-ea"/>
                <a:cs typeface="+mn-cs"/>
              </a:rPr>
              <a:t> </a:t>
            </a:r>
            <a:r>
              <a:rPr kumimoji="0" lang="pl-PL" sz="1000" b="0" i="0" u="none" strike="noStrike" kern="1200" cap="none" spc="0" normalizeH="0" baseline="0" noProof="0" err="1">
                <a:ln>
                  <a:noFill/>
                </a:ln>
                <a:solidFill>
                  <a:srgbClr val="000000"/>
                </a:solidFill>
                <a:effectLst/>
                <a:uLnTx/>
                <a:uFillTx/>
                <a:latin typeface="Ubuntu"/>
                <a:ea typeface="+mn-ea"/>
                <a:cs typeface="+mn-cs"/>
              </a:rPr>
              <a:t>available</a:t>
            </a:r>
            <a:r>
              <a:rPr kumimoji="0" lang="pl-PL" sz="1000" b="0" i="0" u="none" strike="noStrike" kern="1200" cap="none" spc="0" normalizeH="0" baseline="0" noProof="0">
                <a:ln>
                  <a:noFill/>
                </a:ln>
                <a:solidFill>
                  <a:srgbClr val="000000"/>
                </a:solidFill>
                <a:effectLst/>
                <a:uLnTx/>
                <a:uFillTx/>
                <a:latin typeface="Ubuntu"/>
                <a:ea typeface="+mn-ea"/>
                <a:cs typeface="+mn-cs"/>
              </a:rPr>
              <a:t> </a:t>
            </a:r>
            <a:r>
              <a:rPr kumimoji="0" lang="pl-PL" sz="1000" b="0" i="0" u="none" strike="noStrike" kern="1200" cap="none" spc="0" normalizeH="0" baseline="0" noProof="0">
                <a:ln>
                  <a:noFill/>
                </a:ln>
                <a:solidFill>
                  <a:srgbClr val="000000"/>
                </a:solidFill>
                <a:effectLst/>
                <a:uLnTx/>
                <a:uFillTx/>
                <a:latin typeface="Ubuntu"/>
                <a:ea typeface="+mn-ea"/>
                <a:cs typeface="+mn-cs"/>
                <a:hlinkClick r:id="rId8"/>
              </a:rPr>
              <a:t>here</a:t>
            </a:r>
            <a:r>
              <a:rPr kumimoji="0" lang="pl-PL" sz="1000" b="0" i="0" u="none" strike="noStrike" kern="1200" cap="none" spc="0" normalizeH="0" baseline="0" noProof="0">
                <a:ln>
                  <a:noFill/>
                </a:ln>
                <a:solidFill>
                  <a:srgbClr val="000000"/>
                </a:solidFill>
                <a:effectLst/>
                <a:uLnTx/>
                <a:uFillTx/>
                <a:latin typeface="Ubuntu"/>
                <a:ea typeface="+mn-ea"/>
                <a:cs typeface="+mn-cs"/>
              </a:rPr>
              <a:t>.</a:t>
            </a:r>
            <a:endParaRPr kumimoji="0" lang="pl-PL" sz="1400" b="0" i="0" u="none" strike="noStrike" kern="1200" cap="none" spc="0" normalizeH="0" baseline="0" noProof="0">
              <a:ln>
                <a:noFill/>
              </a:ln>
              <a:solidFill>
                <a:srgbClr val="000000"/>
              </a:solidFill>
              <a:effectLst/>
              <a:uLnTx/>
              <a:uFillTx/>
              <a:latin typeface="Ubuntu"/>
              <a:ea typeface="+mn-ea"/>
              <a:cs typeface="+mn-cs"/>
            </a:endParaRPr>
          </a:p>
        </p:txBody>
      </p:sp>
      <p:grpSp>
        <p:nvGrpSpPr>
          <p:cNvPr id="8" name="Group 7">
            <a:extLst>
              <a:ext uri="{FF2B5EF4-FFF2-40B4-BE49-F238E27FC236}">
                <a16:creationId xmlns:a16="http://schemas.microsoft.com/office/drawing/2014/main" id="{D7399518-E309-00CB-159A-6BF1F53AB7CC}"/>
              </a:ext>
            </a:extLst>
          </p:cNvPr>
          <p:cNvGrpSpPr/>
          <p:nvPr userDrawn="1"/>
        </p:nvGrpSpPr>
        <p:grpSpPr>
          <a:xfrm>
            <a:off x="12697348" y="5300458"/>
            <a:ext cx="323069" cy="1431074"/>
            <a:chOff x="12744656" y="865532"/>
            <a:chExt cx="323069" cy="1431074"/>
          </a:xfrm>
        </p:grpSpPr>
        <p:pic>
          <p:nvPicPr>
            <p:cNvPr id="9" name="Picture 8" descr="A green circle with purple text&#10;&#10;AI-generated content may be incorrect.">
              <a:extLst>
                <a:ext uri="{FF2B5EF4-FFF2-40B4-BE49-F238E27FC236}">
                  <a16:creationId xmlns:a16="http://schemas.microsoft.com/office/drawing/2014/main" id="{3B94FA3A-FE93-037A-D6D4-E83651918A23}"/>
                </a:ext>
              </a:extLst>
            </p:cNvPr>
            <p:cNvPicPr/>
            <p:nvPr/>
          </p:nvPicPr>
          <p:blipFill>
            <a:blip r:embed="rId9" cstate="screen">
              <a:extLst>
                <a:ext uri="{28A0092B-C50C-407E-A947-70E740481C1C}">
                  <a14:useLocalDpi xmlns:a14="http://schemas.microsoft.com/office/drawing/2010/main"/>
                </a:ext>
              </a:extLst>
            </a:blip>
            <a:stretch>
              <a:fillRect/>
            </a:stretch>
          </p:blipFill>
          <p:spPr>
            <a:xfrm>
              <a:off x="12744656" y="865532"/>
              <a:ext cx="323069" cy="323069"/>
            </a:xfrm>
            <a:prstGeom prst="rect">
              <a:avLst/>
            </a:prstGeom>
          </p:spPr>
        </p:pic>
        <p:pic>
          <p:nvPicPr>
            <p:cNvPr id="10" name="Picture 9" descr="A blue circle with white text&#10;&#10;AI-generated content may be incorrect.">
              <a:extLst>
                <a:ext uri="{FF2B5EF4-FFF2-40B4-BE49-F238E27FC236}">
                  <a16:creationId xmlns:a16="http://schemas.microsoft.com/office/drawing/2014/main" id="{7594A3F3-49E0-671B-1B0F-940B39BE8DF1}"/>
                </a:ext>
              </a:extLst>
            </p:cNvPr>
            <p:cNvPicPr/>
            <p:nvPr/>
          </p:nvPicPr>
          <p:blipFill>
            <a:blip r:embed="rId10" cstate="screen">
              <a:extLst>
                <a:ext uri="{28A0092B-C50C-407E-A947-70E740481C1C}">
                  <a14:useLocalDpi xmlns:a14="http://schemas.microsoft.com/office/drawing/2010/main"/>
                </a:ext>
              </a:extLst>
            </a:blip>
            <a:stretch>
              <a:fillRect/>
            </a:stretch>
          </p:blipFill>
          <p:spPr>
            <a:xfrm>
              <a:off x="12744656" y="1238626"/>
              <a:ext cx="323069" cy="323069"/>
            </a:xfrm>
            <a:prstGeom prst="rect">
              <a:avLst/>
            </a:prstGeom>
          </p:spPr>
        </p:pic>
        <p:pic>
          <p:nvPicPr>
            <p:cNvPr id="11" name="Picture 10" descr="A yellow circle with purple text&#10;&#10;AI-generated content may be incorrect.">
              <a:extLst>
                <a:ext uri="{FF2B5EF4-FFF2-40B4-BE49-F238E27FC236}">
                  <a16:creationId xmlns:a16="http://schemas.microsoft.com/office/drawing/2014/main" id="{4C6A65B2-FA36-193D-A651-7B3614DFD676}"/>
                </a:ext>
              </a:extLst>
            </p:cNvPr>
            <p:cNvPicPr/>
            <p:nvPr/>
          </p:nvPicPr>
          <p:blipFill>
            <a:blip r:embed="rId11" cstate="screen">
              <a:extLst>
                <a:ext uri="{28A0092B-C50C-407E-A947-70E740481C1C}">
                  <a14:useLocalDpi xmlns:a14="http://schemas.microsoft.com/office/drawing/2010/main"/>
                </a:ext>
              </a:extLst>
            </a:blip>
            <a:stretch>
              <a:fillRect/>
            </a:stretch>
          </p:blipFill>
          <p:spPr>
            <a:xfrm>
              <a:off x="12744656" y="1605918"/>
              <a:ext cx="323069" cy="323069"/>
            </a:xfrm>
            <a:prstGeom prst="rect">
              <a:avLst/>
            </a:prstGeom>
          </p:spPr>
        </p:pic>
        <p:pic>
          <p:nvPicPr>
            <p:cNvPr id="12" name="Picture 11" descr="A red circle with white text&#10;&#10;AI-generated content may be incorrect.">
              <a:extLst>
                <a:ext uri="{FF2B5EF4-FFF2-40B4-BE49-F238E27FC236}">
                  <a16:creationId xmlns:a16="http://schemas.microsoft.com/office/drawing/2014/main" id="{BD5D2F52-6647-C26A-71A4-315F88362ADB}"/>
                </a:ext>
              </a:extLst>
            </p:cNvPr>
            <p:cNvPicPr/>
            <p:nvPr/>
          </p:nvPicPr>
          <p:blipFill>
            <a:blip r:embed="rId12" cstate="screen">
              <a:extLst>
                <a:ext uri="{28A0092B-C50C-407E-A947-70E740481C1C}">
                  <a14:useLocalDpi xmlns:a14="http://schemas.microsoft.com/office/drawing/2010/main"/>
                </a:ext>
              </a:extLst>
            </a:blip>
            <a:stretch>
              <a:fillRect/>
            </a:stretch>
          </p:blipFill>
          <p:spPr>
            <a:xfrm>
              <a:off x="12744656" y="1973537"/>
              <a:ext cx="323069" cy="323069"/>
            </a:xfrm>
            <a:prstGeom prst="rect">
              <a:avLst/>
            </a:prstGeom>
          </p:spPr>
        </p:pic>
      </p:grpSp>
    </p:spTree>
    <p:extLst>
      <p:ext uri="{BB962C8B-B14F-4D97-AF65-F5344CB8AC3E}">
        <p14:creationId xmlns:p14="http://schemas.microsoft.com/office/powerpoint/2010/main" val="4177428674"/>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Sp="0" preserve="1" userDrawn="1">
  <p:cSld name="Title Slide Blank">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28267460"/>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Agenda 1">
    <p:bg>
      <p:bgPr>
        <a:solidFill>
          <a:schemeClr val="bg1"/>
        </a:solidFill>
        <a:effectLst/>
      </p:bgPr>
    </p:bg>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6424D2EA-9AAB-3E5E-F5AA-4EFA5797243B}"/>
              </a:ext>
            </a:extLst>
          </p:cNvPr>
          <p:cNvSpPr>
            <a:spLocks noGrp="1"/>
          </p:cNvSpPr>
          <p:nvPr>
            <p:ph type="pic" sz="quarter" idx="10" hasCustomPrompt="1"/>
          </p:nvPr>
        </p:nvSpPr>
        <p:spPr>
          <a:xfrm>
            <a:off x="8878957" y="1"/>
            <a:ext cx="3313043"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Title Placeholder 4">
            <a:extLst>
              <a:ext uri="{FF2B5EF4-FFF2-40B4-BE49-F238E27FC236}">
                <a16:creationId xmlns:a16="http://schemas.microsoft.com/office/drawing/2014/main" id="{F4158CE3-063A-9DBD-3B05-66545FF36C22}"/>
              </a:ext>
            </a:extLst>
          </p:cNvPr>
          <p:cNvSpPr>
            <a:spLocks noGrp="1"/>
          </p:cNvSpPr>
          <p:nvPr>
            <p:ph type="title"/>
          </p:nvPr>
        </p:nvSpPr>
        <p:spPr>
          <a:xfrm>
            <a:off x="550863" y="549274"/>
            <a:ext cx="7864267" cy="1079526"/>
          </a:xfrm>
          <a:prstGeom prst="rect">
            <a:avLst/>
          </a:prstGeom>
        </p:spPr>
        <p:txBody>
          <a:bodyPr vert="horz" lIns="0" tIns="0" rIns="0" bIns="180000" rtlCol="0" anchor="t" anchorCtr="0">
            <a:noAutofit/>
          </a:bodyPr>
          <a:lstStyle/>
          <a:p>
            <a:r>
              <a:rPr lang="en-US"/>
              <a:t>Click to edit Master title style</a:t>
            </a:r>
            <a:endParaRPr lang="de-DE"/>
          </a:p>
        </p:txBody>
      </p:sp>
      <p:sp>
        <p:nvSpPr>
          <p:cNvPr id="4" name="Text Placeholder 11">
            <a:extLst>
              <a:ext uri="{FF2B5EF4-FFF2-40B4-BE49-F238E27FC236}">
                <a16:creationId xmlns:a16="http://schemas.microsoft.com/office/drawing/2014/main" id="{9201C6D0-9F0D-99FA-D5BA-78E871177AF9}"/>
              </a:ext>
            </a:extLst>
          </p:cNvPr>
          <p:cNvSpPr>
            <a:spLocks noGrp="1"/>
          </p:cNvSpPr>
          <p:nvPr>
            <p:ph type="body" sz="quarter" idx="25" hasCustomPrompt="1"/>
          </p:nvPr>
        </p:nvSpPr>
        <p:spPr>
          <a:xfrm>
            <a:off x="550863" y="2007152"/>
            <a:ext cx="7864267" cy="369332"/>
          </a:xfrm>
          <a:prstGeom prst="rect">
            <a:avLst/>
          </a:prstGeom>
        </p:spPr>
        <p:txBody>
          <a:bodyPr lIns="0" tIns="0" rIns="0" bIns="0" anchor="ctr">
            <a:normAutofit/>
          </a:bodyPr>
          <a:lstStyle>
            <a:lvl1pPr>
              <a:spcBef>
                <a:spcPts val="0"/>
              </a:spcBef>
              <a:defRPr sz="2000">
                <a:solidFill>
                  <a:schemeClr val="tx2"/>
                </a:solidFill>
              </a:defRPr>
            </a:lvl1pPr>
          </a:lstStyle>
          <a:p>
            <a:pPr lvl="0"/>
            <a:r>
              <a:rPr lang="en-US"/>
              <a:t>Click to add text</a:t>
            </a:r>
          </a:p>
        </p:txBody>
      </p:sp>
      <p:sp>
        <p:nvSpPr>
          <p:cNvPr id="10" name="Text Placeholder 11">
            <a:extLst>
              <a:ext uri="{FF2B5EF4-FFF2-40B4-BE49-F238E27FC236}">
                <a16:creationId xmlns:a16="http://schemas.microsoft.com/office/drawing/2014/main" id="{FC7CC5B1-C93D-6FBA-F740-18CF536CF067}"/>
              </a:ext>
            </a:extLst>
          </p:cNvPr>
          <p:cNvSpPr>
            <a:spLocks noGrp="1"/>
          </p:cNvSpPr>
          <p:nvPr>
            <p:ph type="body" sz="quarter" idx="26" hasCustomPrompt="1"/>
          </p:nvPr>
        </p:nvSpPr>
        <p:spPr>
          <a:xfrm>
            <a:off x="550863" y="2599765"/>
            <a:ext cx="7864267" cy="369332"/>
          </a:xfrm>
          <a:prstGeom prst="rect">
            <a:avLst/>
          </a:prstGeom>
        </p:spPr>
        <p:txBody>
          <a:bodyPr lIns="0" tIns="0" rIns="0" bIns="0" anchor="ctr">
            <a:normAutofit/>
          </a:bodyPr>
          <a:lstStyle>
            <a:lvl1pPr>
              <a:spcBef>
                <a:spcPts val="0"/>
              </a:spcBef>
              <a:defRPr sz="2000">
                <a:solidFill>
                  <a:schemeClr val="tx2"/>
                </a:solidFill>
              </a:defRPr>
            </a:lvl1pPr>
          </a:lstStyle>
          <a:p>
            <a:pPr lvl="0"/>
            <a:r>
              <a:rPr lang="en-US"/>
              <a:t>Click to add text</a:t>
            </a:r>
          </a:p>
        </p:txBody>
      </p:sp>
      <p:sp>
        <p:nvSpPr>
          <p:cNvPr id="13" name="Text Placeholder 11">
            <a:extLst>
              <a:ext uri="{FF2B5EF4-FFF2-40B4-BE49-F238E27FC236}">
                <a16:creationId xmlns:a16="http://schemas.microsoft.com/office/drawing/2014/main" id="{144C2E92-2403-2588-9B9A-8382B41C31F8}"/>
              </a:ext>
            </a:extLst>
          </p:cNvPr>
          <p:cNvSpPr>
            <a:spLocks noGrp="1"/>
          </p:cNvSpPr>
          <p:nvPr>
            <p:ph type="body" sz="quarter" idx="30" hasCustomPrompt="1"/>
          </p:nvPr>
        </p:nvSpPr>
        <p:spPr>
          <a:xfrm>
            <a:off x="550863" y="3192378"/>
            <a:ext cx="7864267" cy="369332"/>
          </a:xfrm>
          <a:prstGeom prst="rect">
            <a:avLst/>
          </a:prstGeom>
        </p:spPr>
        <p:txBody>
          <a:bodyPr lIns="0" tIns="0" rIns="0" bIns="0" anchor="ctr">
            <a:normAutofit/>
          </a:bodyPr>
          <a:lstStyle>
            <a:lvl1pPr>
              <a:spcBef>
                <a:spcPts val="0"/>
              </a:spcBef>
              <a:defRPr sz="2000">
                <a:solidFill>
                  <a:schemeClr val="tx2"/>
                </a:solidFill>
              </a:defRPr>
            </a:lvl1pPr>
          </a:lstStyle>
          <a:p>
            <a:pPr lvl="0"/>
            <a:r>
              <a:rPr lang="en-US"/>
              <a:t>Click to add text</a:t>
            </a:r>
          </a:p>
        </p:txBody>
      </p:sp>
      <p:sp>
        <p:nvSpPr>
          <p:cNvPr id="14" name="Text Placeholder 11">
            <a:extLst>
              <a:ext uri="{FF2B5EF4-FFF2-40B4-BE49-F238E27FC236}">
                <a16:creationId xmlns:a16="http://schemas.microsoft.com/office/drawing/2014/main" id="{3A57D389-E49D-5E59-6851-4AF5BD9007FB}"/>
              </a:ext>
            </a:extLst>
          </p:cNvPr>
          <p:cNvSpPr>
            <a:spLocks noGrp="1"/>
          </p:cNvSpPr>
          <p:nvPr>
            <p:ph type="body" sz="quarter" idx="31" hasCustomPrompt="1"/>
          </p:nvPr>
        </p:nvSpPr>
        <p:spPr>
          <a:xfrm>
            <a:off x="550863" y="3784991"/>
            <a:ext cx="7864267" cy="369332"/>
          </a:xfrm>
          <a:prstGeom prst="rect">
            <a:avLst/>
          </a:prstGeom>
        </p:spPr>
        <p:txBody>
          <a:bodyPr lIns="0" tIns="0" rIns="0" bIns="0" anchor="ctr">
            <a:normAutofit/>
          </a:bodyPr>
          <a:lstStyle>
            <a:lvl1pPr>
              <a:spcBef>
                <a:spcPts val="0"/>
              </a:spcBef>
              <a:defRPr sz="2000">
                <a:solidFill>
                  <a:schemeClr val="tx2"/>
                </a:solidFill>
              </a:defRPr>
            </a:lvl1pPr>
          </a:lstStyle>
          <a:p>
            <a:pPr lvl="0"/>
            <a:r>
              <a:rPr lang="en-US"/>
              <a:t>Click to add text</a:t>
            </a:r>
          </a:p>
        </p:txBody>
      </p:sp>
      <p:sp>
        <p:nvSpPr>
          <p:cNvPr id="15" name="Text Placeholder 11">
            <a:extLst>
              <a:ext uri="{FF2B5EF4-FFF2-40B4-BE49-F238E27FC236}">
                <a16:creationId xmlns:a16="http://schemas.microsoft.com/office/drawing/2014/main" id="{1A050B07-E2EB-2241-4702-6691D7B1DE55}"/>
              </a:ext>
            </a:extLst>
          </p:cNvPr>
          <p:cNvSpPr>
            <a:spLocks noGrp="1"/>
          </p:cNvSpPr>
          <p:nvPr>
            <p:ph type="body" sz="quarter" idx="32" hasCustomPrompt="1"/>
          </p:nvPr>
        </p:nvSpPr>
        <p:spPr>
          <a:xfrm>
            <a:off x="550863" y="4377605"/>
            <a:ext cx="7864267" cy="369332"/>
          </a:xfrm>
          <a:prstGeom prst="rect">
            <a:avLst/>
          </a:prstGeom>
        </p:spPr>
        <p:txBody>
          <a:bodyPr lIns="0" tIns="0" rIns="0" bIns="0" anchor="ctr">
            <a:normAutofit/>
          </a:bodyPr>
          <a:lstStyle>
            <a:lvl1pPr>
              <a:spcBef>
                <a:spcPts val="0"/>
              </a:spcBef>
              <a:defRPr sz="2000">
                <a:solidFill>
                  <a:schemeClr val="tx2"/>
                </a:solidFill>
              </a:defRPr>
            </a:lvl1pPr>
          </a:lstStyle>
          <a:p>
            <a:pPr lvl="0"/>
            <a:r>
              <a:rPr lang="en-US"/>
              <a:t>Click to add text</a:t>
            </a:r>
          </a:p>
        </p:txBody>
      </p:sp>
      <p:sp>
        <p:nvSpPr>
          <p:cNvPr id="16" name="Text Placeholder 11">
            <a:extLst>
              <a:ext uri="{FF2B5EF4-FFF2-40B4-BE49-F238E27FC236}">
                <a16:creationId xmlns:a16="http://schemas.microsoft.com/office/drawing/2014/main" id="{CFEFC84E-3CDB-98B9-44BA-2134CB61E7A1}"/>
              </a:ext>
            </a:extLst>
          </p:cNvPr>
          <p:cNvSpPr>
            <a:spLocks noGrp="1"/>
          </p:cNvSpPr>
          <p:nvPr>
            <p:ph type="body" sz="quarter" idx="34" hasCustomPrompt="1"/>
          </p:nvPr>
        </p:nvSpPr>
        <p:spPr>
          <a:xfrm>
            <a:off x="550863" y="4970219"/>
            <a:ext cx="7864267" cy="369332"/>
          </a:xfrm>
          <a:prstGeom prst="rect">
            <a:avLst/>
          </a:prstGeom>
        </p:spPr>
        <p:txBody>
          <a:bodyPr lIns="0" tIns="0" rIns="0" bIns="0" anchor="ctr">
            <a:normAutofit/>
          </a:bodyPr>
          <a:lstStyle>
            <a:lvl1pPr>
              <a:spcBef>
                <a:spcPts val="0"/>
              </a:spcBef>
              <a:defRPr sz="2000">
                <a:solidFill>
                  <a:schemeClr val="tx2"/>
                </a:solidFill>
              </a:defRPr>
            </a:lvl1pPr>
          </a:lstStyle>
          <a:p>
            <a:pPr lvl="0"/>
            <a:r>
              <a:rPr lang="en-US"/>
              <a:t>Click to add text</a:t>
            </a:r>
          </a:p>
        </p:txBody>
      </p:sp>
      <p:sp>
        <p:nvSpPr>
          <p:cNvPr id="17" name="Text Placeholder 11">
            <a:extLst>
              <a:ext uri="{FF2B5EF4-FFF2-40B4-BE49-F238E27FC236}">
                <a16:creationId xmlns:a16="http://schemas.microsoft.com/office/drawing/2014/main" id="{6EBFC8E7-A302-2A40-29E2-387891F8D172}"/>
              </a:ext>
            </a:extLst>
          </p:cNvPr>
          <p:cNvSpPr>
            <a:spLocks noGrp="1"/>
          </p:cNvSpPr>
          <p:nvPr>
            <p:ph type="body" sz="quarter" idx="35" hasCustomPrompt="1"/>
          </p:nvPr>
        </p:nvSpPr>
        <p:spPr>
          <a:xfrm>
            <a:off x="550863" y="5562833"/>
            <a:ext cx="7864267" cy="369332"/>
          </a:xfrm>
          <a:prstGeom prst="rect">
            <a:avLst/>
          </a:prstGeom>
        </p:spPr>
        <p:txBody>
          <a:bodyPr lIns="0" tIns="0" rIns="0" bIns="0" anchor="ctr">
            <a:normAutofit/>
          </a:bodyPr>
          <a:lstStyle>
            <a:lvl1pPr>
              <a:spcBef>
                <a:spcPts val="0"/>
              </a:spcBef>
              <a:defRPr sz="2000">
                <a:solidFill>
                  <a:schemeClr val="tx2"/>
                </a:solidFill>
              </a:defRPr>
            </a:lvl1pPr>
          </a:lstStyle>
          <a:p>
            <a:pPr lvl="0"/>
            <a:r>
              <a:rPr lang="en-US"/>
              <a:t>Click to add text</a:t>
            </a:r>
          </a:p>
        </p:txBody>
      </p:sp>
      <p:grpSp>
        <p:nvGrpSpPr>
          <p:cNvPr id="26" name="Group 37">
            <a:extLst>
              <a:ext uri="{FF2B5EF4-FFF2-40B4-BE49-F238E27FC236}">
                <a16:creationId xmlns:a16="http://schemas.microsoft.com/office/drawing/2014/main" id="{53BE6C05-5D86-6480-BCFF-00B6A0097B3E}"/>
              </a:ext>
            </a:extLst>
          </p:cNvPr>
          <p:cNvGrpSpPr/>
          <p:nvPr userDrawn="1"/>
        </p:nvGrpSpPr>
        <p:grpSpPr>
          <a:xfrm>
            <a:off x="11770322" y="176700"/>
            <a:ext cx="260230" cy="240782"/>
            <a:chOff x="5481638" y="2859088"/>
            <a:chExt cx="1231900" cy="1139825"/>
          </a:xfrm>
          <a:solidFill>
            <a:schemeClr val="tx2"/>
          </a:solidFill>
        </p:grpSpPr>
        <p:sp>
          <p:nvSpPr>
            <p:cNvPr id="27" name="Freeform 320">
              <a:extLst>
                <a:ext uri="{FF2B5EF4-FFF2-40B4-BE49-F238E27FC236}">
                  <a16:creationId xmlns:a16="http://schemas.microsoft.com/office/drawing/2014/main" id="{9BF9BFD3-9C98-1E9E-8389-4385EF59B18A}"/>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33" name="Freeform 321">
              <a:extLst>
                <a:ext uri="{FF2B5EF4-FFF2-40B4-BE49-F238E27FC236}">
                  <a16:creationId xmlns:a16="http://schemas.microsoft.com/office/drawing/2014/main" id="{5809DFC4-49EE-1A10-162A-FC3DD28728B0}"/>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8" name="Speech Bubble: Rectangle with Corners Rounded 4">
            <a:extLst>
              <a:ext uri="{FF2B5EF4-FFF2-40B4-BE49-F238E27FC236}">
                <a16:creationId xmlns:a16="http://schemas.microsoft.com/office/drawing/2014/main" id="{7F92101B-41EF-42DA-A4C8-F8BF51E7C97B}"/>
              </a:ext>
            </a:extLst>
          </p:cNvPr>
          <p:cNvSpPr/>
          <p:nvPr userDrawn="1"/>
        </p:nvSpPr>
        <p:spPr>
          <a:xfrm>
            <a:off x="12491298" y="0"/>
            <a:ext cx="1813426" cy="3885398"/>
          </a:xfrm>
          <a:prstGeom prst="rect">
            <a:avLst/>
          </a:prstGeom>
          <a:solidFill>
            <a:srgbClr val="FFFFFF"/>
          </a:solidFill>
          <a:ln w="12700" cap="flat" cmpd="sng" algn="ctr">
            <a:noFill/>
            <a:prstDash val="solid"/>
            <a:miter lim="800000"/>
          </a:ln>
          <a:effectLst/>
        </p:spPr>
        <p:txBody>
          <a:bodyPr lIns="180000" tIns="180000" rIns="180000"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pl-PL" sz="1400" b="1" i="0" u="none" strike="noStrike" kern="1200" cap="none" spc="0" normalizeH="0" baseline="0" noProof="0" err="1">
                <a:ln>
                  <a:noFill/>
                </a:ln>
                <a:solidFill>
                  <a:srgbClr val="000000"/>
                </a:solidFill>
                <a:effectLst/>
                <a:uLnTx/>
                <a:uFillTx/>
                <a:latin typeface="Ubuntu"/>
                <a:ea typeface="+mn-ea"/>
                <a:cs typeface="+mn-cs"/>
              </a:rPr>
              <a:t>Photography</a:t>
            </a:r>
            <a:endParaRPr kumimoji="0" lang="pl-PL" sz="1400" b="1" i="0" u="none" strike="noStrike" kern="1200" cap="none" spc="0" normalizeH="0" baseline="0" noProof="0">
              <a:ln>
                <a:noFill/>
              </a:ln>
              <a:solidFill>
                <a:srgbClr val="000000"/>
              </a:solidFill>
              <a:effectLst/>
              <a:uLnTx/>
              <a:uFillTx/>
              <a:latin typeface="Ubuntu"/>
              <a:ea typeface="+mn-ea"/>
              <a:cs typeface="+mn-cs"/>
            </a:endParaRPr>
          </a:p>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US" sz="1000" b="0" i="0" u="none" strike="noStrike" kern="1200" cap="none" spc="0" normalizeH="0" baseline="0" noProof="0">
                <a:ln>
                  <a:noFill/>
                </a:ln>
                <a:solidFill>
                  <a:srgbClr val="000000"/>
                </a:solidFill>
                <a:effectLst/>
                <a:uLnTx/>
                <a:uFillTx/>
                <a:latin typeface="Ubuntu"/>
                <a:ea typeface="+mn-ea"/>
                <a:cs typeface="+mn-cs"/>
              </a:rPr>
              <a:t>Photos inserted in this slide are given as example. Do not forget to </a:t>
            </a:r>
            <a:r>
              <a:rPr kumimoji="0" lang="en-US" sz="1000" b="1" i="0" u="none" strike="noStrike" kern="1200" cap="none" spc="0" normalizeH="0" baseline="0" noProof="0">
                <a:ln>
                  <a:noFill/>
                </a:ln>
                <a:solidFill>
                  <a:srgbClr val="000000"/>
                </a:solidFill>
                <a:effectLst/>
                <a:uLnTx/>
                <a:uFillTx/>
                <a:latin typeface="Ubuntu"/>
                <a:ea typeface="+mn-ea"/>
                <a:cs typeface="+mn-cs"/>
              </a:rPr>
              <a:t>change the photography</a:t>
            </a:r>
            <a:r>
              <a:rPr kumimoji="0" lang="en-US" sz="1000" b="0" i="0" u="none" strike="noStrike" kern="1200" cap="none" spc="0" normalizeH="0" baseline="0" noProof="0">
                <a:ln>
                  <a:noFill/>
                </a:ln>
                <a:solidFill>
                  <a:srgbClr val="000000"/>
                </a:solidFill>
                <a:effectLst/>
                <a:uLnTx/>
                <a:uFillTx/>
                <a:latin typeface="Ubuntu"/>
                <a:ea typeface="+mn-ea"/>
                <a:cs typeface="+mn-cs"/>
              </a:rPr>
              <a:t> to better match your content.</a:t>
            </a:r>
          </a:p>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US" sz="1000" b="0" i="0" u="none" strike="noStrike" kern="1200" cap="none" spc="0" normalizeH="0" baseline="0" noProof="0">
                <a:ln>
                  <a:noFill/>
                </a:ln>
                <a:solidFill>
                  <a:srgbClr val="000000"/>
                </a:solidFill>
                <a:effectLst/>
                <a:uLnTx/>
                <a:uFillTx/>
                <a:latin typeface="Ubuntu"/>
                <a:ea typeface="+mn-ea"/>
                <a:cs typeface="+mn-cs"/>
              </a:rPr>
              <a:t>Right click on the picture or picture placeholder to change/insert a photo.</a:t>
            </a:r>
          </a:p>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US" sz="1000" b="0" i="0" u="none" strike="noStrike" kern="1200" cap="none" spc="0" normalizeH="0" baseline="0" noProof="0">
                <a:ln>
                  <a:noFill/>
                </a:ln>
                <a:solidFill>
                  <a:srgbClr val="000000"/>
                </a:solidFill>
                <a:effectLst/>
                <a:uLnTx/>
                <a:uFillTx/>
                <a:latin typeface="Ubuntu"/>
                <a:ea typeface="+mn-ea"/>
                <a:cs typeface="+mn-cs"/>
              </a:rPr>
              <a:t>Where to find photography:</a:t>
            </a:r>
          </a:p>
          <a:p>
            <a:pPr marL="180975" marR="0" lvl="0" indent="-180975"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Ubuntu"/>
                <a:ea typeface="+mn-ea"/>
                <a:cs typeface="+mn-cs"/>
                <a:hlinkClick r:id="rId2"/>
              </a:rPr>
              <a:t>Photo library</a:t>
            </a:r>
            <a:endParaRPr kumimoji="0" lang="en-US" sz="1000" b="0" i="0" u="none" strike="noStrike" kern="1200" cap="none" spc="0" normalizeH="0" baseline="0" noProof="0">
              <a:ln>
                <a:noFill/>
              </a:ln>
              <a:solidFill>
                <a:srgbClr val="000000"/>
              </a:solidFill>
              <a:effectLst/>
              <a:uLnTx/>
              <a:uFillTx/>
              <a:latin typeface="Ubuntu"/>
              <a:ea typeface="+mn-ea"/>
              <a:cs typeface="+mn-cs"/>
            </a:endParaRPr>
          </a:p>
          <a:p>
            <a:pPr marL="180975" marR="0" lvl="0" indent="-180975"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Ubuntu"/>
                <a:ea typeface="+mn-ea"/>
                <a:cs typeface="+mn-cs"/>
              </a:rPr>
              <a:t>Under Getty images (Recommended), Shutterstock, Adobe images license (check with your M&amp;C or design team)</a:t>
            </a:r>
          </a:p>
        </p:txBody>
      </p:sp>
      <p:sp>
        <p:nvSpPr>
          <p:cNvPr id="12" name="Date Placeholder 11">
            <a:extLst>
              <a:ext uri="{FF2B5EF4-FFF2-40B4-BE49-F238E27FC236}">
                <a16:creationId xmlns:a16="http://schemas.microsoft.com/office/drawing/2014/main" id="{A3F6488A-CAB4-6541-29F6-3A2E76715A85}"/>
              </a:ext>
            </a:extLst>
          </p:cNvPr>
          <p:cNvSpPr>
            <a:spLocks noGrp="1"/>
          </p:cNvSpPr>
          <p:nvPr>
            <p:ph type="dt" sz="half" idx="36"/>
          </p:nvPr>
        </p:nvSpPr>
        <p:spPr/>
        <p:txBody>
          <a:bodyPr/>
          <a:lstStyle/>
          <a:p>
            <a:pPr>
              <a:spcBef>
                <a:spcPts val="1000"/>
              </a:spcBef>
              <a:buFont typeface="Arial" panose="020B0604020202020204" pitchFamily="34" charset="0"/>
              <a:buNone/>
            </a:pPr>
            <a:r>
              <a:rPr lang="de-DE"/>
              <a:t>© Capgemini 2026. All rights reserved.</a:t>
            </a:r>
            <a:endParaRPr lang="en-US"/>
          </a:p>
        </p:txBody>
      </p:sp>
      <p:sp>
        <p:nvSpPr>
          <p:cNvPr id="18" name="Footer Placeholder 17">
            <a:extLst>
              <a:ext uri="{FF2B5EF4-FFF2-40B4-BE49-F238E27FC236}">
                <a16:creationId xmlns:a16="http://schemas.microsoft.com/office/drawing/2014/main" id="{99BB95D8-AC2B-18E6-9397-FD8ADCAD7F68}"/>
              </a:ext>
            </a:extLst>
          </p:cNvPr>
          <p:cNvSpPr>
            <a:spLocks noGrp="1"/>
          </p:cNvSpPr>
          <p:nvPr>
            <p:ph type="ftr" sz="quarter" idx="37"/>
          </p:nvPr>
        </p:nvSpPr>
        <p:spPr>
          <a:xfrm>
            <a:off x="550863" y="6650661"/>
            <a:ext cx="4716524" cy="123111"/>
          </a:xfrm>
          <a:prstGeom prst="rect">
            <a:avLst/>
          </a:prstGeom>
        </p:spPr>
        <p:txBody>
          <a:bodyPr/>
          <a:lstStyle/>
          <a:p>
            <a:pPr>
              <a:spcBef>
                <a:spcPts val="1000"/>
              </a:spcBef>
              <a:buFont typeface="Arial" panose="020B0604020202020204" pitchFamily="34" charset="0"/>
              <a:buNone/>
            </a:pPr>
            <a:r>
              <a:rPr lang="en-IN"/>
              <a:t>TMT Monthly Update |  July 2026</a:t>
            </a:r>
            <a:endParaRPr lang="en-US"/>
          </a:p>
        </p:txBody>
      </p:sp>
      <p:sp>
        <p:nvSpPr>
          <p:cNvPr id="20" name="Slide Number Placeholder 19">
            <a:extLst>
              <a:ext uri="{FF2B5EF4-FFF2-40B4-BE49-F238E27FC236}">
                <a16:creationId xmlns:a16="http://schemas.microsoft.com/office/drawing/2014/main" id="{0E06B285-6EB0-DE84-8F7F-F129AC19B4A5}"/>
              </a:ext>
            </a:extLst>
          </p:cNvPr>
          <p:cNvSpPr>
            <a:spLocks noGrp="1"/>
          </p:cNvSpPr>
          <p:nvPr>
            <p:ph type="sldNum" sz="quarter" idx="38"/>
          </p:nvPr>
        </p:nvSpPr>
        <p:spPr/>
        <p:txBody>
          <a:bodyPr/>
          <a:lstStyle/>
          <a:p>
            <a:pPr algn="r"/>
            <a:fld id="{5D9A5160-6218-4E5A-B9E6-B93E3DAE377C}" type="slidenum">
              <a:rPr lang="en-US" smtClean="0"/>
              <a:pPr algn="r"/>
              <a:t>‹#›</a:t>
            </a:fld>
            <a:endParaRPr lang="en-US"/>
          </a:p>
        </p:txBody>
      </p:sp>
      <p:sp>
        <p:nvSpPr>
          <p:cNvPr id="2" name="Rectangle 1">
            <a:extLst>
              <a:ext uri="{FF2B5EF4-FFF2-40B4-BE49-F238E27FC236}">
                <a16:creationId xmlns:a16="http://schemas.microsoft.com/office/drawing/2014/main" id="{69886268-F353-435D-CEAD-1348FFCE6809}"/>
              </a:ext>
            </a:extLst>
          </p:cNvPr>
          <p:cNvSpPr/>
          <p:nvPr userDrawn="1"/>
        </p:nvSpPr>
        <p:spPr>
          <a:xfrm>
            <a:off x="8380317" y="6650661"/>
            <a:ext cx="1427434" cy="123111"/>
          </a:xfrm>
          <a:prstGeom prst="rect">
            <a:avLst/>
          </a:prstGeom>
        </p:spPr>
        <p:txBody>
          <a:bodyPr wrap="none" lIns="0" tIns="0" rIns="0" bIns="0" anchor="ctr" anchorCtr="0">
            <a:noAutofit/>
          </a:bodyPr>
          <a:lstStyle/>
          <a:p>
            <a:pPr marL="0" marR="0" lvl="0" indent="0" algn="r" defTabSz="91440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pl-PL" sz="800" b="0" i="0" u="none" strike="noStrike" kern="0" cap="none" spc="0" normalizeH="0" baseline="0" noProof="0">
                <a:ln>
                  <a:noFill/>
                </a:ln>
                <a:solidFill>
                  <a:srgbClr val="FFFFFF">
                    <a:lumMod val="65000"/>
                  </a:srgbClr>
                </a:solidFill>
                <a:effectLst/>
                <a:uLnTx/>
                <a:uFillTx/>
              </a:rPr>
              <a:t>Company Confidential</a:t>
            </a:r>
            <a:endParaRPr kumimoji="0" lang="en-PL" sz="800" b="0" i="0" u="none" strike="noStrike" kern="0" cap="none" spc="0" normalizeH="0" baseline="0" noProof="0">
              <a:ln>
                <a:noFill/>
              </a:ln>
              <a:solidFill>
                <a:srgbClr val="FFFFFF">
                  <a:lumMod val="65000"/>
                </a:srgbClr>
              </a:solidFill>
              <a:effectLst/>
              <a:uLnTx/>
              <a:uFillTx/>
            </a:endParaRPr>
          </a:p>
        </p:txBody>
      </p:sp>
    </p:spTree>
    <p:extLst>
      <p:ext uri="{BB962C8B-B14F-4D97-AF65-F5344CB8AC3E}">
        <p14:creationId xmlns:p14="http://schemas.microsoft.com/office/powerpoint/2010/main" val="1035534366"/>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Agenda 2">
    <p:spTree>
      <p:nvGrpSpPr>
        <p:cNvPr id="1" name=""/>
        <p:cNvGrpSpPr/>
        <p:nvPr/>
      </p:nvGrpSpPr>
      <p:grpSpPr>
        <a:xfrm>
          <a:off x="0" y="0"/>
          <a:ext cx="0" cy="0"/>
          <a:chOff x="0" y="0"/>
          <a:chExt cx="0" cy="0"/>
        </a:xfrm>
      </p:grpSpPr>
      <p:sp>
        <p:nvSpPr>
          <p:cNvPr id="20" name="Picture Placeholder 7">
            <a:extLst>
              <a:ext uri="{FF2B5EF4-FFF2-40B4-BE49-F238E27FC236}">
                <a16:creationId xmlns:a16="http://schemas.microsoft.com/office/drawing/2014/main" id="{7719DBC8-1C65-EC71-F260-3E45E00F725D}"/>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9" name="Title Placeholder 4">
            <a:extLst>
              <a:ext uri="{FF2B5EF4-FFF2-40B4-BE49-F238E27FC236}">
                <a16:creationId xmlns:a16="http://schemas.microsoft.com/office/drawing/2014/main" id="{C1F5BB78-B17B-AB67-0CB6-AF5D21870D9B}"/>
              </a:ext>
            </a:extLst>
          </p:cNvPr>
          <p:cNvSpPr>
            <a:spLocks noGrp="1"/>
          </p:cNvSpPr>
          <p:nvPr>
            <p:ph type="title"/>
          </p:nvPr>
        </p:nvSpPr>
        <p:spPr>
          <a:xfrm>
            <a:off x="6585993" y="549274"/>
            <a:ext cx="5054623" cy="1079526"/>
          </a:xfrm>
          <a:prstGeom prst="rect">
            <a:avLst/>
          </a:prstGeom>
        </p:spPr>
        <p:txBody>
          <a:bodyPr vert="horz" lIns="0" tIns="0" rIns="0" bIns="180000" rtlCol="0" anchor="t" anchorCtr="0">
            <a:noAutofit/>
          </a:bodyPr>
          <a:lstStyle/>
          <a:p>
            <a:r>
              <a:rPr lang="en-US"/>
              <a:t>Click to edit Master title style</a:t>
            </a:r>
            <a:endParaRPr lang="de-DE"/>
          </a:p>
        </p:txBody>
      </p:sp>
      <p:sp>
        <p:nvSpPr>
          <p:cNvPr id="13" name="Text Placeholder 11">
            <a:extLst>
              <a:ext uri="{FF2B5EF4-FFF2-40B4-BE49-F238E27FC236}">
                <a16:creationId xmlns:a16="http://schemas.microsoft.com/office/drawing/2014/main" id="{90CCF3B3-09B6-8112-4053-2B2237045304}"/>
              </a:ext>
            </a:extLst>
          </p:cNvPr>
          <p:cNvSpPr>
            <a:spLocks noGrp="1"/>
          </p:cNvSpPr>
          <p:nvPr>
            <p:ph type="body" sz="quarter" idx="25" hasCustomPrompt="1"/>
          </p:nvPr>
        </p:nvSpPr>
        <p:spPr>
          <a:xfrm>
            <a:off x="6585993" y="2007152"/>
            <a:ext cx="5054623" cy="369332"/>
          </a:xfrm>
          <a:prstGeom prst="rect">
            <a:avLst/>
          </a:prstGeom>
        </p:spPr>
        <p:txBody>
          <a:bodyPr lIns="0" tIns="0" rIns="0" bIns="0" anchor="ctr">
            <a:normAutofit/>
          </a:bodyPr>
          <a:lstStyle>
            <a:lvl1pPr>
              <a:spcBef>
                <a:spcPts val="0"/>
              </a:spcBef>
              <a:defRPr sz="2000">
                <a:solidFill>
                  <a:schemeClr val="tx2"/>
                </a:solidFill>
              </a:defRPr>
            </a:lvl1pPr>
          </a:lstStyle>
          <a:p>
            <a:pPr lvl="0"/>
            <a:r>
              <a:rPr lang="en-US"/>
              <a:t>Click to add text</a:t>
            </a:r>
          </a:p>
        </p:txBody>
      </p:sp>
      <p:sp>
        <p:nvSpPr>
          <p:cNvPr id="14" name="Text Placeholder 11">
            <a:extLst>
              <a:ext uri="{FF2B5EF4-FFF2-40B4-BE49-F238E27FC236}">
                <a16:creationId xmlns:a16="http://schemas.microsoft.com/office/drawing/2014/main" id="{73CBF40C-ABC9-BE0F-968D-DF168332204A}"/>
              </a:ext>
            </a:extLst>
          </p:cNvPr>
          <p:cNvSpPr>
            <a:spLocks noGrp="1"/>
          </p:cNvSpPr>
          <p:nvPr>
            <p:ph type="body" sz="quarter" idx="26" hasCustomPrompt="1"/>
          </p:nvPr>
        </p:nvSpPr>
        <p:spPr>
          <a:xfrm>
            <a:off x="6585993" y="2599765"/>
            <a:ext cx="5054623" cy="369332"/>
          </a:xfrm>
          <a:prstGeom prst="rect">
            <a:avLst/>
          </a:prstGeom>
        </p:spPr>
        <p:txBody>
          <a:bodyPr lIns="0" tIns="0" rIns="0" bIns="0" anchor="ctr">
            <a:normAutofit/>
          </a:bodyPr>
          <a:lstStyle>
            <a:lvl1pPr>
              <a:spcBef>
                <a:spcPts val="0"/>
              </a:spcBef>
              <a:defRPr sz="2000">
                <a:solidFill>
                  <a:schemeClr val="tx2"/>
                </a:solidFill>
              </a:defRPr>
            </a:lvl1pPr>
          </a:lstStyle>
          <a:p>
            <a:pPr lvl="0"/>
            <a:r>
              <a:rPr lang="en-US"/>
              <a:t>Click to add text</a:t>
            </a:r>
          </a:p>
        </p:txBody>
      </p:sp>
      <p:sp>
        <p:nvSpPr>
          <p:cNvPr id="15" name="Text Placeholder 11">
            <a:extLst>
              <a:ext uri="{FF2B5EF4-FFF2-40B4-BE49-F238E27FC236}">
                <a16:creationId xmlns:a16="http://schemas.microsoft.com/office/drawing/2014/main" id="{24835A09-040A-6686-97E3-2DADAA958D0F}"/>
              </a:ext>
            </a:extLst>
          </p:cNvPr>
          <p:cNvSpPr>
            <a:spLocks noGrp="1"/>
          </p:cNvSpPr>
          <p:nvPr>
            <p:ph type="body" sz="quarter" idx="30" hasCustomPrompt="1"/>
          </p:nvPr>
        </p:nvSpPr>
        <p:spPr>
          <a:xfrm>
            <a:off x="6585993" y="3192378"/>
            <a:ext cx="5054623" cy="369332"/>
          </a:xfrm>
          <a:prstGeom prst="rect">
            <a:avLst/>
          </a:prstGeom>
        </p:spPr>
        <p:txBody>
          <a:bodyPr lIns="0" tIns="0" rIns="0" bIns="0" anchor="ctr">
            <a:normAutofit/>
          </a:bodyPr>
          <a:lstStyle>
            <a:lvl1pPr>
              <a:spcBef>
                <a:spcPts val="0"/>
              </a:spcBef>
              <a:defRPr sz="2000">
                <a:solidFill>
                  <a:schemeClr val="tx2"/>
                </a:solidFill>
              </a:defRPr>
            </a:lvl1pPr>
          </a:lstStyle>
          <a:p>
            <a:pPr lvl="0"/>
            <a:r>
              <a:rPr lang="en-US"/>
              <a:t>Click to add text</a:t>
            </a:r>
          </a:p>
        </p:txBody>
      </p:sp>
      <p:sp>
        <p:nvSpPr>
          <p:cNvPr id="16" name="Text Placeholder 11">
            <a:extLst>
              <a:ext uri="{FF2B5EF4-FFF2-40B4-BE49-F238E27FC236}">
                <a16:creationId xmlns:a16="http://schemas.microsoft.com/office/drawing/2014/main" id="{545E8A25-684B-E742-19D8-1916E534C789}"/>
              </a:ext>
            </a:extLst>
          </p:cNvPr>
          <p:cNvSpPr>
            <a:spLocks noGrp="1"/>
          </p:cNvSpPr>
          <p:nvPr>
            <p:ph type="body" sz="quarter" idx="31" hasCustomPrompt="1"/>
          </p:nvPr>
        </p:nvSpPr>
        <p:spPr>
          <a:xfrm>
            <a:off x="6585993" y="3784991"/>
            <a:ext cx="5054623" cy="369332"/>
          </a:xfrm>
          <a:prstGeom prst="rect">
            <a:avLst/>
          </a:prstGeom>
        </p:spPr>
        <p:txBody>
          <a:bodyPr lIns="0" tIns="0" rIns="0" bIns="0" anchor="ctr">
            <a:normAutofit/>
          </a:bodyPr>
          <a:lstStyle>
            <a:lvl1pPr>
              <a:spcBef>
                <a:spcPts val="0"/>
              </a:spcBef>
              <a:defRPr sz="2000">
                <a:solidFill>
                  <a:schemeClr val="tx2"/>
                </a:solidFill>
              </a:defRPr>
            </a:lvl1pPr>
          </a:lstStyle>
          <a:p>
            <a:pPr lvl="0"/>
            <a:r>
              <a:rPr lang="en-US"/>
              <a:t>Click to add text</a:t>
            </a:r>
          </a:p>
        </p:txBody>
      </p:sp>
      <p:sp>
        <p:nvSpPr>
          <p:cNvPr id="17" name="Text Placeholder 11">
            <a:extLst>
              <a:ext uri="{FF2B5EF4-FFF2-40B4-BE49-F238E27FC236}">
                <a16:creationId xmlns:a16="http://schemas.microsoft.com/office/drawing/2014/main" id="{65897743-8EC9-EF82-5F1E-664E8456E73D}"/>
              </a:ext>
            </a:extLst>
          </p:cNvPr>
          <p:cNvSpPr>
            <a:spLocks noGrp="1"/>
          </p:cNvSpPr>
          <p:nvPr>
            <p:ph type="body" sz="quarter" idx="32" hasCustomPrompt="1"/>
          </p:nvPr>
        </p:nvSpPr>
        <p:spPr>
          <a:xfrm>
            <a:off x="6585993" y="4377605"/>
            <a:ext cx="5054623" cy="369332"/>
          </a:xfrm>
          <a:prstGeom prst="rect">
            <a:avLst/>
          </a:prstGeom>
        </p:spPr>
        <p:txBody>
          <a:bodyPr lIns="0" tIns="0" rIns="0" bIns="0" anchor="ctr">
            <a:normAutofit/>
          </a:bodyPr>
          <a:lstStyle>
            <a:lvl1pPr>
              <a:spcBef>
                <a:spcPts val="0"/>
              </a:spcBef>
              <a:defRPr sz="2000">
                <a:solidFill>
                  <a:schemeClr val="tx2"/>
                </a:solidFill>
              </a:defRPr>
            </a:lvl1pPr>
          </a:lstStyle>
          <a:p>
            <a:pPr lvl="0"/>
            <a:r>
              <a:rPr lang="en-US"/>
              <a:t>Click to add text</a:t>
            </a:r>
          </a:p>
        </p:txBody>
      </p:sp>
      <p:sp>
        <p:nvSpPr>
          <p:cNvPr id="18" name="Text Placeholder 11">
            <a:extLst>
              <a:ext uri="{FF2B5EF4-FFF2-40B4-BE49-F238E27FC236}">
                <a16:creationId xmlns:a16="http://schemas.microsoft.com/office/drawing/2014/main" id="{6212263C-258C-E40B-1103-6EFC8DF318EC}"/>
              </a:ext>
            </a:extLst>
          </p:cNvPr>
          <p:cNvSpPr>
            <a:spLocks noGrp="1"/>
          </p:cNvSpPr>
          <p:nvPr>
            <p:ph type="body" sz="quarter" idx="34" hasCustomPrompt="1"/>
          </p:nvPr>
        </p:nvSpPr>
        <p:spPr>
          <a:xfrm>
            <a:off x="6585993" y="4970219"/>
            <a:ext cx="5054623" cy="369332"/>
          </a:xfrm>
          <a:prstGeom prst="rect">
            <a:avLst/>
          </a:prstGeom>
        </p:spPr>
        <p:txBody>
          <a:bodyPr lIns="0" tIns="0" rIns="0" bIns="0" anchor="ctr">
            <a:normAutofit/>
          </a:bodyPr>
          <a:lstStyle>
            <a:lvl1pPr>
              <a:spcBef>
                <a:spcPts val="0"/>
              </a:spcBef>
              <a:defRPr sz="2000">
                <a:solidFill>
                  <a:schemeClr val="tx2"/>
                </a:solidFill>
              </a:defRPr>
            </a:lvl1pPr>
          </a:lstStyle>
          <a:p>
            <a:pPr lvl="0"/>
            <a:r>
              <a:rPr lang="en-US"/>
              <a:t>Click to add text</a:t>
            </a:r>
          </a:p>
        </p:txBody>
      </p:sp>
      <p:sp>
        <p:nvSpPr>
          <p:cNvPr id="19" name="Text Placeholder 11">
            <a:extLst>
              <a:ext uri="{FF2B5EF4-FFF2-40B4-BE49-F238E27FC236}">
                <a16:creationId xmlns:a16="http://schemas.microsoft.com/office/drawing/2014/main" id="{46016EF1-0519-90D1-9041-7D8774079D8B}"/>
              </a:ext>
            </a:extLst>
          </p:cNvPr>
          <p:cNvSpPr>
            <a:spLocks noGrp="1"/>
          </p:cNvSpPr>
          <p:nvPr>
            <p:ph type="body" sz="quarter" idx="35" hasCustomPrompt="1"/>
          </p:nvPr>
        </p:nvSpPr>
        <p:spPr>
          <a:xfrm>
            <a:off x="6585993" y="5562833"/>
            <a:ext cx="5054623" cy="369332"/>
          </a:xfrm>
          <a:prstGeom prst="rect">
            <a:avLst/>
          </a:prstGeom>
        </p:spPr>
        <p:txBody>
          <a:bodyPr lIns="0" tIns="0" rIns="0" bIns="0" anchor="ctr">
            <a:normAutofit/>
          </a:bodyPr>
          <a:lstStyle>
            <a:lvl1pPr>
              <a:spcBef>
                <a:spcPts val="0"/>
              </a:spcBef>
              <a:defRPr sz="2000">
                <a:solidFill>
                  <a:schemeClr val="tx2"/>
                </a:solidFill>
              </a:defRPr>
            </a:lvl1pPr>
          </a:lstStyle>
          <a:p>
            <a:pPr lvl="0"/>
            <a:r>
              <a:rPr lang="en-US"/>
              <a:t>Click to add text</a:t>
            </a:r>
          </a:p>
        </p:txBody>
      </p:sp>
      <p:sp>
        <p:nvSpPr>
          <p:cNvPr id="5" name="Speech Bubble: Rectangle with Corners Rounded 4">
            <a:extLst>
              <a:ext uri="{FF2B5EF4-FFF2-40B4-BE49-F238E27FC236}">
                <a16:creationId xmlns:a16="http://schemas.microsoft.com/office/drawing/2014/main" id="{B47C2285-659B-114B-5883-94A6ED6C6ED1}"/>
              </a:ext>
            </a:extLst>
          </p:cNvPr>
          <p:cNvSpPr/>
          <p:nvPr userDrawn="1"/>
        </p:nvSpPr>
        <p:spPr>
          <a:xfrm>
            <a:off x="12491298" y="16042"/>
            <a:ext cx="1813426" cy="3885398"/>
          </a:xfrm>
          <a:prstGeom prst="rect">
            <a:avLst/>
          </a:prstGeom>
          <a:solidFill>
            <a:srgbClr val="FFFFFF"/>
          </a:solidFill>
          <a:ln w="12700" cap="flat" cmpd="sng" algn="ctr">
            <a:noFill/>
            <a:prstDash val="solid"/>
            <a:miter lim="800000"/>
          </a:ln>
          <a:effectLst/>
        </p:spPr>
        <p:txBody>
          <a:bodyPr lIns="180000" tIns="180000" rIns="180000"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pl-PL" sz="1400" b="1" i="0" u="none" strike="noStrike" kern="1200" cap="none" spc="0" normalizeH="0" baseline="0" noProof="0" err="1">
                <a:ln>
                  <a:noFill/>
                </a:ln>
                <a:solidFill>
                  <a:srgbClr val="000000"/>
                </a:solidFill>
                <a:effectLst/>
                <a:uLnTx/>
                <a:uFillTx/>
                <a:latin typeface="Ubuntu"/>
                <a:ea typeface="+mn-ea"/>
                <a:cs typeface="+mn-cs"/>
              </a:rPr>
              <a:t>Photography</a:t>
            </a:r>
            <a:endParaRPr kumimoji="0" lang="pl-PL" sz="1400" b="1" i="0" u="none" strike="noStrike" kern="1200" cap="none" spc="0" normalizeH="0" baseline="0" noProof="0">
              <a:ln>
                <a:noFill/>
              </a:ln>
              <a:solidFill>
                <a:srgbClr val="000000"/>
              </a:solidFill>
              <a:effectLst/>
              <a:uLnTx/>
              <a:uFillTx/>
              <a:latin typeface="Ubuntu"/>
              <a:ea typeface="+mn-ea"/>
              <a:cs typeface="+mn-cs"/>
            </a:endParaRPr>
          </a:p>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US" sz="1000" b="0" i="0" u="none" strike="noStrike" kern="1200" cap="none" spc="0" normalizeH="0" baseline="0" noProof="0">
                <a:ln>
                  <a:noFill/>
                </a:ln>
                <a:solidFill>
                  <a:srgbClr val="000000"/>
                </a:solidFill>
                <a:effectLst/>
                <a:uLnTx/>
                <a:uFillTx/>
                <a:latin typeface="Ubuntu"/>
                <a:ea typeface="+mn-ea"/>
                <a:cs typeface="+mn-cs"/>
              </a:rPr>
              <a:t>Photos inserted in this slide are given as example. Do not forget to </a:t>
            </a:r>
            <a:r>
              <a:rPr kumimoji="0" lang="en-US" sz="1000" b="1" i="0" u="none" strike="noStrike" kern="1200" cap="none" spc="0" normalizeH="0" baseline="0" noProof="0">
                <a:ln>
                  <a:noFill/>
                </a:ln>
                <a:solidFill>
                  <a:srgbClr val="000000"/>
                </a:solidFill>
                <a:effectLst/>
                <a:uLnTx/>
                <a:uFillTx/>
                <a:latin typeface="Ubuntu"/>
                <a:ea typeface="+mn-ea"/>
                <a:cs typeface="+mn-cs"/>
              </a:rPr>
              <a:t>change the photography</a:t>
            </a:r>
            <a:r>
              <a:rPr kumimoji="0" lang="en-US" sz="1000" b="0" i="0" u="none" strike="noStrike" kern="1200" cap="none" spc="0" normalizeH="0" baseline="0" noProof="0">
                <a:ln>
                  <a:noFill/>
                </a:ln>
                <a:solidFill>
                  <a:srgbClr val="000000"/>
                </a:solidFill>
                <a:effectLst/>
                <a:uLnTx/>
                <a:uFillTx/>
                <a:latin typeface="Ubuntu"/>
                <a:ea typeface="+mn-ea"/>
                <a:cs typeface="+mn-cs"/>
              </a:rPr>
              <a:t> to better match your content.</a:t>
            </a:r>
          </a:p>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US" sz="1000" b="0" i="0" u="none" strike="noStrike" kern="1200" cap="none" spc="0" normalizeH="0" baseline="0" noProof="0">
                <a:ln>
                  <a:noFill/>
                </a:ln>
                <a:solidFill>
                  <a:srgbClr val="000000"/>
                </a:solidFill>
                <a:effectLst/>
                <a:uLnTx/>
                <a:uFillTx/>
                <a:latin typeface="Ubuntu"/>
                <a:ea typeface="+mn-ea"/>
                <a:cs typeface="+mn-cs"/>
              </a:rPr>
              <a:t>Right click on the picture or picture placeholder to change/insert a photo.</a:t>
            </a:r>
          </a:p>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US" sz="1000" b="0" i="0" u="none" strike="noStrike" kern="1200" cap="none" spc="0" normalizeH="0" baseline="0" noProof="0">
                <a:ln>
                  <a:noFill/>
                </a:ln>
                <a:solidFill>
                  <a:srgbClr val="000000"/>
                </a:solidFill>
                <a:effectLst/>
                <a:uLnTx/>
                <a:uFillTx/>
                <a:latin typeface="Ubuntu"/>
                <a:ea typeface="+mn-ea"/>
                <a:cs typeface="+mn-cs"/>
              </a:rPr>
              <a:t>Where to find photography:</a:t>
            </a:r>
          </a:p>
          <a:p>
            <a:pPr marL="180975" marR="0" lvl="0" indent="-180975"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Ubuntu"/>
                <a:ea typeface="+mn-ea"/>
                <a:cs typeface="+mn-cs"/>
                <a:hlinkClick r:id="rId2"/>
              </a:rPr>
              <a:t>Photo library</a:t>
            </a:r>
            <a:endParaRPr kumimoji="0" lang="en-US" sz="1000" b="0" i="0" u="none" strike="noStrike" kern="1200" cap="none" spc="0" normalizeH="0" baseline="0" noProof="0">
              <a:ln>
                <a:noFill/>
              </a:ln>
              <a:solidFill>
                <a:srgbClr val="000000"/>
              </a:solidFill>
              <a:effectLst/>
              <a:uLnTx/>
              <a:uFillTx/>
              <a:latin typeface="Ubuntu"/>
              <a:ea typeface="+mn-ea"/>
              <a:cs typeface="+mn-cs"/>
            </a:endParaRPr>
          </a:p>
          <a:p>
            <a:pPr marL="180975" marR="0" lvl="0" indent="-180975"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Ubuntu"/>
                <a:ea typeface="+mn-ea"/>
                <a:cs typeface="+mn-cs"/>
              </a:rPr>
              <a:t>Under Getty images (Recommended), Shutterstock, Adobe images license (check with your M&amp;C or design team)</a:t>
            </a:r>
          </a:p>
        </p:txBody>
      </p:sp>
      <p:sp>
        <p:nvSpPr>
          <p:cNvPr id="6" name="Date Placeholder 5">
            <a:extLst>
              <a:ext uri="{FF2B5EF4-FFF2-40B4-BE49-F238E27FC236}">
                <a16:creationId xmlns:a16="http://schemas.microsoft.com/office/drawing/2014/main" id="{1F917E68-797A-E38E-B2CE-B5018D492244}"/>
              </a:ext>
            </a:extLst>
          </p:cNvPr>
          <p:cNvSpPr>
            <a:spLocks noGrp="1"/>
          </p:cNvSpPr>
          <p:nvPr>
            <p:ph type="dt" sz="half" idx="36"/>
          </p:nvPr>
        </p:nvSpPr>
        <p:spPr/>
        <p:txBody>
          <a:bodyPr/>
          <a:lstStyle/>
          <a:p>
            <a:pPr>
              <a:spcBef>
                <a:spcPts val="1000"/>
              </a:spcBef>
              <a:buFont typeface="Arial" panose="020B0604020202020204" pitchFamily="34" charset="0"/>
              <a:buNone/>
            </a:pPr>
            <a:r>
              <a:rPr lang="de-DE"/>
              <a:t>© Capgemini 2026. All rights reserved.</a:t>
            </a:r>
            <a:endParaRPr lang="en-US"/>
          </a:p>
        </p:txBody>
      </p:sp>
      <p:sp>
        <p:nvSpPr>
          <p:cNvPr id="7" name="Footer Placeholder 6">
            <a:extLst>
              <a:ext uri="{FF2B5EF4-FFF2-40B4-BE49-F238E27FC236}">
                <a16:creationId xmlns:a16="http://schemas.microsoft.com/office/drawing/2014/main" id="{CDEAD506-0280-03B0-5E91-02510881B2DB}"/>
              </a:ext>
            </a:extLst>
          </p:cNvPr>
          <p:cNvSpPr>
            <a:spLocks noGrp="1"/>
          </p:cNvSpPr>
          <p:nvPr>
            <p:ph type="ftr" sz="quarter" idx="37"/>
          </p:nvPr>
        </p:nvSpPr>
        <p:spPr>
          <a:xfrm>
            <a:off x="550863" y="6650661"/>
            <a:ext cx="4716524" cy="123111"/>
          </a:xfrm>
          <a:prstGeom prst="rect">
            <a:avLst/>
          </a:prstGeom>
        </p:spPr>
        <p:txBody>
          <a:bodyPr/>
          <a:lstStyle/>
          <a:p>
            <a:pPr>
              <a:spcBef>
                <a:spcPts val="1000"/>
              </a:spcBef>
              <a:buFont typeface="Arial" panose="020B0604020202020204" pitchFamily="34" charset="0"/>
              <a:buNone/>
            </a:pPr>
            <a:r>
              <a:rPr lang="en-IN"/>
              <a:t>TMT Monthly Update |  July 2026</a:t>
            </a:r>
            <a:endParaRPr lang="en-US"/>
          </a:p>
        </p:txBody>
      </p:sp>
      <p:sp>
        <p:nvSpPr>
          <p:cNvPr id="8" name="Slide Number Placeholder 7">
            <a:extLst>
              <a:ext uri="{FF2B5EF4-FFF2-40B4-BE49-F238E27FC236}">
                <a16:creationId xmlns:a16="http://schemas.microsoft.com/office/drawing/2014/main" id="{62611B4B-A556-3944-449F-6B8BF8CDAC0C}"/>
              </a:ext>
            </a:extLst>
          </p:cNvPr>
          <p:cNvSpPr>
            <a:spLocks noGrp="1"/>
          </p:cNvSpPr>
          <p:nvPr>
            <p:ph type="sldNum" sz="quarter" idx="38"/>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1208667343"/>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Divider 1">
    <p:bg>
      <p:bgPr>
        <a:solidFill>
          <a:schemeClr val="bg1"/>
        </a:solidFill>
        <a:effectLst/>
      </p:bgPr>
    </p:bg>
    <p:spTree>
      <p:nvGrpSpPr>
        <p:cNvPr id="1" name=""/>
        <p:cNvGrpSpPr/>
        <p:nvPr/>
      </p:nvGrpSpPr>
      <p:grpSpPr>
        <a:xfrm>
          <a:off x="0" y="0"/>
          <a:ext cx="0" cy="0"/>
          <a:chOff x="0" y="0"/>
          <a:chExt cx="0" cy="0"/>
        </a:xfrm>
      </p:grpSpPr>
      <p:sp>
        <p:nvSpPr>
          <p:cNvPr id="16" name="Text Placeholder 15">
            <a:extLst>
              <a:ext uri="{FF2B5EF4-FFF2-40B4-BE49-F238E27FC236}">
                <a16:creationId xmlns:a16="http://schemas.microsoft.com/office/drawing/2014/main" id="{00E372CD-CFED-4FF2-90F5-6A7F33D9ABAA}"/>
              </a:ext>
            </a:extLst>
          </p:cNvPr>
          <p:cNvSpPr>
            <a:spLocks noGrp="1"/>
          </p:cNvSpPr>
          <p:nvPr>
            <p:ph type="body" sz="quarter" idx="18" hasCustomPrompt="1"/>
          </p:nvPr>
        </p:nvSpPr>
        <p:spPr>
          <a:xfrm>
            <a:off x="5159374" y="4658810"/>
            <a:ext cx="6487665" cy="1672542"/>
          </a:xfrm>
          <a:prstGeom prst="rect">
            <a:avLst/>
          </a:prstGeom>
        </p:spPr>
        <p:txBody>
          <a:bodyPr>
            <a:noAutofit/>
          </a:bodyPr>
          <a:lstStyle>
            <a:lvl1pPr>
              <a:defRPr sz="4800">
                <a:solidFill>
                  <a:schemeClr val="tx1"/>
                </a:solidFill>
              </a:defRPr>
            </a:lvl1pPr>
            <a:lvl2pPr>
              <a:defRPr sz="3200">
                <a:solidFill>
                  <a:schemeClr val="bg1"/>
                </a:solidFill>
              </a:defRPr>
            </a:lvl2pPr>
            <a:lvl3pPr>
              <a:defRPr sz="3200">
                <a:solidFill>
                  <a:schemeClr val="bg1"/>
                </a:solidFill>
              </a:defRPr>
            </a:lvl3pPr>
            <a:lvl4pPr>
              <a:defRPr sz="3200">
                <a:solidFill>
                  <a:schemeClr val="bg1"/>
                </a:solidFill>
              </a:defRPr>
            </a:lvl4pPr>
            <a:lvl5pPr>
              <a:defRPr sz="3200">
                <a:solidFill>
                  <a:schemeClr val="bg1"/>
                </a:solidFill>
              </a:defRPr>
            </a:lvl5pPr>
          </a:lstStyle>
          <a:p>
            <a:pPr lvl="0"/>
            <a:r>
              <a:rPr lang="en-US"/>
              <a:t>Click to add text</a:t>
            </a:r>
          </a:p>
        </p:txBody>
      </p:sp>
      <p:sp>
        <p:nvSpPr>
          <p:cNvPr id="11" name="Rectangle 10">
            <a:extLst>
              <a:ext uri="{FF2B5EF4-FFF2-40B4-BE49-F238E27FC236}">
                <a16:creationId xmlns:a16="http://schemas.microsoft.com/office/drawing/2014/main" id="{DA65D5B6-99D5-A656-18EB-125B9A4CC27A}"/>
              </a:ext>
            </a:extLst>
          </p:cNvPr>
          <p:cNvSpPr/>
          <p:nvPr userDrawn="1"/>
        </p:nvSpPr>
        <p:spPr>
          <a:xfrm>
            <a:off x="5159374" y="4257063"/>
            <a:ext cx="7032625" cy="180000"/>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FFFFFF"/>
              </a:solidFill>
              <a:effectLst/>
              <a:uLnTx/>
              <a:uFillTx/>
              <a:latin typeface="Ubuntu"/>
              <a:ea typeface="+mn-ea"/>
              <a:cs typeface="+mn-cs"/>
            </a:endParaRPr>
          </a:p>
        </p:txBody>
      </p:sp>
      <p:sp>
        <p:nvSpPr>
          <p:cNvPr id="8" name="Text Placeholder 8">
            <a:extLst>
              <a:ext uri="{FF2B5EF4-FFF2-40B4-BE49-F238E27FC236}">
                <a16:creationId xmlns:a16="http://schemas.microsoft.com/office/drawing/2014/main" id="{E2576D65-BA9A-4C38-D195-558BDD9AFD0E}"/>
              </a:ext>
            </a:extLst>
          </p:cNvPr>
          <p:cNvSpPr>
            <a:spLocks noGrp="1"/>
          </p:cNvSpPr>
          <p:nvPr>
            <p:ph type="body" sz="quarter" idx="19" hasCustomPrompt="1"/>
          </p:nvPr>
        </p:nvSpPr>
        <p:spPr>
          <a:xfrm>
            <a:off x="0" y="0"/>
            <a:ext cx="4657725" cy="6858000"/>
          </a:xfrm>
          <a:prstGeom prst="rect">
            <a:avLst/>
          </a:prstGeom>
        </p:spPr>
        <p:txBody>
          <a:bodyPr wrap="none" lIns="0" tIns="972000" rIns="0" bIns="0" anchor="t" anchorCtr="0">
            <a:noAutofit/>
          </a:bodyPr>
          <a:lstStyle>
            <a:lvl1pPr algn="r">
              <a:defRPr sz="40000" spc="-300">
                <a:solidFill>
                  <a:schemeClr val="accent2"/>
                </a:solidFill>
              </a:defRPr>
            </a:lvl1pPr>
          </a:lstStyle>
          <a:p>
            <a:pPr lvl="0"/>
            <a:r>
              <a:rPr lang="en-GB"/>
              <a:t>01</a:t>
            </a:r>
            <a:endParaRPr lang="en-PL"/>
          </a:p>
        </p:txBody>
      </p:sp>
      <p:sp>
        <p:nvSpPr>
          <p:cNvPr id="3" name="Date Placeholder 2">
            <a:extLst>
              <a:ext uri="{FF2B5EF4-FFF2-40B4-BE49-F238E27FC236}">
                <a16:creationId xmlns:a16="http://schemas.microsoft.com/office/drawing/2014/main" id="{A298F69D-1BEF-892C-8C86-0EC887623D52}"/>
              </a:ext>
            </a:extLst>
          </p:cNvPr>
          <p:cNvSpPr>
            <a:spLocks noGrp="1"/>
          </p:cNvSpPr>
          <p:nvPr>
            <p:ph type="dt" sz="half" idx="20"/>
          </p:nvPr>
        </p:nvSpPr>
        <p:spPr/>
        <p:txBody>
          <a:bodyPr/>
          <a:lstStyle/>
          <a:p>
            <a:pPr>
              <a:spcBef>
                <a:spcPts val="1000"/>
              </a:spcBef>
              <a:buFont typeface="Arial" panose="020B0604020202020204" pitchFamily="34" charset="0"/>
              <a:buNone/>
            </a:pPr>
            <a:r>
              <a:rPr lang="de-DE"/>
              <a:t>© Capgemini 2026. All rights reserved.</a:t>
            </a:r>
            <a:endParaRPr lang="en-US"/>
          </a:p>
        </p:txBody>
      </p:sp>
      <p:sp>
        <p:nvSpPr>
          <p:cNvPr id="4" name="Footer Placeholder 3">
            <a:extLst>
              <a:ext uri="{FF2B5EF4-FFF2-40B4-BE49-F238E27FC236}">
                <a16:creationId xmlns:a16="http://schemas.microsoft.com/office/drawing/2014/main" id="{275E7620-683D-BA8D-5FA5-FBCE41D26F16}"/>
              </a:ext>
            </a:extLst>
          </p:cNvPr>
          <p:cNvSpPr>
            <a:spLocks noGrp="1"/>
          </p:cNvSpPr>
          <p:nvPr>
            <p:ph type="ftr" sz="quarter" idx="21"/>
          </p:nvPr>
        </p:nvSpPr>
        <p:spPr>
          <a:xfrm>
            <a:off x="550863" y="6650661"/>
            <a:ext cx="4716524" cy="123111"/>
          </a:xfrm>
          <a:prstGeom prst="rect">
            <a:avLst/>
          </a:prstGeom>
        </p:spPr>
        <p:txBody>
          <a:bodyPr/>
          <a:lstStyle/>
          <a:p>
            <a:pPr>
              <a:spcBef>
                <a:spcPts val="1000"/>
              </a:spcBef>
              <a:buFont typeface="Arial" panose="020B0604020202020204" pitchFamily="34" charset="0"/>
              <a:buNone/>
            </a:pPr>
            <a:r>
              <a:rPr lang="en-IN"/>
              <a:t>TMT Monthly Update |  July 2026</a:t>
            </a:r>
            <a:endParaRPr lang="en-US"/>
          </a:p>
        </p:txBody>
      </p:sp>
      <p:sp>
        <p:nvSpPr>
          <p:cNvPr id="6" name="Slide Number Placeholder 5">
            <a:extLst>
              <a:ext uri="{FF2B5EF4-FFF2-40B4-BE49-F238E27FC236}">
                <a16:creationId xmlns:a16="http://schemas.microsoft.com/office/drawing/2014/main" id="{37835326-62CD-1EC2-D13F-F0731481D0D8}"/>
              </a:ext>
            </a:extLst>
          </p:cNvPr>
          <p:cNvSpPr>
            <a:spLocks noGrp="1"/>
          </p:cNvSpPr>
          <p:nvPr>
            <p:ph type="sldNum" sz="quarter" idx="22"/>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502249562"/>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Divider Photo 1">
    <p:bg>
      <p:bgPr>
        <a:solidFill>
          <a:schemeClr val="bg1"/>
        </a:solidFill>
        <a:effectLst/>
      </p:bgPr>
    </p:bg>
    <p:spTree>
      <p:nvGrpSpPr>
        <p:cNvPr id="1" name=""/>
        <p:cNvGrpSpPr/>
        <p:nvPr/>
      </p:nvGrpSpPr>
      <p:grpSpPr>
        <a:xfrm>
          <a:off x="0" y="0"/>
          <a:ext cx="0" cy="0"/>
          <a:chOff x="0" y="0"/>
          <a:chExt cx="0" cy="0"/>
        </a:xfrm>
      </p:grpSpPr>
      <p:sp>
        <p:nvSpPr>
          <p:cNvPr id="2" name="Picture Placeholder 10">
            <a:extLst>
              <a:ext uri="{FF2B5EF4-FFF2-40B4-BE49-F238E27FC236}">
                <a16:creationId xmlns:a16="http://schemas.microsoft.com/office/drawing/2014/main" id="{8AD156C1-F91F-57E6-BFA6-A0059404D219}"/>
              </a:ext>
            </a:extLst>
          </p:cNvPr>
          <p:cNvSpPr>
            <a:spLocks noGrp="1"/>
          </p:cNvSpPr>
          <p:nvPr>
            <p:ph type="pic" sz="quarter" idx="13"/>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pPr marR="0" lvl="0" fontAlgn="auto">
              <a:spcAft>
                <a:spcPts val="0"/>
              </a:spcAft>
              <a:buClrTx/>
              <a:buSzTx/>
              <a:tabLst/>
            </a:pPr>
            <a:r>
              <a:rPr lang="en-US"/>
              <a:t>Click icon to add picture</a:t>
            </a:r>
          </a:p>
        </p:txBody>
      </p:sp>
      <p:grpSp>
        <p:nvGrpSpPr>
          <p:cNvPr id="5" name="Group 37">
            <a:extLst>
              <a:ext uri="{FF2B5EF4-FFF2-40B4-BE49-F238E27FC236}">
                <a16:creationId xmlns:a16="http://schemas.microsoft.com/office/drawing/2014/main" id="{C9B94365-8BFB-08C3-48DD-674452FC4C52}"/>
              </a:ext>
            </a:extLst>
          </p:cNvPr>
          <p:cNvGrpSpPr/>
          <p:nvPr userDrawn="1"/>
        </p:nvGrpSpPr>
        <p:grpSpPr>
          <a:xfrm>
            <a:off x="11770322" y="176700"/>
            <a:ext cx="260230" cy="240782"/>
            <a:chOff x="5481638" y="2859088"/>
            <a:chExt cx="1231900" cy="1139825"/>
          </a:xfrm>
          <a:solidFill>
            <a:schemeClr val="tx2"/>
          </a:solidFill>
        </p:grpSpPr>
        <p:sp>
          <p:nvSpPr>
            <p:cNvPr id="9" name="Freeform 320">
              <a:extLst>
                <a:ext uri="{FF2B5EF4-FFF2-40B4-BE49-F238E27FC236}">
                  <a16:creationId xmlns:a16="http://schemas.microsoft.com/office/drawing/2014/main" id="{0020C350-2BC5-A17D-A5E6-EA13BFC42B17}"/>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0" name="Freeform 321">
              <a:extLst>
                <a:ext uri="{FF2B5EF4-FFF2-40B4-BE49-F238E27FC236}">
                  <a16:creationId xmlns:a16="http://schemas.microsoft.com/office/drawing/2014/main" id="{28B234F9-ACCC-2C45-B3CB-831E6A0B609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12" name="Text Placeholder 15">
            <a:extLst>
              <a:ext uri="{FF2B5EF4-FFF2-40B4-BE49-F238E27FC236}">
                <a16:creationId xmlns:a16="http://schemas.microsoft.com/office/drawing/2014/main" id="{F9D4EEDA-D0AF-7F63-9DE8-EE4D53DD8D91}"/>
              </a:ext>
            </a:extLst>
          </p:cNvPr>
          <p:cNvSpPr>
            <a:spLocks noGrp="1"/>
          </p:cNvSpPr>
          <p:nvPr>
            <p:ph type="body" sz="quarter" idx="18" hasCustomPrompt="1"/>
          </p:nvPr>
        </p:nvSpPr>
        <p:spPr>
          <a:xfrm>
            <a:off x="5159374" y="4658810"/>
            <a:ext cx="6487665" cy="1672542"/>
          </a:xfrm>
          <a:prstGeom prst="rect">
            <a:avLst/>
          </a:prstGeom>
        </p:spPr>
        <p:txBody>
          <a:bodyPr>
            <a:noAutofit/>
          </a:bodyPr>
          <a:lstStyle>
            <a:lvl1pPr>
              <a:defRPr sz="4800">
                <a:solidFill>
                  <a:schemeClr val="tx1"/>
                </a:solidFill>
              </a:defRPr>
            </a:lvl1pPr>
            <a:lvl2pPr>
              <a:defRPr sz="3200">
                <a:solidFill>
                  <a:schemeClr val="bg1"/>
                </a:solidFill>
              </a:defRPr>
            </a:lvl2pPr>
            <a:lvl3pPr>
              <a:defRPr sz="3200">
                <a:solidFill>
                  <a:schemeClr val="bg1"/>
                </a:solidFill>
              </a:defRPr>
            </a:lvl3pPr>
            <a:lvl4pPr>
              <a:defRPr sz="3200">
                <a:solidFill>
                  <a:schemeClr val="bg1"/>
                </a:solidFill>
              </a:defRPr>
            </a:lvl4pPr>
            <a:lvl5pPr>
              <a:defRPr sz="3200">
                <a:solidFill>
                  <a:schemeClr val="bg1"/>
                </a:solidFill>
              </a:defRPr>
            </a:lvl5pPr>
          </a:lstStyle>
          <a:p>
            <a:pPr lvl="0"/>
            <a:r>
              <a:rPr lang="en-US"/>
              <a:t>Click to add</a:t>
            </a:r>
            <a:br>
              <a:rPr lang="en-US"/>
            </a:br>
            <a:r>
              <a:rPr lang="en-US"/>
              <a:t> text</a:t>
            </a:r>
          </a:p>
        </p:txBody>
      </p:sp>
      <p:sp>
        <p:nvSpPr>
          <p:cNvPr id="13" name="Rectangle 12">
            <a:extLst>
              <a:ext uri="{FF2B5EF4-FFF2-40B4-BE49-F238E27FC236}">
                <a16:creationId xmlns:a16="http://schemas.microsoft.com/office/drawing/2014/main" id="{D5E48D9D-3E3B-D785-BE78-FE5149D83A9B}"/>
              </a:ext>
            </a:extLst>
          </p:cNvPr>
          <p:cNvSpPr/>
          <p:nvPr userDrawn="1"/>
        </p:nvSpPr>
        <p:spPr>
          <a:xfrm>
            <a:off x="5159374" y="4257063"/>
            <a:ext cx="7032625" cy="180000"/>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FFFFFF"/>
              </a:solidFill>
              <a:effectLst/>
              <a:uLnTx/>
              <a:uFillTx/>
              <a:latin typeface="Ubuntu"/>
              <a:ea typeface="+mn-ea"/>
              <a:cs typeface="+mn-cs"/>
            </a:endParaRPr>
          </a:p>
        </p:txBody>
      </p:sp>
      <p:sp>
        <p:nvSpPr>
          <p:cNvPr id="7" name="Text Placeholder 8">
            <a:extLst>
              <a:ext uri="{FF2B5EF4-FFF2-40B4-BE49-F238E27FC236}">
                <a16:creationId xmlns:a16="http://schemas.microsoft.com/office/drawing/2014/main" id="{516D0E3A-0719-64AB-54D1-64F80BE164A7}"/>
              </a:ext>
            </a:extLst>
          </p:cNvPr>
          <p:cNvSpPr>
            <a:spLocks noGrp="1"/>
          </p:cNvSpPr>
          <p:nvPr>
            <p:ph type="body" sz="quarter" idx="19" hasCustomPrompt="1"/>
          </p:nvPr>
        </p:nvSpPr>
        <p:spPr>
          <a:xfrm>
            <a:off x="0" y="0"/>
            <a:ext cx="4657725" cy="6858000"/>
          </a:xfrm>
          <a:prstGeom prst="rect">
            <a:avLst/>
          </a:prstGeom>
        </p:spPr>
        <p:txBody>
          <a:bodyPr wrap="none" lIns="0" tIns="972000" rIns="0" bIns="0" anchor="t" anchorCtr="0">
            <a:noAutofit/>
          </a:bodyPr>
          <a:lstStyle>
            <a:lvl1pPr algn="r">
              <a:defRPr sz="40000" spc="-300">
                <a:solidFill>
                  <a:schemeClr val="accent2"/>
                </a:solidFill>
              </a:defRPr>
            </a:lvl1pPr>
          </a:lstStyle>
          <a:p>
            <a:pPr lvl="0"/>
            <a:r>
              <a:rPr lang="en-GB"/>
              <a:t>01</a:t>
            </a:r>
            <a:endParaRPr lang="en-PL"/>
          </a:p>
        </p:txBody>
      </p:sp>
      <p:sp>
        <p:nvSpPr>
          <p:cNvPr id="3" name="Speech Bubble: Rectangle with Corners Rounded 4">
            <a:extLst>
              <a:ext uri="{FF2B5EF4-FFF2-40B4-BE49-F238E27FC236}">
                <a16:creationId xmlns:a16="http://schemas.microsoft.com/office/drawing/2014/main" id="{2523B498-8883-09EF-57E3-D1DCE1D36504}"/>
              </a:ext>
            </a:extLst>
          </p:cNvPr>
          <p:cNvSpPr/>
          <p:nvPr userDrawn="1"/>
        </p:nvSpPr>
        <p:spPr>
          <a:xfrm>
            <a:off x="12491298" y="16042"/>
            <a:ext cx="1813426" cy="3885398"/>
          </a:xfrm>
          <a:prstGeom prst="rect">
            <a:avLst/>
          </a:prstGeom>
          <a:solidFill>
            <a:srgbClr val="FFFFFF"/>
          </a:solidFill>
          <a:ln w="12700" cap="flat" cmpd="sng" algn="ctr">
            <a:noFill/>
            <a:prstDash val="solid"/>
            <a:miter lim="800000"/>
          </a:ln>
          <a:effectLst/>
        </p:spPr>
        <p:txBody>
          <a:bodyPr lIns="180000" tIns="180000" rIns="180000"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pl-PL" sz="1400" b="1" i="0" u="none" strike="noStrike" kern="1200" cap="none" spc="0" normalizeH="0" baseline="0" noProof="0" err="1">
                <a:ln>
                  <a:noFill/>
                </a:ln>
                <a:solidFill>
                  <a:srgbClr val="000000"/>
                </a:solidFill>
                <a:effectLst/>
                <a:uLnTx/>
                <a:uFillTx/>
                <a:latin typeface="Ubuntu"/>
                <a:ea typeface="+mn-ea"/>
                <a:cs typeface="+mn-cs"/>
              </a:rPr>
              <a:t>Photography</a:t>
            </a:r>
            <a:endParaRPr kumimoji="0" lang="pl-PL" sz="1400" b="1" i="0" u="none" strike="noStrike" kern="1200" cap="none" spc="0" normalizeH="0" baseline="0" noProof="0">
              <a:ln>
                <a:noFill/>
              </a:ln>
              <a:solidFill>
                <a:srgbClr val="000000"/>
              </a:solidFill>
              <a:effectLst/>
              <a:uLnTx/>
              <a:uFillTx/>
              <a:latin typeface="Ubuntu"/>
              <a:ea typeface="+mn-ea"/>
              <a:cs typeface="+mn-cs"/>
            </a:endParaRPr>
          </a:p>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US" sz="1000" b="0" i="0" u="none" strike="noStrike" kern="1200" cap="none" spc="0" normalizeH="0" baseline="0" noProof="0">
                <a:ln>
                  <a:noFill/>
                </a:ln>
                <a:solidFill>
                  <a:srgbClr val="000000"/>
                </a:solidFill>
                <a:effectLst/>
                <a:uLnTx/>
                <a:uFillTx/>
                <a:latin typeface="Ubuntu"/>
                <a:ea typeface="+mn-ea"/>
                <a:cs typeface="+mn-cs"/>
              </a:rPr>
              <a:t>Photos inserted in this slide are given as example. Do not forget to </a:t>
            </a:r>
            <a:r>
              <a:rPr kumimoji="0" lang="en-US" sz="1000" b="1" i="0" u="none" strike="noStrike" kern="1200" cap="none" spc="0" normalizeH="0" baseline="0" noProof="0">
                <a:ln>
                  <a:noFill/>
                </a:ln>
                <a:solidFill>
                  <a:srgbClr val="000000"/>
                </a:solidFill>
                <a:effectLst/>
                <a:uLnTx/>
                <a:uFillTx/>
                <a:latin typeface="Ubuntu"/>
                <a:ea typeface="+mn-ea"/>
                <a:cs typeface="+mn-cs"/>
              </a:rPr>
              <a:t>change the photography</a:t>
            </a:r>
            <a:r>
              <a:rPr kumimoji="0" lang="en-US" sz="1000" b="0" i="0" u="none" strike="noStrike" kern="1200" cap="none" spc="0" normalizeH="0" baseline="0" noProof="0">
                <a:ln>
                  <a:noFill/>
                </a:ln>
                <a:solidFill>
                  <a:srgbClr val="000000"/>
                </a:solidFill>
                <a:effectLst/>
                <a:uLnTx/>
                <a:uFillTx/>
                <a:latin typeface="Ubuntu"/>
                <a:ea typeface="+mn-ea"/>
                <a:cs typeface="+mn-cs"/>
              </a:rPr>
              <a:t> to better match your content.</a:t>
            </a:r>
          </a:p>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US" sz="1000" b="0" i="0" u="none" strike="noStrike" kern="1200" cap="none" spc="0" normalizeH="0" baseline="0" noProof="0">
                <a:ln>
                  <a:noFill/>
                </a:ln>
                <a:solidFill>
                  <a:srgbClr val="000000"/>
                </a:solidFill>
                <a:effectLst/>
                <a:uLnTx/>
                <a:uFillTx/>
                <a:latin typeface="Ubuntu"/>
                <a:ea typeface="+mn-ea"/>
                <a:cs typeface="+mn-cs"/>
              </a:rPr>
              <a:t>Right click on the picture or picture placeholder to change/insert a photo.</a:t>
            </a:r>
          </a:p>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US" sz="1000" b="0" i="0" u="none" strike="noStrike" kern="1200" cap="none" spc="0" normalizeH="0" baseline="0" noProof="0">
                <a:ln>
                  <a:noFill/>
                </a:ln>
                <a:solidFill>
                  <a:srgbClr val="000000"/>
                </a:solidFill>
                <a:effectLst/>
                <a:uLnTx/>
                <a:uFillTx/>
                <a:latin typeface="Ubuntu"/>
                <a:ea typeface="+mn-ea"/>
                <a:cs typeface="+mn-cs"/>
              </a:rPr>
              <a:t>Where to find photography:</a:t>
            </a:r>
          </a:p>
          <a:p>
            <a:pPr marL="180975" marR="0" lvl="0" indent="-180975"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Ubuntu"/>
                <a:ea typeface="+mn-ea"/>
                <a:cs typeface="+mn-cs"/>
                <a:hlinkClick r:id="rId2"/>
              </a:rPr>
              <a:t>Photo library</a:t>
            </a:r>
            <a:endParaRPr kumimoji="0" lang="en-US" sz="1000" b="0" i="0" u="none" strike="noStrike" kern="1200" cap="none" spc="0" normalizeH="0" baseline="0" noProof="0">
              <a:ln>
                <a:noFill/>
              </a:ln>
              <a:solidFill>
                <a:srgbClr val="000000"/>
              </a:solidFill>
              <a:effectLst/>
              <a:uLnTx/>
              <a:uFillTx/>
              <a:latin typeface="Ubuntu"/>
              <a:ea typeface="+mn-ea"/>
              <a:cs typeface="+mn-cs"/>
            </a:endParaRPr>
          </a:p>
          <a:p>
            <a:pPr marL="180975" marR="0" lvl="0" indent="-180975"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Ubuntu"/>
                <a:ea typeface="+mn-ea"/>
                <a:cs typeface="+mn-cs"/>
              </a:rPr>
              <a:t>Under Getty images (Recommended), Shutterstock, Adobe images license (check with your M&amp;C or design team)</a:t>
            </a:r>
          </a:p>
        </p:txBody>
      </p:sp>
      <p:sp>
        <p:nvSpPr>
          <p:cNvPr id="16" name="Date Placeholder 15">
            <a:extLst>
              <a:ext uri="{FF2B5EF4-FFF2-40B4-BE49-F238E27FC236}">
                <a16:creationId xmlns:a16="http://schemas.microsoft.com/office/drawing/2014/main" id="{49CD99F0-AA6A-8A74-80DA-FCF12D30E56D}"/>
              </a:ext>
            </a:extLst>
          </p:cNvPr>
          <p:cNvSpPr>
            <a:spLocks noGrp="1"/>
          </p:cNvSpPr>
          <p:nvPr>
            <p:ph type="dt" sz="half" idx="20"/>
          </p:nvPr>
        </p:nvSpPr>
        <p:spPr/>
        <p:txBody>
          <a:bodyPr/>
          <a:lstStyle/>
          <a:p>
            <a:pPr>
              <a:spcBef>
                <a:spcPts val="1000"/>
              </a:spcBef>
              <a:buFont typeface="Arial" panose="020B0604020202020204" pitchFamily="34" charset="0"/>
              <a:buNone/>
            </a:pPr>
            <a:r>
              <a:rPr lang="de-DE"/>
              <a:t>© Capgemini 2026. All rights reserved.</a:t>
            </a:r>
            <a:endParaRPr lang="en-US"/>
          </a:p>
        </p:txBody>
      </p:sp>
      <p:sp>
        <p:nvSpPr>
          <p:cNvPr id="17" name="Footer Placeholder 16">
            <a:extLst>
              <a:ext uri="{FF2B5EF4-FFF2-40B4-BE49-F238E27FC236}">
                <a16:creationId xmlns:a16="http://schemas.microsoft.com/office/drawing/2014/main" id="{F17F6240-FF3A-51A1-CB87-F17DD5B550AC}"/>
              </a:ext>
            </a:extLst>
          </p:cNvPr>
          <p:cNvSpPr>
            <a:spLocks noGrp="1"/>
          </p:cNvSpPr>
          <p:nvPr>
            <p:ph type="ftr" sz="quarter" idx="21"/>
          </p:nvPr>
        </p:nvSpPr>
        <p:spPr>
          <a:xfrm>
            <a:off x="550863" y="6650661"/>
            <a:ext cx="4716524" cy="123111"/>
          </a:xfrm>
          <a:prstGeom prst="rect">
            <a:avLst/>
          </a:prstGeom>
        </p:spPr>
        <p:txBody>
          <a:bodyPr/>
          <a:lstStyle/>
          <a:p>
            <a:pPr>
              <a:spcBef>
                <a:spcPts val="1000"/>
              </a:spcBef>
              <a:buFont typeface="Arial" panose="020B0604020202020204" pitchFamily="34" charset="0"/>
              <a:buNone/>
            </a:pPr>
            <a:r>
              <a:rPr lang="en-IN"/>
              <a:t>TMT Monthly Update |  July 2026</a:t>
            </a:r>
            <a:endParaRPr lang="en-US"/>
          </a:p>
        </p:txBody>
      </p:sp>
      <p:sp>
        <p:nvSpPr>
          <p:cNvPr id="18" name="Slide Number Placeholder 17">
            <a:extLst>
              <a:ext uri="{FF2B5EF4-FFF2-40B4-BE49-F238E27FC236}">
                <a16:creationId xmlns:a16="http://schemas.microsoft.com/office/drawing/2014/main" id="{325C9A5C-680C-6EA0-3B81-433A858DD497}"/>
              </a:ext>
            </a:extLst>
          </p:cNvPr>
          <p:cNvSpPr>
            <a:spLocks noGrp="1"/>
          </p:cNvSpPr>
          <p:nvPr>
            <p:ph type="sldNum" sz="quarter" idx="22"/>
          </p:nvPr>
        </p:nvSpPr>
        <p:spPr/>
        <p:txBody>
          <a:bodyPr/>
          <a:lstStyle/>
          <a:p>
            <a:pPr algn="r"/>
            <a:fld id="{5D9A5160-6218-4E5A-B9E6-B93E3DAE377C}" type="slidenum">
              <a:rPr lang="en-US" smtClean="0"/>
              <a:pPr algn="r"/>
              <a:t>‹#›</a:t>
            </a:fld>
            <a:endParaRPr lang="en-US"/>
          </a:p>
        </p:txBody>
      </p:sp>
      <p:sp>
        <p:nvSpPr>
          <p:cNvPr id="4" name="Rectangle 3">
            <a:extLst>
              <a:ext uri="{FF2B5EF4-FFF2-40B4-BE49-F238E27FC236}">
                <a16:creationId xmlns:a16="http://schemas.microsoft.com/office/drawing/2014/main" id="{6B5D80E6-4B59-C2FF-C1CA-56B33853B34D}"/>
              </a:ext>
            </a:extLst>
          </p:cNvPr>
          <p:cNvSpPr/>
          <p:nvPr userDrawn="1"/>
        </p:nvSpPr>
        <p:spPr>
          <a:xfrm>
            <a:off x="8380317" y="6650661"/>
            <a:ext cx="1427434" cy="123111"/>
          </a:xfrm>
          <a:prstGeom prst="rect">
            <a:avLst/>
          </a:prstGeom>
        </p:spPr>
        <p:txBody>
          <a:bodyPr wrap="none" lIns="0" tIns="0" rIns="0" bIns="0" anchor="ctr" anchorCtr="0">
            <a:noAutofit/>
          </a:bodyPr>
          <a:lstStyle/>
          <a:p>
            <a:pPr marL="0" marR="0" lvl="0" indent="0" algn="r" defTabSz="91440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pl-PL" sz="800" b="0" i="0" u="none" strike="noStrike" kern="0" cap="none" spc="0" normalizeH="0" baseline="0" noProof="0">
                <a:ln>
                  <a:noFill/>
                </a:ln>
                <a:solidFill>
                  <a:srgbClr val="FFFFFF">
                    <a:lumMod val="65000"/>
                  </a:srgbClr>
                </a:solidFill>
                <a:effectLst/>
                <a:uLnTx/>
                <a:uFillTx/>
              </a:rPr>
              <a:t>Company Confidential</a:t>
            </a:r>
            <a:endParaRPr kumimoji="0" lang="en-PL" sz="800" b="0" i="0" u="none" strike="noStrike" kern="0" cap="none" spc="0" normalizeH="0" baseline="0" noProof="0">
              <a:ln>
                <a:noFill/>
              </a:ln>
              <a:solidFill>
                <a:srgbClr val="FFFFFF">
                  <a:lumMod val="65000"/>
                </a:srgbClr>
              </a:solidFill>
              <a:effectLst/>
              <a:uLnTx/>
              <a:uFillTx/>
            </a:endParaRPr>
          </a:p>
        </p:txBody>
      </p:sp>
    </p:spTree>
    <p:extLst>
      <p:ext uri="{BB962C8B-B14F-4D97-AF65-F5344CB8AC3E}">
        <p14:creationId xmlns:p14="http://schemas.microsoft.com/office/powerpoint/2010/main" val="568763412"/>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p:cSld name="Divider 2">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9BB1339-F341-E41B-4A76-E0462FDC1FEA}"/>
              </a:ext>
            </a:extLst>
          </p:cNvPr>
          <p:cNvSpPr/>
          <p:nvPr userDrawn="1"/>
        </p:nvSpPr>
        <p:spPr>
          <a:xfrm rot="16200000">
            <a:off x="-50850" y="3339001"/>
            <a:ext cx="6857998" cy="180000"/>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7" name="Text Placeholder 6">
            <a:extLst>
              <a:ext uri="{FF2B5EF4-FFF2-40B4-BE49-F238E27FC236}">
                <a16:creationId xmlns:a16="http://schemas.microsoft.com/office/drawing/2014/main" id="{52F5917D-61BC-41CF-A3CC-DAE6954137A8}"/>
              </a:ext>
            </a:extLst>
          </p:cNvPr>
          <p:cNvSpPr>
            <a:spLocks noGrp="1"/>
          </p:cNvSpPr>
          <p:nvPr>
            <p:ph type="body" sz="quarter" idx="17" hasCustomPrompt="1"/>
          </p:nvPr>
        </p:nvSpPr>
        <p:spPr>
          <a:xfrm rot="16200000">
            <a:off x="16363" y="538788"/>
            <a:ext cx="2368592" cy="2402182"/>
          </a:xfrm>
          <a:prstGeom prst="rect">
            <a:avLst/>
          </a:prstGeom>
        </p:spPr>
        <p:txBody>
          <a:bodyPr wrap="none" lIns="0" tIns="0" rIns="0" bIns="0" anchor="t" anchorCtr="0">
            <a:noAutofit/>
          </a:bodyPr>
          <a:lstStyle>
            <a:lvl1pPr>
              <a:defRPr lang="en-US" sz="16600" b="0" cap="none" spc="0" baseline="0" dirty="0">
                <a:solidFill>
                  <a:schemeClr val="tx1"/>
                </a:solidFill>
                <a:latin typeface="+mn-lt"/>
              </a:defRPr>
            </a:lvl1pPr>
          </a:lstStyle>
          <a:p>
            <a:pPr lvl="0">
              <a:spcBef>
                <a:spcPts val="0"/>
              </a:spcBef>
            </a:pPr>
            <a:r>
              <a:rPr lang="en-US"/>
              <a:t>01</a:t>
            </a:r>
          </a:p>
        </p:txBody>
      </p:sp>
      <p:sp>
        <p:nvSpPr>
          <p:cNvPr id="16" name="Text Placeholder 15">
            <a:extLst>
              <a:ext uri="{FF2B5EF4-FFF2-40B4-BE49-F238E27FC236}">
                <a16:creationId xmlns:a16="http://schemas.microsoft.com/office/drawing/2014/main" id="{00E372CD-CFED-4FF2-90F5-6A7F33D9ABAA}"/>
              </a:ext>
            </a:extLst>
          </p:cNvPr>
          <p:cNvSpPr>
            <a:spLocks noGrp="1"/>
          </p:cNvSpPr>
          <p:nvPr>
            <p:ph type="body" sz="quarter" idx="18"/>
          </p:nvPr>
        </p:nvSpPr>
        <p:spPr>
          <a:xfrm>
            <a:off x="4253696" y="1510496"/>
            <a:ext cx="7393343" cy="2887883"/>
          </a:xfrm>
          <a:prstGeom prst="rect">
            <a:avLst/>
          </a:prstGeom>
        </p:spPr>
        <p:txBody>
          <a:bodyPr>
            <a:noAutofit/>
          </a:bodyPr>
          <a:lstStyle>
            <a:lvl1pPr>
              <a:defRPr sz="4800">
                <a:solidFill>
                  <a:schemeClr val="tx1"/>
                </a:solidFill>
              </a:defRPr>
            </a:lvl1pPr>
            <a:lvl2pPr>
              <a:defRPr sz="3200">
                <a:solidFill>
                  <a:schemeClr val="bg1"/>
                </a:solidFill>
              </a:defRPr>
            </a:lvl2pPr>
            <a:lvl3pPr>
              <a:defRPr sz="3200">
                <a:solidFill>
                  <a:schemeClr val="bg1"/>
                </a:solidFill>
              </a:defRPr>
            </a:lvl3pPr>
            <a:lvl4pPr>
              <a:defRPr sz="3200">
                <a:solidFill>
                  <a:schemeClr val="bg1"/>
                </a:solidFill>
              </a:defRPr>
            </a:lvl4pPr>
            <a:lvl5pPr>
              <a:defRPr sz="3200">
                <a:solidFill>
                  <a:schemeClr val="bg1"/>
                </a:solidFill>
              </a:defRPr>
            </a:lvl5pPr>
          </a:lstStyle>
          <a:p>
            <a:pPr lvl="0"/>
            <a:r>
              <a:rPr lang="en-US"/>
              <a:t>Click to edit Master text styles</a:t>
            </a:r>
          </a:p>
        </p:txBody>
      </p:sp>
      <p:sp>
        <p:nvSpPr>
          <p:cNvPr id="3" name="Date Placeholder 2">
            <a:extLst>
              <a:ext uri="{FF2B5EF4-FFF2-40B4-BE49-F238E27FC236}">
                <a16:creationId xmlns:a16="http://schemas.microsoft.com/office/drawing/2014/main" id="{8811E274-2B57-BD57-2F68-DBB426EFCE65}"/>
              </a:ext>
            </a:extLst>
          </p:cNvPr>
          <p:cNvSpPr>
            <a:spLocks noGrp="1"/>
          </p:cNvSpPr>
          <p:nvPr>
            <p:ph type="dt" sz="half" idx="19"/>
          </p:nvPr>
        </p:nvSpPr>
        <p:spPr/>
        <p:txBody>
          <a:bodyPr/>
          <a:lstStyle/>
          <a:p>
            <a:pPr>
              <a:spcBef>
                <a:spcPts val="1000"/>
              </a:spcBef>
              <a:buFont typeface="Arial" panose="020B0604020202020204" pitchFamily="34" charset="0"/>
              <a:buNone/>
            </a:pPr>
            <a:r>
              <a:rPr lang="de-DE"/>
              <a:t>© Capgemini 2026. All rights reserved.</a:t>
            </a:r>
            <a:endParaRPr lang="en-US"/>
          </a:p>
        </p:txBody>
      </p:sp>
      <p:sp>
        <p:nvSpPr>
          <p:cNvPr id="4" name="Footer Placeholder 3">
            <a:extLst>
              <a:ext uri="{FF2B5EF4-FFF2-40B4-BE49-F238E27FC236}">
                <a16:creationId xmlns:a16="http://schemas.microsoft.com/office/drawing/2014/main" id="{09CE6D32-8A75-0D6E-E71F-DAACF84605EC}"/>
              </a:ext>
            </a:extLst>
          </p:cNvPr>
          <p:cNvSpPr>
            <a:spLocks noGrp="1"/>
          </p:cNvSpPr>
          <p:nvPr>
            <p:ph type="ftr" sz="quarter" idx="20"/>
          </p:nvPr>
        </p:nvSpPr>
        <p:spPr>
          <a:xfrm>
            <a:off x="550863" y="6650661"/>
            <a:ext cx="4716524" cy="123111"/>
          </a:xfrm>
          <a:prstGeom prst="rect">
            <a:avLst/>
          </a:prstGeom>
        </p:spPr>
        <p:txBody>
          <a:bodyPr/>
          <a:lstStyle/>
          <a:p>
            <a:pPr>
              <a:spcBef>
                <a:spcPts val="1000"/>
              </a:spcBef>
              <a:buFont typeface="Arial" panose="020B0604020202020204" pitchFamily="34" charset="0"/>
              <a:buNone/>
            </a:pPr>
            <a:r>
              <a:rPr lang="en-IN"/>
              <a:t>TMT Monthly Update |  July 2026</a:t>
            </a:r>
            <a:endParaRPr lang="en-US"/>
          </a:p>
        </p:txBody>
      </p:sp>
      <p:sp>
        <p:nvSpPr>
          <p:cNvPr id="6" name="Slide Number Placeholder 5">
            <a:extLst>
              <a:ext uri="{FF2B5EF4-FFF2-40B4-BE49-F238E27FC236}">
                <a16:creationId xmlns:a16="http://schemas.microsoft.com/office/drawing/2014/main" id="{0977DCB7-EB08-EC5A-73FF-FB5F850C5C25}"/>
              </a:ext>
            </a:extLst>
          </p:cNvPr>
          <p:cNvSpPr>
            <a:spLocks noGrp="1"/>
          </p:cNvSpPr>
          <p:nvPr>
            <p:ph type="sldNum" sz="quarter" idx="21"/>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3429728264"/>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Divider Photo 2">
    <p:bg>
      <p:bgPr>
        <a:solidFill>
          <a:schemeClr val="bg1"/>
        </a:solidFill>
        <a:effectLst/>
      </p:bgPr>
    </p:bg>
    <p:spTree>
      <p:nvGrpSpPr>
        <p:cNvPr id="1" name=""/>
        <p:cNvGrpSpPr/>
        <p:nvPr/>
      </p:nvGrpSpPr>
      <p:grpSpPr>
        <a:xfrm>
          <a:off x="0" y="0"/>
          <a:ext cx="0" cy="0"/>
          <a:chOff x="0" y="0"/>
          <a:chExt cx="0" cy="0"/>
        </a:xfrm>
      </p:grpSpPr>
      <p:sp>
        <p:nvSpPr>
          <p:cNvPr id="2" name="Picture Placeholder 10">
            <a:extLst>
              <a:ext uri="{FF2B5EF4-FFF2-40B4-BE49-F238E27FC236}">
                <a16:creationId xmlns:a16="http://schemas.microsoft.com/office/drawing/2014/main" id="{8AD156C1-F91F-57E6-BFA6-A0059404D219}"/>
              </a:ext>
            </a:extLst>
          </p:cNvPr>
          <p:cNvSpPr>
            <a:spLocks noGrp="1"/>
          </p:cNvSpPr>
          <p:nvPr>
            <p:ph type="pic" sz="quarter" idx="13"/>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pPr marR="0" lvl="0" fontAlgn="auto">
              <a:spcAft>
                <a:spcPts val="0"/>
              </a:spcAft>
              <a:buClrTx/>
              <a:buSzTx/>
              <a:tabLst/>
            </a:pPr>
            <a:r>
              <a:rPr lang="en-US"/>
              <a:t>Click icon to add picture</a:t>
            </a:r>
          </a:p>
        </p:txBody>
      </p:sp>
      <p:grpSp>
        <p:nvGrpSpPr>
          <p:cNvPr id="5" name="Group 37">
            <a:extLst>
              <a:ext uri="{FF2B5EF4-FFF2-40B4-BE49-F238E27FC236}">
                <a16:creationId xmlns:a16="http://schemas.microsoft.com/office/drawing/2014/main" id="{C9B94365-8BFB-08C3-48DD-674452FC4C52}"/>
              </a:ext>
            </a:extLst>
          </p:cNvPr>
          <p:cNvGrpSpPr/>
          <p:nvPr userDrawn="1"/>
        </p:nvGrpSpPr>
        <p:grpSpPr>
          <a:xfrm>
            <a:off x="11770322" y="176700"/>
            <a:ext cx="260230" cy="240782"/>
            <a:chOff x="5481638" y="2859088"/>
            <a:chExt cx="1231900" cy="1139825"/>
          </a:xfrm>
          <a:solidFill>
            <a:schemeClr val="accent2"/>
          </a:solidFill>
        </p:grpSpPr>
        <p:sp>
          <p:nvSpPr>
            <p:cNvPr id="9" name="Freeform 320">
              <a:extLst>
                <a:ext uri="{FF2B5EF4-FFF2-40B4-BE49-F238E27FC236}">
                  <a16:creationId xmlns:a16="http://schemas.microsoft.com/office/drawing/2014/main" id="{0020C350-2BC5-A17D-A5E6-EA13BFC42B17}"/>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0" name="Freeform 321">
              <a:extLst>
                <a:ext uri="{FF2B5EF4-FFF2-40B4-BE49-F238E27FC236}">
                  <a16:creationId xmlns:a16="http://schemas.microsoft.com/office/drawing/2014/main" id="{28B234F9-ACCC-2C45-B3CB-831E6A0B609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8" name="Rectangle 7">
            <a:extLst>
              <a:ext uri="{FF2B5EF4-FFF2-40B4-BE49-F238E27FC236}">
                <a16:creationId xmlns:a16="http://schemas.microsoft.com/office/drawing/2014/main" id="{09BB1339-F341-E41B-4A76-E0462FDC1FEA}"/>
              </a:ext>
            </a:extLst>
          </p:cNvPr>
          <p:cNvSpPr/>
          <p:nvPr userDrawn="1"/>
        </p:nvSpPr>
        <p:spPr>
          <a:xfrm rot="16200000">
            <a:off x="-39275" y="3338999"/>
            <a:ext cx="6857998" cy="180000"/>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7" name="Text Placeholder 6">
            <a:extLst>
              <a:ext uri="{FF2B5EF4-FFF2-40B4-BE49-F238E27FC236}">
                <a16:creationId xmlns:a16="http://schemas.microsoft.com/office/drawing/2014/main" id="{52F5917D-61BC-41CF-A3CC-DAE6954137A8}"/>
              </a:ext>
            </a:extLst>
          </p:cNvPr>
          <p:cNvSpPr>
            <a:spLocks noGrp="1"/>
          </p:cNvSpPr>
          <p:nvPr>
            <p:ph type="body" sz="quarter" idx="17" hasCustomPrompt="1"/>
          </p:nvPr>
        </p:nvSpPr>
        <p:spPr>
          <a:xfrm rot="16200000">
            <a:off x="16363" y="538788"/>
            <a:ext cx="2368592" cy="2402182"/>
          </a:xfrm>
          <a:prstGeom prst="rect">
            <a:avLst/>
          </a:prstGeom>
        </p:spPr>
        <p:txBody>
          <a:bodyPr wrap="none" lIns="0" tIns="0" rIns="0" bIns="0" anchor="t" anchorCtr="0">
            <a:noAutofit/>
          </a:bodyPr>
          <a:lstStyle>
            <a:lvl1pPr>
              <a:defRPr lang="en-US" sz="16600" b="0" cap="none" spc="0" baseline="0" dirty="0">
                <a:solidFill>
                  <a:schemeClr val="tx1"/>
                </a:solidFill>
                <a:latin typeface="+mn-lt"/>
              </a:defRPr>
            </a:lvl1pPr>
          </a:lstStyle>
          <a:p>
            <a:pPr lvl="0">
              <a:spcBef>
                <a:spcPts val="0"/>
              </a:spcBef>
            </a:pPr>
            <a:r>
              <a:rPr lang="en-US"/>
              <a:t>01</a:t>
            </a:r>
          </a:p>
        </p:txBody>
      </p:sp>
      <p:sp>
        <p:nvSpPr>
          <p:cNvPr id="16" name="Text Placeholder 15">
            <a:extLst>
              <a:ext uri="{FF2B5EF4-FFF2-40B4-BE49-F238E27FC236}">
                <a16:creationId xmlns:a16="http://schemas.microsoft.com/office/drawing/2014/main" id="{00E372CD-CFED-4FF2-90F5-6A7F33D9ABAA}"/>
              </a:ext>
            </a:extLst>
          </p:cNvPr>
          <p:cNvSpPr>
            <a:spLocks noGrp="1"/>
          </p:cNvSpPr>
          <p:nvPr>
            <p:ph type="body" sz="quarter" idx="18" hasCustomPrompt="1"/>
          </p:nvPr>
        </p:nvSpPr>
        <p:spPr>
          <a:xfrm>
            <a:off x="4253696" y="1510496"/>
            <a:ext cx="7393343" cy="2887883"/>
          </a:xfrm>
          <a:prstGeom prst="rect">
            <a:avLst/>
          </a:prstGeom>
        </p:spPr>
        <p:txBody>
          <a:bodyPr>
            <a:noAutofit/>
          </a:bodyPr>
          <a:lstStyle>
            <a:lvl1pPr>
              <a:defRPr sz="4800">
                <a:solidFill>
                  <a:schemeClr val="tx1"/>
                </a:solidFill>
              </a:defRPr>
            </a:lvl1pPr>
            <a:lvl2pPr>
              <a:defRPr sz="3200">
                <a:solidFill>
                  <a:schemeClr val="bg1"/>
                </a:solidFill>
              </a:defRPr>
            </a:lvl2pPr>
            <a:lvl3pPr>
              <a:defRPr sz="3200">
                <a:solidFill>
                  <a:schemeClr val="bg1"/>
                </a:solidFill>
              </a:defRPr>
            </a:lvl3pPr>
            <a:lvl4pPr>
              <a:defRPr sz="3200">
                <a:solidFill>
                  <a:schemeClr val="bg1"/>
                </a:solidFill>
              </a:defRPr>
            </a:lvl4pPr>
            <a:lvl5pPr>
              <a:defRPr sz="3200">
                <a:solidFill>
                  <a:schemeClr val="bg1"/>
                </a:solidFill>
              </a:defRPr>
            </a:lvl5pPr>
          </a:lstStyle>
          <a:p>
            <a:pPr lvl="0"/>
            <a:r>
              <a:rPr lang="en-US"/>
              <a:t>Click to add text</a:t>
            </a:r>
          </a:p>
        </p:txBody>
      </p:sp>
      <p:sp>
        <p:nvSpPr>
          <p:cNvPr id="3" name="Speech Bubble: Rectangle with Corners Rounded 4">
            <a:extLst>
              <a:ext uri="{FF2B5EF4-FFF2-40B4-BE49-F238E27FC236}">
                <a16:creationId xmlns:a16="http://schemas.microsoft.com/office/drawing/2014/main" id="{EE03D0ED-81DA-BCDA-173E-2EE35F075C9D}"/>
              </a:ext>
            </a:extLst>
          </p:cNvPr>
          <p:cNvSpPr/>
          <p:nvPr userDrawn="1"/>
        </p:nvSpPr>
        <p:spPr>
          <a:xfrm>
            <a:off x="12491298" y="16042"/>
            <a:ext cx="1813426" cy="3885398"/>
          </a:xfrm>
          <a:prstGeom prst="rect">
            <a:avLst/>
          </a:prstGeom>
          <a:solidFill>
            <a:srgbClr val="FFFFFF"/>
          </a:solidFill>
          <a:ln w="12700" cap="flat" cmpd="sng" algn="ctr">
            <a:noFill/>
            <a:prstDash val="solid"/>
            <a:miter lim="800000"/>
          </a:ln>
          <a:effectLst/>
        </p:spPr>
        <p:txBody>
          <a:bodyPr lIns="180000" tIns="180000" rIns="180000"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pl-PL" sz="1400" b="1" i="0" u="none" strike="noStrike" kern="1200" cap="none" spc="0" normalizeH="0" baseline="0" noProof="0" err="1">
                <a:ln>
                  <a:noFill/>
                </a:ln>
                <a:solidFill>
                  <a:srgbClr val="000000"/>
                </a:solidFill>
                <a:effectLst/>
                <a:uLnTx/>
                <a:uFillTx/>
                <a:latin typeface="Ubuntu"/>
                <a:ea typeface="+mn-ea"/>
                <a:cs typeface="+mn-cs"/>
              </a:rPr>
              <a:t>Photography</a:t>
            </a:r>
            <a:endParaRPr kumimoji="0" lang="pl-PL" sz="1400" b="1" i="0" u="none" strike="noStrike" kern="1200" cap="none" spc="0" normalizeH="0" baseline="0" noProof="0">
              <a:ln>
                <a:noFill/>
              </a:ln>
              <a:solidFill>
                <a:srgbClr val="000000"/>
              </a:solidFill>
              <a:effectLst/>
              <a:uLnTx/>
              <a:uFillTx/>
              <a:latin typeface="Ubuntu"/>
              <a:ea typeface="+mn-ea"/>
              <a:cs typeface="+mn-cs"/>
            </a:endParaRPr>
          </a:p>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US" sz="1000" b="0" i="0" u="none" strike="noStrike" kern="1200" cap="none" spc="0" normalizeH="0" baseline="0" noProof="0">
                <a:ln>
                  <a:noFill/>
                </a:ln>
                <a:solidFill>
                  <a:srgbClr val="000000"/>
                </a:solidFill>
                <a:effectLst/>
                <a:uLnTx/>
                <a:uFillTx/>
                <a:latin typeface="Ubuntu"/>
                <a:ea typeface="+mn-ea"/>
                <a:cs typeface="+mn-cs"/>
              </a:rPr>
              <a:t>Photos inserted in this slide are given as example. Do not forget to </a:t>
            </a:r>
            <a:r>
              <a:rPr kumimoji="0" lang="en-US" sz="1000" b="1" i="0" u="none" strike="noStrike" kern="1200" cap="none" spc="0" normalizeH="0" baseline="0" noProof="0">
                <a:ln>
                  <a:noFill/>
                </a:ln>
                <a:solidFill>
                  <a:srgbClr val="000000"/>
                </a:solidFill>
                <a:effectLst/>
                <a:uLnTx/>
                <a:uFillTx/>
                <a:latin typeface="Ubuntu"/>
                <a:ea typeface="+mn-ea"/>
                <a:cs typeface="+mn-cs"/>
              </a:rPr>
              <a:t>change the photography</a:t>
            </a:r>
            <a:r>
              <a:rPr kumimoji="0" lang="en-US" sz="1000" b="0" i="0" u="none" strike="noStrike" kern="1200" cap="none" spc="0" normalizeH="0" baseline="0" noProof="0">
                <a:ln>
                  <a:noFill/>
                </a:ln>
                <a:solidFill>
                  <a:srgbClr val="000000"/>
                </a:solidFill>
                <a:effectLst/>
                <a:uLnTx/>
                <a:uFillTx/>
                <a:latin typeface="Ubuntu"/>
                <a:ea typeface="+mn-ea"/>
                <a:cs typeface="+mn-cs"/>
              </a:rPr>
              <a:t> to better match your content.</a:t>
            </a:r>
          </a:p>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US" sz="1000" b="0" i="0" u="none" strike="noStrike" kern="1200" cap="none" spc="0" normalizeH="0" baseline="0" noProof="0">
                <a:ln>
                  <a:noFill/>
                </a:ln>
                <a:solidFill>
                  <a:srgbClr val="000000"/>
                </a:solidFill>
                <a:effectLst/>
                <a:uLnTx/>
                <a:uFillTx/>
                <a:latin typeface="Ubuntu"/>
                <a:ea typeface="+mn-ea"/>
                <a:cs typeface="+mn-cs"/>
              </a:rPr>
              <a:t>Right click on the picture or picture placeholder to change/insert a photo.</a:t>
            </a:r>
          </a:p>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US" sz="1000" b="0" i="0" u="none" strike="noStrike" kern="1200" cap="none" spc="0" normalizeH="0" baseline="0" noProof="0">
                <a:ln>
                  <a:noFill/>
                </a:ln>
                <a:solidFill>
                  <a:srgbClr val="000000"/>
                </a:solidFill>
                <a:effectLst/>
                <a:uLnTx/>
                <a:uFillTx/>
                <a:latin typeface="Ubuntu"/>
                <a:ea typeface="+mn-ea"/>
                <a:cs typeface="+mn-cs"/>
              </a:rPr>
              <a:t>Where to find photography:</a:t>
            </a:r>
          </a:p>
          <a:p>
            <a:pPr marL="180975" marR="0" lvl="0" indent="-180975"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Ubuntu"/>
                <a:ea typeface="+mn-ea"/>
                <a:cs typeface="+mn-cs"/>
                <a:hlinkClick r:id="rId2"/>
              </a:rPr>
              <a:t>Photo library</a:t>
            </a:r>
            <a:endParaRPr kumimoji="0" lang="en-US" sz="1000" b="0" i="0" u="none" strike="noStrike" kern="1200" cap="none" spc="0" normalizeH="0" baseline="0" noProof="0">
              <a:ln>
                <a:noFill/>
              </a:ln>
              <a:solidFill>
                <a:srgbClr val="000000"/>
              </a:solidFill>
              <a:effectLst/>
              <a:uLnTx/>
              <a:uFillTx/>
              <a:latin typeface="Ubuntu"/>
              <a:ea typeface="+mn-ea"/>
              <a:cs typeface="+mn-cs"/>
            </a:endParaRPr>
          </a:p>
          <a:p>
            <a:pPr marL="180975" marR="0" lvl="0" indent="-180975"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Ubuntu"/>
                <a:ea typeface="+mn-ea"/>
                <a:cs typeface="+mn-cs"/>
              </a:rPr>
              <a:t>Under Getty images (Recommended), Shutterstock, Adobe images license (check with your M&amp;C or design team)</a:t>
            </a:r>
          </a:p>
        </p:txBody>
      </p:sp>
      <p:sp>
        <p:nvSpPr>
          <p:cNvPr id="4" name="Date Placeholder 3">
            <a:extLst>
              <a:ext uri="{FF2B5EF4-FFF2-40B4-BE49-F238E27FC236}">
                <a16:creationId xmlns:a16="http://schemas.microsoft.com/office/drawing/2014/main" id="{56929497-8122-9A44-6DDD-AD4C0F8B2084}"/>
              </a:ext>
            </a:extLst>
          </p:cNvPr>
          <p:cNvSpPr>
            <a:spLocks noGrp="1"/>
          </p:cNvSpPr>
          <p:nvPr>
            <p:ph type="dt" sz="half" idx="19"/>
          </p:nvPr>
        </p:nvSpPr>
        <p:spPr/>
        <p:txBody>
          <a:bodyPr/>
          <a:lstStyle/>
          <a:p>
            <a:pPr>
              <a:spcBef>
                <a:spcPts val="1000"/>
              </a:spcBef>
              <a:buFont typeface="Arial" panose="020B0604020202020204" pitchFamily="34" charset="0"/>
              <a:buNone/>
            </a:pPr>
            <a:r>
              <a:rPr lang="de-DE"/>
              <a:t>© Capgemini 2026. All rights reserved.</a:t>
            </a:r>
            <a:endParaRPr lang="en-US"/>
          </a:p>
        </p:txBody>
      </p:sp>
      <p:sp>
        <p:nvSpPr>
          <p:cNvPr id="6" name="Footer Placeholder 5">
            <a:extLst>
              <a:ext uri="{FF2B5EF4-FFF2-40B4-BE49-F238E27FC236}">
                <a16:creationId xmlns:a16="http://schemas.microsoft.com/office/drawing/2014/main" id="{F00853BC-BEFF-4053-AD58-C0C6CB7301CA}"/>
              </a:ext>
            </a:extLst>
          </p:cNvPr>
          <p:cNvSpPr>
            <a:spLocks noGrp="1"/>
          </p:cNvSpPr>
          <p:nvPr>
            <p:ph type="ftr" sz="quarter" idx="20"/>
          </p:nvPr>
        </p:nvSpPr>
        <p:spPr>
          <a:xfrm>
            <a:off x="550863" y="6650661"/>
            <a:ext cx="4716524" cy="123111"/>
          </a:xfrm>
          <a:prstGeom prst="rect">
            <a:avLst/>
          </a:prstGeom>
        </p:spPr>
        <p:txBody>
          <a:bodyPr/>
          <a:lstStyle/>
          <a:p>
            <a:pPr>
              <a:spcBef>
                <a:spcPts val="1000"/>
              </a:spcBef>
              <a:buFont typeface="Arial" panose="020B0604020202020204" pitchFamily="34" charset="0"/>
              <a:buNone/>
            </a:pPr>
            <a:r>
              <a:rPr lang="en-IN"/>
              <a:t>TMT Monthly Update |  July 2026</a:t>
            </a:r>
            <a:endParaRPr lang="en-US"/>
          </a:p>
        </p:txBody>
      </p:sp>
      <p:sp>
        <p:nvSpPr>
          <p:cNvPr id="14" name="Slide Number Placeholder 13">
            <a:extLst>
              <a:ext uri="{FF2B5EF4-FFF2-40B4-BE49-F238E27FC236}">
                <a16:creationId xmlns:a16="http://schemas.microsoft.com/office/drawing/2014/main" id="{715D5173-A014-ABE6-88BB-A9337A5DDDB5}"/>
              </a:ext>
            </a:extLst>
          </p:cNvPr>
          <p:cNvSpPr>
            <a:spLocks noGrp="1"/>
          </p:cNvSpPr>
          <p:nvPr>
            <p:ph type="sldNum" sz="quarter" idx="21"/>
          </p:nvPr>
        </p:nvSpPr>
        <p:spPr/>
        <p:txBody>
          <a:bodyPr/>
          <a:lstStyle/>
          <a:p>
            <a:pPr algn="r"/>
            <a:fld id="{5D9A5160-6218-4E5A-B9E6-B93E3DAE377C}" type="slidenum">
              <a:rPr lang="en-US" smtClean="0"/>
              <a:pPr algn="r"/>
              <a:t>‹#›</a:t>
            </a:fld>
            <a:endParaRPr lang="en-US"/>
          </a:p>
        </p:txBody>
      </p:sp>
      <p:sp>
        <p:nvSpPr>
          <p:cNvPr id="11" name="Rectangle 10">
            <a:extLst>
              <a:ext uri="{FF2B5EF4-FFF2-40B4-BE49-F238E27FC236}">
                <a16:creationId xmlns:a16="http://schemas.microsoft.com/office/drawing/2014/main" id="{190FC051-73AA-5E52-1C20-DD54D806C2CE}"/>
              </a:ext>
            </a:extLst>
          </p:cNvPr>
          <p:cNvSpPr/>
          <p:nvPr userDrawn="1"/>
        </p:nvSpPr>
        <p:spPr>
          <a:xfrm>
            <a:off x="8380317" y="6650661"/>
            <a:ext cx="1427434" cy="123111"/>
          </a:xfrm>
          <a:prstGeom prst="rect">
            <a:avLst/>
          </a:prstGeom>
        </p:spPr>
        <p:txBody>
          <a:bodyPr wrap="none" lIns="0" tIns="0" rIns="0" bIns="0" anchor="ctr" anchorCtr="0">
            <a:noAutofit/>
          </a:bodyPr>
          <a:lstStyle/>
          <a:p>
            <a:pPr marL="0" marR="0" lvl="0" indent="0" algn="r" defTabSz="91440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pl-PL" sz="800" b="0" i="0" u="none" strike="noStrike" kern="0" cap="none" spc="0" normalizeH="0" baseline="0" noProof="0">
                <a:ln>
                  <a:noFill/>
                </a:ln>
                <a:solidFill>
                  <a:srgbClr val="FFFFFF">
                    <a:lumMod val="65000"/>
                  </a:srgbClr>
                </a:solidFill>
                <a:effectLst/>
                <a:uLnTx/>
                <a:uFillTx/>
              </a:rPr>
              <a:t>Company Confidential</a:t>
            </a:r>
            <a:endParaRPr kumimoji="0" lang="en-PL" sz="800" b="0" i="0" u="none" strike="noStrike" kern="0" cap="none" spc="0" normalizeH="0" baseline="0" noProof="0">
              <a:ln>
                <a:noFill/>
              </a:ln>
              <a:solidFill>
                <a:srgbClr val="FFFFFF">
                  <a:lumMod val="65000"/>
                </a:srgbClr>
              </a:solidFill>
              <a:effectLst/>
              <a:uLnTx/>
              <a:uFillTx/>
            </a:endParaRPr>
          </a:p>
        </p:txBody>
      </p:sp>
    </p:spTree>
    <p:extLst>
      <p:ext uri="{BB962C8B-B14F-4D97-AF65-F5344CB8AC3E}">
        <p14:creationId xmlns:p14="http://schemas.microsoft.com/office/powerpoint/2010/main" val="2628706534"/>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p:cSld name="Content Blank">
    <p:bg>
      <p:bgPr>
        <a:solidFill>
          <a:schemeClr val="bg1"/>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D05BE089-2489-3604-1BFA-99F26E2657A3}"/>
              </a:ext>
            </a:extLst>
          </p:cNvPr>
          <p:cNvSpPr>
            <a:spLocks noGrp="1"/>
          </p:cNvSpPr>
          <p:nvPr>
            <p:ph type="dt" sz="half" idx="10"/>
          </p:nvPr>
        </p:nvSpPr>
        <p:spPr/>
        <p:txBody>
          <a:bodyPr/>
          <a:lstStyle/>
          <a:p>
            <a:pPr>
              <a:spcBef>
                <a:spcPts val="1000"/>
              </a:spcBef>
              <a:buFont typeface="Arial" panose="020B0604020202020204" pitchFamily="34" charset="0"/>
              <a:buNone/>
            </a:pPr>
            <a:r>
              <a:rPr lang="de-DE"/>
              <a:t>© Capgemini 2026. All rights reserved.</a:t>
            </a:r>
            <a:endParaRPr lang="en-US"/>
          </a:p>
        </p:txBody>
      </p:sp>
      <p:sp>
        <p:nvSpPr>
          <p:cNvPr id="4" name="Footer Placeholder 3">
            <a:extLst>
              <a:ext uri="{FF2B5EF4-FFF2-40B4-BE49-F238E27FC236}">
                <a16:creationId xmlns:a16="http://schemas.microsoft.com/office/drawing/2014/main" id="{27DD8718-6D0F-15C6-4CBD-55C472C3C492}"/>
              </a:ext>
            </a:extLst>
          </p:cNvPr>
          <p:cNvSpPr>
            <a:spLocks noGrp="1"/>
          </p:cNvSpPr>
          <p:nvPr>
            <p:ph type="ftr" sz="quarter" idx="11"/>
          </p:nvPr>
        </p:nvSpPr>
        <p:spPr>
          <a:xfrm>
            <a:off x="550863" y="6650661"/>
            <a:ext cx="4716524" cy="123111"/>
          </a:xfrm>
          <a:prstGeom prst="rect">
            <a:avLst/>
          </a:prstGeom>
        </p:spPr>
        <p:txBody>
          <a:bodyPr/>
          <a:lstStyle/>
          <a:p>
            <a:pPr>
              <a:spcBef>
                <a:spcPts val="1000"/>
              </a:spcBef>
              <a:buFont typeface="Arial" panose="020B0604020202020204" pitchFamily="34" charset="0"/>
              <a:buNone/>
            </a:pPr>
            <a:r>
              <a:rPr lang="en-IN"/>
              <a:t>TMT Monthly Update |  July 2026</a:t>
            </a:r>
            <a:endParaRPr lang="en-US"/>
          </a:p>
        </p:txBody>
      </p:sp>
      <p:sp>
        <p:nvSpPr>
          <p:cNvPr id="6" name="Slide Number Placeholder 5">
            <a:extLst>
              <a:ext uri="{FF2B5EF4-FFF2-40B4-BE49-F238E27FC236}">
                <a16:creationId xmlns:a16="http://schemas.microsoft.com/office/drawing/2014/main" id="{A98A8975-BB8E-4570-BA8F-A91834025269}"/>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691022209"/>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Content Title Only">
    <p:spTree>
      <p:nvGrpSpPr>
        <p:cNvPr id="1" name=""/>
        <p:cNvGrpSpPr/>
        <p:nvPr/>
      </p:nvGrpSpPr>
      <p:grpSpPr>
        <a:xfrm>
          <a:off x="0" y="0"/>
          <a:ext cx="0" cy="0"/>
          <a:chOff x="0" y="0"/>
          <a:chExt cx="0" cy="0"/>
        </a:xfrm>
      </p:grpSpPr>
      <p:sp>
        <p:nvSpPr>
          <p:cNvPr id="5" name="Title Placeholder 4">
            <a:extLst>
              <a:ext uri="{FF2B5EF4-FFF2-40B4-BE49-F238E27FC236}">
                <a16:creationId xmlns:a16="http://schemas.microsoft.com/office/drawing/2014/main" id="{BE487657-0883-7612-E021-FE58E865E605}"/>
              </a:ext>
            </a:extLst>
          </p:cNvPr>
          <p:cNvSpPr>
            <a:spLocks noGrp="1"/>
          </p:cNvSpPr>
          <p:nvPr>
            <p:ph type="title"/>
          </p:nvPr>
        </p:nvSpPr>
        <p:spPr>
          <a:xfrm>
            <a:off x="551384" y="549274"/>
            <a:ext cx="11089754" cy="1079526"/>
          </a:xfrm>
          <a:prstGeom prst="rect">
            <a:avLst/>
          </a:prstGeom>
        </p:spPr>
        <p:txBody>
          <a:bodyPr vert="horz" lIns="0" tIns="0" rIns="0" bIns="180000" rtlCol="0" anchor="t" anchorCtr="0">
            <a:noAutofit/>
          </a:bodyPr>
          <a:lstStyle/>
          <a:p>
            <a:r>
              <a:rPr lang="en-US"/>
              <a:t>Click to edit Master title style</a:t>
            </a:r>
            <a:endParaRPr lang="de-DE"/>
          </a:p>
        </p:txBody>
      </p:sp>
      <p:sp>
        <p:nvSpPr>
          <p:cNvPr id="2" name="Date Placeholder 1">
            <a:extLst>
              <a:ext uri="{FF2B5EF4-FFF2-40B4-BE49-F238E27FC236}">
                <a16:creationId xmlns:a16="http://schemas.microsoft.com/office/drawing/2014/main" id="{BEDB0147-F7F5-E546-1ECA-83A31B190AA4}"/>
              </a:ext>
            </a:extLst>
          </p:cNvPr>
          <p:cNvSpPr>
            <a:spLocks noGrp="1"/>
          </p:cNvSpPr>
          <p:nvPr>
            <p:ph type="dt" sz="half" idx="10"/>
          </p:nvPr>
        </p:nvSpPr>
        <p:spPr/>
        <p:txBody>
          <a:bodyPr/>
          <a:lstStyle/>
          <a:p>
            <a:pPr>
              <a:spcBef>
                <a:spcPts val="1000"/>
              </a:spcBef>
              <a:buFont typeface="Arial" panose="020B0604020202020204" pitchFamily="34" charset="0"/>
              <a:buNone/>
            </a:pPr>
            <a:r>
              <a:rPr lang="de-DE"/>
              <a:t>© Capgemini 2026. All rights reserved.</a:t>
            </a:r>
            <a:endParaRPr lang="en-US"/>
          </a:p>
        </p:txBody>
      </p:sp>
      <p:sp>
        <p:nvSpPr>
          <p:cNvPr id="3" name="Footer Placeholder 2">
            <a:extLst>
              <a:ext uri="{FF2B5EF4-FFF2-40B4-BE49-F238E27FC236}">
                <a16:creationId xmlns:a16="http://schemas.microsoft.com/office/drawing/2014/main" id="{E2061504-2F2B-9C02-1CC7-E602D4D0BAFF}"/>
              </a:ext>
            </a:extLst>
          </p:cNvPr>
          <p:cNvSpPr>
            <a:spLocks noGrp="1"/>
          </p:cNvSpPr>
          <p:nvPr>
            <p:ph type="ftr" sz="quarter" idx="11"/>
          </p:nvPr>
        </p:nvSpPr>
        <p:spPr>
          <a:xfrm>
            <a:off x="550863" y="6650661"/>
            <a:ext cx="4716524" cy="123111"/>
          </a:xfrm>
          <a:prstGeom prst="rect">
            <a:avLst/>
          </a:prstGeom>
        </p:spPr>
        <p:txBody>
          <a:bodyPr/>
          <a:lstStyle/>
          <a:p>
            <a:pPr>
              <a:spcBef>
                <a:spcPts val="1000"/>
              </a:spcBef>
              <a:buFont typeface="Arial" panose="020B0604020202020204" pitchFamily="34" charset="0"/>
              <a:buNone/>
            </a:pPr>
            <a:r>
              <a:rPr lang="en-IN"/>
              <a:t>TMT Monthly Update |  July 2026</a:t>
            </a:r>
            <a:endParaRPr lang="en-US"/>
          </a:p>
        </p:txBody>
      </p:sp>
      <p:sp>
        <p:nvSpPr>
          <p:cNvPr id="4" name="Slide Number Placeholder 3">
            <a:extLst>
              <a:ext uri="{FF2B5EF4-FFF2-40B4-BE49-F238E27FC236}">
                <a16:creationId xmlns:a16="http://schemas.microsoft.com/office/drawing/2014/main" id="{60B082C7-F6F9-9466-6D2B-2587514764F0}"/>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1943112870"/>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Content 1 Short">
    <p:spTree>
      <p:nvGrpSpPr>
        <p:cNvPr id="1" name=""/>
        <p:cNvGrpSpPr/>
        <p:nvPr/>
      </p:nvGrpSpPr>
      <p:grpSpPr>
        <a:xfrm>
          <a:off x="0" y="0"/>
          <a:ext cx="0" cy="0"/>
          <a:chOff x="0" y="0"/>
          <a:chExt cx="0" cy="0"/>
        </a:xfrm>
      </p:grpSpPr>
      <p:sp>
        <p:nvSpPr>
          <p:cNvPr id="11" name="Text Placeholder 9">
            <a:extLst>
              <a:ext uri="{FF2B5EF4-FFF2-40B4-BE49-F238E27FC236}">
                <a16:creationId xmlns:a16="http://schemas.microsoft.com/office/drawing/2014/main" id="{0D6E650F-BA4C-6AA4-9148-F570EFB99F38}"/>
              </a:ext>
            </a:extLst>
          </p:cNvPr>
          <p:cNvSpPr>
            <a:spLocks noGrp="1"/>
          </p:cNvSpPr>
          <p:nvPr>
            <p:ph type="body" sz="quarter" idx="22"/>
          </p:nvPr>
        </p:nvSpPr>
        <p:spPr>
          <a:xfrm>
            <a:off x="550863" y="1262636"/>
            <a:ext cx="11089753" cy="307777"/>
          </a:xfrm>
          <a:prstGeom prst="rect">
            <a:avLst/>
          </a:prstGeom>
        </p:spPr>
        <p:txBody>
          <a:bodyPr wrap="square">
            <a:spAutoFit/>
          </a:bodyPr>
          <a:lstStyle>
            <a:lvl1pPr>
              <a:defRPr sz="2000" b="0">
                <a:solidFill>
                  <a:schemeClr val="tx2"/>
                </a:solidFill>
                <a:latin typeface="+mj-lt"/>
              </a:defRPr>
            </a:lvl1pPr>
          </a:lstStyle>
          <a:p>
            <a:pPr lvl="0"/>
            <a:r>
              <a:rPr lang="en-US"/>
              <a:t>Click to edit Master text styles</a:t>
            </a:r>
          </a:p>
        </p:txBody>
      </p:sp>
      <p:sp>
        <p:nvSpPr>
          <p:cNvPr id="15" name="Title Placeholder 4">
            <a:extLst>
              <a:ext uri="{FF2B5EF4-FFF2-40B4-BE49-F238E27FC236}">
                <a16:creationId xmlns:a16="http://schemas.microsoft.com/office/drawing/2014/main" id="{4EABAE20-7587-A21B-7895-F96D851E869C}"/>
              </a:ext>
            </a:extLst>
          </p:cNvPr>
          <p:cNvSpPr>
            <a:spLocks noGrp="1"/>
          </p:cNvSpPr>
          <p:nvPr>
            <p:ph type="title"/>
          </p:nvPr>
        </p:nvSpPr>
        <p:spPr>
          <a:xfrm>
            <a:off x="551384" y="549274"/>
            <a:ext cx="11089754" cy="536428"/>
          </a:xfrm>
          <a:prstGeom prst="rect">
            <a:avLst/>
          </a:prstGeom>
        </p:spPr>
        <p:txBody>
          <a:bodyPr vert="horz" lIns="0" tIns="0" rIns="0" bIns="180000" rtlCol="0" anchor="t" anchorCtr="0">
            <a:noAutofit/>
          </a:bodyPr>
          <a:lstStyle/>
          <a:p>
            <a:r>
              <a:rPr lang="en-US"/>
              <a:t>Click to edit Master title style</a:t>
            </a:r>
            <a:endParaRPr lang="de-DE"/>
          </a:p>
        </p:txBody>
      </p:sp>
      <p:sp>
        <p:nvSpPr>
          <p:cNvPr id="7" name="Content Placeholder 6">
            <a:extLst>
              <a:ext uri="{FF2B5EF4-FFF2-40B4-BE49-F238E27FC236}">
                <a16:creationId xmlns:a16="http://schemas.microsoft.com/office/drawing/2014/main" id="{A320DC52-8920-F5AC-B2AD-14CD4F9C93F2}"/>
              </a:ext>
            </a:extLst>
          </p:cNvPr>
          <p:cNvSpPr>
            <a:spLocks noGrp="1"/>
          </p:cNvSpPr>
          <p:nvPr>
            <p:ph sz="quarter" idx="27"/>
          </p:nvPr>
        </p:nvSpPr>
        <p:spPr>
          <a:xfrm>
            <a:off x="550863" y="2004165"/>
            <a:ext cx="11090275" cy="43156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2" name="Date Placeholder 1">
            <a:extLst>
              <a:ext uri="{FF2B5EF4-FFF2-40B4-BE49-F238E27FC236}">
                <a16:creationId xmlns:a16="http://schemas.microsoft.com/office/drawing/2014/main" id="{4E198541-996D-4742-6D67-379E11AF290D}"/>
              </a:ext>
            </a:extLst>
          </p:cNvPr>
          <p:cNvSpPr>
            <a:spLocks noGrp="1"/>
          </p:cNvSpPr>
          <p:nvPr>
            <p:ph type="dt" sz="half" idx="28"/>
          </p:nvPr>
        </p:nvSpPr>
        <p:spPr/>
        <p:txBody>
          <a:bodyPr/>
          <a:lstStyle/>
          <a:p>
            <a:pPr>
              <a:spcBef>
                <a:spcPts val="1000"/>
              </a:spcBef>
              <a:buFont typeface="Arial" panose="020B0604020202020204" pitchFamily="34" charset="0"/>
              <a:buNone/>
            </a:pPr>
            <a:r>
              <a:rPr lang="de-DE"/>
              <a:t>© Capgemini 2026. All rights reserved.</a:t>
            </a:r>
            <a:endParaRPr lang="en-US"/>
          </a:p>
        </p:txBody>
      </p:sp>
      <p:sp>
        <p:nvSpPr>
          <p:cNvPr id="3" name="Footer Placeholder 2">
            <a:extLst>
              <a:ext uri="{FF2B5EF4-FFF2-40B4-BE49-F238E27FC236}">
                <a16:creationId xmlns:a16="http://schemas.microsoft.com/office/drawing/2014/main" id="{59F35644-65A7-8EE7-E0D8-FA874DF64A29}"/>
              </a:ext>
            </a:extLst>
          </p:cNvPr>
          <p:cNvSpPr>
            <a:spLocks noGrp="1"/>
          </p:cNvSpPr>
          <p:nvPr>
            <p:ph type="ftr" sz="quarter" idx="29"/>
          </p:nvPr>
        </p:nvSpPr>
        <p:spPr>
          <a:xfrm>
            <a:off x="550863" y="6650661"/>
            <a:ext cx="4716524" cy="123111"/>
          </a:xfrm>
          <a:prstGeom prst="rect">
            <a:avLst/>
          </a:prstGeom>
        </p:spPr>
        <p:txBody>
          <a:bodyPr/>
          <a:lstStyle/>
          <a:p>
            <a:pPr>
              <a:spcBef>
                <a:spcPts val="1000"/>
              </a:spcBef>
              <a:buFont typeface="Arial" panose="020B0604020202020204" pitchFamily="34" charset="0"/>
              <a:buNone/>
            </a:pPr>
            <a:r>
              <a:rPr lang="en-IN"/>
              <a:t>TMT Monthly Update |  July 2026</a:t>
            </a:r>
            <a:endParaRPr lang="en-US"/>
          </a:p>
        </p:txBody>
      </p:sp>
      <p:sp>
        <p:nvSpPr>
          <p:cNvPr id="4" name="Slide Number Placeholder 3">
            <a:extLst>
              <a:ext uri="{FF2B5EF4-FFF2-40B4-BE49-F238E27FC236}">
                <a16:creationId xmlns:a16="http://schemas.microsoft.com/office/drawing/2014/main" id="{05CAD259-D8D7-3EB2-D733-29D374358DB3}"/>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3508261294"/>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showMasterSp="0" preserve="1">
  <p:cSld name="Title Slide 1">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269F39D-C2C8-CD10-FC79-E8DF4011DD81}"/>
              </a:ext>
            </a:extLst>
          </p:cNvPr>
          <p:cNvSpPr/>
          <p:nvPr/>
        </p:nvSpPr>
        <p:spPr>
          <a:xfrm>
            <a:off x="0" y="0"/>
            <a:ext cx="8904287" cy="6858000"/>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3" name="Group 2">
            <a:extLst>
              <a:ext uri="{FF2B5EF4-FFF2-40B4-BE49-F238E27FC236}">
                <a16:creationId xmlns:a16="http://schemas.microsoft.com/office/drawing/2014/main" id="{E1F341D8-9871-3E87-0C47-63724CC68DAF}"/>
              </a:ext>
            </a:extLst>
          </p:cNvPr>
          <p:cNvGrpSpPr>
            <a:grpSpLocks noChangeAspect="1"/>
          </p:cNvGrpSpPr>
          <p:nvPr/>
        </p:nvGrpSpPr>
        <p:grpSpPr>
          <a:xfrm>
            <a:off x="9912013" y="409248"/>
            <a:ext cx="1872000" cy="420870"/>
            <a:chOff x="5094083" y="5360390"/>
            <a:chExt cx="3039349" cy="683316"/>
          </a:xfrm>
          <a:solidFill>
            <a:schemeClr val="tx2"/>
          </a:solidFill>
        </p:grpSpPr>
        <p:sp>
          <p:nvSpPr>
            <p:cNvPr id="14" name="Freeform: Shape 4">
              <a:extLst>
                <a:ext uri="{FF2B5EF4-FFF2-40B4-BE49-F238E27FC236}">
                  <a16:creationId xmlns:a16="http://schemas.microsoft.com/office/drawing/2014/main" id="{2608921F-B565-8FD4-583E-9DA9BDDB5334}"/>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15" name="Freeform: Shape 5">
              <a:extLst>
                <a:ext uri="{FF2B5EF4-FFF2-40B4-BE49-F238E27FC236}">
                  <a16:creationId xmlns:a16="http://schemas.microsoft.com/office/drawing/2014/main" id="{59393CFC-3187-9068-EACC-9DD97F450CB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20" name="Freeform: Shape 6">
              <a:extLst>
                <a:ext uri="{FF2B5EF4-FFF2-40B4-BE49-F238E27FC236}">
                  <a16:creationId xmlns:a16="http://schemas.microsoft.com/office/drawing/2014/main" id="{F2454DD1-23F6-150E-C46D-96FB7C5FC4D3}"/>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21" name="Freeform: Shape 7">
              <a:extLst>
                <a:ext uri="{FF2B5EF4-FFF2-40B4-BE49-F238E27FC236}">
                  <a16:creationId xmlns:a16="http://schemas.microsoft.com/office/drawing/2014/main" id="{34B65355-DFA8-1685-F338-14C9D76CCDEF}"/>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22" name="Freeform: Shape 8">
              <a:extLst>
                <a:ext uri="{FF2B5EF4-FFF2-40B4-BE49-F238E27FC236}">
                  <a16:creationId xmlns:a16="http://schemas.microsoft.com/office/drawing/2014/main" id="{DF15E081-4331-E828-08B5-2291332FD146}"/>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23" name="Rectangle 22">
            <a:extLst>
              <a:ext uri="{FF2B5EF4-FFF2-40B4-BE49-F238E27FC236}">
                <a16:creationId xmlns:a16="http://schemas.microsoft.com/office/drawing/2014/main" id="{7D66C3DE-7CB2-8D02-1EF9-E3C8E4BFAA90}"/>
              </a:ext>
            </a:extLst>
          </p:cNvPr>
          <p:cNvSpPr/>
          <p:nvPr/>
        </p:nvSpPr>
        <p:spPr>
          <a:xfrm rot="16200000">
            <a:off x="5403547"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 name="Title 1">
            <a:extLst>
              <a:ext uri="{FF2B5EF4-FFF2-40B4-BE49-F238E27FC236}">
                <a16:creationId xmlns:a16="http://schemas.microsoft.com/office/drawing/2014/main" id="{FE5276F6-E981-8407-5AD7-E85838815E5A}"/>
              </a:ext>
            </a:extLst>
          </p:cNvPr>
          <p:cNvSpPr>
            <a:spLocks noGrp="1"/>
          </p:cNvSpPr>
          <p:nvPr>
            <p:ph type="title"/>
          </p:nvPr>
        </p:nvSpPr>
        <p:spPr>
          <a:xfrm>
            <a:off x="445713" y="980728"/>
            <a:ext cx="7313049" cy="4104456"/>
          </a:xfrm>
        </p:spPr>
        <p:txBody>
          <a:bodyPr vert="horz" lIns="0" tIns="0" rIns="0" bIns="126000" rtlCol="0" anchor="b" anchorCtr="0">
            <a:noAutofit/>
          </a:bodyPr>
          <a:lstStyle>
            <a:lvl1pPr>
              <a:defRPr lang="en-PL" sz="7200" dirty="0">
                <a:solidFill>
                  <a:schemeClr val="bg2"/>
                </a:solidFill>
                <a:latin typeface="Ubuntu Light" panose="020B0304030602030204" pitchFamily="34" charset="0"/>
              </a:defRPr>
            </a:lvl1pPr>
          </a:lstStyle>
          <a:p>
            <a:pPr lvl="0"/>
            <a:r>
              <a:rPr lang="en-US"/>
              <a:t>Click to edit Master title style</a:t>
            </a:r>
            <a:endParaRPr lang="en-PL"/>
          </a:p>
        </p:txBody>
      </p:sp>
      <p:sp>
        <p:nvSpPr>
          <p:cNvPr id="4" name="Text Placeholder 3">
            <a:extLst>
              <a:ext uri="{FF2B5EF4-FFF2-40B4-BE49-F238E27FC236}">
                <a16:creationId xmlns:a16="http://schemas.microsoft.com/office/drawing/2014/main" id="{710D5C00-226E-1369-C48F-FBB9D0A2D267}"/>
              </a:ext>
            </a:extLst>
          </p:cNvPr>
          <p:cNvSpPr>
            <a:spLocks noGrp="1"/>
          </p:cNvSpPr>
          <p:nvPr>
            <p:ph type="body" sz="quarter" idx="10" hasCustomPrompt="1"/>
          </p:nvPr>
        </p:nvSpPr>
        <p:spPr>
          <a:xfrm>
            <a:off x="445713" y="5131138"/>
            <a:ext cx="6479535" cy="215444"/>
          </a:xfrm>
          <a:prstGeom prst="rect">
            <a:avLst/>
          </a:prstGeom>
        </p:spPr>
        <p:txBody>
          <a:bodyPr/>
          <a:lstStyle>
            <a:lvl1pPr>
              <a:defRPr lang="en-GB" sz="1700" b="1"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
        <p:nvSpPr>
          <p:cNvPr id="6" name="Text Placeholder 3">
            <a:extLst>
              <a:ext uri="{FF2B5EF4-FFF2-40B4-BE49-F238E27FC236}">
                <a16:creationId xmlns:a16="http://schemas.microsoft.com/office/drawing/2014/main" id="{141DE9FA-300D-BBCE-A5BC-ECE60B3F1F61}"/>
              </a:ext>
            </a:extLst>
          </p:cNvPr>
          <p:cNvSpPr>
            <a:spLocks noGrp="1"/>
          </p:cNvSpPr>
          <p:nvPr>
            <p:ph type="body" sz="quarter" idx="11" hasCustomPrompt="1"/>
          </p:nvPr>
        </p:nvSpPr>
        <p:spPr>
          <a:xfrm>
            <a:off x="445713" y="5715912"/>
            <a:ext cx="6479535" cy="215444"/>
          </a:xfrm>
          <a:prstGeom prst="rect">
            <a:avLst/>
          </a:prstGeom>
        </p:spPr>
        <p:txBody>
          <a:bodyPr/>
          <a:lstStyle>
            <a:lvl1pPr>
              <a:defRPr lang="en-GB" sz="1400"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Tree>
    <p:extLst>
      <p:ext uri="{BB962C8B-B14F-4D97-AF65-F5344CB8AC3E}">
        <p14:creationId xmlns:p14="http://schemas.microsoft.com/office/powerpoint/2010/main" val="3206063805"/>
      </p:ext>
    </p:extLst>
  </p:cSld>
  <p:clrMapOvr>
    <a:masterClrMapping/>
  </p:clrMapOvr>
  <p:hf sldNum="0" hdr="0" ftr="0" dt="0"/>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112.xml><?xml version="1.0" encoding="utf-8"?>
<p:sldLayout xmlns:a="http://schemas.openxmlformats.org/drawingml/2006/main" xmlns:r="http://schemas.openxmlformats.org/officeDocument/2006/relationships" xmlns:p="http://schemas.openxmlformats.org/presentationml/2006/main" showMasterSp="0" preserve="1">
  <p:cSld name="Title Slide Logo Cut">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276F6-E981-8407-5AD7-E85838815E5A}"/>
              </a:ext>
            </a:extLst>
          </p:cNvPr>
          <p:cNvSpPr>
            <a:spLocks noGrp="1"/>
          </p:cNvSpPr>
          <p:nvPr>
            <p:ph type="title"/>
          </p:nvPr>
        </p:nvSpPr>
        <p:spPr>
          <a:xfrm>
            <a:off x="2765723" y="1489457"/>
            <a:ext cx="6480175" cy="1677988"/>
          </a:xfrm>
          <a:noFill/>
        </p:spPr>
        <p:txBody>
          <a:bodyPr anchor="b"/>
          <a:lstStyle>
            <a:lvl1pPr algn="ctr">
              <a:defRPr kumimoji="0" lang="en-PL" sz="5400" b="0" i="0" u="none" strike="noStrike" kern="1200" cap="none" spc="0" normalizeH="0" baseline="0" noProof="0" dirty="0">
                <a:ln>
                  <a:noFill/>
                </a:ln>
                <a:solidFill>
                  <a:schemeClr val="bg1"/>
                </a:solidFill>
                <a:effectLst/>
                <a:uLnTx/>
                <a:uFillTx/>
                <a:latin typeface="+mn-lt"/>
                <a:ea typeface="+mj-ea"/>
                <a:cs typeface="+mj-cs"/>
              </a:defRPr>
            </a:lvl1pPr>
          </a:lstStyle>
          <a:p>
            <a:r>
              <a:rPr lang="en-US"/>
              <a:t>Click to edit Master title style</a:t>
            </a:r>
            <a:endParaRPr lang="en-PL"/>
          </a:p>
        </p:txBody>
      </p:sp>
      <p:sp>
        <p:nvSpPr>
          <p:cNvPr id="4" name="Text Placeholder 3">
            <a:extLst>
              <a:ext uri="{FF2B5EF4-FFF2-40B4-BE49-F238E27FC236}">
                <a16:creationId xmlns:a16="http://schemas.microsoft.com/office/drawing/2014/main" id="{710D5C00-226E-1369-C48F-FBB9D0A2D267}"/>
              </a:ext>
            </a:extLst>
          </p:cNvPr>
          <p:cNvSpPr>
            <a:spLocks noGrp="1"/>
          </p:cNvSpPr>
          <p:nvPr>
            <p:ph type="body" sz="quarter" idx="10" hasCustomPrompt="1"/>
          </p:nvPr>
        </p:nvSpPr>
        <p:spPr>
          <a:xfrm>
            <a:off x="2764136" y="3167445"/>
            <a:ext cx="6478587" cy="348286"/>
          </a:xfrm>
          <a:prstGeom prst="rect">
            <a:avLst/>
          </a:prstGeom>
        </p:spPr>
        <p:txBody>
          <a:bodyPr/>
          <a:lstStyle>
            <a:lvl1pPr algn="ctr">
              <a:defRPr lang="en-GB" sz="2000" kern="1200" dirty="0" smtClean="0">
                <a:solidFill>
                  <a:schemeClr val="bg1"/>
                </a:solidFill>
                <a:latin typeface="Ubuntu Light" panose="020B0304030602030204" pitchFamily="34" charset="0"/>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
        <p:nvSpPr>
          <p:cNvPr id="6" name="Text Placeholder 3">
            <a:extLst>
              <a:ext uri="{FF2B5EF4-FFF2-40B4-BE49-F238E27FC236}">
                <a16:creationId xmlns:a16="http://schemas.microsoft.com/office/drawing/2014/main" id="{141DE9FA-300D-BBCE-A5BC-ECE60B3F1F61}"/>
              </a:ext>
            </a:extLst>
          </p:cNvPr>
          <p:cNvSpPr>
            <a:spLocks noGrp="1"/>
          </p:cNvSpPr>
          <p:nvPr>
            <p:ph type="body" sz="quarter" idx="11" hasCustomPrompt="1"/>
          </p:nvPr>
        </p:nvSpPr>
        <p:spPr>
          <a:xfrm>
            <a:off x="2763761" y="3709694"/>
            <a:ext cx="6479535" cy="253029"/>
          </a:xfrm>
          <a:prstGeom prst="rect">
            <a:avLst/>
          </a:prstGeom>
        </p:spPr>
        <p:txBody>
          <a:bodyPr/>
          <a:lstStyle>
            <a:lvl1pPr algn="ctr">
              <a:defRPr lang="en-GB" sz="1400" kern="1200" dirty="0" smtClean="0">
                <a:solidFill>
                  <a:schemeClr val="bg1"/>
                </a:solidFill>
                <a:latin typeface="Ubuntu Light" panose="020B0304030602030204" pitchFamily="34" charset="0"/>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grpSp>
        <p:nvGrpSpPr>
          <p:cNvPr id="3" name="Group 2">
            <a:extLst>
              <a:ext uri="{FF2B5EF4-FFF2-40B4-BE49-F238E27FC236}">
                <a16:creationId xmlns:a16="http://schemas.microsoft.com/office/drawing/2014/main" id="{29019898-C562-0E25-C4F3-334360D03193}"/>
              </a:ext>
            </a:extLst>
          </p:cNvPr>
          <p:cNvGrpSpPr>
            <a:grpSpLocks noChangeAspect="1"/>
          </p:cNvGrpSpPr>
          <p:nvPr/>
        </p:nvGrpSpPr>
        <p:grpSpPr>
          <a:xfrm>
            <a:off x="-175885" y="4642089"/>
            <a:ext cx="12564529" cy="2824804"/>
            <a:chOff x="5094083" y="5360390"/>
            <a:chExt cx="3039349" cy="683316"/>
          </a:xfrm>
          <a:solidFill>
            <a:schemeClr val="tx2"/>
          </a:solidFill>
        </p:grpSpPr>
        <p:sp>
          <p:nvSpPr>
            <p:cNvPr id="7" name="Freeform: Shape 4">
              <a:extLst>
                <a:ext uri="{FF2B5EF4-FFF2-40B4-BE49-F238E27FC236}">
                  <a16:creationId xmlns:a16="http://schemas.microsoft.com/office/drawing/2014/main" id="{F8CB933C-09AA-8C71-2E78-1561B27414F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8" name="Freeform: Shape 5">
              <a:extLst>
                <a:ext uri="{FF2B5EF4-FFF2-40B4-BE49-F238E27FC236}">
                  <a16:creationId xmlns:a16="http://schemas.microsoft.com/office/drawing/2014/main" id="{99E6D307-271F-C8DB-706F-FE50815F9A3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9" name="Freeform: Shape 6">
              <a:extLst>
                <a:ext uri="{FF2B5EF4-FFF2-40B4-BE49-F238E27FC236}">
                  <a16:creationId xmlns:a16="http://schemas.microsoft.com/office/drawing/2014/main" id="{C39B46B1-97A6-4B30-142D-E2A1330E057D}"/>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10" name="Freeform: Shape 7">
              <a:extLst>
                <a:ext uri="{FF2B5EF4-FFF2-40B4-BE49-F238E27FC236}">
                  <a16:creationId xmlns:a16="http://schemas.microsoft.com/office/drawing/2014/main" id="{9BFEC525-2C7E-E980-B007-932804D5D51E}"/>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11" name="Freeform: Shape 8">
              <a:extLst>
                <a:ext uri="{FF2B5EF4-FFF2-40B4-BE49-F238E27FC236}">
                  <a16:creationId xmlns:a16="http://schemas.microsoft.com/office/drawing/2014/main" id="{4A1347D2-8F0A-9DF0-EE43-F2AA0C1B4213}"/>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grpSp>
      <p:sp>
        <p:nvSpPr>
          <p:cNvPr id="12" name="Rectangle 11">
            <a:extLst>
              <a:ext uri="{FF2B5EF4-FFF2-40B4-BE49-F238E27FC236}">
                <a16:creationId xmlns:a16="http://schemas.microsoft.com/office/drawing/2014/main" id="{AEB98D74-27E3-F044-4F08-EF3F7C226178}"/>
              </a:ext>
            </a:extLst>
          </p:cNvPr>
          <p:cNvSpPr/>
          <p:nvPr/>
        </p:nvSpPr>
        <p:spPr>
          <a:xfrm>
            <a:off x="-902128" y="2536529"/>
            <a:ext cx="4660490"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16" name="Rectangle 15">
            <a:extLst>
              <a:ext uri="{FF2B5EF4-FFF2-40B4-BE49-F238E27FC236}">
                <a16:creationId xmlns:a16="http://schemas.microsoft.com/office/drawing/2014/main" id="{B977B1B2-8ECC-4719-803F-E7EBCFD4BEF8}"/>
              </a:ext>
            </a:extLst>
          </p:cNvPr>
          <p:cNvSpPr/>
          <p:nvPr/>
        </p:nvSpPr>
        <p:spPr>
          <a:xfrm>
            <a:off x="7696229" y="3673621"/>
            <a:ext cx="4660490"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Tree>
    <p:extLst>
      <p:ext uri="{BB962C8B-B14F-4D97-AF65-F5344CB8AC3E}">
        <p14:creationId xmlns:p14="http://schemas.microsoft.com/office/powerpoint/2010/main" val="3761075126"/>
      </p:ext>
    </p:extLst>
  </p:cSld>
  <p:clrMapOvr>
    <a:masterClrMapping/>
  </p:clrMapOvr>
  <p:hf sldNum="0" hdr="0" ftr="0" dt="0"/>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113.xml><?xml version="1.0" encoding="utf-8"?>
<p:sldLayout xmlns:a="http://schemas.openxmlformats.org/drawingml/2006/main" xmlns:r="http://schemas.openxmlformats.org/officeDocument/2006/relationships" xmlns:p="http://schemas.openxmlformats.org/presentationml/2006/main" showMasterSp="0" preserve="1">
  <p:cSld name="Title Slide Message left">
    <p:bg>
      <p:bgPr>
        <a:solidFill>
          <a:schemeClr val="tx2"/>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710D5C00-226E-1369-C48F-FBB9D0A2D267}"/>
              </a:ext>
            </a:extLst>
          </p:cNvPr>
          <p:cNvSpPr>
            <a:spLocks noGrp="1"/>
          </p:cNvSpPr>
          <p:nvPr>
            <p:ph type="body" sz="quarter" idx="10" hasCustomPrompt="1"/>
          </p:nvPr>
        </p:nvSpPr>
        <p:spPr>
          <a:xfrm>
            <a:off x="7859991" y="4310970"/>
            <a:ext cx="3776998" cy="844776"/>
          </a:xfrm>
          <a:prstGeom prst="rect">
            <a:avLst/>
          </a:prstGeom>
        </p:spPr>
        <p:txBody>
          <a:bodyPr/>
          <a:lstStyle>
            <a:lvl1pPr algn="l">
              <a:defRPr lang="en-GB" sz="2000"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
        <p:nvSpPr>
          <p:cNvPr id="6" name="Text Placeholder 3">
            <a:extLst>
              <a:ext uri="{FF2B5EF4-FFF2-40B4-BE49-F238E27FC236}">
                <a16:creationId xmlns:a16="http://schemas.microsoft.com/office/drawing/2014/main" id="{141DE9FA-300D-BBCE-A5BC-ECE60B3F1F61}"/>
              </a:ext>
            </a:extLst>
          </p:cNvPr>
          <p:cNvSpPr>
            <a:spLocks noGrp="1"/>
          </p:cNvSpPr>
          <p:nvPr>
            <p:ph type="body" sz="quarter" idx="11" hasCustomPrompt="1"/>
          </p:nvPr>
        </p:nvSpPr>
        <p:spPr>
          <a:xfrm>
            <a:off x="7859991" y="5787865"/>
            <a:ext cx="3776998" cy="546064"/>
          </a:xfrm>
          <a:prstGeom prst="rect">
            <a:avLst/>
          </a:prstGeom>
        </p:spPr>
        <p:txBody>
          <a:bodyPr/>
          <a:lstStyle>
            <a:lvl1pPr algn="l">
              <a:defRPr lang="en-GB" sz="1400"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grpSp>
        <p:nvGrpSpPr>
          <p:cNvPr id="5" name="Group 2">
            <a:extLst>
              <a:ext uri="{FF2B5EF4-FFF2-40B4-BE49-F238E27FC236}">
                <a16:creationId xmlns:a16="http://schemas.microsoft.com/office/drawing/2014/main" id="{97C43731-60F1-A1BC-E630-11D1BE6DDE01}"/>
              </a:ext>
            </a:extLst>
          </p:cNvPr>
          <p:cNvGrpSpPr>
            <a:grpSpLocks noChangeAspect="1"/>
          </p:cNvGrpSpPr>
          <p:nvPr/>
        </p:nvGrpSpPr>
        <p:grpSpPr>
          <a:xfrm>
            <a:off x="368802" y="6162345"/>
            <a:ext cx="1872000" cy="420870"/>
            <a:chOff x="5094083" y="5360390"/>
            <a:chExt cx="3039349" cy="683316"/>
          </a:xfrm>
          <a:solidFill>
            <a:schemeClr val="bg2"/>
          </a:solidFill>
        </p:grpSpPr>
        <p:sp>
          <p:nvSpPr>
            <p:cNvPr id="13" name="Freeform: Shape 4">
              <a:extLst>
                <a:ext uri="{FF2B5EF4-FFF2-40B4-BE49-F238E27FC236}">
                  <a16:creationId xmlns:a16="http://schemas.microsoft.com/office/drawing/2014/main" id="{E46A43A4-DCDF-7C78-DDEA-21BACBE7C71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6F6F6"/>
                </a:solidFill>
                <a:effectLst/>
                <a:uLnTx/>
                <a:uFillTx/>
                <a:latin typeface="Ubuntu"/>
                <a:ea typeface="+mn-ea"/>
                <a:cs typeface="+mn-cs"/>
              </a:endParaRPr>
            </a:p>
          </p:txBody>
        </p:sp>
        <p:sp>
          <p:nvSpPr>
            <p:cNvPr id="14" name="Freeform: Shape 5">
              <a:extLst>
                <a:ext uri="{FF2B5EF4-FFF2-40B4-BE49-F238E27FC236}">
                  <a16:creationId xmlns:a16="http://schemas.microsoft.com/office/drawing/2014/main" id="{D4834A30-F65C-87DF-9AD8-668233946F32}"/>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6F6F6"/>
                </a:solidFill>
                <a:effectLst/>
                <a:uLnTx/>
                <a:uFillTx/>
                <a:latin typeface="Ubuntu"/>
                <a:ea typeface="+mn-ea"/>
                <a:cs typeface="+mn-cs"/>
              </a:endParaRPr>
            </a:p>
          </p:txBody>
        </p:sp>
        <p:sp>
          <p:nvSpPr>
            <p:cNvPr id="15" name="Freeform: Shape 6">
              <a:extLst>
                <a:ext uri="{FF2B5EF4-FFF2-40B4-BE49-F238E27FC236}">
                  <a16:creationId xmlns:a16="http://schemas.microsoft.com/office/drawing/2014/main" id="{97CAB39C-AC38-78BE-6460-1AC31467E31A}"/>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6F6F6"/>
                </a:solidFill>
                <a:effectLst/>
                <a:uLnTx/>
                <a:uFillTx/>
                <a:latin typeface="Ubuntu"/>
                <a:ea typeface="+mn-ea"/>
                <a:cs typeface="+mn-cs"/>
              </a:endParaRPr>
            </a:p>
          </p:txBody>
        </p:sp>
        <p:sp>
          <p:nvSpPr>
            <p:cNvPr id="17" name="Freeform: Shape 7">
              <a:extLst>
                <a:ext uri="{FF2B5EF4-FFF2-40B4-BE49-F238E27FC236}">
                  <a16:creationId xmlns:a16="http://schemas.microsoft.com/office/drawing/2014/main" id="{D6E94E64-5DBF-0D94-8FC8-EDC1F82C3D7C}"/>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6F6F6"/>
                </a:solidFill>
                <a:effectLst/>
                <a:uLnTx/>
                <a:uFillTx/>
                <a:latin typeface="Ubuntu"/>
                <a:ea typeface="+mn-ea"/>
                <a:cs typeface="+mn-cs"/>
              </a:endParaRPr>
            </a:p>
          </p:txBody>
        </p:sp>
        <p:sp>
          <p:nvSpPr>
            <p:cNvPr id="18" name="Freeform: Shape 8">
              <a:extLst>
                <a:ext uri="{FF2B5EF4-FFF2-40B4-BE49-F238E27FC236}">
                  <a16:creationId xmlns:a16="http://schemas.microsoft.com/office/drawing/2014/main" id="{C730C3C9-943E-DF05-5213-9E27CF02B89F}"/>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6F6F6"/>
                </a:solidFill>
                <a:effectLst/>
                <a:uLnTx/>
                <a:uFillTx/>
                <a:latin typeface="Ubuntu"/>
                <a:ea typeface="+mn-ea"/>
                <a:cs typeface="+mn-cs"/>
              </a:endParaRPr>
            </a:p>
          </p:txBody>
        </p:sp>
      </p:grpSp>
      <p:sp>
        <p:nvSpPr>
          <p:cNvPr id="19" name="Rectangle 18">
            <a:extLst>
              <a:ext uri="{FF2B5EF4-FFF2-40B4-BE49-F238E27FC236}">
                <a16:creationId xmlns:a16="http://schemas.microsoft.com/office/drawing/2014/main" id="{F4AB31BA-122A-A70B-066B-977B193EC8FA}"/>
              </a:ext>
            </a:extLst>
          </p:cNvPr>
          <p:cNvSpPr/>
          <p:nvPr/>
        </p:nvSpPr>
        <p:spPr>
          <a:xfrm>
            <a:off x="4124632" y="5155746"/>
            <a:ext cx="8067368"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20" name="Title 19">
            <a:extLst>
              <a:ext uri="{FF2B5EF4-FFF2-40B4-BE49-F238E27FC236}">
                <a16:creationId xmlns:a16="http://schemas.microsoft.com/office/drawing/2014/main" id="{B21B0F02-FE4C-511F-A62B-12E2BACE6D5B}"/>
              </a:ext>
            </a:extLst>
          </p:cNvPr>
          <p:cNvSpPr>
            <a:spLocks noGrp="1"/>
          </p:cNvSpPr>
          <p:nvPr>
            <p:ph type="title" hasCustomPrompt="1"/>
          </p:nvPr>
        </p:nvSpPr>
        <p:spPr>
          <a:xfrm>
            <a:off x="-176980" y="-171399"/>
            <a:ext cx="7713140" cy="6199078"/>
          </a:xfrm>
        </p:spPr>
        <p:txBody>
          <a:bodyPr/>
          <a:lstStyle>
            <a:lvl1pPr>
              <a:lnSpc>
                <a:spcPct val="75000"/>
              </a:lnSpc>
              <a:defRPr sz="17200">
                <a:solidFill>
                  <a:schemeClr val="accent2"/>
                </a:solidFill>
                <a:latin typeface="Ubuntu Light" panose="020B0304030602030204" pitchFamily="34" charset="0"/>
              </a:defRPr>
            </a:lvl1pPr>
          </a:lstStyle>
          <a:p>
            <a:r>
              <a:rPr lang="en-US"/>
              <a:t>Master title style</a:t>
            </a:r>
          </a:p>
        </p:txBody>
      </p:sp>
    </p:spTree>
    <p:extLst>
      <p:ext uri="{BB962C8B-B14F-4D97-AF65-F5344CB8AC3E}">
        <p14:creationId xmlns:p14="http://schemas.microsoft.com/office/powerpoint/2010/main" val="2845000677"/>
      </p:ext>
    </p:extLst>
  </p:cSld>
  <p:clrMapOvr>
    <a:masterClrMapping/>
  </p:clrMapOvr>
  <p:hf sldNum="0" hdr="0" ftr="0" dt="0"/>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114.xml><?xml version="1.0" encoding="utf-8"?>
<p:sldLayout xmlns:a="http://schemas.openxmlformats.org/drawingml/2006/main" xmlns:r="http://schemas.openxmlformats.org/officeDocument/2006/relationships" xmlns:p="http://schemas.openxmlformats.org/presentationml/2006/main" showMasterSp="0" preserve="1">
  <p:cSld name="Title Slide 2">
    <p:spTree>
      <p:nvGrpSpPr>
        <p:cNvPr id="1" name=""/>
        <p:cNvGrpSpPr/>
        <p:nvPr/>
      </p:nvGrpSpPr>
      <p:grpSpPr>
        <a:xfrm>
          <a:off x="0" y="0"/>
          <a:ext cx="0" cy="0"/>
          <a:chOff x="0" y="0"/>
          <a:chExt cx="0" cy="0"/>
        </a:xfrm>
      </p:grpSpPr>
      <p:sp>
        <p:nvSpPr>
          <p:cNvPr id="31" name="Picture Placeholder 10">
            <a:extLst>
              <a:ext uri="{FF2B5EF4-FFF2-40B4-BE49-F238E27FC236}">
                <a16:creationId xmlns:a16="http://schemas.microsoft.com/office/drawing/2014/main" id="{CC88A17A-2665-CB64-B35D-1CDAB893EA72}"/>
              </a:ext>
            </a:extLst>
          </p:cNvPr>
          <p:cNvSpPr>
            <a:spLocks noGrp="1"/>
          </p:cNvSpPr>
          <p:nvPr>
            <p:ph type="pic" sz="quarter" idx="13" hasCustomPrompt="1"/>
          </p:nvPr>
        </p:nvSpPr>
        <p:spPr>
          <a:xfrm>
            <a:off x="-1" y="180000"/>
            <a:ext cx="12192001" cy="667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grpSp>
        <p:nvGrpSpPr>
          <p:cNvPr id="14" name="Group 2">
            <a:extLst>
              <a:ext uri="{FF2B5EF4-FFF2-40B4-BE49-F238E27FC236}">
                <a16:creationId xmlns:a16="http://schemas.microsoft.com/office/drawing/2014/main" id="{5570D5EE-65A7-6ED8-B779-4B18D3F9B40F}"/>
              </a:ext>
            </a:extLst>
          </p:cNvPr>
          <p:cNvGrpSpPr>
            <a:grpSpLocks noChangeAspect="1"/>
          </p:cNvGrpSpPr>
          <p:nvPr/>
        </p:nvGrpSpPr>
        <p:grpSpPr>
          <a:xfrm>
            <a:off x="9912013" y="6122117"/>
            <a:ext cx="1872000" cy="420870"/>
            <a:chOff x="5094083" y="5360390"/>
            <a:chExt cx="3039349" cy="683316"/>
          </a:xfrm>
          <a:solidFill>
            <a:schemeClr val="tx2"/>
          </a:solidFill>
        </p:grpSpPr>
        <p:sp>
          <p:nvSpPr>
            <p:cNvPr id="15" name="Freeform: Shape 4">
              <a:extLst>
                <a:ext uri="{FF2B5EF4-FFF2-40B4-BE49-F238E27FC236}">
                  <a16:creationId xmlns:a16="http://schemas.microsoft.com/office/drawing/2014/main" id="{D58972C2-A9F5-BC83-6D8B-F2551227EF02}"/>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16" name="Freeform: Shape 5">
              <a:extLst>
                <a:ext uri="{FF2B5EF4-FFF2-40B4-BE49-F238E27FC236}">
                  <a16:creationId xmlns:a16="http://schemas.microsoft.com/office/drawing/2014/main" id="{F1185E33-8F53-63CA-354E-8F831E6BCFB7}"/>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18" name="Freeform: Shape 6">
              <a:extLst>
                <a:ext uri="{FF2B5EF4-FFF2-40B4-BE49-F238E27FC236}">
                  <a16:creationId xmlns:a16="http://schemas.microsoft.com/office/drawing/2014/main" id="{CDD16A12-A8F2-58EF-09CC-13E3376F38BF}"/>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20" name="Freeform: Shape 7">
              <a:extLst>
                <a:ext uri="{FF2B5EF4-FFF2-40B4-BE49-F238E27FC236}">
                  <a16:creationId xmlns:a16="http://schemas.microsoft.com/office/drawing/2014/main" id="{8F3DB536-4854-A063-FC86-800CFAAD2478}"/>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21" name="Freeform: Shape 8">
              <a:extLst>
                <a:ext uri="{FF2B5EF4-FFF2-40B4-BE49-F238E27FC236}">
                  <a16:creationId xmlns:a16="http://schemas.microsoft.com/office/drawing/2014/main" id="{BF1BB4C2-2CFF-9555-916D-B08189B1ED72}"/>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32" name="Title 31">
            <a:extLst>
              <a:ext uri="{FF2B5EF4-FFF2-40B4-BE49-F238E27FC236}">
                <a16:creationId xmlns:a16="http://schemas.microsoft.com/office/drawing/2014/main" id="{E3492C82-376C-10C5-B46C-67C15004D611}"/>
              </a:ext>
            </a:extLst>
          </p:cNvPr>
          <p:cNvSpPr>
            <a:spLocks noGrp="1"/>
          </p:cNvSpPr>
          <p:nvPr>
            <p:ph type="title"/>
          </p:nvPr>
        </p:nvSpPr>
        <p:spPr>
          <a:xfrm>
            <a:off x="551384" y="1628775"/>
            <a:ext cx="6578080" cy="3589714"/>
          </a:xfrm>
        </p:spPr>
        <p:txBody>
          <a:bodyPr anchor="b"/>
          <a:lstStyle>
            <a:lvl1pPr>
              <a:defRPr sz="5400">
                <a:solidFill>
                  <a:schemeClr val="bg1"/>
                </a:solidFill>
              </a:defRPr>
            </a:lvl1pPr>
          </a:lstStyle>
          <a:p>
            <a:r>
              <a:rPr lang="en-US"/>
              <a:t>Click to edit Master title style</a:t>
            </a:r>
            <a:endParaRPr lang="en-PL"/>
          </a:p>
        </p:txBody>
      </p:sp>
      <p:sp>
        <p:nvSpPr>
          <p:cNvPr id="34" name="Text Placeholder 33">
            <a:extLst>
              <a:ext uri="{FF2B5EF4-FFF2-40B4-BE49-F238E27FC236}">
                <a16:creationId xmlns:a16="http://schemas.microsoft.com/office/drawing/2014/main" id="{D09EA9EC-658D-5DAE-6157-50A4AA284434}"/>
              </a:ext>
            </a:extLst>
          </p:cNvPr>
          <p:cNvSpPr>
            <a:spLocks noGrp="1"/>
          </p:cNvSpPr>
          <p:nvPr>
            <p:ph type="body" sz="quarter" idx="14"/>
          </p:nvPr>
        </p:nvSpPr>
        <p:spPr>
          <a:xfrm>
            <a:off x="549275" y="5251824"/>
            <a:ext cx="6578080" cy="659722"/>
          </a:xfrm>
          <a:prstGeom prst="rect">
            <a:avLst/>
          </a:prstGeom>
        </p:spPr>
        <p:txBody>
          <a:bodyPr/>
          <a:lstStyle>
            <a:lvl1pPr>
              <a:defRPr>
                <a:solidFill>
                  <a:schemeClr val="bg1"/>
                </a:solidFill>
              </a:defRPr>
            </a:lvl1pPr>
          </a:lstStyle>
          <a:p>
            <a:pPr lvl="0"/>
            <a:r>
              <a:rPr lang="en-US"/>
              <a:t>Click to edit Master text styles</a:t>
            </a:r>
          </a:p>
        </p:txBody>
      </p:sp>
      <p:sp>
        <p:nvSpPr>
          <p:cNvPr id="3" name="Rectangle 2">
            <a:extLst>
              <a:ext uri="{FF2B5EF4-FFF2-40B4-BE49-F238E27FC236}">
                <a16:creationId xmlns:a16="http://schemas.microsoft.com/office/drawing/2014/main" id="{9E9DF3E1-890B-0648-08D7-23F6A17377B7}"/>
              </a:ext>
            </a:extLst>
          </p:cNvPr>
          <p:cNvSpPr/>
          <p:nvPr/>
        </p:nvSpPr>
        <p:spPr>
          <a:xfrm>
            <a:off x="-2" y="0"/>
            <a:ext cx="12192000"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4" name="Text Placeholder 33">
            <a:extLst>
              <a:ext uri="{FF2B5EF4-FFF2-40B4-BE49-F238E27FC236}">
                <a16:creationId xmlns:a16="http://schemas.microsoft.com/office/drawing/2014/main" id="{277C0A79-DE12-2C81-D632-2FB7FA13208C}"/>
              </a:ext>
            </a:extLst>
          </p:cNvPr>
          <p:cNvSpPr>
            <a:spLocks noGrp="1"/>
          </p:cNvSpPr>
          <p:nvPr>
            <p:ph type="body" sz="quarter" idx="15"/>
          </p:nvPr>
        </p:nvSpPr>
        <p:spPr>
          <a:xfrm>
            <a:off x="549275" y="5910502"/>
            <a:ext cx="6578080" cy="659722"/>
          </a:xfrm>
          <a:prstGeom prst="rect">
            <a:avLst/>
          </a:prstGeom>
        </p:spPr>
        <p:txBody>
          <a:bodyPr/>
          <a:lstStyle>
            <a:lvl1pPr>
              <a:defRPr>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3616616039"/>
      </p:ext>
    </p:extLst>
  </p:cSld>
  <p:clrMapOvr>
    <a:masterClrMapping/>
  </p:clrMapOvr>
  <p:hf sldNum="0" hdr="0" ftr="0" dt="0"/>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115.xml><?xml version="1.0" encoding="utf-8"?>
<p:sldLayout xmlns:a="http://schemas.openxmlformats.org/drawingml/2006/main" xmlns:r="http://schemas.openxmlformats.org/officeDocument/2006/relationships" xmlns:p="http://schemas.openxmlformats.org/presentationml/2006/main" showMasterSp="0" preserve="1">
  <p:cSld name="Title Slide 3">
    <p:spTree>
      <p:nvGrpSpPr>
        <p:cNvPr id="1" name=""/>
        <p:cNvGrpSpPr/>
        <p:nvPr/>
      </p:nvGrpSpPr>
      <p:grpSpPr>
        <a:xfrm>
          <a:off x="0" y="0"/>
          <a:ext cx="0" cy="0"/>
          <a:chOff x="0" y="0"/>
          <a:chExt cx="0" cy="0"/>
        </a:xfrm>
      </p:grpSpPr>
      <p:sp>
        <p:nvSpPr>
          <p:cNvPr id="32" name="Picture Placeholder 10">
            <a:extLst>
              <a:ext uri="{FF2B5EF4-FFF2-40B4-BE49-F238E27FC236}">
                <a16:creationId xmlns:a16="http://schemas.microsoft.com/office/drawing/2014/main" id="{3ACE82B0-62A7-4716-0770-25177C6C2523}"/>
              </a:ext>
            </a:extLst>
          </p:cNvPr>
          <p:cNvSpPr>
            <a:spLocks noGrp="1"/>
          </p:cNvSpPr>
          <p:nvPr>
            <p:ph type="pic" sz="quarter" idx="13" hasCustomPrompt="1"/>
          </p:nvPr>
        </p:nvSpPr>
        <p:spPr>
          <a:xfrm>
            <a:off x="180001" y="0"/>
            <a:ext cx="12011999"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grpSp>
        <p:nvGrpSpPr>
          <p:cNvPr id="33" name="Group 2">
            <a:extLst>
              <a:ext uri="{FF2B5EF4-FFF2-40B4-BE49-F238E27FC236}">
                <a16:creationId xmlns:a16="http://schemas.microsoft.com/office/drawing/2014/main" id="{8F46E283-C322-4D6F-0C87-E9B5787BEF80}"/>
              </a:ext>
            </a:extLst>
          </p:cNvPr>
          <p:cNvGrpSpPr>
            <a:grpSpLocks noChangeAspect="1"/>
          </p:cNvGrpSpPr>
          <p:nvPr/>
        </p:nvGrpSpPr>
        <p:grpSpPr>
          <a:xfrm>
            <a:off x="9912013" y="6122117"/>
            <a:ext cx="1872000" cy="420870"/>
            <a:chOff x="5094083" y="5360390"/>
            <a:chExt cx="3039349" cy="683316"/>
          </a:xfrm>
          <a:solidFill>
            <a:schemeClr val="tx2"/>
          </a:solidFill>
        </p:grpSpPr>
        <p:sp>
          <p:nvSpPr>
            <p:cNvPr id="34" name="Freeform: Shape 4">
              <a:extLst>
                <a:ext uri="{FF2B5EF4-FFF2-40B4-BE49-F238E27FC236}">
                  <a16:creationId xmlns:a16="http://schemas.microsoft.com/office/drawing/2014/main" id="{E7C6E56A-237E-269F-8948-94D8630922C0}"/>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35" name="Freeform: Shape 5">
              <a:extLst>
                <a:ext uri="{FF2B5EF4-FFF2-40B4-BE49-F238E27FC236}">
                  <a16:creationId xmlns:a16="http://schemas.microsoft.com/office/drawing/2014/main" id="{69EF9104-8430-F98A-7A15-FE04244E2D36}"/>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36" name="Freeform: Shape 6">
              <a:extLst>
                <a:ext uri="{FF2B5EF4-FFF2-40B4-BE49-F238E27FC236}">
                  <a16:creationId xmlns:a16="http://schemas.microsoft.com/office/drawing/2014/main" id="{0398A75A-EE7F-6840-B64B-CD550ECF76E3}"/>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37" name="Freeform: Shape 7">
              <a:extLst>
                <a:ext uri="{FF2B5EF4-FFF2-40B4-BE49-F238E27FC236}">
                  <a16:creationId xmlns:a16="http://schemas.microsoft.com/office/drawing/2014/main" id="{3586F6A8-69A4-9382-D0C9-7CA34851C34A}"/>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38" name="Freeform: Shape 8">
              <a:extLst>
                <a:ext uri="{FF2B5EF4-FFF2-40B4-BE49-F238E27FC236}">
                  <a16:creationId xmlns:a16="http://schemas.microsoft.com/office/drawing/2014/main" id="{3814A5D2-6C0A-D1F0-266D-7ECB31C3E8E6}"/>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39" name="Title 31">
            <a:extLst>
              <a:ext uri="{FF2B5EF4-FFF2-40B4-BE49-F238E27FC236}">
                <a16:creationId xmlns:a16="http://schemas.microsoft.com/office/drawing/2014/main" id="{F322BC76-B62D-13E1-DFD4-1C84E6221D02}"/>
              </a:ext>
            </a:extLst>
          </p:cNvPr>
          <p:cNvSpPr>
            <a:spLocks noGrp="1"/>
          </p:cNvSpPr>
          <p:nvPr>
            <p:ph type="title"/>
          </p:nvPr>
        </p:nvSpPr>
        <p:spPr>
          <a:xfrm>
            <a:off x="1214394" y="1628775"/>
            <a:ext cx="6578080" cy="3335273"/>
          </a:xfrm>
        </p:spPr>
        <p:txBody>
          <a:bodyPr anchor="b"/>
          <a:lstStyle>
            <a:lvl1pPr>
              <a:lnSpc>
                <a:spcPct val="90000"/>
              </a:lnSpc>
              <a:defRPr sz="7200">
                <a:solidFill>
                  <a:schemeClr val="bg1"/>
                </a:solidFill>
                <a:latin typeface="Ubuntu Light" panose="020B0304030602030204" pitchFamily="34" charset="0"/>
              </a:defRPr>
            </a:lvl1pPr>
          </a:lstStyle>
          <a:p>
            <a:r>
              <a:rPr lang="en-US"/>
              <a:t>Click to edit Master title style</a:t>
            </a:r>
            <a:endParaRPr lang="en-PL"/>
          </a:p>
        </p:txBody>
      </p:sp>
      <p:sp>
        <p:nvSpPr>
          <p:cNvPr id="40" name="Text Placeholder 33">
            <a:extLst>
              <a:ext uri="{FF2B5EF4-FFF2-40B4-BE49-F238E27FC236}">
                <a16:creationId xmlns:a16="http://schemas.microsoft.com/office/drawing/2014/main" id="{CA8F7439-A11A-B37F-8E7F-1541F8C360C4}"/>
              </a:ext>
            </a:extLst>
          </p:cNvPr>
          <p:cNvSpPr>
            <a:spLocks noGrp="1"/>
          </p:cNvSpPr>
          <p:nvPr>
            <p:ph type="body" sz="quarter" idx="14"/>
          </p:nvPr>
        </p:nvSpPr>
        <p:spPr>
          <a:xfrm>
            <a:off x="1212285" y="5251824"/>
            <a:ext cx="6578080" cy="659722"/>
          </a:xfrm>
          <a:prstGeom prst="rect">
            <a:avLst/>
          </a:prstGeom>
        </p:spPr>
        <p:txBody>
          <a:bodyPr/>
          <a:lstStyle>
            <a:lvl1pPr>
              <a:defRPr sz="2000" b="0">
                <a:solidFill>
                  <a:schemeClr val="bg1"/>
                </a:solidFill>
              </a:defRPr>
            </a:lvl1pPr>
          </a:lstStyle>
          <a:p>
            <a:pPr lvl="0"/>
            <a:r>
              <a:rPr lang="en-US"/>
              <a:t>Click to edit Master text styles</a:t>
            </a:r>
          </a:p>
        </p:txBody>
      </p:sp>
      <p:sp>
        <p:nvSpPr>
          <p:cNvPr id="3" name="Rectangle 2">
            <a:extLst>
              <a:ext uri="{FF2B5EF4-FFF2-40B4-BE49-F238E27FC236}">
                <a16:creationId xmlns:a16="http://schemas.microsoft.com/office/drawing/2014/main" id="{731224E1-CA4F-0875-C5F0-35D33EADD2EB}"/>
              </a:ext>
            </a:extLst>
          </p:cNvPr>
          <p:cNvSpPr/>
          <p:nvPr/>
        </p:nvSpPr>
        <p:spPr>
          <a:xfrm rot="16200000">
            <a:off x="-3338999"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4" name="Text Placeholder 33">
            <a:extLst>
              <a:ext uri="{FF2B5EF4-FFF2-40B4-BE49-F238E27FC236}">
                <a16:creationId xmlns:a16="http://schemas.microsoft.com/office/drawing/2014/main" id="{F38081E3-C84E-8E42-A77A-A602E5F45BEC}"/>
              </a:ext>
            </a:extLst>
          </p:cNvPr>
          <p:cNvSpPr>
            <a:spLocks noGrp="1"/>
          </p:cNvSpPr>
          <p:nvPr>
            <p:ph type="body" sz="quarter" idx="15"/>
          </p:nvPr>
        </p:nvSpPr>
        <p:spPr>
          <a:xfrm>
            <a:off x="1212285" y="5910502"/>
            <a:ext cx="6578080" cy="659722"/>
          </a:xfrm>
          <a:prstGeom prst="rect">
            <a:avLst/>
          </a:prstGeom>
        </p:spPr>
        <p:txBody>
          <a:bodyPr/>
          <a:lstStyle>
            <a:lvl1pPr>
              <a:defRPr>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759201557"/>
      </p:ext>
    </p:extLst>
  </p:cSld>
  <p:clrMapOvr>
    <a:masterClrMapping/>
  </p:clrMapOvr>
  <p:hf sldNum="0" hdr="0" ftr="0" dt="0"/>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116.xml><?xml version="1.0" encoding="utf-8"?>
<p:sldLayout xmlns:a="http://schemas.openxmlformats.org/drawingml/2006/main" xmlns:r="http://schemas.openxmlformats.org/officeDocument/2006/relationships" xmlns:p="http://schemas.openxmlformats.org/presentationml/2006/main" showMasterSp="0" preserve="1">
  <p:cSld name="Title Slide 4">
    <p:spTree>
      <p:nvGrpSpPr>
        <p:cNvPr id="1" name=""/>
        <p:cNvGrpSpPr/>
        <p:nvPr/>
      </p:nvGrpSpPr>
      <p:grpSpPr>
        <a:xfrm>
          <a:off x="0" y="0"/>
          <a:ext cx="0" cy="0"/>
          <a:chOff x="0" y="0"/>
          <a:chExt cx="0" cy="0"/>
        </a:xfrm>
      </p:grpSpPr>
      <p:sp>
        <p:nvSpPr>
          <p:cNvPr id="43" name="Picture Placeholder 10">
            <a:extLst>
              <a:ext uri="{FF2B5EF4-FFF2-40B4-BE49-F238E27FC236}">
                <a16:creationId xmlns:a16="http://schemas.microsoft.com/office/drawing/2014/main" id="{3C1B8D60-78D7-1E25-C623-7509C881E3E9}"/>
              </a:ext>
            </a:extLst>
          </p:cNvPr>
          <p:cNvSpPr>
            <a:spLocks noGrp="1"/>
          </p:cNvSpPr>
          <p:nvPr>
            <p:ph type="pic" sz="quarter" idx="14"/>
          </p:nvPr>
        </p:nvSpPr>
        <p:spPr>
          <a:xfrm>
            <a:off x="9460018" y="1"/>
            <a:ext cx="2731981" cy="3429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pPr marR="0" lvl="0" fontAlgn="auto">
              <a:spcAft>
                <a:spcPts val="0"/>
              </a:spcAft>
              <a:buClrTx/>
              <a:buSzTx/>
              <a:tabLst/>
            </a:pPr>
            <a:r>
              <a:rPr lang="en-US"/>
              <a:t>Click icon to add picture</a:t>
            </a:r>
          </a:p>
        </p:txBody>
      </p:sp>
      <p:sp>
        <p:nvSpPr>
          <p:cNvPr id="42" name="Picture Placeholder 10">
            <a:extLst>
              <a:ext uri="{FF2B5EF4-FFF2-40B4-BE49-F238E27FC236}">
                <a16:creationId xmlns:a16="http://schemas.microsoft.com/office/drawing/2014/main" id="{E8C91BDE-0FA3-B18C-5405-5DB502E0FBA3}"/>
              </a:ext>
            </a:extLst>
          </p:cNvPr>
          <p:cNvSpPr>
            <a:spLocks noGrp="1"/>
          </p:cNvSpPr>
          <p:nvPr>
            <p:ph type="pic" sz="quarter" idx="13" hasCustomPrompt="1"/>
          </p:nvPr>
        </p:nvSpPr>
        <p:spPr>
          <a:xfrm>
            <a:off x="0" y="0"/>
            <a:ext cx="9280018"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grpSp>
        <p:nvGrpSpPr>
          <p:cNvPr id="35" name="Group 2">
            <a:extLst>
              <a:ext uri="{FF2B5EF4-FFF2-40B4-BE49-F238E27FC236}">
                <a16:creationId xmlns:a16="http://schemas.microsoft.com/office/drawing/2014/main" id="{586CA03F-ED76-1D2D-90A8-504016961D55}"/>
              </a:ext>
            </a:extLst>
          </p:cNvPr>
          <p:cNvGrpSpPr>
            <a:grpSpLocks noChangeAspect="1"/>
          </p:cNvGrpSpPr>
          <p:nvPr/>
        </p:nvGrpSpPr>
        <p:grpSpPr>
          <a:xfrm>
            <a:off x="9912013" y="6122117"/>
            <a:ext cx="1872000" cy="420870"/>
            <a:chOff x="5094083" y="5360390"/>
            <a:chExt cx="3039349" cy="683316"/>
          </a:xfrm>
          <a:solidFill>
            <a:schemeClr val="tx2"/>
          </a:solidFill>
        </p:grpSpPr>
        <p:sp>
          <p:nvSpPr>
            <p:cNvPr id="36" name="Freeform: Shape 4">
              <a:extLst>
                <a:ext uri="{FF2B5EF4-FFF2-40B4-BE49-F238E27FC236}">
                  <a16:creationId xmlns:a16="http://schemas.microsoft.com/office/drawing/2014/main" id="{04CD9986-2686-D8E3-9192-8BEB77750D7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37" name="Freeform: Shape 5">
              <a:extLst>
                <a:ext uri="{FF2B5EF4-FFF2-40B4-BE49-F238E27FC236}">
                  <a16:creationId xmlns:a16="http://schemas.microsoft.com/office/drawing/2014/main" id="{7CD40094-AC2F-9457-AD3F-9AAA89E00C4A}"/>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38" name="Freeform: Shape 6">
              <a:extLst>
                <a:ext uri="{FF2B5EF4-FFF2-40B4-BE49-F238E27FC236}">
                  <a16:creationId xmlns:a16="http://schemas.microsoft.com/office/drawing/2014/main" id="{682D97D4-A5DA-2B1D-3407-13658458A52A}"/>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39" name="Freeform: Shape 7">
              <a:extLst>
                <a:ext uri="{FF2B5EF4-FFF2-40B4-BE49-F238E27FC236}">
                  <a16:creationId xmlns:a16="http://schemas.microsoft.com/office/drawing/2014/main" id="{FEBEF87B-7156-68DF-4D8A-E84D8A4F0EA2}"/>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40" name="Freeform: Shape 8">
              <a:extLst>
                <a:ext uri="{FF2B5EF4-FFF2-40B4-BE49-F238E27FC236}">
                  <a16:creationId xmlns:a16="http://schemas.microsoft.com/office/drawing/2014/main" id="{3A0B75AC-0F93-D7BF-2568-50E1CFEDF0CA}"/>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44" name="Title 31">
            <a:extLst>
              <a:ext uri="{FF2B5EF4-FFF2-40B4-BE49-F238E27FC236}">
                <a16:creationId xmlns:a16="http://schemas.microsoft.com/office/drawing/2014/main" id="{3551E8D5-6D03-58C4-2A78-E73615CBFD4C}"/>
              </a:ext>
            </a:extLst>
          </p:cNvPr>
          <p:cNvSpPr>
            <a:spLocks noGrp="1"/>
          </p:cNvSpPr>
          <p:nvPr>
            <p:ph type="title"/>
          </p:nvPr>
        </p:nvSpPr>
        <p:spPr>
          <a:xfrm>
            <a:off x="551384" y="1628775"/>
            <a:ext cx="6578080" cy="3589714"/>
          </a:xfrm>
        </p:spPr>
        <p:txBody>
          <a:bodyPr anchor="b"/>
          <a:lstStyle>
            <a:lvl1pPr>
              <a:defRPr sz="5400">
                <a:solidFill>
                  <a:schemeClr val="bg1"/>
                </a:solidFill>
              </a:defRPr>
            </a:lvl1pPr>
          </a:lstStyle>
          <a:p>
            <a:r>
              <a:rPr lang="en-US"/>
              <a:t>Click to edit Master title style</a:t>
            </a:r>
            <a:endParaRPr lang="en-PL"/>
          </a:p>
        </p:txBody>
      </p:sp>
      <p:sp>
        <p:nvSpPr>
          <p:cNvPr id="45" name="Text Placeholder 33">
            <a:extLst>
              <a:ext uri="{FF2B5EF4-FFF2-40B4-BE49-F238E27FC236}">
                <a16:creationId xmlns:a16="http://schemas.microsoft.com/office/drawing/2014/main" id="{AE8BF6B9-54E0-50CF-ED1F-1556FC6C0905}"/>
              </a:ext>
            </a:extLst>
          </p:cNvPr>
          <p:cNvSpPr>
            <a:spLocks noGrp="1"/>
          </p:cNvSpPr>
          <p:nvPr>
            <p:ph type="body" sz="quarter" idx="15"/>
          </p:nvPr>
        </p:nvSpPr>
        <p:spPr>
          <a:xfrm>
            <a:off x="9912013" y="3893182"/>
            <a:ext cx="1872000" cy="1123397"/>
          </a:xfrm>
          <a:prstGeom prst="rect">
            <a:avLst/>
          </a:prstGeom>
        </p:spPr>
        <p:txBody>
          <a:bodyPr anchor="b">
            <a:noAutofit/>
          </a:bodyPr>
          <a:lstStyle>
            <a:lvl1pPr>
              <a:defRPr sz="2000"/>
            </a:lvl1pPr>
          </a:lstStyle>
          <a:p>
            <a:pPr lvl="0"/>
            <a:r>
              <a:rPr lang="en-US"/>
              <a:t>Click to edit Master text styles</a:t>
            </a:r>
          </a:p>
        </p:txBody>
      </p:sp>
      <p:sp>
        <p:nvSpPr>
          <p:cNvPr id="4" name="Rectangle 3">
            <a:extLst>
              <a:ext uri="{FF2B5EF4-FFF2-40B4-BE49-F238E27FC236}">
                <a16:creationId xmlns:a16="http://schemas.microsoft.com/office/drawing/2014/main" id="{78D281D9-C9E0-F6DF-2438-F4992F7D29D2}"/>
              </a:ext>
            </a:extLst>
          </p:cNvPr>
          <p:cNvSpPr/>
          <p:nvPr/>
        </p:nvSpPr>
        <p:spPr>
          <a:xfrm rot="16200000">
            <a:off x="5941020"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3" name="Text Placeholder 33">
            <a:extLst>
              <a:ext uri="{FF2B5EF4-FFF2-40B4-BE49-F238E27FC236}">
                <a16:creationId xmlns:a16="http://schemas.microsoft.com/office/drawing/2014/main" id="{F95A3A44-A840-3420-E0A4-A35DB913338B}"/>
              </a:ext>
            </a:extLst>
          </p:cNvPr>
          <p:cNvSpPr>
            <a:spLocks noGrp="1"/>
          </p:cNvSpPr>
          <p:nvPr>
            <p:ph type="body" sz="quarter" idx="16"/>
          </p:nvPr>
        </p:nvSpPr>
        <p:spPr>
          <a:xfrm>
            <a:off x="9912013" y="5264061"/>
            <a:ext cx="1872000" cy="522985"/>
          </a:xfrm>
          <a:prstGeom prst="rect">
            <a:avLst/>
          </a:prstGeom>
        </p:spPr>
        <p:txBody>
          <a:bodyPr/>
          <a:lstStyle/>
          <a:p>
            <a:pPr lvl="0"/>
            <a:r>
              <a:rPr lang="en-US"/>
              <a:t>Click to edit Master text styles</a:t>
            </a:r>
          </a:p>
        </p:txBody>
      </p:sp>
    </p:spTree>
    <p:extLst>
      <p:ext uri="{BB962C8B-B14F-4D97-AF65-F5344CB8AC3E}">
        <p14:creationId xmlns:p14="http://schemas.microsoft.com/office/powerpoint/2010/main" val="2085677836"/>
      </p:ext>
    </p:extLst>
  </p:cSld>
  <p:clrMapOvr>
    <a:masterClrMapping/>
  </p:clrMapOvr>
  <p:hf sldNum="0" hdr="0" ftr="0" dt="0"/>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117.xml><?xml version="1.0" encoding="utf-8"?>
<p:sldLayout xmlns:a="http://schemas.openxmlformats.org/drawingml/2006/main" xmlns:r="http://schemas.openxmlformats.org/officeDocument/2006/relationships" xmlns:p="http://schemas.openxmlformats.org/presentationml/2006/main" showMasterSp="0" preserve="1">
  <p:cSld name="Title Slide 6">
    <p:spTree>
      <p:nvGrpSpPr>
        <p:cNvPr id="1" name=""/>
        <p:cNvGrpSpPr/>
        <p:nvPr/>
      </p:nvGrpSpPr>
      <p:grpSpPr>
        <a:xfrm>
          <a:off x="0" y="0"/>
          <a:ext cx="0" cy="0"/>
          <a:chOff x="0" y="0"/>
          <a:chExt cx="0" cy="0"/>
        </a:xfrm>
      </p:grpSpPr>
      <p:sp>
        <p:nvSpPr>
          <p:cNvPr id="42" name="Picture Placeholder 10">
            <a:extLst>
              <a:ext uri="{FF2B5EF4-FFF2-40B4-BE49-F238E27FC236}">
                <a16:creationId xmlns:a16="http://schemas.microsoft.com/office/drawing/2014/main" id="{E8C91BDE-0FA3-B18C-5405-5DB502E0FBA3}"/>
              </a:ext>
            </a:extLst>
          </p:cNvPr>
          <p:cNvSpPr>
            <a:spLocks noGrp="1"/>
          </p:cNvSpPr>
          <p:nvPr>
            <p:ph type="pic" sz="quarter" idx="13" hasCustomPrompt="1"/>
          </p:nvPr>
        </p:nvSpPr>
        <p:spPr>
          <a:xfrm>
            <a:off x="0" y="0"/>
            <a:ext cx="9280018"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43" name="Picture Placeholder 10">
            <a:extLst>
              <a:ext uri="{FF2B5EF4-FFF2-40B4-BE49-F238E27FC236}">
                <a16:creationId xmlns:a16="http://schemas.microsoft.com/office/drawing/2014/main" id="{3C1B8D60-78D7-1E25-C623-7509C881E3E9}"/>
              </a:ext>
            </a:extLst>
          </p:cNvPr>
          <p:cNvSpPr>
            <a:spLocks noGrp="1"/>
          </p:cNvSpPr>
          <p:nvPr>
            <p:ph type="pic" sz="quarter" idx="14"/>
          </p:nvPr>
        </p:nvSpPr>
        <p:spPr>
          <a:xfrm>
            <a:off x="9460018" y="0"/>
            <a:ext cx="2731981" cy="4949047"/>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pPr marR="0" lvl="0" fontAlgn="auto">
              <a:spcAft>
                <a:spcPts val="0"/>
              </a:spcAft>
              <a:buClrTx/>
              <a:buSzTx/>
              <a:tabLst/>
            </a:pPr>
            <a:r>
              <a:rPr lang="en-US"/>
              <a:t>Click icon to add picture</a:t>
            </a:r>
          </a:p>
        </p:txBody>
      </p:sp>
      <p:grpSp>
        <p:nvGrpSpPr>
          <p:cNvPr id="35" name="Group 2">
            <a:extLst>
              <a:ext uri="{FF2B5EF4-FFF2-40B4-BE49-F238E27FC236}">
                <a16:creationId xmlns:a16="http://schemas.microsoft.com/office/drawing/2014/main" id="{586CA03F-ED76-1D2D-90A8-504016961D55}"/>
              </a:ext>
            </a:extLst>
          </p:cNvPr>
          <p:cNvGrpSpPr>
            <a:grpSpLocks noChangeAspect="1"/>
          </p:cNvGrpSpPr>
          <p:nvPr/>
        </p:nvGrpSpPr>
        <p:grpSpPr>
          <a:xfrm>
            <a:off x="9912013" y="6122117"/>
            <a:ext cx="1872000" cy="420870"/>
            <a:chOff x="5094083" y="5360390"/>
            <a:chExt cx="3039349" cy="683316"/>
          </a:xfrm>
          <a:solidFill>
            <a:schemeClr val="tx2"/>
          </a:solidFill>
        </p:grpSpPr>
        <p:sp>
          <p:nvSpPr>
            <p:cNvPr id="36" name="Freeform: Shape 4">
              <a:extLst>
                <a:ext uri="{FF2B5EF4-FFF2-40B4-BE49-F238E27FC236}">
                  <a16:creationId xmlns:a16="http://schemas.microsoft.com/office/drawing/2014/main" id="{04CD9986-2686-D8E3-9192-8BEB77750D7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37" name="Freeform: Shape 5">
              <a:extLst>
                <a:ext uri="{FF2B5EF4-FFF2-40B4-BE49-F238E27FC236}">
                  <a16:creationId xmlns:a16="http://schemas.microsoft.com/office/drawing/2014/main" id="{7CD40094-AC2F-9457-AD3F-9AAA89E00C4A}"/>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38" name="Freeform: Shape 6">
              <a:extLst>
                <a:ext uri="{FF2B5EF4-FFF2-40B4-BE49-F238E27FC236}">
                  <a16:creationId xmlns:a16="http://schemas.microsoft.com/office/drawing/2014/main" id="{682D97D4-A5DA-2B1D-3407-13658458A52A}"/>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39" name="Freeform: Shape 7">
              <a:extLst>
                <a:ext uri="{FF2B5EF4-FFF2-40B4-BE49-F238E27FC236}">
                  <a16:creationId xmlns:a16="http://schemas.microsoft.com/office/drawing/2014/main" id="{FEBEF87B-7156-68DF-4D8A-E84D8A4F0EA2}"/>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40" name="Freeform: Shape 8">
              <a:extLst>
                <a:ext uri="{FF2B5EF4-FFF2-40B4-BE49-F238E27FC236}">
                  <a16:creationId xmlns:a16="http://schemas.microsoft.com/office/drawing/2014/main" id="{3A0B75AC-0F93-D7BF-2568-50E1CFEDF0CA}"/>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44" name="Title 31">
            <a:extLst>
              <a:ext uri="{FF2B5EF4-FFF2-40B4-BE49-F238E27FC236}">
                <a16:creationId xmlns:a16="http://schemas.microsoft.com/office/drawing/2014/main" id="{3551E8D5-6D03-58C4-2A78-E73615CBFD4C}"/>
              </a:ext>
            </a:extLst>
          </p:cNvPr>
          <p:cNvSpPr>
            <a:spLocks noGrp="1"/>
          </p:cNvSpPr>
          <p:nvPr>
            <p:ph type="title"/>
          </p:nvPr>
        </p:nvSpPr>
        <p:spPr>
          <a:xfrm>
            <a:off x="5087887" y="549275"/>
            <a:ext cx="4036154" cy="3815829"/>
          </a:xfrm>
        </p:spPr>
        <p:txBody>
          <a:bodyPr anchor="b"/>
          <a:lstStyle>
            <a:lvl1pPr>
              <a:defRPr sz="6600">
                <a:solidFill>
                  <a:schemeClr val="bg1"/>
                </a:solidFill>
                <a:latin typeface="Ubuntu Light" panose="020B0304030602030204" pitchFamily="34" charset="0"/>
              </a:defRPr>
            </a:lvl1pPr>
          </a:lstStyle>
          <a:p>
            <a:r>
              <a:rPr lang="en-US"/>
              <a:t>Click to edit Master title style</a:t>
            </a:r>
            <a:endParaRPr lang="en-PL"/>
          </a:p>
        </p:txBody>
      </p:sp>
      <p:sp>
        <p:nvSpPr>
          <p:cNvPr id="45" name="Text Placeholder 33">
            <a:extLst>
              <a:ext uri="{FF2B5EF4-FFF2-40B4-BE49-F238E27FC236}">
                <a16:creationId xmlns:a16="http://schemas.microsoft.com/office/drawing/2014/main" id="{AE8BF6B9-54E0-50CF-ED1F-1556FC6C0905}"/>
              </a:ext>
            </a:extLst>
          </p:cNvPr>
          <p:cNvSpPr>
            <a:spLocks noGrp="1"/>
          </p:cNvSpPr>
          <p:nvPr>
            <p:ph type="body" sz="quarter" idx="15"/>
          </p:nvPr>
        </p:nvSpPr>
        <p:spPr>
          <a:xfrm>
            <a:off x="5159897" y="4725144"/>
            <a:ext cx="3964144" cy="316404"/>
          </a:xfrm>
          <a:prstGeom prst="rect">
            <a:avLst/>
          </a:prstGeom>
        </p:spPr>
        <p:txBody>
          <a:bodyPr anchor="b">
            <a:noAutofit/>
          </a:bodyPr>
          <a:lstStyle>
            <a:lvl1pPr>
              <a:defRPr sz="2000">
                <a:solidFill>
                  <a:schemeClr val="bg1"/>
                </a:solidFill>
              </a:defRPr>
            </a:lvl1pPr>
          </a:lstStyle>
          <a:p>
            <a:pPr lvl="0"/>
            <a:r>
              <a:rPr lang="en-US"/>
              <a:t>Click to edit Master text styles</a:t>
            </a:r>
          </a:p>
        </p:txBody>
      </p:sp>
      <p:sp>
        <p:nvSpPr>
          <p:cNvPr id="4" name="Rectangle 3">
            <a:extLst>
              <a:ext uri="{FF2B5EF4-FFF2-40B4-BE49-F238E27FC236}">
                <a16:creationId xmlns:a16="http://schemas.microsoft.com/office/drawing/2014/main" id="{78D281D9-C9E0-F6DF-2438-F4992F7D29D2}"/>
              </a:ext>
            </a:extLst>
          </p:cNvPr>
          <p:cNvSpPr/>
          <p:nvPr/>
        </p:nvSpPr>
        <p:spPr>
          <a:xfrm rot="16200000">
            <a:off x="5941020"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3" name="Text Placeholder 33">
            <a:extLst>
              <a:ext uri="{FF2B5EF4-FFF2-40B4-BE49-F238E27FC236}">
                <a16:creationId xmlns:a16="http://schemas.microsoft.com/office/drawing/2014/main" id="{F95A3A44-A840-3420-E0A4-A35DB913338B}"/>
              </a:ext>
            </a:extLst>
          </p:cNvPr>
          <p:cNvSpPr>
            <a:spLocks noGrp="1"/>
          </p:cNvSpPr>
          <p:nvPr>
            <p:ph type="body" sz="quarter" idx="16"/>
          </p:nvPr>
        </p:nvSpPr>
        <p:spPr>
          <a:xfrm>
            <a:off x="9912013" y="5264061"/>
            <a:ext cx="1872000" cy="522985"/>
          </a:xfrm>
          <a:prstGeom prst="rect">
            <a:avLst/>
          </a:prstGeom>
        </p:spPr>
        <p:txBody>
          <a:bodyPr/>
          <a:lstStyle/>
          <a:p>
            <a:pPr lvl="0"/>
            <a:r>
              <a:rPr lang="en-US"/>
              <a:t>Click to edit Master text styles</a:t>
            </a:r>
          </a:p>
        </p:txBody>
      </p:sp>
    </p:spTree>
    <p:extLst>
      <p:ext uri="{BB962C8B-B14F-4D97-AF65-F5344CB8AC3E}">
        <p14:creationId xmlns:p14="http://schemas.microsoft.com/office/powerpoint/2010/main" val="4200492237"/>
      </p:ext>
    </p:extLst>
  </p:cSld>
  <p:clrMapOvr>
    <a:masterClrMapping/>
  </p:clrMapOvr>
  <p:hf sldNum="0" hdr="0" ftr="0" dt="0"/>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118.xml><?xml version="1.0" encoding="utf-8"?>
<p:sldLayout xmlns:a="http://schemas.openxmlformats.org/drawingml/2006/main" xmlns:r="http://schemas.openxmlformats.org/officeDocument/2006/relationships" xmlns:p="http://schemas.openxmlformats.org/presentationml/2006/main" showMasterSp="0" preserve="1">
  <p:cSld name="Title Slide 5">
    <p:spTree>
      <p:nvGrpSpPr>
        <p:cNvPr id="1" name=""/>
        <p:cNvGrpSpPr/>
        <p:nvPr/>
      </p:nvGrpSpPr>
      <p:grpSpPr>
        <a:xfrm>
          <a:off x="0" y="0"/>
          <a:ext cx="0" cy="0"/>
          <a:chOff x="0" y="0"/>
          <a:chExt cx="0" cy="0"/>
        </a:xfrm>
      </p:grpSpPr>
      <p:sp>
        <p:nvSpPr>
          <p:cNvPr id="43" name="Picture Placeholder 10">
            <a:extLst>
              <a:ext uri="{FF2B5EF4-FFF2-40B4-BE49-F238E27FC236}">
                <a16:creationId xmlns:a16="http://schemas.microsoft.com/office/drawing/2014/main" id="{3C1B8D60-78D7-1E25-C623-7509C881E3E9}"/>
              </a:ext>
            </a:extLst>
          </p:cNvPr>
          <p:cNvSpPr>
            <a:spLocks noGrp="1"/>
          </p:cNvSpPr>
          <p:nvPr>
            <p:ph type="pic" sz="quarter" idx="14"/>
          </p:nvPr>
        </p:nvSpPr>
        <p:spPr>
          <a:xfrm>
            <a:off x="-1" y="1"/>
            <a:ext cx="2736773" cy="3429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pPr marR="0" lvl="0" fontAlgn="auto">
              <a:spcAft>
                <a:spcPts val="0"/>
              </a:spcAft>
              <a:buClrTx/>
              <a:buSzTx/>
              <a:tabLst/>
            </a:pPr>
            <a:r>
              <a:rPr lang="en-US"/>
              <a:t>Click icon to add picture</a:t>
            </a:r>
          </a:p>
        </p:txBody>
      </p:sp>
      <p:sp>
        <p:nvSpPr>
          <p:cNvPr id="42" name="Picture Placeholder 10">
            <a:extLst>
              <a:ext uri="{FF2B5EF4-FFF2-40B4-BE49-F238E27FC236}">
                <a16:creationId xmlns:a16="http://schemas.microsoft.com/office/drawing/2014/main" id="{E8C91BDE-0FA3-B18C-5405-5DB502E0FBA3}"/>
              </a:ext>
            </a:extLst>
          </p:cNvPr>
          <p:cNvSpPr>
            <a:spLocks noGrp="1"/>
          </p:cNvSpPr>
          <p:nvPr>
            <p:ph type="pic" sz="quarter" idx="13" hasCustomPrompt="1"/>
          </p:nvPr>
        </p:nvSpPr>
        <p:spPr>
          <a:xfrm>
            <a:off x="2916774" y="0"/>
            <a:ext cx="9275226"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grpSp>
        <p:nvGrpSpPr>
          <p:cNvPr id="35" name="Group 2">
            <a:extLst>
              <a:ext uri="{FF2B5EF4-FFF2-40B4-BE49-F238E27FC236}">
                <a16:creationId xmlns:a16="http://schemas.microsoft.com/office/drawing/2014/main" id="{586CA03F-ED76-1D2D-90A8-504016961D55}"/>
              </a:ext>
            </a:extLst>
          </p:cNvPr>
          <p:cNvGrpSpPr>
            <a:grpSpLocks noChangeAspect="1"/>
          </p:cNvGrpSpPr>
          <p:nvPr/>
        </p:nvGrpSpPr>
        <p:grpSpPr>
          <a:xfrm>
            <a:off x="357195" y="6122117"/>
            <a:ext cx="1872000" cy="420870"/>
            <a:chOff x="5094083" y="5360390"/>
            <a:chExt cx="3039349" cy="683316"/>
          </a:xfrm>
          <a:solidFill>
            <a:schemeClr val="tx2"/>
          </a:solidFill>
        </p:grpSpPr>
        <p:sp>
          <p:nvSpPr>
            <p:cNvPr id="36" name="Freeform: Shape 4">
              <a:extLst>
                <a:ext uri="{FF2B5EF4-FFF2-40B4-BE49-F238E27FC236}">
                  <a16:creationId xmlns:a16="http://schemas.microsoft.com/office/drawing/2014/main" id="{04CD9986-2686-D8E3-9192-8BEB77750D7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37" name="Freeform: Shape 5">
              <a:extLst>
                <a:ext uri="{FF2B5EF4-FFF2-40B4-BE49-F238E27FC236}">
                  <a16:creationId xmlns:a16="http://schemas.microsoft.com/office/drawing/2014/main" id="{7CD40094-AC2F-9457-AD3F-9AAA89E00C4A}"/>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38" name="Freeform: Shape 6">
              <a:extLst>
                <a:ext uri="{FF2B5EF4-FFF2-40B4-BE49-F238E27FC236}">
                  <a16:creationId xmlns:a16="http://schemas.microsoft.com/office/drawing/2014/main" id="{682D97D4-A5DA-2B1D-3407-13658458A52A}"/>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39" name="Freeform: Shape 7">
              <a:extLst>
                <a:ext uri="{FF2B5EF4-FFF2-40B4-BE49-F238E27FC236}">
                  <a16:creationId xmlns:a16="http://schemas.microsoft.com/office/drawing/2014/main" id="{FEBEF87B-7156-68DF-4D8A-E84D8A4F0EA2}"/>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40" name="Freeform: Shape 8">
              <a:extLst>
                <a:ext uri="{FF2B5EF4-FFF2-40B4-BE49-F238E27FC236}">
                  <a16:creationId xmlns:a16="http://schemas.microsoft.com/office/drawing/2014/main" id="{3A0B75AC-0F93-D7BF-2568-50E1CFEDF0CA}"/>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3" name="Title 31">
            <a:extLst>
              <a:ext uri="{FF2B5EF4-FFF2-40B4-BE49-F238E27FC236}">
                <a16:creationId xmlns:a16="http://schemas.microsoft.com/office/drawing/2014/main" id="{D8CA367F-44BB-C4B7-EA59-F1D6214DB4D2}"/>
              </a:ext>
            </a:extLst>
          </p:cNvPr>
          <p:cNvSpPr>
            <a:spLocks noGrp="1"/>
          </p:cNvSpPr>
          <p:nvPr>
            <p:ph type="title"/>
          </p:nvPr>
        </p:nvSpPr>
        <p:spPr>
          <a:xfrm>
            <a:off x="3401003" y="1628775"/>
            <a:ext cx="6578080" cy="3589714"/>
          </a:xfrm>
        </p:spPr>
        <p:txBody>
          <a:bodyPr anchor="b"/>
          <a:lstStyle>
            <a:lvl1pPr>
              <a:defRPr sz="5400">
                <a:solidFill>
                  <a:schemeClr val="bg1"/>
                </a:solidFill>
              </a:defRPr>
            </a:lvl1pPr>
          </a:lstStyle>
          <a:p>
            <a:r>
              <a:rPr lang="en-US"/>
              <a:t>Click to edit Master title style</a:t>
            </a:r>
            <a:endParaRPr lang="en-PL"/>
          </a:p>
        </p:txBody>
      </p:sp>
      <p:sp>
        <p:nvSpPr>
          <p:cNvPr id="6" name="Rectangle 5">
            <a:extLst>
              <a:ext uri="{FF2B5EF4-FFF2-40B4-BE49-F238E27FC236}">
                <a16:creationId xmlns:a16="http://schemas.microsoft.com/office/drawing/2014/main" id="{308E3512-1EC7-FD95-4A22-F366C773E9C4}"/>
              </a:ext>
            </a:extLst>
          </p:cNvPr>
          <p:cNvSpPr/>
          <p:nvPr/>
        </p:nvSpPr>
        <p:spPr>
          <a:xfrm rot="16200000">
            <a:off x="-602226"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5" name="Text Placeholder 33">
            <a:extLst>
              <a:ext uri="{FF2B5EF4-FFF2-40B4-BE49-F238E27FC236}">
                <a16:creationId xmlns:a16="http://schemas.microsoft.com/office/drawing/2014/main" id="{940C889E-4F97-F9FE-39C5-DFA541A122BB}"/>
              </a:ext>
            </a:extLst>
          </p:cNvPr>
          <p:cNvSpPr>
            <a:spLocks noGrp="1"/>
          </p:cNvSpPr>
          <p:nvPr>
            <p:ph type="body" sz="quarter" idx="16"/>
          </p:nvPr>
        </p:nvSpPr>
        <p:spPr>
          <a:xfrm>
            <a:off x="357195" y="3893182"/>
            <a:ext cx="2088292" cy="1123397"/>
          </a:xfrm>
          <a:prstGeom prst="rect">
            <a:avLst/>
          </a:prstGeom>
        </p:spPr>
        <p:txBody>
          <a:bodyPr anchor="b">
            <a:noAutofit/>
          </a:bodyPr>
          <a:lstStyle>
            <a:lvl1pPr>
              <a:defRPr sz="2000"/>
            </a:lvl1pPr>
          </a:lstStyle>
          <a:p>
            <a:pPr lvl="0"/>
            <a:r>
              <a:rPr lang="en-US"/>
              <a:t>Click to edit Master text styles</a:t>
            </a:r>
          </a:p>
        </p:txBody>
      </p:sp>
      <p:sp>
        <p:nvSpPr>
          <p:cNvPr id="7" name="Text Placeholder 33">
            <a:extLst>
              <a:ext uri="{FF2B5EF4-FFF2-40B4-BE49-F238E27FC236}">
                <a16:creationId xmlns:a16="http://schemas.microsoft.com/office/drawing/2014/main" id="{9C442A3F-8F7B-AF19-BF71-5A8A0790F5CA}"/>
              </a:ext>
            </a:extLst>
          </p:cNvPr>
          <p:cNvSpPr>
            <a:spLocks noGrp="1"/>
          </p:cNvSpPr>
          <p:nvPr>
            <p:ph type="body" sz="quarter" idx="17"/>
          </p:nvPr>
        </p:nvSpPr>
        <p:spPr>
          <a:xfrm>
            <a:off x="357195" y="5264061"/>
            <a:ext cx="2088292" cy="522985"/>
          </a:xfrm>
          <a:prstGeom prst="rect">
            <a:avLst/>
          </a:prstGeom>
        </p:spPr>
        <p:txBody>
          <a:bodyPr/>
          <a:lstStyle/>
          <a:p>
            <a:pPr lvl="0"/>
            <a:r>
              <a:rPr lang="en-US"/>
              <a:t>Click to edit Master text styles</a:t>
            </a:r>
          </a:p>
        </p:txBody>
      </p:sp>
    </p:spTree>
    <p:extLst>
      <p:ext uri="{BB962C8B-B14F-4D97-AF65-F5344CB8AC3E}">
        <p14:creationId xmlns:p14="http://schemas.microsoft.com/office/powerpoint/2010/main" val="2499484004"/>
      </p:ext>
    </p:extLst>
  </p:cSld>
  <p:clrMapOvr>
    <a:masterClrMapping/>
  </p:clrMapOvr>
  <p:hf sldNum="0" hdr="0" ftr="0" dt="0"/>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119.xml><?xml version="1.0" encoding="utf-8"?>
<p:sldLayout xmlns:a="http://schemas.openxmlformats.org/drawingml/2006/main" xmlns:r="http://schemas.openxmlformats.org/officeDocument/2006/relationships" xmlns:p="http://schemas.openxmlformats.org/presentationml/2006/main" showMasterSp="0" preserve="1">
  <p:cSld name="Agenda 1">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6424D2EA-9AAB-3E5E-F5AA-4EFA5797243B}"/>
              </a:ext>
            </a:extLst>
          </p:cNvPr>
          <p:cNvSpPr>
            <a:spLocks noGrp="1"/>
          </p:cNvSpPr>
          <p:nvPr>
            <p:ph type="pic" sz="quarter" idx="10" hasCustomPrompt="1"/>
          </p:nvPr>
        </p:nvSpPr>
        <p:spPr>
          <a:xfrm>
            <a:off x="8878957" y="1"/>
            <a:ext cx="3313043"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2">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8" name="Logo Placeholder 7">
            <a:extLst>
              <a:ext uri="{FF2B5EF4-FFF2-40B4-BE49-F238E27FC236}">
                <a16:creationId xmlns:a16="http://schemas.microsoft.com/office/drawing/2014/main" id="{62FD468B-B69E-D6B3-0B31-29405A8C9B22}"/>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10" name="Title Placeholder 4">
            <a:extLst>
              <a:ext uri="{FF2B5EF4-FFF2-40B4-BE49-F238E27FC236}">
                <a16:creationId xmlns:a16="http://schemas.microsoft.com/office/drawing/2014/main" id="{88071F53-FF39-EE02-C206-04BC9BC62837}"/>
              </a:ext>
            </a:extLst>
          </p:cNvPr>
          <p:cNvSpPr>
            <a:spLocks noGrp="1"/>
          </p:cNvSpPr>
          <p:nvPr>
            <p:ph type="title"/>
          </p:nvPr>
        </p:nvSpPr>
        <p:spPr>
          <a:xfrm>
            <a:off x="551384" y="549274"/>
            <a:ext cx="7920880" cy="930372"/>
          </a:xfrm>
          <a:prstGeom prst="rect">
            <a:avLst/>
          </a:prstGeom>
        </p:spPr>
        <p:txBody>
          <a:bodyPr vert="horz" lIns="0" tIns="0" rIns="0" bIns="126000" rtlCol="0" anchor="b" anchorCtr="0">
            <a:noAutofit/>
          </a:bodyPr>
          <a:lstStyle/>
          <a:p>
            <a:pPr lvl="0"/>
            <a:r>
              <a:rPr lang="en-US"/>
              <a:t>Click to edit Master title style</a:t>
            </a:r>
            <a:endParaRPr lang="de-DE"/>
          </a:p>
        </p:txBody>
      </p:sp>
      <p:sp>
        <p:nvSpPr>
          <p:cNvPr id="11" name="Text Placeholder 1">
            <a:extLst>
              <a:ext uri="{FF2B5EF4-FFF2-40B4-BE49-F238E27FC236}">
                <a16:creationId xmlns:a16="http://schemas.microsoft.com/office/drawing/2014/main" id="{D450594D-C071-DB63-60E9-737FD362024E}"/>
              </a:ext>
            </a:extLst>
          </p:cNvPr>
          <p:cNvSpPr>
            <a:spLocks noGrp="1"/>
          </p:cNvSpPr>
          <p:nvPr>
            <p:ph idx="1"/>
          </p:nvPr>
        </p:nvSpPr>
        <p:spPr>
          <a:xfrm>
            <a:off x="551384" y="1628800"/>
            <a:ext cx="7920880" cy="466863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Tree>
    <p:extLst>
      <p:ext uri="{BB962C8B-B14F-4D97-AF65-F5344CB8AC3E}">
        <p14:creationId xmlns:p14="http://schemas.microsoft.com/office/powerpoint/2010/main" val="3726020638"/>
      </p:ext>
    </p:extLst>
  </p:cSld>
  <p:clrMapOvr>
    <a:masterClrMapping/>
  </p:clrMapOvr>
  <p:hf sldNum="0" hdr="0" ftr="0" dt="0"/>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p:cSld name="Agenda 2">
    <p:spTree>
      <p:nvGrpSpPr>
        <p:cNvPr id="1" name=""/>
        <p:cNvGrpSpPr/>
        <p:nvPr/>
      </p:nvGrpSpPr>
      <p:grpSpPr>
        <a:xfrm>
          <a:off x="0" y="0"/>
          <a:ext cx="0" cy="0"/>
          <a:chOff x="0" y="0"/>
          <a:chExt cx="0" cy="0"/>
        </a:xfrm>
      </p:grpSpPr>
      <p:sp>
        <p:nvSpPr>
          <p:cNvPr id="20" name="Picture Placeholder 7">
            <a:extLst>
              <a:ext uri="{FF2B5EF4-FFF2-40B4-BE49-F238E27FC236}">
                <a16:creationId xmlns:a16="http://schemas.microsoft.com/office/drawing/2014/main" id="{7719DBC8-1C65-EC71-F260-3E45E00F725D}"/>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5" name="Title Placeholder 4">
            <a:extLst>
              <a:ext uri="{FF2B5EF4-FFF2-40B4-BE49-F238E27FC236}">
                <a16:creationId xmlns:a16="http://schemas.microsoft.com/office/drawing/2014/main" id="{064AC36F-9D88-0AFF-0D23-B3207730506D}"/>
              </a:ext>
            </a:extLst>
          </p:cNvPr>
          <p:cNvSpPr>
            <a:spLocks noGrp="1"/>
          </p:cNvSpPr>
          <p:nvPr>
            <p:ph type="title"/>
          </p:nvPr>
        </p:nvSpPr>
        <p:spPr>
          <a:xfrm>
            <a:off x="6600056" y="549274"/>
            <a:ext cx="5042266" cy="930372"/>
          </a:xfrm>
          <a:prstGeom prst="rect">
            <a:avLst/>
          </a:prstGeom>
        </p:spPr>
        <p:txBody>
          <a:bodyPr vert="horz" lIns="0" tIns="0" rIns="0" bIns="126000" rtlCol="0" anchor="b" anchorCtr="0">
            <a:noAutofit/>
          </a:bodyPr>
          <a:lstStyle/>
          <a:p>
            <a:pPr lvl="0"/>
            <a:r>
              <a:rPr lang="en-US"/>
              <a:t>Click to edit Master title style</a:t>
            </a:r>
            <a:endParaRPr lang="de-DE"/>
          </a:p>
        </p:txBody>
      </p:sp>
      <p:sp>
        <p:nvSpPr>
          <p:cNvPr id="7" name="Text Placeholder 11">
            <a:extLst>
              <a:ext uri="{FF2B5EF4-FFF2-40B4-BE49-F238E27FC236}">
                <a16:creationId xmlns:a16="http://schemas.microsoft.com/office/drawing/2014/main" id="{77152031-1FC0-032B-F3DB-6C7DECFE02E6}"/>
              </a:ext>
            </a:extLst>
          </p:cNvPr>
          <p:cNvSpPr>
            <a:spLocks noGrp="1"/>
          </p:cNvSpPr>
          <p:nvPr>
            <p:ph type="body" sz="quarter" idx="25" hasCustomPrompt="1"/>
          </p:nvPr>
        </p:nvSpPr>
        <p:spPr>
          <a:xfrm>
            <a:off x="6585993" y="2007152"/>
            <a:ext cx="5054623" cy="369332"/>
          </a:xfrm>
          <a:prstGeom prst="rect">
            <a:avLst/>
          </a:prstGeom>
        </p:spPr>
        <p:txBody>
          <a:bodyPr lIns="0" tIns="0" rIns="0" bIns="0" anchor="ctr">
            <a:normAutofit/>
          </a:bodyPr>
          <a:lstStyle>
            <a:lvl1pPr>
              <a:spcBef>
                <a:spcPts val="0"/>
              </a:spcBef>
              <a:defRPr sz="2000">
                <a:solidFill>
                  <a:schemeClr val="tx2"/>
                </a:solidFill>
              </a:defRPr>
            </a:lvl1pPr>
          </a:lstStyle>
          <a:p>
            <a:pPr lvl="0"/>
            <a:r>
              <a:rPr lang="en-US"/>
              <a:t>Click to add text</a:t>
            </a:r>
          </a:p>
        </p:txBody>
      </p:sp>
      <p:sp>
        <p:nvSpPr>
          <p:cNvPr id="8" name="Text Placeholder 11">
            <a:extLst>
              <a:ext uri="{FF2B5EF4-FFF2-40B4-BE49-F238E27FC236}">
                <a16:creationId xmlns:a16="http://schemas.microsoft.com/office/drawing/2014/main" id="{2397C058-DED2-A927-F1FC-4D2262C4D8CC}"/>
              </a:ext>
            </a:extLst>
          </p:cNvPr>
          <p:cNvSpPr>
            <a:spLocks noGrp="1"/>
          </p:cNvSpPr>
          <p:nvPr>
            <p:ph type="body" sz="quarter" idx="26" hasCustomPrompt="1"/>
          </p:nvPr>
        </p:nvSpPr>
        <p:spPr>
          <a:xfrm>
            <a:off x="6585993" y="2599765"/>
            <a:ext cx="5054623" cy="369332"/>
          </a:xfrm>
          <a:prstGeom prst="rect">
            <a:avLst/>
          </a:prstGeom>
        </p:spPr>
        <p:txBody>
          <a:bodyPr lIns="0" tIns="0" rIns="0" bIns="0" anchor="ctr">
            <a:normAutofit/>
          </a:bodyPr>
          <a:lstStyle>
            <a:lvl1pPr>
              <a:spcBef>
                <a:spcPts val="0"/>
              </a:spcBef>
              <a:defRPr sz="2000">
                <a:solidFill>
                  <a:schemeClr val="tx2"/>
                </a:solidFill>
              </a:defRPr>
            </a:lvl1pPr>
          </a:lstStyle>
          <a:p>
            <a:pPr lvl="0"/>
            <a:r>
              <a:rPr lang="en-US"/>
              <a:t>Click to add text</a:t>
            </a:r>
          </a:p>
        </p:txBody>
      </p:sp>
      <p:sp>
        <p:nvSpPr>
          <p:cNvPr id="9" name="Text Placeholder 11">
            <a:extLst>
              <a:ext uri="{FF2B5EF4-FFF2-40B4-BE49-F238E27FC236}">
                <a16:creationId xmlns:a16="http://schemas.microsoft.com/office/drawing/2014/main" id="{17FFBEBF-84C6-4981-C2E8-C48E0CF9A363}"/>
              </a:ext>
            </a:extLst>
          </p:cNvPr>
          <p:cNvSpPr>
            <a:spLocks noGrp="1"/>
          </p:cNvSpPr>
          <p:nvPr>
            <p:ph type="body" sz="quarter" idx="30" hasCustomPrompt="1"/>
          </p:nvPr>
        </p:nvSpPr>
        <p:spPr>
          <a:xfrm>
            <a:off x="6585993" y="3192378"/>
            <a:ext cx="5054623" cy="369332"/>
          </a:xfrm>
          <a:prstGeom prst="rect">
            <a:avLst/>
          </a:prstGeom>
        </p:spPr>
        <p:txBody>
          <a:bodyPr lIns="0" tIns="0" rIns="0" bIns="0" anchor="ctr">
            <a:normAutofit/>
          </a:bodyPr>
          <a:lstStyle>
            <a:lvl1pPr>
              <a:spcBef>
                <a:spcPts val="0"/>
              </a:spcBef>
              <a:defRPr sz="2000">
                <a:solidFill>
                  <a:schemeClr val="tx2"/>
                </a:solidFill>
              </a:defRPr>
            </a:lvl1pPr>
          </a:lstStyle>
          <a:p>
            <a:pPr lvl="0"/>
            <a:r>
              <a:rPr lang="en-US"/>
              <a:t>Click to add text</a:t>
            </a:r>
          </a:p>
        </p:txBody>
      </p:sp>
      <p:sp>
        <p:nvSpPr>
          <p:cNvPr id="10" name="Text Placeholder 11">
            <a:extLst>
              <a:ext uri="{FF2B5EF4-FFF2-40B4-BE49-F238E27FC236}">
                <a16:creationId xmlns:a16="http://schemas.microsoft.com/office/drawing/2014/main" id="{B50E875C-17E2-59C2-ADA9-61BD0E75B160}"/>
              </a:ext>
            </a:extLst>
          </p:cNvPr>
          <p:cNvSpPr>
            <a:spLocks noGrp="1"/>
          </p:cNvSpPr>
          <p:nvPr>
            <p:ph type="body" sz="quarter" idx="31" hasCustomPrompt="1"/>
          </p:nvPr>
        </p:nvSpPr>
        <p:spPr>
          <a:xfrm>
            <a:off x="6585993" y="3784991"/>
            <a:ext cx="5054623" cy="369332"/>
          </a:xfrm>
          <a:prstGeom prst="rect">
            <a:avLst/>
          </a:prstGeom>
        </p:spPr>
        <p:txBody>
          <a:bodyPr lIns="0" tIns="0" rIns="0" bIns="0" anchor="ctr">
            <a:normAutofit/>
          </a:bodyPr>
          <a:lstStyle>
            <a:lvl1pPr>
              <a:spcBef>
                <a:spcPts val="0"/>
              </a:spcBef>
              <a:defRPr sz="2000">
                <a:solidFill>
                  <a:schemeClr val="tx2"/>
                </a:solidFill>
              </a:defRPr>
            </a:lvl1pPr>
          </a:lstStyle>
          <a:p>
            <a:pPr lvl="0"/>
            <a:r>
              <a:rPr lang="en-US"/>
              <a:t>Click to add text</a:t>
            </a:r>
          </a:p>
        </p:txBody>
      </p:sp>
      <p:sp>
        <p:nvSpPr>
          <p:cNvPr id="11" name="Text Placeholder 11">
            <a:extLst>
              <a:ext uri="{FF2B5EF4-FFF2-40B4-BE49-F238E27FC236}">
                <a16:creationId xmlns:a16="http://schemas.microsoft.com/office/drawing/2014/main" id="{A9420F04-AF69-214B-65E6-46E3677153F0}"/>
              </a:ext>
            </a:extLst>
          </p:cNvPr>
          <p:cNvSpPr>
            <a:spLocks noGrp="1"/>
          </p:cNvSpPr>
          <p:nvPr>
            <p:ph type="body" sz="quarter" idx="32" hasCustomPrompt="1"/>
          </p:nvPr>
        </p:nvSpPr>
        <p:spPr>
          <a:xfrm>
            <a:off x="6585993" y="4377605"/>
            <a:ext cx="5054623" cy="369332"/>
          </a:xfrm>
          <a:prstGeom prst="rect">
            <a:avLst/>
          </a:prstGeom>
        </p:spPr>
        <p:txBody>
          <a:bodyPr lIns="0" tIns="0" rIns="0" bIns="0" anchor="ctr">
            <a:normAutofit/>
          </a:bodyPr>
          <a:lstStyle>
            <a:lvl1pPr>
              <a:spcBef>
                <a:spcPts val="0"/>
              </a:spcBef>
              <a:defRPr sz="2000">
                <a:solidFill>
                  <a:schemeClr val="tx2"/>
                </a:solidFill>
              </a:defRPr>
            </a:lvl1pPr>
          </a:lstStyle>
          <a:p>
            <a:pPr lvl="0"/>
            <a:r>
              <a:rPr lang="en-US"/>
              <a:t>Click to add text</a:t>
            </a:r>
          </a:p>
        </p:txBody>
      </p:sp>
      <p:sp>
        <p:nvSpPr>
          <p:cNvPr id="12" name="Text Placeholder 11">
            <a:extLst>
              <a:ext uri="{FF2B5EF4-FFF2-40B4-BE49-F238E27FC236}">
                <a16:creationId xmlns:a16="http://schemas.microsoft.com/office/drawing/2014/main" id="{A789EDD1-6A88-C664-0739-2CFCD04A787A}"/>
              </a:ext>
            </a:extLst>
          </p:cNvPr>
          <p:cNvSpPr>
            <a:spLocks noGrp="1"/>
          </p:cNvSpPr>
          <p:nvPr>
            <p:ph type="body" sz="quarter" idx="34" hasCustomPrompt="1"/>
          </p:nvPr>
        </p:nvSpPr>
        <p:spPr>
          <a:xfrm>
            <a:off x="6585993" y="4970219"/>
            <a:ext cx="5054623" cy="369332"/>
          </a:xfrm>
          <a:prstGeom prst="rect">
            <a:avLst/>
          </a:prstGeom>
        </p:spPr>
        <p:txBody>
          <a:bodyPr lIns="0" tIns="0" rIns="0" bIns="0" anchor="ctr">
            <a:normAutofit/>
          </a:bodyPr>
          <a:lstStyle>
            <a:lvl1pPr>
              <a:spcBef>
                <a:spcPts val="0"/>
              </a:spcBef>
              <a:defRPr sz="2000">
                <a:solidFill>
                  <a:schemeClr val="tx2"/>
                </a:solidFill>
              </a:defRPr>
            </a:lvl1pPr>
          </a:lstStyle>
          <a:p>
            <a:pPr lvl="0"/>
            <a:r>
              <a:rPr lang="en-US"/>
              <a:t>Click to add text</a:t>
            </a:r>
          </a:p>
        </p:txBody>
      </p:sp>
      <p:sp>
        <p:nvSpPr>
          <p:cNvPr id="13" name="Text Placeholder 11">
            <a:extLst>
              <a:ext uri="{FF2B5EF4-FFF2-40B4-BE49-F238E27FC236}">
                <a16:creationId xmlns:a16="http://schemas.microsoft.com/office/drawing/2014/main" id="{892337BD-72AF-D589-5EEB-9C85E19A6825}"/>
              </a:ext>
            </a:extLst>
          </p:cNvPr>
          <p:cNvSpPr>
            <a:spLocks noGrp="1"/>
          </p:cNvSpPr>
          <p:nvPr>
            <p:ph type="body" sz="quarter" idx="35" hasCustomPrompt="1"/>
          </p:nvPr>
        </p:nvSpPr>
        <p:spPr>
          <a:xfrm>
            <a:off x="6585993" y="5562833"/>
            <a:ext cx="5054623" cy="369332"/>
          </a:xfrm>
          <a:prstGeom prst="rect">
            <a:avLst/>
          </a:prstGeom>
        </p:spPr>
        <p:txBody>
          <a:bodyPr lIns="0" tIns="0" rIns="0" bIns="0" anchor="ctr">
            <a:normAutofit/>
          </a:bodyPr>
          <a:lstStyle>
            <a:lvl1pPr>
              <a:spcBef>
                <a:spcPts val="0"/>
              </a:spcBef>
              <a:defRPr sz="2000">
                <a:solidFill>
                  <a:schemeClr val="tx2"/>
                </a:solidFill>
              </a:defRPr>
            </a:lvl1pPr>
          </a:lstStyle>
          <a:p>
            <a:pPr lvl="0"/>
            <a:r>
              <a:rPr lang="en-US"/>
              <a:t>Click to add text</a:t>
            </a:r>
          </a:p>
        </p:txBody>
      </p:sp>
    </p:spTree>
    <p:extLst>
      <p:ext uri="{BB962C8B-B14F-4D97-AF65-F5344CB8AC3E}">
        <p14:creationId xmlns:p14="http://schemas.microsoft.com/office/powerpoint/2010/main" val="1497452629"/>
      </p:ext>
    </p:extLst>
  </p:cSld>
  <p:clrMapOvr>
    <a:masterClrMapping/>
  </p:clrMapOvr>
  <p:hf sldNum="0" hdr="0" ftr="0" dt="0"/>
</p:sldLayout>
</file>

<file path=ppt/slideLayouts/slideLayout121.xml><?xml version="1.0" encoding="utf-8"?>
<p:sldLayout xmlns:a="http://schemas.openxmlformats.org/drawingml/2006/main" xmlns:r="http://schemas.openxmlformats.org/officeDocument/2006/relationships" xmlns:p="http://schemas.openxmlformats.org/presentationml/2006/main">
  <p:cSld name="Agenda 3">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D119069D-5D68-4DB4-B45F-92CCC710785E}"/>
              </a:ext>
            </a:extLst>
          </p:cNvPr>
          <p:cNvSpPr>
            <a:spLocks noGrp="1"/>
          </p:cNvSpPr>
          <p:nvPr>
            <p:ph type="body" sz="quarter" idx="24" hasCustomPrompt="1"/>
          </p:nvPr>
        </p:nvSpPr>
        <p:spPr>
          <a:xfrm>
            <a:off x="2207567" y="1628775"/>
            <a:ext cx="9433569" cy="369332"/>
          </a:xfrm>
          <a:prstGeom prst="rect">
            <a:avLst/>
          </a:prstGeom>
        </p:spPr>
        <p:txBody>
          <a:bodyPr>
            <a:normAutofit/>
          </a:bodyPr>
          <a:lstStyle>
            <a:lvl1pPr>
              <a:spcBef>
                <a:spcPts val="0"/>
              </a:spcBef>
              <a:defRPr sz="2400">
                <a:solidFill>
                  <a:schemeClr val="tx1"/>
                </a:solidFill>
              </a:defRPr>
            </a:lvl1pPr>
          </a:lstStyle>
          <a:p>
            <a:pPr lvl="0"/>
            <a:r>
              <a:rPr lang="en-US"/>
              <a:t>Click to add text</a:t>
            </a:r>
          </a:p>
        </p:txBody>
      </p:sp>
      <p:sp>
        <p:nvSpPr>
          <p:cNvPr id="23" name="Text Placeholder 11">
            <a:extLst>
              <a:ext uri="{FF2B5EF4-FFF2-40B4-BE49-F238E27FC236}">
                <a16:creationId xmlns:a16="http://schemas.microsoft.com/office/drawing/2014/main" id="{AA1A2157-04CD-44FC-8492-E3FAFE326F18}"/>
              </a:ext>
            </a:extLst>
          </p:cNvPr>
          <p:cNvSpPr>
            <a:spLocks noGrp="1"/>
          </p:cNvSpPr>
          <p:nvPr>
            <p:ph type="body" sz="quarter" idx="25" hasCustomPrompt="1"/>
          </p:nvPr>
        </p:nvSpPr>
        <p:spPr>
          <a:xfrm>
            <a:off x="2207567" y="2221388"/>
            <a:ext cx="9433569" cy="369332"/>
          </a:xfrm>
          <a:prstGeom prst="rect">
            <a:avLst/>
          </a:prstGeom>
        </p:spPr>
        <p:txBody>
          <a:bodyPr>
            <a:normAutofit/>
          </a:bodyPr>
          <a:lstStyle>
            <a:lvl1pPr>
              <a:spcBef>
                <a:spcPts val="0"/>
              </a:spcBef>
              <a:defRPr sz="2400">
                <a:solidFill>
                  <a:schemeClr val="tx1"/>
                </a:solidFill>
              </a:defRPr>
            </a:lvl1pPr>
          </a:lstStyle>
          <a:p>
            <a:pPr lvl="0"/>
            <a:r>
              <a:rPr lang="en-US"/>
              <a:t>Click to add text</a:t>
            </a:r>
          </a:p>
        </p:txBody>
      </p:sp>
      <p:sp>
        <p:nvSpPr>
          <p:cNvPr id="24" name="Text Placeholder 11">
            <a:extLst>
              <a:ext uri="{FF2B5EF4-FFF2-40B4-BE49-F238E27FC236}">
                <a16:creationId xmlns:a16="http://schemas.microsoft.com/office/drawing/2014/main" id="{199E21EB-D052-4206-952C-D3FE77AA1C8D}"/>
              </a:ext>
            </a:extLst>
          </p:cNvPr>
          <p:cNvSpPr>
            <a:spLocks noGrp="1"/>
          </p:cNvSpPr>
          <p:nvPr>
            <p:ph type="body" sz="quarter" idx="26" hasCustomPrompt="1"/>
          </p:nvPr>
        </p:nvSpPr>
        <p:spPr>
          <a:xfrm>
            <a:off x="2207567" y="2814001"/>
            <a:ext cx="9433569" cy="369332"/>
          </a:xfrm>
          <a:prstGeom prst="rect">
            <a:avLst/>
          </a:prstGeom>
        </p:spPr>
        <p:txBody>
          <a:bodyPr>
            <a:normAutofit/>
          </a:bodyPr>
          <a:lstStyle>
            <a:lvl1pPr>
              <a:spcBef>
                <a:spcPts val="0"/>
              </a:spcBef>
              <a:defRPr sz="2400">
                <a:solidFill>
                  <a:schemeClr val="tx1"/>
                </a:solidFill>
              </a:defRPr>
            </a:lvl1pPr>
          </a:lstStyle>
          <a:p>
            <a:pPr lvl="0"/>
            <a:r>
              <a:rPr lang="en-US"/>
              <a:t>Click to add text</a:t>
            </a:r>
          </a:p>
        </p:txBody>
      </p:sp>
      <p:sp>
        <p:nvSpPr>
          <p:cNvPr id="7" name="Text Placeholder 6">
            <a:extLst>
              <a:ext uri="{FF2B5EF4-FFF2-40B4-BE49-F238E27FC236}">
                <a16:creationId xmlns:a16="http://schemas.microsoft.com/office/drawing/2014/main" id="{C9AA932A-4442-4987-878D-3B69D84A4771}"/>
              </a:ext>
            </a:extLst>
          </p:cNvPr>
          <p:cNvSpPr>
            <a:spLocks noGrp="1"/>
          </p:cNvSpPr>
          <p:nvPr>
            <p:ph type="body" sz="quarter" idx="27" hasCustomPrompt="1"/>
          </p:nvPr>
        </p:nvSpPr>
        <p:spPr>
          <a:xfrm>
            <a:off x="1492499" y="1628775"/>
            <a:ext cx="335980" cy="369888"/>
          </a:xfrm>
          <a:prstGeom prst="rect">
            <a:avLst/>
          </a:prstGeom>
        </p:spPr>
        <p:txBody>
          <a:bodyPr vert="horz" wrap="none" lIns="0" tIns="0" rIns="0" bIns="0" rtlCol="0">
            <a:normAutofit/>
          </a:bodyPr>
          <a:lstStyle>
            <a:lvl1pPr algn="r">
              <a:defRPr lang="de-DE" sz="2400" b="1" dirty="0">
                <a:solidFill>
                  <a:schemeClr val="tx2"/>
                </a:solidFill>
              </a:defRPr>
            </a:lvl1pPr>
          </a:lstStyle>
          <a:p>
            <a:pPr lvl="0">
              <a:spcBef>
                <a:spcPts val="0"/>
              </a:spcBef>
            </a:pPr>
            <a:r>
              <a:rPr lang="de-DE"/>
              <a:t>0x</a:t>
            </a:r>
          </a:p>
        </p:txBody>
      </p:sp>
      <p:sp>
        <p:nvSpPr>
          <p:cNvPr id="21" name="Text Placeholder 6">
            <a:extLst>
              <a:ext uri="{FF2B5EF4-FFF2-40B4-BE49-F238E27FC236}">
                <a16:creationId xmlns:a16="http://schemas.microsoft.com/office/drawing/2014/main" id="{EAA65ABF-5E47-4A8A-934B-E9458D034F70}"/>
              </a:ext>
            </a:extLst>
          </p:cNvPr>
          <p:cNvSpPr>
            <a:spLocks noGrp="1"/>
          </p:cNvSpPr>
          <p:nvPr>
            <p:ph type="body" sz="quarter" idx="28" hasCustomPrompt="1"/>
          </p:nvPr>
        </p:nvSpPr>
        <p:spPr>
          <a:xfrm>
            <a:off x="1492499" y="2221388"/>
            <a:ext cx="335980" cy="369888"/>
          </a:xfrm>
          <a:prstGeom prst="rect">
            <a:avLst/>
          </a:prstGeom>
        </p:spPr>
        <p:txBody>
          <a:bodyPr vert="horz" wrap="none" lIns="0" tIns="0" rIns="0" bIns="0" rtlCol="0">
            <a:normAutofit/>
          </a:bodyPr>
          <a:lstStyle>
            <a:lvl1pPr algn="r">
              <a:defRPr lang="de-DE" sz="2400" b="1" dirty="0">
                <a:solidFill>
                  <a:schemeClr val="tx2"/>
                </a:solidFill>
              </a:defRPr>
            </a:lvl1pPr>
          </a:lstStyle>
          <a:p>
            <a:pPr lvl="0">
              <a:spcBef>
                <a:spcPts val="0"/>
              </a:spcBef>
            </a:pPr>
            <a:r>
              <a:rPr lang="de-DE"/>
              <a:t>0x</a:t>
            </a:r>
          </a:p>
        </p:txBody>
      </p:sp>
      <p:sp>
        <p:nvSpPr>
          <p:cNvPr id="22" name="Text Placeholder 6">
            <a:extLst>
              <a:ext uri="{FF2B5EF4-FFF2-40B4-BE49-F238E27FC236}">
                <a16:creationId xmlns:a16="http://schemas.microsoft.com/office/drawing/2014/main" id="{AE370511-ABDA-4008-B938-10F0105CBF69}"/>
              </a:ext>
            </a:extLst>
          </p:cNvPr>
          <p:cNvSpPr>
            <a:spLocks noGrp="1"/>
          </p:cNvSpPr>
          <p:nvPr>
            <p:ph type="body" sz="quarter" idx="29" hasCustomPrompt="1"/>
          </p:nvPr>
        </p:nvSpPr>
        <p:spPr>
          <a:xfrm>
            <a:off x="1492499" y="2814001"/>
            <a:ext cx="335980" cy="369888"/>
          </a:xfrm>
          <a:prstGeom prst="rect">
            <a:avLst/>
          </a:prstGeom>
        </p:spPr>
        <p:txBody>
          <a:bodyPr vert="horz" wrap="none" lIns="0" tIns="0" rIns="0" bIns="0" rtlCol="0">
            <a:normAutofit/>
          </a:bodyPr>
          <a:lstStyle>
            <a:lvl1pPr algn="r">
              <a:defRPr lang="de-DE" sz="2400" b="1" dirty="0">
                <a:solidFill>
                  <a:schemeClr val="tx2"/>
                </a:solidFill>
              </a:defRPr>
            </a:lvl1pPr>
          </a:lstStyle>
          <a:p>
            <a:pPr lvl="0">
              <a:spcBef>
                <a:spcPts val="0"/>
              </a:spcBef>
            </a:pPr>
            <a:r>
              <a:rPr lang="de-DE"/>
              <a:t>0x</a:t>
            </a:r>
          </a:p>
        </p:txBody>
      </p:sp>
      <p:sp>
        <p:nvSpPr>
          <p:cNvPr id="28" name="Text Placeholder 11">
            <a:extLst>
              <a:ext uri="{FF2B5EF4-FFF2-40B4-BE49-F238E27FC236}">
                <a16:creationId xmlns:a16="http://schemas.microsoft.com/office/drawing/2014/main" id="{CABD3DEA-D9AC-49A6-AB02-7A5380BF5183}"/>
              </a:ext>
            </a:extLst>
          </p:cNvPr>
          <p:cNvSpPr>
            <a:spLocks noGrp="1"/>
          </p:cNvSpPr>
          <p:nvPr>
            <p:ph type="body" sz="quarter" idx="30" hasCustomPrompt="1"/>
          </p:nvPr>
        </p:nvSpPr>
        <p:spPr>
          <a:xfrm>
            <a:off x="2207567" y="3406614"/>
            <a:ext cx="9433569" cy="369332"/>
          </a:xfrm>
          <a:prstGeom prst="rect">
            <a:avLst/>
          </a:prstGeom>
        </p:spPr>
        <p:txBody>
          <a:bodyPr>
            <a:normAutofit/>
          </a:bodyPr>
          <a:lstStyle>
            <a:lvl1pPr>
              <a:spcBef>
                <a:spcPts val="0"/>
              </a:spcBef>
              <a:defRPr sz="2400">
                <a:solidFill>
                  <a:schemeClr val="tx1"/>
                </a:solidFill>
              </a:defRPr>
            </a:lvl1pPr>
          </a:lstStyle>
          <a:p>
            <a:pPr lvl="0"/>
            <a:r>
              <a:rPr lang="en-US"/>
              <a:t>Click to add text</a:t>
            </a:r>
          </a:p>
        </p:txBody>
      </p:sp>
      <p:sp>
        <p:nvSpPr>
          <p:cNvPr id="29" name="Text Placeholder 11">
            <a:extLst>
              <a:ext uri="{FF2B5EF4-FFF2-40B4-BE49-F238E27FC236}">
                <a16:creationId xmlns:a16="http://schemas.microsoft.com/office/drawing/2014/main" id="{C143C05F-5CEC-4DA0-8030-D7B2370EBBB4}"/>
              </a:ext>
            </a:extLst>
          </p:cNvPr>
          <p:cNvSpPr>
            <a:spLocks noGrp="1"/>
          </p:cNvSpPr>
          <p:nvPr>
            <p:ph type="body" sz="quarter" idx="31" hasCustomPrompt="1"/>
          </p:nvPr>
        </p:nvSpPr>
        <p:spPr>
          <a:xfrm>
            <a:off x="2207567" y="3999227"/>
            <a:ext cx="9433569" cy="369332"/>
          </a:xfrm>
          <a:prstGeom prst="rect">
            <a:avLst/>
          </a:prstGeom>
        </p:spPr>
        <p:txBody>
          <a:bodyPr>
            <a:normAutofit/>
          </a:bodyPr>
          <a:lstStyle>
            <a:lvl1pPr>
              <a:spcBef>
                <a:spcPts val="0"/>
              </a:spcBef>
              <a:defRPr sz="2400">
                <a:solidFill>
                  <a:schemeClr val="tx1"/>
                </a:solidFill>
              </a:defRPr>
            </a:lvl1pPr>
          </a:lstStyle>
          <a:p>
            <a:pPr lvl="0"/>
            <a:r>
              <a:rPr lang="en-US"/>
              <a:t>Click to add text</a:t>
            </a:r>
          </a:p>
        </p:txBody>
      </p:sp>
      <p:sp>
        <p:nvSpPr>
          <p:cNvPr id="30" name="Text Placeholder 11">
            <a:extLst>
              <a:ext uri="{FF2B5EF4-FFF2-40B4-BE49-F238E27FC236}">
                <a16:creationId xmlns:a16="http://schemas.microsoft.com/office/drawing/2014/main" id="{96B43F80-D448-432F-A45D-FE4715923FC2}"/>
              </a:ext>
            </a:extLst>
          </p:cNvPr>
          <p:cNvSpPr>
            <a:spLocks noGrp="1"/>
          </p:cNvSpPr>
          <p:nvPr>
            <p:ph type="body" sz="quarter" idx="32" hasCustomPrompt="1"/>
          </p:nvPr>
        </p:nvSpPr>
        <p:spPr>
          <a:xfrm>
            <a:off x="2207567" y="4591841"/>
            <a:ext cx="9433569" cy="369332"/>
          </a:xfrm>
          <a:prstGeom prst="rect">
            <a:avLst/>
          </a:prstGeom>
        </p:spPr>
        <p:txBody>
          <a:bodyPr>
            <a:normAutofit/>
          </a:bodyPr>
          <a:lstStyle>
            <a:lvl1pPr>
              <a:spcBef>
                <a:spcPts val="0"/>
              </a:spcBef>
              <a:defRPr sz="2400">
                <a:solidFill>
                  <a:schemeClr val="tx1"/>
                </a:solidFill>
              </a:defRPr>
            </a:lvl1pPr>
          </a:lstStyle>
          <a:p>
            <a:pPr lvl="0"/>
            <a:r>
              <a:rPr lang="en-US"/>
              <a:t>Click to add text</a:t>
            </a:r>
          </a:p>
        </p:txBody>
      </p:sp>
      <p:sp>
        <p:nvSpPr>
          <p:cNvPr id="31" name="Text Placeholder 6">
            <a:extLst>
              <a:ext uri="{FF2B5EF4-FFF2-40B4-BE49-F238E27FC236}">
                <a16:creationId xmlns:a16="http://schemas.microsoft.com/office/drawing/2014/main" id="{C434EB54-C0D1-4857-9330-87FAFCC49D56}"/>
              </a:ext>
            </a:extLst>
          </p:cNvPr>
          <p:cNvSpPr>
            <a:spLocks noGrp="1"/>
          </p:cNvSpPr>
          <p:nvPr>
            <p:ph type="body" sz="quarter" idx="33" hasCustomPrompt="1"/>
          </p:nvPr>
        </p:nvSpPr>
        <p:spPr>
          <a:xfrm>
            <a:off x="1492499" y="3406614"/>
            <a:ext cx="335980" cy="369888"/>
          </a:xfrm>
          <a:prstGeom prst="rect">
            <a:avLst/>
          </a:prstGeom>
        </p:spPr>
        <p:txBody>
          <a:bodyPr vert="horz" wrap="none" lIns="0" tIns="0" rIns="0" bIns="0" rtlCol="0">
            <a:normAutofit/>
          </a:bodyPr>
          <a:lstStyle>
            <a:lvl1pPr algn="r">
              <a:defRPr lang="de-DE" sz="2400" b="1" dirty="0">
                <a:solidFill>
                  <a:schemeClr val="tx2"/>
                </a:solidFill>
              </a:defRPr>
            </a:lvl1pPr>
          </a:lstStyle>
          <a:p>
            <a:pPr lvl="0">
              <a:spcBef>
                <a:spcPts val="0"/>
              </a:spcBef>
            </a:pPr>
            <a:r>
              <a:rPr lang="de-DE"/>
              <a:t>0x</a:t>
            </a:r>
          </a:p>
        </p:txBody>
      </p:sp>
      <p:sp>
        <p:nvSpPr>
          <p:cNvPr id="32" name="Text Placeholder 6">
            <a:extLst>
              <a:ext uri="{FF2B5EF4-FFF2-40B4-BE49-F238E27FC236}">
                <a16:creationId xmlns:a16="http://schemas.microsoft.com/office/drawing/2014/main" id="{F0320016-4C9A-409B-8724-E53F23529A4B}"/>
              </a:ext>
            </a:extLst>
          </p:cNvPr>
          <p:cNvSpPr>
            <a:spLocks noGrp="1"/>
          </p:cNvSpPr>
          <p:nvPr>
            <p:ph type="body" sz="quarter" idx="34" hasCustomPrompt="1"/>
          </p:nvPr>
        </p:nvSpPr>
        <p:spPr>
          <a:xfrm>
            <a:off x="1492499" y="3999227"/>
            <a:ext cx="335980" cy="369888"/>
          </a:xfrm>
          <a:prstGeom prst="rect">
            <a:avLst/>
          </a:prstGeom>
        </p:spPr>
        <p:txBody>
          <a:bodyPr vert="horz" wrap="none" lIns="0" tIns="0" rIns="0" bIns="0" rtlCol="0">
            <a:normAutofit/>
          </a:bodyPr>
          <a:lstStyle>
            <a:lvl1pPr algn="r">
              <a:defRPr lang="de-DE" sz="2400" b="1" dirty="0">
                <a:solidFill>
                  <a:schemeClr val="tx2"/>
                </a:solidFill>
              </a:defRPr>
            </a:lvl1pPr>
          </a:lstStyle>
          <a:p>
            <a:pPr lvl="0">
              <a:spcBef>
                <a:spcPts val="0"/>
              </a:spcBef>
            </a:pPr>
            <a:r>
              <a:rPr lang="de-DE"/>
              <a:t>0x</a:t>
            </a:r>
          </a:p>
        </p:txBody>
      </p:sp>
      <p:sp>
        <p:nvSpPr>
          <p:cNvPr id="34" name="Text Placeholder 6">
            <a:extLst>
              <a:ext uri="{FF2B5EF4-FFF2-40B4-BE49-F238E27FC236}">
                <a16:creationId xmlns:a16="http://schemas.microsoft.com/office/drawing/2014/main" id="{F0279A3C-5E27-40F7-98C0-08832F4CE1FB}"/>
              </a:ext>
            </a:extLst>
          </p:cNvPr>
          <p:cNvSpPr>
            <a:spLocks noGrp="1"/>
          </p:cNvSpPr>
          <p:nvPr>
            <p:ph type="body" sz="quarter" idx="35" hasCustomPrompt="1"/>
          </p:nvPr>
        </p:nvSpPr>
        <p:spPr>
          <a:xfrm>
            <a:off x="1492499" y="4591841"/>
            <a:ext cx="335980" cy="369888"/>
          </a:xfrm>
          <a:prstGeom prst="rect">
            <a:avLst/>
          </a:prstGeom>
        </p:spPr>
        <p:txBody>
          <a:bodyPr vert="horz" wrap="none" lIns="0" tIns="0" rIns="0" bIns="0" rtlCol="0">
            <a:normAutofit/>
          </a:bodyPr>
          <a:lstStyle>
            <a:lvl1pPr algn="r">
              <a:defRPr lang="de-DE" sz="2400" b="1" dirty="0">
                <a:solidFill>
                  <a:schemeClr val="tx2"/>
                </a:solidFill>
              </a:defRPr>
            </a:lvl1pPr>
          </a:lstStyle>
          <a:p>
            <a:pPr lvl="0">
              <a:spcBef>
                <a:spcPts val="0"/>
              </a:spcBef>
            </a:pPr>
            <a:r>
              <a:rPr lang="de-DE"/>
              <a:t>0x</a:t>
            </a:r>
          </a:p>
        </p:txBody>
      </p:sp>
      <p:sp>
        <p:nvSpPr>
          <p:cNvPr id="4" name="Rectangle 3">
            <a:extLst>
              <a:ext uri="{FF2B5EF4-FFF2-40B4-BE49-F238E27FC236}">
                <a16:creationId xmlns:a16="http://schemas.microsoft.com/office/drawing/2014/main" id="{A57CC5E8-E0D3-3603-2CC6-A8BAF2820A56}"/>
              </a:ext>
            </a:extLst>
          </p:cNvPr>
          <p:cNvSpPr/>
          <p:nvPr/>
        </p:nvSpPr>
        <p:spPr>
          <a:xfrm rot="16200000">
            <a:off x="-3343113" y="3343113"/>
            <a:ext cx="6857999" cy="171774"/>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8" name="Title Placeholder 4">
            <a:extLst>
              <a:ext uri="{FF2B5EF4-FFF2-40B4-BE49-F238E27FC236}">
                <a16:creationId xmlns:a16="http://schemas.microsoft.com/office/drawing/2014/main" id="{5EC122AA-AED0-3A03-5B9E-6472B3239926}"/>
              </a:ext>
            </a:extLst>
          </p:cNvPr>
          <p:cNvSpPr>
            <a:spLocks noGrp="1"/>
          </p:cNvSpPr>
          <p:nvPr>
            <p:ph type="title" hasCustomPrompt="1"/>
          </p:nvPr>
        </p:nvSpPr>
        <p:spPr>
          <a:xfrm>
            <a:off x="1492498" y="549274"/>
            <a:ext cx="10148637" cy="930372"/>
          </a:xfrm>
          <a:prstGeom prst="rect">
            <a:avLst/>
          </a:prstGeom>
        </p:spPr>
        <p:txBody>
          <a:bodyPr vert="horz" lIns="0" tIns="0" rIns="0" bIns="126000" rtlCol="0" anchor="b" anchorCtr="0">
            <a:noAutofit/>
          </a:bodyPr>
          <a:lstStyle/>
          <a:p>
            <a:pPr lvl="0"/>
            <a:r>
              <a:rPr lang="en-GB"/>
              <a:t>Agenda</a:t>
            </a:r>
            <a:endParaRPr lang="de-DE"/>
          </a:p>
        </p:txBody>
      </p:sp>
    </p:spTree>
    <p:extLst>
      <p:ext uri="{BB962C8B-B14F-4D97-AF65-F5344CB8AC3E}">
        <p14:creationId xmlns:p14="http://schemas.microsoft.com/office/powerpoint/2010/main" val="1515956852"/>
      </p:ext>
    </p:extLst>
  </p:cSld>
  <p:clrMapOvr>
    <a:masterClrMapping/>
  </p:clrMapOvr>
  <p:hf sldNum="0" hdr="0" ftr="0" dt="0"/>
</p:sldLayout>
</file>

<file path=ppt/slideLayouts/slideLayout122.xml><?xml version="1.0" encoding="utf-8"?>
<p:sldLayout xmlns:a="http://schemas.openxmlformats.org/drawingml/2006/main" xmlns:r="http://schemas.openxmlformats.org/officeDocument/2006/relationships" xmlns:p="http://schemas.openxmlformats.org/presentationml/2006/main">
  <p:cSld name="Agenda 4">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D119069D-5D68-4DB4-B45F-92CCC710785E}"/>
              </a:ext>
            </a:extLst>
          </p:cNvPr>
          <p:cNvSpPr>
            <a:spLocks noGrp="1"/>
          </p:cNvSpPr>
          <p:nvPr>
            <p:ph type="body" sz="quarter" idx="24" hasCustomPrompt="1"/>
          </p:nvPr>
        </p:nvSpPr>
        <p:spPr>
          <a:xfrm>
            <a:off x="1286644" y="1628775"/>
            <a:ext cx="10024942" cy="369332"/>
          </a:xfrm>
          <a:prstGeom prst="rect">
            <a:avLst/>
          </a:prstGeom>
        </p:spPr>
        <p:txBody>
          <a:bodyPr>
            <a:normAutofit/>
          </a:bodyPr>
          <a:lstStyle>
            <a:lvl1pPr>
              <a:spcBef>
                <a:spcPts val="0"/>
              </a:spcBef>
              <a:defRPr sz="2400">
                <a:solidFill>
                  <a:schemeClr val="tx1"/>
                </a:solidFill>
              </a:defRPr>
            </a:lvl1pPr>
          </a:lstStyle>
          <a:p>
            <a:pPr lvl="0"/>
            <a:r>
              <a:rPr lang="en-US"/>
              <a:t>Click to add text</a:t>
            </a:r>
          </a:p>
        </p:txBody>
      </p:sp>
      <p:sp>
        <p:nvSpPr>
          <p:cNvPr id="23" name="Text Placeholder 11">
            <a:extLst>
              <a:ext uri="{FF2B5EF4-FFF2-40B4-BE49-F238E27FC236}">
                <a16:creationId xmlns:a16="http://schemas.microsoft.com/office/drawing/2014/main" id="{AA1A2157-04CD-44FC-8492-E3FAFE326F18}"/>
              </a:ext>
            </a:extLst>
          </p:cNvPr>
          <p:cNvSpPr>
            <a:spLocks noGrp="1"/>
          </p:cNvSpPr>
          <p:nvPr>
            <p:ph type="body" sz="quarter" idx="25" hasCustomPrompt="1"/>
          </p:nvPr>
        </p:nvSpPr>
        <p:spPr>
          <a:xfrm>
            <a:off x="1286644" y="2221388"/>
            <a:ext cx="10024942" cy="369332"/>
          </a:xfrm>
          <a:prstGeom prst="rect">
            <a:avLst/>
          </a:prstGeom>
        </p:spPr>
        <p:txBody>
          <a:bodyPr>
            <a:normAutofit/>
          </a:bodyPr>
          <a:lstStyle>
            <a:lvl1pPr>
              <a:spcBef>
                <a:spcPts val="0"/>
              </a:spcBef>
              <a:defRPr sz="2400">
                <a:solidFill>
                  <a:schemeClr val="tx1"/>
                </a:solidFill>
              </a:defRPr>
            </a:lvl1pPr>
          </a:lstStyle>
          <a:p>
            <a:pPr lvl="0"/>
            <a:r>
              <a:rPr lang="en-US"/>
              <a:t>Click to add text</a:t>
            </a:r>
          </a:p>
        </p:txBody>
      </p:sp>
      <p:sp>
        <p:nvSpPr>
          <p:cNvPr id="24" name="Text Placeholder 11">
            <a:extLst>
              <a:ext uri="{FF2B5EF4-FFF2-40B4-BE49-F238E27FC236}">
                <a16:creationId xmlns:a16="http://schemas.microsoft.com/office/drawing/2014/main" id="{199E21EB-D052-4206-952C-D3FE77AA1C8D}"/>
              </a:ext>
            </a:extLst>
          </p:cNvPr>
          <p:cNvSpPr>
            <a:spLocks noGrp="1"/>
          </p:cNvSpPr>
          <p:nvPr>
            <p:ph type="body" sz="quarter" idx="26" hasCustomPrompt="1"/>
          </p:nvPr>
        </p:nvSpPr>
        <p:spPr>
          <a:xfrm>
            <a:off x="1286644" y="2814001"/>
            <a:ext cx="10024942" cy="369332"/>
          </a:xfrm>
          <a:prstGeom prst="rect">
            <a:avLst/>
          </a:prstGeom>
        </p:spPr>
        <p:txBody>
          <a:bodyPr>
            <a:normAutofit/>
          </a:bodyPr>
          <a:lstStyle>
            <a:lvl1pPr>
              <a:spcBef>
                <a:spcPts val="0"/>
              </a:spcBef>
              <a:defRPr sz="2400">
                <a:solidFill>
                  <a:schemeClr val="tx1"/>
                </a:solidFill>
              </a:defRPr>
            </a:lvl1pPr>
          </a:lstStyle>
          <a:p>
            <a:pPr lvl="0"/>
            <a:r>
              <a:rPr lang="en-US"/>
              <a:t>Click to add text</a:t>
            </a:r>
          </a:p>
        </p:txBody>
      </p:sp>
      <p:sp>
        <p:nvSpPr>
          <p:cNvPr id="7" name="Text Placeholder 6">
            <a:extLst>
              <a:ext uri="{FF2B5EF4-FFF2-40B4-BE49-F238E27FC236}">
                <a16:creationId xmlns:a16="http://schemas.microsoft.com/office/drawing/2014/main" id="{C9AA932A-4442-4987-878D-3B69D84A4771}"/>
              </a:ext>
            </a:extLst>
          </p:cNvPr>
          <p:cNvSpPr>
            <a:spLocks noGrp="1"/>
          </p:cNvSpPr>
          <p:nvPr>
            <p:ph type="body" sz="quarter" idx="27" hasCustomPrompt="1"/>
          </p:nvPr>
        </p:nvSpPr>
        <p:spPr>
          <a:xfrm>
            <a:off x="571574" y="1628775"/>
            <a:ext cx="335980" cy="369888"/>
          </a:xfrm>
          <a:prstGeom prst="rect">
            <a:avLst/>
          </a:prstGeom>
        </p:spPr>
        <p:txBody>
          <a:bodyPr vert="horz" wrap="none" lIns="0" tIns="0" rIns="0" bIns="0" rtlCol="0">
            <a:normAutofit/>
          </a:bodyPr>
          <a:lstStyle>
            <a:lvl1pPr algn="r">
              <a:defRPr lang="de-DE" sz="2400" b="1" dirty="0">
                <a:solidFill>
                  <a:schemeClr val="tx2"/>
                </a:solidFill>
              </a:defRPr>
            </a:lvl1pPr>
          </a:lstStyle>
          <a:p>
            <a:pPr lvl="0">
              <a:spcBef>
                <a:spcPts val="0"/>
              </a:spcBef>
            </a:pPr>
            <a:r>
              <a:rPr lang="de-DE"/>
              <a:t>0x</a:t>
            </a:r>
          </a:p>
        </p:txBody>
      </p:sp>
      <p:sp>
        <p:nvSpPr>
          <p:cNvPr id="21" name="Text Placeholder 6">
            <a:extLst>
              <a:ext uri="{FF2B5EF4-FFF2-40B4-BE49-F238E27FC236}">
                <a16:creationId xmlns:a16="http://schemas.microsoft.com/office/drawing/2014/main" id="{EAA65ABF-5E47-4A8A-934B-E9458D034F70}"/>
              </a:ext>
            </a:extLst>
          </p:cNvPr>
          <p:cNvSpPr>
            <a:spLocks noGrp="1"/>
          </p:cNvSpPr>
          <p:nvPr>
            <p:ph type="body" sz="quarter" idx="28" hasCustomPrompt="1"/>
          </p:nvPr>
        </p:nvSpPr>
        <p:spPr>
          <a:xfrm>
            <a:off x="571574" y="2221388"/>
            <a:ext cx="335980" cy="369888"/>
          </a:xfrm>
          <a:prstGeom prst="rect">
            <a:avLst/>
          </a:prstGeom>
        </p:spPr>
        <p:txBody>
          <a:bodyPr vert="horz" wrap="none" lIns="0" tIns="0" rIns="0" bIns="0" rtlCol="0">
            <a:normAutofit/>
          </a:bodyPr>
          <a:lstStyle>
            <a:lvl1pPr algn="r">
              <a:defRPr lang="de-DE" sz="2400" b="1" dirty="0">
                <a:solidFill>
                  <a:schemeClr val="tx2"/>
                </a:solidFill>
              </a:defRPr>
            </a:lvl1pPr>
          </a:lstStyle>
          <a:p>
            <a:pPr lvl="0">
              <a:spcBef>
                <a:spcPts val="0"/>
              </a:spcBef>
            </a:pPr>
            <a:r>
              <a:rPr lang="de-DE"/>
              <a:t>0x</a:t>
            </a:r>
          </a:p>
        </p:txBody>
      </p:sp>
      <p:sp>
        <p:nvSpPr>
          <p:cNvPr id="22" name="Text Placeholder 6">
            <a:extLst>
              <a:ext uri="{FF2B5EF4-FFF2-40B4-BE49-F238E27FC236}">
                <a16:creationId xmlns:a16="http://schemas.microsoft.com/office/drawing/2014/main" id="{AE370511-ABDA-4008-B938-10F0105CBF69}"/>
              </a:ext>
            </a:extLst>
          </p:cNvPr>
          <p:cNvSpPr>
            <a:spLocks noGrp="1"/>
          </p:cNvSpPr>
          <p:nvPr>
            <p:ph type="body" sz="quarter" idx="29" hasCustomPrompt="1"/>
          </p:nvPr>
        </p:nvSpPr>
        <p:spPr>
          <a:xfrm>
            <a:off x="571574" y="2814001"/>
            <a:ext cx="335980" cy="369888"/>
          </a:xfrm>
          <a:prstGeom prst="rect">
            <a:avLst/>
          </a:prstGeom>
        </p:spPr>
        <p:txBody>
          <a:bodyPr vert="horz" wrap="none" lIns="0" tIns="0" rIns="0" bIns="0" rtlCol="0">
            <a:normAutofit/>
          </a:bodyPr>
          <a:lstStyle>
            <a:lvl1pPr algn="r">
              <a:defRPr lang="de-DE" sz="2400" b="1" dirty="0">
                <a:solidFill>
                  <a:schemeClr val="tx2"/>
                </a:solidFill>
              </a:defRPr>
            </a:lvl1pPr>
          </a:lstStyle>
          <a:p>
            <a:pPr lvl="0">
              <a:spcBef>
                <a:spcPts val="0"/>
              </a:spcBef>
            </a:pPr>
            <a:r>
              <a:rPr lang="de-DE"/>
              <a:t>0x</a:t>
            </a:r>
          </a:p>
        </p:txBody>
      </p:sp>
      <p:sp>
        <p:nvSpPr>
          <p:cNvPr id="28" name="Text Placeholder 11">
            <a:extLst>
              <a:ext uri="{FF2B5EF4-FFF2-40B4-BE49-F238E27FC236}">
                <a16:creationId xmlns:a16="http://schemas.microsoft.com/office/drawing/2014/main" id="{CABD3DEA-D9AC-49A6-AB02-7A5380BF5183}"/>
              </a:ext>
            </a:extLst>
          </p:cNvPr>
          <p:cNvSpPr>
            <a:spLocks noGrp="1"/>
          </p:cNvSpPr>
          <p:nvPr>
            <p:ph type="body" sz="quarter" idx="30" hasCustomPrompt="1"/>
          </p:nvPr>
        </p:nvSpPr>
        <p:spPr>
          <a:xfrm>
            <a:off x="1286644" y="3406614"/>
            <a:ext cx="10024942" cy="369332"/>
          </a:xfrm>
          <a:prstGeom prst="rect">
            <a:avLst/>
          </a:prstGeom>
        </p:spPr>
        <p:txBody>
          <a:bodyPr>
            <a:normAutofit/>
          </a:bodyPr>
          <a:lstStyle>
            <a:lvl1pPr>
              <a:spcBef>
                <a:spcPts val="0"/>
              </a:spcBef>
              <a:defRPr sz="2400">
                <a:solidFill>
                  <a:schemeClr val="tx1"/>
                </a:solidFill>
              </a:defRPr>
            </a:lvl1pPr>
          </a:lstStyle>
          <a:p>
            <a:pPr lvl="0"/>
            <a:r>
              <a:rPr lang="en-US"/>
              <a:t>Click to add text</a:t>
            </a:r>
          </a:p>
        </p:txBody>
      </p:sp>
      <p:sp>
        <p:nvSpPr>
          <p:cNvPr id="29" name="Text Placeholder 11">
            <a:extLst>
              <a:ext uri="{FF2B5EF4-FFF2-40B4-BE49-F238E27FC236}">
                <a16:creationId xmlns:a16="http://schemas.microsoft.com/office/drawing/2014/main" id="{C143C05F-5CEC-4DA0-8030-D7B2370EBBB4}"/>
              </a:ext>
            </a:extLst>
          </p:cNvPr>
          <p:cNvSpPr>
            <a:spLocks noGrp="1"/>
          </p:cNvSpPr>
          <p:nvPr>
            <p:ph type="body" sz="quarter" idx="31" hasCustomPrompt="1"/>
          </p:nvPr>
        </p:nvSpPr>
        <p:spPr>
          <a:xfrm>
            <a:off x="1286644" y="3999227"/>
            <a:ext cx="10024942" cy="369332"/>
          </a:xfrm>
          <a:prstGeom prst="rect">
            <a:avLst/>
          </a:prstGeom>
        </p:spPr>
        <p:txBody>
          <a:bodyPr>
            <a:normAutofit/>
          </a:bodyPr>
          <a:lstStyle>
            <a:lvl1pPr>
              <a:spcBef>
                <a:spcPts val="0"/>
              </a:spcBef>
              <a:defRPr sz="2400">
                <a:solidFill>
                  <a:schemeClr val="tx1"/>
                </a:solidFill>
              </a:defRPr>
            </a:lvl1pPr>
          </a:lstStyle>
          <a:p>
            <a:pPr lvl="0"/>
            <a:r>
              <a:rPr lang="en-US"/>
              <a:t>Click to add text</a:t>
            </a:r>
          </a:p>
        </p:txBody>
      </p:sp>
      <p:sp>
        <p:nvSpPr>
          <p:cNvPr id="30" name="Text Placeholder 11">
            <a:extLst>
              <a:ext uri="{FF2B5EF4-FFF2-40B4-BE49-F238E27FC236}">
                <a16:creationId xmlns:a16="http://schemas.microsoft.com/office/drawing/2014/main" id="{96B43F80-D448-432F-A45D-FE4715923FC2}"/>
              </a:ext>
            </a:extLst>
          </p:cNvPr>
          <p:cNvSpPr>
            <a:spLocks noGrp="1"/>
          </p:cNvSpPr>
          <p:nvPr>
            <p:ph type="body" sz="quarter" idx="32" hasCustomPrompt="1"/>
          </p:nvPr>
        </p:nvSpPr>
        <p:spPr>
          <a:xfrm>
            <a:off x="1286644" y="4591841"/>
            <a:ext cx="10024942" cy="369332"/>
          </a:xfrm>
          <a:prstGeom prst="rect">
            <a:avLst/>
          </a:prstGeom>
        </p:spPr>
        <p:txBody>
          <a:bodyPr>
            <a:normAutofit/>
          </a:bodyPr>
          <a:lstStyle>
            <a:lvl1pPr>
              <a:spcBef>
                <a:spcPts val="0"/>
              </a:spcBef>
              <a:defRPr sz="2400">
                <a:solidFill>
                  <a:schemeClr val="tx1"/>
                </a:solidFill>
              </a:defRPr>
            </a:lvl1pPr>
          </a:lstStyle>
          <a:p>
            <a:pPr lvl="0"/>
            <a:r>
              <a:rPr lang="en-US"/>
              <a:t>Click to add text</a:t>
            </a:r>
          </a:p>
        </p:txBody>
      </p:sp>
      <p:sp>
        <p:nvSpPr>
          <p:cNvPr id="31" name="Text Placeholder 6">
            <a:extLst>
              <a:ext uri="{FF2B5EF4-FFF2-40B4-BE49-F238E27FC236}">
                <a16:creationId xmlns:a16="http://schemas.microsoft.com/office/drawing/2014/main" id="{C434EB54-C0D1-4857-9330-87FAFCC49D56}"/>
              </a:ext>
            </a:extLst>
          </p:cNvPr>
          <p:cNvSpPr>
            <a:spLocks noGrp="1"/>
          </p:cNvSpPr>
          <p:nvPr>
            <p:ph type="body" sz="quarter" idx="33" hasCustomPrompt="1"/>
          </p:nvPr>
        </p:nvSpPr>
        <p:spPr>
          <a:xfrm>
            <a:off x="571574" y="3406614"/>
            <a:ext cx="335980" cy="369888"/>
          </a:xfrm>
          <a:prstGeom prst="rect">
            <a:avLst/>
          </a:prstGeom>
        </p:spPr>
        <p:txBody>
          <a:bodyPr vert="horz" wrap="none" lIns="0" tIns="0" rIns="0" bIns="0" rtlCol="0">
            <a:normAutofit/>
          </a:bodyPr>
          <a:lstStyle>
            <a:lvl1pPr algn="r">
              <a:defRPr lang="de-DE" sz="2400" b="1" dirty="0">
                <a:solidFill>
                  <a:schemeClr val="tx2"/>
                </a:solidFill>
              </a:defRPr>
            </a:lvl1pPr>
          </a:lstStyle>
          <a:p>
            <a:pPr lvl="0">
              <a:spcBef>
                <a:spcPts val="0"/>
              </a:spcBef>
            </a:pPr>
            <a:r>
              <a:rPr lang="de-DE"/>
              <a:t>0x</a:t>
            </a:r>
          </a:p>
        </p:txBody>
      </p:sp>
      <p:sp>
        <p:nvSpPr>
          <p:cNvPr id="32" name="Text Placeholder 6">
            <a:extLst>
              <a:ext uri="{FF2B5EF4-FFF2-40B4-BE49-F238E27FC236}">
                <a16:creationId xmlns:a16="http://schemas.microsoft.com/office/drawing/2014/main" id="{F0320016-4C9A-409B-8724-E53F23529A4B}"/>
              </a:ext>
            </a:extLst>
          </p:cNvPr>
          <p:cNvSpPr>
            <a:spLocks noGrp="1"/>
          </p:cNvSpPr>
          <p:nvPr>
            <p:ph type="body" sz="quarter" idx="34" hasCustomPrompt="1"/>
          </p:nvPr>
        </p:nvSpPr>
        <p:spPr>
          <a:xfrm>
            <a:off x="571574" y="3999227"/>
            <a:ext cx="335980" cy="369888"/>
          </a:xfrm>
          <a:prstGeom prst="rect">
            <a:avLst/>
          </a:prstGeom>
        </p:spPr>
        <p:txBody>
          <a:bodyPr vert="horz" wrap="none" lIns="0" tIns="0" rIns="0" bIns="0" rtlCol="0">
            <a:normAutofit/>
          </a:bodyPr>
          <a:lstStyle>
            <a:lvl1pPr algn="r">
              <a:defRPr lang="de-DE" sz="2400" b="1" dirty="0">
                <a:solidFill>
                  <a:schemeClr val="tx2"/>
                </a:solidFill>
              </a:defRPr>
            </a:lvl1pPr>
          </a:lstStyle>
          <a:p>
            <a:pPr lvl="0">
              <a:spcBef>
                <a:spcPts val="0"/>
              </a:spcBef>
            </a:pPr>
            <a:r>
              <a:rPr lang="de-DE"/>
              <a:t>0x</a:t>
            </a:r>
          </a:p>
        </p:txBody>
      </p:sp>
      <p:sp>
        <p:nvSpPr>
          <p:cNvPr id="34" name="Text Placeholder 6">
            <a:extLst>
              <a:ext uri="{FF2B5EF4-FFF2-40B4-BE49-F238E27FC236}">
                <a16:creationId xmlns:a16="http://schemas.microsoft.com/office/drawing/2014/main" id="{F0279A3C-5E27-40F7-98C0-08832F4CE1FB}"/>
              </a:ext>
            </a:extLst>
          </p:cNvPr>
          <p:cNvSpPr>
            <a:spLocks noGrp="1"/>
          </p:cNvSpPr>
          <p:nvPr>
            <p:ph type="body" sz="quarter" idx="35" hasCustomPrompt="1"/>
          </p:nvPr>
        </p:nvSpPr>
        <p:spPr>
          <a:xfrm>
            <a:off x="571574" y="4591841"/>
            <a:ext cx="335980" cy="369888"/>
          </a:xfrm>
          <a:prstGeom prst="rect">
            <a:avLst/>
          </a:prstGeom>
        </p:spPr>
        <p:txBody>
          <a:bodyPr vert="horz" wrap="none" lIns="0" tIns="0" rIns="0" bIns="0" rtlCol="0">
            <a:normAutofit/>
          </a:bodyPr>
          <a:lstStyle>
            <a:lvl1pPr algn="r">
              <a:defRPr lang="de-DE" sz="2400" b="1" dirty="0">
                <a:solidFill>
                  <a:schemeClr val="tx2"/>
                </a:solidFill>
              </a:defRPr>
            </a:lvl1pPr>
          </a:lstStyle>
          <a:p>
            <a:pPr lvl="0">
              <a:spcBef>
                <a:spcPts val="0"/>
              </a:spcBef>
            </a:pPr>
            <a:r>
              <a:rPr lang="de-DE"/>
              <a:t>0x</a:t>
            </a:r>
          </a:p>
        </p:txBody>
      </p:sp>
      <p:sp>
        <p:nvSpPr>
          <p:cNvPr id="13" name="Date Placeholder 12">
            <a:extLst>
              <a:ext uri="{FF2B5EF4-FFF2-40B4-BE49-F238E27FC236}">
                <a16:creationId xmlns:a16="http://schemas.microsoft.com/office/drawing/2014/main" id="{D3A8E554-610E-ED51-EC6E-2FC32243D4A2}"/>
              </a:ext>
            </a:extLst>
          </p:cNvPr>
          <p:cNvSpPr>
            <a:spLocks noGrp="1"/>
          </p:cNvSpPr>
          <p:nvPr>
            <p:ph type="dt" sz="half" idx="36"/>
          </p:nvPr>
        </p:nvSpPr>
        <p:spPr>
          <a:xfrm>
            <a:off x="9809927" y="6650661"/>
            <a:ext cx="1831210" cy="123111"/>
          </a:xfrm>
          <a:prstGeom prst="rect">
            <a:avLst/>
          </a:prstGeom>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18" name="Footer Placeholder 17">
            <a:extLst>
              <a:ext uri="{FF2B5EF4-FFF2-40B4-BE49-F238E27FC236}">
                <a16:creationId xmlns:a16="http://schemas.microsoft.com/office/drawing/2014/main" id="{9BFC3022-C813-4A4B-8BBB-04ABD482D773}"/>
              </a:ext>
            </a:extLst>
          </p:cNvPr>
          <p:cNvSpPr>
            <a:spLocks noGrp="1"/>
          </p:cNvSpPr>
          <p:nvPr>
            <p:ph type="ftr" sz="quarter" idx="37"/>
          </p:nvPr>
        </p:nvSpPr>
        <p:spPr>
          <a:xfrm>
            <a:off x="550863" y="6650661"/>
            <a:ext cx="4716524" cy="123111"/>
          </a:xfrm>
          <a:prstGeom prst="rect">
            <a:avLst/>
          </a:prstGeom>
        </p:spPr>
        <p:txBody>
          <a:bodyPr/>
          <a:lstStyle/>
          <a:p>
            <a:pPr>
              <a:spcBef>
                <a:spcPts val="1000"/>
              </a:spcBef>
              <a:buFont typeface="Arial" panose="020B0604020202020204" pitchFamily="34" charset="0"/>
              <a:buNone/>
            </a:pPr>
            <a:r>
              <a:rPr lang="en-IN"/>
              <a:t>TMT Monthly Update |  July 2026</a:t>
            </a:r>
            <a:endParaRPr lang="en-US"/>
          </a:p>
        </p:txBody>
      </p:sp>
      <p:sp>
        <p:nvSpPr>
          <p:cNvPr id="19" name="Slide Number Placeholder 18">
            <a:extLst>
              <a:ext uri="{FF2B5EF4-FFF2-40B4-BE49-F238E27FC236}">
                <a16:creationId xmlns:a16="http://schemas.microsoft.com/office/drawing/2014/main" id="{AE448402-C879-6591-3855-645E636D6FAF}"/>
              </a:ext>
            </a:extLst>
          </p:cNvPr>
          <p:cNvSpPr>
            <a:spLocks noGrp="1"/>
          </p:cNvSpPr>
          <p:nvPr>
            <p:ph type="sldNum" sz="quarter" idx="38"/>
          </p:nvPr>
        </p:nvSpPr>
        <p:spPr>
          <a:xfrm>
            <a:off x="11778341" y="6650661"/>
            <a:ext cx="232665" cy="123111"/>
          </a:xfrm>
          <a:prstGeom prst="rect">
            <a:avLst/>
          </a:prstGeom>
        </p:spPr>
        <p:txBody>
          <a:bodyPr/>
          <a:lstStyle/>
          <a:p>
            <a:pPr algn="r"/>
            <a:fld id="{5D9A5160-6218-4E5A-B9E6-B93E3DAE377C}" type="slidenum">
              <a:rPr lang="en-US" smtClean="0"/>
              <a:pPr algn="r"/>
              <a:t>‹#›</a:t>
            </a:fld>
            <a:endParaRPr lang="en-US"/>
          </a:p>
        </p:txBody>
      </p:sp>
      <p:sp>
        <p:nvSpPr>
          <p:cNvPr id="2" name="Title Placeholder 4">
            <a:extLst>
              <a:ext uri="{FF2B5EF4-FFF2-40B4-BE49-F238E27FC236}">
                <a16:creationId xmlns:a16="http://schemas.microsoft.com/office/drawing/2014/main" id="{58A80D78-DE60-96EF-D118-992F247BC2BB}"/>
              </a:ext>
            </a:extLst>
          </p:cNvPr>
          <p:cNvSpPr>
            <a:spLocks noGrp="1"/>
          </p:cNvSpPr>
          <p:nvPr>
            <p:ph type="title" hasCustomPrompt="1"/>
          </p:nvPr>
        </p:nvSpPr>
        <p:spPr>
          <a:xfrm>
            <a:off x="551384" y="549274"/>
            <a:ext cx="11090938" cy="930372"/>
          </a:xfrm>
          <a:prstGeom prst="rect">
            <a:avLst/>
          </a:prstGeom>
        </p:spPr>
        <p:txBody>
          <a:bodyPr vert="horz" lIns="0" tIns="0" rIns="0" bIns="126000" rtlCol="0" anchor="b" anchorCtr="0">
            <a:noAutofit/>
          </a:bodyPr>
          <a:lstStyle/>
          <a:p>
            <a:pPr lvl="0"/>
            <a:r>
              <a:rPr lang="en-GB"/>
              <a:t>Agenda</a:t>
            </a:r>
            <a:endParaRPr lang="de-DE"/>
          </a:p>
        </p:txBody>
      </p:sp>
    </p:spTree>
    <p:extLst>
      <p:ext uri="{BB962C8B-B14F-4D97-AF65-F5344CB8AC3E}">
        <p14:creationId xmlns:p14="http://schemas.microsoft.com/office/powerpoint/2010/main" val="2569154085"/>
      </p:ext>
    </p:extLst>
  </p:cSld>
  <p:clrMapOvr>
    <a:masterClrMapping/>
  </p:clrMapOvr>
  <p:hf sldNum="0" hdr="0" ftr="0" dt="0"/>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p:cSld name="Divider 1">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A65D5B6-99D5-A656-18EB-125B9A4CC27A}"/>
              </a:ext>
            </a:extLst>
          </p:cNvPr>
          <p:cNvSpPr/>
          <p:nvPr/>
        </p:nvSpPr>
        <p:spPr>
          <a:xfrm>
            <a:off x="5159374" y="4257063"/>
            <a:ext cx="7032625" cy="180000"/>
          </a:xfrm>
          <a:prstGeom prst="rect">
            <a:avLst/>
          </a:prstGeom>
          <a:gradFill>
            <a:gsLst>
              <a:gs pos="99000">
                <a:srgbClr val="00D5D0"/>
              </a:gs>
              <a:gs pos="0">
                <a:schemeClr val="accent3"/>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FFFFFF"/>
              </a:solidFill>
              <a:effectLst/>
              <a:uLnTx/>
              <a:uFillTx/>
              <a:latin typeface="Ubuntu"/>
              <a:ea typeface="+mn-ea"/>
              <a:cs typeface="+mn-cs"/>
            </a:endParaRPr>
          </a:p>
        </p:txBody>
      </p:sp>
      <p:sp>
        <p:nvSpPr>
          <p:cNvPr id="8" name="Text Placeholder 8">
            <a:extLst>
              <a:ext uri="{FF2B5EF4-FFF2-40B4-BE49-F238E27FC236}">
                <a16:creationId xmlns:a16="http://schemas.microsoft.com/office/drawing/2014/main" id="{E2576D65-BA9A-4C38-D195-558BDD9AFD0E}"/>
              </a:ext>
            </a:extLst>
          </p:cNvPr>
          <p:cNvSpPr>
            <a:spLocks noGrp="1"/>
          </p:cNvSpPr>
          <p:nvPr>
            <p:ph type="body" sz="quarter" idx="19" hasCustomPrompt="1"/>
          </p:nvPr>
        </p:nvSpPr>
        <p:spPr>
          <a:xfrm>
            <a:off x="0" y="0"/>
            <a:ext cx="4657725" cy="6858000"/>
          </a:xfrm>
          <a:prstGeom prst="rect">
            <a:avLst/>
          </a:prstGeom>
        </p:spPr>
        <p:txBody>
          <a:bodyPr wrap="none" lIns="0" tIns="972000" rIns="0" bIns="0" anchor="t" anchorCtr="0">
            <a:noAutofit/>
          </a:bodyPr>
          <a:lstStyle>
            <a:lvl1pPr algn="r">
              <a:defRPr sz="40000" spc="-300">
                <a:solidFill>
                  <a:schemeClr val="accent3"/>
                </a:solidFill>
              </a:defRPr>
            </a:lvl1pPr>
          </a:lstStyle>
          <a:p>
            <a:pPr lvl="0"/>
            <a:r>
              <a:rPr lang="en-GB"/>
              <a:t>01</a:t>
            </a:r>
            <a:endParaRPr lang="en-PL"/>
          </a:p>
        </p:txBody>
      </p:sp>
      <p:sp>
        <p:nvSpPr>
          <p:cNvPr id="2" name="Date Placeholder 1">
            <a:extLst>
              <a:ext uri="{FF2B5EF4-FFF2-40B4-BE49-F238E27FC236}">
                <a16:creationId xmlns:a16="http://schemas.microsoft.com/office/drawing/2014/main" id="{D888E175-7057-3F5C-3D05-E1A6DF23539C}"/>
              </a:ext>
            </a:extLst>
          </p:cNvPr>
          <p:cNvSpPr>
            <a:spLocks noGrp="1"/>
          </p:cNvSpPr>
          <p:nvPr>
            <p:ph type="dt" sz="half" idx="20"/>
          </p:nvPr>
        </p:nvSpPr>
        <p:spPr>
          <a:xfrm>
            <a:off x="9809927" y="6650661"/>
            <a:ext cx="1831210" cy="123111"/>
          </a:xfrm>
          <a:prstGeom prst="rect">
            <a:avLst/>
          </a:prstGeom>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5" name="Footer Placeholder 4">
            <a:extLst>
              <a:ext uri="{FF2B5EF4-FFF2-40B4-BE49-F238E27FC236}">
                <a16:creationId xmlns:a16="http://schemas.microsoft.com/office/drawing/2014/main" id="{87B29DCD-1860-BCB3-12D3-011B4B8885BF}"/>
              </a:ext>
            </a:extLst>
          </p:cNvPr>
          <p:cNvSpPr>
            <a:spLocks noGrp="1"/>
          </p:cNvSpPr>
          <p:nvPr>
            <p:ph type="ftr" sz="quarter" idx="21"/>
          </p:nvPr>
        </p:nvSpPr>
        <p:spPr>
          <a:xfrm>
            <a:off x="550863" y="6650661"/>
            <a:ext cx="4716524" cy="123111"/>
          </a:xfrm>
          <a:prstGeom prst="rect">
            <a:avLst/>
          </a:prstGeom>
        </p:spPr>
        <p:txBody>
          <a:bodyPr/>
          <a:lstStyle/>
          <a:p>
            <a:pPr>
              <a:spcBef>
                <a:spcPts val="1000"/>
              </a:spcBef>
              <a:buFont typeface="Arial" panose="020B0604020202020204" pitchFamily="34" charset="0"/>
              <a:buNone/>
            </a:pPr>
            <a:r>
              <a:rPr lang="en-IN"/>
              <a:t>TMT Monthly Update |  July 2026</a:t>
            </a:r>
            <a:endParaRPr lang="en-US"/>
          </a:p>
        </p:txBody>
      </p:sp>
      <p:sp>
        <p:nvSpPr>
          <p:cNvPr id="7" name="Slide Number Placeholder 6">
            <a:extLst>
              <a:ext uri="{FF2B5EF4-FFF2-40B4-BE49-F238E27FC236}">
                <a16:creationId xmlns:a16="http://schemas.microsoft.com/office/drawing/2014/main" id="{5673F8B8-3459-331B-8856-F82064558CD0}"/>
              </a:ext>
            </a:extLst>
          </p:cNvPr>
          <p:cNvSpPr>
            <a:spLocks noGrp="1"/>
          </p:cNvSpPr>
          <p:nvPr>
            <p:ph type="sldNum" sz="quarter" idx="22"/>
          </p:nvPr>
        </p:nvSpPr>
        <p:spPr>
          <a:xfrm>
            <a:off x="11778341" y="6650661"/>
            <a:ext cx="232665" cy="123111"/>
          </a:xfrm>
          <a:prstGeom prst="rect">
            <a:avLst/>
          </a:prstGeom>
        </p:spPr>
        <p:txBody>
          <a:bodyPr/>
          <a:lstStyle/>
          <a:p>
            <a:pPr algn="r"/>
            <a:fld id="{5D9A5160-6218-4E5A-B9E6-B93E3DAE377C}" type="slidenum">
              <a:rPr lang="en-US" smtClean="0"/>
              <a:pPr algn="r"/>
              <a:t>‹#›</a:t>
            </a:fld>
            <a:endParaRPr lang="en-US"/>
          </a:p>
        </p:txBody>
      </p:sp>
      <p:sp>
        <p:nvSpPr>
          <p:cNvPr id="3" name="Title 5">
            <a:extLst>
              <a:ext uri="{FF2B5EF4-FFF2-40B4-BE49-F238E27FC236}">
                <a16:creationId xmlns:a16="http://schemas.microsoft.com/office/drawing/2014/main" id="{885E1F23-EFE4-7E35-0F49-E02F15D0B1FD}"/>
              </a:ext>
            </a:extLst>
          </p:cNvPr>
          <p:cNvSpPr>
            <a:spLocks noGrp="1"/>
          </p:cNvSpPr>
          <p:nvPr>
            <p:ph type="title" hasCustomPrompt="1"/>
          </p:nvPr>
        </p:nvSpPr>
        <p:spPr>
          <a:xfrm>
            <a:off x="5159374" y="4658810"/>
            <a:ext cx="6487665" cy="1672542"/>
          </a:xfrm>
        </p:spPr>
        <p:txBody>
          <a:bodyPr vert="horz" lIns="0" tIns="0" rIns="0" bIns="0" rtlCol="0" anchor="t">
            <a:noAutofit/>
          </a:bodyPr>
          <a:lstStyle>
            <a:lvl1pPr>
              <a:spcBef>
                <a:spcPts val="0"/>
              </a:spcBef>
              <a:defRPr lang="en-US" sz="4800">
                <a:solidFill>
                  <a:schemeClr val="tx1"/>
                </a:solidFill>
                <a:latin typeface="+mn-lt"/>
                <a:ea typeface="+mn-ea"/>
                <a:cs typeface="+mn-cs"/>
              </a:defRPr>
            </a:lvl1pPr>
          </a:lstStyle>
          <a:p>
            <a:pPr lvl="0">
              <a:lnSpc>
                <a:spcPct val="100000"/>
              </a:lnSpc>
              <a:spcBef>
                <a:spcPts val="1800"/>
              </a:spcBef>
              <a:buFont typeface="Arial" panose="020B0604020202020204" pitchFamily="34" charset="0"/>
            </a:pPr>
            <a:r>
              <a:rPr lang="en-US"/>
              <a:t>Click to add title</a:t>
            </a:r>
          </a:p>
        </p:txBody>
      </p:sp>
    </p:spTree>
    <p:extLst>
      <p:ext uri="{BB962C8B-B14F-4D97-AF65-F5344CB8AC3E}">
        <p14:creationId xmlns:p14="http://schemas.microsoft.com/office/powerpoint/2010/main" val="2373867859"/>
      </p:ext>
    </p:extLst>
  </p:cSld>
  <p:clrMapOvr>
    <a:masterClrMapping/>
  </p:clrMapOvr>
  <p:hf sldNum="0" hdr="0" ftr="0" dt="0"/>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p:cSld name="Divider Photo 1">
    <p:spTree>
      <p:nvGrpSpPr>
        <p:cNvPr id="1" name=""/>
        <p:cNvGrpSpPr/>
        <p:nvPr/>
      </p:nvGrpSpPr>
      <p:grpSpPr>
        <a:xfrm>
          <a:off x="0" y="0"/>
          <a:ext cx="0" cy="0"/>
          <a:chOff x="0" y="0"/>
          <a:chExt cx="0" cy="0"/>
        </a:xfrm>
      </p:grpSpPr>
      <p:sp>
        <p:nvSpPr>
          <p:cNvPr id="2" name="Picture Placeholder 10">
            <a:extLst>
              <a:ext uri="{FF2B5EF4-FFF2-40B4-BE49-F238E27FC236}">
                <a16:creationId xmlns:a16="http://schemas.microsoft.com/office/drawing/2014/main" id="{8AD156C1-F91F-57E6-BFA6-A0059404D21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7" name="Text Placeholder 8">
            <a:extLst>
              <a:ext uri="{FF2B5EF4-FFF2-40B4-BE49-F238E27FC236}">
                <a16:creationId xmlns:a16="http://schemas.microsoft.com/office/drawing/2014/main" id="{516D0E3A-0719-64AB-54D1-64F80BE164A7}"/>
              </a:ext>
            </a:extLst>
          </p:cNvPr>
          <p:cNvSpPr>
            <a:spLocks noGrp="1"/>
          </p:cNvSpPr>
          <p:nvPr>
            <p:ph type="body" sz="quarter" idx="19" hasCustomPrompt="1"/>
          </p:nvPr>
        </p:nvSpPr>
        <p:spPr>
          <a:xfrm>
            <a:off x="0" y="0"/>
            <a:ext cx="4657725" cy="6858000"/>
          </a:xfrm>
          <a:prstGeom prst="rect">
            <a:avLst/>
          </a:prstGeom>
        </p:spPr>
        <p:txBody>
          <a:bodyPr wrap="none" lIns="0" tIns="972000" rIns="0" bIns="0" anchor="t" anchorCtr="0">
            <a:noAutofit/>
          </a:bodyPr>
          <a:lstStyle>
            <a:lvl1pPr algn="r">
              <a:defRPr sz="40000" spc="-300">
                <a:solidFill>
                  <a:schemeClr val="tx1"/>
                </a:solidFill>
              </a:defRPr>
            </a:lvl1pPr>
          </a:lstStyle>
          <a:p>
            <a:pPr lvl="0"/>
            <a:r>
              <a:rPr lang="en-GB"/>
              <a:t>01</a:t>
            </a:r>
            <a:endParaRPr lang="en-PL"/>
          </a:p>
        </p:txBody>
      </p:sp>
      <p:sp>
        <p:nvSpPr>
          <p:cNvPr id="16" name="Date Placeholder 15">
            <a:extLst>
              <a:ext uri="{FF2B5EF4-FFF2-40B4-BE49-F238E27FC236}">
                <a16:creationId xmlns:a16="http://schemas.microsoft.com/office/drawing/2014/main" id="{49CD99F0-AA6A-8A74-80DA-FCF12D30E56D}"/>
              </a:ext>
            </a:extLst>
          </p:cNvPr>
          <p:cNvSpPr>
            <a:spLocks noGrp="1"/>
          </p:cNvSpPr>
          <p:nvPr>
            <p:ph type="dt" sz="half" idx="20"/>
          </p:nvPr>
        </p:nvSpPr>
        <p:spPr>
          <a:xfrm>
            <a:off x="9809927" y="6650661"/>
            <a:ext cx="1831210" cy="123111"/>
          </a:xfrm>
          <a:prstGeom prst="rect">
            <a:avLst/>
          </a:prstGeom>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17" name="Footer Placeholder 16">
            <a:extLst>
              <a:ext uri="{FF2B5EF4-FFF2-40B4-BE49-F238E27FC236}">
                <a16:creationId xmlns:a16="http://schemas.microsoft.com/office/drawing/2014/main" id="{F17F6240-FF3A-51A1-CB87-F17DD5B550AC}"/>
              </a:ext>
            </a:extLst>
          </p:cNvPr>
          <p:cNvSpPr>
            <a:spLocks noGrp="1"/>
          </p:cNvSpPr>
          <p:nvPr>
            <p:ph type="ftr" sz="quarter" idx="21"/>
          </p:nvPr>
        </p:nvSpPr>
        <p:spPr>
          <a:xfrm>
            <a:off x="550863" y="6650661"/>
            <a:ext cx="4716524" cy="123111"/>
          </a:xfrm>
          <a:prstGeom prst="rect">
            <a:avLst/>
          </a:prstGeom>
        </p:spPr>
        <p:txBody>
          <a:bodyPr/>
          <a:lstStyle/>
          <a:p>
            <a:pPr>
              <a:spcBef>
                <a:spcPts val="1000"/>
              </a:spcBef>
              <a:buFont typeface="Arial" panose="020B0604020202020204" pitchFamily="34" charset="0"/>
              <a:buNone/>
            </a:pPr>
            <a:r>
              <a:rPr lang="en-IN"/>
              <a:t>TMT Monthly Update |  July 2026</a:t>
            </a:r>
            <a:endParaRPr lang="en-US"/>
          </a:p>
        </p:txBody>
      </p:sp>
      <p:sp>
        <p:nvSpPr>
          <p:cNvPr id="18" name="Slide Number Placeholder 17">
            <a:extLst>
              <a:ext uri="{FF2B5EF4-FFF2-40B4-BE49-F238E27FC236}">
                <a16:creationId xmlns:a16="http://schemas.microsoft.com/office/drawing/2014/main" id="{325C9A5C-680C-6EA0-3B81-433A858DD497}"/>
              </a:ext>
            </a:extLst>
          </p:cNvPr>
          <p:cNvSpPr>
            <a:spLocks noGrp="1"/>
          </p:cNvSpPr>
          <p:nvPr>
            <p:ph type="sldNum" sz="quarter" idx="22"/>
          </p:nvPr>
        </p:nvSpPr>
        <p:spPr>
          <a:xfrm>
            <a:off x="11778341" y="6650661"/>
            <a:ext cx="232665" cy="123111"/>
          </a:xfrm>
          <a:prstGeom prst="rect">
            <a:avLst/>
          </a:prstGeom>
        </p:spPr>
        <p:txBody>
          <a:bodyPr/>
          <a:lstStyle/>
          <a:p>
            <a:pPr algn="r"/>
            <a:fld id="{5D9A5160-6218-4E5A-B9E6-B93E3DAE377C}" type="slidenum">
              <a:rPr lang="en-US" smtClean="0"/>
              <a:pPr algn="r"/>
              <a:t>‹#›</a:t>
            </a:fld>
            <a:endParaRPr lang="en-US"/>
          </a:p>
        </p:txBody>
      </p:sp>
      <p:sp>
        <p:nvSpPr>
          <p:cNvPr id="4" name="Title 5">
            <a:extLst>
              <a:ext uri="{FF2B5EF4-FFF2-40B4-BE49-F238E27FC236}">
                <a16:creationId xmlns:a16="http://schemas.microsoft.com/office/drawing/2014/main" id="{E5F80359-918C-7AFB-2EA7-23FDF6AB202A}"/>
              </a:ext>
            </a:extLst>
          </p:cNvPr>
          <p:cNvSpPr>
            <a:spLocks noGrp="1"/>
          </p:cNvSpPr>
          <p:nvPr>
            <p:ph type="title" hasCustomPrompt="1"/>
          </p:nvPr>
        </p:nvSpPr>
        <p:spPr>
          <a:xfrm>
            <a:off x="5159374" y="4658810"/>
            <a:ext cx="6487665" cy="1672542"/>
          </a:xfrm>
        </p:spPr>
        <p:txBody>
          <a:bodyPr vert="horz" lIns="0" tIns="0" rIns="0" bIns="0" rtlCol="0" anchor="t">
            <a:noAutofit/>
          </a:bodyPr>
          <a:lstStyle>
            <a:lvl1pPr>
              <a:spcBef>
                <a:spcPts val="0"/>
              </a:spcBef>
              <a:defRPr lang="en-US" sz="4800">
                <a:solidFill>
                  <a:schemeClr val="tx1"/>
                </a:solidFill>
                <a:latin typeface="+mn-lt"/>
                <a:ea typeface="+mn-ea"/>
                <a:cs typeface="+mn-cs"/>
              </a:defRPr>
            </a:lvl1pPr>
          </a:lstStyle>
          <a:p>
            <a:pPr lvl="0">
              <a:lnSpc>
                <a:spcPct val="100000"/>
              </a:lnSpc>
              <a:spcBef>
                <a:spcPts val="1800"/>
              </a:spcBef>
              <a:buFont typeface="Arial" panose="020B0604020202020204" pitchFamily="34" charset="0"/>
            </a:pPr>
            <a:r>
              <a:rPr lang="en-US"/>
              <a:t>Click to add title</a:t>
            </a:r>
          </a:p>
        </p:txBody>
      </p:sp>
      <p:sp>
        <p:nvSpPr>
          <p:cNvPr id="6" name="Gradient Placeholder 5">
            <a:extLst>
              <a:ext uri="{FF2B5EF4-FFF2-40B4-BE49-F238E27FC236}">
                <a16:creationId xmlns:a16="http://schemas.microsoft.com/office/drawing/2014/main" id="{A495C13D-43B0-F211-D4C3-5938F144C6C6}"/>
              </a:ext>
            </a:extLst>
          </p:cNvPr>
          <p:cNvSpPr>
            <a:spLocks noGrp="1"/>
          </p:cNvSpPr>
          <p:nvPr>
            <p:ph type="body" sz="quarter" idx="28" hasCustomPrompt="1"/>
          </p:nvPr>
        </p:nvSpPr>
        <p:spPr>
          <a:xfrm>
            <a:off x="5159374" y="4257063"/>
            <a:ext cx="7032625" cy="180000"/>
          </a:xfr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lgn="l">
              <a:defRPr kumimoji="0" lang="en-US" sz="700" b="0" i="0" u="none" strike="noStrike" kern="0" cap="none" spc="0" normalizeH="0" baseline="0" dirty="0" smtClean="0">
                <a:ln>
                  <a:noFill/>
                </a:ln>
                <a:solidFill>
                  <a:schemeClr val="tx2"/>
                </a:solidFill>
                <a:effectLst/>
                <a:uLnTx/>
                <a:uFillTx/>
                <a:latin typeface="Ubuntu"/>
              </a:defRPr>
            </a:lvl1pPr>
          </a:lstStyle>
          <a:p>
            <a:pPr lvl="0" algn="ctr">
              <a:spcBef>
                <a:spcPts val="0"/>
              </a:spcBef>
              <a:buFontTx/>
            </a:pPr>
            <a:r>
              <a:rPr lang="en-US"/>
              <a:t>Gradient in placeholder</a:t>
            </a:r>
          </a:p>
        </p:txBody>
      </p:sp>
      <p:sp>
        <p:nvSpPr>
          <p:cNvPr id="5" name="Logo Placeholder 7">
            <a:extLst>
              <a:ext uri="{FF2B5EF4-FFF2-40B4-BE49-F238E27FC236}">
                <a16:creationId xmlns:a16="http://schemas.microsoft.com/office/drawing/2014/main" id="{0B3C3CBD-E738-C78E-0E05-CABF012E6391}"/>
              </a:ext>
            </a:extLst>
          </p:cNvPr>
          <p:cNvSpPr>
            <a:spLocks noGrp="1"/>
          </p:cNvSpPr>
          <p:nvPr>
            <p:ph type="body" sz="quarter" idx="40" hasCustomPrompt="1"/>
          </p:nvPr>
        </p:nvSpPr>
        <p:spPr>
          <a:xfrm>
            <a:off x="11765626" y="128961"/>
            <a:ext cx="269046" cy="335806"/>
          </a:xfrm>
          <a:blipFill>
            <a:blip r:embed="rId2">
              <a:extLst>
                <a:ext uri="{96DAC541-7B7A-43D3-8B79-37D633B846F1}">
                  <asvg:svgBlip xmlns:asvg="http://schemas.microsoft.com/office/drawing/2016/SVG/main" r:embed="rId3"/>
                </a:ext>
              </a:extLst>
            </a:blip>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919766824"/>
      </p:ext>
    </p:extLst>
  </p:cSld>
  <p:clrMapOvr>
    <a:masterClrMapping/>
  </p:clrMapOvr>
  <p:hf sldNum="0" hdr="0" ftr="0" dt="0"/>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p:cSld name="Divider 2">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9BB1339-F341-E41B-4A76-E0462FDC1FEA}"/>
              </a:ext>
            </a:extLst>
          </p:cNvPr>
          <p:cNvSpPr/>
          <p:nvPr/>
        </p:nvSpPr>
        <p:spPr>
          <a:xfrm rot="16200000">
            <a:off x="-50850" y="3339001"/>
            <a:ext cx="6857998" cy="180000"/>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3" name="Date Placeholder 2">
            <a:extLst>
              <a:ext uri="{FF2B5EF4-FFF2-40B4-BE49-F238E27FC236}">
                <a16:creationId xmlns:a16="http://schemas.microsoft.com/office/drawing/2014/main" id="{8811E274-2B57-BD57-2F68-DBB426EFCE65}"/>
              </a:ext>
            </a:extLst>
          </p:cNvPr>
          <p:cNvSpPr>
            <a:spLocks noGrp="1"/>
          </p:cNvSpPr>
          <p:nvPr>
            <p:ph type="dt" sz="half" idx="19"/>
          </p:nvPr>
        </p:nvSpPr>
        <p:spPr>
          <a:xfrm>
            <a:off x="9809927" y="6650661"/>
            <a:ext cx="1831210" cy="123111"/>
          </a:xfrm>
          <a:prstGeom prst="rect">
            <a:avLst/>
          </a:prstGeom>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4" name="Footer Placeholder 3">
            <a:extLst>
              <a:ext uri="{FF2B5EF4-FFF2-40B4-BE49-F238E27FC236}">
                <a16:creationId xmlns:a16="http://schemas.microsoft.com/office/drawing/2014/main" id="{09CE6D32-8A75-0D6E-E71F-DAACF84605EC}"/>
              </a:ext>
            </a:extLst>
          </p:cNvPr>
          <p:cNvSpPr>
            <a:spLocks noGrp="1"/>
          </p:cNvSpPr>
          <p:nvPr>
            <p:ph type="ftr" sz="quarter" idx="20"/>
          </p:nvPr>
        </p:nvSpPr>
        <p:spPr>
          <a:xfrm>
            <a:off x="550863" y="6650661"/>
            <a:ext cx="4716524" cy="123111"/>
          </a:xfrm>
          <a:prstGeom prst="rect">
            <a:avLst/>
          </a:prstGeom>
        </p:spPr>
        <p:txBody>
          <a:bodyPr/>
          <a:lstStyle/>
          <a:p>
            <a:pPr>
              <a:spcBef>
                <a:spcPts val="1000"/>
              </a:spcBef>
              <a:buFont typeface="Arial" panose="020B0604020202020204" pitchFamily="34" charset="0"/>
              <a:buNone/>
            </a:pPr>
            <a:r>
              <a:rPr lang="en-IN"/>
              <a:t>TMT Monthly Update |  July 2026</a:t>
            </a:r>
            <a:endParaRPr lang="en-US"/>
          </a:p>
        </p:txBody>
      </p:sp>
      <p:sp>
        <p:nvSpPr>
          <p:cNvPr id="6" name="Slide Number Placeholder 5">
            <a:extLst>
              <a:ext uri="{FF2B5EF4-FFF2-40B4-BE49-F238E27FC236}">
                <a16:creationId xmlns:a16="http://schemas.microsoft.com/office/drawing/2014/main" id="{0977DCB7-EB08-EC5A-73FF-FB5F850C5C25}"/>
              </a:ext>
            </a:extLst>
          </p:cNvPr>
          <p:cNvSpPr>
            <a:spLocks noGrp="1"/>
          </p:cNvSpPr>
          <p:nvPr>
            <p:ph type="sldNum" sz="quarter" idx="21"/>
          </p:nvPr>
        </p:nvSpPr>
        <p:spPr>
          <a:xfrm>
            <a:off x="11778341" y="6650661"/>
            <a:ext cx="232665" cy="123111"/>
          </a:xfrm>
          <a:prstGeom prst="rect">
            <a:avLst/>
          </a:prstGeom>
        </p:spPr>
        <p:txBody>
          <a:bodyPr/>
          <a:lstStyle/>
          <a:p>
            <a:pPr algn="r"/>
            <a:fld id="{5D9A5160-6218-4E5A-B9E6-B93E3DAE377C}" type="slidenum">
              <a:rPr lang="en-US" smtClean="0"/>
              <a:pPr algn="r"/>
              <a:t>‹#›</a:t>
            </a:fld>
            <a:endParaRPr lang="en-US"/>
          </a:p>
        </p:txBody>
      </p:sp>
      <p:sp>
        <p:nvSpPr>
          <p:cNvPr id="9" name="Text Placeholder 4">
            <a:extLst>
              <a:ext uri="{FF2B5EF4-FFF2-40B4-BE49-F238E27FC236}">
                <a16:creationId xmlns:a16="http://schemas.microsoft.com/office/drawing/2014/main" id="{B4666C08-BC72-FDBE-1461-F2EECABF4D42}"/>
              </a:ext>
            </a:extLst>
          </p:cNvPr>
          <p:cNvSpPr>
            <a:spLocks noGrp="1"/>
          </p:cNvSpPr>
          <p:nvPr>
            <p:ph type="body" sz="quarter" idx="23" hasCustomPrompt="1"/>
          </p:nvPr>
        </p:nvSpPr>
        <p:spPr>
          <a:xfrm>
            <a:off x="-433" y="0"/>
            <a:ext cx="2736304" cy="2924175"/>
          </a:xfrm>
        </p:spPr>
        <p:txBody>
          <a:bodyPr vert="vert270" wrap="none" lIns="0" tIns="0" rIns="0" bIns="0" rtlCol="0" anchor="t" anchorCtr="0">
            <a:noAutofit/>
          </a:bodyPr>
          <a:lstStyle>
            <a:lvl1pPr>
              <a:defRPr lang="en-US" sz="16600" b="0" cap="none" spc="0" baseline="0" dirty="0" smtClean="0"/>
            </a:lvl1pPr>
          </a:lstStyle>
          <a:p>
            <a:pPr lvl="0">
              <a:spcBef>
                <a:spcPts val="0"/>
              </a:spcBef>
            </a:pPr>
            <a:r>
              <a:rPr lang="en-US"/>
              <a:t>01</a:t>
            </a:r>
          </a:p>
        </p:txBody>
      </p:sp>
      <p:sp>
        <p:nvSpPr>
          <p:cNvPr id="11" name="Title 5">
            <a:extLst>
              <a:ext uri="{FF2B5EF4-FFF2-40B4-BE49-F238E27FC236}">
                <a16:creationId xmlns:a16="http://schemas.microsoft.com/office/drawing/2014/main" id="{0B6F8127-33BC-B324-58CF-854CD4CB9479}"/>
              </a:ext>
            </a:extLst>
          </p:cNvPr>
          <p:cNvSpPr>
            <a:spLocks noGrp="1"/>
          </p:cNvSpPr>
          <p:nvPr>
            <p:ph type="title" hasCustomPrompt="1"/>
          </p:nvPr>
        </p:nvSpPr>
        <p:spPr>
          <a:xfrm>
            <a:off x="4253696" y="1510496"/>
            <a:ext cx="7393343" cy="2887883"/>
          </a:xfrm>
        </p:spPr>
        <p:txBody>
          <a:bodyPr vert="horz" lIns="0" tIns="0" rIns="0" bIns="0" rtlCol="0" anchor="t">
            <a:noAutofit/>
          </a:bodyPr>
          <a:lstStyle>
            <a:lvl1pPr>
              <a:spcBef>
                <a:spcPts val="0"/>
              </a:spcBef>
              <a:defRPr lang="en-US" sz="5400">
                <a:latin typeface="+mn-lt"/>
                <a:ea typeface="+mn-ea"/>
                <a:cs typeface="+mn-cs"/>
              </a:defRPr>
            </a:lvl1pPr>
          </a:lstStyle>
          <a:p>
            <a:pPr lvl="0">
              <a:lnSpc>
                <a:spcPct val="100000"/>
              </a:lnSpc>
              <a:spcBef>
                <a:spcPts val="1800"/>
              </a:spcBef>
              <a:buFont typeface="Arial" panose="020B0604020202020204" pitchFamily="34" charset="0"/>
            </a:pPr>
            <a:r>
              <a:rPr lang="en-US"/>
              <a:t>Click to add title</a:t>
            </a:r>
          </a:p>
        </p:txBody>
      </p:sp>
    </p:spTree>
    <p:extLst>
      <p:ext uri="{BB962C8B-B14F-4D97-AF65-F5344CB8AC3E}">
        <p14:creationId xmlns:p14="http://schemas.microsoft.com/office/powerpoint/2010/main" val="2715562421"/>
      </p:ext>
    </p:extLst>
  </p:cSld>
  <p:clrMapOvr>
    <a:masterClrMapping/>
  </p:clrMapOvr>
  <p:hf sldNum="0" hdr="0" ftr="0" dt="0"/>
</p:sldLayout>
</file>

<file path=ppt/slideLayouts/slideLayout126.xml><?xml version="1.0" encoding="utf-8"?>
<p:sldLayout xmlns:a="http://schemas.openxmlformats.org/drawingml/2006/main" xmlns:r="http://schemas.openxmlformats.org/officeDocument/2006/relationships" xmlns:p="http://schemas.openxmlformats.org/presentationml/2006/main" userDrawn="1">
  <p:cSld name="Title Slide 3 Full Picture">
    <p:spTree>
      <p:nvGrpSpPr>
        <p:cNvPr id="1" name=""/>
        <p:cNvGrpSpPr/>
        <p:nvPr/>
      </p:nvGrpSpPr>
      <p:grpSpPr>
        <a:xfrm>
          <a:off x="0" y="0"/>
          <a:ext cx="0" cy="0"/>
          <a:chOff x="0" y="0"/>
          <a:chExt cx="0" cy="0"/>
        </a:xfrm>
      </p:grpSpPr>
      <p:sp>
        <p:nvSpPr>
          <p:cNvPr id="23" name="Picture Placeholder 22">
            <a:extLst>
              <a:ext uri="{FF2B5EF4-FFF2-40B4-BE49-F238E27FC236}">
                <a16:creationId xmlns:a16="http://schemas.microsoft.com/office/drawing/2014/main" id="{B92814EB-708F-421C-9F3F-E5C7B767B62F}"/>
              </a:ext>
            </a:extLst>
          </p:cNvPr>
          <p:cNvSpPr>
            <a:spLocks noGrp="1"/>
          </p:cNvSpPr>
          <p:nvPr>
            <p:ph type="pic" sz="quarter" idx="10" hasCustomPrompt="1"/>
          </p:nvPr>
        </p:nvSpPr>
        <p:spPr>
          <a:xfrm>
            <a:off x="0" y="0"/>
            <a:ext cx="12192000" cy="6858000"/>
          </a:xfrm>
          <a:custGeom>
            <a:avLst/>
            <a:gdLst>
              <a:gd name="connsiteX0" fmla="*/ 10205289 w 12192000"/>
              <a:gd name="connsiteY0" fmla="*/ 966629 h 6858000"/>
              <a:gd name="connsiteX1" fmla="*/ 10155045 w 12192000"/>
              <a:gd name="connsiteY1" fmla="*/ 1089100 h 6858000"/>
              <a:gd name="connsiteX2" fmla="*/ 10129923 w 12192000"/>
              <a:gd name="connsiteY2" fmla="*/ 1057697 h 6858000"/>
              <a:gd name="connsiteX3" fmla="*/ 10205289 w 12192000"/>
              <a:gd name="connsiteY3" fmla="*/ 966629 h 6858000"/>
              <a:gd name="connsiteX4" fmla="*/ 10359163 w 12192000"/>
              <a:gd name="connsiteY4" fmla="*/ 768791 h 6858000"/>
              <a:gd name="connsiteX5" fmla="*/ 10381145 w 12192000"/>
              <a:gd name="connsiteY5" fmla="*/ 803334 h 6858000"/>
              <a:gd name="connsiteX6" fmla="*/ 10330900 w 12192000"/>
              <a:gd name="connsiteY6" fmla="*/ 875561 h 6858000"/>
              <a:gd name="connsiteX7" fmla="*/ 10359163 w 12192000"/>
              <a:gd name="connsiteY7" fmla="*/ 768791 h 6858000"/>
              <a:gd name="connsiteX8" fmla="*/ 11203898 w 12192000"/>
              <a:gd name="connsiteY8" fmla="*/ 658881 h 6858000"/>
              <a:gd name="connsiteX9" fmla="*/ 11178776 w 12192000"/>
              <a:gd name="connsiteY9" fmla="*/ 684003 h 6858000"/>
              <a:gd name="connsiteX10" fmla="*/ 11203898 w 12192000"/>
              <a:gd name="connsiteY10" fmla="*/ 709126 h 6858000"/>
              <a:gd name="connsiteX11" fmla="*/ 11229020 w 12192000"/>
              <a:gd name="connsiteY11" fmla="*/ 684003 h 6858000"/>
              <a:gd name="connsiteX12" fmla="*/ 11203898 w 12192000"/>
              <a:gd name="connsiteY12" fmla="*/ 658881 h 6858000"/>
              <a:gd name="connsiteX13" fmla="*/ 10842765 w 12192000"/>
              <a:gd name="connsiteY13" fmla="*/ 646320 h 6858000"/>
              <a:gd name="connsiteX14" fmla="*/ 10817643 w 12192000"/>
              <a:gd name="connsiteY14" fmla="*/ 674583 h 6858000"/>
              <a:gd name="connsiteX15" fmla="*/ 10842765 w 12192000"/>
              <a:gd name="connsiteY15" fmla="*/ 699705 h 6858000"/>
              <a:gd name="connsiteX16" fmla="*/ 10867887 w 12192000"/>
              <a:gd name="connsiteY16" fmla="*/ 671442 h 6858000"/>
              <a:gd name="connsiteX17" fmla="*/ 10842765 w 12192000"/>
              <a:gd name="connsiteY17" fmla="*/ 646320 h 6858000"/>
              <a:gd name="connsiteX18" fmla="*/ 9570952 w 12192000"/>
              <a:gd name="connsiteY18" fmla="*/ 621198 h 6858000"/>
              <a:gd name="connsiteX19" fmla="*/ 9420219 w 12192000"/>
              <a:gd name="connsiteY19" fmla="*/ 806475 h 6858000"/>
              <a:gd name="connsiteX20" fmla="*/ 9545830 w 12192000"/>
              <a:gd name="connsiteY20" fmla="*/ 969769 h 6858000"/>
              <a:gd name="connsiteX21" fmla="*/ 9665161 w 12192000"/>
              <a:gd name="connsiteY21" fmla="*/ 894402 h 6858000"/>
              <a:gd name="connsiteX22" fmla="*/ 9724826 w 12192000"/>
              <a:gd name="connsiteY22" fmla="*/ 954068 h 6858000"/>
              <a:gd name="connsiteX23" fmla="*/ 9797053 w 12192000"/>
              <a:gd name="connsiteY23" fmla="*/ 900683 h 6858000"/>
              <a:gd name="connsiteX24" fmla="*/ 9847297 w 12192000"/>
              <a:gd name="connsiteY24" fmla="*/ 954068 h 6858000"/>
              <a:gd name="connsiteX25" fmla="*/ 9894401 w 12192000"/>
              <a:gd name="connsiteY25" fmla="*/ 928946 h 6858000"/>
              <a:gd name="connsiteX26" fmla="*/ 9947786 w 12192000"/>
              <a:gd name="connsiteY26" fmla="*/ 1092240 h 6858000"/>
              <a:gd name="connsiteX27" fmla="*/ 9935225 w 12192000"/>
              <a:gd name="connsiteY27" fmla="*/ 957208 h 6858000"/>
              <a:gd name="connsiteX28" fmla="*/ 9985470 w 12192000"/>
              <a:gd name="connsiteY28" fmla="*/ 775072 h 6858000"/>
              <a:gd name="connsiteX29" fmla="*/ 10013732 w 12192000"/>
              <a:gd name="connsiteY29" fmla="*/ 828457 h 6858000"/>
              <a:gd name="connsiteX30" fmla="*/ 10007452 w 12192000"/>
              <a:gd name="connsiteY30" fmla="*/ 875561 h 6858000"/>
              <a:gd name="connsiteX31" fmla="*/ 9944646 w 12192000"/>
              <a:gd name="connsiteY31" fmla="*/ 935226 h 6858000"/>
              <a:gd name="connsiteX32" fmla="*/ 9969768 w 12192000"/>
              <a:gd name="connsiteY32" fmla="*/ 954068 h 6858000"/>
              <a:gd name="connsiteX33" fmla="*/ 10045135 w 12192000"/>
              <a:gd name="connsiteY33" fmla="*/ 878701 h 6858000"/>
              <a:gd name="connsiteX34" fmla="*/ 10092239 w 12192000"/>
              <a:gd name="connsiteY34" fmla="*/ 844158 h 6858000"/>
              <a:gd name="connsiteX35" fmla="*/ 10092239 w 12192000"/>
              <a:gd name="connsiteY35" fmla="*/ 859859 h 6858000"/>
              <a:gd name="connsiteX36" fmla="*/ 10148764 w 12192000"/>
              <a:gd name="connsiteY36" fmla="*/ 938366 h 6858000"/>
              <a:gd name="connsiteX37" fmla="*/ 10208430 w 12192000"/>
              <a:gd name="connsiteY37" fmla="*/ 891262 h 6858000"/>
              <a:gd name="connsiteX38" fmla="*/ 10211570 w 12192000"/>
              <a:gd name="connsiteY38" fmla="*/ 935226 h 6858000"/>
              <a:gd name="connsiteX39" fmla="*/ 10098520 w 12192000"/>
              <a:gd name="connsiteY39" fmla="*/ 1057697 h 6858000"/>
              <a:gd name="connsiteX40" fmla="*/ 10158185 w 12192000"/>
              <a:gd name="connsiteY40" fmla="*/ 1120503 h 6858000"/>
              <a:gd name="connsiteX41" fmla="*/ 10252393 w 12192000"/>
              <a:gd name="connsiteY41" fmla="*/ 947787 h 6858000"/>
              <a:gd name="connsiteX42" fmla="*/ 10315199 w 12192000"/>
              <a:gd name="connsiteY42" fmla="*/ 919525 h 6858000"/>
              <a:gd name="connsiteX43" fmla="*/ 10381145 w 12192000"/>
              <a:gd name="connsiteY43" fmla="*/ 954068 h 6858000"/>
              <a:gd name="connsiteX44" fmla="*/ 10481634 w 12192000"/>
              <a:gd name="connsiteY44" fmla="*/ 884982 h 6858000"/>
              <a:gd name="connsiteX45" fmla="*/ 10513037 w 12192000"/>
              <a:gd name="connsiteY45" fmla="*/ 954068 h 6858000"/>
              <a:gd name="connsiteX46" fmla="*/ 10578983 w 12192000"/>
              <a:gd name="connsiteY46" fmla="*/ 778212 h 6858000"/>
              <a:gd name="connsiteX47" fmla="*/ 10632367 w 12192000"/>
              <a:gd name="connsiteY47" fmla="*/ 969769 h 6858000"/>
              <a:gd name="connsiteX48" fmla="*/ 10704594 w 12192000"/>
              <a:gd name="connsiteY48" fmla="*/ 800194 h 6858000"/>
              <a:gd name="connsiteX49" fmla="*/ 10767400 w 12192000"/>
              <a:gd name="connsiteY49" fmla="*/ 954068 h 6858000"/>
              <a:gd name="connsiteX50" fmla="*/ 10830205 w 12192000"/>
              <a:gd name="connsiteY50" fmla="*/ 866140 h 6858000"/>
              <a:gd name="connsiteX51" fmla="*/ 10893011 w 12192000"/>
              <a:gd name="connsiteY51" fmla="*/ 954068 h 6858000"/>
              <a:gd name="connsiteX52" fmla="*/ 10949536 w 12192000"/>
              <a:gd name="connsiteY52" fmla="*/ 900683 h 6858000"/>
              <a:gd name="connsiteX53" fmla="*/ 10980939 w 12192000"/>
              <a:gd name="connsiteY53" fmla="*/ 954068 h 6858000"/>
              <a:gd name="connsiteX54" fmla="*/ 11059446 w 12192000"/>
              <a:gd name="connsiteY54" fmla="*/ 778212 h 6858000"/>
              <a:gd name="connsiteX55" fmla="*/ 11144233 w 12192000"/>
              <a:gd name="connsiteY55" fmla="*/ 954068 h 6858000"/>
              <a:gd name="connsiteX56" fmla="*/ 11197618 w 12192000"/>
              <a:gd name="connsiteY56" fmla="*/ 894402 h 6858000"/>
              <a:gd name="connsiteX57" fmla="*/ 11244722 w 12192000"/>
              <a:gd name="connsiteY57" fmla="*/ 954068 h 6858000"/>
              <a:gd name="connsiteX58" fmla="*/ 11272985 w 12192000"/>
              <a:gd name="connsiteY58" fmla="*/ 938366 h 6858000"/>
              <a:gd name="connsiteX59" fmla="*/ 11225881 w 12192000"/>
              <a:gd name="connsiteY59" fmla="*/ 784493 h 6858000"/>
              <a:gd name="connsiteX60" fmla="*/ 11207039 w 12192000"/>
              <a:gd name="connsiteY60" fmla="*/ 740529 h 6858000"/>
              <a:gd name="connsiteX61" fmla="*/ 11188197 w 12192000"/>
              <a:gd name="connsiteY61" fmla="*/ 743669 h 6858000"/>
              <a:gd name="connsiteX62" fmla="*/ 11147374 w 12192000"/>
              <a:gd name="connsiteY62" fmla="*/ 913244 h 6858000"/>
              <a:gd name="connsiteX63" fmla="*/ 11062586 w 12192000"/>
              <a:gd name="connsiteY63" fmla="*/ 721687 h 6858000"/>
              <a:gd name="connsiteX64" fmla="*/ 10984079 w 12192000"/>
              <a:gd name="connsiteY64" fmla="*/ 875561 h 6858000"/>
              <a:gd name="connsiteX65" fmla="*/ 10977798 w 12192000"/>
              <a:gd name="connsiteY65" fmla="*/ 803334 h 6858000"/>
              <a:gd name="connsiteX66" fmla="*/ 10980939 w 12192000"/>
              <a:gd name="connsiteY66" fmla="*/ 765651 h 6858000"/>
              <a:gd name="connsiteX67" fmla="*/ 10943255 w 12192000"/>
              <a:gd name="connsiteY67" fmla="*/ 740529 h 6858000"/>
              <a:gd name="connsiteX68" fmla="*/ 10896151 w 12192000"/>
              <a:gd name="connsiteY68" fmla="*/ 916384 h 6858000"/>
              <a:gd name="connsiteX69" fmla="*/ 10858468 w 12192000"/>
              <a:gd name="connsiteY69" fmla="*/ 790773 h 6858000"/>
              <a:gd name="connsiteX70" fmla="*/ 10820784 w 12192000"/>
              <a:gd name="connsiteY70" fmla="*/ 740529 h 6858000"/>
              <a:gd name="connsiteX71" fmla="*/ 10773680 w 12192000"/>
              <a:gd name="connsiteY71" fmla="*/ 906964 h 6858000"/>
              <a:gd name="connsiteX72" fmla="*/ 10707734 w 12192000"/>
              <a:gd name="connsiteY72" fmla="*/ 740529 h 6858000"/>
              <a:gd name="connsiteX73" fmla="*/ 10638648 w 12192000"/>
              <a:gd name="connsiteY73" fmla="*/ 897543 h 6858000"/>
              <a:gd name="connsiteX74" fmla="*/ 10578983 w 12192000"/>
              <a:gd name="connsiteY74" fmla="*/ 721687 h 6858000"/>
              <a:gd name="connsiteX75" fmla="*/ 10516177 w 12192000"/>
              <a:gd name="connsiteY75" fmla="*/ 847298 h 6858000"/>
              <a:gd name="connsiteX76" fmla="*/ 10509897 w 12192000"/>
              <a:gd name="connsiteY76" fmla="*/ 847298 h 6858000"/>
              <a:gd name="connsiteX77" fmla="*/ 10509897 w 12192000"/>
              <a:gd name="connsiteY77" fmla="*/ 809615 h 6858000"/>
              <a:gd name="connsiteX78" fmla="*/ 10475353 w 12192000"/>
              <a:gd name="connsiteY78" fmla="*/ 737388 h 6858000"/>
              <a:gd name="connsiteX79" fmla="*/ 10387426 w 12192000"/>
              <a:gd name="connsiteY79" fmla="*/ 919525 h 6858000"/>
              <a:gd name="connsiteX80" fmla="*/ 10349742 w 12192000"/>
              <a:gd name="connsiteY80" fmla="*/ 903823 h 6858000"/>
              <a:gd name="connsiteX81" fmla="*/ 10425109 w 12192000"/>
              <a:gd name="connsiteY81" fmla="*/ 800194 h 6858000"/>
              <a:gd name="connsiteX82" fmla="*/ 10365444 w 12192000"/>
              <a:gd name="connsiteY82" fmla="*/ 740529 h 6858000"/>
              <a:gd name="connsiteX83" fmla="*/ 10286937 w 12192000"/>
              <a:gd name="connsiteY83" fmla="*/ 837877 h 6858000"/>
              <a:gd name="connsiteX84" fmla="*/ 10299498 w 12192000"/>
              <a:gd name="connsiteY84" fmla="*/ 900683 h 6858000"/>
              <a:gd name="connsiteX85" fmla="*/ 10249253 w 12192000"/>
              <a:gd name="connsiteY85" fmla="*/ 922665 h 6858000"/>
              <a:gd name="connsiteX86" fmla="*/ 10239832 w 12192000"/>
              <a:gd name="connsiteY86" fmla="*/ 784493 h 6858000"/>
              <a:gd name="connsiteX87" fmla="*/ 10202149 w 12192000"/>
              <a:gd name="connsiteY87" fmla="*/ 815895 h 6858000"/>
              <a:gd name="connsiteX88" fmla="*/ 10155045 w 12192000"/>
              <a:gd name="connsiteY88" fmla="*/ 897543 h 6858000"/>
              <a:gd name="connsiteX89" fmla="*/ 10133063 w 12192000"/>
              <a:gd name="connsiteY89" fmla="*/ 863000 h 6858000"/>
              <a:gd name="connsiteX90" fmla="*/ 10236692 w 12192000"/>
              <a:gd name="connsiteY90" fmla="*/ 762511 h 6858000"/>
              <a:gd name="connsiteX91" fmla="*/ 10202149 w 12192000"/>
              <a:gd name="connsiteY91" fmla="*/ 727968 h 6858000"/>
              <a:gd name="connsiteX92" fmla="*/ 10107941 w 12192000"/>
              <a:gd name="connsiteY92" fmla="*/ 784493 h 6858000"/>
              <a:gd name="connsiteX93" fmla="*/ 10051415 w 12192000"/>
              <a:gd name="connsiteY93" fmla="*/ 841018 h 6858000"/>
              <a:gd name="connsiteX94" fmla="*/ 10051415 w 12192000"/>
              <a:gd name="connsiteY94" fmla="*/ 825316 h 6858000"/>
              <a:gd name="connsiteX95" fmla="*/ 9985470 w 12192000"/>
              <a:gd name="connsiteY95" fmla="*/ 734248 h 6858000"/>
              <a:gd name="connsiteX96" fmla="*/ 9932085 w 12192000"/>
              <a:gd name="connsiteY96" fmla="*/ 775072 h 6858000"/>
              <a:gd name="connsiteX97" fmla="*/ 9910103 w 12192000"/>
              <a:gd name="connsiteY97" fmla="*/ 740529 h 6858000"/>
              <a:gd name="connsiteX98" fmla="*/ 9884981 w 12192000"/>
              <a:gd name="connsiteY98" fmla="*/ 746809 h 6858000"/>
              <a:gd name="connsiteX99" fmla="*/ 9891261 w 12192000"/>
              <a:gd name="connsiteY99" fmla="*/ 812755 h 6858000"/>
              <a:gd name="connsiteX100" fmla="*/ 9850437 w 12192000"/>
              <a:gd name="connsiteY100" fmla="*/ 922665 h 6858000"/>
              <a:gd name="connsiteX101" fmla="*/ 9822175 w 12192000"/>
              <a:gd name="connsiteY101" fmla="*/ 800194 h 6858000"/>
              <a:gd name="connsiteX102" fmla="*/ 9809614 w 12192000"/>
              <a:gd name="connsiteY102" fmla="*/ 797054 h 6858000"/>
              <a:gd name="connsiteX103" fmla="*/ 9781351 w 12192000"/>
              <a:gd name="connsiteY103" fmla="*/ 853579 h 6858000"/>
              <a:gd name="connsiteX104" fmla="*/ 9734247 w 12192000"/>
              <a:gd name="connsiteY104" fmla="*/ 919525 h 6858000"/>
              <a:gd name="connsiteX105" fmla="*/ 9709125 w 12192000"/>
              <a:gd name="connsiteY105" fmla="*/ 878701 h 6858000"/>
              <a:gd name="connsiteX106" fmla="*/ 9819035 w 12192000"/>
              <a:gd name="connsiteY106" fmla="*/ 778212 h 6858000"/>
              <a:gd name="connsiteX107" fmla="*/ 9784492 w 12192000"/>
              <a:gd name="connsiteY107" fmla="*/ 740529 h 6858000"/>
              <a:gd name="connsiteX108" fmla="*/ 9674582 w 12192000"/>
              <a:gd name="connsiteY108" fmla="*/ 825316 h 6858000"/>
              <a:gd name="connsiteX109" fmla="*/ 9555251 w 12192000"/>
              <a:gd name="connsiteY109" fmla="*/ 925805 h 6858000"/>
              <a:gd name="connsiteX110" fmla="*/ 9473604 w 12192000"/>
              <a:gd name="connsiteY110" fmla="*/ 800194 h 6858000"/>
              <a:gd name="connsiteX111" fmla="*/ 9567812 w 12192000"/>
              <a:gd name="connsiteY111" fmla="*/ 655741 h 6858000"/>
              <a:gd name="connsiteX112" fmla="*/ 9608636 w 12192000"/>
              <a:gd name="connsiteY112" fmla="*/ 721687 h 6858000"/>
              <a:gd name="connsiteX113" fmla="*/ 9655740 w 12192000"/>
              <a:gd name="connsiteY113" fmla="*/ 687144 h 6858000"/>
              <a:gd name="connsiteX114" fmla="*/ 9570952 w 12192000"/>
              <a:gd name="connsiteY114" fmla="*/ 621198 h 6858000"/>
              <a:gd name="connsiteX115" fmla="*/ 11503938 w 12192000"/>
              <a:gd name="connsiteY115" fmla="*/ 612538 h 6858000"/>
              <a:gd name="connsiteX116" fmla="*/ 11291551 w 12192000"/>
              <a:gd name="connsiteY116" fmla="*/ 832051 h 6858000"/>
              <a:gd name="connsiteX117" fmla="*/ 11365123 w 12192000"/>
              <a:gd name="connsiteY117" fmla="*/ 940418 h 6858000"/>
              <a:gd name="connsiteX118" fmla="*/ 11440083 w 12192000"/>
              <a:gd name="connsiteY118" fmla="*/ 941808 h 6858000"/>
              <a:gd name="connsiteX119" fmla="*/ 11444304 w 12192000"/>
              <a:gd name="connsiteY119" fmla="*/ 939708 h 6858000"/>
              <a:gd name="connsiteX120" fmla="*/ 11445324 w 12192000"/>
              <a:gd name="connsiteY120" fmla="*/ 939542 h 6858000"/>
              <a:gd name="connsiteX121" fmla="*/ 11475268 w 12192000"/>
              <a:gd name="connsiteY121" fmla="*/ 924644 h 6858000"/>
              <a:gd name="connsiteX122" fmla="*/ 11494474 w 12192000"/>
              <a:gd name="connsiteY122" fmla="*/ 907542 h 6858000"/>
              <a:gd name="connsiteX123" fmla="*/ 11488753 w 12192000"/>
              <a:gd name="connsiteY123" fmla="*/ 926162 h 6858000"/>
              <a:gd name="connsiteX124" fmla="*/ 11464846 w 12192000"/>
              <a:gd name="connsiteY124" fmla="*/ 951842 h 6858000"/>
              <a:gd name="connsiteX125" fmla="*/ 11432834 w 12192000"/>
              <a:gd name="connsiteY125" fmla="*/ 964214 h 6858000"/>
              <a:gd name="connsiteX126" fmla="*/ 11433416 w 12192000"/>
              <a:gd name="connsiteY126" fmla="*/ 964508 h 6858000"/>
              <a:gd name="connsiteX127" fmla="*/ 11427416 w 12192000"/>
              <a:gd name="connsiteY127" fmla="*/ 966826 h 6858000"/>
              <a:gd name="connsiteX128" fmla="*/ 11478812 w 12192000"/>
              <a:gd name="connsiteY128" fmla="*/ 980728 h 6858000"/>
              <a:gd name="connsiteX129" fmla="*/ 11601049 w 12192000"/>
              <a:gd name="connsiteY129" fmla="*/ 940412 h 6858000"/>
              <a:gd name="connsiteX130" fmla="*/ 11600229 w 12192000"/>
              <a:gd name="connsiteY130" fmla="*/ 940299 h 6858000"/>
              <a:gd name="connsiteX131" fmla="*/ 11604054 w 12192000"/>
              <a:gd name="connsiteY131" fmla="*/ 938167 h 6858000"/>
              <a:gd name="connsiteX132" fmla="*/ 11561078 w 12192000"/>
              <a:gd name="connsiteY132" fmla="*/ 923772 h 6858000"/>
              <a:gd name="connsiteX133" fmla="*/ 11546930 w 12192000"/>
              <a:gd name="connsiteY133" fmla="*/ 891807 h 6858000"/>
              <a:gd name="connsiteX134" fmla="*/ 11567885 w 12192000"/>
              <a:gd name="connsiteY134" fmla="*/ 908611 h 6858000"/>
              <a:gd name="connsiteX135" fmla="*/ 11601049 w 12192000"/>
              <a:gd name="connsiteY135" fmla="*/ 915389 h 6858000"/>
              <a:gd name="connsiteX136" fmla="*/ 11650104 w 12192000"/>
              <a:gd name="connsiteY136" fmla="*/ 900067 h 6858000"/>
              <a:gd name="connsiteX137" fmla="*/ 11650828 w 12192000"/>
              <a:gd name="connsiteY137" fmla="*/ 899169 h 6858000"/>
              <a:gd name="connsiteX138" fmla="*/ 11652427 w 12192000"/>
              <a:gd name="connsiteY138" fmla="*/ 898382 h 6858000"/>
              <a:gd name="connsiteX139" fmla="*/ 11683608 w 12192000"/>
              <a:gd name="connsiteY139" fmla="*/ 859705 h 6858000"/>
              <a:gd name="connsiteX140" fmla="*/ 11690343 w 12192000"/>
              <a:gd name="connsiteY140" fmla="*/ 825792 h 6858000"/>
              <a:gd name="connsiteX141" fmla="*/ 11690350 w 12192000"/>
              <a:gd name="connsiteY141" fmla="*/ 825831 h 6858000"/>
              <a:gd name="connsiteX142" fmla="*/ 11690350 w 12192000"/>
              <a:gd name="connsiteY142" fmla="*/ 825754 h 6858000"/>
              <a:gd name="connsiteX143" fmla="*/ 11690350 w 12192000"/>
              <a:gd name="connsiteY143" fmla="*/ 823091 h 6858000"/>
              <a:gd name="connsiteX144" fmla="*/ 11623276 w 12192000"/>
              <a:gd name="connsiteY144" fmla="*/ 684719 h 6858000"/>
              <a:gd name="connsiteX145" fmla="*/ 11573655 w 12192000"/>
              <a:gd name="connsiteY145" fmla="*/ 647215 h 6858000"/>
              <a:gd name="connsiteX146" fmla="*/ 11570681 w 12192000"/>
              <a:gd name="connsiteY146" fmla="*/ 645708 h 6858000"/>
              <a:gd name="connsiteX147" fmla="*/ 11570221 w 12192000"/>
              <a:gd name="connsiteY147" fmla="*/ 645361 h 6858000"/>
              <a:gd name="connsiteX148" fmla="*/ 11513655 w 12192000"/>
              <a:gd name="connsiteY148" fmla="*/ 616706 h 6858000"/>
              <a:gd name="connsiteX149" fmla="*/ 11503938 w 12192000"/>
              <a:gd name="connsiteY149" fmla="*/ 612538 h 6858000"/>
              <a:gd name="connsiteX150" fmla="*/ 0 w 12192000"/>
              <a:gd name="connsiteY150" fmla="*/ 0 h 6858000"/>
              <a:gd name="connsiteX151" fmla="*/ 12192000 w 12192000"/>
              <a:gd name="connsiteY151" fmla="*/ 0 h 6858000"/>
              <a:gd name="connsiteX152" fmla="*/ 12192000 w 12192000"/>
              <a:gd name="connsiteY152" fmla="*/ 6858000 h 6858000"/>
              <a:gd name="connsiteX153" fmla="*/ 0 w 12192000"/>
              <a:gd name="connsiteY15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Lst>
            <a:rect l="l" t="t" r="r" b="b"/>
            <a:pathLst>
              <a:path w="12192000" h="6858000">
                <a:moveTo>
                  <a:pt x="10205289" y="966629"/>
                </a:moveTo>
                <a:cubicBezTo>
                  <a:pt x="10205289" y="1067118"/>
                  <a:pt x="10180167" y="1089100"/>
                  <a:pt x="10155045" y="1089100"/>
                </a:cubicBezTo>
                <a:cubicBezTo>
                  <a:pt x="10139343" y="1089100"/>
                  <a:pt x="10129923" y="1073399"/>
                  <a:pt x="10129923" y="1057697"/>
                </a:cubicBezTo>
                <a:cubicBezTo>
                  <a:pt x="10129923" y="1013733"/>
                  <a:pt x="10164466" y="988611"/>
                  <a:pt x="10205289" y="966629"/>
                </a:cubicBezTo>
                <a:close/>
                <a:moveTo>
                  <a:pt x="10359163" y="768791"/>
                </a:moveTo>
                <a:cubicBezTo>
                  <a:pt x="10374864" y="768791"/>
                  <a:pt x="10384285" y="781352"/>
                  <a:pt x="10381145" y="803334"/>
                </a:cubicBezTo>
                <a:cubicBezTo>
                  <a:pt x="10378005" y="828457"/>
                  <a:pt x="10362303" y="853579"/>
                  <a:pt x="10330900" y="875561"/>
                </a:cubicBezTo>
                <a:cubicBezTo>
                  <a:pt x="10318339" y="828457"/>
                  <a:pt x="10327760" y="768791"/>
                  <a:pt x="10359163" y="768791"/>
                </a:cubicBezTo>
                <a:close/>
                <a:moveTo>
                  <a:pt x="11203898" y="658881"/>
                </a:moveTo>
                <a:cubicBezTo>
                  <a:pt x="11191337" y="658881"/>
                  <a:pt x="11178776" y="671442"/>
                  <a:pt x="11178776" y="684003"/>
                </a:cubicBezTo>
                <a:cubicBezTo>
                  <a:pt x="11181916" y="696564"/>
                  <a:pt x="11191337" y="709126"/>
                  <a:pt x="11203898" y="709126"/>
                </a:cubicBezTo>
                <a:cubicBezTo>
                  <a:pt x="11216459" y="709126"/>
                  <a:pt x="11229020" y="696564"/>
                  <a:pt x="11229020" y="684003"/>
                </a:cubicBezTo>
                <a:cubicBezTo>
                  <a:pt x="11229020" y="668302"/>
                  <a:pt x="11219600" y="658881"/>
                  <a:pt x="11203898" y="658881"/>
                </a:cubicBezTo>
                <a:close/>
                <a:moveTo>
                  <a:pt x="10842765" y="646320"/>
                </a:moveTo>
                <a:cubicBezTo>
                  <a:pt x="10827064" y="646320"/>
                  <a:pt x="10817643" y="658881"/>
                  <a:pt x="10817643" y="674583"/>
                </a:cubicBezTo>
                <a:cubicBezTo>
                  <a:pt x="10817643" y="690284"/>
                  <a:pt x="10830204" y="702845"/>
                  <a:pt x="10842765" y="699705"/>
                </a:cubicBezTo>
                <a:cubicBezTo>
                  <a:pt x="10858467" y="699705"/>
                  <a:pt x="10867887" y="687144"/>
                  <a:pt x="10867887" y="671442"/>
                </a:cubicBezTo>
                <a:cubicBezTo>
                  <a:pt x="10867887" y="655741"/>
                  <a:pt x="10858467" y="646320"/>
                  <a:pt x="10842765" y="646320"/>
                </a:cubicBezTo>
                <a:close/>
                <a:moveTo>
                  <a:pt x="9570952" y="621198"/>
                </a:moveTo>
                <a:cubicBezTo>
                  <a:pt x="9492445" y="621198"/>
                  <a:pt x="9420219" y="702845"/>
                  <a:pt x="9420219" y="806475"/>
                </a:cubicBezTo>
                <a:cubicBezTo>
                  <a:pt x="9420219" y="906964"/>
                  <a:pt x="9470463" y="969769"/>
                  <a:pt x="9545830" y="969769"/>
                </a:cubicBezTo>
                <a:cubicBezTo>
                  <a:pt x="9592934" y="969769"/>
                  <a:pt x="9636898" y="944647"/>
                  <a:pt x="9665161" y="894402"/>
                </a:cubicBezTo>
                <a:cubicBezTo>
                  <a:pt x="9671441" y="935226"/>
                  <a:pt x="9702844" y="954068"/>
                  <a:pt x="9724826" y="954068"/>
                </a:cubicBezTo>
                <a:cubicBezTo>
                  <a:pt x="9759369" y="954068"/>
                  <a:pt x="9784492" y="932086"/>
                  <a:pt x="9797053" y="900683"/>
                </a:cubicBezTo>
                <a:cubicBezTo>
                  <a:pt x="9803333" y="932086"/>
                  <a:pt x="9822175" y="954068"/>
                  <a:pt x="9847297" y="954068"/>
                </a:cubicBezTo>
                <a:cubicBezTo>
                  <a:pt x="9866139" y="954068"/>
                  <a:pt x="9881840" y="944647"/>
                  <a:pt x="9894401" y="928946"/>
                </a:cubicBezTo>
                <a:cubicBezTo>
                  <a:pt x="9891261" y="1035715"/>
                  <a:pt x="9884981" y="1104801"/>
                  <a:pt x="9947786" y="1092240"/>
                </a:cubicBezTo>
                <a:cubicBezTo>
                  <a:pt x="9938365" y="1060837"/>
                  <a:pt x="9935225" y="1007453"/>
                  <a:pt x="9935225" y="957208"/>
                </a:cubicBezTo>
                <a:cubicBezTo>
                  <a:pt x="9935225" y="822176"/>
                  <a:pt x="9957207" y="775072"/>
                  <a:pt x="9985470" y="775072"/>
                </a:cubicBezTo>
                <a:cubicBezTo>
                  <a:pt x="10007452" y="775072"/>
                  <a:pt x="10013732" y="800194"/>
                  <a:pt x="10013732" y="828457"/>
                </a:cubicBezTo>
                <a:cubicBezTo>
                  <a:pt x="10013732" y="844158"/>
                  <a:pt x="10013732" y="859859"/>
                  <a:pt x="10007452" y="875561"/>
                </a:cubicBezTo>
                <a:cubicBezTo>
                  <a:pt x="9972908" y="897543"/>
                  <a:pt x="9944646" y="913244"/>
                  <a:pt x="9944646" y="935226"/>
                </a:cubicBezTo>
                <a:cubicBezTo>
                  <a:pt x="9944646" y="954068"/>
                  <a:pt x="9957207" y="954068"/>
                  <a:pt x="9969768" y="954068"/>
                </a:cubicBezTo>
                <a:cubicBezTo>
                  <a:pt x="9994890" y="954068"/>
                  <a:pt x="10029433" y="928946"/>
                  <a:pt x="10045135" y="878701"/>
                </a:cubicBezTo>
                <a:cubicBezTo>
                  <a:pt x="10060836" y="869280"/>
                  <a:pt x="10076538" y="859859"/>
                  <a:pt x="10092239" y="844158"/>
                </a:cubicBezTo>
                <a:cubicBezTo>
                  <a:pt x="10092239" y="850439"/>
                  <a:pt x="10092239" y="853579"/>
                  <a:pt x="10092239" y="859859"/>
                </a:cubicBezTo>
                <a:cubicBezTo>
                  <a:pt x="10092239" y="910104"/>
                  <a:pt x="10114221" y="938366"/>
                  <a:pt x="10148764" y="938366"/>
                </a:cubicBezTo>
                <a:cubicBezTo>
                  <a:pt x="10177027" y="938366"/>
                  <a:pt x="10195868" y="919525"/>
                  <a:pt x="10208430" y="891262"/>
                </a:cubicBezTo>
                <a:cubicBezTo>
                  <a:pt x="10208430" y="906964"/>
                  <a:pt x="10208430" y="922665"/>
                  <a:pt x="10211570" y="935226"/>
                </a:cubicBezTo>
                <a:cubicBezTo>
                  <a:pt x="10158185" y="960348"/>
                  <a:pt x="10098520" y="985471"/>
                  <a:pt x="10098520" y="1057697"/>
                </a:cubicBezTo>
                <a:cubicBezTo>
                  <a:pt x="10098520" y="1095380"/>
                  <a:pt x="10123642" y="1120503"/>
                  <a:pt x="10158185" y="1120503"/>
                </a:cubicBezTo>
                <a:cubicBezTo>
                  <a:pt x="10233552" y="1120503"/>
                  <a:pt x="10252393" y="1041996"/>
                  <a:pt x="10252393" y="947787"/>
                </a:cubicBezTo>
                <a:cubicBezTo>
                  <a:pt x="10277516" y="938366"/>
                  <a:pt x="10296357" y="928946"/>
                  <a:pt x="10315199" y="919525"/>
                </a:cubicBezTo>
                <a:cubicBezTo>
                  <a:pt x="10334041" y="941507"/>
                  <a:pt x="10359163" y="954068"/>
                  <a:pt x="10381145" y="954068"/>
                </a:cubicBezTo>
                <a:cubicBezTo>
                  <a:pt x="10425109" y="954068"/>
                  <a:pt x="10456512" y="932086"/>
                  <a:pt x="10481634" y="884982"/>
                </a:cubicBezTo>
                <a:cubicBezTo>
                  <a:pt x="10484774" y="919525"/>
                  <a:pt x="10494195" y="954068"/>
                  <a:pt x="10513037" y="954068"/>
                </a:cubicBezTo>
                <a:cubicBezTo>
                  <a:pt x="10547580" y="954068"/>
                  <a:pt x="10553860" y="778212"/>
                  <a:pt x="10578983" y="778212"/>
                </a:cubicBezTo>
                <a:cubicBezTo>
                  <a:pt x="10597824" y="778212"/>
                  <a:pt x="10582123" y="969769"/>
                  <a:pt x="10632367" y="969769"/>
                </a:cubicBezTo>
                <a:cubicBezTo>
                  <a:pt x="10676331" y="969769"/>
                  <a:pt x="10685752" y="800194"/>
                  <a:pt x="10704594" y="800194"/>
                </a:cubicBezTo>
                <a:cubicBezTo>
                  <a:pt x="10720295" y="800194"/>
                  <a:pt x="10720295" y="954068"/>
                  <a:pt x="10767400" y="954068"/>
                </a:cubicBezTo>
                <a:cubicBezTo>
                  <a:pt x="10789381" y="954068"/>
                  <a:pt x="10817644" y="925805"/>
                  <a:pt x="10830205" y="866140"/>
                </a:cubicBezTo>
                <a:cubicBezTo>
                  <a:pt x="10836486" y="903823"/>
                  <a:pt x="10855327" y="954068"/>
                  <a:pt x="10893011" y="954068"/>
                </a:cubicBezTo>
                <a:cubicBezTo>
                  <a:pt x="10914993" y="954068"/>
                  <a:pt x="10933834" y="932086"/>
                  <a:pt x="10949536" y="900683"/>
                </a:cubicBezTo>
                <a:cubicBezTo>
                  <a:pt x="10952676" y="932086"/>
                  <a:pt x="10962097" y="954068"/>
                  <a:pt x="10980939" y="954068"/>
                </a:cubicBezTo>
                <a:cubicBezTo>
                  <a:pt x="11024903" y="954068"/>
                  <a:pt x="11024903" y="778212"/>
                  <a:pt x="11059446" y="778212"/>
                </a:cubicBezTo>
                <a:cubicBezTo>
                  <a:pt x="11087708" y="778212"/>
                  <a:pt x="11078287" y="954068"/>
                  <a:pt x="11144233" y="954068"/>
                </a:cubicBezTo>
                <a:cubicBezTo>
                  <a:pt x="11175636" y="954068"/>
                  <a:pt x="11191337" y="928946"/>
                  <a:pt x="11197618" y="894402"/>
                </a:cubicBezTo>
                <a:cubicBezTo>
                  <a:pt x="11210179" y="944647"/>
                  <a:pt x="11229021" y="954068"/>
                  <a:pt x="11244722" y="954068"/>
                </a:cubicBezTo>
                <a:cubicBezTo>
                  <a:pt x="11254143" y="954068"/>
                  <a:pt x="11263564" y="950928"/>
                  <a:pt x="11272985" y="938366"/>
                </a:cubicBezTo>
                <a:cubicBezTo>
                  <a:pt x="11219600" y="916384"/>
                  <a:pt x="11225881" y="837877"/>
                  <a:pt x="11225881" y="784493"/>
                </a:cubicBezTo>
                <a:cubicBezTo>
                  <a:pt x="11225881" y="759370"/>
                  <a:pt x="11222740" y="740529"/>
                  <a:pt x="11207039" y="740529"/>
                </a:cubicBezTo>
                <a:cubicBezTo>
                  <a:pt x="11197618" y="740529"/>
                  <a:pt x="11194478" y="740529"/>
                  <a:pt x="11188197" y="743669"/>
                </a:cubicBezTo>
                <a:cubicBezTo>
                  <a:pt x="11194478" y="834737"/>
                  <a:pt x="11172496" y="913244"/>
                  <a:pt x="11147374" y="913244"/>
                </a:cubicBezTo>
                <a:cubicBezTo>
                  <a:pt x="11115971" y="913244"/>
                  <a:pt x="11131672" y="721687"/>
                  <a:pt x="11062586" y="721687"/>
                </a:cubicBezTo>
                <a:cubicBezTo>
                  <a:pt x="10999780" y="721687"/>
                  <a:pt x="10990359" y="875561"/>
                  <a:pt x="10984079" y="875561"/>
                </a:cubicBezTo>
                <a:cubicBezTo>
                  <a:pt x="10977798" y="875561"/>
                  <a:pt x="10977798" y="834737"/>
                  <a:pt x="10977798" y="803334"/>
                </a:cubicBezTo>
                <a:cubicBezTo>
                  <a:pt x="10980939" y="787633"/>
                  <a:pt x="10980939" y="775072"/>
                  <a:pt x="10980939" y="765651"/>
                </a:cubicBezTo>
                <a:cubicBezTo>
                  <a:pt x="10980939" y="749950"/>
                  <a:pt x="10974658" y="727968"/>
                  <a:pt x="10943255" y="740529"/>
                </a:cubicBezTo>
                <a:cubicBezTo>
                  <a:pt x="10943255" y="850439"/>
                  <a:pt x="10921273" y="916384"/>
                  <a:pt x="10896151" y="916384"/>
                </a:cubicBezTo>
                <a:cubicBezTo>
                  <a:pt x="10858468" y="916384"/>
                  <a:pt x="10858468" y="815895"/>
                  <a:pt x="10858468" y="790773"/>
                </a:cubicBezTo>
                <a:cubicBezTo>
                  <a:pt x="10858468" y="762511"/>
                  <a:pt x="10861608" y="727968"/>
                  <a:pt x="10820784" y="740529"/>
                </a:cubicBezTo>
                <a:cubicBezTo>
                  <a:pt x="10814504" y="834737"/>
                  <a:pt x="10789381" y="906964"/>
                  <a:pt x="10773680" y="906964"/>
                </a:cubicBezTo>
                <a:cubicBezTo>
                  <a:pt x="10754838" y="906964"/>
                  <a:pt x="10757979" y="740529"/>
                  <a:pt x="10707734" y="740529"/>
                </a:cubicBezTo>
                <a:cubicBezTo>
                  <a:pt x="10660630" y="740529"/>
                  <a:pt x="10648069" y="897543"/>
                  <a:pt x="10638648" y="897543"/>
                </a:cubicBezTo>
                <a:cubicBezTo>
                  <a:pt x="10622947" y="897543"/>
                  <a:pt x="10644929" y="721687"/>
                  <a:pt x="10578983" y="721687"/>
                </a:cubicBezTo>
                <a:cubicBezTo>
                  <a:pt x="10544440" y="721687"/>
                  <a:pt x="10531879" y="781352"/>
                  <a:pt x="10516177" y="847298"/>
                </a:cubicBezTo>
                <a:cubicBezTo>
                  <a:pt x="10513037" y="859859"/>
                  <a:pt x="10509897" y="859859"/>
                  <a:pt x="10509897" y="847298"/>
                </a:cubicBezTo>
                <a:cubicBezTo>
                  <a:pt x="10509897" y="834737"/>
                  <a:pt x="10509897" y="822176"/>
                  <a:pt x="10509897" y="809615"/>
                </a:cubicBezTo>
                <a:cubicBezTo>
                  <a:pt x="10525598" y="743669"/>
                  <a:pt x="10506756" y="718547"/>
                  <a:pt x="10475353" y="737388"/>
                </a:cubicBezTo>
                <a:cubicBezTo>
                  <a:pt x="10484774" y="859859"/>
                  <a:pt x="10428249" y="919525"/>
                  <a:pt x="10387426" y="919525"/>
                </a:cubicBezTo>
                <a:cubicBezTo>
                  <a:pt x="10371724" y="919525"/>
                  <a:pt x="10359163" y="913244"/>
                  <a:pt x="10349742" y="903823"/>
                </a:cubicBezTo>
                <a:cubicBezTo>
                  <a:pt x="10399987" y="872421"/>
                  <a:pt x="10425109" y="834737"/>
                  <a:pt x="10425109" y="800194"/>
                </a:cubicBezTo>
                <a:cubicBezTo>
                  <a:pt x="10425109" y="762511"/>
                  <a:pt x="10403127" y="740529"/>
                  <a:pt x="10365444" y="740529"/>
                </a:cubicBezTo>
                <a:cubicBezTo>
                  <a:pt x="10315199" y="740529"/>
                  <a:pt x="10286937" y="793913"/>
                  <a:pt x="10286937" y="837877"/>
                </a:cubicBezTo>
                <a:cubicBezTo>
                  <a:pt x="10286937" y="863000"/>
                  <a:pt x="10290077" y="881841"/>
                  <a:pt x="10299498" y="900683"/>
                </a:cubicBezTo>
                <a:cubicBezTo>
                  <a:pt x="10280656" y="910104"/>
                  <a:pt x="10264955" y="916384"/>
                  <a:pt x="10249253" y="922665"/>
                </a:cubicBezTo>
                <a:cubicBezTo>
                  <a:pt x="10249253" y="875561"/>
                  <a:pt x="10242973" y="828457"/>
                  <a:pt x="10239832" y="784493"/>
                </a:cubicBezTo>
                <a:cubicBezTo>
                  <a:pt x="10211570" y="778212"/>
                  <a:pt x="10205289" y="790773"/>
                  <a:pt x="10202149" y="815895"/>
                </a:cubicBezTo>
                <a:cubicBezTo>
                  <a:pt x="10192728" y="863000"/>
                  <a:pt x="10173886" y="897543"/>
                  <a:pt x="10155045" y="897543"/>
                </a:cubicBezTo>
                <a:cubicBezTo>
                  <a:pt x="10142484" y="897543"/>
                  <a:pt x="10133063" y="881841"/>
                  <a:pt x="10133063" y="863000"/>
                </a:cubicBezTo>
                <a:cubicBezTo>
                  <a:pt x="10126782" y="775072"/>
                  <a:pt x="10199009" y="749950"/>
                  <a:pt x="10236692" y="762511"/>
                </a:cubicBezTo>
                <a:cubicBezTo>
                  <a:pt x="10242973" y="743669"/>
                  <a:pt x="10236692" y="727968"/>
                  <a:pt x="10202149" y="727968"/>
                </a:cubicBezTo>
                <a:cubicBezTo>
                  <a:pt x="10161325" y="727968"/>
                  <a:pt x="10129923" y="753090"/>
                  <a:pt x="10107941" y="784493"/>
                </a:cubicBezTo>
                <a:cubicBezTo>
                  <a:pt x="10092239" y="806475"/>
                  <a:pt x="10076538" y="822176"/>
                  <a:pt x="10051415" y="841018"/>
                </a:cubicBezTo>
                <a:cubicBezTo>
                  <a:pt x="10051415" y="834737"/>
                  <a:pt x="10051415" y="831597"/>
                  <a:pt x="10051415" y="825316"/>
                </a:cubicBezTo>
                <a:cubicBezTo>
                  <a:pt x="10051415" y="762511"/>
                  <a:pt x="10016872" y="734248"/>
                  <a:pt x="9985470" y="734248"/>
                </a:cubicBezTo>
                <a:cubicBezTo>
                  <a:pt x="9957207" y="734248"/>
                  <a:pt x="9941506" y="749950"/>
                  <a:pt x="9932085" y="775072"/>
                </a:cubicBezTo>
                <a:cubicBezTo>
                  <a:pt x="9928945" y="753090"/>
                  <a:pt x="9925804" y="740529"/>
                  <a:pt x="9910103" y="740529"/>
                </a:cubicBezTo>
                <a:cubicBezTo>
                  <a:pt x="9903822" y="740529"/>
                  <a:pt x="9894401" y="743669"/>
                  <a:pt x="9884981" y="746809"/>
                </a:cubicBezTo>
                <a:cubicBezTo>
                  <a:pt x="9888121" y="759370"/>
                  <a:pt x="9891261" y="790773"/>
                  <a:pt x="9891261" y="812755"/>
                </a:cubicBezTo>
                <a:cubicBezTo>
                  <a:pt x="9891261" y="888122"/>
                  <a:pt x="9869279" y="922665"/>
                  <a:pt x="9850437" y="922665"/>
                </a:cubicBezTo>
                <a:cubicBezTo>
                  <a:pt x="9825315" y="922665"/>
                  <a:pt x="9822175" y="834737"/>
                  <a:pt x="9822175" y="800194"/>
                </a:cubicBezTo>
                <a:cubicBezTo>
                  <a:pt x="9819035" y="800194"/>
                  <a:pt x="9815894" y="797054"/>
                  <a:pt x="9809614" y="797054"/>
                </a:cubicBezTo>
                <a:cubicBezTo>
                  <a:pt x="9787632" y="797054"/>
                  <a:pt x="9784492" y="825316"/>
                  <a:pt x="9781351" y="853579"/>
                </a:cubicBezTo>
                <a:cubicBezTo>
                  <a:pt x="9775071" y="881841"/>
                  <a:pt x="9759369" y="919525"/>
                  <a:pt x="9734247" y="919525"/>
                </a:cubicBezTo>
                <a:cubicBezTo>
                  <a:pt x="9718546" y="919525"/>
                  <a:pt x="9709125" y="903823"/>
                  <a:pt x="9709125" y="878701"/>
                </a:cubicBezTo>
                <a:cubicBezTo>
                  <a:pt x="9702844" y="822176"/>
                  <a:pt x="9749949" y="759370"/>
                  <a:pt x="9819035" y="778212"/>
                </a:cubicBezTo>
                <a:cubicBezTo>
                  <a:pt x="9825315" y="759370"/>
                  <a:pt x="9812754" y="740529"/>
                  <a:pt x="9784492" y="740529"/>
                </a:cubicBezTo>
                <a:cubicBezTo>
                  <a:pt x="9734247" y="740529"/>
                  <a:pt x="9690283" y="781352"/>
                  <a:pt x="9674582" y="825316"/>
                </a:cubicBezTo>
                <a:cubicBezTo>
                  <a:pt x="9655740" y="866140"/>
                  <a:pt x="9621197" y="925805"/>
                  <a:pt x="9555251" y="925805"/>
                </a:cubicBezTo>
                <a:cubicBezTo>
                  <a:pt x="9508147" y="925805"/>
                  <a:pt x="9473604" y="884982"/>
                  <a:pt x="9473604" y="800194"/>
                </a:cubicBezTo>
                <a:cubicBezTo>
                  <a:pt x="9473604" y="727968"/>
                  <a:pt x="9520708" y="655741"/>
                  <a:pt x="9567812" y="655741"/>
                </a:cubicBezTo>
                <a:cubicBezTo>
                  <a:pt x="9602355" y="655741"/>
                  <a:pt x="9611776" y="690284"/>
                  <a:pt x="9608636" y="721687"/>
                </a:cubicBezTo>
                <a:cubicBezTo>
                  <a:pt x="9627478" y="737388"/>
                  <a:pt x="9655740" y="721687"/>
                  <a:pt x="9655740" y="687144"/>
                </a:cubicBezTo>
                <a:cubicBezTo>
                  <a:pt x="9655740" y="662022"/>
                  <a:pt x="9636898" y="621198"/>
                  <a:pt x="9570952" y="621198"/>
                </a:cubicBezTo>
                <a:close/>
                <a:moveTo>
                  <a:pt x="11503938" y="612538"/>
                </a:moveTo>
                <a:cubicBezTo>
                  <a:pt x="11456741" y="669501"/>
                  <a:pt x="11291551" y="712570"/>
                  <a:pt x="11291551" y="832051"/>
                </a:cubicBezTo>
                <a:cubicBezTo>
                  <a:pt x="11291551" y="879288"/>
                  <a:pt x="11320702" y="923747"/>
                  <a:pt x="11365123" y="940418"/>
                </a:cubicBezTo>
                <a:cubicBezTo>
                  <a:pt x="11390110" y="950144"/>
                  <a:pt x="11415096" y="950144"/>
                  <a:pt x="11440083" y="941808"/>
                </a:cubicBezTo>
                <a:lnTo>
                  <a:pt x="11444304" y="939708"/>
                </a:lnTo>
                <a:lnTo>
                  <a:pt x="11445324" y="939542"/>
                </a:lnTo>
                <a:cubicBezTo>
                  <a:pt x="11456276" y="936118"/>
                  <a:pt x="11466199" y="930980"/>
                  <a:pt x="11475268" y="924644"/>
                </a:cubicBezTo>
                <a:lnTo>
                  <a:pt x="11494474" y="907542"/>
                </a:lnTo>
                <a:lnTo>
                  <a:pt x="11488753" y="926162"/>
                </a:lnTo>
                <a:lnTo>
                  <a:pt x="11464846" y="951842"/>
                </a:lnTo>
                <a:lnTo>
                  <a:pt x="11432834" y="964214"/>
                </a:lnTo>
                <a:lnTo>
                  <a:pt x="11433416" y="964508"/>
                </a:lnTo>
                <a:lnTo>
                  <a:pt x="11427416" y="966826"/>
                </a:lnTo>
                <a:cubicBezTo>
                  <a:pt x="11435751" y="975167"/>
                  <a:pt x="11455198" y="980728"/>
                  <a:pt x="11478812" y="980728"/>
                </a:cubicBezTo>
                <a:cubicBezTo>
                  <a:pt x="11521873" y="980728"/>
                  <a:pt x="11574657" y="968216"/>
                  <a:pt x="11601049" y="940412"/>
                </a:cubicBezTo>
                <a:lnTo>
                  <a:pt x="11600229" y="940299"/>
                </a:lnTo>
                <a:lnTo>
                  <a:pt x="11604054" y="938167"/>
                </a:lnTo>
                <a:cubicBezTo>
                  <a:pt x="11586248" y="938852"/>
                  <a:pt x="11571523" y="933368"/>
                  <a:pt x="11561078" y="923772"/>
                </a:cubicBezTo>
                <a:lnTo>
                  <a:pt x="11546930" y="891807"/>
                </a:lnTo>
                <a:lnTo>
                  <a:pt x="11567885" y="908611"/>
                </a:lnTo>
                <a:cubicBezTo>
                  <a:pt x="11578129" y="913304"/>
                  <a:pt x="11589242" y="915389"/>
                  <a:pt x="11601049" y="915389"/>
                </a:cubicBezTo>
                <a:cubicBezTo>
                  <a:pt x="11619281" y="915389"/>
                  <a:pt x="11636145" y="909719"/>
                  <a:pt x="11650104" y="900067"/>
                </a:cubicBezTo>
                <a:lnTo>
                  <a:pt x="11650828" y="899169"/>
                </a:lnTo>
                <a:lnTo>
                  <a:pt x="11652427" y="898382"/>
                </a:lnTo>
                <a:cubicBezTo>
                  <a:pt x="11666192" y="888863"/>
                  <a:pt x="11677091" y="875417"/>
                  <a:pt x="11683608" y="859705"/>
                </a:cubicBezTo>
                <a:lnTo>
                  <a:pt x="11690343" y="825792"/>
                </a:lnTo>
                <a:lnTo>
                  <a:pt x="11690350" y="825831"/>
                </a:lnTo>
                <a:lnTo>
                  <a:pt x="11690350" y="825754"/>
                </a:lnTo>
                <a:lnTo>
                  <a:pt x="11690350" y="823091"/>
                </a:lnTo>
                <a:cubicBezTo>
                  <a:pt x="11690350" y="768290"/>
                  <a:pt x="11662973" y="721710"/>
                  <a:pt x="11623276" y="684719"/>
                </a:cubicBezTo>
                <a:cubicBezTo>
                  <a:pt x="11608219" y="670334"/>
                  <a:pt x="11591450" y="658004"/>
                  <a:pt x="11573655" y="647215"/>
                </a:cubicBezTo>
                <a:lnTo>
                  <a:pt x="11570681" y="645708"/>
                </a:lnTo>
                <a:lnTo>
                  <a:pt x="11570221" y="645361"/>
                </a:lnTo>
                <a:cubicBezTo>
                  <a:pt x="11552175" y="634420"/>
                  <a:pt x="11533088" y="625042"/>
                  <a:pt x="11513655" y="616706"/>
                </a:cubicBezTo>
                <a:cubicBezTo>
                  <a:pt x="11510878" y="615317"/>
                  <a:pt x="11508102" y="613928"/>
                  <a:pt x="11503938" y="61253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847127"/>
            <a:ext cx="11386134" cy="1661993"/>
          </a:xfrm>
          <a:prstGeom prst="rect">
            <a:avLst/>
          </a:prstGeom>
        </p:spPr>
        <p:txBody>
          <a:bodyPr wrap="square" lIns="36000" rIns="36000" bIns="0" anchor="b" anchorCtr="0">
            <a:spAutoFit/>
          </a:bodyPr>
          <a:lstStyle>
            <a:lvl1pPr algn="l">
              <a:lnSpc>
                <a:spcPct val="90000"/>
              </a:lnSpc>
              <a:defRPr sz="6000" b="1" baseline="0">
                <a:solidFill>
                  <a:schemeClr val="bg1"/>
                </a:solidFill>
                <a:latin typeface="Ubuntu" panose="020B0504030602030204" pitchFamily="34" charset="0"/>
              </a:defRPr>
            </a:lvl1pPr>
          </a:lstStyle>
          <a:p>
            <a:r>
              <a:rPr lang="en-GB"/>
              <a:t>Click to edit Master title style</a:t>
            </a:r>
          </a:p>
        </p:txBody>
      </p:sp>
    </p:spTree>
    <p:extLst>
      <p:ext uri="{BB962C8B-B14F-4D97-AF65-F5344CB8AC3E}">
        <p14:creationId xmlns:p14="http://schemas.microsoft.com/office/powerpoint/2010/main" val="3758081790"/>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64394912"/>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showMasterSp="0" preserve="1" userDrawn="1">
  <p:cSld name="Title Slide 1">
    <p:bg>
      <p:bgPr>
        <a:solidFill>
          <a:schemeClr val="accent4"/>
        </a:solidFill>
        <a:effectLst/>
      </p:bgPr>
    </p:bg>
    <p:spTree>
      <p:nvGrpSpPr>
        <p:cNvPr id="1" name=""/>
        <p:cNvGrpSpPr/>
        <p:nvPr/>
      </p:nvGrpSpPr>
      <p:grpSpPr>
        <a:xfrm>
          <a:off x="0" y="0"/>
          <a:ext cx="0" cy="0"/>
          <a:chOff x="0" y="0"/>
          <a:chExt cx="0" cy="0"/>
        </a:xfrm>
      </p:grpSpPr>
      <p:sp>
        <p:nvSpPr>
          <p:cNvPr id="4" name="Subtitle">
            <a:extLst>
              <a:ext uri="{FF2B5EF4-FFF2-40B4-BE49-F238E27FC236}">
                <a16:creationId xmlns:a16="http://schemas.microsoft.com/office/drawing/2014/main" id="{70ACFCFC-1DDE-342C-6F6C-421985D8A34A}"/>
              </a:ext>
            </a:extLst>
          </p:cNvPr>
          <p:cNvSpPr>
            <a:spLocks noGrp="1"/>
          </p:cNvSpPr>
          <p:nvPr>
            <p:ph type="subTitle" idx="1"/>
          </p:nvPr>
        </p:nvSpPr>
        <p:spPr>
          <a:xfrm>
            <a:off x="407988" y="5460790"/>
            <a:ext cx="11090275" cy="246221"/>
          </a:xfrm>
          <a:prstGeom prst="rect">
            <a:avLst/>
          </a:prstGeom>
        </p:spPr>
        <p:txBody>
          <a:bodyPr wrap="square" lIns="18000" tIns="0" rIns="0" anchor="b" anchorCtr="0">
            <a:spAutoFit/>
          </a:bodyPr>
          <a:lstStyle>
            <a:lvl1pPr marL="0" indent="0" algn="l">
              <a:buNone/>
              <a:defRPr sz="1600">
                <a:solidFill>
                  <a:schemeClr val="bg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15" name="Title">
            <a:extLst>
              <a:ext uri="{FF2B5EF4-FFF2-40B4-BE49-F238E27FC236}">
                <a16:creationId xmlns:a16="http://schemas.microsoft.com/office/drawing/2014/main" id="{BA5DDAC5-BAB8-79F8-0B48-89767D2C03B3}"/>
              </a:ext>
            </a:extLst>
          </p:cNvPr>
          <p:cNvSpPr>
            <a:spLocks noGrp="1"/>
          </p:cNvSpPr>
          <p:nvPr>
            <p:ph type="ctrTitle"/>
          </p:nvPr>
        </p:nvSpPr>
        <p:spPr>
          <a:xfrm>
            <a:off x="407988" y="4697327"/>
            <a:ext cx="11090276" cy="747897"/>
          </a:xfrm>
        </p:spPr>
        <p:txBody>
          <a:bodyPr wrap="square" lIns="0" tIns="0" rIns="0" bIns="0" anchor="b" anchorCtr="0">
            <a:noAutofit/>
          </a:bodyPr>
          <a:lstStyle>
            <a:lvl1pPr algn="l">
              <a:lnSpc>
                <a:spcPct val="90000"/>
              </a:lnSpc>
              <a:tabLst>
                <a:tab pos="1258888" algn="l"/>
              </a:tabLst>
              <a:defRPr sz="5400" b="0" cap="none" baseline="0">
                <a:solidFill>
                  <a:schemeClr val="bg1"/>
                </a:solidFill>
                <a:latin typeface="+mj-lt"/>
              </a:defRPr>
            </a:lvl1pPr>
          </a:lstStyle>
          <a:p>
            <a:r>
              <a:rPr lang="en-US"/>
              <a:t>Click to edit Master title style</a:t>
            </a:r>
            <a:endParaRPr lang="en-GB"/>
          </a:p>
        </p:txBody>
      </p:sp>
      <p:grpSp>
        <p:nvGrpSpPr>
          <p:cNvPr id="2" name="Graphic 4">
            <a:extLst>
              <a:ext uri="{FF2B5EF4-FFF2-40B4-BE49-F238E27FC236}">
                <a16:creationId xmlns:a16="http://schemas.microsoft.com/office/drawing/2014/main" id="{5153C91F-5B96-C64A-F0F9-82DED5FB1DAD}"/>
              </a:ext>
            </a:extLst>
          </p:cNvPr>
          <p:cNvGrpSpPr>
            <a:grpSpLocks noChangeAspect="1"/>
          </p:cNvGrpSpPr>
          <p:nvPr userDrawn="1"/>
        </p:nvGrpSpPr>
        <p:grpSpPr>
          <a:xfrm>
            <a:off x="407368" y="5955719"/>
            <a:ext cx="3240000" cy="497469"/>
            <a:chOff x="3176111" y="1257136"/>
            <a:chExt cx="5719756" cy="878207"/>
          </a:xfrm>
        </p:grpSpPr>
        <p:sp>
          <p:nvSpPr>
            <p:cNvPr id="10" name="Freeform: Shape 2">
              <a:extLst>
                <a:ext uri="{FF2B5EF4-FFF2-40B4-BE49-F238E27FC236}">
                  <a16:creationId xmlns:a16="http://schemas.microsoft.com/office/drawing/2014/main" id="{99E38BAC-790F-A5FD-ED02-B8E8635FB4F5}"/>
                </a:ext>
              </a:extLst>
            </p:cNvPr>
            <p:cNvSpPr/>
            <p:nvPr/>
          </p:nvSpPr>
          <p:spPr>
            <a:xfrm>
              <a:off x="8667268" y="1360960"/>
              <a:ext cx="228599" cy="485775"/>
            </a:xfrm>
            <a:custGeom>
              <a:avLst/>
              <a:gdLst>
                <a:gd name="connsiteX0" fmla="*/ 43339 w 228600"/>
                <a:gd name="connsiteY0" fmla="*/ 14764 h 485775"/>
                <a:gd name="connsiteX1" fmla="*/ 90011 w 228600"/>
                <a:gd name="connsiteY1" fmla="*/ 7144 h 485775"/>
                <a:gd name="connsiteX2" fmla="*/ 90011 w 228600"/>
                <a:gd name="connsiteY2" fmla="*/ 118586 h 485775"/>
                <a:gd name="connsiteX3" fmla="*/ 217646 w 228600"/>
                <a:gd name="connsiteY3" fmla="*/ 118586 h 485775"/>
                <a:gd name="connsiteX4" fmla="*/ 217646 w 228600"/>
                <a:gd name="connsiteY4" fmla="*/ 148114 h 485775"/>
                <a:gd name="connsiteX5" fmla="*/ 180499 w 228600"/>
                <a:gd name="connsiteY5" fmla="*/ 185261 h 485775"/>
                <a:gd name="connsiteX6" fmla="*/ 90011 w 228600"/>
                <a:gd name="connsiteY6" fmla="*/ 185261 h 485775"/>
                <a:gd name="connsiteX7" fmla="*/ 90011 w 228600"/>
                <a:gd name="connsiteY7" fmla="*/ 330994 h 485775"/>
                <a:gd name="connsiteX8" fmla="*/ 103346 w 228600"/>
                <a:gd name="connsiteY8" fmla="*/ 392906 h 485775"/>
                <a:gd name="connsiteX9" fmla="*/ 150019 w 228600"/>
                <a:gd name="connsiteY9" fmla="*/ 411004 h 485775"/>
                <a:gd name="connsiteX10" fmla="*/ 190024 w 228600"/>
                <a:gd name="connsiteY10" fmla="*/ 406241 h 485775"/>
                <a:gd name="connsiteX11" fmla="*/ 217646 w 228600"/>
                <a:gd name="connsiteY11" fmla="*/ 397669 h 485775"/>
                <a:gd name="connsiteX12" fmla="*/ 226219 w 228600"/>
                <a:gd name="connsiteY12" fmla="*/ 438626 h 485775"/>
                <a:gd name="connsiteX13" fmla="*/ 205264 w 228600"/>
                <a:gd name="connsiteY13" fmla="*/ 472916 h 485775"/>
                <a:gd name="connsiteX14" fmla="*/ 193834 w 228600"/>
                <a:gd name="connsiteY14" fmla="*/ 475774 h 485775"/>
                <a:gd name="connsiteX15" fmla="*/ 138589 w 228600"/>
                <a:gd name="connsiteY15" fmla="*/ 482441 h 485775"/>
                <a:gd name="connsiteX16" fmla="*/ 74771 w 228600"/>
                <a:gd name="connsiteY16" fmla="*/ 471964 h 485775"/>
                <a:gd name="connsiteX17" fmla="*/ 33814 w 228600"/>
                <a:gd name="connsiteY17" fmla="*/ 442436 h 485775"/>
                <a:gd name="connsiteX18" fmla="*/ 12859 w 228600"/>
                <a:gd name="connsiteY18" fmla="*/ 394811 h 485775"/>
                <a:gd name="connsiteX19" fmla="*/ 7144 w 228600"/>
                <a:gd name="connsiteY19" fmla="*/ 330994 h 485775"/>
                <a:gd name="connsiteX20" fmla="*/ 7144 w 228600"/>
                <a:gd name="connsiteY20" fmla="*/ 56674 h 485775"/>
                <a:gd name="connsiteX21" fmla="*/ 43339 w 228600"/>
                <a:gd name="connsiteY21" fmla="*/ 14764 h 48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28600" h="485775">
                  <a:moveTo>
                    <a:pt x="43339" y="14764"/>
                  </a:moveTo>
                  <a:lnTo>
                    <a:pt x="90011" y="7144"/>
                  </a:lnTo>
                  <a:lnTo>
                    <a:pt x="90011" y="118586"/>
                  </a:lnTo>
                  <a:lnTo>
                    <a:pt x="217646" y="118586"/>
                  </a:lnTo>
                  <a:lnTo>
                    <a:pt x="217646" y="148114"/>
                  </a:lnTo>
                  <a:cubicBezTo>
                    <a:pt x="217646" y="168116"/>
                    <a:pt x="201453" y="185261"/>
                    <a:pt x="180499" y="185261"/>
                  </a:cubicBezTo>
                  <a:lnTo>
                    <a:pt x="90011" y="185261"/>
                  </a:lnTo>
                  <a:lnTo>
                    <a:pt x="90011" y="330994"/>
                  </a:lnTo>
                  <a:cubicBezTo>
                    <a:pt x="90011" y="359569"/>
                    <a:pt x="94774" y="380524"/>
                    <a:pt x="103346" y="392906"/>
                  </a:cubicBezTo>
                  <a:cubicBezTo>
                    <a:pt x="112871" y="405289"/>
                    <a:pt x="128111" y="411004"/>
                    <a:pt x="150019" y="411004"/>
                  </a:cubicBezTo>
                  <a:cubicBezTo>
                    <a:pt x="165259" y="411004"/>
                    <a:pt x="178594" y="409099"/>
                    <a:pt x="190024" y="406241"/>
                  </a:cubicBezTo>
                  <a:cubicBezTo>
                    <a:pt x="201453" y="403384"/>
                    <a:pt x="210978" y="400526"/>
                    <a:pt x="217646" y="397669"/>
                  </a:cubicBezTo>
                  <a:lnTo>
                    <a:pt x="226219" y="438626"/>
                  </a:lnTo>
                  <a:cubicBezTo>
                    <a:pt x="229076" y="453866"/>
                    <a:pt x="220503" y="469106"/>
                    <a:pt x="205264" y="472916"/>
                  </a:cubicBezTo>
                  <a:lnTo>
                    <a:pt x="193834" y="475774"/>
                  </a:lnTo>
                  <a:cubicBezTo>
                    <a:pt x="178594" y="480536"/>
                    <a:pt x="159544" y="482441"/>
                    <a:pt x="138589" y="482441"/>
                  </a:cubicBezTo>
                  <a:cubicBezTo>
                    <a:pt x="112871" y="482441"/>
                    <a:pt x="91916" y="478631"/>
                    <a:pt x="74771" y="471964"/>
                  </a:cubicBezTo>
                  <a:cubicBezTo>
                    <a:pt x="57626" y="465296"/>
                    <a:pt x="44291" y="454819"/>
                    <a:pt x="33814" y="442436"/>
                  </a:cubicBezTo>
                  <a:cubicBezTo>
                    <a:pt x="23336" y="429101"/>
                    <a:pt x="16669" y="413861"/>
                    <a:pt x="12859" y="394811"/>
                  </a:cubicBezTo>
                  <a:cubicBezTo>
                    <a:pt x="9049" y="376714"/>
                    <a:pt x="7144" y="354806"/>
                    <a:pt x="7144" y="330994"/>
                  </a:cubicBezTo>
                  <a:lnTo>
                    <a:pt x="7144" y="56674"/>
                  </a:lnTo>
                  <a:cubicBezTo>
                    <a:pt x="7144" y="36671"/>
                    <a:pt x="22384" y="18574"/>
                    <a:pt x="43339" y="14764"/>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1" name="Freeform: Shape 3">
              <a:extLst>
                <a:ext uri="{FF2B5EF4-FFF2-40B4-BE49-F238E27FC236}">
                  <a16:creationId xmlns:a16="http://schemas.microsoft.com/office/drawing/2014/main" id="{A8F99251-17CD-7A4A-CA4B-3682E8D31FB3}"/>
                </a:ext>
              </a:extLst>
            </p:cNvPr>
            <p:cNvSpPr/>
            <p:nvPr/>
          </p:nvSpPr>
          <p:spPr>
            <a:xfrm>
              <a:off x="7972896" y="1460972"/>
              <a:ext cx="333375" cy="381000"/>
            </a:xfrm>
            <a:custGeom>
              <a:avLst/>
              <a:gdLst>
                <a:gd name="connsiteX0" fmla="*/ 7144 w 333375"/>
                <a:gd name="connsiteY0" fmla="*/ 196691 h 381000"/>
                <a:gd name="connsiteX1" fmla="*/ 21431 w 333375"/>
                <a:gd name="connsiteY1" fmla="*/ 113824 h 381000"/>
                <a:gd name="connsiteX2" fmla="*/ 58579 w 333375"/>
                <a:gd name="connsiteY2" fmla="*/ 54769 h 381000"/>
                <a:gd name="connsiteX3" fmla="*/ 111919 w 333375"/>
                <a:gd name="connsiteY3" fmla="*/ 19526 h 381000"/>
                <a:gd name="connsiteX4" fmla="*/ 173831 w 333375"/>
                <a:gd name="connsiteY4" fmla="*/ 7144 h 381000"/>
                <a:gd name="connsiteX5" fmla="*/ 289084 w 333375"/>
                <a:gd name="connsiteY5" fmla="*/ 52864 h 381000"/>
                <a:gd name="connsiteX6" fmla="*/ 330041 w 333375"/>
                <a:gd name="connsiteY6" fmla="*/ 189071 h 381000"/>
                <a:gd name="connsiteX7" fmla="*/ 330041 w 333375"/>
                <a:gd name="connsiteY7" fmla="*/ 204311 h 381000"/>
                <a:gd name="connsiteX8" fmla="*/ 329089 w 333375"/>
                <a:gd name="connsiteY8" fmla="*/ 219551 h 381000"/>
                <a:gd name="connsiteX9" fmla="*/ 93822 w 333375"/>
                <a:gd name="connsiteY9" fmla="*/ 219551 h 381000"/>
                <a:gd name="connsiteX10" fmla="*/ 124301 w 333375"/>
                <a:gd name="connsiteY10" fmla="*/ 286226 h 381000"/>
                <a:gd name="connsiteX11" fmla="*/ 202406 w 333375"/>
                <a:gd name="connsiteY11" fmla="*/ 310039 h 381000"/>
                <a:gd name="connsiteX12" fmla="*/ 257651 w 333375"/>
                <a:gd name="connsiteY12" fmla="*/ 304324 h 381000"/>
                <a:gd name="connsiteX13" fmla="*/ 269081 w 333375"/>
                <a:gd name="connsiteY13" fmla="*/ 301466 h 381000"/>
                <a:gd name="connsiteX14" fmla="*/ 301466 w 333375"/>
                <a:gd name="connsiteY14" fmla="*/ 323374 h 381000"/>
                <a:gd name="connsiteX15" fmla="*/ 307181 w 333375"/>
                <a:gd name="connsiteY15" fmla="*/ 360521 h 381000"/>
                <a:gd name="connsiteX16" fmla="*/ 288131 w 333375"/>
                <a:gd name="connsiteY16" fmla="*/ 368141 h 381000"/>
                <a:gd name="connsiteX17" fmla="*/ 260509 w 333375"/>
                <a:gd name="connsiteY17" fmla="*/ 374809 h 381000"/>
                <a:gd name="connsiteX18" fmla="*/ 227172 w 333375"/>
                <a:gd name="connsiteY18" fmla="*/ 379571 h 381000"/>
                <a:gd name="connsiteX19" fmla="*/ 190976 w 333375"/>
                <a:gd name="connsiteY19" fmla="*/ 381476 h 381000"/>
                <a:gd name="connsiteX20" fmla="*/ 109061 w 333375"/>
                <a:gd name="connsiteY20" fmla="*/ 367189 h 381000"/>
                <a:gd name="connsiteX21" fmla="*/ 51911 w 333375"/>
                <a:gd name="connsiteY21" fmla="*/ 328136 h 381000"/>
                <a:gd name="connsiteX22" fmla="*/ 18574 w 333375"/>
                <a:gd name="connsiteY22" fmla="*/ 269081 h 381000"/>
                <a:gd name="connsiteX23" fmla="*/ 7144 w 333375"/>
                <a:gd name="connsiteY23" fmla="*/ 196691 h 381000"/>
                <a:gd name="connsiteX24" fmla="*/ 246222 w 333375"/>
                <a:gd name="connsiteY24" fmla="*/ 159544 h 381000"/>
                <a:gd name="connsiteX25" fmla="*/ 241459 w 333375"/>
                <a:gd name="connsiteY25" fmla="*/ 127159 h 381000"/>
                <a:gd name="connsiteX26" fmla="*/ 227172 w 333375"/>
                <a:gd name="connsiteY26" fmla="*/ 100489 h 381000"/>
                <a:gd name="connsiteX27" fmla="*/ 204311 w 333375"/>
                <a:gd name="connsiteY27" fmla="*/ 82391 h 381000"/>
                <a:gd name="connsiteX28" fmla="*/ 172879 w 333375"/>
                <a:gd name="connsiteY28" fmla="*/ 75724 h 381000"/>
                <a:gd name="connsiteX29" fmla="*/ 139541 w 333375"/>
                <a:gd name="connsiteY29" fmla="*/ 83344 h 381000"/>
                <a:gd name="connsiteX30" fmla="*/ 115729 w 333375"/>
                <a:gd name="connsiteY30" fmla="*/ 102394 h 381000"/>
                <a:gd name="connsiteX31" fmla="*/ 100489 w 333375"/>
                <a:gd name="connsiteY31" fmla="*/ 129064 h 381000"/>
                <a:gd name="connsiteX32" fmla="*/ 92869 w 333375"/>
                <a:gd name="connsiteY32" fmla="*/ 159544 h 381000"/>
                <a:gd name="connsiteX33" fmla="*/ 246222 w 333375"/>
                <a:gd name="connsiteY33" fmla="*/ 159544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33375" h="381000">
                  <a:moveTo>
                    <a:pt x="7144" y="196691"/>
                  </a:moveTo>
                  <a:cubicBezTo>
                    <a:pt x="7144" y="165259"/>
                    <a:pt x="11906" y="137636"/>
                    <a:pt x="21431" y="113824"/>
                  </a:cubicBezTo>
                  <a:cubicBezTo>
                    <a:pt x="30956" y="90011"/>
                    <a:pt x="43339" y="70009"/>
                    <a:pt x="58579" y="54769"/>
                  </a:cubicBezTo>
                  <a:cubicBezTo>
                    <a:pt x="73819" y="38576"/>
                    <a:pt x="91916" y="27146"/>
                    <a:pt x="111919" y="19526"/>
                  </a:cubicBezTo>
                  <a:cubicBezTo>
                    <a:pt x="131922" y="11906"/>
                    <a:pt x="152876" y="7144"/>
                    <a:pt x="173831" y="7144"/>
                  </a:cubicBezTo>
                  <a:cubicBezTo>
                    <a:pt x="223361" y="7144"/>
                    <a:pt x="261461" y="22384"/>
                    <a:pt x="289084" y="52864"/>
                  </a:cubicBezTo>
                  <a:cubicBezTo>
                    <a:pt x="316706" y="83344"/>
                    <a:pt x="330041" y="129064"/>
                    <a:pt x="330041" y="189071"/>
                  </a:cubicBezTo>
                  <a:cubicBezTo>
                    <a:pt x="330041" y="193834"/>
                    <a:pt x="330041" y="198596"/>
                    <a:pt x="330041" y="204311"/>
                  </a:cubicBezTo>
                  <a:cubicBezTo>
                    <a:pt x="330041" y="210026"/>
                    <a:pt x="329089" y="214789"/>
                    <a:pt x="329089" y="219551"/>
                  </a:cubicBezTo>
                  <a:lnTo>
                    <a:pt x="93822" y="219551"/>
                  </a:lnTo>
                  <a:cubicBezTo>
                    <a:pt x="95726" y="248126"/>
                    <a:pt x="106204" y="270034"/>
                    <a:pt x="124301" y="286226"/>
                  </a:cubicBezTo>
                  <a:cubicBezTo>
                    <a:pt x="142399" y="301466"/>
                    <a:pt x="168116" y="310039"/>
                    <a:pt x="202406" y="310039"/>
                  </a:cubicBezTo>
                  <a:cubicBezTo>
                    <a:pt x="222409" y="310039"/>
                    <a:pt x="240506" y="308134"/>
                    <a:pt x="257651" y="304324"/>
                  </a:cubicBezTo>
                  <a:cubicBezTo>
                    <a:pt x="261461" y="303371"/>
                    <a:pt x="266224" y="302419"/>
                    <a:pt x="269081" y="301466"/>
                  </a:cubicBezTo>
                  <a:cubicBezTo>
                    <a:pt x="284322" y="297656"/>
                    <a:pt x="298609" y="308134"/>
                    <a:pt x="301466" y="323374"/>
                  </a:cubicBezTo>
                  <a:lnTo>
                    <a:pt x="307181" y="360521"/>
                  </a:lnTo>
                  <a:cubicBezTo>
                    <a:pt x="302419" y="362426"/>
                    <a:pt x="296704" y="365284"/>
                    <a:pt x="288131" y="368141"/>
                  </a:cubicBezTo>
                  <a:cubicBezTo>
                    <a:pt x="280511" y="370999"/>
                    <a:pt x="270986" y="372904"/>
                    <a:pt x="260509" y="374809"/>
                  </a:cubicBezTo>
                  <a:cubicBezTo>
                    <a:pt x="250031" y="376714"/>
                    <a:pt x="239554" y="378619"/>
                    <a:pt x="227172" y="379571"/>
                  </a:cubicBezTo>
                  <a:cubicBezTo>
                    <a:pt x="214789" y="380524"/>
                    <a:pt x="203359" y="381476"/>
                    <a:pt x="190976" y="381476"/>
                  </a:cubicBezTo>
                  <a:cubicBezTo>
                    <a:pt x="159544" y="381476"/>
                    <a:pt x="131922" y="376714"/>
                    <a:pt x="109061" y="367189"/>
                  </a:cubicBezTo>
                  <a:cubicBezTo>
                    <a:pt x="86201" y="357664"/>
                    <a:pt x="67151" y="345281"/>
                    <a:pt x="51911" y="328136"/>
                  </a:cubicBezTo>
                  <a:cubicBezTo>
                    <a:pt x="36672" y="311944"/>
                    <a:pt x="26194" y="291941"/>
                    <a:pt x="18574" y="269081"/>
                  </a:cubicBezTo>
                  <a:cubicBezTo>
                    <a:pt x="10954" y="248126"/>
                    <a:pt x="7144" y="223361"/>
                    <a:pt x="7144" y="196691"/>
                  </a:cubicBezTo>
                  <a:close/>
                  <a:moveTo>
                    <a:pt x="246222" y="159544"/>
                  </a:moveTo>
                  <a:cubicBezTo>
                    <a:pt x="246222" y="148114"/>
                    <a:pt x="244316" y="137636"/>
                    <a:pt x="241459" y="127159"/>
                  </a:cubicBezTo>
                  <a:cubicBezTo>
                    <a:pt x="238601" y="116681"/>
                    <a:pt x="233839" y="108109"/>
                    <a:pt x="227172" y="100489"/>
                  </a:cubicBezTo>
                  <a:cubicBezTo>
                    <a:pt x="221456" y="92869"/>
                    <a:pt x="213836" y="87154"/>
                    <a:pt x="204311" y="82391"/>
                  </a:cubicBezTo>
                  <a:cubicBezTo>
                    <a:pt x="195739" y="77629"/>
                    <a:pt x="185261" y="75724"/>
                    <a:pt x="172879" y="75724"/>
                  </a:cubicBezTo>
                  <a:cubicBezTo>
                    <a:pt x="160497" y="75724"/>
                    <a:pt x="149066" y="78581"/>
                    <a:pt x="139541" y="83344"/>
                  </a:cubicBezTo>
                  <a:cubicBezTo>
                    <a:pt x="130016" y="88106"/>
                    <a:pt x="121444" y="94774"/>
                    <a:pt x="115729" y="102394"/>
                  </a:cubicBezTo>
                  <a:cubicBezTo>
                    <a:pt x="110014" y="110014"/>
                    <a:pt x="104299" y="118586"/>
                    <a:pt x="100489" y="129064"/>
                  </a:cubicBezTo>
                  <a:cubicBezTo>
                    <a:pt x="96679" y="139541"/>
                    <a:pt x="94774" y="149066"/>
                    <a:pt x="92869" y="159544"/>
                  </a:cubicBezTo>
                  <a:lnTo>
                    <a:pt x="246222" y="159544"/>
                  </a:ln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2" name="Freeform: Shape 4">
              <a:extLst>
                <a:ext uri="{FF2B5EF4-FFF2-40B4-BE49-F238E27FC236}">
                  <a16:creationId xmlns:a16="http://schemas.microsoft.com/office/drawing/2014/main" id="{C539D65E-AEE7-0C57-310F-529652E5AB02}"/>
                </a:ext>
              </a:extLst>
            </p:cNvPr>
            <p:cNvSpPr/>
            <p:nvPr/>
          </p:nvSpPr>
          <p:spPr>
            <a:xfrm>
              <a:off x="7182323" y="1317145"/>
              <a:ext cx="114301" cy="114301"/>
            </a:xfrm>
            <a:custGeom>
              <a:avLst/>
              <a:gdLst>
                <a:gd name="connsiteX0" fmla="*/ 109061 w 114300"/>
                <a:gd name="connsiteY0" fmla="*/ 58579 h 114300"/>
                <a:gd name="connsiteX1" fmla="*/ 93821 w 114300"/>
                <a:gd name="connsiteY1" fmla="*/ 95726 h 114300"/>
                <a:gd name="connsiteX2" fmla="*/ 58579 w 114300"/>
                <a:gd name="connsiteY2" fmla="*/ 109061 h 114300"/>
                <a:gd name="connsiteX3" fmla="*/ 22384 w 114300"/>
                <a:gd name="connsiteY3" fmla="*/ 95726 h 114300"/>
                <a:gd name="connsiteX4" fmla="*/ 7144 w 114300"/>
                <a:gd name="connsiteY4" fmla="*/ 58579 h 114300"/>
                <a:gd name="connsiteX5" fmla="*/ 22384 w 114300"/>
                <a:gd name="connsiteY5" fmla="*/ 20479 h 114300"/>
                <a:gd name="connsiteX6" fmla="*/ 58579 w 114300"/>
                <a:gd name="connsiteY6" fmla="*/ 7144 h 114300"/>
                <a:gd name="connsiteX7" fmla="*/ 93821 w 114300"/>
                <a:gd name="connsiteY7" fmla="*/ 20479 h 114300"/>
                <a:gd name="connsiteX8" fmla="*/ 109061 w 114300"/>
                <a:gd name="connsiteY8" fmla="*/ 58579 h 114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4300" h="114300">
                  <a:moveTo>
                    <a:pt x="109061" y="58579"/>
                  </a:moveTo>
                  <a:cubicBezTo>
                    <a:pt x="109061" y="73819"/>
                    <a:pt x="104299" y="86201"/>
                    <a:pt x="93821" y="95726"/>
                  </a:cubicBezTo>
                  <a:cubicBezTo>
                    <a:pt x="83344" y="105251"/>
                    <a:pt x="71914" y="109061"/>
                    <a:pt x="58579" y="109061"/>
                  </a:cubicBezTo>
                  <a:cubicBezTo>
                    <a:pt x="44291" y="109061"/>
                    <a:pt x="31909" y="104299"/>
                    <a:pt x="22384" y="95726"/>
                  </a:cubicBezTo>
                  <a:cubicBezTo>
                    <a:pt x="11906" y="86201"/>
                    <a:pt x="7144" y="73819"/>
                    <a:pt x="7144" y="58579"/>
                  </a:cubicBezTo>
                  <a:cubicBezTo>
                    <a:pt x="7144" y="42386"/>
                    <a:pt x="11906" y="30004"/>
                    <a:pt x="22384" y="20479"/>
                  </a:cubicBezTo>
                  <a:cubicBezTo>
                    <a:pt x="32861" y="10954"/>
                    <a:pt x="44291" y="7144"/>
                    <a:pt x="58579" y="7144"/>
                  </a:cubicBezTo>
                  <a:cubicBezTo>
                    <a:pt x="71914" y="7144"/>
                    <a:pt x="84296" y="11906"/>
                    <a:pt x="93821" y="20479"/>
                  </a:cubicBezTo>
                  <a:cubicBezTo>
                    <a:pt x="104299" y="30004"/>
                    <a:pt x="109061" y="43339"/>
                    <a:pt x="109061" y="58579"/>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3" name="Freeform: Shape 5">
              <a:extLst>
                <a:ext uri="{FF2B5EF4-FFF2-40B4-BE49-F238E27FC236}">
                  <a16:creationId xmlns:a16="http://schemas.microsoft.com/office/drawing/2014/main" id="{82608FB1-3125-A7D5-8BC4-01D450D3A57E}"/>
                </a:ext>
              </a:extLst>
            </p:cNvPr>
            <p:cNvSpPr/>
            <p:nvPr/>
          </p:nvSpPr>
          <p:spPr>
            <a:xfrm>
              <a:off x="7192800" y="1473355"/>
              <a:ext cx="95250" cy="371475"/>
            </a:xfrm>
            <a:custGeom>
              <a:avLst/>
              <a:gdLst>
                <a:gd name="connsiteX0" fmla="*/ 90011 w 95250"/>
                <a:gd name="connsiteY0" fmla="*/ 366236 h 371475"/>
                <a:gd name="connsiteX1" fmla="*/ 67151 w 95250"/>
                <a:gd name="connsiteY1" fmla="*/ 366236 h 371475"/>
                <a:gd name="connsiteX2" fmla="*/ 7144 w 95250"/>
                <a:gd name="connsiteY2" fmla="*/ 306229 h 371475"/>
                <a:gd name="connsiteX3" fmla="*/ 7144 w 95250"/>
                <a:gd name="connsiteY3" fmla="*/ 7144 h 371475"/>
                <a:gd name="connsiteX4" fmla="*/ 35719 w 95250"/>
                <a:gd name="connsiteY4" fmla="*/ 7144 h 371475"/>
                <a:gd name="connsiteX5" fmla="*/ 90011 w 95250"/>
                <a:gd name="connsiteY5" fmla="*/ 62389 h 371475"/>
                <a:gd name="connsiteX6" fmla="*/ 90011 w 95250"/>
                <a:gd name="connsiteY6" fmla="*/ 366236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250" h="371475">
                  <a:moveTo>
                    <a:pt x="90011" y="366236"/>
                  </a:moveTo>
                  <a:lnTo>
                    <a:pt x="67151" y="366236"/>
                  </a:lnTo>
                  <a:cubicBezTo>
                    <a:pt x="33814" y="366236"/>
                    <a:pt x="7144" y="339566"/>
                    <a:pt x="7144" y="306229"/>
                  </a:cubicBezTo>
                  <a:lnTo>
                    <a:pt x="7144" y="7144"/>
                  </a:lnTo>
                  <a:lnTo>
                    <a:pt x="35719" y="7144"/>
                  </a:lnTo>
                  <a:cubicBezTo>
                    <a:pt x="66199" y="7144"/>
                    <a:pt x="90011" y="31909"/>
                    <a:pt x="90011" y="62389"/>
                  </a:cubicBezTo>
                  <a:lnTo>
                    <a:pt x="90011" y="366236"/>
                  </a:ln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4" name="Freeform: Shape 6">
              <a:extLst>
                <a:ext uri="{FF2B5EF4-FFF2-40B4-BE49-F238E27FC236}">
                  <a16:creationId xmlns:a16="http://schemas.microsoft.com/office/drawing/2014/main" id="{974580C6-E5E9-504C-4DFB-46BB473A341A}"/>
                </a:ext>
              </a:extLst>
            </p:cNvPr>
            <p:cNvSpPr/>
            <p:nvPr/>
          </p:nvSpPr>
          <p:spPr>
            <a:xfrm>
              <a:off x="7637617" y="1474308"/>
              <a:ext cx="352426" cy="371475"/>
            </a:xfrm>
            <a:custGeom>
              <a:avLst/>
              <a:gdLst>
                <a:gd name="connsiteX0" fmla="*/ 287179 w 352425"/>
                <a:gd name="connsiteY0" fmla="*/ 7144 h 371475"/>
                <a:gd name="connsiteX1" fmla="*/ 250031 w 352425"/>
                <a:gd name="connsiteY1" fmla="*/ 43339 h 371475"/>
                <a:gd name="connsiteX2" fmla="*/ 179547 w 352425"/>
                <a:gd name="connsiteY2" fmla="*/ 246221 h 371475"/>
                <a:gd name="connsiteX3" fmla="*/ 106204 w 352425"/>
                <a:gd name="connsiteY3" fmla="*/ 47149 h 371475"/>
                <a:gd name="connsiteX4" fmla="*/ 68104 w 352425"/>
                <a:gd name="connsiteY4" fmla="*/ 7144 h 371475"/>
                <a:gd name="connsiteX5" fmla="*/ 27147 w 352425"/>
                <a:gd name="connsiteY5" fmla="*/ 7144 h 371475"/>
                <a:gd name="connsiteX6" fmla="*/ 7144 w 352425"/>
                <a:gd name="connsiteY6" fmla="*/ 7144 h 371475"/>
                <a:gd name="connsiteX7" fmla="*/ 130969 w 352425"/>
                <a:gd name="connsiteY7" fmla="*/ 329089 h 371475"/>
                <a:gd name="connsiteX8" fmla="*/ 171927 w 352425"/>
                <a:gd name="connsiteY8" fmla="*/ 365284 h 371475"/>
                <a:gd name="connsiteX9" fmla="*/ 213836 w 352425"/>
                <a:gd name="connsiteY9" fmla="*/ 365284 h 371475"/>
                <a:gd name="connsiteX10" fmla="*/ 350044 w 352425"/>
                <a:gd name="connsiteY10" fmla="*/ 7144 h 371475"/>
                <a:gd name="connsiteX11" fmla="*/ 287179 w 352425"/>
                <a:gd name="connsiteY11" fmla="*/ 7144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52425" h="371475">
                  <a:moveTo>
                    <a:pt x="287179" y="7144"/>
                  </a:moveTo>
                  <a:cubicBezTo>
                    <a:pt x="265272" y="7144"/>
                    <a:pt x="259556" y="18574"/>
                    <a:pt x="250031" y="43339"/>
                  </a:cubicBezTo>
                  <a:lnTo>
                    <a:pt x="179547" y="246221"/>
                  </a:lnTo>
                  <a:lnTo>
                    <a:pt x="106204" y="47149"/>
                  </a:lnTo>
                  <a:cubicBezTo>
                    <a:pt x="97631" y="21431"/>
                    <a:pt x="90011" y="7144"/>
                    <a:pt x="68104" y="7144"/>
                  </a:cubicBezTo>
                  <a:lnTo>
                    <a:pt x="27147" y="7144"/>
                  </a:lnTo>
                  <a:lnTo>
                    <a:pt x="7144" y="7144"/>
                  </a:lnTo>
                  <a:lnTo>
                    <a:pt x="130969" y="329089"/>
                  </a:lnTo>
                  <a:cubicBezTo>
                    <a:pt x="142399" y="352901"/>
                    <a:pt x="150019" y="365284"/>
                    <a:pt x="171927" y="365284"/>
                  </a:cubicBezTo>
                  <a:lnTo>
                    <a:pt x="213836" y="365284"/>
                  </a:lnTo>
                  <a:lnTo>
                    <a:pt x="350044" y="7144"/>
                  </a:lnTo>
                  <a:lnTo>
                    <a:pt x="287179" y="7144"/>
                  </a:ln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6" name="Freeform: Shape 7">
              <a:extLst>
                <a:ext uri="{FF2B5EF4-FFF2-40B4-BE49-F238E27FC236}">
                  <a16:creationId xmlns:a16="http://schemas.microsoft.com/office/drawing/2014/main" id="{63B4B0CA-7889-D1D1-2C29-7A99FA386504}"/>
                </a:ext>
              </a:extLst>
            </p:cNvPr>
            <p:cNvSpPr/>
            <p:nvPr/>
          </p:nvSpPr>
          <p:spPr>
            <a:xfrm>
              <a:off x="7326150" y="1464782"/>
              <a:ext cx="314325" cy="381000"/>
            </a:xfrm>
            <a:custGeom>
              <a:avLst/>
              <a:gdLst>
                <a:gd name="connsiteX0" fmla="*/ 300514 w 314325"/>
                <a:gd name="connsiteY0" fmla="*/ 105251 h 381000"/>
                <a:gd name="connsiteX1" fmla="*/ 275749 w 314325"/>
                <a:gd name="connsiteY1" fmla="*/ 52864 h 381000"/>
                <a:gd name="connsiteX2" fmla="*/ 229076 w 314325"/>
                <a:gd name="connsiteY2" fmla="*/ 19526 h 381000"/>
                <a:gd name="connsiteX3" fmla="*/ 155734 w 314325"/>
                <a:gd name="connsiteY3" fmla="*/ 7144 h 381000"/>
                <a:gd name="connsiteX4" fmla="*/ 70009 w 314325"/>
                <a:gd name="connsiteY4" fmla="*/ 13811 h 381000"/>
                <a:gd name="connsiteX5" fmla="*/ 7144 w 314325"/>
                <a:gd name="connsiteY5" fmla="*/ 27146 h 381000"/>
                <a:gd name="connsiteX6" fmla="*/ 7144 w 314325"/>
                <a:gd name="connsiteY6" fmla="*/ 329089 h 381000"/>
                <a:gd name="connsiteX7" fmla="*/ 7144 w 314325"/>
                <a:gd name="connsiteY7" fmla="*/ 329089 h 381000"/>
                <a:gd name="connsiteX8" fmla="*/ 7144 w 314325"/>
                <a:gd name="connsiteY8" fmla="*/ 338614 h 381000"/>
                <a:gd name="connsiteX9" fmla="*/ 44291 w 314325"/>
                <a:gd name="connsiteY9" fmla="*/ 375761 h 381000"/>
                <a:gd name="connsiteX10" fmla="*/ 45244 w 314325"/>
                <a:gd name="connsiteY10" fmla="*/ 375761 h 381000"/>
                <a:gd name="connsiteX11" fmla="*/ 45244 w 314325"/>
                <a:gd name="connsiteY11" fmla="*/ 375761 h 381000"/>
                <a:gd name="connsiteX12" fmla="*/ 90964 w 314325"/>
                <a:gd name="connsiteY12" fmla="*/ 375761 h 381000"/>
                <a:gd name="connsiteX13" fmla="*/ 90964 w 314325"/>
                <a:gd name="connsiteY13" fmla="*/ 84296 h 381000"/>
                <a:gd name="connsiteX14" fmla="*/ 116682 w 314325"/>
                <a:gd name="connsiteY14" fmla="*/ 80486 h 381000"/>
                <a:gd name="connsiteX15" fmla="*/ 150019 w 314325"/>
                <a:gd name="connsiteY15" fmla="*/ 78581 h 381000"/>
                <a:gd name="connsiteX16" fmla="*/ 186214 w 314325"/>
                <a:gd name="connsiteY16" fmla="*/ 84296 h 381000"/>
                <a:gd name="connsiteX17" fmla="*/ 210026 w 314325"/>
                <a:gd name="connsiteY17" fmla="*/ 102394 h 381000"/>
                <a:gd name="connsiteX18" fmla="*/ 222409 w 314325"/>
                <a:gd name="connsiteY18" fmla="*/ 135731 h 381000"/>
                <a:gd name="connsiteX19" fmla="*/ 226219 w 314325"/>
                <a:gd name="connsiteY19" fmla="*/ 185261 h 381000"/>
                <a:gd name="connsiteX20" fmla="*/ 226219 w 314325"/>
                <a:gd name="connsiteY20" fmla="*/ 328136 h 381000"/>
                <a:gd name="connsiteX21" fmla="*/ 226219 w 314325"/>
                <a:gd name="connsiteY21" fmla="*/ 328136 h 381000"/>
                <a:gd name="connsiteX22" fmla="*/ 226219 w 314325"/>
                <a:gd name="connsiteY22" fmla="*/ 337661 h 381000"/>
                <a:gd name="connsiteX23" fmla="*/ 263366 w 314325"/>
                <a:gd name="connsiteY23" fmla="*/ 374809 h 381000"/>
                <a:gd name="connsiteX24" fmla="*/ 263366 w 314325"/>
                <a:gd name="connsiteY24" fmla="*/ 374809 h 381000"/>
                <a:gd name="connsiteX25" fmla="*/ 310039 w 314325"/>
                <a:gd name="connsiteY25" fmla="*/ 374809 h 381000"/>
                <a:gd name="connsiteX26" fmla="*/ 310039 w 314325"/>
                <a:gd name="connsiteY26" fmla="*/ 172879 h 381000"/>
                <a:gd name="connsiteX27" fmla="*/ 300514 w 314325"/>
                <a:gd name="connsiteY27" fmla="*/ 105251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14325" h="381000">
                  <a:moveTo>
                    <a:pt x="300514" y="105251"/>
                  </a:moveTo>
                  <a:cubicBezTo>
                    <a:pt x="295751" y="85249"/>
                    <a:pt x="287179" y="67151"/>
                    <a:pt x="275749" y="52864"/>
                  </a:cubicBezTo>
                  <a:cubicBezTo>
                    <a:pt x="264319" y="38576"/>
                    <a:pt x="248126" y="27146"/>
                    <a:pt x="229076" y="19526"/>
                  </a:cubicBezTo>
                  <a:cubicBezTo>
                    <a:pt x="209074" y="11906"/>
                    <a:pt x="185261" y="7144"/>
                    <a:pt x="155734" y="7144"/>
                  </a:cubicBezTo>
                  <a:cubicBezTo>
                    <a:pt x="124301" y="7144"/>
                    <a:pt x="95726" y="9049"/>
                    <a:pt x="70009" y="13811"/>
                  </a:cubicBezTo>
                  <a:cubicBezTo>
                    <a:pt x="44291" y="17621"/>
                    <a:pt x="23336" y="22384"/>
                    <a:pt x="7144" y="27146"/>
                  </a:cubicBezTo>
                  <a:lnTo>
                    <a:pt x="7144" y="329089"/>
                  </a:lnTo>
                  <a:lnTo>
                    <a:pt x="7144" y="329089"/>
                  </a:lnTo>
                  <a:lnTo>
                    <a:pt x="7144" y="338614"/>
                  </a:lnTo>
                  <a:cubicBezTo>
                    <a:pt x="7144" y="358616"/>
                    <a:pt x="23336" y="375761"/>
                    <a:pt x="44291" y="375761"/>
                  </a:cubicBezTo>
                  <a:lnTo>
                    <a:pt x="45244" y="375761"/>
                  </a:lnTo>
                  <a:lnTo>
                    <a:pt x="45244" y="375761"/>
                  </a:lnTo>
                  <a:lnTo>
                    <a:pt x="90964" y="375761"/>
                  </a:lnTo>
                  <a:lnTo>
                    <a:pt x="90964" y="84296"/>
                  </a:lnTo>
                  <a:cubicBezTo>
                    <a:pt x="96679" y="83344"/>
                    <a:pt x="105251" y="82391"/>
                    <a:pt x="116682" y="80486"/>
                  </a:cubicBezTo>
                  <a:cubicBezTo>
                    <a:pt x="128111" y="79534"/>
                    <a:pt x="139541" y="78581"/>
                    <a:pt x="150019" y="78581"/>
                  </a:cubicBezTo>
                  <a:cubicBezTo>
                    <a:pt x="164307" y="78581"/>
                    <a:pt x="176689" y="80486"/>
                    <a:pt x="186214" y="84296"/>
                  </a:cubicBezTo>
                  <a:cubicBezTo>
                    <a:pt x="195739" y="88106"/>
                    <a:pt x="204311" y="94774"/>
                    <a:pt x="210026" y="102394"/>
                  </a:cubicBezTo>
                  <a:cubicBezTo>
                    <a:pt x="215741" y="110966"/>
                    <a:pt x="219551" y="121444"/>
                    <a:pt x="222409" y="135731"/>
                  </a:cubicBezTo>
                  <a:cubicBezTo>
                    <a:pt x="225266" y="149066"/>
                    <a:pt x="226219" y="165259"/>
                    <a:pt x="226219" y="185261"/>
                  </a:cubicBezTo>
                  <a:lnTo>
                    <a:pt x="226219" y="328136"/>
                  </a:lnTo>
                  <a:lnTo>
                    <a:pt x="226219" y="328136"/>
                  </a:lnTo>
                  <a:lnTo>
                    <a:pt x="226219" y="337661"/>
                  </a:lnTo>
                  <a:cubicBezTo>
                    <a:pt x="226219" y="357664"/>
                    <a:pt x="242411" y="374809"/>
                    <a:pt x="263366" y="374809"/>
                  </a:cubicBezTo>
                  <a:lnTo>
                    <a:pt x="263366" y="374809"/>
                  </a:lnTo>
                  <a:lnTo>
                    <a:pt x="310039" y="374809"/>
                  </a:lnTo>
                  <a:lnTo>
                    <a:pt x="310039" y="172879"/>
                  </a:lnTo>
                  <a:cubicBezTo>
                    <a:pt x="308134" y="148114"/>
                    <a:pt x="305276" y="126206"/>
                    <a:pt x="300514" y="105251"/>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7" name="Freeform: Shape 8">
              <a:extLst>
                <a:ext uri="{FF2B5EF4-FFF2-40B4-BE49-F238E27FC236}">
                  <a16:creationId xmlns:a16="http://schemas.microsoft.com/office/drawing/2014/main" id="{5BC5AEDD-1EC2-F74F-3D7C-BC90A294393D}"/>
                </a:ext>
              </a:extLst>
            </p:cNvPr>
            <p:cNvSpPr/>
            <p:nvPr/>
          </p:nvSpPr>
          <p:spPr>
            <a:xfrm>
              <a:off x="8331989" y="1464782"/>
              <a:ext cx="314325" cy="381000"/>
            </a:xfrm>
            <a:custGeom>
              <a:avLst/>
              <a:gdLst>
                <a:gd name="connsiteX0" fmla="*/ 300514 w 314325"/>
                <a:gd name="connsiteY0" fmla="*/ 105251 h 381000"/>
                <a:gd name="connsiteX1" fmla="*/ 275749 w 314325"/>
                <a:gd name="connsiteY1" fmla="*/ 52864 h 381000"/>
                <a:gd name="connsiteX2" fmla="*/ 229076 w 314325"/>
                <a:gd name="connsiteY2" fmla="*/ 19526 h 381000"/>
                <a:gd name="connsiteX3" fmla="*/ 155734 w 314325"/>
                <a:gd name="connsiteY3" fmla="*/ 7144 h 381000"/>
                <a:gd name="connsiteX4" fmla="*/ 70009 w 314325"/>
                <a:gd name="connsiteY4" fmla="*/ 13811 h 381000"/>
                <a:gd name="connsiteX5" fmla="*/ 7144 w 314325"/>
                <a:gd name="connsiteY5" fmla="*/ 27146 h 381000"/>
                <a:gd name="connsiteX6" fmla="*/ 7144 w 314325"/>
                <a:gd name="connsiteY6" fmla="*/ 329089 h 381000"/>
                <a:gd name="connsiteX7" fmla="*/ 7144 w 314325"/>
                <a:gd name="connsiteY7" fmla="*/ 329089 h 381000"/>
                <a:gd name="connsiteX8" fmla="*/ 7144 w 314325"/>
                <a:gd name="connsiteY8" fmla="*/ 338614 h 381000"/>
                <a:gd name="connsiteX9" fmla="*/ 44291 w 314325"/>
                <a:gd name="connsiteY9" fmla="*/ 375761 h 381000"/>
                <a:gd name="connsiteX10" fmla="*/ 45244 w 314325"/>
                <a:gd name="connsiteY10" fmla="*/ 375761 h 381000"/>
                <a:gd name="connsiteX11" fmla="*/ 45244 w 314325"/>
                <a:gd name="connsiteY11" fmla="*/ 375761 h 381000"/>
                <a:gd name="connsiteX12" fmla="*/ 90964 w 314325"/>
                <a:gd name="connsiteY12" fmla="*/ 375761 h 381000"/>
                <a:gd name="connsiteX13" fmla="*/ 90964 w 314325"/>
                <a:gd name="connsiteY13" fmla="*/ 84296 h 381000"/>
                <a:gd name="connsiteX14" fmla="*/ 116681 w 314325"/>
                <a:gd name="connsiteY14" fmla="*/ 80486 h 381000"/>
                <a:gd name="connsiteX15" fmla="*/ 150019 w 314325"/>
                <a:gd name="connsiteY15" fmla="*/ 78581 h 381000"/>
                <a:gd name="connsiteX16" fmla="*/ 186214 w 314325"/>
                <a:gd name="connsiteY16" fmla="*/ 84296 h 381000"/>
                <a:gd name="connsiteX17" fmla="*/ 210026 w 314325"/>
                <a:gd name="connsiteY17" fmla="*/ 102394 h 381000"/>
                <a:gd name="connsiteX18" fmla="*/ 222409 w 314325"/>
                <a:gd name="connsiteY18" fmla="*/ 135731 h 381000"/>
                <a:gd name="connsiteX19" fmla="*/ 226219 w 314325"/>
                <a:gd name="connsiteY19" fmla="*/ 185261 h 381000"/>
                <a:gd name="connsiteX20" fmla="*/ 226219 w 314325"/>
                <a:gd name="connsiteY20" fmla="*/ 328136 h 381000"/>
                <a:gd name="connsiteX21" fmla="*/ 226219 w 314325"/>
                <a:gd name="connsiteY21" fmla="*/ 328136 h 381000"/>
                <a:gd name="connsiteX22" fmla="*/ 226219 w 314325"/>
                <a:gd name="connsiteY22" fmla="*/ 337661 h 381000"/>
                <a:gd name="connsiteX23" fmla="*/ 263366 w 314325"/>
                <a:gd name="connsiteY23" fmla="*/ 374809 h 381000"/>
                <a:gd name="connsiteX24" fmla="*/ 263366 w 314325"/>
                <a:gd name="connsiteY24" fmla="*/ 374809 h 381000"/>
                <a:gd name="connsiteX25" fmla="*/ 310039 w 314325"/>
                <a:gd name="connsiteY25" fmla="*/ 374809 h 381000"/>
                <a:gd name="connsiteX26" fmla="*/ 310039 w 314325"/>
                <a:gd name="connsiteY26" fmla="*/ 172879 h 381000"/>
                <a:gd name="connsiteX27" fmla="*/ 300514 w 314325"/>
                <a:gd name="connsiteY27" fmla="*/ 105251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14325" h="381000">
                  <a:moveTo>
                    <a:pt x="300514" y="105251"/>
                  </a:moveTo>
                  <a:cubicBezTo>
                    <a:pt x="295751" y="85249"/>
                    <a:pt x="287179" y="67151"/>
                    <a:pt x="275749" y="52864"/>
                  </a:cubicBezTo>
                  <a:cubicBezTo>
                    <a:pt x="264319" y="38576"/>
                    <a:pt x="248126" y="27146"/>
                    <a:pt x="229076" y="19526"/>
                  </a:cubicBezTo>
                  <a:cubicBezTo>
                    <a:pt x="209074" y="11906"/>
                    <a:pt x="185261" y="7144"/>
                    <a:pt x="155734" y="7144"/>
                  </a:cubicBezTo>
                  <a:cubicBezTo>
                    <a:pt x="124301" y="7144"/>
                    <a:pt x="95726" y="9049"/>
                    <a:pt x="70009" y="13811"/>
                  </a:cubicBezTo>
                  <a:cubicBezTo>
                    <a:pt x="44291" y="17621"/>
                    <a:pt x="23336" y="22384"/>
                    <a:pt x="7144" y="27146"/>
                  </a:cubicBezTo>
                  <a:lnTo>
                    <a:pt x="7144" y="329089"/>
                  </a:lnTo>
                  <a:lnTo>
                    <a:pt x="7144" y="329089"/>
                  </a:lnTo>
                  <a:lnTo>
                    <a:pt x="7144" y="338614"/>
                  </a:lnTo>
                  <a:cubicBezTo>
                    <a:pt x="7144" y="358616"/>
                    <a:pt x="23336" y="375761"/>
                    <a:pt x="44291" y="375761"/>
                  </a:cubicBezTo>
                  <a:lnTo>
                    <a:pt x="45244" y="375761"/>
                  </a:lnTo>
                  <a:lnTo>
                    <a:pt x="45244" y="375761"/>
                  </a:lnTo>
                  <a:lnTo>
                    <a:pt x="90964" y="375761"/>
                  </a:lnTo>
                  <a:lnTo>
                    <a:pt x="90964" y="84296"/>
                  </a:lnTo>
                  <a:cubicBezTo>
                    <a:pt x="96679" y="83344"/>
                    <a:pt x="105251" y="82391"/>
                    <a:pt x="116681" y="80486"/>
                  </a:cubicBezTo>
                  <a:cubicBezTo>
                    <a:pt x="128111" y="79534"/>
                    <a:pt x="139541" y="78581"/>
                    <a:pt x="150019" y="78581"/>
                  </a:cubicBezTo>
                  <a:cubicBezTo>
                    <a:pt x="164306" y="78581"/>
                    <a:pt x="176689" y="80486"/>
                    <a:pt x="186214" y="84296"/>
                  </a:cubicBezTo>
                  <a:cubicBezTo>
                    <a:pt x="195739" y="88106"/>
                    <a:pt x="204311" y="94774"/>
                    <a:pt x="210026" y="102394"/>
                  </a:cubicBezTo>
                  <a:cubicBezTo>
                    <a:pt x="215741" y="110966"/>
                    <a:pt x="219551" y="121444"/>
                    <a:pt x="222409" y="135731"/>
                  </a:cubicBezTo>
                  <a:cubicBezTo>
                    <a:pt x="225266" y="149066"/>
                    <a:pt x="226219" y="165259"/>
                    <a:pt x="226219" y="185261"/>
                  </a:cubicBezTo>
                  <a:lnTo>
                    <a:pt x="226219" y="328136"/>
                  </a:lnTo>
                  <a:lnTo>
                    <a:pt x="226219" y="328136"/>
                  </a:lnTo>
                  <a:lnTo>
                    <a:pt x="226219" y="337661"/>
                  </a:lnTo>
                  <a:cubicBezTo>
                    <a:pt x="226219" y="357664"/>
                    <a:pt x="242411" y="374809"/>
                    <a:pt x="263366" y="374809"/>
                  </a:cubicBezTo>
                  <a:lnTo>
                    <a:pt x="263366" y="374809"/>
                  </a:lnTo>
                  <a:lnTo>
                    <a:pt x="310039" y="374809"/>
                  </a:lnTo>
                  <a:lnTo>
                    <a:pt x="310039" y="172879"/>
                  </a:lnTo>
                  <a:cubicBezTo>
                    <a:pt x="307181" y="148114"/>
                    <a:pt x="305276" y="126206"/>
                    <a:pt x="300514" y="105251"/>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8" name="Freeform: Shape 17">
              <a:extLst>
                <a:ext uri="{FF2B5EF4-FFF2-40B4-BE49-F238E27FC236}">
                  <a16:creationId xmlns:a16="http://schemas.microsoft.com/office/drawing/2014/main" id="{D6A128AC-92B7-F357-22BA-C5E8CCF0A506}"/>
                </a:ext>
              </a:extLst>
            </p:cNvPr>
            <p:cNvSpPr/>
            <p:nvPr/>
          </p:nvSpPr>
          <p:spPr>
            <a:xfrm>
              <a:off x="6619395" y="1521933"/>
              <a:ext cx="457199" cy="371475"/>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solidFill>
              <a:srgbClr val="17ABDB"/>
            </a:solidFill>
            <a:ln w="9525" cap="flat">
              <a:noFill/>
              <a:prstDash val="solid"/>
              <a:miter/>
            </a:ln>
          </p:spPr>
          <p:txBody>
            <a:bodyPr lIns="73152" tIns="36576" rIns="73152" bIns="36576" rtlCol="0" anchor="ctr"/>
            <a:lstStyle/>
            <a:p>
              <a:endParaRPr lang="de-DE"/>
            </a:p>
          </p:txBody>
        </p:sp>
        <p:sp>
          <p:nvSpPr>
            <p:cNvPr id="19" name="Freeform: Shape 22">
              <a:extLst>
                <a:ext uri="{FF2B5EF4-FFF2-40B4-BE49-F238E27FC236}">
                  <a16:creationId xmlns:a16="http://schemas.microsoft.com/office/drawing/2014/main" id="{3A86A765-ACE9-326D-36B5-688617BA6498}"/>
                </a:ext>
              </a:extLst>
            </p:cNvPr>
            <p:cNvSpPr/>
            <p:nvPr/>
          </p:nvSpPr>
          <p:spPr>
            <a:xfrm>
              <a:off x="3176111" y="1268567"/>
              <a:ext cx="3171823" cy="866776"/>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20" name="Freeform: Shape 23">
              <a:extLst>
                <a:ext uri="{FF2B5EF4-FFF2-40B4-BE49-F238E27FC236}">
                  <a16:creationId xmlns:a16="http://schemas.microsoft.com/office/drawing/2014/main" id="{8574D48B-CD30-9B03-31E8-53AED220CA43}"/>
                </a:ext>
              </a:extLst>
            </p:cNvPr>
            <p:cNvSpPr/>
            <p:nvPr/>
          </p:nvSpPr>
          <p:spPr>
            <a:xfrm>
              <a:off x="5565899" y="1311398"/>
              <a:ext cx="95250" cy="104775"/>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21" name="Freeform: Shape 24">
              <a:extLst>
                <a:ext uri="{FF2B5EF4-FFF2-40B4-BE49-F238E27FC236}">
                  <a16:creationId xmlns:a16="http://schemas.microsoft.com/office/drawing/2014/main" id="{56F8E06E-0CA8-12B2-883E-2B58C03C66BD}"/>
                </a:ext>
              </a:extLst>
            </p:cNvPr>
            <p:cNvSpPr/>
            <p:nvPr/>
          </p:nvSpPr>
          <p:spPr>
            <a:xfrm>
              <a:off x="6186959" y="1329492"/>
              <a:ext cx="95250" cy="95250"/>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22" name="Freeform: Shape 25">
              <a:extLst>
                <a:ext uri="{FF2B5EF4-FFF2-40B4-BE49-F238E27FC236}">
                  <a16:creationId xmlns:a16="http://schemas.microsoft.com/office/drawing/2014/main" id="{E6590421-BC0E-00D9-8BB2-792EA74E2694}"/>
                </a:ext>
              </a:extLst>
            </p:cNvPr>
            <p:cNvSpPr/>
            <p:nvPr/>
          </p:nvSpPr>
          <p:spPr>
            <a:xfrm>
              <a:off x="6386989" y="1257136"/>
              <a:ext cx="695324" cy="581025"/>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solidFill>
              <a:srgbClr val="0072AF"/>
            </a:solidFill>
            <a:ln w="9525" cap="flat">
              <a:noFill/>
              <a:prstDash val="solid"/>
              <a:miter/>
            </a:ln>
          </p:spPr>
          <p:txBody>
            <a:bodyPr lIns="73152" tIns="36576" rIns="73152" bIns="36576" rtlCol="0" anchor="ctr"/>
            <a:lstStyle/>
            <a:p>
              <a:endParaRPr lang="de-DE"/>
            </a:p>
          </p:txBody>
        </p:sp>
      </p:grpSp>
    </p:spTree>
    <p:extLst>
      <p:ext uri="{BB962C8B-B14F-4D97-AF65-F5344CB8AC3E}">
        <p14:creationId xmlns:p14="http://schemas.microsoft.com/office/powerpoint/2010/main" val="2082495538"/>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showMasterSp="0" preserve="1" userDrawn="1">
  <p:cSld name="Title Slide 1a">
    <p:bg>
      <p:bgPr>
        <a:gradFill flip="none" rotWithShape="1">
          <a:gsLst>
            <a:gs pos="100000">
              <a:schemeClr val="accent1"/>
            </a:gs>
            <a:gs pos="0">
              <a:schemeClr val="accent4"/>
            </a:gs>
          </a:gsLst>
          <a:lin ang="18900000" scaled="1"/>
          <a:tileRect/>
        </a:gradFill>
        <a:effectLst/>
      </p:bgPr>
    </p:bg>
    <p:spTree>
      <p:nvGrpSpPr>
        <p:cNvPr id="1" name=""/>
        <p:cNvGrpSpPr/>
        <p:nvPr/>
      </p:nvGrpSpPr>
      <p:grpSpPr>
        <a:xfrm>
          <a:off x="0" y="0"/>
          <a:ext cx="0" cy="0"/>
          <a:chOff x="0" y="0"/>
          <a:chExt cx="0" cy="0"/>
        </a:xfrm>
      </p:grpSpPr>
      <p:sp>
        <p:nvSpPr>
          <p:cNvPr id="2" name="Subtitle">
            <a:extLst>
              <a:ext uri="{FF2B5EF4-FFF2-40B4-BE49-F238E27FC236}">
                <a16:creationId xmlns:a16="http://schemas.microsoft.com/office/drawing/2014/main" id="{263427DF-DAE9-5C4C-6A1A-438ED4F52194}"/>
              </a:ext>
            </a:extLst>
          </p:cNvPr>
          <p:cNvSpPr>
            <a:spLocks noGrp="1"/>
          </p:cNvSpPr>
          <p:nvPr>
            <p:ph type="subTitle" idx="1"/>
          </p:nvPr>
        </p:nvSpPr>
        <p:spPr>
          <a:xfrm>
            <a:off x="407368" y="5457155"/>
            <a:ext cx="11090276" cy="246221"/>
          </a:xfrm>
          <a:prstGeom prst="rect">
            <a:avLst/>
          </a:prstGeom>
        </p:spPr>
        <p:txBody>
          <a:bodyPr wrap="square" lIns="18000" tIns="0" rIns="0" anchor="b" anchorCtr="0">
            <a:spAutoFit/>
          </a:bodyPr>
          <a:lstStyle>
            <a:lvl1pPr marL="0" indent="0" algn="l">
              <a:buNone/>
              <a:defRPr sz="1600">
                <a:solidFill>
                  <a:schemeClr val="bg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3" name="Title">
            <a:extLst>
              <a:ext uri="{FF2B5EF4-FFF2-40B4-BE49-F238E27FC236}">
                <a16:creationId xmlns:a16="http://schemas.microsoft.com/office/drawing/2014/main" id="{4AAC7C66-F303-132A-295B-65A79300A34B}"/>
              </a:ext>
            </a:extLst>
          </p:cNvPr>
          <p:cNvSpPr>
            <a:spLocks noGrp="1"/>
          </p:cNvSpPr>
          <p:nvPr>
            <p:ph type="ctrTitle"/>
          </p:nvPr>
        </p:nvSpPr>
        <p:spPr>
          <a:xfrm>
            <a:off x="407368" y="4697327"/>
            <a:ext cx="11090276" cy="747897"/>
          </a:xfrm>
        </p:spPr>
        <p:txBody>
          <a:bodyPr wrap="square" lIns="0" tIns="0" rIns="0" bIns="0" anchor="b" anchorCtr="0">
            <a:noAutofit/>
          </a:bodyPr>
          <a:lstStyle>
            <a:lvl1pPr algn="l">
              <a:lnSpc>
                <a:spcPct val="90000"/>
              </a:lnSpc>
              <a:tabLst>
                <a:tab pos="1258888" algn="l"/>
              </a:tabLst>
              <a:defRPr sz="5400" b="0" cap="none" baseline="0">
                <a:solidFill>
                  <a:schemeClr val="bg1"/>
                </a:solidFill>
                <a:latin typeface="+mj-lt"/>
              </a:defRPr>
            </a:lvl1pPr>
          </a:lstStyle>
          <a:p>
            <a:r>
              <a:rPr lang="en-US"/>
              <a:t>Click to edit Master title style</a:t>
            </a:r>
            <a:endParaRPr lang="en-GB"/>
          </a:p>
        </p:txBody>
      </p:sp>
      <p:pic>
        <p:nvPicPr>
          <p:cNvPr id="4" name="Graphique 3">
            <a:extLst>
              <a:ext uri="{FF2B5EF4-FFF2-40B4-BE49-F238E27FC236}">
                <a16:creationId xmlns:a16="http://schemas.microsoft.com/office/drawing/2014/main" id="{31EBDEC2-3870-9B06-1C8B-A909409BB31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02694" y="5960968"/>
            <a:ext cx="3240000" cy="492220"/>
          </a:xfrm>
          <a:prstGeom prst="rect">
            <a:avLst/>
          </a:prstGeom>
        </p:spPr>
      </p:pic>
    </p:spTree>
    <p:extLst>
      <p:ext uri="{BB962C8B-B14F-4D97-AF65-F5344CB8AC3E}">
        <p14:creationId xmlns:p14="http://schemas.microsoft.com/office/powerpoint/2010/main" val="81606917"/>
      </p:ext>
    </p:extLst>
  </p:cSld>
  <p:clrMapOvr>
    <a:masterClrMapping/>
  </p:clrMapOvr>
  <p:extLst>
    <p:ext uri="{DCECCB84-F9BA-43D5-87BE-67443E8EF086}">
      <p15:sldGuideLst xmlns:p15="http://schemas.microsoft.com/office/powerpoint/2012/main">
        <p15:guide id="2" pos="7423">
          <p15:clr>
            <a:srgbClr val="FBAE40"/>
          </p15:clr>
        </p15:guide>
      </p15:sldGuideLst>
    </p:ext>
  </p:extLst>
</p:sldLayout>
</file>

<file path=ppt/slideLayouts/slideLayout130.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gradFill flip="none" rotWithShape="1">
          <a:gsLst>
            <a:gs pos="100000">
              <a:schemeClr val="accent1"/>
            </a:gs>
            <a:gs pos="0">
              <a:schemeClr val="accent4"/>
            </a:gs>
          </a:gsLst>
          <a:lin ang="18900000" scaled="1"/>
          <a:tileRect/>
        </a:gradFill>
        <a:effectLst/>
      </p:bgPr>
    </p:bg>
    <p:spTree>
      <p:nvGrpSpPr>
        <p:cNvPr id="1" name=""/>
        <p:cNvGrpSpPr/>
        <p:nvPr/>
      </p:nvGrpSpPr>
      <p:grpSpPr>
        <a:xfrm>
          <a:off x="0" y="0"/>
          <a:ext cx="0" cy="0"/>
          <a:chOff x="0" y="0"/>
          <a:chExt cx="0" cy="0"/>
        </a:xfrm>
      </p:grpSpPr>
      <p:sp>
        <p:nvSpPr>
          <p:cNvPr id="4" name="Subtitle">
            <a:extLst>
              <a:ext uri="{FF2B5EF4-FFF2-40B4-BE49-F238E27FC236}">
                <a16:creationId xmlns:a16="http://schemas.microsoft.com/office/drawing/2014/main" id="{A762397C-7EE3-E752-C3C7-E1EB83F8081E}"/>
              </a:ext>
            </a:extLst>
          </p:cNvPr>
          <p:cNvSpPr>
            <a:spLocks noGrp="1"/>
          </p:cNvSpPr>
          <p:nvPr>
            <p:ph type="subTitle" idx="1"/>
          </p:nvPr>
        </p:nvSpPr>
        <p:spPr>
          <a:xfrm>
            <a:off x="407370" y="3676570"/>
            <a:ext cx="5545138" cy="246221"/>
          </a:xfrm>
          <a:prstGeom prst="rect">
            <a:avLst/>
          </a:prstGeom>
        </p:spPr>
        <p:txBody>
          <a:bodyPr wrap="square" lIns="18000" tIns="0" rIns="0" anchor="b" anchorCtr="0">
            <a:spAutoFit/>
          </a:bodyPr>
          <a:lstStyle>
            <a:lvl1pPr marL="0" indent="0" algn="l">
              <a:buNone/>
              <a:defRPr sz="1600">
                <a:solidFill>
                  <a:schemeClr val="bg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5" name="Title">
            <a:extLst>
              <a:ext uri="{FF2B5EF4-FFF2-40B4-BE49-F238E27FC236}">
                <a16:creationId xmlns:a16="http://schemas.microsoft.com/office/drawing/2014/main" id="{EA67FB30-5217-5F8D-B4ED-781E4E0C8973}"/>
              </a:ext>
            </a:extLst>
          </p:cNvPr>
          <p:cNvSpPr>
            <a:spLocks noGrp="1"/>
          </p:cNvSpPr>
          <p:nvPr>
            <p:ph type="ctrTitle"/>
          </p:nvPr>
        </p:nvSpPr>
        <p:spPr>
          <a:xfrm>
            <a:off x="407368" y="1343944"/>
            <a:ext cx="5545139" cy="2326627"/>
          </a:xfrm>
        </p:spPr>
        <p:txBody>
          <a:bodyPr wrap="square" lIns="0" tIns="0" rIns="0" bIns="0" anchor="t" anchorCtr="0">
            <a:noAutofit/>
          </a:bodyPr>
          <a:lstStyle>
            <a:lvl1pPr algn="l">
              <a:lnSpc>
                <a:spcPct val="90000"/>
              </a:lnSpc>
              <a:tabLst>
                <a:tab pos="1258888" algn="l"/>
              </a:tabLst>
              <a:defRPr sz="5400" b="0" cap="none" baseline="0">
                <a:solidFill>
                  <a:schemeClr val="bg1"/>
                </a:solidFill>
                <a:latin typeface="+mj-lt"/>
              </a:defRPr>
            </a:lvl1pPr>
          </a:lstStyle>
          <a:p>
            <a:r>
              <a:rPr lang="en-US"/>
              <a:t>Click to edit Master title style</a:t>
            </a:r>
            <a:endParaRPr lang="en-GB"/>
          </a:p>
        </p:txBody>
      </p:sp>
      <p:sp>
        <p:nvSpPr>
          <p:cNvPr id="20" name="Text Placeholder 8">
            <a:extLst>
              <a:ext uri="{FF2B5EF4-FFF2-40B4-BE49-F238E27FC236}">
                <a16:creationId xmlns:a16="http://schemas.microsoft.com/office/drawing/2014/main" id="{04E8B402-A28C-9742-E11A-B00843CA0EDC}"/>
              </a:ext>
            </a:extLst>
          </p:cNvPr>
          <p:cNvSpPr>
            <a:spLocks noGrp="1"/>
          </p:cNvSpPr>
          <p:nvPr>
            <p:ph type="body" sz="quarter" idx="13" hasCustomPrompt="1"/>
          </p:nvPr>
        </p:nvSpPr>
        <p:spPr>
          <a:xfrm>
            <a:off x="407368" y="1051220"/>
            <a:ext cx="5545139" cy="215444"/>
          </a:xfrm>
        </p:spPr>
        <p:txBody>
          <a:bodyPr vert="horz" wrap="square" lIns="18000" tIns="0" rIns="0" bIns="0" rtlCol="0" anchor="t" anchorCtr="0">
            <a:spAutoFit/>
          </a:bodyPr>
          <a:lstStyle>
            <a:lvl1pPr>
              <a:defRPr lang="en-US" sz="1400" dirty="0">
                <a:solidFill>
                  <a:schemeClr val="bg1"/>
                </a:solidFill>
                <a:latin typeface="Ubuntu Light" panose="020B0304030602030204" pitchFamily="34" charset="0"/>
              </a:defRPr>
            </a:lvl1pPr>
          </a:lstStyle>
          <a:p>
            <a:pPr lvl="0"/>
            <a:r>
              <a:rPr lang="en-US"/>
              <a:t>Optional: Click to insert name</a:t>
            </a:r>
          </a:p>
        </p:txBody>
      </p:sp>
      <p:pic>
        <p:nvPicPr>
          <p:cNvPr id="2" name="Graphique 1">
            <a:extLst>
              <a:ext uri="{FF2B5EF4-FFF2-40B4-BE49-F238E27FC236}">
                <a16:creationId xmlns:a16="http://schemas.microsoft.com/office/drawing/2014/main" id="{AEA7B6C9-5314-DBB4-E799-DBD3E1AA74E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02694" y="5960968"/>
            <a:ext cx="3240000" cy="492220"/>
          </a:xfrm>
          <a:prstGeom prst="rect">
            <a:avLst/>
          </a:prstGeom>
        </p:spPr>
      </p:pic>
    </p:spTree>
    <p:extLst>
      <p:ext uri="{BB962C8B-B14F-4D97-AF65-F5344CB8AC3E}">
        <p14:creationId xmlns:p14="http://schemas.microsoft.com/office/powerpoint/2010/main" val="577196747"/>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showMasterSp="0" preserve="1" userDrawn="1">
  <p:cSld name="Title Slide 2a">
    <p:bg>
      <p:bgPr>
        <a:solidFill>
          <a:schemeClr val="accent4"/>
        </a:solidFill>
        <a:effectLst/>
      </p:bgPr>
    </p:bg>
    <p:spTree>
      <p:nvGrpSpPr>
        <p:cNvPr id="1" name=""/>
        <p:cNvGrpSpPr/>
        <p:nvPr/>
      </p:nvGrpSpPr>
      <p:grpSpPr>
        <a:xfrm>
          <a:off x="0" y="0"/>
          <a:ext cx="0" cy="0"/>
          <a:chOff x="0" y="0"/>
          <a:chExt cx="0" cy="0"/>
        </a:xfrm>
      </p:grpSpPr>
      <p:sp>
        <p:nvSpPr>
          <p:cNvPr id="4" name="Subtitle">
            <a:extLst>
              <a:ext uri="{FF2B5EF4-FFF2-40B4-BE49-F238E27FC236}">
                <a16:creationId xmlns:a16="http://schemas.microsoft.com/office/drawing/2014/main" id="{A762397C-7EE3-E752-C3C7-E1EB83F8081E}"/>
              </a:ext>
            </a:extLst>
          </p:cNvPr>
          <p:cNvSpPr>
            <a:spLocks noGrp="1"/>
          </p:cNvSpPr>
          <p:nvPr>
            <p:ph type="subTitle" idx="1"/>
          </p:nvPr>
        </p:nvSpPr>
        <p:spPr>
          <a:xfrm>
            <a:off x="407370" y="3676570"/>
            <a:ext cx="5545138" cy="246221"/>
          </a:xfrm>
          <a:prstGeom prst="rect">
            <a:avLst/>
          </a:prstGeom>
        </p:spPr>
        <p:txBody>
          <a:bodyPr wrap="square" lIns="18000" tIns="0" rIns="0" anchor="b" anchorCtr="0">
            <a:spAutoFit/>
          </a:bodyPr>
          <a:lstStyle>
            <a:lvl1pPr marL="0" indent="0" algn="l">
              <a:buNone/>
              <a:defRPr sz="1600">
                <a:solidFill>
                  <a:schemeClr val="bg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5" name="Title">
            <a:extLst>
              <a:ext uri="{FF2B5EF4-FFF2-40B4-BE49-F238E27FC236}">
                <a16:creationId xmlns:a16="http://schemas.microsoft.com/office/drawing/2014/main" id="{EA67FB30-5217-5F8D-B4ED-781E4E0C8973}"/>
              </a:ext>
            </a:extLst>
          </p:cNvPr>
          <p:cNvSpPr>
            <a:spLocks noGrp="1"/>
          </p:cNvSpPr>
          <p:nvPr>
            <p:ph type="ctrTitle"/>
          </p:nvPr>
        </p:nvSpPr>
        <p:spPr>
          <a:xfrm>
            <a:off x="407368" y="1343944"/>
            <a:ext cx="5545139" cy="2326627"/>
          </a:xfrm>
        </p:spPr>
        <p:txBody>
          <a:bodyPr wrap="square" lIns="0" tIns="0" rIns="0" bIns="0" anchor="t" anchorCtr="0">
            <a:noAutofit/>
          </a:bodyPr>
          <a:lstStyle>
            <a:lvl1pPr algn="l">
              <a:lnSpc>
                <a:spcPct val="90000"/>
              </a:lnSpc>
              <a:tabLst>
                <a:tab pos="1258888" algn="l"/>
              </a:tabLst>
              <a:defRPr sz="5400" b="0" cap="none" baseline="0">
                <a:solidFill>
                  <a:schemeClr val="bg1"/>
                </a:solidFill>
                <a:latin typeface="+mj-lt"/>
              </a:defRPr>
            </a:lvl1pPr>
          </a:lstStyle>
          <a:p>
            <a:r>
              <a:rPr lang="en-US"/>
              <a:t>Click to edit Master title style</a:t>
            </a:r>
            <a:endParaRPr lang="en-GB"/>
          </a:p>
        </p:txBody>
      </p:sp>
      <p:sp>
        <p:nvSpPr>
          <p:cNvPr id="20" name="Text Placeholder 8">
            <a:extLst>
              <a:ext uri="{FF2B5EF4-FFF2-40B4-BE49-F238E27FC236}">
                <a16:creationId xmlns:a16="http://schemas.microsoft.com/office/drawing/2014/main" id="{04E8B402-A28C-9742-E11A-B00843CA0EDC}"/>
              </a:ext>
            </a:extLst>
          </p:cNvPr>
          <p:cNvSpPr>
            <a:spLocks noGrp="1"/>
          </p:cNvSpPr>
          <p:nvPr>
            <p:ph type="body" sz="quarter" idx="13" hasCustomPrompt="1"/>
          </p:nvPr>
        </p:nvSpPr>
        <p:spPr>
          <a:xfrm>
            <a:off x="407368" y="1051220"/>
            <a:ext cx="5545139" cy="215444"/>
          </a:xfrm>
        </p:spPr>
        <p:txBody>
          <a:bodyPr vert="horz" wrap="square" lIns="18000" tIns="0" rIns="0" bIns="0" rtlCol="0" anchor="t" anchorCtr="0">
            <a:spAutoFit/>
          </a:bodyPr>
          <a:lstStyle>
            <a:lvl1pPr>
              <a:defRPr lang="en-US" sz="1400" dirty="0">
                <a:solidFill>
                  <a:schemeClr val="bg1"/>
                </a:solidFill>
                <a:latin typeface="Ubuntu Light" panose="020B0304030602030204" pitchFamily="34" charset="0"/>
              </a:defRPr>
            </a:lvl1pPr>
          </a:lstStyle>
          <a:p>
            <a:pPr lvl="0"/>
            <a:r>
              <a:rPr lang="en-US"/>
              <a:t>Optional: Click to insert name</a:t>
            </a:r>
          </a:p>
        </p:txBody>
      </p:sp>
      <p:pic>
        <p:nvPicPr>
          <p:cNvPr id="2" name="Graphique 1">
            <a:extLst>
              <a:ext uri="{FF2B5EF4-FFF2-40B4-BE49-F238E27FC236}">
                <a16:creationId xmlns:a16="http://schemas.microsoft.com/office/drawing/2014/main" id="{E78B097A-C83A-8E20-C65E-D6BD39AC04C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02694" y="5960968"/>
            <a:ext cx="3240000" cy="492220"/>
          </a:xfrm>
          <a:prstGeom prst="rect">
            <a:avLst/>
          </a:prstGeom>
        </p:spPr>
      </p:pic>
    </p:spTree>
    <p:extLst>
      <p:ext uri="{BB962C8B-B14F-4D97-AF65-F5344CB8AC3E}">
        <p14:creationId xmlns:p14="http://schemas.microsoft.com/office/powerpoint/2010/main" val="2533238236"/>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showMasterSp="0" preserve="1" userDrawn="1">
  <p:cSld name="Titls slide 3a">
    <p:bg>
      <p:bgPr>
        <a:gradFill>
          <a:gsLst>
            <a:gs pos="100000">
              <a:schemeClr val="accent1"/>
            </a:gs>
            <a:gs pos="0">
              <a:schemeClr val="accent4"/>
            </a:gs>
          </a:gsLst>
          <a:lin ang="18900000" scaled="1"/>
        </a:gradFill>
        <a:effectLst/>
      </p:bgPr>
    </p:bg>
    <p:spTree>
      <p:nvGrpSpPr>
        <p:cNvPr id="1" name=""/>
        <p:cNvGrpSpPr/>
        <p:nvPr/>
      </p:nvGrpSpPr>
      <p:grpSpPr>
        <a:xfrm>
          <a:off x="0" y="0"/>
          <a:ext cx="0" cy="0"/>
          <a:chOff x="0" y="0"/>
          <a:chExt cx="0" cy="0"/>
        </a:xfrm>
      </p:grpSpPr>
      <p:sp>
        <p:nvSpPr>
          <p:cNvPr id="4" name="Text Placeholder 6">
            <a:extLst>
              <a:ext uri="{FF2B5EF4-FFF2-40B4-BE49-F238E27FC236}">
                <a16:creationId xmlns:a16="http://schemas.microsoft.com/office/drawing/2014/main" id="{6C58B55F-3EAC-C6DA-30E9-A9EAE34D711F}"/>
              </a:ext>
            </a:extLst>
          </p:cNvPr>
          <p:cNvSpPr>
            <a:spLocks noGrp="1"/>
          </p:cNvSpPr>
          <p:nvPr>
            <p:ph type="body" sz="quarter" idx="10" hasCustomPrompt="1"/>
          </p:nvPr>
        </p:nvSpPr>
        <p:spPr>
          <a:xfrm>
            <a:off x="427038" y="2320211"/>
            <a:ext cx="11356975" cy="2215991"/>
          </a:xfrm>
          <a:prstGeom prst="rect">
            <a:avLst/>
          </a:prstGeom>
        </p:spPr>
        <p:txBody>
          <a:bodyPr wrap="square" anchor="b" anchorCtr="0">
            <a:spAutoFit/>
          </a:bodyPr>
          <a:lstStyle>
            <a:lvl1pPr marL="0" indent="0" algn="l">
              <a:lnSpc>
                <a:spcPct val="90000"/>
              </a:lnSpc>
              <a:spcBef>
                <a:spcPts val="0"/>
              </a:spcBef>
              <a:spcAft>
                <a:spcPts val="0"/>
              </a:spcAft>
              <a:buFontTx/>
              <a:buNone/>
              <a:defRPr sz="8000" b="0" cap="none" baseline="0">
                <a:solidFill>
                  <a:schemeClr val="bg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Click to </a:t>
            </a:r>
            <a:r>
              <a:rPr lang="fr-FR" err="1"/>
              <a:t>edit</a:t>
            </a:r>
            <a:r>
              <a:rPr lang="fr-FR"/>
              <a:t> master </a:t>
            </a:r>
            <a:r>
              <a:rPr lang="fr-FR" err="1"/>
              <a:t>title</a:t>
            </a:r>
            <a:r>
              <a:rPr lang="fr-FR"/>
              <a:t> Style</a:t>
            </a:r>
          </a:p>
        </p:txBody>
      </p:sp>
      <p:pic>
        <p:nvPicPr>
          <p:cNvPr id="2" name="Graphique 1">
            <a:extLst>
              <a:ext uri="{FF2B5EF4-FFF2-40B4-BE49-F238E27FC236}">
                <a16:creationId xmlns:a16="http://schemas.microsoft.com/office/drawing/2014/main" id="{17BD511E-D6BB-5A53-995A-3924F6241AB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02694" y="5960968"/>
            <a:ext cx="3240000" cy="492220"/>
          </a:xfrm>
          <a:prstGeom prst="rect">
            <a:avLst/>
          </a:prstGeom>
        </p:spPr>
      </p:pic>
    </p:spTree>
    <p:extLst>
      <p:ext uri="{BB962C8B-B14F-4D97-AF65-F5344CB8AC3E}">
        <p14:creationId xmlns:p14="http://schemas.microsoft.com/office/powerpoint/2010/main" val="80884247"/>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showMasterSp="0" preserve="1" userDrawn="1">
  <p:cSld name="Title slide 3b">
    <p:bg>
      <p:bgPr>
        <a:solidFill>
          <a:schemeClr val="accent4"/>
        </a:solidFill>
        <a:effectLst/>
      </p:bgPr>
    </p:bg>
    <p:spTree>
      <p:nvGrpSpPr>
        <p:cNvPr id="1" name=""/>
        <p:cNvGrpSpPr/>
        <p:nvPr/>
      </p:nvGrpSpPr>
      <p:grpSpPr>
        <a:xfrm>
          <a:off x="0" y="0"/>
          <a:ext cx="0" cy="0"/>
          <a:chOff x="0" y="0"/>
          <a:chExt cx="0" cy="0"/>
        </a:xfrm>
      </p:grpSpPr>
      <p:sp>
        <p:nvSpPr>
          <p:cNvPr id="4" name="Text Placeholder 6">
            <a:extLst>
              <a:ext uri="{FF2B5EF4-FFF2-40B4-BE49-F238E27FC236}">
                <a16:creationId xmlns:a16="http://schemas.microsoft.com/office/drawing/2014/main" id="{6C58B55F-3EAC-C6DA-30E9-A9EAE34D711F}"/>
              </a:ext>
            </a:extLst>
          </p:cNvPr>
          <p:cNvSpPr>
            <a:spLocks noGrp="1"/>
          </p:cNvSpPr>
          <p:nvPr>
            <p:ph type="body" sz="quarter" idx="10" hasCustomPrompt="1"/>
          </p:nvPr>
        </p:nvSpPr>
        <p:spPr>
          <a:xfrm>
            <a:off x="427038" y="2320211"/>
            <a:ext cx="11356975" cy="2215991"/>
          </a:xfrm>
          <a:prstGeom prst="rect">
            <a:avLst/>
          </a:prstGeom>
        </p:spPr>
        <p:txBody>
          <a:bodyPr wrap="square" anchor="ctr" anchorCtr="0">
            <a:spAutoFit/>
          </a:bodyPr>
          <a:lstStyle>
            <a:lvl1pPr marL="0" indent="0" algn="l">
              <a:lnSpc>
                <a:spcPct val="90000"/>
              </a:lnSpc>
              <a:spcBef>
                <a:spcPts val="0"/>
              </a:spcBef>
              <a:spcAft>
                <a:spcPts val="0"/>
              </a:spcAft>
              <a:buFontTx/>
              <a:buNone/>
              <a:defRPr sz="8000" b="0" cap="none" baseline="0">
                <a:solidFill>
                  <a:schemeClr val="bg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Click to </a:t>
            </a:r>
            <a:r>
              <a:rPr lang="fr-FR" err="1"/>
              <a:t>edit</a:t>
            </a:r>
            <a:r>
              <a:rPr lang="fr-FR"/>
              <a:t> master </a:t>
            </a:r>
            <a:r>
              <a:rPr lang="fr-FR" err="1"/>
              <a:t>title</a:t>
            </a:r>
            <a:r>
              <a:rPr lang="fr-FR"/>
              <a:t> Style</a:t>
            </a:r>
          </a:p>
        </p:txBody>
      </p:sp>
      <p:pic>
        <p:nvPicPr>
          <p:cNvPr id="3" name="Graphique 2">
            <a:extLst>
              <a:ext uri="{FF2B5EF4-FFF2-40B4-BE49-F238E27FC236}">
                <a16:creationId xmlns:a16="http://schemas.microsoft.com/office/drawing/2014/main" id="{F6DE6DB0-1CA4-BE95-A591-9C81B7DEBDBD}"/>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02694" y="5960968"/>
            <a:ext cx="3240000" cy="492220"/>
          </a:xfrm>
          <a:prstGeom prst="rect">
            <a:avLst/>
          </a:prstGeom>
        </p:spPr>
      </p:pic>
    </p:spTree>
    <p:extLst>
      <p:ext uri="{BB962C8B-B14F-4D97-AF65-F5344CB8AC3E}">
        <p14:creationId xmlns:p14="http://schemas.microsoft.com/office/powerpoint/2010/main" val="2418813695"/>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showMasterSp="0" preserve="1" userDrawn="1">
  <p:cSld name="Title Slide 5">
    <p:bg>
      <p:bgPr>
        <a:solidFill>
          <a:schemeClr val="bg2"/>
        </a:solidFill>
        <a:effectLst/>
      </p:bgPr>
    </p:bg>
    <p:spTree>
      <p:nvGrpSpPr>
        <p:cNvPr id="1" name=""/>
        <p:cNvGrpSpPr/>
        <p:nvPr/>
      </p:nvGrpSpPr>
      <p:grpSpPr>
        <a:xfrm>
          <a:off x="0" y="0"/>
          <a:ext cx="0" cy="0"/>
          <a:chOff x="0" y="0"/>
          <a:chExt cx="0" cy="0"/>
        </a:xfrm>
      </p:grpSpPr>
      <p:pic>
        <p:nvPicPr>
          <p:cNvPr id="13" name="Picture 12" descr="A person standing in front of a group of people sitting around a table&#10;&#10;Description automatically generated">
            <a:extLst>
              <a:ext uri="{FF2B5EF4-FFF2-40B4-BE49-F238E27FC236}">
                <a16:creationId xmlns:a16="http://schemas.microsoft.com/office/drawing/2014/main" id="{39D656AC-4700-32B5-B49A-57D7CE94D272}"/>
              </a:ext>
            </a:extLst>
          </p:cNvPr>
          <p:cNvPicPr>
            <a:picLocks noChangeAspect="1"/>
          </p:cNvPicPr>
          <p:nvPr userDrawn="1"/>
        </p:nvPicPr>
        <p:blipFill>
          <a:blip r:embed="rId2"/>
          <a:stretch>
            <a:fillRect/>
          </a:stretch>
        </p:blipFill>
        <p:spPr>
          <a:xfrm>
            <a:off x="28098" y="0"/>
            <a:ext cx="12176179" cy="7202839"/>
          </a:xfrm>
          <a:prstGeom prst="rect">
            <a:avLst/>
          </a:prstGeom>
        </p:spPr>
      </p:pic>
      <p:grpSp>
        <p:nvGrpSpPr>
          <p:cNvPr id="2" name="Graphic 4">
            <a:extLst>
              <a:ext uri="{FF2B5EF4-FFF2-40B4-BE49-F238E27FC236}">
                <a16:creationId xmlns:a16="http://schemas.microsoft.com/office/drawing/2014/main" id="{825D766B-429E-D202-BAEC-BC13BE09A47A}"/>
              </a:ext>
            </a:extLst>
          </p:cNvPr>
          <p:cNvGrpSpPr>
            <a:grpSpLocks noChangeAspect="1"/>
          </p:cNvGrpSpPr>
          <p:nvPr userDrawn="1"/>
        </p:nvGrpSpPr>
        <p:grpSpPr>
          <a:xfrm>
            <a:off x="9332764" y="172214"/>
            <a:ext cx="1450519" cy="360423"/>
            <a:chOff x="6386989" y="1257136"/>
            <a:chExt cx="2560683" cy="636272"/>
          </a:xfrm>
          <a:solidFill>
            <a:schemeClr val="accent1">
              <a:lumMod val="60000"/>
              <a:lumOff val="40000"/>
            </a:schemeClr>
          </a:solidFill>
        </p:grpSpPr>
        <p:sp>
          <p:nvSpPr>
            <p:cNvPr id="3" name="Freeform: Shape 2">
              <a:extLst>
                <a:ext uri="{FF2B5EF4-FFF2-40B4-BE49-F238E27FC236}">
                  <a16:creationId xmlns:a16="http://schemas.microsoft.com/office/drawing/2014/main" id="{6B309AF7-7CC1-3741-FC88-759EC9206038}"/>
                </a:ext>
              </a:extLst>
            </p:cNvPr>
            <p:cNvSpPr/>
            <p:nvPr userDrawn="1"/>
          </p:nvSpPr>
          <p:spPr>
            <a:xfrm>
              <a:off x="8719072" y="1360960"/>
              <a:ext cx="228600" cy="485774"/>
            </a:xfrm>
            <a:custGeom>
              <a:avLst/>
              <a:gdLst>
                <a:gd name="connsiteX0" fmla="*/ 43339 w 228600"/>
                <a:gd name="connsiteY0" fmla="*/ 14764 h 485775"/>
                <a:gd name="connsiteX1" fmla="*/ 90011 w 228600"/>
                <a:gd name="connsiteY1" fmla="*/ 7144 h 485775"/>
                <a:gd name="connsiteX2" fmla="*/ 90011 w 228600"/>
                <a:gd name="connsiteY2" fmla="*/ 118586 h 485775"/>
                <a:gd name="connsiteX3" fmla="*/ 217646 w 228600"/>
                <a:gd name="connsiteY3" fmla="*/ 118586 h 485775"/>
                <a:gd name="connsiteX4" fmla="*/ 217646 w 228600"/>
                <a:gd name="connsiteY4" fmla="*/ 148114 h 485775"/>
                <a:gd name="connsiteX5" fmla="*/ 180499 w 228600"/>
                <a:gd name="connsiteY5" fmla="*/ 185261 h 485775"/>
                <a:gd name="connsiteX6" fmla="*/ 90011 w 228600"/>
                <a:gd name="connsiteY6" fmla="*/ 185261 h 485775"/>
                <a:gd name="connsiteX7" fmla="*/ 90011 w 228600"/>
                <a:gd name="connsiteY7" fmla="*/ 330994 h 485775"/>
                <a:gd name="connsiteX8" fmla="*/ 103346 w 228600"/>
                <a:gd name="connsiteY8" fmla="*/ 392906 h 485775"/>
                <a:gd name="connsiteX9" fmla="*/ 150019 w 228600"/>
                <a:gd name="connsiteY9" fmla="*/ 411004 h 485775"/>
                <a:gd name="connsiteX10" fmla="*/ 190024 w 228600"/>
                <a:gd name="connsiteY10" fmla="*/ 406241 h 485775"/>
                <a:gd name="connsiteX11" fmla="*/ 217646 w 228600"/>
                <a:gd name="connsiteY11" fmla="*/ 397669 h 485775"/>
                <a:gd name="connsiteX12" fmla="*/ 226219 w 228600"/>
                <a:gd name="connsiteY12" fmla="*/ 438626 h 485775"/>
                <a:gd name="connsiteX13" fmla="*/ 205264 w 228600"/>
                <a:gd name="connsiteY13" fmla="*/ 472916 h 485775"/>
                <a:gd name="connsiteX14" fmla="*/ 193834 w 228600"/>
                <a:gd name="connsiteY14" fmla="*/ 475774 h 485775"/>
                <a:gd name="connsiteX15" fmla="*/ 138589 w 228600"/>
                <a:gd name="connsiteY15" fmla="*/ 482441 h 485775"/>
                <a:gd name="connsiteX16" fmla="*/ 74771 w 228600"/>
                <a:gd name="connsiteY16" fmla="*/ 471964 h 485775"/>
                <a:gd name="connsiteX17" fmla="*/ 33814 w 228600"/>
                <a:gd name="connsiteY17" fmla="*/ 442436 h 485775"/>
                <a:gd name="connsiteX18" fmla="*/ 12859 w 228600"/>
                <a:gd name="connsiteY18" fmla="*/ 394811 h 485775"/>
                <a:gd name="connsiteX19" fmla="*/ 7144 w 228600"/>
                <a:gd name="connsiteY19" fmla="*/ 330994 h 485775"/>
                <a:gd name="connsiteX20" fmla="*/ 7144 w 228600"/>
                <a:gd name="connsiteY20" fmla="*/ 56674 h 485775"/>
                <a:gd name="connsiteX21" fmla="*/ 43339 w 228600"/>
                <a:gd name="connsiteY21" fmla="*/ 14764 h 48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28600" h="485775">
                  <a:moveTo>
                    <a:pt x="43339" y="14764"/>
                  </a:moveTo>
                  <a:lnTo>
                    <a:pt x="90011" y="7144"/>
                  </a:lnTo>
                  <a:lnTo>
                    <a:pt x="90011" y="118586"/>
                  </a:lnTo>
                  <a:lnTo>
                    <a:pt x="217646" y="118586"/>
                  </a:lnTo>
                  <a:lnTo>
                    <a:pt x="217646" y="148114"/>
                  </a:lnTo>
                  <a:cubicBezTo>
                    <a:pt x="217646" y="168116"/>
                    <a:pt x="201453" y="185261"/>
                    <a:pt x="180499" y="185261"/>
                  </a:cubicBezTo>
                  <a:lnTo>
                    <a:pt x="90011" y="185261"/>
                  </a:lnTo>
                  <a:lnTo>
                    <a:pt x="90011" y="330994"/>
                  </a:lnTo>
                  <a:cubicBezTo>
                    <a:pt x="90011" y="359569"/>
                    <a:pt x="94774" y="380524"/>
                    <a:pt x="103346" y="392906"/>
                  </a:cubicBezTo>
                  <a:cubicBezTo>
                    <a:pt x="112871" y="405289"/>
                    <a:pt x="128111" y="411004"/>
                    <a:pt x="150019" y="411004"/>
                  </a:cubicBezTo>
                  <a:cubicBezTo>
                    <a:pt x="165259" y="411004"/>
                    <a:pt x="178594" y="409099"/>
                    <a:pt x="190024" y="406241"/>
                  </a:cubicBezTo>
                  <a:cubicBezTo>
                    <a:pt x="201453" y="403384"/>
                    <a:pt x="210978" y="400526"/>
                    <a:pt x="217646" y="397669"/>
                  </a:cubicBezTo>
                  <a:lnTo>
                    <a:pt x="226219" y="438626"/>
                  </a:lnTo>
                  <a:cubicBezTo>
                    <a:pt x="229076" y="453866"/>
                    <a:pt x="220503" y="469106"/>
                    <a:pt x="205264" y="472916"/>
                  </a:cubicBezTo>
                  <a:lnTo>
                    <a:pt x="193834" y="475774"/>
                  </a:lnTo>
                  <a:cubicBezTo>
                    <a:pt x="178594" y="480536"/>
                    <a:pt x="159544" y="482441"/>
                    <a:pt x="138589" y="482441"/>
                  </a:cubicBezTo>
                  <a:cubicBezTo>
                    <a:pt x="112871" y="482441"/>
                    <a:pt x="91916" y="478631"/>
                    <a:pt x="74771" y="471964"/>
                  </a:cubicBezTo>
                  <a:cubicBezTo>
                    <a:pt x="57626" y="465296"/>
                    <a:pt x="44291" y="454819"/>
                    <a:pt x="33814" y="442436"/>
                  </a:cubicBezTo>
                  <a:cubicBezTo>
                    <a:pt x="23336" y="429101"/>
                    <a:pt x="16669" y="413861"/>
                    <a:pt x="12859" y="394811"/>
                  </a:cubicBezTo>
                  <a:cubicBezTo>
                    <a:pt x="9049" y="376714"/>
                    <a:pt x="7144" y="354806"/>
                    <a:pt x="7144" y="330994"/>
                  </a:cubicBezTo>
                  <a:lnTo>
                    <a:pt x="7144" y="56674"/>
                  </a:lnTo>
                  <a:cubicBezTo>
                    <a:pt x="7144" y="36671"/>
                    <a:pt x="22384" y="18574"/>
                    <a:pt x="43339" y="14764"/>
                  </a:cubicBezTo>
                  <a:close/>
                </a:path>
              </a:pathLst>
            </a:custGeom>
            <a:grpFill/>
            <a:ln w="9525" cap="flat">
              <a:noFill/>
              <a:prstDash val="solid"/>
              <a:miter/>
            </a:ln>
          </p:spPr>
          <p:txBody>
            <a:bodyPr lIns="73152" tIns="36576" rIns="73152" bIns="36576" rtlCol="0" anchor="ctr"/>
            <a:lstStyle/>
            <a:p>
              <a:endParaRPr lang="de-DE"/>
            </a:p>
          </p:txBody>
        </p:sp>
        <p:sp>
          <p:nvSpPr>
            <p:cNvPr id="4" name="Freeform: Shape 3">
              <a:extLst>
                <a:ext uri="{FF2B5EF4-FFF2-40B4-BE49-F238E27FC236}">
                  <a16:creationId xmlns:a16="http://schemas.microsoft.com/office/drawing/2014/main" id="{08CA8966-05D6-2467-E75C-8964206802C2}"/>
                </a:ext>
              </a:extLst>
            </p:cNvPr>
            <p:cNvSpPr/>
            <p:nvPr/>
          </p:nvSpPr>
          <p:spPr>
            <a:xfrm>
              <a:off x="7972896" y="1460972"/>
              <a:ext cx="333375" cy="381000"/>
            </a:xfrm>
            <a:custGeom>
              <a:avLst/>
              <a:gdLst>
                <a:gd name="connsiteX0" fmla="*/ 7144 w 333375"/>
                <a:gd name="connsiteY0" fmla="*/ 196691 h 381000"/>
                <a:gd name="connsiteX1" fmla="*/ 21431 w 333375"/>
                <a:gd name="connsiteY1" fmla="*/ 113824 h 381000"/>
                <a:gd name="connsiteX2" fmla="*/ 58579 w 333375"/>
                <a:gd name="connsiteY2" fmla="*/ 54769 h 381000"/>
                <a:gd name="connsiteX3" fmla="*/ 111919 w 333375"/>
                <a:gd name="connsiteY3" fmla="*/ 19526 h 381000"/>
                <a:gd name="connsiteX4" fmla="*/ 173831 w 333375"/>
                <a:gd name="connsiteY4" fmla="*/ 7144 h 381000"/>
                <a:gd name="connsiteX5" fmla="*/ 289084 w 333375"/>
                <a:gd name="connsiteY5" fmla="*/ 52864 h 381000"/>
                <a:gd name="connsiteX6" fmla="*/ 330041 w 333375"/>
                <a:gd name="connsiteY6" fmla="*/ 189071 h 381000"/>
                <a:gd name="connsiteX7" fmla="*/ 330041 w 333375"/>
                <a:gd name="connsiteY7" fmla="*/ 204311 h 381000"/>
                <a:gd name="connsiteX8" fmla="*/ 329089 w 333375"/>
                <a:gd name="connsiteY8" fmla="*/ 219551 h 381000"/>
                <a:gd name="connsiteX9" fmla="*/ 93822 w 333375"/>
                <a:gd name="connsiteY9" fmla="*/ 219551 h 381000"/>
                <a:gd name="connsiteX10" fmla="*/ 124301 w 333375"/>
                <a:gd name="connsiteY10" fmla="*/ 286226 h 381000"/>
                <a:gd name="connsiteX11" fmla="*/ 202406 w 333375"/>
                <a:gd name="connsiteY11" fmla="*/ 310039 h 381000"/>
                <a:gd name="connsiteX12" fmla="*/ 257651 w 333375"/>
                <a:gd name="connsiteY12" fmla="*/ 304324 h 381000"/>
                <a:gd name="connsiteX13" fmla="*/ 269081 w 333375"/>
                <a:gd name="connsiteY13" fmla="*/ 301466 h 381000"/>
                <a:gd name="connsiteX14" fmla="*/ 301466 w 333375"/>
                <a:gd name="connsiteY14" fmla="*/ 323374 h 381000"/>
                <a:gd name="connsiteX15" fmla="*/ 307181 w 333375"/>
                <a:gd name="connsiteY15" fmla="*/ 360521 h 381000"/>
                <a:gd name="connsiteX16" fmla="*/ 288131 w 333375"/>
                <a:gd name="connsiteY16" fmla="*/ 368141 h 381000"/>
                <a:gd name="connsiteX17" fmla="*/ 260509 w 333375"/>
                <a:gd name="connsiteY17" fmla="*/ 374809 h 381000"/>
                <a:gd name="connsiteX18" fmla="*/ 227172 w 333375"/>
                <a:gd name="connsiteY18" fmla="*/ 379571 h 381000"/>
                <a:gd name="connsiteX19" fmla="*/ 190976 w 333375"/>
                <a:gd name="connsiteY19" fmla="*/ 381476 h 381000"/>
                <a:gd name="connsiteX20" fmla="*/ 109061 w 333375"/>
                <a:gd name="connsiteY20" fmla="*/ 367189 h 381000"/>
                <a:gd name="connsiteX21" fmla="*/ 51911 w 333375"/>
                <a:gd name="connsiteY21" fmla="*/ 328136 h 381000"/>
                <a:gd name="connsiteX22" fmla="*/ 18574 w 333375"/>
                <a:gd name="connsiteY22" fmla="*/ 269081 h 381000"/>
                <a:gd name="connsiteX23" fmla="*/ 7144 w 333375"/>
                <a:gd name="connsiteY23" fmla="*/ 196691 h 381000"/>
                <a:gd name="connsiteX24" fmla="*/ 246222 w 333375"/>
                <a:gd name="connsiteY24" fmla="*/ 159544 h 381000"/>
                <a:gd name="connsiteX25" fmla="*/ 241459 w 333375"/>
                <a:gd name="connsiteY25" fmla="*/ 127159 h 381000"/>
                <a:gd name="connsiteX26" fmla="*/ 227172 w 333375"/>
                <a:gd name="connsiteY26" fmla="*/ 100489 h 381000"/>
                <a:gd name="connsiteX27" fmla="*/ 204311 w 333375"/>
                <a:gd name="connsiteY27" fmla="*/ 82391 h 381000"/>
                <a:gd name="connsiteX28" fmla="*/ 172879 w 333375"/>
                <a:gd name="connsiteY28" fmla="*/ 75724 h 381000"/>
                <a:gd name="connsiteX29" fmla="*/ 139541 w 333375"/>
                <a:gd name="connsiteY29" fmla="*/ 83344 h 381000"/>
                <a:gd name="connsiteX30" fmla="*/ 115729 w 333375"/>
                <a:gd name="connsiteY30" fmla="*/ 102394 h 381000"/>
                <a:gd name="connsiteX31" fmla="*/ 100489 w 333375"/>
                <a:gd name="connsiteY31" fmla="*/ 129064 h 381000"/>
                <a:gd name="connsiteX32" fmla="*/ 92869 w 333375"/>
                <a:gd name="connsiteY32" fmla="*/ 159544 h 381000"/>
                <a:gd name="connsiteX33" fmla="*/ 246222 w 333375"/>
                <a:gd name="connsiteY33" fmla="*/ 159544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33375" h="381000">
                  <a:moveTo>
                    <a:pt x="7144" y="196691"/>
                  </a:moveTo>
                  <a:cubicBezTo>
                    <a:pt x="7144" y="165259"/>
                    <a:pt x="11906" y="137636"/>
                    <a:pt x="21431" y="113824"/>
                  </a:cubicBezTo>
                  <a:cubicBezTo>
                    <a:pt x="30956" y="90011"/>
                    <a:pt x="43339" y="70009"/>
                    <a:pt x="58579" y="54769"/>
                  </a:cubicBezTo>
                  <a:cubicBezTo>
                    <a:pt x="73819" y="38576"/>
                    <a:pt x="91916" y="27146"/>
                    <a:pt x="111919" y="19526"/>
                  </a:cubicBezTo>
                  <a:cubicBezTo>
                    <a:pt x="131922" y="11906"/>
                    <a:pt x="152876" y="7144"/>
                    <a:pt x="173831" y="7144"/>
                  </a:cubicBezTo>
                  <a:cubicBezTo>
                    <a:pt x="223361" y="7144"/>
                    <a:pt x="261461" y="22384"/>
                    <a:pt x="289084" y="52864"/>
                  </a:cubicBezTo>
                  <a:cubicBezTo>
                    <a:pt x="316706" y="83344"/>
                    <a:pt x="330041" y="129064"/>
                    <a:pt x="330041" y="189071"/>
                  </a:cubicBezTo>
                  <a:cubicBezTo>
                    <a:pt x="330041" y="193834"/>
                    <a:pt x="330041" y="198596"/>
                    <a:pt x="330041" y="204311"/>
                  </a:cubicBezTo>
                  <a:cubicBezTo>
                    <a:pt x="330041" y="210026"/>
                    <a:pt x="329089" y="214789"/>
                    <a:pt x="329089" y="219551"/>
                  </a:cubicBezTo>
                  <a:lnTo>
                    <a:pt x="93822" y="219551"/>
                  </a:lnTo>
                  <a:cubicBezTo>
                    <a:pt x="95726" y="248126"/>
                    <a:pt x="106204" y="270034"/>
                    <a:pt x="124301" y="286226"/>
                  </a:cubicBezTo>
                  <a:cubicBezTo>
                    <a:pt x="142399" y="301466"/>
                    <a:pt x="168116" y="310039"/>
                    <a:pt x="202406" y="310039"/>
                  </a:cubicBezTo>
                  <a:cubicBezTo>
                    <a:pt x="222409" y="310039"/>
                    <a:pt x="240506" y="308134"/>
                    <a:pt x="257651" y="304324"/>
                  </a:cubicBezTo>
                  <a:cubicBezTo>
                    <a:pt x="261461" y="303371"/>
                    <a:pt x="266224" y="302419"/>
                    <a:pt x="269081" y="301466"/>
                  </a:cubicBezTo>
                  <a:cubicBezTo>
                    <a:pt x="284322" y="297656"/>
                    <a:pt x="298609" y="308134"/>
                    <a:pt x="301466" y="323374"/>
                  </a:cubicBezTo>
                  <a:lnTo>
                    <a:pt x="307181" y="360521"/>
                  </a:lnTo>
                  <a:cubicBezTo>
                    <a:pt x="302419" y="362426"/>
                    <a:pt x="296704" y="365284"/>
                    <a:pt x="288131" y="368141"/>
                  </a:cubicBezTo>
                  <a:cubicBezTo>
                    <a:pt x="280511" y="370999"/>
                    <a:pt x="270986" y="372904"/>
                    <a:pt x="260509" y="374809"/>
                  </a:cubicBezTo>
                  <a:cubicBezTo>
                    <a:pt x="250031" y="376714"/>
                    <a:pt x="239554" y="378619"/>
                    <a:pt x="227172" y="379571"/>
                  </a:cubicBezTo>
                  <a:cubicBezTo>
                    <a:pt x="214789" y="380524"/>
                    <a:pt x="203359" y="381476"/>
                    <a:pt x="190976" y="381476"/>
                  </a:cubicBezTo>
                  <a:cubicBezTo>
                    <a:pt x="159544" y="381476"/>
                    <a:pt x="131922" y="376714"/>
                    <a:pt x="109061" y="367189"/>
                  </a:cubicBezTo>
                  <a:cubicBezTo>
                    <a:pt x="86201" y="357664"/>
                    <a:pt x="67151" y="345281"/>
                    <a:pt x="51911" y="328136"/>
                  </a:cubicBezTo>
                  <a:cubicBezTo>
                    <a:pt x="36672" y="311944"/>
                    <a:pt x="26194" y="291941"/>
                    <a:pt x="18574" y="269081"/>
                  </a:cubicBezTo>
                  <a:cubicBezTo>
                    <a:pt x="10954" y="248126"/>
                    <a:pt x="7144" y="223361"/>
                    <a:pt x="7144" y="196691"/>
                  </a:cubicBezTo>
                  <a:close/>
                  <a:moveTo>
                    <a:pt x="246222" y="159544"/>
                  </a:moveTo>
                  <a:cubicBezTo>
                    <a:pt x="246222" y="148114"/>
                    <a:pt x="244316" y="137636"/>
                    <a:pt x="241459" y="127159"/>
                  </a:cubicBezTo>
                  <a:cubicBezTo>
                    <a:pt x="238601" y="116681"/>
                    <a:pt x="233839" y="108109"/>
                    <a:pt x="227172" y="100489"/>
                  </a:cubicBezTo>
                  <a:cubicBezTo>
                    <a:pt x="221456" y="92869"/>
                    <a:pt x="213836" y="87154"/>
                    <a:pt x="204311" y="82391"/>
                  </a:cubicBezTo>
                  <a:cubicBezTo>
                    <a:pt x="195739" y="77629"/>
                    <a:pt x="185261" y="75724"/>
                    <a:pt x="172879" y="75724"/>
                  </a:cubicBezTo>
                  <a:cubicBezTo>
                    <a:pt x="160497" y="75724"/>
                    <a:pt x="149066" y="78581"/>
                    <a:pt x="139541" y="83344"/>
                  </a:cubicBezTo>
                  <a:cubicBezTo>
                    <a:pt x="130016" y="88106"/>
                    <a:pt x="121444" y="94774"/>
                    <a:pt x="115729" y="102394"/>
                  </a:cubicBezTo>
                  <a:cubicBezTo>
                    <a:pt x="110014" y="110014"/>
                    <a:pt x="104299" y="118586"/>
                    <a:pt x="100489" y="129064"/>
                  </a:cubicBezTo>
                  <a:cubicBezTo>
                    <a:pt x="96679" y="139541"/>
                    <a:pt x="94774" y="149066"/>
                    <a:pt x="92869" y="159544"/>
                  </a:cubicBezTo>
                  <a:lnTo>
                    <a:pt x="246222" y="159544"/>
                  </a:lnTo>
                  <a:close/>
                </a:path>
              </a:pathLst>
            </a:custGeom>
            <a:grpFill/>
            <a:ln w="9525" cap="flat">
              <a:noFill/>
              <a:prstDash val="solid"/>
              <a:miter/>
            </a:ln>
          </p:spPr>
          <p:txBody>
            <a:bodyPr lIns="73152" tIns="36576" rIns="73152" bIns="36576" rtlCol="0" anchor="ctr"/>
            <a:lstStyle/>
            <a:p>
              <a:endParaRPr lang="de-DE"/>
            </a:p>
          </p:txBody>
        </p:sp>
        <p:sp>
          <p:nvSpPr>
            <p:cNvPr id="5" name="Freeform: Shape 4">
              <a:extLst>
                <a:ext uri="{FF2B5EF4-FFF2-40B4-BE49-F238E27FC236}">
                  <a16:creationId xmlns:a16="http://schemas.microsoft.com/office/drawing/2014/main" id="{896F3BA8-02A3-CA25-C890-B6BCD02FF637}"/>
                </a:ext>
              </a:extLst>
            </p:cNvPr>
            <p:cNvSpPr/>
            <p:nvPr/>
          </p:nvSpPr>
          <p:spPr>
            <a:xfrm>
              <a:off x="7182323" y="1317145"/>
              <a:ext cx="114301" cy="114301"/>
            </a:xfrm>
            <a:custGeom>
              <a:avLst/>
              <a:gdLst>
                <a:gd name="connsiteX0" fmla="*/ 109061 w 114300"/>
                <a:gd name="connsiteY0" fmla="*/ 58579 h 114300"/>
                <a:gd name="connsiteX1" fmla="*/ 93821 w 114300"/>
                <a:gd name="connsiteY1" fmla="*/ 95726 h 114300"/>
                <a:gd name="connsiteX2" fmla="*/ 58579 w 114300"/>
                <a:gd name="connsiteY2" fmla="*/ 109061 h 114300"/>
                <a:gd name="connsiteX3" fmla="*/ 22384 w 114300"/>
                <a:gd name="connsiteY3" fmla="*/ 95726 h 114300"/>
                <a:gd name="connsiteX4" fmla="*/ 7144 w 114300"/>
                <a:gd name="connsiteY4" fmla="*/ 58579 h 114300"/>
                <a:gd name="connsiteX5" fmla="*/ 22384 w 114300"/>
                <a:gd name="connsiteY5" fmla="*/ 20479 h 114300"/>
                <a:gd name="connsiteX6" fmla="*/ 58579 w 114300"/>
                <a:gd name="connsiteY6" fmla="*/ 7144 h 114300"/>
                <a:gd name="connsiteX7" fmla="*/ 93821 w 114300"/>
                <a:gd name="connsiteY7" fmla="*/ 20479 h 114300"/>
                <a:gd name="connsiteX8" fmla="*/ 109061 w 114300"/>
                <a:gd name="connsiteY8" fmla="*/ 58579 h 114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4300" h="114300">
                  <a:moveTo>
                    <a:pt x="109061" y="58579"/>
                  </a:moveTo>
                  <a:cubicBezTo>
                    <a:pt x="109061" y="73819"/>
                    <a:pt x="104299" y="86201"/>
                    <a:pt x="93821" y="95726"/>
                  </a:cubicBezTo>
                  <a:cubicBezTo>
                    <a:pt x="83344" y="105251"/>
                    <a:pt x="71914" y="109061"/>
                    <a:pt x="58579" y="109061"/>
                  </a:cubicBezTo>
                  <a:cubicBezTo>
                    <a:pt x="44291" y="109061"/>
                    <a:pt x="31909" y="104299"/>
                    <a:pt x="22384" y="95726"/>
                  </a:cubicBezTo>
                  <a:cubicBezTo>
                    <a:pt x="11906" y="86201"/>
                    <a:pt x="7144" y="73819"/>
                    <a:pt x="7144" y="58579"/>
                  </a:cubicBezTo>
                  <a:cubicBezTo>
                    <a:pt x="7144" y="42386"/>
                    <a:pt x="11906" y="30004"/>
                    <a:pt x="22384" y="20479"/>
                  </a:cubicBezTo>
                  <a:cubicBezTo>
                    <a:pt x="32861" y="10954"/>
                    <a:pt x="44291" y="7144"/>
                    <a:pt x="58579" y="7144"/>
                  </a:cubicBezTo>
                  <a:cubicBezTo>
                    <a:pt x="71914" y="7144"/>
                    <a:pt x="84296" y="11906"/>
                    <a:pt x="93821" y="20479"/>
                  </a:cubicBezTo>
                  <a:cubicBezTo>
                    <a:pt x="104299" y="30004"/>
                    <a:pt x="109061" y="43339"/>
                    <a:pt x="109061" y="58579"/>
                  </a:cubicBezTo>
                  <a:close/>
                </a:path>
              </a:pathLst>
            </a:custGeom>
            <a:grpFill/>
            <a:ln w="9525" cap="flat">
              <a:noFill/>
              <a:prstDash val="solid"/>
              <a:miter/>
            </a:ln>
          </p:spPr>
          <p:txBody>
            <a:bodyPr lIns="73152" tIns="36576" rIns="73152" bIns="36576" rtlCol="0" anchor="ctr"/>
            <a:lstStyle/>
            <a:p>
              <a:endParaRPr lang="de-DE"/>
            </a:p>
          </p:txBody>
        </p:sp>
        <p:sp>
          <p:nvSpPr>
            <p:cNvPr id="14" name="Freeform: Shape 5">
              <a:extLst>
                <a:ext uri="{FF2B5EF4-FFF2-40B4-BE49-F238E27FC236}">
                  <a16:creationId xmlns:a16="http://schemas.microsoft.com/office/drawing/2014/main" id="{7A9C61F1-78A3-6494-378E-3980561FBD29}"/>
                </a:ext>
              </a:extLst>
            </p:cNvPr>
            <p:cNvSpPr/>
            <p:nvPr/>
          </p:nvSpPr>
          <p:spPr>
            <a:xfrm>
              <a:off x="7192800" y="1473355"/>
              <a:ext cx="95250" cy="371475"/>
            </a:xfrm>
            <a:custGeom>
              <a:avLst/>
              <a:gdLst>
                <a:gd name="connsiteX0" fmla="*/ 90011 w 95250"/>
                <a:gd name="connsiteY0" fmla="*/ 366236 h 371475"/>
                <a:gd name="connsiteX1" fmla="*/ 67151 w 95250"/>
                <a:gd name="connsiteY1" fmla="*/ 366236 h 371475"/>
                <a:gd name="connsiteX2" fmla="*/ 7144 w 95250"/>
                <a:gd name="connsiteY2" fmla="*/ 306229 h 371475"/>
                <a:gd name="connsiteX3" fmla="*/ 7144 w 95250"/>
                <a:gd name="connsiteY3" fmla="*/ 7144 h 371475"/>
                <a:gd name="connsiteX4" fmla="*/ 35719 w 95250"/>
                <a:gd name="connsiteY4" fmla="*/ 7144 h 371475"/>
                <a:gd name="connsiteX5" fmla="*/ 90011 w 95250"/>
                <a:gd name="connsiteY5" fmla="*/ 62389 h 371475"/>
                <a:gd name="connsiteX6" fmla="*/ 90011 w 95250"/>
                <a:gd name="connsiteY6" fmla="*/ 366236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250" h="371475">
                  <a:moveTo>
                    <a:pt x="90011" y="366236"/>
                  </a:moveTo>
                  <a:lnTo>
                    <a:pt x="67151" y="366236"/>
                  </a:lnTo>
                  <a:cubicBezTo>
                    <a:pt x="33814" y="366236"/>
                    <a:pt x="7144" y="339566"/>
                    <a:pt x="7144" y="306229"/>
                  </a:cubicBezTo>
                  <a:lnTo>
                    <a:pt x="7144" y="7144"/>
                  </a:lnTo>
                  <a:lnTo>
                    <a:pt x="35719" y="7144"/>
                  </a:lnTo>
                  <a:cubicBezTo>
                    <a:pt x="66199" y="7144"/>
                    <a:pt x="90011" y="31909"/>
                    <a:pt x="90011" y="62389"/>
                  </a:cubicBezTo>
                  <a:lnTo>
                    <a:pt x="90011" y="366236"/>
                  </a:lnTo>
                  <a:close/>
                </a:path>
              </a:pathLst>
            </a:custGeom>
            <a:grpFill/>
            <a:ln w="9525" cap="flat">
              <a:noFill/>
              <a:prstDash val="solid"/>
              <a:miter/>
            </a:ln>
          </p:spPr>
          <p:txBody>
            <a:bodyPr lIns="73152" tIns="36576" rIns="73152" bIns="36576" rtlCol="0" anchor="ctr"/>
            <a:lstStyle/>
            <a:p>
              <a:endParaRPr lang="de-DE"/>
            </a:p>
          </p:txBody>
        </p:sp>
        <p:sp>
          <p:nvSpPr>
            <p:cNvPr id="15" name="Freeform: Shape 6">
              <a:extLst>
                <a:ext uri="{FF2B5EF4-FFF2-40B4-BE49-F238E27FC236}">
                  <a16:creationId xmlns:a16="http://schemas.microsoft.com/office/drawing/2014/main" id="{47671967-8DCF-73F4-672B-CBB188FEC699}"/>
                </a:ext>
              </a:extLst>
            </p:cNvPr>
            <p:cNvSpPr/>
            <p:nvPr/>
          </p:nvSpPr>
          <p:spPr>
            <a:xfrm>
              <a:off x="7637617" y="1474308"/>
              <a:ext cx="352426" cy="371475"/>
            </a:xfrm>
            <a:custGeom>
              <a:avLst/>
              <a:gdLst>
                <a:gd name="connsiteX0" fmla="*/ 287179 w 352425"/>
                <a:gd name="connsiteY0" fmla="*/ 7144 h 371475"/>
                <a:gd name="connsiteX1" fmla="*/ 250031 w 352425"/>
                <a:gd name="connsiteY1" fmla="*/ 43339 h 371475"/>
                <a:gd name="connsiteX2" fmla="*/ 179547 w 352425"/>
                <a:gd name="connsiteY2" fmla="*/ 246221 h 371475"/>
                <a:gd name="connsiteX3" fmla="*/ 106204 w 352425"/>
                <a:gd name="connsiteY3" fmla="*/ 47149 h 371475"/>
                <a:gd name="connsiteX4" fmla="*/ 68104 w 352425"/>
                <a:gd name="connsiteY4" fmla="*/ 7144 h 371475"/>
                <a:gd name="connsiteX5" fmla="*/ 27147 w 352425"/>
                <a:gd name="connsiteY5" fmla="*/ 7144 h 371475"/>
                <a:gd name="connsiteX6" fmla="*/ 7144 w 352425"/>
                <a:gd name="connsiteY6" fmla="*/ 7144 h 371475"/>
                <a:gd name="connsiteX7" fmla="*/ 130969 w 352425"/>
                <a:gd name="connsiteY7" fmla="*/ 329089 h 371475"/>
                <a:gd name="connsiteX8" fmla="*/ 171927 w 352425"/>
                <a:gd name="connsiteY8" fmla="*/ 365284 h 371475"/>
                <a:gd name="connsiteX9" fmla="*/ 213836 w 352425"/>
                <a:gd name="connsiteY9" fmla="*/ 365284 h 371475"/>
                <a:gd name="connsiteX10" fmla="*/ 350044 w 352425"/>
                <a:gd name="connsiteY10" fmla="*/ 7144 h 371475"/>
                <a:gd name="connsiteX11" fmla="*/ 287179 w 352425"/>
                <a:gd name="connsiteY11" fmla="*/ 7144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52425" h="371475">
                  <a:moveTo>
                    <a:pt x="287179" y="7144"/>
                  </a:moveTo>
                  <a:cubicBezTo>
                    <a:pt x="265272" y="7144"/>
                    <a:pt x="259556" y="18574"/>
                    <a:pt x="250031" y="43339"/>
                  </a:cubicBezTo>
                  <a:lnTo>
                    <a:pt x="179547" y="246221"/>
                  </a:lnTo>
                  <a:lnTo>
                    <a:pt x="106204" y="47149"/>
                  </a:lnTo>
                  <a:cubicBezTo>
                    <a:pt x="97631" y="21431"/>
                    <a:pt x="90011" y="7144"/>
                    <a:pt x="68104" y="7144"/>
                  </a:cubicBezTo>
                  <a:lnTo>
                    <a:pt x="27147" y="7144"/>
                  </a:lnTo>
                  <a:lnTo>
                    <a:pt x="7144" y="7144"/>
                  </a:lnTo>
                  <a:lnTo>
                    <a:pt x="130969" y="329089"/>
                  </a:lnTo>
                  <a:cubicBezTo>
                    <a:pt x="142399" y="352901"/>
                    <a:pt x="150019" y="365284"/>
                    <a:pt x="171927" y="365284"/>
                  </a:cubicBezTo>
                  <a:lnTo>
                    <a:pt x="213836" y="365284"/>
                  </a:lnTo>
                  <a:lnTo>
                    <a:pt x="350044" y="7144"/>
                  </a:lnTo>
                  <a:lnTo>
                    <a:pt x="287179" y="7144"/>
                  </a:lnTo>
                  <a:close/>
                </a:path>
              </a:pathLst>
            </a:custGeom>
            <a:grpFill/>
            <a:ln w="9525" cap="flat">
              <a:noFill/>
              <a:prstDash val="solid"/>
              <a:miter/>
            </a:ln>
          </p:spPr>
          <p:txBody>
            <a:bodyPr lIns="73152" tIns="36576" rIns="73152" bIns="36576" rtlCol="0" anchor="ctr"/>
            <a:lstStyle/>
            <a:p>
              <a:endParaRPr lang="de-DE"/>
            </a:p>
          </p:txBody>
        </p:sp>
        <p:sp>
          <p:nvSpPr>
            <p:cNvPr id="16" name="Freeform: Shape 7">
              <a:extLst>
                <a:ext uri="{FF2B5EF4-FFF2-40B4-BE49-F238E27FC236}">
                  <a16:creationId xmlns:a16="http://schemas.microsoft.com/office/drawing/2014/main" id="{02F0F49D-95F7-5B09-5E8B-8F3D4AFBAEEE}"/>
                </a:ext>
              </a:extLst>
            </p:cNvPr>
            <p:cNvSpPr/>
            <p:nvPr/>
          </p:nvSpPr>
          <p:spPr>
            <a:xfrm>
              <a:off x="7326150" y="1464782"/>
              <a:ext cx="314325" cy="381000"/>
            </a:xfrm>
            <a:custGeom>
              <a:avLst/>
              <a:gdLst>
                <a:gd name="connsiteX0" fmla="*/ 300514 w 314325"/>
                <a:gd name="connsiteY0" fmla="*/ 105251 h 381000"/>
                <a:gd name="connsiteX1" fmla="*/ 275749 w 314325"/>
                <a:gd name="connsiteY1" fmla="*/ 52864 h 381000"/>
                <a:gd name="connsiteX2" fmla="*/ 229076 w 314325"/>
                <a:gd name="connsiteY2" fmla="*/ 19526 h 381000"/>
                <a:gd name="connsiteX3" fmla="*/ 155734 w 314325"/>
                <a:gd name="connsiteY3" fmla="*/ 7144 h 381000"/>
                <a:gd name="connsiteX4" fmla="*/ 70009 w 314325"/>
                <a:gd name="connsiteY4" fmla="*/ 13811 h 381000"/>
                <a:gd name="connsiteX5" fmla="*/ 7144 w 314325"/>
                <a:gd name="connsiteY5" fmla="*/ 27146 h 381000"/>
                <a:gd name="connsiteX6" fmla="*/ 7144 w 314325"/>
                <a:gd name="connsiteY6" fmla="*/ 329089 h 381000"/>
                <a:gd name="connsiteX7" fmla="*/ 7144 w 314325"/>
                <a:gd name="connsiteY7" fmla="*/ 329089 h 381000"/>
                <a:gd name="connsiteX8" fmla="*/ 7144 w 314325"/>
                <a:gd name="connsiteY8" fmla="*/ 338614 h 381000"/>
                <a:gd name="connsiteX9" fmla="*/ 44291 w 314325"/>
                <a:gd name="connsiteY9" fmla="*/ 375761 h 381000"/>
                <a:gd name="connsiteX10" fmla="*/ 45244 w 314325"/>
                <a:gd name="connsiteY10" fmla="*/ 375761 h 381000"/>
                <a:gd name="connsiteX11" fmla="*/ 45244 w 314325"/>
                <a:gd name="connsiteY11" fmla="*/ 375761 h 381000"/>
                <a:gd name="connsiteX12" fmla="*/ 90964 w 314325"/>
                <a:gd name="connsiteY12" fmla="*/ 375761 h 381000"/>
                <a:gd name="connsiteX13" fmla="*/ 90964 w 314325"/>
                <a:gd name="connsiteY13" fmla="*/ 84296 h 381000"/>
                <a:gd name="connsiteX14" fmla="*/ 116682 w 314325"/>
                <a:gd name="connsiteY14" fmla="*/ 80486 h 381000"/>
                <a:gd name="connsiteX15" fmla="*/ 150019 w 314325"/>
                <a:gd name="connsiteY15" fmla="*/ 78581 h 381000"/>
                <a:gd name="connsiteX16" fmla="*/ 186214 w 314325"/>
                <a:gd name="connsiteY16" fmla="*/ 84296 h 381000"/>
                <a:gd name="connsiteX17" fmla="*/ 210026 w 314325"/>
                <a:gd name="connsiteY17" fmla="*/ 102394 h 381000"/>
                <a:gd name="connsiteX18" fmla="*/ 222409 w 314325"/>
                <a:gd name="connsiteY18" fmla="*/ 135731 h 381000"/>
                <a:gd name="connsiteX19" fmla="*/ 226219 w 314325"/>
                <a:gd name="connsiteY19" fmla="*/ 185261 h 381000"/>
                <a:gd name="connsiteX20" fmla="*/ 226219 w 314325"/>
                <a:gd name="connsiteY20" fmla="*/ 328136 h 381000"/>
                <a:gd name="connsiteX21" fmla="*/ 226219 w 314325"/>
                <a:gd name="connsiteY21" fmla="*/ 328136 h 381000"/>
                <a:gd name="connsiteX22" fmla="*/ 226219 w 314325"/>
                <a:gd name="connsiteY22" fmla="*/ 337661 h 381000"/>
                <a:gd name="connsiteX23" fmla="*/ 263366 w 314325"/>
                <a:gd name="connsiteY23" fmla="*/ 374809 h 381000"/>
                <a:gd name="connsiteX24" fmla="*/ 263366 w 314325"/>
                <a:gd name="connsiteY24" fmla="*/ 374809 h 381000"/>
                <a:gd name="connsiteX25" fmla="*/ 310039 w 314325"/>
                <a:gd name="connsiteY25" fmla="*/ 374809 h 381000"/>
                <a:gd name="connsiteX26" fmla="*/ 310039 w 314325"/>
                <a:gd name="connsiteY26" fmla="*/ 172879 h 381000"/>
                <a:gd name="connsiteX27" fmla="*/ 300514 w 314325"/>
                <a:gd name="connsiteY27" fmla="*/ 105251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14325" h="381000">
                  <a:moveTo>
                    <a:pt x="300514" y="105251"/>
                  </a:moveTo>
                  <a:cubicBezTo>
                    <a:pt x="295751" y="85249"/>
                    <a:pt x="287179" y="67151"/>
                    <a:pt x="275749" y="52864"/>
                  </a:cubicBezTo>
                  <a:cubicBezTo>
                    <a:pt x="264319" y="38576"/>
                    <a:pt x="248126" y="27146"/>
                    <a:pt x="229076" y="19526"/>
                  </a:cubicBezTo>
                  <a:cubicBezTo>
                    <a:pt x="209074" y="11906"/>
                    <a:pt x="185261" y="7144"/>
                    <a:pt x="155734" y="7144"/>
                  </a:cubicBezTo>
                  <a:cubicBezTo>
                    <a:pt x="124301" y="7144"/>
                    <a:pt x="95726" y="9049"/>
                    <a:pt x="70009" y="13811"/>
                  </a:cubicBezTo>
                  <a:cubicBezTo>
                    <a:pt x="44291" y="17621"/>
                    <a:pt x="23336" y="22384"/>
                    <a:pt x="7144" y="27146"/>
                  </a:cubicBezTo>
                  <a:lnTo>
                    <a:pt x="7144" y="329089"/>
                  </a:lnTo>
                  <a:lnTo>
                    <a:pt x="7144" y="329089"/>
                  </a:lnTo>
                  <a:lnTo>
                    <a:pt x="7144" y="338614"/>
                  </a:lnTo>
                  <a:cubicBezTo>
                    <a:pt x="7144" y="358616"/>
                    <a:pt x="23336" y="375761"/>
                    <a:pt x="44291" y="375761"/>
                  </a:cubicBezTo>
                  <a:lnTo>
                    <a:pt x="45244" y="375761"/>
                  </a:lnTo>
                  <a:lnTo>
                    <a:pt x="45244" y="375761"/>
                  </a:lnTo>
                  <a:lnTo>
                    <a:pt x="90964" y="375761"/>
                  </a:lnTo>
                  <a:lnTo>
                    <a:pt x="90964" y="84296"/>
                  </a:lnTo>
                  <a:cubicBezTo>
                    <a:pt x="96679" y="83344"/>
                    <a:pt x="105251" y="82391"/>
                    <a:pt x="116682" y="80486"/>
                  </a:cubicBezTo>
                  <a:cubicBezTo>
                    <a:pt x="128111" y="79534"/>
                    <a:pt x="139541" y="78581"/>
                    <a:pt x="150019" y="78581"/>
                  </a:cubicBezTo>
                  <a:cubicBezTo>
                    <a:pt x="164307" y="78581"/>
                    <a:pt x="176689" y="80486"/>
                    <a:pt x="186214" y="84296"/>
                  </a:cubicBezTo>
                  <a:cubicBezTo>
                    <a:pt x="195739" y="88106"/>
                    <a:pt x="204311" y="94774"/>
                    <a:pt x="210026" y="102394"/>
                  </a:cubicBezTo>
                  <a:cubicBezTo>
                    <a:pt x="215741" y="110966"/>
                    <a:pt x="219551" y="121444"/>
                    <a:pt x="222409" y="135731"/>
                  </a:cubicBezTo>
                  <a:cubicBezTo>
                    <a:pt x="225266" y="149066"/>
                    <a:pt x="226219" y="165259"/>
                    <a:pt x="226219" y="185261"/>
                  </a:cubicBezTo>
                  <a:lnTo>
                    <a:pt x="226219" y="328136"/>
                  </a:lnTo>
                  <a:lnTo>
                    <a:pt x="226219" y="328136"/>
                  </a:lnTo>
                  <a:lnTo>
                    <a:pt x="226219" y="337661"/>
                  </a:lnTo>
                  <a:cubicBezTo>
                    <a:pt x="226219" y="357664"/>
                    <a:pt x="242411" y="374809"/>
                    <a:pt x="263366" y="374809"/>
                  </a:cubicBezTo>
                  <a:lnTo>
                    <a:pt x="263366" y="374809"/>
                  </a:lnTo>
                  <a:lnTo>
                    <a:pt x="310039" y="374809"/>
                  </a:lnTo>
                  <a:lnTo>
                    <a:pt x="310039" y="172879"/>
                  </a:lnTo>
                  <a:cubicBezTo>
                    <a:pt x="308134" y="148114"/>
                    <a:pt x="305276" y="126206"/>
                    <a:pt x="300514" y="105251"/>
                  </a:cubicBezTo>
                  <a:close/>
                </a:path>
              </a:pathLst>
            </a:custGeom>
            <a:grpFill/>
            <a:ln w="9525" cap="flat">
              <a:noFill/>
              <a:prstDash val="solid"/>
              <a:miter/>
            </a:ln>
          </p:spPr>
          <p:txBody>
            <a:bodyPr lIns="73152" tIns="36576" rIns="73152" bIns="36576" rtlCol="0" anchor="ctr"/>
            <a:lstStyle/>
            <a:p>
              <a:endParaRPr lang="de-DE"/>
            </a:p>
          </p:txBody>
        </p:sp>
        <p:sp>
          <p:nvSpPr>
            <p:cNvPr id="17" name="Freeform: Shape 8">
              <a:extLst>
                <a:ext uri="{FF2B5EF4-FFF2-40B4-BE49-F238E27FC236}">
                  <a16:creationId xmlns:a16="http://schemas.microsoft.com/office/drawing/2014/main" id="{F222BFBC-17EF-69AC-6B0E-744D7296D191}"/>
                </a:ext>
              </a:extLst>
            </p:cNvPr>
            <p:cNvSpPr/>
            <p:nvPr/>
          </p:nvSpPr>
          <p:spPr>
            <a:xfrm>
              <a:off x="8331989" y="1464782"/>
              <a:ext cx="314325" cy="381000"/>
            </a:xfrm>
            <a:custGeom>
              <a:avLst/>
              <a:gdLst>
                <a:gd name="connsiteX0" fmla="*/ 300514 w 314325"/>
                <a:gd name="connsiteY0" fmla="*/ 105251 h 381000"/>
                <a:gd name="connsiteX1" fmla="*/ 275749 w 314325"/>
                <a:gd name="connsiteY1" fmla="*/ 52864 h 381000"/>
                <a:gd name="connsiteX2" fmla="*/ 229076 w 314325"/>
                <a:gd name="connsiteY2" fmla="*/ 19526 h 381000"/>
                <a:gd name="connsiteX3" fmla="*/ 155734 w 314325"/>
                <a:gd name="connsiteY3" fmla="*/ 7144 h 381000"/>
                <a:gd name="connsiteX4" fmla="*/ 70009 w 314325"/>
                <a:gd name="connsiteY4" fmla="*/ 13811 h 381000"/>
                <a:gd name="connsiteX5" fmla="*/ 7144 w 314325"/>
                <a:gd name="connsiteY5" fmla="*/ 27146 h 381000"/>
                <a:gd name="connsiteX6" fmla="*/ 7144 w 314325"/>
                <a:gd name="connsiteY6" fmla="*/ 329089 h 381000"/>
                <a:gd name="connsiteX7" fmla="*/ 7144 w 314325"/>
                <a:gd name="connsiteY7" fmla="*/ 329089 h 381000"/>
                <a:gd name="connsiteX8" fmla="*/ 7144 w 314325"/>
                <a:gd name="connsiteY8" fmla="*/ 338614 h 381000"/>
                <a:gd name="connsiteX9" fmla="*/ 44291 w 314325"/>
                <a:gd name="connsiteY9" fmla="*/ 375761 h 381000"/>
                <a:gd name="connsiteX10" fmla="*/ 45244 w 314325"/>
                <a:gd name="connsiteY10" fmla="*/ 375761 h 381000"/>
                <a:gd name="connsiteX11" fmla="*/ 45244 w 314325"/>
                <a:gd name="connsiteY11" fmla="*/ 375761 h 381000"/>
                <a:gd name="connsiteX12" fmla="*/ 90964 w 314325"/>
                <a:gd name="connsiteY12" fmla="*/ 375761 h 381000"/>
                <a:gd name="connsiteX13" fmla="*/ 90964 w 314325"/>
                <a:gd name="connsiteY13" fmla="*/ 84296 h 381000"/>
                <a:gd name="connsiteX14" fmla="*/ 116681 w 314325"/>
                <a:gd name="connsiteY14" fmla="*/ 80486 h 381000"/>
                <a:gd name="connsiteX15" fmla="*/ 150019 w 314325"/>
                <a:gd name="connsiteY15" fmla="*/ 78581 h 381000"/>
                <a:gd name="connsiteX16" fmla="*/ 186214 w 314325"/>
                <a:gd name="connsiteY16" fmla="*/ 84296 h 381000"/>
                <a:gd name="connsiteX17" fmla="*/ 210026 w 314325"/>
                <a:gd name="connsiteY17" fmla="*/ 102394 h 381000"/>
                <a:gd name="connsiteX18" fmla="*/ 222409 w 314325"/>
                <a:gd name="connsiteY18" fmla="*/ 135731 h 381000"/>
                <a:gd name="connsiteX19" fmla="*/ 226219 w 314325"/>
                <a:gd name="connsiteY19" fmla="*/ 185261 h 381000"/>
                <a:gd name="connsiteX20" fmla="*/ 226219 w 314325"/>
                <a:gd name="connsiteY20" fmla="*/ 328136 h 381000"/>
                <a:gd name="connsiteX21" fmla="*/ 226219 w 314325"/>
                <a:gd name="connsiteY21" fmla="*/ 328136 h 381000"/>
                <a:gd name="connsiteX22" fmla="*/ 226219 w 314325"/>
                <a:gd name="connsiteY22" fmla="*/ 337661 h 381000"/>
                <a:gd name="connsiteX23" fmla="*/ 263366 w 314325"/>
                <a:gd name="connsiteY23" fmla="*/ 374809 h 381000"/>
                <a:gd name="connsiteX24" fmla="*/ 263366 w 314325"/>
                <a:gd name="connsiteY24" fmla="*/ 374809 h 381000"/>
                <a:gd name="connsiteX25" fmla="*/ 310039 w 314325"/>
                <a:gd name="connsiteY25" fmla="*/ 374809 h 381000"/>
                <a:gd name="connsiteX26" fmla="*/ 310039 w 314325"/>
                <a:gd name="connsiteY26" fmla="*/ 172879 h 381000"/>
                <a:gd name="connsiteX27" fmla="*/ 300514 w 314325"/>
                <a:gd name="connsiteY27" fmla="*/ 105251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14325" h="381000">
                  <a:moveTo>
                    <a:pt x="300514" y="105251"/>
                  </a:moveTo>
                  <a:cubicBezTo>
                    <a:pt x="295751" y="85249"/>
                    <a:pt x="287179" y="67151"/>
                    <a:pt x="275749" y="52864"/>
                  </a:cubicBezTo>
                  <a:cubicBezTo>
                    <a:pt x="264319" y="38576"/>
                    <a:pt x="248126" y="27146"/>
                    <a:pt x="229076" y="19526"/>
                  </a:cubicBezTo>
                  <a:cubicBezTo>
                    <a:pt x="209074" y="11906"/>
                    <a:pt x="185261" y="7144"/>
                    <a:pt x="155734" y="7144"/>
                  </a:cubicBezTo>
                  <a:cubicBezTo>
                    <a:pt x="124301" y="7144"/>
                    <a:pt x="95726" y="9049"/>
                    <a:pt x="70009" y="13811"/>
                  </a:cubicBezTo>
                  <a:cubicBezTo>
                    <a:pt x="44291" y="17621"/>
                    <a:pt x="23336" y="22384"/>
                    <a:pt x="7144" y="27146"/>
                  </a:cubicBezTo>
                  <a:lnTo>
                    <a:pt x="7144" y="329089"/>
                  </a:lnTo>
                  <a:lnTo>
                    <a:pt x="7144" y="329089"/>
                  </a:lnTo>
                  <a:lnTo>
                    <a:pt x="7144" y="338614"/>
                  </a:lnTo>
                  <a:cubicBezTo>
                    <a:pt x="7144" y="358616"/>
                    <a:pt x="23336" y="375761"/>
                    <a:pt x="44291" y="375761"/>
                  </a:cubicBezTo>
                  <a:lnTo>
                    <a:pt x="45244" y="375761"/>
                  </a:lnTo>
                  <a:lnTo>
                    <a:pt x="45244" y="375761"/>
                  </a:lnTo>
                  <a:lnTo>
                    <a:pt x="90964" y="375761"/>
                  </a:lnTo>
                  <a:lnTo>
                    <a:pt x="90964" y="84296"/>
                  </a:lnTo>
                  <a:cubicBezTo>
                    <a:pt x="96679" y="83344"/>
                    <a:pt x="105251" y="82391"/>
                    <a:pt x="116681" y="80486"/>
                  </a:cubicBezTo>
                  <a:cubicBezTo>
                    <a:pt x="128111" y="79534"/>
                    <a:pt x="139541" y="78581"/>
                    <a:pt x="150019" y="78581"/>
                  </a:cubicBezTo>
                  <a:cubicBezTo>
                    <a:pt x="164306" y="78581"/>
                    <a:pt x="176689" y="80486"/>
                    <a:pt x="186214" y="84296"/>
                  </a:cubicBezTo>
                  <a:cubicBezTo>
                    <a:pt x="195739" y="88106"/>
                    <a:pt x="204311" y="94774"/>
                    <a:pt x="210026" y="102394"/>
                  </a:cubicBezTo>
                  <a:cubicBezTo>
                    <a:pt x="215741" y="110966"/>
                    <a:pt x="219551" y="121444"/>
                    <a:pt x="222409" y="135731"/>
                  </a:cubicBezTo>
                  <a:cubicBezTo>
                    <a:pt x="225266" y="149066"/>
                    <a:pt x="226219" y="165259"/>
                    <a:pt x="226219" y="185261"/>
                  </a:cubicBezTo>
                  <a:lnTo>
                    <a:pt x="226219" y="328136"/>
                  </a:lnTo>
                  <a:lnTo>
                    <a:pt x="226219" y="328136"/>
                  </a:lnTo>
                  <a:lnTo>
                    <a:pt x="226219" y="337661"/>
                  </a:lnTo>
                  <a:cubicBezTo>
                    <a:pt x="226219" y="357664"/>
                    <a:pt x="242411" y="374809"/>
                    <a:pt x="263366" y="374809"/>
                  </a:cubicBezTo>
                  <a:lnTo>
                    <a:pt x="263366" y="374809"/>
                  </a:lnTo>
                  <a:lnTo>
                    <a:pt x="310039" y="374809"/>
                  </a:lnTo>
                  <a:lnTo>
                    <a:pt x="310039" y="172879"/>
                  </a:lnTo>
                  <a:cubicBezTo>
                    <a:pt x="307181" y="148114"/>
                    <a:pt x="305276" y="126206"/>
                    <a:pt x="300514" y="105251"/>
                  </a:cubicBezTo>
                  <a:close/>
                </a:path>
              </a:pathLst>
            </a:custGeom>
            <a:grpFill/>
            <a:ln w="9525" cap="flat">
              <a:noFill/>
              <a:prstDash val="solid"/>
              <a:miter/>
            </a:ln>
          </p:spPr>
          <p:txBody>
            <a:bodyPr lIns="73152" tIns="36576" rIns="73152" bIns="36576" rtlCol="0" anchor="ctr"/>
            <a:lstStyle/>
            <a:p>
              <a:endParaRPr lang="de-DE"/>
            </a:p>
          </p:txBody>
        </p:sp>
        <p:sp>
          <p:nvSpPr>
            <p:cNvPr id="18" name="Freeform: Shape 17">
              <a:extLst>
                <a:ext uri="{FF2B5EF4-FFF2-40B4-BE49-F238E27FC236}">
                  <a16:creationId xmlns:a16="http://schemas.microsoft.com/office/drawing/2014/main" id="{4A11C495-77DF-9022-8C60-AD8C6F23C978}"/>
                </a:ext>
              </a:extLst>
            </p:cNvPr>
            <p:cNvSpPr/>
            <p:nvPr/>
          </p:nvSpPr>
          <p:spPr>
            <a:xfrm>
              <a:off x="6619395" y="1521933"/>
              <a:ext cx="457199" cy="371475"/>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grpFill/>
            <a:ln w="9525" cap="flat">
              <a:noFill/>
              <a:prstDash val="solid"/>
              <a:miter/>
            </a:ln>
          </p:spPr>
          <p:txBody>
            <a:bodyPr lIns="73152" tIns="36576" rIns="73152" bIns="36576" rtlCol="0" anchor="ctr"/>
            <a:lstStyle/>
            <a:p>
              <a:endParaRPr lang="de-DE"/>
            </a:p>
          </p:txBody>
        </p:sp>
        <p:sp>
          <p:nvSpPr>
            <p:cNvPr id="23" name="Freeform: Shape 25">
              <a:extLst>
                <a:ext uri="{FF2B5EF4-FFF2-40B4-BE49-F238E27FC236}">
                  <a16:creationId xmlns:a16="http://schemas.microsoft.com/office/drawing/2014/main" id="{3D82DE21-1945-5F36-1449-4FBAC8626BF4}"/>
                </a:ext>
              </a:extLst>
            </p:cNvPr>
            <p:cNvSpPr/>
            <p:nvPr/>
          </p:nvSpPr>
          <p:spPr>
            <a:xfrm>
              <a:off x="6386989" y="1257136"/>
              <a:ext cx="695324" cy="581025"/>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grpFill/>
            <a:ln w="9525" cap="flat">
              <a:noFill/>
              <a:prstDash val="solid"/>
              <a:miter/>
            </a:ln>
          </p:spPr>
          <p:txBody>
            <a:bodyPr lIns="73152" tIns="36576" rIns="73152" bIns="36576" rtlCol="0" anchor="ctr"/>
            <a:lstStyle/>
            <a:p>
              <a:endParaRPr lang="de-DE"/>
            </a:p>
          </p:txBody>
        </p:sp>
      </p:grpSp>
      <p:cxnSp>
        <p:nvCxnSpPr>
          <p:cNvPr id="9" name="Straight Connector 8">
            <a:extLst>
              <a:ext uri="{FF2B5EF4-FFF2-40B4-BE49-F238E27FC236}">
                <a16:creationId xmlns:a16="http://schemas.microsoft.com/office/drawing/2014/main" id="{C115625E-59ED-E7A4-3065-A6CE367EA211}"/>
              </a:ext>
            </a:extLst>
          </p:cNvPr>
          <p:cNvCxnSpPr/>
          <p:nvPr userDrawn="1"/>
        </p:nvCxnSpPr>
        <p:spPr>
          <a:xfrm>
            <a:off x="10867363" y="178699"/>
            <a:ext cx="0" cy="360423"/>
          </a:xfrm>
          <a:prstGeom prst="line">
            <a:avLst/>
          </a:prstGeom>
          <a:ln w="38100">
            <a:solidFill>
              <a:srgbClr val="2A86B9"/>
            </a:solidFill>
          </a:ln>
        </p:spPr>
        <p:style>
          <a:lnRef idx="3">
            <a:schemeClr val="accent1"/>
          </a:lnRef>
          <a:fillRef idx="0">
            <a:schemeClr val="accent1"/>
          </a:fillRef>
          <a:effectRef idx="2">
            <a:schemeClr val="accent1"/>
          </a:effectRef>
          <a:fontRef idx="minor">
            <a:schemeClr val="tx1"/>
          </a:fontRef>
        </p:style>
      </p:cxnSp>
      <p:sp>
        <p:nvSpPr>
          <p:cNvPr id="10" name="TextBox 9">
            <a:extLst>
              <a:ext uri="{FF2B5EF4-FFF2-40B4-BE49-F238E27FC236}">
                <a16:creationId xmlns:a16="http://schemas.microsoft.com/office/drawing/2014/main" id="{99A68DCE-FD75-F744-4245-BB6913BD20DE}"/>
              </a:ext>
            </a:extLst>
          </p:cNvPr>
          <p:cNvSpPr txBox="1"/>
          <p:nvPr userDrawn="1"/>
        </p:nvSpPr>
        <p:spPr>
          <a:xfrm>
            <a:off x="10864125" y="96209"/>
            <a:ext cx="1117409" cy="525401"/>
          </a:xfrm>
          <a:prstGeom prst="rect">
            <a:avLst/>
          </a:prstGeom>
          <a:noFill/>
        </p:spPr>
        <p:txBody>
          <a:bodyPr vert="horz" wrap="square" lIns="90000" tIns="46800" rIns="90000" bIns="46800" rtlCol="0" anchor="ctr">
            <a:spAutoFit/>
          </a:bodyPr>
          <a:lstStyle/>
          <a:p>
            <a:pPr algn="l">
              <a:spcBef>
                <a:spcPct val="0"/>
              </a:spcBef>
            </a:pPr>
            <a:r>
              <a:rPr lang="en-US" sz="2800" b="1">
                <a:solidFill>
                  <a:srgbClr val="35B8FF"/>
                </a:solidFill>
              </a:rPr>
              <a:t>Telco</a:t>
            </a:r>
            <a:endParaRPr lang="en-IN" sz="2800" b="1" err="1">
              <a:solidFill>
                <a:srgbClr val="35B8FF"/>
              </a:solidFill>
            </a:endParaRPr>
          </a:p>
        </p:txBody>
      </p:sp>
      <p:pic>
        <p:nvPicPr>
          <p:cNvPr id="11" name="Picture 4">
            <a:extLst>
              <a:ext uri="{FF2B5EF4-FFF2-40B4-BE49-F238E27FC236}">
                <a16:creationId xmlns:a16="http://schemas.microsoft.com/office/drawing/2014/main" id="{20088BE1-35F1-5306-8B25-3654B37333E8}"/>
              </a:ext>
              <a:ext uri="{C183D7F6-B498-43B3-948B-1728B52AA6E4}">
                <adec:decorative xmlns:adec="http://schemas.microsoft.com/office/drawing/2017/decorative" val="1"/>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flipH="1">
            <a:off x="2927648" y="1590675"/>
            <a:ext cx="11217361" cy="4366328"/>
          </a:xfrm>
          <a:prstGeom prst="rect">
            <a:avLst/>
          </a:prstGeom>
        </p:spPr>
      </p:pic>
    </p:spTree>
    <p:extLst>
      <p:ext uri="{BB962C8B-B14F-4D97-AF65-F5344CB8AC3E}">
        <p14:creationId xmlns:p14="http://schemas.microsoft.com/office/powerpoint/2010/main" val="28510428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down)">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35.xml><?xml version="1.0" encoding="utf-8"?>
<p:sldLayout xmlns:a="http://schemas.openxmlformats.org/drawingml/2006/main" xmlns:r="http://schemas.openxmlformats.org/officeDocument/2006/relationships" xmlns:p="http://schemas.openxmlformats.org/presentationml/2006/main" showMasterSp="0" preserve="1" userDrawn="1">
  <p:cSld name="Title Slide 5a">
    <p:bg>
      <p:bgPr>
        <a:solidFill>
          <a:schemeClr val="bg2"/>
        </a:solidFill>
        <a:effectLst/>
      </p:bgPr>
    </p:bg>
    <p:spTree>
      <p:nvGrpSpPr>
        <p:cNvPr id="1" name=""/>
        <p:cNvGrpSpPr/>
        <p:nvPr/>
      </p:nvGrpSpPr>
      <p:grpSpPr>
        <a:xfrm>
          <a:off x="0" y="0"/>
          <a:ext cx="0" cy="0"/>
          <a:chOff x="0" y="0"/>
          <a:chExt cx="0" cy="0"/>
        </a:xfrm>
      </p:grpSpPr>
      <p:sp>
        <p:nvSpPr>
          <p:cNvPr id="33" name="Picture Placeholder 18">
            <a:extLst>
              <a:ext uri="{FF2B5EF4-FFF2-40B4-BE49-F238E27FC236}">
                <a16:creationId xmlns:a16="http://schemas.microsoft.com/office/drawing/2014/main" id="{3A966515-C64B-E7BB-1198-D99D16DE65B4}"/>
              </a:ext>
            </a:extLst>
          </p:cNvPr>
          <p:cNvSpPr>
            <a:spLocks noGrp="1"/>
          </p:cNvSpPr>
          <p:nvPr>
            <p:ph type="pic" sz="quarter" idx="10" hasCustomPrompt="1"/>
          </p:nvPr>
        </p:nvSpPr>
        <p:spPr>
          <a:xfrm>
            <a:off x="5159896" y="1916832"/>
            <a:ext cx="7032104" cy="3528392"/>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2">
              <a:lumMod val="90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9" name="Text Placeholder 8">
            <a:extLst>
              <a:ext uri="{FF2B5EF4-FFF2-40B4-BE49-F238E27FC236}">
                <a16:creationId xmlns:a16="http://schemas.microsoft.com/office/drawing/2014/main" id="{DE3C410B-B58E-46DB-B5F0-7F515E223DD9}"/>
              </a:ext>
            </a:extLst>
          </p:cNvPr>
          <p:cNvSpPr>
            <a:spLocks noGrp="1"/>
          </p:cNvSpPr>
          <p:nvPr>
            <p:ph type="body" sz="quarter" idx="12" hasCustomPrompt="1"/>
          </p:nvPr>
        </p:nvSpPr>
        <p:spPr>
          <a:xfrm>
            <a:off x="407368" y="3341212"/>
            <a:ext cx="4609034" cy="215444"/>
          </a:xfrm>
        </p:spPr>
        <p:txBody>
          <a:bodyPr vert="horz" wrap="square" lIns="18000" tIns="0" rIns="0" bIns="0" rtlCol="0" anchor="t" anchorCtr="0">
            <a:spAutoFit/>
          </a:bodyPr>
          <a:lstStyle>
            <a:lvl1pPr>
              <a:defRPr lang="en-US" sz="1400" dirty="0">
                <a:latin typeface="Ubuntu Light" panose="020B0304030602030204" pitchFamily="34" charset="0"/>
              </a:defRPr>
            </a:lvl1pPr>
          </a:lstStyle>
          <a:p>
            <a:pPr lvl="0"/>
            <a:r>
              <a:rPr lang="en-US"/>
              <a:t>Optional: Click to insert name</a:t>
            </a:r>
          </a:p>
        </p:txBody>
      </p:sp>
      <p:sp>
        <p:nvSpPr>
          <p:cNvPr id="6" name="Subtitle">
            <a:extLst>
              <a:ext uri="{FF2B5EF4-FFF2-40B4-BE49-F238E27FC236}">
                <a16:creationId xmlns:a16="http://schemas.microsoft.com/office/drawing/2014/main" id="{A6C182ED-7FBB-D436-05D8-96E184F17BD0}"/>
              </a:ext>
            </a:extLst>
          </p:cNvPr>
          <p:cNvSpPr>
            <a:spLocks noGrp="1"/>
          </p:cNvSpPr>
          <p:nvPr>
            <p:ph type="subTitle" idx="1"/>
          </p:nvPr>
        </p:nvSpPr>
        <p:spPr>
          <a:xfrm>
            <a:off x="407368" y="2924944"/>
            <a:ext cx="4609034" cy="246221"/>
          </a:xfrm>
          <a:prstGeom prst="rect">
            <a:avLst/>
          </a:prstGeom>
        </p:spPr>
        <p:txBody>
          <a:bodyPr wrap="square" lIns="18000" tIns="0" rIns="0" anchor="t" anchorCtr="0">
            <a:spAutoFit/>
          </a:bodyPr>
          <a:lstStyle>
            <a:lvl1pPr marL="0" indent="0" algn="l">
              <a:buNone/>
              <a:defRPr sz="1600">
                <a:solidFill>
                  <a:schemeClr val="tx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7" name="Title">
            <a:extLst>
              <a:ext uri="{FF2B5EF4-FFF2-40B4-BE49-F238E27FC236}">
                <a16:creationId xmlns:a16="http://schemas.microsoft.com/office/drawing/2014/main" id="{46ABBE1C-3373-50D9-4152-CA1AC4A5E7F0}"/>
              </a:ext>
            </a:extLst>
          </p:cNvPr>
          <p:cNvSpPr>
            <a:spLocks noGrp="1"/>
          </p:cNvSpPr>
          <p:nvPr>
            <p:ph type="ctrTitle" hasCustomPrompt="1"/>
          </p:nvPr>
        </p:nvSpPr>
        <p:spPr>
          <a:xfrm>
            <a:off x="407368" y="1062117"/>
            <a:ext cx="4609034" cy="1495794"/>
          </a:xfrm>
        </p:spPr>
        <p:txBody>
          <a:bodyPr wrap="square" lIns="0" tIns="0" rIns="0" bIns="0" anchor="b" anchorCtr="0">
            <a:spAutoFit/>
          </a:bodyPr>
          <a:lstStyle>
            <a:lvl1pPr algn="l">
              <a:lnSpc>
                <a:spcPct val="90000"/>
              </a:lnSpc>
              <a:tabLst>
                <a:tab pos="1258888" algn="l"/>
              </a:tabLst>
              <a:defRPr sz="5400" b="0" cap="none" baseline="0">
                <a:solidFill>
                  <a:schemeClr val="tx1"/>
                </a:solidFill>
                <a:latin typeface="+mj-lt"/>
              </a:defRPr>
            </a:lvl1pPr>
          </a:lstStyle>
          <a:p>
            <a:r>
              <a:rPr lang="fr-FR"/>
              <a:t>Modifiez le style du titre</a:t>
            </a:r>
            <a:endParaRPr lang="en-GB"/>
          </a:p>
        </p:txBody>
      </p:sp>
      <p:grpSp>
        <p:nvGrpSpPr>
          <p:cNvPr id="2" name="Graphic 4">
            <a:extLst>
              <a:ext uri="{FF2B5EF4-FFF2-40B4-BE49-F238E27FC236}">
                <a16:creationId xmlns:a16="http://schemas.microsoft.com/office/drawing/2014/main" id="{67EC53EF-F38F-F9C0-079C-4325AA570F1D}"/>
              </a:ext>
            </a:extLst>
          </p:cNvPr>
          <p:cNvGrpSpPr>
            <a:grpSpLocks noChangeAspect="1"/>
          </p:cNvGrpSpPr>
          <p:nvPr userDrawn="1"/>
        </p:nvGrpSpPr>
        <p:grpSpPr>
          <a:xfrm>
            <a:off x="407368" y="5955719"/>
            <a:ext cx="3240000" cy="497469"/>
            <a:chOff x="3176111" y="1257136"/>
            <a:chExt cx="5719756" cy="878207"/>
          </a:xfrm>
        </p:grpSpPr>
        <p:sp>
          <p:nvSpPr>
            <p:cNvPr id="3" name="Freeform: Shape 2">
              <a:extLst>
                <a:ext uri="{FF2B5EF4-FFF2-40B4-BE49-F238E27FC236}">
                  <a16:creationId xmlns:a16="http://schemas.microsoft.com/office/drawing/2014/main" id="{F45396E6-B9A0-B016-80E4-4EC5E1E82A94}"/>
                </a:ext>
              </a:extLst>
            </p:cNvPr>
            <p:cNvSpPr/>
            <p:nvPr/>
          </p:nvSpPr>
          <p:spPr>
            <a:xfrm>
              <a:off x="8667268" y="1360960"/>
              <a:ext cx="228599" cy="485775"/>
            </a:xfrm>
            <a:custGeom>
              <a:avLst/>
              <a:gdLst>
                <a:gd name="connsiteX0" fmla="*/ 43339 w 228600"/>
                <a:gd name="connsiteY0" fmla="*/ 14764 h 485775"/>
                <a:gd name="connsiteX1" fmla="*/ 90011 w 228600"/>
                <a:gd name="connsiteY1" fmla="*/ 7144 h 485775"/>
                <a:gd name="connsiteX2" fmla="*/ 90011 w 228600"/>
                <a:gd name="connsiteY2" fmla="*/ 118586 h 485775"/>
                <a:gd name="connsiteX3" fmla="*/ 217646 w 228600"/>
                <a:gd name="connsiteY3" fmla="*/ 118586 h 485775"/>
                <a:gd name="connsiteX4" fmla="*/ 217646 w 228600"/>
                <a:gd name="connsiteY4" fmla="*/ 148114 h 485775"/>
                <a:gd name="connsiteX5" fmla="*/ 180499 w 228600"/>
                <a:gd name="connsiteY5" fmla="*/ 185261 h 485775"/>
                <a:gd name="connsiteX6" fmla="*/ 90011 w 228600"/>
                <a:gd name="connsiteY6" fmla="*/ 185261 h 485775"/>
                <a:gd name="connsiteX7" fmla="*/ 90011 w 228600"/>
                <a:gd name="connsiteY7" fmla="*/ 330994 h 485775"/>
                <a:gd name="connsiteX8" fmla="*/ 103346 w 228600"/>
                <a:gd name="connsiteY8" fmla="*/ 392906 h 485775"/>
                <a:gd name="connsiteX9" fmla="*/ 150019 w 228600"/>
                <a:gd name="connsiteY9" fmla="*/ 411004 h 485775"/>
                <a:gd name="connsiteX10" fmla="*/ 190024 w 228600"/>
                <a:gd name="connsiteY10" fmla="*/ 406241 h 485775"/>
                <a:gd name="connsiteX11" fmla="*/ 217646 w 228600"/>
                <a:gd name="connsiteY11" fmla="*/ 397669 h 485775"/>
                <a:gd name="connsiteX12" fmla="*/ 226219 w 228600"/>
                <a:gd name="connsiteY12" fmla="*/ 438626 h 485775"/>
                <a:gd name="connsiteX13" fmla="*/ 205264 w 228600"/>
                <a:gd name="connsiteY13" fmla="*/ 472916 h 485775"/>
                <a:gd name="connsiteX14" fmla="*/ 193834 w 228600"/>
                <a:gd name="connsiteY14" fmla="*/ 475774 h 485775"/>
                <a:gd name="connsiteX15" fmla="*/ 138589 w 228600"/>
                <a:gd name="connsiteY15" fmla="*/ 482441 h 485775"/>
                <a:gd name="connsiteX16" fmla="*/ 74771 w 228600"/>
                <a:gd name="connsiteY16" fmla="*/ 471964 h 485775"/>
                <a:gd name="connsiteX17" fmla="*/ 33814 w 228600"/>
                <a:gd name="connsiteY17" fmla="*/ 442436 h 485775"/>
                <a:gd name="connsiteX18" fmla="*/ 12859 w 228600"/>
                <a:gd name="connsiteY18" fmla="*/ 394811 h 485775"/>
                <a:gd name="connsiteX19" fmla="*/ 7144 w 228600"/>
                <a:gd name="connsiteY19" fmla="*/ 330994 h 485775"/>
                <a:gd name="connsiteX20" fmla="*/ 7144 w 228600"/>
                <a:gd name="connsiteY20" fmla="*/ 56674 h 485775"/>
                <a:gd name="connsiteX21" fmla="*/ 43339 w 228600"/>
                <a:gd name="connsiteY21" fmla="*/ 14764 h 48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28600" h="485775">
                  <a:moveTo>
                    <a:pt x="43339" y="14764"/>
                  </a:moveTo>
                  <a:lnTo>
                    <a:pt x="90011" y="7144"/>
                  </a:lnTo>
                  <a:lnTo>
                    <a:pt x="90011" y="118586"/>
                  </a:lnTo>
                  <a:lnTo>
                    <a:pt x="217646" y="118586"/>
                  </a:lnTo>
                  <a:lnTo>
                    <a:pt x="217646" y="148114"/>
                  </a:lnTo>
                  <a:cubicBezTo>
                    <a:pt x="217646" y="168116"/>
                    <a:pt x="201453" y="185261"/>
                    <a:pt x="180499" y="185261"/>
                  </a:cubicBezTo>
                  <a:lnTo>
                    <a:pt x="90011" y="185261"/>
                  </a:lnTo>
                  <a:lnTo>
                    <a:pt x="90011" y="330994"/>
                  </a:lnTo>
                  <a:cubicBezTo>
                    <a:pt x="90011" y="359569"/>
                    <a:pt x="94774" y="380524"/>
                    <a:pt x="103346" y="392906"/>
                  </a:cubicBezTo>
                  <a:cubicBezTo>
                    <a:pt x="112871" y="405289"/>
                    <a:pt x="128111" y="411004"/>
                    <a:pt x="150019" y="411004"/>
                  </a:cubicBezTo>
                  <a:cubicBezTo>
                    <a:pt x="165259" y="411004"/>
                    <a:pt x="178594" y="409099"/>
                    <a:pt x="190024" y="406241"/>
                  </a:cubicBezTo>
                  <a:cubicBezTo>
                    <a:pt x="201453" y="403384"/>
                    <a:pt x="210978" y="400526"/>
                    <a:pt x="217646" y="397669"/>
                  </a:cubicBezTo>
                  <a:lnTo>
                    <a:pt x="226219" y="438626"/>
                  </a:lnTo>
                  <a:cubicBezTo>
                    <a:pt x="229076" y="453866"/>
                    <a:pt x="220503" y="469106"/>
                    <a:pt x="205264" y="472916"/>
                  </a:cubicBezTo>
                  <a:lnTo>
                    <a:pt x="193834" y="475774"/>
                  </a:lnTo>
                  <a:cubicBezTo>
                    <a:pt x="178594" y="480536"/>
                    <a:pt x="159544" y="482441"/>
                    <a:pt x="138589" y="482441"/>
                  </a:cubicBezTo>
                  <a:cubicBezTo>
                    <a:pt x="112871" y="482441"/>
                    <a:pt x="91916" y="478631"/>
                    <a:pt x="74771" y="471964"/>
                  </a:cubicBezTo>
                  <a:cubicBezTo>
                    <a:pt x="57626" y="465296"/>
                    <a:pt x="44291" y="454819"/>
                    <a:pt x="33814" y="442436"/>
                  </a:cubicBezTo>
                  <a:cubicBezTo>
                    <a:pt x="23336" y="429101"/>
                    <a:pt x="16669" y="413861"/>
                    <a:pt x="12859" y="394811"/>
                  </a:cubicBezTo>
                  <a:cubicBezTo>
                    <a:pt x="9049" y="376714"/>
                    <a:pt x="7144" y="354806"/>
                    <a:pt x="7144" y="330994"/>
                  </a:cubicBezTo>
                  <a:lnTo>
                    <a:pt x="7144" y="56674"/>
                  </a:lnTo>
                  <a:cubicBezTo>
                    <a:pt x="7144" y="36671"/>
                    <a:pt x="22384" y="18574"/>
                    <a:pt x="43339" y="14764"/>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4" name="Freeform: Shape 3">
              <a:extLst>
                <a:ext uri="{FF2B5EF4-FFF2-40B4-BE49-F238E27FC236}">
                  <a16:creationId xmlns:a16="http://schemas.microsoft.com/office/drawing/2014/main" id="{D6358CAF-35B0-2C4B-2840-79189784FCD4}"/>
                </a:ext>
              </a:extLst>
            </p:cNvPr>
            <p:cNvSpPr/>
            <p:nvPr/>
          </p:nvSpPr>
          <p:spPr>
            <a:xfrm>
              <a:off x="7972896" y="1460972"/>
              <a:ext cx="333375" cy="381000"/>
            </a:xfrm>
            <a:custGeom>
              <a:avLst/>
              <a:gdLst>
                <a:gd name="connsiteX0" fmla="*/ 7144 w 333375"/>
                <a:gd name="connsiteY0" fmla="*/ 196691 h 381000"/>
                <a:gd name="connsiteX1" fmla="*/ 21431 w 333375"/>
                <a:gd name="connsiteY1" fmla="*/ 113824 h 381000"/>
                <a:gd name="connsiteX2" fmla="*/ 58579 w 333375"/>
                <a:gd name="connsiteY2" fmla="*/ 54769 h 381000"/>
                <a:gd name="connsiteX3" fmla="*/ 111919 w 333375"/>
                <a:gd name="connsiteY3" fmla="*/ 19526 h 381000"/>
                <a:gd name="connsiteX4" fmla="*/ 173831 w 333375"/>
                <a:gd name="connsiteY4" fmla="*/ 7144 h 381000"/>
                <a:gd name="connsiteX5" fmla="*/ 289084 w 333375"/>
                <a:gd name="connsiteY5" fmla="*/ 52864 h 381000"/>
                <a:gd name="connsiteX6" fmla="*/ 330041 w 333375"/>
                <a:gd name="connsiteY6" fmla="*/ 189071 h 381000"/>
                <a:gd name="connsiteX7" fmla="*/ 330041 w 333375"/>
                <a:gd name="connsiteY7" fmla="*/ 204311 h 381000"/>
                <a:gd name="connsiteX8" fmla="*/ 329089 w 333375"/>
                <a:gd name="connsiteY8" fmla="*/ 219551 h 381000"/>
                <a:gd name="connsiteX9" fmla="*/ 93822 w 333375"/>
                <a:gd name="connsiteY9" fmla="*/ 219551 h 381000"/>
                <a:gd name="connsiteX10" fmla="*/ 124301 w 333375"/>
                <a:gd name="connsiteY10" fmla="*/ 286226 h 381000"/>
                <a:gd name="connsiteX11" fmla="*/ 202406 w 333375"/>
                <a:gd name="connsiteY11" fmla="*/ 310039 h 381000"/>
                <a:gd name="connsiteX12" fmla="*/ 257651 w 333375"/>
                <a:gd name="connsiteY12" fmla="*/ 304324 h 381000"/>
                <a:gd name="connsiteX13" fmla="*/ 269081 w 333375"/>
                <a:gd name="connsiteY13" fmla="*/ 301466 h 381000"/>
                <a:gd name="connsiteX14" fmla="*/ 301466 w 333375"/>
                <a:gd name="connsiteY14" fmla="*/ 323374 h 381000"/>
                <a:gd name="connsiteX15" fmla="*/ 307181 w 333375"/>
                <a:gd name="connsiteY15" fmla="*/ 360521 h 381000"/>
                <a:gd name="connsiteX16" fmla="*/ 288131 w 333375"/>
                <a:gd name="connsiteY16" fmla="*/ 368141 h 381000"/>
                <a:gd name="connsiteX17" fmla="*/ 260509 w 333375"/>
                <a:gd name="connsiteY17" fmla="*/ 374809 h 381000"/>
                <a:gd name="connsiteX18" fmla="*/ 227172 w 333375"/>
                <a:gd name="connsiteY18" fmla="*/ 379571 h 381000"/>
                <a:gd name="connsiteX19" fmla="*/ 190976 w 333375"/>
                <a:gd name="connsiteY19" fmla="*/ 381476 h 381000"/>
                <a:gd name="connsiteX20" fmla="*/ 109061 w 333375"/>
                <a:gd name="connsiteY20" fmla="*/ 367189 h 381000"/>
                <a:gd name="connsiteX21" fmla="*/ 51911 w 333375"/>
                <a:gd name="connsiteY21" fmla="*/ 328136 h 381000"/>
                <a:gd name="connsiteX22" fmla="*/ 18574 w 333375"/>
                <a:gd name="connsiteY22" fmla="*/ 269081 h 381000"/>
                <a:gd name="connsiteX23" fmla="*/ 7144 w 333375"/>
                <a:gd name="connsiteY23" fmla="*/ 196691 h 381000"/>
                <a:gd name="connsiteX24" fmla="*/ 246222 w 333375"/>
                <a:gd name="connsiteY24" fmla="*/ 159544 h 381000"/>
                <a:gd name="connsiteX25" fmla="*/ 241459 w 333375"/>
                <a:gd name="connsiteY25" fmla="*/ 127159 h 381000"/>
                <a:gd name="connsiteX26" fmla="*/ 227172 w 333375"/>
                <a:gd name="connsiteY26" fmla="*/ 100489 h 381000"/>
                <a:gd name="connsiteX27" fmla="*/ 204311 w 333375"/>
                <a:gd name="connsiteY27" fmla="*/ 82391 h 381000"/>
                <a:gd name="connsiteX28" fmla="*/ 172879 w 333375"/>
                <a:gd name="connsiteY28" fmla="*/ 75724 h 381000"/>
                <a:gd name="connsiteX29" fmla="*/ 139541 w 333375"/>
                <a:gd name="connsiteY29" fmla="*/ 83344 h 381000"/>
                <a:gd name="connsiteX30" fmla="*/ 115729 w 333375"/>
                <a:gd name="connsiteY30" fmla="*/ 102394 h 381000"/>
                <a:gd name="connsiteX31" fmla="*/ 100489 w 333375"/>
                <a:gd name="connsiteY31" fmla="*/ 129064 h 381000"/>
                <a:gd name="connsiteX32" fmla="*/ 92869 w 333375"/>
                <a:gd name="connsiteY32" fmla="*/ 159544 h 381000"/>
                <a:gd name="connsiteX33" fmla="*/ 246222 w 333375"/>
                <a:gd name="connsiteY33" fmla="*/ 159544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33375" h="381000">
                  <a:moveTo>
                    <a:pt x="7144" y="196691"/>
                  </a:moveTo>
                  <a:cubicBezTo>
                    <a:pt x="7144" y="165259"/>
                    <a:pt x="11906" y="137636"/>
                    <a:pt x="21431" y="113824"/>
                  </a:cubicBezTo>
                  <a:cubicBezTo>
                    <a:pt x="30956" y="90011"/>
                    <a:pt x="43339" y="70009"/>
                    <a:pt x="58579" y="54769"/>
                  </a:cubicBezTo>
                  <a:cubicBezTo>
                    <a:pt x="73819" y="38576"/>
                    <a:pt x="91916" y="27146"/>
                    <a:pt x="111919" y="19526"/>
                  </a:cubicBezTo>
                  <a:cubicBezTo>
                    <a:pt x="131922" y="11906"/>
                    <a:pt x="152876" y="7144"/>
                    <a:pt x="173831" y="7144"/>
                  </a:cubicBezTo>
                  <a:cubicBezTo>
                    <a:pt x="223361" y="7144"/>
                    <a:pt x="261461" y="22384"/>
                    <a:pt x="289084" y="52864"/>
                  </a:cubicBezTo>
                  <a:cubicBezTo>
                    <a:pt x="316706" y="83344"/>
                    <a:pt x="330041" y="129064"/>
                    <a:pt x="330041" y="189071"/>
                  </a:cubicBezTo>
                  <a:cubicBezTo>
                    <a:pt x="330041" y="193834"/>
                    <a:pt x="330041" y="198596"/>
                    <a:pt x="330041" y="204311"/>
                  </a:cubicBezTo>
                  <a:cubicBezTo>
                    <a:pt x="330041" y="210026"/>
                    <a:pt x="329089" y="214789"/>
                    <a:pt x="329089" y="219551"/>
                  </a:cubicBezTo>
                  <a:lnTo>
                    <a:pt x="93822" y="219551"/>
                  </a:lnTo>
                  <a:cubicBezTo>
                    <a:pt x="95726" y="248126"/>
                    <a:pt x="106204" y="270034"/>
                    <a:pt x="124301" y="286226"/>
                  </a:cubicBezTo>
                  <a:cubicBezTo>
                    <a:pt x="142399" y="301466"/>
                    <a:pt x="168116" y="310039"/>
                    <a:pt x="202406" y="310039"/>
                  </a:cubicBezTo>
                  <a:cubicBezTo>
                    <a:pt x="222409" y="310039"/>
                    <a:pt x="240506" y="308134"/>
                    <a:pt x="257651" y="304324"/>
                  </a:cubicBezTo>
                  <a:cubicBezTo>
                    <a:pt x="261461" y="303371"/>
                    <a:pt x="266224" y="302419"/>
                    <a:pt x="269081" y="301466"/>
                  </a:cubicBezTo>
                  <a:cubicBezTo>
                    <a:pt x="284322" y="297656"/>
                    <a:pt x="298609" y="308134"/>
                    <a:pt x="301466" y="323374"/>
                  </a:cubicBezTo>
                  <a:lnTo>
                    <a:pt x="307181" y="360521"/>
                  </a:lnTo>
                  <a:cubicBezTo>
                    <a:pt x="302419" y="362426"/>
                    <a:pt x="296704" y="365284"/>
                    <a:pt x="288131" y="368141"/>
                  </a:cubicBezTo>
                  <a:cubicBezTo>
                    <a:pt x="280511" y="370999"/>
                    <a:pt x="270986" y="372904"/>
                    <a:pt x="260509" y="374809"/>
                  </a:cubicBezTo>
                  <a:cubicBezTo>
                    <a:pt x="250031" y="376714"/>
                    <a:pt x="239554" y="378619"/>
                    <a:pt x="227172" y="379571"/>
                  </a:cubicBezTo>
                  <a:cubicBezTo>
                    <a:pt x="214789" y="380524"/>
                    <a:pt x="203359" y="381476"/>
                    <a:pt x="190976" y="381476"/>
                  </a:cubicBezTo>
                  <a:cubicBezTo>
                    <a:pt x="159544" y="381476"/>
                    <a:pt x="131922" y="376714"/>
                    <a:pt x="109061" y="367189"/>
                  </a:cubicBezTo>
                  <a:cubicBezTo>
                    <a:pt x="86201" y="357664"/>
                    <a:pt x="67151" y="345281"/>
                    <a:pt x="51911" y="328136"/>
                  </a:cubicBezTo>
                  <a:cubicBezTo>
                    <a:pt x="36672" y="311944"/>
                    <a:pt x="26194" y="291941"/>
                    <a:pt x="18574" y="269081"/>
                  </a:cubicBezTo>
                  <a:cubicBezTo>
                    <a:pt x="10954" y="248126"/>
                    <a:pt x="7144" y="223361"/>
                    <a:pt x="7144" y="196691"/>
                  </a:cubicBezTo>
                  <a:close/>
                  <a:moveTo>
                    <a:pt x="246222" y="159544"/>
                  </a:moveTo>
                  <a:cubicBezTo>
                    <a:pt x="246222" y="148114"/>
                    <a:pt x="244316" y="137636"/>
                    <a:pt x="241459" y="127159"/>
                  </a:cubicBezTo>
                  <a:cubicBezTo>
                    <a:pt x="238601" y="116681"/>
                    <a:pt x="233839" y="108109"/>
                    <a:pt x="227172" y="100489"/>
                  </a:cubicBezTo>
                  <a:cubicBezTo>
                    <a:pt x="221456" y="92869"/>
                    <a:pt x="213836" y="87154"/>
                    <a:pt x="204311" y="82391"/>
                  </a:cubicBezTo>
                  <a:cubicBezTo>
                    <a:pt x="195739" y="77629"/>
                    <a:pt x="185261" y="75724"/>
                    <a:pt x="172879" y="75724"/>
                  </a:cubicBezTo>
                  <a:cubicBezTo>
                    <a:pt x="160497" y="75724"/>
                    <a:pt x="149066" y="78581"/>
                    <a:pt x="139541" y="83344"/>
                  </a:cubicBezTo>
                  <a:cubicBezTo>
                    <a:pt x="130016" y="88106"/>
                    <a:pt x="121444" y="94774"/>
                    <a:pt x="115729" y="102394"/>
                  </a:cubicBezTo>
                  <a:cubicBezTo>
                    <a:pt x="110014" y="110014"/>
                    <a:pt x="104299" y="118586"/>
                    <a:pt x="100489" y="129064"/>
                  </a:cubicBezTo>
                  <a:cubicBezTo>
                    <a:pt x="96679" y="139541"/>
                    <a:pt x="94774" y="149066"/>
                    <a:pt x="92869" y="159544"/>
                  </a:cubicBezTo>
                  <a:lnTo>
                    <a:pt x="246222" y="159544"/>
                  </a:ln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5" name="Freeform: Shape 4">
              <a:extLst>
                <a:ext uri="{FF2B5EF4-FFF2-40B4-BE49-F238E27FC236}">
                  <a16:creationId xmlns:a16="http://schemas.microsoft.com/office/drawing/2014/main" id="{BC37625A-88C9-7EDF-1C11-66706F74C005}"/>
                </a:ext>
              </a:extLst>
            </p:cNvPr>
            <p:cNvSpPr/>
            <p:nvPr/>
          </p:nvSpPr>
          <p:spPr>
            <a:xfrm>
              <a:off x="7182323" y="1317145"/>
              <a:ext cx="114301" cy="114301"/>
            </a:xfrm>
            <a:custGeom>
              <a:avLst/>
              <a:gdLst>
                <a:gd name="connsiteX0" fmla="*/ 109061 w 114300"/>
                <a:gd name="connsiteY0" fmla="*/ 58579 h 114300"/>
                <a:gd name="connsiteX1" fmla="*/ 93821 w 114300"/>
                <a:gd name="connsiteY1" fmla="*/ 95726 h 114300"/>
                <a:gd name="connsiteX2" fmla="*/ 58579 w 114300"/>
                <a:gd name="connsiteY2" fmla="*/ 109061 h 114300"/>
                <a:gd name="connsiteX3" fmla="*/ 22384 w 114300"/>
                <a:gd name="connsiteY3" fmla="*/ 95726 h 114300"/>
                <a:gd name="connsiteX4" fmla="*/ 7144 w 114300"/>
                <a:gd name="connsiteY4" fmla="*/ 58579 h 114300"/>
                <a:gd name="connsiteX5" fmla="*/ 22384 w 114300"/>
                <a:gd name="connsiteY5" fmla="*/ 20479 h 114300"/>
                <a:gd name="connsiteX6" fmla="*/ 58579 w 114300"/>
                <a:gd name="connsiteY6" fmla="*/ 7144 h 114300"/>
                <a:gd name="connsiteX7" fmla="*/ 93821 w 114300"/>
                <a:gd name="connsiteY7" fmla="*/ 20479 h 114300"/>
                <a:gd name="connsiteX8" fmla="*/ 109061 w 114300"/>
                <a:gd name="connsiteY8" fmla="*/ 58579 h 114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4300" h="114300">
                  <a:moveTo>
                    <a:pt x="109061" y="58579"/>
                  </a:moveTo>
                  <a:cubicBezTo>
                    <a:pt x="109061" y="73819"/>
                    <a:pt x="104299" y="86201"/>
                    <a:pt x="93821" y="95726"/>
                  </a:cubicBezTo>
                  <a:cubicBezTo>
                    <a:pt x="83344" y="105251"/>
                    <a:pt x="71914" y="109061"/>
                    <a:pt x="58579" y="109061"/>
                  </a:cubicBezTo>
                  <a:cubicBezTo>
                    <a:pt x="44291" y="109061"/>
                    <a:pt x="31909" y="104299"/>
                    <a:pt x="22384" y="95726"/>
                  </a:cubicBezTo>
                  <a:cubicBezTo>
                    <a:pt x="11906" y="86201"/>
                    <a:pt x="7144" y="73819"/>
                    <a:pt x="7144" y="58579"/>
                  </a:cubicBezTo>
                  <a:cubicBezTo>
                    <a:pt x="7144" y="42386"/>
                    <a:pt x="11906" y="30004"/>
                    <a:pt x="22384" y="20479"/>
                  </a:cubicBezTo>
                  <a:cubicBezTo>
                    <a:pt x="32861" y="10954"/>
                    <a:pt x="44291" y="7144"/>
                    <a:pt x="58579" y="7144"/>
                  </a:cubicBezTo>
                  <a:cubicBezTo>
                    <a:pt x="71914" y="7144"/>
                    <a:pt x="84296" y="11906"/>
                    <a:pt x="93821" y="20479"/>
                  </a:cubicBezTo>
                  <a:cubicBezTo>
                    <a:pt x="104299" y="30004"/>
                    <a:pt x="109061" y="43339"/>
                    <a:pt x="109061" y="58579"/>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4" name="Freeform: Shape 5">
              <a:extLst>
                <a:ext uri="{FF2B5EF4-FFF2-40B4-BE49-F238E27FC236}">
                  <a16:creationId xmlns:a16="http://schemas.microsoft.com/office/drawing/2014/main" id="{05F4CA39-5B59-4970-6F87-AAA64523FBB6}"/>
                </a:ext>
              </a:extLst>
            </p:cNvPr>
            <p:cNvSpPr/>
            <p:nvPr/>
          </p:nvSpPr>
          <p:spPr>
            <a:xfrm>
              <a:off x="7192800" y="1473355"/>
              <a:ext cx="95250" cy="371475"/>
            </a:xfrm>
            <a:custGeom>
              <a:avLst/>
              <a:gdLst>
                <a:gd name="connsiteX0" fmla="*/ 90011 w 95250"/>
                <a:gd name="connsiteY0" fmla="*/ 366236 h 371475"/>
                <a:gd name="connsiteX1" fmla="*/ 67151 w 95250"/>
                <a:gd name="connsiteY1" fmla="*/ 366236 h 371475"/>
                <a:gd name="connsiteX2" fmla="*/ 7144 w 95250"/>
                <a:gd name="connsiteY2" fmla="*/ 306229 h 371475"/>
                <a:gd name="connsiteX3" fmla="*/ 7144 w 95250"/>
                <a:gd name="connsiteY3" fmla="*/ 7144 h 371475"/>
                <a:gd name="connsiteX4" fmla="*/ 35719 w 95250"/>
                <a:gd name="connsiteY4" fmla="*/ 7144 h 371475"/>
                <a:gd name="connsiteX5" fmla="*/ 90011 w 95250"/>
                <a:gd name="connsiteY5" fmla="*/ 62389 h 371475"/>
                <a:gd name="connsiteX6" fmla="*/ 90011 w 95250"/>
                <a:gd name="connsiteY6" fmla="*/ 366236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250" h="371475">
                  <a:moveTo>
                    <a:pt x="90011" y="366236"/>
                  </a:moveTo>
                  <a:lnTo>
                    <a:pt x="67151" y="366236"/>
                  </a:lnTo>
                  <a:cubicBezTo>
                    <a:pt x="33814" y="366236"/>
                    <a:pt x="7144" y="339566"/>
                    <a:pt x="7144" y="306229"/>
                  </a:cubicBezTo>
                  <a:lnTo>
                    <a:pt x="7144" y="7144"/>
                  </a:lnTo>
                  <a:lnTo>
                    <a:pt x="35719" y="7144"/>
                  </a:lnTo>
                  <a:cubicBezTo>
                    <a:pt x="66199" y="7144"/>
                    <a:pt x="90011" y="31909"/>
                    <a:pt x="90011" y="62389"/>
                  </a:cubicBezTo>
                  <a:lnTo>
                    <a:pt x="90011" y="366236"/>
                  </a:ln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5" name="Freeform: Shape 6">
              <a:extLst>
                <a:ext uri="{FF2B5EF4-FFF2-40B4-BE49-F238E27FC236}">
                  <a16:creationId xmlns:a16="http://schemas.microsoft.com/office/drawing/2014/main" id="{981646D1-AE7D-AC00-6084-B03DDC0EF1AB}"/>
                </a:ext>
              </a:extLst>
            </p:cNvPr>
            <p:cNvSpPr/>
            <p:nvPr/>
          </p:nvSpPr>
          <p:spPr>
            <a:xfrm>
              <a:off x="7637617" y="1474308"/>
              <a:ext cx="352426" cy="371475"/>
            </a:xfrm>
            <a:custGeom>
              <a:avLst/>
              <a:gdLst>
                <a:gd name="connsiteX0" fmla="*/ 287179 w 352425"/>
                <a:gd name="connsiteY0" fmla="*/ 7144 h 371475"/>
                <a:gd name="connsiteX1" fmla="*/ 250031 w 352425"/>
                <a:gd name="connsiteY1" fmla="*/ 43339 h 371475"/>
                <a:gd name="connsiteX2" fmla="*/ 179547 w 352425"/>
                <a:gd name="connsiteY2" fmla="*/ 246221 h 371475"/>
                <a:gd name="connsiteX3" fmla="*/ 106204 w 352425"/>
                <a:gd name="connsiteY3" fmla="*/ 47149 h 371475"/>
                <a:gd name="connsiteX4" fmla="*/ 68104 w 352425"/>
                <a:gd name="connsiteY4" fmla="*/ 7144 h 371475"/>
                <a:gd name="connsiteX5" fmla="*/ 27147 w 352425"/>
                <a:gd name="connsiteY5" fmla="*/ 7144 h 371475"/>
                <a:gd name="connsiteX6" fmla="*/ 7144 w 352425"/>
                <a:gd name="connsiteY6" fmla="*/ 7144 h 371475"/>
                <a:gd name="connsiteX7" fmla="*/ 130969 w 352425"/>
                <a:gd name="connsiteY7" fmla="*/ 329089 h 371475"/>
                <a:gd name="connsiteX8" fmla="*/ 171927 w 352425"/>
                <a:gd name="connsiteY8" fmla="*/ 365284 h 371475"/>
                <a:gd name="connsiteX9" fmla="*/ 213836 w 352425"/>
                <a:gd name="connsiteY9" fmla="*/ 365284 h 371475"/>
                <a:gd name="connsiteX10" fmla="*/ 350044 w 352425"/>
                <a:gd name="connsiteY10" fmla="*/ 7144 h 371475"/>
                <a:gd name="connsiteX11" fmla="*/ 287179 w 352425"/>
                <a:gd name="connsiteY11" fmla="*/ 7144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52425" h="371475">
                  <a:moveTo>
                    <a:pt x="287179" y="7144"/>
                  </a:moveTo>
                  <a:cubicBezTo>
                    <a:pt x="265272" y="7144"/>
                    <a:pt x="259556" y="18574"/>
                    <a:pt x="250031" y="43339"/>
                  </a:cubicBezTo>
                  <a:lnTo>
                    <a:pt x="179547" y="246221"/>
                  </a:lnTo>
                  <a:lnTo>
                    <a:pt x="106204" y="47149"/>
                  </a:lnTo>
                  <a:cubicBezTo>
                    <a:pt x="97631" y="21431"/>
                    <a:pt x="90011" y="7144"/>
                    <a:pt x="68104" y="7144"/>
                  </a:cubicBezTo>
                  <a:lnTo>
                    <a:pt x="27147" y="7144"/>
                  </a:lnTo>
                  <a:lnTo>
                    <a:pt x="7144" y="7144"/>
                  </a:lnTo>
                  <a:lnTo>
                    <a:pt x="130969" y="329089"/>
                  </a:lnTo>
                  <a:cubicBezTo>
                    <a:pt x="142399" y="352901"/>
                    <a:pt x="150019" y="365284"/>
                    <a:pt x="171927" y="365284"/>
                  </a:cubicBezTo>
                  <a:lnTo>
                    <a:pt x="213836" y="365284"/>
                  </a:lnTo>
                  <a:lnTo>
                    <a:pt x="350044" y="7144"/>
                  </a:lnTo>
                  <a:lnTo>
                    <a:pt x="287179" y="7144"/>
                  </a:ln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6" name="Freeform: Shape 7">
              <a:extLst>
                <a:ext uri="{FF2B5EF4-FFF2-40B4-BE49-F238E27FC236}">
                  <a16:creationId xmlns:a16="http://schemas.microsoft.com/office/drawing/2014/main" id="{C844F9D1-B95E-F001-3136-8D2A020E29FA}"/>
                </a:ext>
              </a:extLst>
            </p:cNvPr>
            <p:cNvSpPr/>
            <p:nvPr/>
          </p:nvSpPr>
          <p:spPr>
            <a:xfrm>
              <a:off x="7326150" y="1464782"/>
              <a:ext cx="314325" cy="381000"/>
            </a:xfrm>
            <a:custGeom>
              <a:avLst/>
              <a:gdLst>
                <a:gd name="connsiteX0" fmla="*/ 300514 w 314325"/>
                <a:gd name="connsiteY0" fmla="*/ 105251 h 381000"/>
                <a:gd name="connsiteX1" fmla="*/ 275749 w 314325"/>
                <a:gd name="connsiteY1" fmla="*/ 52864 h 381000"/>
                <a:gd name="connsiteX2" fmla="*/ 229076 w 314325"/>
                <a:gd name="connsiteY2" fmla="*/ 19526 h 381000"/>
                <a:gd name="connsiteX3" fmla="*/ 155734 w 314325"/>
                <a:gd name="connsiteY3" fmla="*/ 7144 h 381000"/>
                <a:gd name="connsiteX4" fmla="*/ 70009 w 314325"/>
                <a:gd name="connsiteY4" fmla="*/ 13811 h 381000"/>
                <a:gd name="connsiteX5" fmla="*/ 7144 w 314325"/>
                <a:gd name="connsiteY5" fmla="*/ 27146 h 381000"/>
                <a:gd name="connsiteX6" fmla="*/ 7144 w 314325"/>
                <a:gd name="connsiteY6" fmla="*/ 329089 h 381000"/>
                <a:gd name="connsiteX7" fmla="*/ 7144 w 314325"/>
                <a:gd name="connsiteY7" fmla="*/ 329089 h 381000"/>
                <a:gd name="connsiteX8" fmla="*/ 7144 w 314325"/>
                <a:gd name="connsiteY8" fmla="*/ 338614 h 381000"/>
                <a:gd name="connsiteX9" fmla="*/ 44291 w 314325"/>
                <a:gd name="connsiteY9" fmla="*/ 375761 h 381000"/>
                <a:gd name="connsiteX10" fmla="*/ 45244 w 314325"/>
                <a:gd name="connsiteY10" fmla="*/ 375761 h 381000"/>
                <a:gd name="connsiteX11" fmla="*/ 45244 w 314325"/>
                <a:gd name="connsiteY11" fmla="*/ 375761 h 381000"/>
                <a:gd name="connsiteX12" fmla="*/ 90964 w 314325"/>
                <a:gd name="connsiteY12" fmla="*/ 375761 h 381000"/>
                <a:gd name="connsiteX13" fmla="*/ 90964 w 314325"/>
                <a:gd name="connsiteY13" fmla="*/ 84296 h 381000"/>
                <a:gd name="connsiteX14" fmla="*/ 116682 w 314325"/>
                <a:gd name="connsiteY14" fmla="*/ 80486 h 381000"/>
                <a:gd name="connsiteX15" fmla="*/ 150019 w 314325"/>
                <a:gd name="connsiteY15" fmla="*/ 78581 h 381000"/>
                <a:gd name="connsiteX16" fmla="*/ 186214 w 314325"/>
                <a:gd name="connsiteY16" fmla="*/ 84296 h 381000"/>
                <a:gd name="connsiteX17" fmla="*/ 210026 w 314325"/>
                <a:gd name="connsiteY17" fmla="*/ 102394 h 381000"/>
                <a:gd name="connsiteX18" fmla="*/ 222409 w 314325"/>
                <a:gd name="connsiteY18" fmla="*/ 135731 h 381000"/>
                <a:gd name="connsiteX19" fmla="*/ 226219 w 314325"/>
                <a:gd name="connsiteY19" fmla="*/ 185261 h 381000"/>
                <a:gd name="connsiteX20" fmla="*/ 226219 w 314325"/>
                <a:gd name="connsiteY20" fmla="*/ 328136 h 381000"/>
                <a:gd name="connsiteX21" fmla="*/ 226219 w 314325"/>
                <a:gd name="connsiteY21" fmla="*/ 328136 h 381000"/>
                <a:gd name="connsiteX22" fmla="*/ 226219 w 314325"/>
                <a:gd name="connsiteY22" fmla="*/ 337661 h 381000"/>
                <a:gd name="connsiteX23" fmla="*/ 263366 w 314325"/>
                <a:gd name="connsiteY23" fmla="*/ 374809 h 381000"/>
                <a:gd name="connsiteX24" fmla="*/ 263366 w 314325"/>
                <a:gd name="connsiteY24" fmla="*/ 374809 h 381000"/>
                <a:gd name="connsiteX25" fmla="*/ 310039 w 314325"/>
                <a:gd name="connsiteY25" fmla="*/ 374809 h 381000"/>
                <a:gd name="connsiteX26" fmla="*/ 310039 w 314325"/>
                <a:gd name="connsiteY26" fmla="*/ 172879 h 381000"/>
                <a:gd name="connsiteX27" fmla="*/ 300514 w 314325"/>
                <a:gd name="connsiteY27" fmla="*/ 105251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14325" h="381000">
                  <a:moveTo>
                    <a:pt x="300514" y="105251"/>
                  </a:moveTo>
                  <a:cubicBezTo>
                    <a:pt x="295751" y="85249"/>
                    <a:pt x="287179" y="67151"/>
                    <a:pt x="275749" y="52864"/>
                  </a:cubicBezTo>
                  <a:cubicBezTo>
                    <a:pt x="264319" y="38576"/>
                    <a:pt x="248126" y="27146"/>
                    <a:pt x="229076" y="19526"/>
                  </a:cubicBezTo>
                  <a:cubicBezTo>
                    <a:pt x="209074" y="11906"/>
                    <a:pt x="185261" y="7144"/>
                    <a:pt x="155734" y="7144"/>
                  </a:cubicBezTo>
                  <a:cubicBezTo>
                    <a:pt x="124301" y="7144"/>
                    <a:pt x="95726" y="9049"/>
                    <a:pt x="70009" y="13811"/>
                  </a:cubicBezTo>
                  <a:cubicBezTo>
                    <a:pt x="44291" y="17621"/>
                    <a:pt x="23336" y="22384"/>
                    <a:pt x="7144" y="27146"/>
                  </a:cubicBezTo>
                  <a:lnTo>
                    <a:pt x="7144" y="329089"/>
                  </a:lnTo>
                  <a:lnTo>
                    <a:pt x="7144" y="329089"/>
                  </a:lnTo>
                  <a:lnTo>
                    <a:pt x="7144" y="338614"/>
                  </a:lnTo>
                  <a:cubicBezTo>
                    <a:pt x="7144" y="358616"/>
                    <a:pt x="23336" y="375761"/>
                    <a:pt x="44291" y="375761"/>
                  </a:cubicBezTo>
                  <a:lnTo>
                    <a:pt x="45244" y="375761"/>
                  </a:lnTo>
                  <a:lnTo>
                    <a:pt x="45244" y="375761"/>
                  </a:lnTo>
                  <a:lnTo>
                    <a:pt x="90964" y="375761"/>
                  </a:lnTo>
                  <a:lnTo>
                    <a:pt x="90964" y="84296"/>
                  </a:lnTo>
                  <a:cubicBezTo>
                    <a:pt x="96679" y="83344"/>
                    <a:pt x="105251" y="82391"/>
                    <a:pt x="116682" y="80486"/>
                  </a:cubicBezTo>
                  <a:cubicBezTo>
                    <a:pt x="128111" y="79534"/>
                    <a:pt x="139541" y="78581"/>
                    <a:pt x="150019" y="78581"/>
                  </a:cubicBezTo>
                  <a:cubicBezTo>
                    <a:pt x="164307" y="78581"/>
                    <a:pt x="176689" y="80486"/>
                    <a:pt x="186214" y="84296"/>
                  </a:cubicBezTo>
                  <a:cubicBezTo>
                    <a:pt x="195739" y="88106"/>
                    <a:pt x="204311" y="94774"/>
                    <a:pt x="210026" y="102394"/>
                  </a:cubicBezTo>
                  <a:cubicBezTo>
                    <a:pt x="215741" y="110966"/>
                    <a:pt x="219551" y="121444"/>
                    <a:pt x="222409" y="135731"/>
                  </a:cubicBezTo>
                  <a:cubicBezTo>
                    <a:pt x="225266" y="149066"/>
                    <a:pt x="226219" y="165259"/>
                    <a:pt x="226219" y="185261"/>
                  </a:cubicBezTo>
                  <a:lnTo>
                    <a:pt x="226219" y="328136"/>
                  </a:lnTo>
                  <a:lnTo>
                    <a:pt x="226219" y="328136"/>
                  </a:lnTo>
                  <a:lnTo>
                    <a:pt x="226219" y="337661"/>
                  </a:lnTo>
                  <a:cubicBezTo>
                    <a:pt x="226219" y="357664"/>
                    <a:pt x="242411" y="374809"/>
                    <a:pt x="263366" y="374809"/>
                  </a:cubicBezTo>
                  <a:lnTo>
                    <a:pt x="263366" y="374809"/>
                  </a:lnTo>
                  <a:lnTo>
                    <a:pt x="310039" y="374809"/>
                  </a:lnTo>
                  <a:lnTo>
                    <a:pt x="310039" y="172879"/>
                  </a:lnTo>
                  <a:cubicBezTo>
                    <a:pt x="308134" y="148114"/>
                    <a:pt x="305276" y="126206"/>
                    <a:pt x="300514" y="105251"/>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7" name="Freeform: Shape 8">
              <a:extLst>
                <a:ext uri="{FF2B5EF4-FFF2-40B4-BE49-F238E27FC236}">
                  <a16:creationId xmlns:a16="http://schemas.microsoft.com/office/drawing/2014/main" id="{95A5FF60-9C81-5043-D27B-6FF0D0D6F4CF}"/>
                </a:ext>
              </a:extLst>
            </p:cNvPr>
            <p:cNvSpPr/>
            <p:nvPr/>
          </p:nvSpPr>
          <p:spPr>
            <a:xfrm>
              <a:off x="8331989" y="1464782"/>
              <a:ext cx="314325" cy="381000"/>
            </a:xfrm>
            <a:custGeom>
              <a:avLst/>
              <a:gdLst>
                <a:gd name="connsiteX0" fmla="*/ 300514 w 314325"/>
                <a:gd name="connsiteY0" fmla="*/ 105251 h 381000"/>
                <a:gd name="connsiteX1" fmla="*/ 275749 w 314325"/>
                <a:gd name="connsiteY1" fmla="*/ 52864 h 381000"/>
                <a:gd name="connsiteX2" fmla="*/ 229076 w 314325"/>
                <a:gd name="connsiteY2" fmla="*/ 19526 h 381000"/>
                <a:gd name="connsiteX3" fmla="*/ 155734 w 314325"/>
                <a:gd name="connsiteY3" fmla="*/ 7144 h 381000"/>
                <a:gd name="connsiteX4" fmla="*/ 70009 w 314325"/>
                <a:gd name="connsiteY4" fmla="*/ 13811 h 381000"/>
                <a:gd name="connsiteX5" fmla="*/ 7144 w 314325"/>
                <a:gd name="connsiteY5" fmla="*/ 27146 h 381000"/>
                <a:gd name="connsiteX6" fmla="*/ 7144 w 314325"/>
                <a:gd name="connsiteY6" fmla="*/ 329089 h 381000"/>
                <a:gd name="connsiteX7" fmla="*/ 7144 w 314325"/>
                <a:gd name="connsiteY7" fmla="*/ 329089 h 381000"/>
                <a:gd name="connsiteX8" fmla="*/ 7144 w 314325"/>
                <a:gd name="connsiteY8" fmla="*/ 338614 h 381000"/>
                <a:gd name="connsiteX9" fmla="*/ 44291 w 314325"/>
                <a:gd name="connsiteY9" fmla="*/ 375761 h 381000"/>
                <a:gd name="connsiteX10" fmla="*/ 45244 w 314325"/>
                <a:gd name="connsiteY10" fmla="*/ 375761 h 381000"/>
                <a:gd name="connsiteX11" fmla="*/ 45244 w 314325"/>
                <a:gd name="connsiteY11" fmla="*/ 375761 h 381000"/>
                <a:gd name="connsiteX12" fmla="*/ 90964 w 314325"/>
                <a:gd name="connsiteY12" fmla="*/ 375761 h 381000"/>
                <a:gd name="connsiteX13" fmla="*/ 90964 w 314325"/>
                <a:gd name="connsiteY13" fmla="*/ 84296 h 381000"/>
                <a:gd name="connsiteX14" fmla="*/ 116681 w 314325"/>
                <a:gd name="connsiteY14" fmla="*/ 80486 h 381000"/>
                <a:gd name="connsiteX15" fmla="*/ 150019 w 314325"/>
                <a:gd name="connsiteY15" fmla="*/ 78581 h 381000"/>
                <a:gd name="connsiteX16" fmla="*/ 186214 w 314325"/>
                <a:gd name="connsiteY16" fmla="*/ 84296 h 381000"/>
                <a:gd name="connsiteX17" fmla="*/ 210026 w 314325"/>
                <a:gd name="connsiteY17" fmla="*/ 102394 h 381000"/>
                <a:gd name="connsiteX18" fmla="*/ 222409 w 314325"/>
                <a:gd name="connsiteY18" fmla="*/ 135731 h 381000"/>
                <a:gd name="connsiteX19" fmla="*/ 226219 w 314325"/>
                <a:gd name="connsiteY19" fmla="*/ 185261 h 381000"/>
                <a:gd name="connsiteX20" fmla="*/ 226219 w 314325"/>
                <a:gd name="connsiteY20" fmla="*/ 328136 h 381000"/>
                <a:gd name="connsiteX21" fmla="*/ 226219 w 314325"/>
                <a:gd name="connsiteY21" fmla="*/ 328136 h 381000"/>
                <a:gd name="connsiteX22" fmla="*/ 226219 w 314325"/>
                <a:gd name="connsiteY22" fmla="*/ 337661 h 381000"/>
                <a:gd name="connsiteX23" fmla="*/ 263366 w 314325"/>
                <a:gd name="connsiteY23" fmla="*/ 374809 h 381000"/>
                <a:gd name="connsiteX24" fmla="*/ 263366 w 314325"/>
                <a:gd name="connsiteY24" fmla="*/ 374809 h 381000"/>
                <a:gd name="connsiteX25" fmla="*/ 310039 w 314325"/>
                <a:gd name="connsiteY25" fmla="*/ 374809 h 381000"/>
                <a:gd name="connsiteX26" fmla="*/ 310039 w 314325"/>
                <a:gd name="connsiteY26" fmla="*/ 172879 h 381000"/>
                <a:gd name="connsiteX27" fmla="*/ 300514 w 314325"/>
                <a:gd name="connsiteY27" fmla="*/ 105251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14325" h="381000">
                  <a:moveTo>
                    <a:pt x="300514" y="105251"/>
                  </a:moveTo>
                  <a:cubicBezTo>
                    <a:pt x="295751" y="85249"/>
                    <a:pt x="287179" y="67151"/>
                    <a:pt x="275749" y="52864"/>
                  </a:cubicBezTo>
                  <a:cubicBezTo>
                    <a:pt x="264319" y="38576"/>
                    <a:pt x="248126" y="27146"/>
                    <a:pt x="229076" y="19526"/>
                  </a:cubicBezTo>
                  <a:cubicBezTo>
                    <a:pt x="209074" y="11906"/>
                    <a:pt x="185261" y="7144"/>
                    <a:pt x="155734" y="7144"/>
                  </a:cubicBezTo>
                  <a:cubicBezTo>
                    <a:pt x="124301" y="7144"/>
                    <a:pt x="95726" y="9049"/>
                    <a:pt x="70009" y="13811"/>
                  </a:cubicBezTo>
                  <a:cubicBezTo>
                    <a:pt x="44291" y="17621"/>
                    <a:pt x="23336" y="22384"/>
                    <a:pt x="7144" y="27146"/>
                  </a:cubicBezTo>
                  <a:lnTo>
                    <a:pt x="7144" y="329089"/>
                  </a:lnTo>
                  <a:lnTo>
                    <a:pt x="7144" y="329089"/>
                  </a:lnTo>
                  <a:lnTo>
                    <a:pt x="7144" y="338614"/>
                  </a:lnTo>
                  <a:cubicBezTo>
                    <a:pt x="7144" y="358616"/>
                    <a:pt x="23336" y="375761"/>
                    <a:pt x="44291" y="375761"/>
                  </a:cubicBezTo>
                  <a:lnTo>
                    <a:pt x="45244" y="375761"/>
                  </a:lnTo>
                  <a:lnTo>
                    <a:pt x="45244" y="375761"/>
                  </a:lnTo>
                  <a:lnTo>
                    <a:pt x="90964" y="375761"/>
                  </a:lnTo>
                  <a:lnTo>
                    <a:pt x="90964" y="84296"/>
                  </a:lnTo>
                  <a:cubicBezTo>
                    <a:pt x="96679" y="83344"/>
                    <a:pt x="105251" y="82391"/>
                    <a:pt x="116681" y="80486"/>
                  </a:cubicBezTo>
                  <a:cubicBezTo>
                    <a:pt x="128111" y="79534"/>
                    <a:pt x="139541" y="78581"/>
                    <a:pt x="150019" y="78581"/>
                  </a:cubicBezTo>
                  <a:cubicBezTo>
                    <a:pt x="164306" y="78581"/>
                    <a:pt x="176689" y="80486"/>
                    <a:pt x="186214" y="84296"/>
                  </a:cubicBezTo>
                  <a:cubicBezTo>
                    <a:pt x="195739" y="88106"/>
                    <a:pt x="204311" y="94774"/>
                    <a:pt x="210026" y="102394"/>
                  </a:cubicBezTo>
                  <a:cubicBezTo>
                    <a:pt x="215741" y="110966"/>
                    <a:pt x="219551" y="121444"/>
                    <a:pt x="222409" y="135731"/>
                  </a:cubicBezTo>
                  <a:cubicBezTo>
                    <a:pt x="225266" y="149066"/>
                    <a:pt x="226219" y="165259"/>
                    <a:pt x="226219" y="185261"/>
                  </a:cubicBezTo>
                  <a:lnTo>
                    <a:pt x="226219" y="328136"/>
                  </a:lnTo>
                  <a:lnTo>
                    <a:pt x="226219" y="328136"/>
                  </a:lnTo>
                  <a:lnTo>
                    <a:pt x="226219" y="337661"/>
                  </a:lnTo>
                  <a:cubicBezTo>
                    <a:pt x="226219" y="357664"/>
                    <a:pt x="242411" y="374809"/>
                    <a:pt x="263366" y="374809"/>
                  </a:cubicBezTo>
                  <a:lnTo>
                    <a:pt x="263366" y="374809"/>
                  </a:lnTo>
                  <a:lnTo>
                    <a:pt x="310039" y="374809"/>
                  </a:lnTo>
                  <a:lnTo>
                    <a:pt x="310039" y="172879"/>
                  </a:lnTo>
                  <a:cubicBezTo>
                    <a:pt x="307181" y="148114"/>
                    <a:pt x="305276" y="126206"/>
                    <a:pt x="300514" y="105251"/>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8" name="Freeform: Shape 17">
              <a:extLst>
                <a:ext uri="{FF2B5EF4-FFF2-40B4-BE49-F238E27FC236}">
                  <a16:creationId xmlns:a16="http://schemas.microsoft.com/office/drawing/2014/main" id="{6AE4D327-ADCC-2844-4D34-E425D5DC0066}"/>
                </a:ext>
              </a:extLst>
            </p:cNvPr>
            <p:cNvSpPr/>
            <p:nvPr/>
          </p:nvSpPr>
          <p:spPr>
            <a:xfrm>
              <a:off x="6619395" y="1521933"/>
              <a:ext cx="457199" cy="371475"/>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solidFill>
              <a:srgbClr val="17ABDB"/>
            </a:solidFill>
            <a:ln w="9525" cap="flat">
              <a:noFill/>
              <a:prstDash val="solid"/>
              <a:miter/>
            </a:ln>
          </p:spPr>
          <p:txBody>
            <a:bodyPr lIns="73152" tIns="36576" rIns="73152" bIns="36576" rtlCol="0" anchor="ctr"/>
            <a:lstStyle/>
            <a:p>
              <a:endParaRPr lang="de-DE"/>
            </a:p>
          </p:txBody>
        </p:sp>
        <p:sp>
          <p:nvSpPr>
            <p:cNvPr id="20" name="Freeform: Shape 22">
              <a:extLst>
                <a:ext uri="{FF2B5EF4-FFF2-40B4-BE49-F238E27FC236}">
                  <a16:creationId xmlns:a16="http://schemas.microsoft.com/office/drawing/2014/main" id="{F637D23B-847A-C29B-85BC-5893D3397061}"/>
                </a:ext>
              </a:extLst>
            </p:cNvPr>
            <p:cNvSpPr/>
            <p:nvPr/>
          </p:nvSpPr>
          <p:spPr>
            <a:xfrm>
              <a:off x="3176111" y="1268567"/>
              <a:ext cx="3171823" cy="866776"/>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21" name="Freeform: Shape 23">
              <a:extLst>
                <a:ext uri="{FF2B5EF4-FFF2-40B4-BE49-F238E27FC236}">
                  <a16:creationId xmlns:a16="http://schemas.microsoft.com/office/drawing/2014/main" id="{43F3C7B1-421D-FB0B-5B8A-26F13FB442E7}"/>
                </a:ext>
              </a:extLst>
            </p:cNvPr>
            <p:cNvSpPr/>
            <p:nvPr/>
          </p:nvSpPr>
          <p:spPr>
            <a:xfrm>
              <a:off x="5565899" y="1311398"/>
              <a:ext cx="95250" cy="104775"/>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22" name="Freeform: Shape 24">
              <a:extLst>
                <a:ext uri="{FF2B5EF4-FFF2-40B4-BE49-F238E27FC236}">
                  <a16:creationId xmlns:a16="http://schemas.microsoft.com/office/drawing/2014/main" id="{8BDF9963-8BEB-A11C-370B-6D5045DD5030}"/>
                </a:ext>
              </a:extLst>
            </p:cNvPr>
            <p:cNvSpPr/>
            <p:nvPr/>
          </p:nvSpPr>
          <p:spPr>
            <a:xfrm>
              <a:off x="6186959" y="1329492"/>
              <a:ext cx="95250" cy="95250"/>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23" name="Freeform: Shape 25">
              <a:extLst>
                <a:ext uri="{FF2B5EF4-FFF2-40B4-BE49-F238E27FC236}">
                  <a16:creationId xmlns:a16="http://schemas.microsoft.com/office/drawing/2014/main" id="{59FEF1CC-0718-501B-24A3-E188DFA66D00}"/>
                </a:ext>
              </a:extLst>
            </p:cNvPr>
            <p:cNvSpPr/>
            <p:nvPr/>
          </p:nvSpPr>
          <p:spPr>
            <a:xfrm>
              <a:off x="6386989" y="1257136"/>
              <a:ext cx="695324" cy="581025"/>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solidFill>
              <a:srgbClr val="0072AF"/>
            </a:solidFill>
            <a:ln w="9525" cap="flat">
              <a:noFill/>
              <a:prstDash val="solid"/>
              <a:miter/>
            </a:ln>
          </p:spPr>
          <p:txBody>
            <a:bodyPr lIns="73152" tIns="36576" rIns="73152" bIns="36576" rtlCol="0" anchor="ctr"/>
            <a:lstStyle/>
            <a:p>
              <a:endParaRPr lang="de-DE"/>
            </a:p>
          </p:txBody>
        </p:sp>
      </p:grpSp>
    </p:spTree>
    <p:extLst>
      <p:ext uri="{BB962C8B-B14F-4D97-AF65-F5344CB8AC3E}">
        <p14:creationId xmlns:p14="http://schemas.microsoft.com/office/powerpoint/2010/main" val="3858115524"/>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showMasterSp="0" preserve="1" userDrawn="1">
  <p:cSld name="Title Slide 5b">
    <p:bg>
      <p:bgPr>
        <a:solidFill>
          <a:schemeClr val="bg2"/>
        </a:solidFill>
        <a:effectLst/>
      </p:bgPr>
    </p:bg>
    <p:spTree>
      <p:nvGrpSpPr>
        <p:cNvPr id="1" name=""/>
        <p:cNvGrpSpPr/>
        <p:nvPr/>
      </p:nvGrpSpPr>
      <p:grpSpPr>
        <a:xfrm>
          <a:off x="0" y="0"/>
          <a:ext cx="0" cy="0"/>
          <a:chOff x="0" y="0"/>
          <a:chExt cx="0" cy="0"/>
        </a:xfrm>
      </p:grpSpPr>
      <p:sp>
        <p:nvSpPr>
          <p:cNvPr id="33" name="Picture Placeholder 18">
            <a:extLst>
              <a:ext uri="{FF2B5EF4-FFF2-40B4-BE49-F238E27FC236}">
                <a16:creationId xmlns:a16="http://schemas.microsoft.com/office/drawing/2014/main" id="{3A966515-C64B-E7BB-1198-D99D16DE65B4}"/>
              </a:ext>
            </a:extLst>
          </p:cNvPr>
          <p:cNvSpPr>
            <a:spLocks noGrp="1"/>
          </p:cNvSpPr>
          <p:nvPr>
            <p:ph type="pic" sz="quarter" idx="10" hasCustomPrompt="1"/>
          </p:nvPr>
        </p:nvSpPr>
        <p:spPr>
          <a:xfrm>
            <a:off x="6096000" y="1916832"/>
            <a:ext cx="3816424" cy="4941168"/>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2">
              <a:lumMod val="90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9" name="Text Placeholder 8">
            <a:extLst>
              <a:ext uri="{FF2B5EF4-FFF2-40B4-BE49-F238E27FC236}">
                <a16:creationId xmlns:a16="http://schemas.microsoft.com/office/drawing/2014/main" id="{DE3C410B-B58E-46DB-B5F0-7F515E223DD9}"/>
              </a:ext>
            </a:extLst>
          </p:cNvPr>
          <p:cNvSpPr>
            <a:spLocks noGrp="1"/>
          </p:cNvSpPr>
          <p:nvPr>
            <p:ph type="body" sz="quarter" idx="12" hasCustomPrompt="1"/>
          </p:nvPr>
        </p:nvSpPr>
        <p:spPr>
          <a:xfrm>
            <a:off x="407368" y="3341212"/>
            <a:ext cx="4597606" cy="215444"/>
          </a:xfrm>
        </p:spPr>
        <p:txBody>
          <a:bodyPr vert="horz" wrap="square" lIns="18000" tIns="0" rIns="0" bIns="0" rtlCol="0" anchor="t" anchorCtr="0">
            <a:spAutoFit/>
          </a:bodyPr>
          <a:lstStyle>
            <a:lvl1pPr>
              <a:defRPr lang="en-US" sz="1400" dirty="0">
                <a:latin typeface="Ubuntu Light" panose="020B0304030602030204" pitchFamily="34" charset="0"/>
              </a:defRPr>
            </a:lvl1pPr>
          </a:lstStyle>
          <a:p>
            <a:pPr lvl="0"/>
            <a:r>
              <a:rPr lang="en-US"/>
              <a:t>Optional: Click to insert name</a:t>
            </a:r>
          </a:p>
        </p:txBody>
      </p:sp>
      <p:sp>
        <p:nvSpPr>
          <p:cNvPr id="6" name="Subtitle">
            <a:extLst>
              <a:ext uri="{FF2B5EF4-FFF2-40B4-BE49-F238E27FC236}">
                <a16:creationId xmlns:a16="http://schemas.microsoft.com/office/drawing/2014/main" id="{A6C182ED-7FBB-D436-05D8-96E184F17BD0}"/>
              </a:ext>
            </a:extLst>
          </p:cNvPr>
          <p:cNvSpPr>
            <a:spLocks noGrp="1"/>
          </p:cNvSpPr>
          <p:nvPr>
            <p:ph type="subTitle" idx="1"/>
          </p:nvPr>
        </p:nvSpPr>
        <p:spPr>
          <a:xfrm>
            <a:off x="407368" y="2924944"/>
            <a:ext cx="4597606" cy="246221"/>
          </a:xfrm>
          <a:prstGeom prst="rect">
            <a:avLst/>
          </a:prstGeom>
        </p:spPr>
        <p:txBody>
          <a:bodyPr wrap="square" lIns="18000" tIns="0" rIns="0" anchor="t" anchorCtr="0">
            <a:spAutoFit/>
          </a:bodyPr>
          <a:lstStyle>
            <a:lvl1pPr marL="0" indent="0" algn="l">
              <a:buNone/>
              <a:defRPr sz="1600">
                <a:solidFill>
                  <a:schemeClr val="tx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7" name="Title">
            <a:extLst>
              <a:ext uri="{FF2B5EF4-FFF2-40B4-BE49-F238E27FC236}">
                <a16:creationId xmlns:a16="http://schemas.microsoft.com/office/drawing/2014/main" id="{46ABBE1C-3373-50D9-4152-CA1AC4A5E7F0}"/>
              </a:ext>
            </a:extLst>
          </p:cNvPr>
          <p:cNvSpPr>
            <a:spLocks noGrp="1"/>
          </p:cNvSpPr>
          <p:nvPr>
            <p:ph type="ctrTitle" hasCustomPrompt="1"/>
          </p:nvPr>
        </p:nvSpPr>
        <p:spPr>
          <a:xfrm>
            <a:off x="407368" y="1053032"/>
            <a:ext cx="4597606" cy="1495794"/>
          </a:xfrm>
        </p:spPr>
        <p:txBody>
          <a:bodyPr wrap="square" lIns="0" tIns="0" rIns="0" bIns="0" anchor="b" anchorCtr="0">
            <a:spAutoFit/>
          </a:bodyPr>
          <a:lstStyle>
            <a:lvl1pPr algn="l">
              <a:lnSpc>
                <a:spcPct val="90000"/>
              </a:lnSpc>
              <a:tabLst>
                <a:tab pos="1258888" algn="l"/>
              </a:tabLst>
              <a:defRPr sz="5400" b="0" cap="none" baseline="0">
                <a:solidFill>
                  <a:schemeClr val="tx1"/>
                </a:solidFill>
                <a:latin typeface="+mj-lt"/>
              </a:defRPr>
            </a:lvl1pPr>
          </a:lstStyle>
          <a:p>
            <a:r>
              <a:rPr lang="fr-FR"/>
              <a:t>Modifiez le style du titre</a:t>
            </a:r>
            <a:endParaRPr lang="en-GB"/>
          </a:p>
        </p:txBody>
      </p:sp>
      <p:grpSp>
        <p:nvGrpSpPr>
          <p:cNvPr id="2" name="Graphic 4">
            <a:extLst>
              <a:ext uri="{FF2B5EF4-FFF2-40B4-BE49-F238E27FC236}">
                <a16:creationId xmlns:a16="http://schemas.microsoft.com/office/drawing/2014/main" id="{79D6250F-2CCC-5064-1689-CA74DFBE7044}"/>
              </a:ext>
            </a:extLst>
          </p:cNvPr>
          <p:cNvGrpSpPr>
            <a:grpSpLocks noChangeAspect="1"/>
          </p:cNvGrpSpPr>
          <p:nvPr userDrawn="1"/>
        </p:nvGrpSpPr>
        <p:grpSpPr>
          <a:xfrm>
            <a:off x="407368" y="5955719"/>
            <a:ext cx="3240000" cy="497469"/>
            <a:chOff x="3176111" y="1257136"/>
            <a:chExt cx="5719756" cy="878207"/>
          </a:xfrm>
        </p:grpSpPr>
        <p:sp>
          <p:nvSpPr>
            <p:cNvPr id="3" name="Freeform: Shape 2">
              <a:extLst>
                <a:ext uri="{FF2B5EF4-FFF2-40B4-BE49-F238E27FC236}">
                  <a16:creationId xmlns:a16="http://schemas.microsoft.com/office/drawing/2014/main" id="{3C3ECAD3-19C7-B21C-CE6C-F51526967D09}"/>
                </a:ext>
              </a:extLst>
            </p:cNvPr>
            <p:cNvSpPr/>
            <p:nvPr/>
          </p:nvSpPr>
          <p:spPr>
            <a:xfrm>
              <a:off x="8667268" y="1360960"/>
              <a:ext cx="228599" cy="485775"/>
            </a:xfrm>
            <a:custGeom>
              <a:avLst/>
              <a:gdLst>
                <a:gd name="connsiteX0" fmla="*/ 43339 w 228600"/>
                <a:gd name="connsiteY0" fmla="*/ 14764 h 485775"/>
                <a:gd name="connsiteX1" fmla="*/ 90011 w 228600"/>
                <a:gd name="connsiteY1" fmla="*/ 7144 h 485775"/>
                <a:gd name="connsiteX2" fmla="*/ 90011 w 228600"/>
                <a:gd name="connsiteY2" fmla="*/ 118586 h 485775"/>
                <a:gd name="connsiteX3" fmla="*/ 217646 w 228600"/>
                <a:gd name="connsiteY3" fmla="*/ 118586 h 485775"/>
                <a:gd name="connsiteX4" fmla="*/ 217646 w 228600"/>
                <a:gd name="connsiteY4" fmla="*/ 148114 h 485775"/>
                <a:gd name="connsiteX5" fmla="*/ 180499 w 228600"/>
                <a:gd name="connsiteY5" fmla="*/ 185261 h 485775"/>
                <a:gd name="connsiteX6" fmla="*/ 90011 w 228600"/>
                <a:gd name="connsiteY6" fmla="*/ 185261 h 485775"/>
                <a:gd name="connsiteX7" fmla="*/ 90011 w 228600"/>
                <a:gd name="connsiteY7" fmla="*/ 330994 h 485775"/>
                <a:gd name="connsiteX8" fmla="*/ 103346 w 228600"/>
                <a:gd name="connsiteY8" fmla="*/ 392906 h 485775"/>
                <a:gd name="connsiteX9" fmla="*/ 150019 w 228600"/>
                <a:gd name="connsiteY9" fmla="*/ 411004 h 485775"/>
                <a:gd name="connsiteX10" fmla="*/ 190024 w 228600"/>
                <a:gd name="connsiteY10" fmla="*/ 406241 h 485775"/>
                <a:gd name="connsiteX11" fmla="*/ 217646 w 228600"/>
                <a:gd name="connsiteY11" fmla="*/ 397669 h 485775"/>
                <a:gd name="connsiteX12" fmla="*/ 226219 w 228600"/>
                <a:gd name="connsiteY12" fmla="*/ 438626 h 485775"/>
                <a:gd name="connsiteX13" fmla="*/ 205264 w 228600"/>
                <a:gd name="connsiteY13" fmla="*/ 472916 h 485775"/>
                <a:gd name="connsiteX14" fmla="*/ 193834 w 228600"/>
                <a:gd name="connsiteY14" fmla="*/ 475774 h 485775"/>
                <a:gd name="connsiteX15" fmla="*/ 138589 w 228600"/>
                <a:gd name="connsiteY15" fmla="*/ 482441 h 485775"/>
                <a:gd name="connsiteX16" fmla="*/ 74771 w 228600"/>
                <a:gd name="connsiteY16" fmla="*/ 471964 h 485775"/>
                <a:gd name="connsiteX17" fmla="*/ 33814 w 228600"/>
                <a:gd name="connsiteY17" fmla="*/ 442436 h 485775"/>
                <a:gd name="connsiteX18" fmla="*/ 12859 w 228600"/>
                <a:gd name="connsiteY18" fmla="*/ 394811 h 485775"/>
                <a:gd name="connsiteX19" fmla="*/ 7144 w 228600"/>
                <a:gd name="connsiteY19" fmla="*/ 330994 h 485775"/>
                <a:gd name="connsiteX20" fmla="*/ 7144 w 228600"/>
                <a:gd name="connsiteY20" fmla="*/ 56674 h 485775"/>
                <a:gd name="connsiteX21" fmla="*/ 43339 w 228600"/>
                <a:gd name="connsiteY21" fmla="*/ 14764 h 48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28600" h="485775">
                  <a:moveTo>
                    <a:pt x="43339" y="14764"/>
                  </a:moveTo>
                  <a:lnTo>
                    <a:pt x="90011" y="7144"/>
                  </a:lnTo>
                  <a:lnTo>
                    <a:pt x="90011" y="118586"/>
                  </a:lnTo>
                  <a:lnTo>
                    <a:pt x="217646" y="118586"/>
                  </a:lnTo>
                  <a:lnTo>
                    <a:pt x="217646" y="148114"/>
                  </a:lnTo>
                  <a:cubicBezTo>
                    <a:pt x="217646" y="168116"/>
                    <a:pt x="201453" y="185261"/>
                    <a:pt x="180499" y="185261"/>
                  </a:cubicBezTo>
                  <a:lnTo>
                    <a:pt x="90011" y="185261"/>
                  </a:lnTo>
                  <a:lnTo>
                    <a:pt x="90011" y="330994"/>
                  </a:lnTo>
                  <a:cubicBezTo>
                    <a:pt x="90011" y="359569"/>
                    <a:pt x="94774" y="380524"/>
                    <a:pt x="103346" y="392906"/>
                  </a:cubicBezTo>
                  <a:cubicBezTo>
                    <a:pt x="112871" y="405289"/>
                    <a:pt x="128111" y="411004"/>
                    <a:pt x="150019" y="411004"/>
                  </a:cubicBezTo>
                  <a:cubicBezTo>
                    <a:pt x="165259" y="411004"/>
                    <a:pt x="178594" y="409099"/>
                    <a:pt x="190024" y="406241"/>
                  </a:cubicBezTo>
                  <a:cubicBezTo>
                    <a:pt x="201453" y="403384"/>
                    <a:pt x="210978" y="400526"/>
                    <a:pt x="217646" y="397669"/>
                  </a:cubicBezTo>
                  <a:lnTo>
                    <a:pt x="226219" y="438626"/>
                  </a:lnTo>
                  <a:cubicBezTo>
                    <a:pt x="229076" y="453866"/>
                    <a:pt x="220503" y="469106"/>
                    <a:pt x="205264" y="472916"/>
                  </a:cubicBezTo>
                  <a:lnTo>
                    <a:pt x="193834" y="475774"/>
                  </a:lnTo>
                  <a:cubicBezTo>
                    <a:pt x="178594" y="480536"/>
                    <a:pt x="159544" y="482441"/>
                    <a:pt x="138589" y="482441"/>
                  </a:cubicBezTo>
                  <a:cubicBezTo>
                    <a:pt x="112871" y="482441"/>
                    <a:pt x="91916" y="478631"/>
                    <a:pt x="74771" y="471964"/>
                  </a:cubicBezTo>
                  <a:cubicBezTo>
                    <a:pt x="57626" y="465296"/>
                    <a:pt x="44291" y="454819"/>
                    <a:pt x="33814" y="442436"/>
                  </a:cubicBezTo>
                  <a:cubicBezTo>
                    <a:pt x="23336" y="429101"/>
                    <a:pt x="16669" y="413861"/>
                    <a:pt x="12859" y="394811"/>
                  </a:cubicBezTo>
                  <a:cubicBezTo>
                    <a:pt x="9049" y="376714"/>
                    <a:pt x="7144" y="354806"/>
                    <a:pt x="7144" y="330994"/>
                  </a:cubicBezTo>
                  <a:lnTo>
                    <a:pt x="7144" y="56674"/>
                  </a:lnTo>
                  <a:cubicBezTo>
                    <a:pt x="7144" y="36671"/>
                    <a:pt x="22384" y="18574"/>
                    <a:pt x="43339" y="14764"/>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4" name="Freeform: Shape 3">
              <a:extLst>
                <a:ext uri="{FF2B5EF4-FFF2-40B4-BE49-F238E27FC236}">
                  <a16:creationId xmlns:a16="http://schemas.microsoft.com/office/drawing/2014/main" id="{145B6700-88DA-484B-C096-19441A7B28CA}"/>
                </a:ext>
              </a:extLst>
            </p:cNvPr>
            <p:cNvSpPr/>
            <p:nvPr/>
          </p:nvSpPr>
          <p:spPr>
            <a:xfrm>
              <a:off x="7972896" y="1460972"/>
              <a:ext cx="333375" cy="381000"/>
            </a:xfrm>
            <a:custGeom>
              <a:avLst/>
              <a:gdLst>
                <a:gd name="connsiteX0" fmla="*/ 7144 w 333375"/>
                <a:gd name="connsiteY0" fmla="*/ 196691 h 381000"/>
                <a:gd name="connsiteX1" fmla="*/ 21431 w 333375"/>
                <a:gd name="connsiteY1" fmla="*/ 113824 h 381000"/>
                <a:gd name="connsiteX2" fmla="*/ 58579 w 333375"/>
                <a:gd name="connsiteY2" fmla="*/ 54769 h 381000"/>
                <a:gd name="connsiteX3" fmla="*/ 111919 w 333375"/>
                <a:gd name="connsiteY3" fmla="*/ 19526 h 381000"/>
                <a:gd name="connsiteX4" fmla="*/ 173831 w 333375"/>
                <a:gd name="connsiteY4" fmla="*/ 7144 h 381000"/>
                <a:gd name="connsiteX5" fmla="*/ 289084 w 333375"/>
                <a:gd name="connsiteY5" fmla="*/ 52864 h 381000"/>
                <a:gd name="connsiteX6" fmla="*/ 330041 w 333375"/>
                <a:gd name="connsiteY6" fmla="*/ 189071 h 381000"/>
                <a:gd name="connsiteX7" fmla="*/ 330041 w 333375"/>
                <a:gd name="connsiteY7" fmla="*/ 204311 h 381000"/>
                <a:gd name="connsiteX8" fmla="*/ 329089 w 333375"/>
                <a:gd name="connsiteY8" fmla="*/ 219551 h 381000"/>
                <a:gd name="connsiteX9" fmla="*/ 93822 w 333375"/>
                <a:gd name="connsiteY9" fmla="*/ 219551 h 381000"/>
                <a:gd name="connsiteX10" fmla="*/ 124301 w 333375"/>
                <a:gd name="connsiteY10" fmla="*/ 286226 h 381000"/>
                <a:gd name="connsiteX11" fmla="*/ 202406 w 333375"/>
                <a:gd name="connsiteY11" fmla="*/ 310039 h 381000"/>
                <a:gd name="connsiteX12" fmla="*/ 257651 w 333375"/>
                <a:gd name="connsiteY12" fmla="*/ 304324 h 381000"/>
                <a:gd name="connsiteX13" fmla="*/ 269081 w 333375"/>
                <a:gd name="connsiteY13" fmla="*/ 301466 h 381000"/>
                <a:gd name="connsiteX14" fmla="*/ 301466 w 333375"/>
                <a:gd name="connsiteY14" fmla="*/ 323374 h 381000"/>
                <a:gd name="connsiteX15" fmla="*/ 307181 w 333375"/>
                <a:gd name="connsiteY15" fmla="*/ 360521 h 381000"/>
                <a:gd name="connsiteX16" fmla="*/ 288131 w 333375"/>
                <a:gd name="connsiteY16" fmla="*/ 368141 h 381000"/>
                <a:gd name="connsiteX17" fmla="*/ 260509 w 333375"/>
                <a:gd name="connsiteY17" fmla="*/ 374809 h 381000"/>
                <a:gd name="connsiteX18" fmla="*/ 227172 w 333375"/>
                <a:gd name="connsiteY18" fmla="*/ 379571 h 381000"/>
                <a:gd name="connsiteX19" fmla="*/ 190976 w 333375"/>
                <a:gd name="connsiteY19" fmla="*/ 381476 h 381000"/>
                <a:gd name="connsiteX20" fmla="*/ 109061 w 333375"/>
                <a:gd name="connsiteY20" fmla="*/ 367189 h 381000"/>
                <a:gd name="connsiteX21" fmla="*/ 51911 w 333375"/>
                <a:gd name="connsiteY21" fmla="*/ 328136 h 381000"/>
                <a:gd name="connsiteX22" fmla="*/ 18574 w 333375"/>
                <a:gd name="connsiteY22" fmla="*/ 269081 h 381000"/>
                <a:gd name="connsiteX23" fmla="*/ 7144 w 333375"/>
                <a:gd name="connsiteY23" fmla="*/ 196691 h 381000"/>
                <a:gd name="connsiteX24" fmla="*/ 246222 w 333375"/>
                <a:gd name="connsiteY24" fmla="*/ 159544 h 381000"/>
                <a:gd name="connsiteX25" fmla="*/ 241459 w 333375"/>
                <a:gd name="connsiteY25" fmla="*/ 127159 h 381000"/>
                <a:gd name="connsiteX26" fmla="*/ 227172 w 333375"/>
                <a:gd name="connsiteY26" fmla="*/ 100489 h 381000"/>
                <a:gd name="connsiteX27" fmla="*/ 204311 w 333375"/>
                <a:gd name="connsiteY27" fmla="*/ 82391 h 381000"/>
                <a:gd name="connsiteX28" fmla="*/ 172879 w 333375"/>
                <a:gd name="connsiteY28" fmla="*/ 75724 h 381000"/>
                <a:gd name="connsiteX29" fmla="*/ 139541 w 333375"/>
                <a:gd name="connsiteY29" fmla="*/ 83344 h 381000"/>
                <a:gd name="connsiteX30" fmla="*/ 115729 w 333375"/>
                <a:gd name="connsiteY30" fmla="*/ 102394 h 381000"/>
                <a:gd name="connsiteX31" fmla="*/ 100489 w 333375"/>
                <a:gd name="connsiteY31" fmla="*/ 129064 h 381000"/>
                <a:gd name="connsiteX32" fmla="*/ 92869 w 333375"/>
                <a:gd name="connsiteY32" fmla="*/ 159544 h 381000"/>
                <a:gd name="connsiteX33" fmla="*/ 246222 w 333375"/>
                <a:gd name="connsiteY33" fmla="*/ 159544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33375" h="381000">
                  <a:moveTo>
                    <a:pt x="7144" y="196691"/>
                  </a:moveTo>
                  <a:cubicBezTo>
                    <a:pt x="7144" y="165259"/>
                    <a:pt x="11906" y="137636"/>
                    <a:pt x="21431" y="113824"/>
                  </a:cubicBezTo>
                  <a:cubicBezTo>
                    <a:pt x="30956" y="90011"/>
                    <a:pt x="43339" y="70009"/>
                    <a:pt x="58579" y="54769"/>
                  </a:cubicBezTo>
                  <a:cubicBezTo>
                    <a:pt x="73819" y="38576"/>
                    <a:pt x="91916" y="27146"/>
                    <a:pt x="111919" y="19526"/>
                  </a:cubicBezTo>
                  <a:cubicBezTo>
                    <a:pt x="131922" y="11906"/>
                    <a:pt x="152876" y="7144"/>
                    <a:pt x="173831" y="7144"/>
                  </a:cubicBezTo>
                  <a:cubicBezTo>
                    <a:pt x="223361" y="7144"/>
                    <a:pt x="261461" y="22384"/>
                    <a:pt x="289084" y="52864"/>
                  </a:cubicBezTo>
                  <a:cubicBezTo>
                    <a:pt x="316706" y="83344"/>
                    <a:pt x="330041" y="129064"/>
                    <a:pt x="330041" y="189071"/>
                  </a:cubicBezTo>
                  <a:cubicBezTo>
                    <a:pt x="330041" y="193834"/>
                    <a:pt x="330041" y="198596"/>
                    <a:pt x="330041" y="204311"/>
                  </a:cubicBezTo>
                  <a:cubicBezTo>
                    <a:pt x="330041" y="210026"/>
                    <a:pt x="329089" y="214789"/>
                    <a:pt x="329089" y="219551"/>
                  </a:cubicBezTo>
                  <a:lnTo>
                    <a:pt x="93822" y="219551"/>
                  </a:lnTo>
                  <a:cubicBezTo>
                    <a:pt x="95726" y="248126"/>
                    <a:pt x="106204" y="270034"/>
                    <a:pt x="124301" y="286226"/>
                  </a:cubicBezTo>
                  <a:cubicBezTo>
                    <a:pt x="142399" y="301466"/>
                    <a:pt x="168116" y="310039"/>
                    <a:pt x="202406" y="310039"/>
                  </a:cubicBezTo>
                  <a:cubicBezTo>
                    <a:pt x="222409" y="310039"/>
                    <a:pt x="240506" y="308134"/>
                    <a:pt x="257651" y="304324"/>
                  </a:cubicBezTo>
                  <a:cubicBezTo>
                    <a:pt x="261461" y="303371"/>
                    <a:pt x="266224" y="302419"/>
                    <a:pt x="269081" y="301466"/>
                  </a:cubicBezTo>
                  <a:cubicBezTo>
                    <a:pt x="284322" y="297656"/>
                    <a:pt x="298609" y="308134"/>
                    <a:pt x="301466" y="323374"/>
                  </a:cubicBezTo>
                  <a:lnTo>
                    <a:pt x="307181" y="360521"/>
                  </a:lnTo>
                  <a:cubicBezTo>
                    <a:pt x="302419" y="362426"/>
                    <a:pt x="296704" y="365284"/>
                    <a:pt x="288131" y="368141"/>
                  </a:cubicBezTo>
                  <a:cubicBezTo>
                    <a:pt x="280511" y="370999"/>
                    <a:pt x="270986" y="372904"/>
                    <a:pt x="260509" y="374809"/>
                  </a:cubicBezTo>
                  <a:cubicBezTo>
                    <a:pt x="250031" y="376714"/>
                    <a:pt x="239554" y="378619"/>
                    <a:pt x="227172" y="379571"/>
                  </a:cubicBezTo>
                  <a:cubicBezTo>
                    <a:pt x="214789" y="380524"/>
                    <a:pt x="203359" y="381476"/>
                    <a:pt x="190976" y="381476"/>
                  </a:cubicBezTo>
                  <a:cubicBezTo>
                    <a:pt x="159544" y="381476"/>
                    <a:pt x="131922" y="376714"/>
                    <a:pt x="109061" y="367189"/>
                  </a:cubicBezTo>
                  <a:cubicBezTo>
                    <a:pt x="86201" y="357664"/>
                    <a:pt x="67151" y="345281"/>
                    <a:pt x="51911" y="328136"/>
                  </a:cubicBezTo>
                  <a:cubicBezTo>
                    <a:pt x="36672" y="311944"/>
                    <a:pt x="26194" y="291941"/>
                    <a:pt x="18574" y="269081"/>
                  </a:cubicBezTo>
                  <a:cubicBezTo>
                    <a:pt x="10954" y="248126"/>
                    <a:pt x="7144" y="223361"/>
                    <a:pt x="7144" y="196691"/>
                  </a:cubicBezTo>
                  <a:close/>
                  <a:moveTo>
                    <a:pt x="246222" y="159544"/>
                  </a:moveTo>
                  <a:cubicBezTo>
                    <a:pt x="246222" y="148114"/>
                    <a:pt x="244316" y="137636"/>
                    <a:pt x="241459" y="127159"/>
                  </a:cubicBezTo>
                  <a:cubicBezTo>
                    <a:pt x="238601" y="116681"/>
                    <a:pt x="233839" y="108109"/>
                    <a:pt x="227172" y="100489"/>
                  </a:cubicBezTo>
                  <a:cubicBezTo>
                    <a:pt x="221456" y="92869"/>
                    <a:pt x="213836" y="87154"/>
                    <a:pt x="204311" y="82391"/>
                  </a:cubicBezTo>
                  <a:cubicBezTo>
                    <a:pt x="195739" y="77629"/>
                    <a:pt x="185261" y="75724"/>
                    <a:pt x="172879" y="75724"/>
                  </a:cubicBezTo>
                  <a:cubicBezTo>
                    <a:pt x="160497" y="75724"/>
                    <a:pt x="149066" y="78581"/>
                    <a:pt x="139541" y="83344"/>
                  </a:cubicBezTo>
                  <a:cubicBezTo>
                    <a:pt x="130016" y="88106"/>
                    <a:pt x="121444" y="94774"/>
                    <a:pt x="115729" y="102394"/>
                  </a:cubicBezTo>
                  <a:cubicBezTo>
                    <a:pt x="110014" y="110014"/>
                    <a:pt x="104299" y="118586"/>
                    <a:pt x="100489" y="129064"/>
                  </a:cubicBezTo>
                  <a:cubicBezTo>
                    <a:pt x="96679" y="139541"/>
                    <a:pt x="94774" y="149066"/>
                    <a:pt x="92869" y="159544"/>
                  </a:cubicBezTo>
                  <a:lnTo>
                    <a:pt x="246222" y="159544"/>
                  </a:ln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5" name="Freeform: Shape 4">
              <a:extLst>
                <a:ext uri="{FF2B5EF4-FFF2-40B4-BE49-F238E27FC236}">
                  <a16:creationId xmlns:a16="http://schemas.microsoft.com/office/drawing/2014/main" id="{5DB55B1C-89C5-DEBF-DFF6-9A2522D86606}"/>
                </a:ext>
              </a:extLst>
            </p:cNvPr>
            <p:cNvSpPr/>
            <p:nvPr/>
          </p:nvSpPr>
          <p:spPr>
            <a:xfrm>
              <a:off x="7182323" y="1317145"/>
              <a:ext cx="114301" cy="114301"/>
            </a:xfrm>
            <a:custGeom>
              <a:avLst/>
              <a:gdLst>
                <a:gd name="connsiteX0" fmla="*/ 109061 w 114300"/>
                <a:gd name="connsiteY0" fmla="*/ 58579 h 114300"/>
                <a:gd name="connsiteX1" fmla="*/ 93821 w 114300"/>
                <a:gd name="connsiteY1" fmla="*/ 95726 h 114300"/>
                <a:gd name="connsiteX2" fmla="*/ 58579 w 114300"/>
                <a:gd name="connsiteY2" fmla="*/ 109061 h 114300"/>
                <a:gd name="connsiteX3" fmla="*/ 22384 w 114300"/>
                <a:gd name="connsiteY3" fmla="*/ 95726 h 114300"/>
                <a:gd name="connsiteX4" fmla="*/ 7144 w 114300"/>
                <a:gd name="connsiteY4" fmla="*/ 58579 h 114300"/>
                <a:gd name="connsiteX5" fmla="*/ 22384 w 114300"/>
                <a:gd name="connsiteY5" fmla="*/ 20479 h 114300"/>
                <a:gd name="connsiteX6" fmla="*/ 58579 w 114300"/>
                <a:gd name="connsiteY6" fmla="*/ 7144 h 114300"/>
                <a:gd name="connsiteX7" fmla="*/ 93821 w 114300"/>
                <a:gd name="connsiteY7" fmla="*/ 20479 h 114300"/>
                <a:gd name="connsiteX8" fmla="*/ 109061 w 114300"/>
                <a:gd name="connsiteY8" fmla="*/ 58579 h 114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4300" h="114300">
                  <a:moveTo>
                    <a:pt x="109061" y="58579"/>
                  </a:moveTo>
                  <a:cubicBezTo>
                    <a:pt x="109061" y="73819"/>
                    <a:pt x="104299" y="86201"/>
                    <a:pt x="93821" y="95726"/>
                  </a:cubicBezTo>
                  <a:cubicBezTo>
                    <a:pt x="83344" y="105251"/>
                    <a:pt x="71914" y="109061"/>
                    <a:pt x="58579" y="109061"/>
                  </a:cubicBezTo>
                  <a:cubicBezTo>
                    <a:pt x="44291" y="109061"/>
                    <a:pt x="31909" y="104299"/>
                    <a:pt x="22384" y="95726"/>
                  </a:cubicBezTo>
                  <a:cubicBezTo>
                    <a:pt x="11906" y="86201"/>
                    <a:pt x="7144" y="73819"/>
                    <a:pt x="7144" y="58579"/>
                  </a:cubicBezTo>
                  <a:cubicBezTo>
                    <a:pt x="7144" y="42386"/>
                    <a:pt x="11906" y="30004"/>
                    <a:pt x="22384" y="20479"/>
                  </a:cubicBezTo>
                  <a:cubicBezTo>
                    <a:pt x="32861" y="10954"/>
                    <a:pt x="44291" y="7144"/>
                    <a:pt x="58579" y="7144"/>
                  </a:cubicBezTo>
                  <a:cubicBezTo>
                    <a:pt x="71914" y="7144"/>
                    <a:pt x="84296" y="11906"/>
                    <a:pt x="93821" y="20479"/>
                  </a:cubicBezTo>
                  <a:cubicBezTo>
                    <a:pt x="104299" y="30004"/>
                    <a:pt x="109061" y="43339"/>
                    <a:pt x="109061" y="58579"/>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4" name="Freeform: Shape 5">
              <a:extLst>
                <a:ext uri="{FF2B5EF4-FFF2-40B4-BE49-F238E27FC236}">
                  <a16:creationId xmlns:a16="http://schemas.microsoft.com/office/drawing/2014/main" id="{AD466153-CA65-109A-D151-06C318647A6E}"/>
                </a:ext>
              </a:extLst>
            </p:cNvPr>
            <p:cNvSpPr/>
            <p:nvPr/>
          </p:nvSpPr>
          <p:spPr>
            <a:xfrm>
              <a:off x="7192800" y="1473355"/>
              <a:ext cx="95250" cy="371475"/>
            </a:xfrm>
            <a:custGeom>
              <a:avLst/>
              <a:gdLst>
                <a:gd name="connsiteX0" fmla="*/ 90011 w 95250"/>
                <a:gd name="connsiteY0" fmla="*/ 366236 h 371475"/>
                <a:gd name="connsiteX1" fmla="*/ 67151 w 95250"/>
                <a:gd name="connsiteY1" fmla="*/ 366236 h 371475"/>
                <a:gd name="connsiteX2" fmla="*/ 7144 w 95250"/>
                <a:gd name="connsiteY2" fmla="*/ 306229 h 371475"/>
                <a:gd name="connsiteX3" fmla="*/ 7144 w 95250"/>
                <a:gd name="connsiteY3" fmla="*/ 7144 h 371475"/>
                <a:gd name="connsiteX4" fmla="*/ 35719 w 95250"/>
                <a:gd name="connsiteY4" fmla="*/ 7144 h 371475"/>
                <a:gd name="connsiteX5" fmla="*/ 90011 w 95250"/>
                <a:gd name="connsiteY5" fmla="*/ 62389 h 371475"/>
                <a:gd name="connsiteX6" fmla="*/ 90011 w 95250"/>
                <a:gd name="connsiteY6" fmla="*/ 366236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250" h="371475">
                  <a:moveTo>
                    <a:pt x="90011" y="366236"/>
                  </a:moveTo>
                  <a:lnTo>
                    <a:pt x="67151" y="366236"/>
                  </a:lnTo>
                  <a:cubicBezTo>
                    <a:pt x="33814" y="366236"/>
                    <a:pt x="7144" y="339566"/>
                    <a:pt x="7144" y="306229"/>
                  </a:cubicBezTo>
                  <a:lnTo>
                    <a:pt x="7144" y="7144"/>
                  </a:lnTo>
                  <a:lnTo>
                    <a:pt x="35719" y="7144"/>
                  </a:lnTo>
                  <a:cubicBezTo>
                    <a:pt x="66199" y="7144"/>
                    <a:pt x="90011" y="31909"/>
                    <a:pt x="90011" y="62389"/>
                  </a:cubicBezTo>
                  <a:lnTo>
                    <a:pt x="90011" y="366236"/>
                  </a:ln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5" name="Freeform: Shape 6">
              <a:extLst>
                <a:ext uri="{FF2B5EF4-FFF2-40B4-BE49-F238E27FC236}">
                  <a16:creationId xmlns:a16="http://schemas.microsoft.com/office/drawing/2014/main" id="{CF7EDD0C-1740-6B83-D1F8-5B45F2230366}"/>
                </a:ext>
              </a:extLst>
            </p:cNvPr>
            <p:cNvSpPr/>
            <p:nvPr/>
          </p:nvSpPr>
          <p:spPr>
            <a:xfrm>
              <a:off x="7637617" y="1474308"/>
              <a:ext cx="352426" cy="371475"/>
            </a:xfrm>
            <a:custGeom>
              <a:avLst/>
              <a:gdLst>
                <a:gd name="connsiteX0" fmla="*/ 287179 w 352425"/>
                <a:gd name="connsiteY0" fmla="*/ 7144 h 371475"/>
                <a:gd name="connsiteX1" fmla="*/ 250031 w 352425"/>
                <a:gd name="connsiteY1" fmla="*/ 43339 h 371475"/>
                <a:gd name="connsiteX2" fmla="*/ 179547 w 352425"/>
                <a:gd name="connsiteY2" fmla="*/ 246221 h 371475"/>
                <a:gd name="connsiteX3" fmla="*/ 106204 w 352425"/>
                <a:gd name="connsiteY3" fmla="*/ 47149 h 371475"/>
                <a:gd name="connsiteX4" fmla="*/ 68104 w 352425"/>
                <a:gd name="connsiteY4" fmla="*/ 7144 h 371475"/>
                <a:gd name="connsiteX5" fmla="*/ 27147 w 352425"/>
                <a:gd name="connsiteY5" fmla="*/ 7144 h 371475"/>
                <a:gd name="connsiteX6" fmla="*/ 7144 w 352425"/>
                <a:gd name="connsiteY6" fmla="*/ 7144 h 371475"/>
                <a:gd name="connsiteX7" fmla="*/ 130969 w 352425"/>
                <a:gd name="connsiteY7" fmla="*/ 329089 h 371475"/>
                <a:gd name="connsiteX8" fmla="*/ 171927 w 352425"/>
                <a:gd name="connsiteY8" fmla="*/ 365284 h 371475"/>
                <a:gd name="connsiteX9" fmla="*/ 213836 w 352425"/>
                <a:gd name="connsiteY9" fmla="*/ 365284 h 371475"/>
                <a:gd name="connsiteX10" fmla="*/ 350044 w 352425"/>
                <a:gd name="connsiteY10" fmla="*/ 7144 h 371475"/>
                <a:gd name="connsiteX11" fmla="*/ 287179 w 352425"/>
                <a:gd name="connsiteY11" fmla="*/ 7144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52425" h="371475">
                  <a:moveTo>
                    <a:pt x="287179" y="7144"/>
                  </a:moveTo>
                  <a:cubicBezTo>
                    <a:pt x="265272" y="7144"/>
                    <a:pt x="259556" y="18574"/>
                    <a:pt x="250031" y="43339"/>
                  </a:cubicBezTo>
                  <a:lnTo>
                    <a:pt x="179547" y="246221"/>
                  </a:lnTo>
                  <a:lnTo>
                    <a:pt x="106204" y="47149"/>
                  </a:lnTo>
                  <a:cubicBezTo>
                    <a:pt x="97631" y="21431"/>
                    <a:pt x="90011" y="7144"/>
                    <a:pt x="68104" y="7144"/>
                  </a:cubicBezTo>
                  <a:lnTo>
                    <a:pt x="27147" y="7144"/>
                  </a:lnTo>
                  <a:lnTo>
                    <a:pt x="7144" y="7144"/>
                  </a:lnTo>
                  <a:lnTo>
                    <a:pt x="130969" y="329089"/>
                  </a:lnTo>
                  <a:cubicBezTo>
                    <a:pt x="142399" y="352901"/>
                    <a:pt x="150019" y="365284"/>
                    <a:pt x="171927" y="365284"/>
                  </a:cubicBezTo>
                  <a:lnTo>
                    <a:pt x="213836" y="365284"/>
                  </a:lnTo>
                  <a:lnTo>
                    <a:pt x="350044" y="7144"/>
                  </a:lnTo>
                  <a:lnTo>
                    <a:pt x="287179" y="7144"/>
                  </a:ln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6" name="Freeform: Shape 7">
              <a:extLst>
                <a:ext uri="{FF2B5EF4-FFF2-40B4-BE49-F238E27FC236}">
                  <a16:creationId xmlns:a16="http://schemas.microsoft.com/office/drawing/2014/main" id="{51894C6A-6083-19A2-44B4-5F0829A566BB}"/>
                </a:ext>
              </a:extLst>
            </p:cNvPr>
            <p:cNvSpPr/>
            <p:nvPr/>
          </p:nvSpPr>
          <p:spPr>
            <a:xfrm>
              <a:off x="7326150" y="1464782"/>
              <a:ext cx="314325" cy="381000"/>
            </a:xfrm>
            <a:custGeom>
              <a:avLst/>
              <a:gdLst>
                <a:gd name="connsiteX0" fmla="*/ 300514 w 314325"/>
                <a:gd name="connsiteY0" fmla="*/ 105251 h 381000"/>
                <a:gd name="connsiteX1" fmla="*/ 275749 w 314325"/>
                <a:gd name="connsiteY1" fmla="*/ 52864 h 381000"/>
                <a:gd name="connsiteX2" fmla="*/ 229076 w 314325"/>
                <a:gd name="connsiteY2" fmla="*/ 19526 h 381000"/>
                <a:gd name="connsiteX3" fmla="*/ 155734 w 314325"/>
                <a:gd name="connsiteY3" fmla="*/ 7144 h 381000"/>
                <a:gd name="connsiteX4" fmla="*/ 70009 w 314325"/>
                <a:gd name="connsiteY4" fmla="*/ 13811 h 381000"/>
                <a:gd name="connsiteX5" fmla="*/ 7144 w 314325"/>
                <a:gd name="connsiteY5" fmla="*/ 27146 h 381000"/>
                <a:gd name="connsiteX6" fmla="*/ 7144 w 314325"/>
                <a:gd name="connsiteY6" fmla="*/ 329089 h 381000"/>
                <a:gd name="connsiteX7" fmla="*/ 7144 w 314325"/>
                <a:gd name="connsiteY7" fmla="*/ 329089 h 381000"/>
                <a:gd name="connsiteX8" fmla="*/ 7144 w 314325"/>
                <a:gd name="connsiteY8" fmla="*/ 338614 h 381000"/>
                <a:gd name="connsiteX9" fmla="*/ 44291 w 314325"/>
                <a:gd name="connsiteY9" fmla="*/ 375761 h 381000"/>
                <a:gd name="connsiteX10" fmla="*/ 45244 w 314325"/>
                <a:gd name="connsiteY10" fmla="*/ 375761 h 381000"/>
                <a:gd name="connsiteX11" fmla="*/ 45244 w 314325"/>
                <a:gd name="connsiteY11" fmla="*/ 375761 h 381000"/>
                <a:gd name="connsiteX12" fmla="*/ 90964 w 314325"/>
                <a:gd name="connsiteY12" fmla="*/ 375761 h 381000"/>
                <a:gd name="connsiteX13" fmla="*/ 90964 w 314325"/>
                <a:gd name="connsiteY13" fmla="*/ 84296 h 381000"/>
                <a:gd name="connsiteX14" fmla="*/ 116682 w 314325"/>
                <a:gd name="connsiteY14" fmla="*/ 80486 h 381000"/>
                <a:gd name="connsiteX15" fmla="*/ 150019 w 314325"/>
                <a:gd name="connsiteY15" fmla="*/ 78581 h 381000"/>
                <a:gd name="connsiteX16" fmla="*/ 186214 w 314325"/>
                <a:gd name="connsiteY16" fmla="*/ 84296 h 381000"/>
                <a:gd name="connsiteX17" fmla="*/ 210026 w 314325"/>
                <a:gd name="connsiteY17" fmla="*/ 102394 h 381000"/>
                <a:gd name="connsiteX18" fmla="*/ 222409 w 314325"/>
                <a:gd name="connsiteY18" fmla="*/ 135731 h 381000"/>
                <a:gd name="connsiteX19" fmla="*/ 226219 w 314325"/>
                <a:gd name="connsiteY19" fmla="*/ 185261 h 381000"/>
                <a:gd name="connsiteX20" fmla="*/ 226219 w 314325"/>
                <a:gd name="connsiteY20" fmla="*/ 328136 h 381000"/>
                <a:gd name="connsiteX21" fmla="*/ 226219 w 314325"/>
                <a:gd name="connsiteY21" fmla="*/ 328136 h 381000"/>
                <a:gd name="connsiteX22" fmla="*/ 226219 w 314325"/>
                <a:gd name="connsiteY22" fmla="*/ 337661 h 381000"/>
                <a:gd name="connsiteX23" fmla="*/ 263366 w 314325"/>
                <a:gd name="connsiteY23" fmla="*/ 374809 h 381000"/>
                <a:gd name="connsiteX24" fmla="*/ 263366 w 314325"/>
                <a:gd name="connsiteY24" fmla="*/ 374809 h 381000"/>
                <a:gd name="connsiteX25" fmla="*/ 310039 w 314325"/>
                <a:gd name="connsiteY25" fmla="*/ 374809 h 381000"/>
                <a:gd name="connsiteX26" fmla="*/ 310039 w 314325"/>
                <a:gd name="connsiteY26" fmla="*/ 172879 h 381000"/>
                <a:gd name="connsiteX27" fmla="*/ 300514 w 314325"/>
                <a:gd name="connsiteY27" fmla="*/ 105251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14325" h="381000">
                  <a:moveTo>
                    <a:pt x="300514" y="105251"/>
                  </a:moveTo>
                  <a:cubicBezTo>
                    <a:pt x="295751" y="85249"/>
                    <a:pt x="287179" y="67151"/>
                    <a:pt x="275749" y="52864"/>
                  </a:cubicBezTo>
                  <a:cubicBezTo>
                    <a:pt x="264319" y="38576"/>
                    <a:pt x="248126" y="27146"/>
                    <a:pt x="229076" y="19526"/>
                  </a:cubicBezTo>
                  <a:cubicBezTo>
                    <a:pt x="209074" y="11906"/>
                    <a:pt x="185261" y="7144"/>
                    <a:pt x="155734" y="7144"/>
                  </a:cubicBezTo>
                  <a:cubicBezTo>
                    <a:pt x="124301" y="7144"/>
                    <a:pt x="95726" y="9049"/>
                    <a:pt x="70009" y="13811"/>
                  </a:cubicBezTo>
                  <a:cubicBezTo>
                    <a:pt x="44291" y="17621"/>
                    <a:pt x="23336" y="22384"/>
                    <a:pt x="7144" y="27146"/>
                  </a:cubicBezTo>
                  <a:lnTo>
                    <a:pt x="7144" y="329089"/>
                  </a:lnTo>
                  <a:lnTo>
                    <a:pt x="7144" y="329089"/>
                  </a:lnTo>
                  <a:lnTo>
                    <a:pt x="7144" y="338614"/>
                  </a:lnTo>
                  <a:cubicBezTo>
                    <a:pt x="7144" y="358616"/>
                    <a:pt x="23336" y="375761"/>
                    <a:pt x="44291" y="375761"/>
                  </a:cubicBezTo>
                  <a:lnTo>
                    <a:pt x="45244" y="375761"/>
                  </a:lnTo>
                  <a:lnTo>
                    <a:pt x="45244" y="375761"/>
                  </a:lnTo>
                  <a:lnTo>
                    <a:pt x="90964" y="375761"/>
                  </a:lnTo>
                  <a:lnTo>
                    <a:pt x="90964" y="84296"/>
                  </a:lnTo>
                  <a:cubicBezTo>
                    <a:pt x="96679" y="83344"/>
                    <a:pt x="105251" y="82391"/>
                    <a:pt x="116682" y="80486"/>
                  </a:cubicBezTo>
                  <a:cubicBezTo>
                    <a:pt x="128111" y="79534"/>
                    <a:pt x="139541" y="78581"/>
                    <a:pt x="150019" y="78581"/>
                  </a:cubicBezTo>
                  <a:cubicBezTo>
                    <a:pt x="164307" y="78581"/>
                    <a:pt x="176689" y="80486"/>
                    <a:pt x="186214" y="84296"/>
                  </a:cubicBezTo>
                  <a:cubicBezTo>
                    <a:pt x="195739" y="88106"/>
                    <a:pt x="204311" y="94774"/>
                    <a:pt x="210026" y="102394"/>
                  </a:cubicBezTo>
                  <a:cubicBezTo>
                    <a:pt x="215741" y="110966"/>
                    <a:pt x="219551" y="121444"/>
                    <a:pt x="222409" y="135731"/>
                  </a:cubicBezTo>
                  <a:cubicBezTo>
                    <a:pt x="225266" y="149066"/>
                    <a:pt x="226219" y="165259"/>
                    <a:pt x="226219" y="185261"/>
                  </a:cubicBezTo>
                  <a:lnTo>
                    <a:pt x="226219" y="328136"/>
                  </a:lnTo>
                  <a:lnTo>
                    <a:pt x="226219" y="328136"/>
                  </a:lnTo>
                  <a:lnTo>
                    <a:pt x="226219" y="337661"/>
                  </a:lnTo>
                  <a:cubicBezTo>
                    <a:pt x="226219" y="357664"/>
                    <a:pt x="242411" y="374809"/>
                    <a:pt x="263366" y="374809"/>
                  </a:cubicBezTo>
                  <a:lnTo>
                    <a:pt x="263366" y="374809"/>
                  </a:lnTo>
                  <a:lnTo>
                    <a:pt x="310039" y="374809"/>
                  </a:lnTo>
                  <a:lnTo>
                    <a:pt x="310039" y="172879"/>
                  </a:lnTo>
                  <a:cubicBezTo>
                    <a:pt x="308134" y="148114"/>
                    <a:pt x="305276" y="126206"/>
                    <a:pt x="300514" y="105251"/>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7" name="Freeform: Shape 8">
              <a:extLst>
                <a:ext uri="{FF2B5EF4-FFF2-40B4-BE49-F238E27FC236}">
                  <a16:creationId xmlns:a16="http://schemas.microsoft.com/office/drawing/2014/main" id="{1B5543B5-6D9B-1CBE-21FB-C76C4E98B22E}"/>
                </a:ext>
              </a:extLst>
            </p:cNvPr>
            <p:cNvSpPr/>
            <p:nvPr/>
          </p:nvSpPr>
          <p:spPr>
            <a:xfrm>
              <a:off x="8331989" y="1464782"/>
              <a:ext cx="314325" cy="381000"/>
            </a:xfrm>
            <a:custGeom>
              <a:avLst/>
              <a:gdLst>
                <a:gd name="connsiteX0" fmla="*/ 300514 w 314325"/>
                <a:gd name="connsiteY0" fmla="*/ 105251 h 381000"/>
                <a:gd name="connsiteX1" fmla="*/ 275749 w 314325"/>
                <a:gd name="connsiteY1" fmla="*/ 52864 h 381000"/>
                <a:gd name="connsiteX2" fmla="*/ 229076 w 314325"/>
                <a:gd name="connsiteY2" fmla="*/ 19526 h 381000"/>
                <a:gd name="connsiteX3" fmla="*/ 155734 w 314325"/>
                <a:gd name="connsiteY3" fmla="*/ 7144 h 381000"/>
                <a:gd name="connsiteX4" fmla="*/ 70009 w 314325"/>
                <a:gd name="connsiteY4" fmla="*/ 13811 h 381000"/>
                <a:gd name="connsiteX5" fmla="*/ 7144 w 314325"/>
                <a:gd name="connsiteY5" fmla="*/ 27146 h 381000"/>
                <a:gd name="connsiteX6" fmla="*/ 7144 w 314325"/>
                <a:gd name="connsiteY6" fmla="*/ 329089 h 381000"/>
                <a:gd name="connsiteX7" fmla="*/ 7144 w 314325"/>
                <a:gd name="connsiteY7" fmla="*/ 329089 h 381000"/>
                <a:gd name="connsiteX8" fmla="*/ 7144 w 314325"/>
                <a:gd name="connsiteY8" fmla="*/ 338614 h 381000"/>
                <a:gd name="connsiteX9" fmla="*/ 44291 w 314325"/>
                <a:gd name="connsiteY9" fmla="*/ 375761 h 381000"/>
                <a:gd name="connsiteX10" fmla="*/ 45244 w 314325"/>
                <a:gd name="connsiteY10" fmla="*/ 375761 h 381000"/>
                <a:gd name="connsiteX11" fmla="*/ 45244 w 314325"/>
                <a:gd name="connsiteY11" fmla="*/ 375761 h 381000"/>
                <a:gd name="connsiteX12" fmla="*/ 90964 w 314325"/>
                <a:gd name="connsiteY12" fmla="*/ 375761 h 381000"/>
                <a:gd name="connsiteX13" fmla="*/ 90964 w 314325"/>
                <a:gd name="connsiteY13" fmla="*/ 84296 h 381000"/>
                <a:gd name="connsiteX14" fmla="*/ 116681 w 314325"/>
                <a:gd name="connsiteY14" fmla="*/ 80486 h 381000"/>
                <a:gd name="connsiteX15" fmla="*/ 150019 w 314325"/>
                <a:gd name="connsiteY15" fmla="*/ 78581 h 381000"/>
                <a:gd name="connsiteX16" fmla="*/ 186214 w 314325"/>
                <a:gd name="connsiteY16" fmla="*/ 84296 h 381000"/>
                <a:gd name="connsiteX17" fmla="*/ 210026 w 314325"/>
                <a:gd name="connsiteY17" fmla="*/ 102394 h 381000"/>
                <a:gd name="connsiteX18" fmla="*/ 222409 w 314325"/>
                <a:gd name="connsiteY18" fmla="*/ 135731 h 381000"/>
                <a:gd name="connsiteX19" fmla="*/ 226219 w 314325"/>
                <a:gd name="connsiteY19" fmla="*/ 185261 h 381000"/>
                <a:gd name="connsiteX20" fmla="*/ 226219 w 314325"/>
                <a:gd name="connsiteY20" fmla="*/ 328136 h 381000"/>
                <a:gd name="connsiteX21" fmla="*/ 226219 w 314325"/>
                <a:gd name="connsiteY21" fmla="*/ 328136 h 381000"/>
                <a:gd name="connsiteX22" fmla="*/ 226219 w 314325"/>
                <a:gd name="connsiteY22" fmla="*/ 337661 h 381000"/>
                <a:gd name="connsiteX23" fmla="*/ 263366 w 314325"/>
                <a:gd name="connsiteY23" fmla="*/ 374809 h 381000"/>
                <a:gd name="connsiteX24" fmla="*/ 263366 w 314325"/>
                <a:gd name="connsiteY24" fmla="*/ 374809 h 381000"/>
                <a:gd name="connsiteX25" fmla="*/ 310039 w 314325"/>
                <a:gd name="connsiteY25" fmla="*/ 374809 h 381000"/>
                <a:gd name="connsiteX26" fmla="*/ 310039 w 314325"/>
                <a:gd name="connsiteY26" fmla="*/ 172879 h 381000"/>
                <a:gd name="connsiteX27" fmla="*/ 300514 w 314325"/>
                <a:gd name="connsiteY27" fmla="*/ 105251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14325" h="381000">
                  <a:moveTo>
                    <a:pt x="300514" y="105251"/>
                  </a:moveTo>
                  <a:cubicBezTo>
                    <a:pt x="295751" y="85249"/>
                    <a:pt x="287179" y="67151"/>
                    <a:pt x="275749" y="52864"/>
                  </a:cubicBezTo>
                  <a:cubicBezTo>
                    <a:pt x="264319" y="38576"/>
                    <a:pt x="248126" y="27146"/>
                    <a:pt x="229076" y="19526"/>
                  </a:cubicBezTo>
                  <a:cubicBezTo>
                    <a:pt x="209074" y="11906"/>
                    <a:pt x="185261" y="7144"/>
                    <a:pt x="155734" y="7144"/>
                  </a:cubicBezTo>
                  <a:cubicBezTo>
                    <a:pt x="124301" y="7144"/>
                    <a:pt x="95726" y="9049"/>
                    <a:pt x="70009" y="13811"/>
                  </a:cubicBezTo>
                  <a:cubicBezTo>
                    <a:pt x="44291" y="17621"/>
                    <a:pt x="23336" y="22384"/>
                    <a:pt x="7144" y="27146"/>
                  </a:cubicBezTo>
                  <a:lnTo>
                    <a:pt x="7144" y="329089"/>
                  </a:lnTo>
                  <a:lnTo>
                    <a:pt x="7144" y="329089"/>
                  </a:lnTo>
                  <a:lnTo>
                    <a:pt x="7144" y="338614"/>
                  </a:lnTo>
                  <a:cubicBezTo>
                    <a:pt x="7144" y="358616"/>
                    <a:pt x="23336" y="375761"/>
                    <a:pt x="44291" y="375761"/>
                  </a:cubicBezTo>
                  <a:lnTo>
                    <a:pt x="45244" y="375761"/>
                  </a:lnTo>
                  <a:lnTo>
                    <a:pt x="45244" y="375761"/>
                  </a:lnTo>
                  <a:lnTo>
                    <a:pt x="90964" y="375761"/>
                  </a:lnTo>
                  <a:lnTo>
                    <a:pt x="90964" y="84296"/>
                  </a:lnTo>
                  <a:cubicBezTo>
                    <a:pt x="96679" y="83344"/>
                    <a:pt x="105251" y="82391"/>
                    <a:pt x="116681" y="80486"/>
                  </a:cubicBezTo>
                  <a:cubicBezTo>
                    <a:pt x="128111" y="79534"/>
                    <a:pt x="139541" y="78581"/>
                    <a:pt x="150019" y="78581"/>
                  </a:cubicBezTo>
                  <a:cubicBezTo>
                    <a:pt x="164306" y="78581"/>
                    <a:pt x="176689" y="80486"/>
                    <a:pt x="186214" y="84296"/>
                  </a:cubicBezTo>
                  <a:cubicBezTo>
                    <a:pt x="195739" y="88106"/>
                    <a:pt x="204311" y="94774"/>
                    <a:pt x="210026" y="102394"/>
                  </a:cubicBezTo>
                  <a:cubicBezTo>
                    <a:pt x="215741" y="110966"/>
                    <a:pt x="219551" y="121444"/>
                    <a:pt x="222409" y="135731"/>
                  </a:cubicBezTo>
                  <a:cubicBezTo>
                    <a:pt x="225266" y="149066"/>
                    <a:pt x="226219" y="165259"/>
                    <a:pt x="226219" y="185261"/>
                  </a:cubicBezTo>
                  <a:lnTo>
                    <a:pt x="226219" y="328136"/>
                  </a:lnTo>
                  <a:lnTo>
                    <a:pt x="226219" y="328136"/>
                  </a:lnTo>
                  <a:lnTo>
                    <a:pt x="226219" y="337661"/>
                  </a:lnTo>
                  <a:cubicBezTo>
                    <a:pt x="226219" y="357664"/>
                    <a:pt x="242411" y="374809"/>
                    <a:pt x="263366" y="374809"/>
                  </a:cubicBezTo>
                  <a:lnTo>
                    <a:pt x="263366" y="374809"/>
                  </a:lnTo>
                  <a:lnTo>
                    <a:pt x="310039" y="374809"/>
                  </a:lnTo>
                  <a:lnTo>
                    <a:pt x="310039" y="172879"/>
                  </a:lnTo>
                  <a:cubicBezTo>
                    <a:pt x="307181" y="148114"/>
                    <a:pt x="305276" y="126206"/>
                    <a:pt x="300514" y="105251"/>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8" name="Freeform: Shape 17">
              <a:extLst>
                <a:ext uri="{FF2B5EF4-FFF2-40B4-BE49-F238E27FC236}">
                  <a16:creationId xmlns:a16="http://schemas.microsoft.com/office/drawing/2014/main" id="{807EBE5B-2D2E-ED14-C16F-37D3188584D7}"/>
                </a:ext>
              </a:extLst>
            </p:cNvPr>
            <p:cNvSpPr/>
            <p:nvPr/>
          </p:nvSpPr>
          <p:spPr>
            <a:xfrm>
              <a:off x="6619395" y="1521933"/>
              <a:ext cx="457199" cy="371475"/>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solidFill>
              <a:srgbClr val="17ABDB"/>
            </a:solidFill>
            <a:ln w="9525" cap="flat">
              <a:noFill/>
              <a:prstDash val="solid"/>
              <a:miter/>
            </a:ln>
          </p:spPr>
          <p:txBody>
            <a:bodyPr lIns="73152" tIns="36576" rIns="73152" bIns="36576" rtlCol="0" anchor="ctr"/>
            <a:lstStyle/>
            <a:p>
              <a:endParaRPr lang="de-DE"/>
            </a:p>
          </p:txBody>
        </p:sp>
        <p:sp>
          <p:nvSpPr>
            <p:cNvPr id="20" name="Freeform: Shape 22">
              <a:extLst>
                <a:ext uri="{FF2B5EF4-FFF2-40B4-BE49-F238E27FC236}">
                  <a16:creationId xmlns:a16="http://schemas.microsoft.com/office/drawing/2014/main" id="{DC4407F9-42B1-8821-0EC6-FF2FAB7DE7FE}"/>
                </a:ext>
              </a:extLst>
            </p:cNvPr>
            <p:cNvSpPr/>
            <p:nvPr/>
          </p:nvSpPr>
          <p:spPr>
            <a:xfrm>
              <a:off x="3176111" y="1268567"/>
              <a:ext cx="3171823" cy="866776"/>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21" name="Freeform: Shape 23">
              <a:extLst>
                <a:ext uri="{FF2B5EF4-FFF2-40B4-BE49-F238E27FC236}">
                  <a16:creationId xmlns:a16="http://schemas.microsoft.com/office/drawing/2014/main" id="{75DCF939-7521-9FF9-6D64-EE5C8717E991}"/>
                </a:ext>
              </a:extLst>
            </p:cNvPr>
            <p:cNvSpPr/>
            <p:nvPr/>
          </p:nvSpPr>
          <p:spPr>
            <a:xfrm>
              <a:off x="5565899" y="1311398"/>
              <a:ext cx="95250" cy="104775"/>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22" name="Freeform: Shape 24">
              <a:extLst>
                <a:ext uri="{FF2B5EF4-FFF2-40B4-BE49-F238E27FC236}">
                  <a16:creationId xmlns:a16="http://schemas.microsoft.com/office/drawing/2014/main" id="{9FCE7719-C138-193B-4640-EAFF9F8BB2D5}"/>
                </a:ext>
              </a:extLst>
            </p:cNvPr>
            <p:cNvSpPr/>
            <p:nvPr/>
          </p:nvSpPr>
          <p:spPr>
            <a:xfrm>
              <a:off x="6186959" y="1329492"/>
              <a:ext cx="95250" cy="95250"/>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23" name="Freeform: Shape 25">
              <a:extLst>
                <a:ext uri="{FF2B5EF4-FFF2-40B4-BE49-F238E27FC236}">
                  <a16:creationId xmlns:a16="http://schemas.microsoft.com/office/drawing/2014/main" id="{9D701BF6-58CC-1A4B-56E2-188E8F96BE50}"/>
                </a:ext>
              </a:extLst>
            </p:cNvPr>
            <p:cNvSpPr/>
            <p:nvPr/>
          </p:nvSpPr>
          <p:spPr>
            <a:xfrm>
              <a:off x="6386989" y="1257136"/>
              <a:ext cx="695324" cy="581025"/>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solidFill>
              <a:srgbClr val="0072AF"/>
            </a:solidFill>
            <a:ln w="9525" cap="flat">
              <a:noFill/>
              <a:prstDash val="solid"/>
              <a:miter/>
            </a:ln>
          </p:spPr>
          <p:txBody>
            <a:bodyPr lIns="73152" tIns="36576" rIns="73152" bIns="36576" rtlCol="0" anchor="ctr"/>
            <a:lstStyle/>
            <a:p>
              <a:endParaRPr lang="de-DE"/>
            </a:p>
          </p:txBody>
        </p:sp>
      </p:grpSp>
    </p:spTree>
    <p:extLst>
      <p:ext uri="{BB962C8B-B14F-4D97-AF65-F5344CB8AC3E}">
        <p14:creationId xmlns:p14="http://schemas.microsoft.com/office/powerpoint/2010/main" val="3032772635"/>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showMasterSp="0" preserve="1" userDrawn="1">
  <p:cSld name="Title Slide 5c">
    <p:bg>
      <p:bgPr>
        <a:solidFill>
          <a:schemeClr val="bg2"/>
        </a:solidFill>
        <a:effectLst/>
      </p:bgPr>
    </p:bg>
    <p:spTree>
      <p:nvGrpSpPr>
        <p:cNvPr id="1" name=""/>
        <p:cNvGrpSpPr/>
        <p:nvPr/>
      </p:nvGrpSpPr>
      <p:grpSpPr>
        <a:xfrm>
          <a:off x="0" y="0"/>
          <a:ext cx="0" cy="0"/>
          <a:chOff x="0" y="0"/>
          <a:chExt cx="0" cy="0"/>
        </a:xfrm>
      </p:grpSpPr>
      <p:sp>
        <p:nvSpPr>
          <p:cNvPr id="33" name="Picture Placeholder 18">
            <a:extLst>
              <a:ext uri="{FF2B5EF4-FFF2-40B4-BE49-F238E27FC236}">
                <a16:creationId xmlns:a16="http://schemas.microsoft.com/office/drawing/2014/main" id="{3A966515-C64B-E7BB-1198-D99D16DE65B4}"/>
              </a:ext>
            </a:extLst>
          </p:cNvPr>
          <p:cNvSpPr>
            <a:spLocks noGrp="1"/>
          </p:cNvSpPr>
          <p:nvPr>
            <p:ph type="pic" sz="quarter" idx="10" hasCustomPrompt="1"/>
          </p:nvPr>
        </p:nvSpPr>
        <p:spPr>
          <a:xfrm>
            <a:off x="1343473" y="1"/>
            <a:ext cx="10877102" cy="2931886"/>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8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9" name="Text Placeholder 8">
            <a:extLst>
              <a:ext uri="{FF2B5EF4-FFF2-40B4-BE49-F238E27FC236}">
                <a16:creationId xmlns:a16="http://schemas.microsoft.com/office/drawing/2014/main" id="{DE3C410B-B58E-46DB-B5F0-7F515E223DD9}"/>
              </a:ext>
            </a:extLst>
          </p:cNvPr>
          <p:cNvSpPr>
            <a:spLocks noGrp="1"/>
          </p:cNvSpPr>
          <p:nvPr>
            <p:ph type="body" sz="quarter" idx="12" hasCustomPrompt="1"/>
          </p:nvPr>
        </p:nvSpPr>
        <p:spPr>
          <a:xfrm>
            <a:off x="1343473" y="5498477"/>
            <a:ext cx="10440540" cy="215444"/>
          </a:xfrm>
        </p:spPr>
        <p:txBody>
          <a:bodyPr vert="horz" wrap="square" lIns="18000" tIns="0" rIns="0" bIns="0" rtlCol="0" anchor="t" anchorCtr="0">
            <a:spAutoFit/>
          </a:bodyPr>
          <a:lstStyle>
            <a:lvl1pPr>
              <a:defRPr lang="en-US" sz="1400" dirty="0">
                <a:latin typeface="Ubuntu Light" panose="020B0304030602030204" pitchFamily="34" charset="0"/>
              </a:defRPr>
            </a:lvl1pPr>
          </a:lstStyle>
          <a:p>
            <a:pPr lvl="0"/>
            <a:r>
              <a:rPr lang="en-US"/>
              <a:t>Optional: Click to insert name</a:t>
            </a:r>
          </a:p>
        </p:txBody>
      </p:sp>
      <p:sp>
        <p:nvSpPr>
          <p:cNvPr id="6" name="Subtitle">
            <a:extLst>
              <a:ext uri="{FF2B5EF4-FFF2-40B4-BE49-F238E27FC236}">
                <a16:creationId xmlns:a16="http://schemas.microsoft.com/office/drawing/2014/main" id="{A6C182ED-7FBB-D436-05D8-96E184F17BD0}"/>
              </a:ext>
            </a:extLst>
          </p:cNvPr>
          <p:cNvSpPr>
            <a:spLocks noGrp="1"/>
          </p:cNvSpPr>
          <p:nvPr>
            <p:ph type="subTitle" idx="1"/>
          </p:nvPr>
        </p:nvSpPr>
        <p:spPr>
          <a:xfrm>
            <a:off x="1343473" y="5082209"/>
            <a:ext cx="10440540" cy="246221"/>
          </a:xfrm>
          <a:prstGeom prst="rect">
            <a:avLst/>
          </a:prstGeom>
        </p:spPr>
        <p:txBody>
          <a:bodyPr wrap="square" lIns="18000" tIns="0" rIns="0" anchor="t" anchorCtr="0">
            <a:spAutoFit/>
          </a:bodyPr>
          <a:lstStyle>
            <a:lvl1pPr marL="0" indent="0" algn="l">
              <a:buNone/>
              <a:defRPr sz="1600">
                <a:solidFill>
                  <a:schemeClr val="tx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7" name="Title">
            <a:extLst>
              <a:ext uri="{FF2B5EF4-FFF2-40B4-BE49-F238E27FC236}">
                <a16:creationId xmlns:a16="http://schemas.microsoft.com/office/drawing/2014/main" id="{46ABBE1C-3373-50D9-4152-CA1AC4A5E7F0}"/>
              </a:ext>
            </a:extLst>
          </p:cNvPr>
          <p:cNvSpPr>
            <a:spLocks noGrp="1"/>
          </p:cNvSpPr>
          <p:nvPr>
            <p:ph type="ctrTitle"/>
          </p:nvPr>
        </p:nvSpPr>
        <p:spPr>
          <a:xfrm>
            <a:off x="1343473" y="3429000"/>
            <a:ext cx="10440540" cy="1580003"/>
          </a:xfrm>
        </p:spPr>
        <p:txBody>
          <a:bodyPr wrap="square" lIns="0" tIns="0" rIns="0" bIns="0" anchor="b" anchorCtr="0">
            <a:noAutofit/>
          </a:bodyPr>
          <a:lstStyle>
            <a:lvl1pPr algn="l">
              <a:lnSpc>
                <a:spcPct val="90000"/>
              </a:lnSpc>
              <a:tabLst>
                <a:tab pos="1258888" algn="l"/>
              </a:tabLst>
              <a:defRPr sz="5400" b="0" cap="none" baseline="0">
                <a:solidFill>
                  <a:schemeClr val="tx1"/>
                </a:solidFill>
                <a:latin typeface="+mj-lt"/>
              </a:defRPr>
            </a:lvl1pPr>
          </a:lstStyle>
          <a:p>
            <a:r>
              <a:rPr lang="en-US"/>
              <a:t>Click to edit Master title style</a:t>
            </a:r>
            <a:endParaRPr lang="en-GB"/>
          </a:p>
        </p:txBody>
      </p:sp>
      <p:grpSp>
        <p:nvGrpSpPr>
          <p:cNvPr id="8" name="Graphic 4">
            <a:extLst>
              <a:ext uri="{FF2B5EF4-FFF2-40B4-BE49-F238E27FC236}">
                <a16:creationId xmlns:a16="http://schemas.microsoft.com/office/drawing/2014/main" id="{834C3B5A-2904-955E-DBE7-6C26259DFF08}"/>
              </a:ext>
            </a:extLst>
          </p:cNvPr>
          <p:cNvGrpSpPr>
            <a:grpSpLocks noChangeAspect="1"/>
          </p:cNvGrpSpPr>
          <p:nvPr userDrawn="1"/>
        </p:nvGrpSpPr>
        <p:grpSpPr>
          <a:xfrm>
            <a:off x="1343473" y="5955719"/>
            <a:ext cx="3240000" cy="497469"/>
            <a:chOff x="3176111" y="1257136"/>
            <a:chExt cx="5719756" cy="878207"/>
          </a:xfrm>
        </p:grpSpPr>
        <p:sp>
          <p:nvSpPr>
            <p:cNvPr id="9" name="Freeform: Shape 2">
              <a:extLst>
                <a:ext uri="{FF2B5EF4-FFF2-40B4-BE49-F238E27FC236}">
                  <a16:creationId xmlns:a16="http://schemas.microsoft.com/office/drawing/2014/main" id="{E68383E2-1CA5-2A93-E494-22576FFAF51D}"/>
                </a:ext>
              </a:extLst>
            </p:cNvPr>
            <p:cNvSpPr/>
            <p:nvPr/>
          </p:nvSpPr>
          <p:spPr>
            <a:xfrm>
              <a:off x="8667268" y="1360960"/>
              <a:ext cx="228599" cy="485775"/>
            </a:xfrm>
            <a:custGeom>
              <a:avLst/>
              <a:gdLst>
                <a:gd name="connsiteX0" fmla="*/ 43339 w 228600"/>
                <a:gd name="connsiteY0" fmla="*/ 14764 h 485775"/>
                <a:gd name="connsiteX1" fmla="*/ 90011 w 228600"/>
                <a:gd name="connsiteY1" fmla="*/ 7144 h 485775"/>
                <a:gd name="connsiteX2" fmla="*/ 90011 w 228600"/>
                <a:gd name="connsiteY2" fmla="*/ 118586 h 485775"/>
                <a:gd name="connsiteX3" fmla="*/ 217646 w 228600"/>
                <a:gd name="connsiteY3" fmla="*/ 118586 h 485775"/>
                <a:gd name="connsiteX4" fmla="*/ 217646 w 228600"/>
                <a:gd name="connsiteY4" fmla="*/ 148114 h 485775"/>
                <a:gd name="connsiteX5" fmla="*/ 180499 w 228600"/>
                <a:gd name="connsiteY5" fmla="*/ 185261 h 485775"/>
                <a:gd name="connsiteX6" fmla="*/ 90011 w 228600"/>
                <a:gd name="connsiteY6" fmla="*/ 185261 h 485775"/>
                <a:gd name="connsiteX7" fmla="*/ 90011 w 228600"/>
                <a:gd name="connsiteY7" fmla="*/ 330994 h 485775"/>
                <a:gd name="connsiteX8" fmla="*/ 103346 w 228600"/>
                <a:gd name="connsiteY8" fmla="*/ 392906 h 485775"/>
                <a:gd name="connsiteX9" fmla="*/ 150019 w 228600"/>
                <a:gd name="connsiteY9" fmla="*/ 411004 h 485775"/>
                <a:gd name="connsiteX10" fmla="*/ 190024 w 228600"/>
                <a:gd name="connsiteY10" fmla="*/ 406241 h 485775"/>
                <a:gd name="connsiteX11" fmla="*/ 217646 w 228600"/>
                <a:gd name="connsiteY11" fmla="*/ 397669 h 485775"/>
                <a:gd name="connsiteX12" fmla="*/ 226219 w 228600"/>
                <a:gd name="connsiteY12" fmla="*/ 438626 h 485775"/>
                <a:gd name="connsiteX13" fmla="*/ 205264 w 228600"/>
                <a:gd name="connsiteY13" fmla="*/ 472916 h 485775"/>
                <a:gd name="connsiteX14" fmla="*/ 193834 w 228600"/>
                <a:gd name="connsiteY14" fmla="*/ 475774 h 485775"/>
                <a:gd name="connsiteX15" fmla="*/ 138589 w 228600"/>
                <a:gd name="connsiteY15" fmla="*/ 482441 h 485775"/>
                <a:gd name="connsiteX16" fmla="*/ 74771 w 228600"/>
                <a:gd name="connsiteY16" fmla="*/ 471964 h 485775"/>
                <a:gd name="connsiteX17" fmla="*/ 33814 w 228600"/>
                <a:gd name="connsiteY17" fmla="*/ 442436 h 485775"/>
                <a:gd name="connsiteX18" fmla="*/ 12859 w 228600"/>
                <a:gd name="connsiteY18" fmla="*/ 394811 h 485775"/>
                <a:gd name="connsiteX19" fmla="*/ 7144 w 228600"/>
                <a:gd name="connsiteY19" fmla="*/ 330994 h 485775"/>
                <a:gd name="connsiteX20" fmla="*/ 7144 w 228600"/>
                <a:gd name="connsiteY20" fmla="*/ 56674 h 485775"/>
                <a:gd name="connsiteX21" fmla="*/ 43339 w 228600"/>
                <a:gd name="connsiteY21" fmla="*/ 14764 h 48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28600" h="485775">
                  <a:moveTo>
                    <a:pt x="43339" y="14764"/>
                  </a:moveTo>
                  <a:lnTo>
                    <a:pt x="90011" y="7144"/>
                  </a:lnTo>
                  <a:lnTo>
                    <a:pt x="90011" y="118586"/>
                  </a:lnTo>
                  <a:lnTo>
                    <a:pt x="217646" y="118586"/>
                  </a:lnTo>
                  <a:lnTo>
                    <a:pt x="217646" y="148114"/>
                  </a:lnTo>
                  <a:cubicBezTo>
                    <a:pt x="217646" y="168116"/>
                    <a:pt x="201453" y="185261"/>
                    <a:pt x="180499" y="185261"/>
                  </a:cubicBezTo>
                  <a:lnTo>
                    <a:pt x="90011" y="185261"/>
                  </a:lnTo>
                  <a:lnTo>
                    <a:pt x="90011" y="330994"/>
                  </a:lnTo>
                  <a:cubicBezTo>
                    <a:pt x="90011" y="359569"/>
                    <a:pt x="94774" y="380524"/>
                    <a:pt x="103346" y="392906"/>
                  </a:cubicBezTo>
                  <a:cubicBezTo>
                    <a:pt x="112871" y="405289"/>
                    <a:pt x="128111" y="411004"/>
                    <a:pt x="150019" y="411004"/>
                  </a:cubicBezTo>
                  <a:cubicBezTo>
                    <a:pt x="165259" y="411004"/>
                    <a:pt x="178594" y="409099"/>
                    <a:pt x="190024" y="406241"/>
                  </a:cubicBezTo>
                  <a:cubicBezTo>
                    <a:pt x="201453" y="403384"/>
                    <a:pt x="210978" y="400526"/>
                    <a:pt x="217646" y="397669"/>
                  </a:cubicBezTo>
                  <a:lnTo>
                    <a:pt x="226219" y="438626"/>
                  </a:lnTo>
                  <a:cubicBezTo>
                    <a:pt x="229076" y="453866"/>
                    <a:pt x="220503" y="469106"/>
                    <a:pt x="205264" y="472916"/>
                  </a:cubicBezTo>
                  <a:lnTo>
                    <a:pt x="193834" y="475774"/>
                  </a:lnTo>
                  <a:cubicBezTo>
                    <a:pt x="178594" y="480536"/>
                    <a:pt x="159544" y="482441"/>
                    <a:pt x="138589" y="482441"/>
                  </a:cubicBezTo>
                  <a:cubicBezTo>
                    <a:pt x="112871" y="482441"/>
                    <a:pt x="91916" y="478631"/>
                    <a:pt x="74771" y="471964"/>
                  </a:cubicBezTo>
                  <a:cubicBezTo>
                    <a:pt x="57626" y="465296"/>
                    <a:pt x="44291" y="454819"/>
                    <a:pt x="33814" y="442436"/>
                  </a:cubicBezTo>
                  <a:cubicBezTo>
                    <a:pt x="23336" y="429101"/>
                    <a:pt x="16669" y="413861"/>
                    <a:pt x="12859" y="394811"/>
                  </a:cubicBezTo>
                  <a:cubicBezTo>
                    <a:pt x="9049" y="376714"/>
                    <a:pt x="7144" y="354806"/>
                    <a:pt x="7144" y="330994"/>
                  </a:cubicBezTo>
                  <a:lnTo>
                    <a:pt x="7144" y="56674"/>
                  </a:lnTo>
                  <a:cubicBezTo>
                    <a:pt x="7144" y="36671"/>
                    <a:pt x="22384" y="18574"/>
                    <a:pt x="43339" y="14764"/>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0" name="Freeform: Shape 3">
              <a:extLst>
                <a:ext uri="{FF2B5EF4-FFF2-40B4-BE49-F238E27FC236}">
                  <a16:creationId xmlns:a16="http://schemas.microsoft.com/office/drawing/2014/main" id="{BC938E8C-7A14-77BE-20CA-1D32B1FEF27E}"/>
                </a:ext>
              </a:extLst>
            </p:cNvPr>
            <p:cNvSpPr/>
            <p:nvPr/>
          </p:nvSpPr>
          <p:spPr>
            <a:xfrm>
              <a:off x="7972896" y="1460972"/>
              <a:ext cx="333375" cy="381000"/>
            </a:xfrm>
            <a:custGeom>
              <a:avLst/>
              <a:gdLst>
                <a:gd name="connsiteX0" fmla="*/ 7144 w 333375"/>
                <a:gd name="connsiteY0" fmla="*/ 196691 h 381000"/>
                <a:gd name="connsiteX1" fmla="*/ 21431 w 333375"/>
                <a:gd name="connsiteY1" fmla="*/ 113824 h 381000"/>
                <a:gd name="connsiteX2" fmla="*/ 58579 w 333375"/>
                <a:gd name="connsiteY2" fmla="*/ 54769 h 381000"/>
                <a:gd name="connsiteX3" fmla="*/ 111919 w 333375"/>
                <a:gd name="connsiteY3" fmla="*/ 19526 h 381000"/>
                <a:gd name="connsiteX4" fmla="*/ 173831 w 333375"/>
                <a:gd name="connsiteY4" fmla="*/ 7144 h 381000"/>
                <a:gd name="connsiteX5" fmla="*/ 289084 w 333375"/>
                <a:gd name="connsiteY5" fmla="*/ 52864 h 381000"/>
                <a:gd name="connsiteX6" fmla="*/ 330041 w 333375"/>
                <a:gd name="connsiteY6" fmla="*/ 189071 h 381000"/>
                <a:gd name="connsiteX7" fmla="*/ 330041 w 333375"/>
                <a:gd name="connsiteY7" fmla="*/ 204311 h 381000"/>
                <a:gd name="connsiteX8" fmla="*/ 329089 w 333375"/>
                <a:gd name="connsiteY8" fmla="*/ 219551 h 381000"/>
                <a:gd name="connsiteX9" fmla="*/ 93822 w 333375"/>
                <a:gd name="connsiteY9" fmla="*/ 219551 h 381000"/>
                <a:gd name="connsiteX10" fmla="*/ 124301 w 333375"/>
                <a:gd name="connsiteY10" fmla="*/ 286226 h 381000"/>
                <a:gd name="connsiteX11" fmla="*/ 202406 w 333375"/>
                <a:gd name="connsiteY11" fmla="*/ 310039 h 381000"/>
                <a:gd name="connsiteX12" fmla="*/ 257651 w 333375"/>
                <a:gd name="connsiteY12" fmla="*/ 304324 h 381000"/>
                <a:gd name="connsiteX13" fmla="*/ 269081 w 333375"/>
                <a:gd name="connsiteY13" fmla="*/ 301466 h 381000"/>
                <a:gd name="connsiteX14" fmla="*/ 301466 w 333375"/>
                <a:gd name="connsiteY14" fmla="*/ 323374 h 381000"/>
                <a:gd name="connsiteX15" fmla="*/ 307181 w 333375"/>
                <a:gd name="connsiteY15" fmla="*/ 360521 h 381000"/>
                <a:gd name="connsiteX16" fmla="*/ 288131 w 333375"/>
                <a:gd name="connsiteY16" fmla="*/ 368141 h 381000"/>
                <a:gd name="connsiteX17" fmla="*/ 260509 w 333375"/>
                <a:gd name="connsiteY17" fmla="*/ 374809 h 381000"/>
                <a:gd name="connsiteX18" fmla="*/ 227172 w 333375"/>
                <a:gd name="connsiteY18" fmla="*/ 379571 h 381000"/>
                <a:gd name="connsiteX19" fmla="*/ 190976 w 333375"/>
                <a:gd name="connsiteY19" fmla="*/ 381476 h 381000"/>
                <a:gd name="connsiteX20" fmla="*/ 109061 w 333375"/>
                <a:gd name="connsiteY20" fmla="*/ 367189 h 381000"/>
                <a:gd name="connsiteX21" fmla="*/ 51911 w 333375"/>
                <a:gd name="connsiteY21" fmla="*/ 328136 h 381000"/>
                <a:gd name="connsiteX22" fmla="*/ 18574 w 333375"/>
                <a:gd name="connsiteY22" fmla="*/ 269081 h 381000"/>
                <a:gd name="connsiteX23" fmla="*/ 7144 w 333375"/>
                <a:gd name="connsiteY23" fmla="*/ 196691 h 381000"/>
                <a:gd name="connsiteX24" fmla="*/ 246222 w 333375"/>
                <a:gd name="connsiteY24" fmla="*/ 159544 h 381000"/>
                <a:gd name="connsiteX25" fmla="*/ 241459 w 333375"/>
                <a:gd name="connsiteY25" fmla="*/ 127159 h 381000"/>
                <a:gd name="connsiteX26" fmla="*/ 227172 w 333375"/>
                <a:gd name="connsiteY26" fmla="*/ 100489 h 381000"/>
                <a:gd name="connsiteX27" fmla="*/ 204311 w 333375"/>
                <a:gd name="connsiteY27" fmla="*/ 82391 h 381000"/>
                <a:gd name="connsiteX28" fmla="*/ 172879 w 333375"/>
                <a:gd name="connsiteY28" fmla="*/ 75724 h 381000"/>
                <a:gd name="connsiteX29" fmla="*/ 139541 w 333375"/>
                <a:gd name="connsiteY29" fmla="*/ 83344 h 381000"/>
                <a:gd name="connsiteX30" fmla="*/ 115729 w 333375"/>
                <a:gd name="connsiteY30" fmla="*/ 102394 h 381000"/>
                <a:gd name="connsiteX31" fmla="*/ 100489 w 333375"/>
                <a:gd name="connsiteY31" fmla="*/ 129064 h 381000"/>
                <a:gd name="connsiteX32" fmla="*/ 92869 w 333375"/>
                <a:gd name="connsiteY32" fmla="*/ 159544 h 381000"/>
                <a:gd name="connsiteX33" fmla="*/ 246222 w 333375"/>
                <a:gd name="connsiteY33" fmla="*/ 159544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33375" h="381000">
                  <a:moveTo>
                    <a:pt x="7144" y="196691"/>
                  </a:moveTo>
                  <a:cubicBezTo>
                    <a:pt x="7144" y="165259"/>
                    <a:pt x="11906" y="137636"/>
                    <a:pt x="21431" y="113824"/>
                  </a:cubicBezTo>
                  <a:cubicBezTo>
                    <a:pt x="30956" y="90011"/>
                    <a:pt x="43339" y="70009"/>
                    <a:pt x="58579" y="54769"/>
                  </a:cubicBezTo>
                  <a:cubicBezTo>
                    <a:pt x="73819" y="38576"/>
                    <a:pt x="91916" y="27146"/>
                    <a:pt x="111919" y="19526"/>
                  </a:cubicBezTo>
                  <a:cubicBezTo>
                    <a:pt x="131922" y="11906"/>
                    <a:pt x="152876" y="7144"/>
                    <a:pt x="173831" y="7144"/>
                  </a:cubicBezTo>
                  <a:cubicBezTo>
                    <a:pt x="223361" y="7144"/>
                    <a:pt x="261461" y="22384"/>
                    <a:pt x="289084" y="52864"/>
                  </a:cubicBezTo>
                  <a:cubicBezTo>
                    <a:pt x="316706" y="83344"/>
                    <a:pt x="330041" y="129064"/>
                    <a:pt x="330041" y="189071"/>
                  </a:cubicBezTo>
                  <a:cubicBezTo>
                    <a:pt x="330041" y="193834"/>
                    <a:pt x="330041" y="198596"/>
                    <a:pt x="330041" y="204311"/>
                  </a:cubicBezTo>
                  <a:cubicBezTo>
                    <a:pt x="330041" y="210026"/>
                    <a:pt x="329089" y="214789"/>
                    <a:pt x="329089" y="219551"/>
                  </a:cubicBezTo>
                  <a:lnTo>
                    <a:pt x="93822" y="219551"/>
                  </a:lnTo>
                  <a:cubicBezTo>
                    <a:pt x="95726" y="248126"/>
                    <a:pt x="106204" y="270034"/>
                    <a:pt x="124301" y="286226"/>
                  </a:cubicBezTo>
                  <a:cubicBezTo>
                    <a:pt x="142399" y="301466"/>
                    <a:pt x="168116" y="310039"/>
                    <a:pt x="202406" y="310039"/>
                  </a:cubicBezTo>
                  <a:cubicBezTo>
                    <a:pt x="222409" y="310039"/>
                    <a:pt x="240506" y="308134"/>
                    <a:pt x="257651" y="304324"/>
                  </a:cubicBezTo>
                  <a:cubicBezTo>
                    <a:pt x="261461" y="303371"/>
                    <a:pt x="266224" y="302419"/>
                    <a:pt x="269081" y="301466"/>
                  </a:cubicBezTo>
                  <a:cubicBezTo>
                    <a:pt x="284322" y="297656"/>
                    <a:pt x="298609" y="308134"/>
                    <a:pt x="301466" y="323374"/>
                  </a:cubicBezTo>
                  <a:lnTo>
                    <a:pt x="307181" y="360521"/>
                  </a:lnTo>
                  <a:cubicBezTo>
                    <a:pt x="302419" y="362426"/>
                    <a:pt x="296704" y="365284"/>
                    <a:pt x="288131" y="368141"/>
                  </a:cubicBezTo>
                  <a:cubicBezTo>
                    <a:pt x="280511" y="370999"/>
                    <a:pt x="270986" y="372904"/>
                    <a:pt x="260509" y="374809"/>
                  </a:cubicBezTo>
                  <a:cubicBezTo>
                    <a:pt x="250031" y="376714"/>
                    <a:pt x="239554" y="378619"/>
                    <a:pt x="227172" y="379571"/>
                  </a:cubicBezTo>
                  <a:cubicBezTo>
                    <a:pt x="214789" y="380524"/>
                    <a:pt x="203359" y="381476"/>
                    <a:pt x="190976" y="381476"/>
                  </a:cubicBezTo>
                  <a:cubicBezTo>
                    <a:pt x="159544" y="381476"/>
                    <a:pt x="131922" y="376714"/>
                    <a:pt x="109061" y="367189"/>
                  </a:cubicBezTo>
                  <a:cubicBezTo>
                    <a:pt x="86201" y="357664"/>
                    <a:pt x="67151" y="345281"/>
                    <a:pt x="51911" y="328136"/>
                  </a:cubicBezTo>
                  <a:cubicBezTo>
                    <a:pt x="36672" y="311944"/>
                    <a:pt x="26194" y="291941"/>
                    <a:pt x="18574" y="269081"/>
                  </a:cubicBezTo>
                  <a:cubicBezTo>
                    <a:pt x="10954" y="248126"/>
                    <a:pt x="7144" y="223361"/>
                    <a:pt x="7144" y="196691"/>
                  </a:cubicBezTo>
                  <a:close/>
                  <a:moveTo>
                    <a:pt x="246222" y="159544"/>
                  </a:moveTo>
                  <a:cubicBezTo>
                    <a:pt x="246222" y="148114"/>
                    <a:pt x="244316" y="137636"/>
                    <a:pt x="241459" y="127159"/>
                  </a:cubicBezTo>
                  <a:cubicBezTo>
                    <a:pt x="238601" y="116681"/>
                    <a:pt x="233839" y="108109"/>
                    <a:pt x="227172" y="100489"/>
                  </a:cubicBezTo>
                  <a:cubicBezTo>
                    <a:pt x="221456" y="92869"/>
                    <a:pt x="213836" y="87154"/>
                    <a:pt x="204311" y="82391"/>
                  </a:cubicBezTo>
                  <a:cubicBezTo>
                    <a:pt x="195739" y="77629"/>
                    <a:pt x="185261" y="75724"/>
                    <a:pt x="172879" y="75724"/>
                  </a:cubicBezTo>
                  <a:cubicBezTo>
                    <a:pt x="160497" y="75724"/>
                    <a:pt x="149066" y="78581"/>
                    <a:pt x="139541" y="83344"/>
                  </a:cubicBezTo>
                  <a:cubicBezTo>
                    <a:pt x="130016" y="88106"/>
                    <a:pt x="121444" y="94774"/>
                    <a:pt x="115729" y="102394"/>
                  </a:cubicBezTo>
                  <a:cubicBezTo>
                    <a:pt x="110014" y="110014"/>
                    <a:pt x="104299" y="118586"/>
                    <a:pt x="100489" y="129064"/>
                  </a:cubicBezTo>
                  <a:cubicBezTo>
                    <a:pt x="96679" y="139541"/>
                    <a:pt x="94774" y="149066"/>
                    <a:pt x="92869" y="159544"/>
                  </a:cubicBezTo>
                  <a:lnTo>
                    <a:pt x="246222" y="159544"/>
                  </a:ln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1" name="Freeform: Shape 4">
              <a:extLst>
                <a:ext uri="{FF2B5EF4-FFF2-40B4-BE49-F238E27FC236}">
                  <a16:creationId xmlns:a16="http://schemas.microsoft.com/office/drawing/2014/main" id="{5CD1F83F-FE13-C438-81E7-217A2A42968E}"/>
                </a:ext>
              </a:extLst>
            </p:cNvPr>
            <p:cNvSpPr/>
            <p:nvPr/>
          </p:nvSpPr>
          <p:spPr>
            <a:xfrm>
              <a:off x="7182323" y="1317145"/>
              <a:ext cx="114301" cy="114301"/>
            </a:xfrm>
            <a:custGeom>
              <a:avLst/>
              <a:gdLst>
                <a:gd name="connsiteX0" fmla="*/ 109061 w 114300"/>
                <a:gd name="connsiteY0" fmla="*/ 58579 h 114300"/>
                <a:gd name="connsiteX1" fmla="*/ 93821 w 114300"/>
                <a:gd name="connsiteY1" fmla="*/ 95726 h 114300"/>
                <a:gd name="connsiteX2" fmla="*/ 58579 w 114300"/>
                <a:gd name="connsiteY2" fmla="*/ 109061 h 114300"/>
                <a:gd name="connsiteX3" fmla="*/ 22384 w 114300"/>
                <a:gd name="connsiteY3" fmla="*/ 95726 h 114300"/>
                <a:gd name="connsiteX4" fmla="*/ 7144 w 114300"/>
                <a:gd name="connsiteY4" fmla="*/ 58579 h 114300"/>
                <a:gd name="connsiteX5" fmla="*/ 22384 w 114300"/>
                <a:gd name="connsiteY5" fmla="*/ 20479 h 114300"/>
                <a:gd name="connsiteX6" fmla="*/ 58579 w 114300"/>
                <a:gd name="connsiteY6" fmla="*/ 7144 h 114300"/>
                <a:gd name="connsiteX7" fmla="*/ 93821 w 114300"/>
                <a:gd name="connsiteY7" fmla="*/ 20479 h 114300"/>
                <a:gd name="connsiteX8" fmla="*/ 109061 w 114300"/>
                <a:gd name="connsiteY8" fmla="*/ 58579 h 114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4300" h="114300">
                  <a:moveTo>
                    <a:pt x="109061" y="58579"/>
                  </a:moveTo>
                  <a:cubicBezTo>
                    <a:pt x="109061" y="73819"/>
                    <a:pt x="104299" y="86201"/>
                    <a:pt x="93821" y="95726"/>
                  </a:cubicBezTo>
                  <a:cubicBezTo>
                    <a:pt x="83344" y="105251"/>
                    <a:pt x="71914" y="109061"/>
                    <a:pt x="58579" y="109061"/>
                  </a:cubicBezTo>
                  <a:cubicBezTo>
                    <a:pt x="44291" y="109061"/>
                    <a:pt x="31909" y="104299"/>
                    <a:pt x="22384" y="95726"/>
                  </a:cubicBezTo>
                  <a:cubicBezTo>
                    <a:pt x="11906" y="86201"/>
                    <a:pt x="7144" y="73819"/>
                    <a:pt x="7144" y="58579"/>
                  </a:cubicBezTo>
                  <a:cubicBezTo>
                    <a:pt x="7144" y="42386"/>
                    <a:pt x="11906" y="30004"/>
                    <a:pt x="22384" y="20479"/>
                  </a:cubicBezTo>
                  <a:cubicBezTo>
                    <a:pt x="32861" y="10954"/>
                    <a:pt x="44291" y="7144"/>
                    <a:pt x="58579" y="7144"/>
                  </a:cubicBezTo>
                  <a:cubicBezTo>
                    <a:pt x="71914" y="7144"/>
                    <a:pt x="84296" y="11906"/>
                    <a:pt x="93821" y="20479"/>
                  </a:cubicBezTo>
                  <a:cubicBezTo>
                    <a:pt x="104299" y="30004"/>
                    <a:pt x="109061" y="43339"/>
                    <a:pt x="109061" y="58579"/>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2" name="Freeform: Shape 5">
              <a:extLst>
                <a:ext uri="{FF2B5EF4-FFF2-40B4-BE49-F238E27FC236}">
                  <a16:creationId xmlns:a16="http://schemas.microsoft.com/office/drawing/2014/main" id="{B9FC524A-D097-5AFD-6D53-CB23911D84AB}"/>
                </a:ext>
              </a:extLst>
            </p:cNvPr>
            <p:cNvSpPr/>
            <p:nvPr/>
          </p:nvSpPr>
          <p:spPr>
            <a:xfrm>
              <a:off x="7192800" y="1473355"/>
              <a:ext cx="95250" cy="371475"/>
            </a:xfrm>
            <a:custGeom>
              <a:avLst/>
              <a:gdLst>
                <a:gd name="connsiteX0" fmla="*/ 90011 w 95250"/>
                <a:gd name="connsiteY0" fmla="*/ 366236 h 371475"/>
                <a:gd name="connsiteX1" fmla="*/ 67151 w 95250"/>
                <a:gd name="connsiteY1" fmla="*/ 366236 h 371475"/>
                <a:gd name="connsiteX2" fmla="*/ 7144 w 95250"/>
                <a:gd name="connsiteY2" fmla="*/ 306229 h 371475"/>
                <a:gd name="connsiteX3" fmla="*/ 7144 w 95250"/>
                <a:gd name="connsiteY3" fmla="*/ 7144 h 371475"/>
                <a:gd name="connsiteX4" fmla="*/ 35719 w 95250"/>
                <a:gd name="connsiteY4" fmla="*/ 7144 h 371475"/>
                <a:gd name="connsiteX5" fmla="*/ 90011 w 95250"/>
                <a:gd name="connsiteY5" fmla="*/ 62389 h 371475"/>
                <a:gd name="connsiteX6" fmla="*/ 90011 w 95250"/>
                <a:gd name="connsiteY6" fmla="*/ 366236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250" h="371475">
                  <a:moveTo>
                    <a:pt x="90011" y="366236"/>
                  </a:moveTo>
                  <a:lnTo>
                    <a:pt x="67151" y="366236"/>
                  </a:lnTo>
                  <a:cubicBezTo>
                    <a:pt x="33814" y="366236"/>
                    <a:pt x="7144" y="339566"/>
                    <a:pt x="7144" y="306229"/>
                  </a:cubicBezTo>
                  <a:lnTo>
                    <a:pt x="7144" y="7144"/>
                  </a:lnTo>
                  <a:lnTo>
                    <a:pt x="35719" y="7144"/>
                  </a:lnTo>
                  <a:cubicBezTo>
                    <a:pt x="66199" y="7144"/>
                    <a:pt x="90011" y="31909"/>
                    <a:pt x="90011" y="62389"/>
                  </a:cubicBezTo>
                  <a:lnTo>
                    <a:pt x="90011" y="366236"/>
                  </a:ln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3" name="Freeform: Shape 6">
              <a:extLst>
                <a:ext uri="{FF2B5EF4-FFF2-40B4-BE49-F238E27FC236}">
                  <a16:creationId xmlns:a16="http://schemas.microsoft.com/office/drawing/2014/main" id="{73D8AA2A-86A0-BE77-8600-93F6C6359F4A}"/>
                </a:ext>
              </a:extLst>
            </p:cNvPr>
            <p:cNvSpPr/>
            <p:nvPr/>
          </p:nvSpPr>
          <p:spPr>
            <a:xfrm>
              <a:off x="7637617" y="1474308"/>
              <a:ext cx="352426" cy="371475"/>
            </a:xfrm>
            <a:custGeom>
              <a:avLst/>
              <a:gdLst>
                <a:gd name="connsiteX0" fmla="*/ 287179 w 352425"/>
                <a:gd name="connsiteY0" fmla="*/ 7144 h 371475"/>
                <a:gd name="connsiteX1" fmla="*/ 250031 w 352425"/>
                <a:gd name="connsiteY1" fmla="*/ 43339 h 371475"/>
                <a:gd name="connsiteX2" fmla="*/ 179547 w 352425"/>
                <a:gd name="connsiteY2" fmla="*/ 246221 h 371475"/>
                <a:gd name="connsiteX3" fmla="*/ 106204 w 352425"/>
                <a:gd name="connsiteY3" fmla="*/ 47149 h 371475"/>
                <a:gd name="connsiteX4" fmla="*/ 68104 w 352425"/>
                <a:gd name="connsiteY4" fmla="*/ 7144 h 371475"/>
                <a:gd name="connsiteX5" fmla="*/ 27147 w 352425"/>
                <a:gd name="connsiteY5" fmla="*/ 7144 h 371475"/>
                <a:gd name="connsiteX6" fmla="*/ 7144 w 352425"/>
                <a:gd name="connsiteY6" fmla="*/ 7144 h 371475"/>
                <a:gd name="connsiteX7" fmla="*/ 130969 w 352425"/>
                <a:gd name="connsiteY7" fmla="*/ 329089 h 371475"/>
                <a:gd name="connsiteX8" fmla="*/ 171927 w 352425"/>
                <a:gd name="connsiteY8" fmla="*/ 365284 h 371475"/>
                <a:gd name="connsiteX9" fmla="*/ 213836 w 352425"/>
                <a:gd name="connsiteY9" fmla="*/ 365284 h 371475"/>
                <a:gd name="connsiteX10" fmla="*/ 350044 w 352425"/>
                <a:gd name="connsiteY10" fmla="*/ 7144 h 371475"/>
                <a:gd name="connsiteX11" fmla="*/ 287179 w 352425"/>
                <a:gd name="connsiteY11" fmla="*/ 7144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52425" h="371475">
                  <a:moveTo>
                    <a:pt x="287179" y="7144"/>
                  </a:moveTo>
                  <a:cubicBezTo>
                    <a:pt x="265272" y="7144"/>
                    <a:pt x="259556" y="18574"/>
                    <a:pt x="250031" y="43339"/>
                  </a:cubicBezTo>
                  <a:lnTo>
                    <a:pt x="179547" y="246221"/>
                  </a:lnTo>
                  <a:lnTo>
                    <a:pt x="106204" y="47149"/>
                  </a:lnTo>
                  <a:cubicBezTo>
                    <a:pt x="97631" y="21431"/>
                    <a:pt x="90011" y="7144"/>
                    <a:pt x="68104" y="7144"/>
                  </a:cubicBezTo>
                  <a:lnTo>
                    <a:pt x="27147" y="7144"/>
                  </a:lnTo>
                  <a:lnTo>
                    <a:pt x="7144" y="7144"/>
                  </a:lnTo>
                  <a:lnTo>
                    <a:pt x="130969" y="329089"/>
                  </a:lnTo>
                  <a:cubicBezTo>
                    <a:pt x="142399" y="352901"/>
                    <a:pt x="150019" y="365284"/>
                    <a:pt x="171927" y="365284"/>
                  </a:cubicBezTo>
                  <a:lnTo>
                    <a:pt x="213836" y="365284"/>
                  </a:lnTo>
                  <a:lnTo>
                    <a:pt x="350044" y="7144"/>
                  </a:lnTo>
                  <a:lnTo>
                    <a:pt x="287179" y="7144"/>
                  </a:ln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6" name="Freeform: Shape 7">
              <a:extLst>
                <a:ext uri="{FF2B5EF4-FFF2-40B4-BE49-F238E27FC236}">
                  <a16:creationId xmlns:a16="http://schemas.microsoft.com/office/drawing/2014/main" id="{BDB3C1E7-7AFC-B37B-AFB1-5819312BC63C}"/>
                </a:ext>
              </a:extLst>
            </p:cNvPr>
            <p:cNvSpPr/>
            <p:nvPr/>
          </p:nvSpPr>
          <p:spPr>
            <a:xfrm>
              <a:off x="7326150" y="1464782"/>
              <a:ext cx="314325" cy="381000"/>
            </a:xfrm>
            <a:custGeom>
              <a:avLst/>
              <a:gdLst>
                <a:gd name="connsiteX0" fmla="*/ 300514 w 314325"/>
                <a:gd name="connsiteY0" fmla="*/ 105251 h 381000"/>
                <a:gd name="connsiteX1" fmla="*/ 275749 w 314325"/>
                <a:gd name="connsiteY1" fmla="*/ 52864 h 381000"/>
                <a:gd name="connsiteX2" fmla="*/ 229076 w 314325"/>
                <a:gd name="connsiteY2" fmla="*/ 19526 h 381000"/>
                <a:gd name="connsiteX3" fmla="*/ 155734 w 314325"/>
                <a:gd name="connsiteY3" fmla="*/ 7144 h 381000"/>
                <a:gd name="connsiteX4" fmla="*/ 70009 w 314325"/>
                <a:gd name="connsiteY4" fmla="*/ 13811 h 381000"/>
                <a:gd name="connsiteX5" fmla="*/ 7144 w 314325"/>
                <a:gd name="connsiteY5" fmla="*/ 27146 h 381000"/>
                <a:gd name="connsiteX6" fmla="*/ 7144 w 314325"/>
                <a:gd name="connsiteY6" fmla="*/ 329089 h 381000"/>
                <a:gd name="connsiteX7" fmla="*/ 7144 w 314325"/>
                <a:gd name="connsiteY7" fmla="*/ 329089 h 381000"/>
                <a:gd name="connsiteX8" fmla="*/ 7144 w 314325"/>
                <a:gd name="connsiteY8" fmla="*/ 338614 h 381000"/>
                <a:gd name="connsiteX9" fmla="*/ 44291 w 314325"/>
                <a:gd name="connsiteY9" fmla="*/ 375761 h 381000"/>
                <a:gd name="connsiteX10" fmla="*/ 45244 w 314325"/>
                <a:gd name="connsiteY10" fmla="*/ 375761 h 381000"/>
                <a:gd name="connsiteX11" fmla="*/ 45244 w 314325"/>
                <a:gd name="connsiteY11" fmla="*/ 375761 h 381000"/>
                <a:gd name="connsiteX12" fmla="*/ 90964 w 314325"/>
                <a:gd name="connsiteY12" fmla="*/ 375761 h 381000"/>
                <a:gd name="connsiteX13" fmla="*/ 90964 w 314325"/>
                <a:gd name="connsiteY13" fmla="*/ 84296 h 381000"/>
                <a:gd name="connsiteX14" fmla="*/ 116682 w 314325"/>
                <a:gd name="connsiteY14" fmla="*/ 80486 h 381000"/>
                <a:gd name="connsiteX15" fmla="*/ 150019 w 314325"/>
                <a:gd name="connsiteY15" fmla="*/ 78581 h 381000"/>
                <a:gd name="connsiteX16" fmla="*/ 186214 w 314325"/>
                <a:gd name="connsiteY16" fmla="*/ 84296 h 381000"/>
                <a:gd name="connsiteX17" fmla="*/ 210026 w 314325"/>
                <a:gd name="connsiteY17" fmla="*/ 102394 h 381000"/>
                <a:gd name="connsiteX18" fmla="*/ 222409 w 314325"/>
                <a:gd name="connsiteY18" fmla="*/ 135731 h 381000"/>
                <a:gd name="connsiteX19" fmla="*/ 226219 w 314325"/>
                <a:gd name="connsiteY19" fmla="*/ 185261 h 381000"/>
                <a:gd name="connsiteX20" fmla="*/ 226219 w 314325"/>
                <a:gd name="connsiteY20" fmla="*/ 328136 h 381000"/>
                <a:gd name="connsiteX21" fmla="*/ 226219 w 314325"/>
                <a:gd name="connsiteY21" fmla="*/ 328136 h 381000"/>
                <a:gd name="connsiteX22" fmla="*/ 226219 w 314325"/>
                <a:gd name="connsiteY22" fmla="*/ 337661 h 381000"/>
                <a:gd name="connsiteX23" fmla="*/ 263366 w 314325"/>
                <a:gd name="connsiteY23" fmla="*/ 374809 h 381000"/>
                <a:gd name="connsiteX24" fmla="*/ 263366 w 314325"/>
                <a:gd name="connsiteY24" fmla="*/ 374809 h 381000"/>
                <a:gd name="connsiteX25" fmla="*/ 310039 w 314325"/>
                <a:gd name="connsiteY25" fmla="*/ 374809 h 381000"/>
                <a:gd name="connsiteX26" fmla="*/ 310039 w 314325"/>
                <a:gd name="connsiteY26" fmla="*/ 172879 h 381000"/>
                <a:gd name="connsiteX27" fmla="*/ 300514 w 314325"/>
                <a:gd name="connsiteY27" fmla="*/ 105251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14325" h="381000">
                  <a:moveTo>
                    <a:pt x="300514" y="105251"/>
                  </a:moveTo>
                  <a:cubicBezTo>
                    <a:pt x="295751" y="85249"/>
                    <a:pt x="287179" y="67151"/>
                    <a:pt x="275749" y="52864"/>
                  </a:cubicBezTo>
                  <a:cubicBezTo>
                    <a:pt x="264319" y="38576"/>
                    <a:pt x="248126" y="27146"/>
                    <a:pt x="229076" y="19526"/>
                  </a:cubicBezTo>
                  <a:cubicBezTo>
                    <a:pt x="209074" y="11906"/>
                    <a:pt x="185261" y="7144"/>
                    <a:pt x="155734" y="7144"/>
                  </a:cubicBezTo>
                  <a:cubicBezTo>
                    <a:pt x="124301" y="7144"/>
                    <a:pt x="95726" y="9049"/>
                    <a:pt x="70009" y="13811"/>
                  </a:cubicBezTo>
                  <a:cubicBezTo>
                    <a:pt x="44291" y="17621"/>
                    <a:pt x="23336" y="22384"/>
                    <a:pt x="7144" y="27146"/>
                  </a:cubicBezTo>
                  <a:lnTo>
                    <a:pt x="7144" y="329089"/>
                  </a:lnTo>
                  <a:lnTo>
                    <a:pt x="7144" y="329089"/>
                  </a:lnTo>
                  <a:lnTo>
                    <a:pt x="7144" y="338614"/>
                  </a:lnTo>
                  <a:cubicBezTo>
                    <a:pt x="7144" y="358616"/>
                    <a:pt x="23336" y="375761"/>
                    <a:pt x="44291" y="375761"/>
                  </a:cubicBezTo>
                  <a:lnTo>
                    <a:pt x="45244" y="375761"/>
                  </a:lnTo>
                  <a:lnTo>
                    <a:pt x="45244" y="375761"/>
                  </a:lnTo>
                  <a:lnTo>
                    <a:pt x="90964" y="375761"/>
                  </a:lnTo>
                  <a:lnTo>
                    <a:pt x="90964" y="84296"/>
                  </a:lnTo>
                  <a:cubicBezTo>
                    <a:pt x="96679" y="83344"/>
                    <a:pt x="105251" y="82391"/>
                    <a:pt x="116682" y="80486"/>
                  </a:cubicBezTo>
                  <a:cubicBezTo>
                    <a:pt x="128111" y="79534"/>
                    <a:pt x="139541" y="78581"/>
                    <a:pt x="150019" y="78581"/>
                  </a:cubicBezTo>
                  <a:cubicBezTo>
                    <a:pt x="164307" y="78581"/>
                    <a:pt x="176689" y="80486"/>
                    <a:pt x="186214" y="84296"/>
                  </a:cubicBezTo>
                  <a:cubicBezTo>
                    <a:pt x="195739" y="88106"/>
                    <a:pt x="204311" y="94774"/>
                    <a:pt x="210026" y="102394"/>
                  </a:cubicBezTo>
                  <a:cubicBezTo>
                    <a:pt x="215741" y="110966"/>
                    <a:pt x="219551" y="121444"/>
                    <a:pt x="222409" y="135731"/>
                  </a:cubicBezTo>
                  <a:cubicBezTo>
                    <a:pt x="225266" y="149066"/>
                    <a:pt x="226219" y="165259"/>
                    <a:pt x="226219" y="185261"/>
                  </a:cubicBezTo>
                  <a:lnTo>
                    <a:pt x="226219" y="328136"/>
                  </a:lnTo>
                  <a:lnTo>
                    <a:pt x="226219" y="328136"/>
                  </a:lnTo>
                  <a:lnTo>
                    <a:pt x="226219" y="337661"/>
                  </a:lnTo>
                  <a:cubicBezTo>
                    <a:pt x="226219" y="357664"/>
                    <a:pt x="242411" y="374809"/>
                    <a:pt x="263366" y="374809"/>
                  </a:cubicBezTo>
                  <a:lnTo>
                    <a:pt x="263366" y="374809"/>
                  </a:lnTo>
                  <a:lnTo>
                    <a:pt x="310039" y="374809"/>
                  </a:lnTo>
                  <a:lnTo>
                    <a:pt x="310039" y="172879"/>
                  </a:lnTo>
                  <a:cubicBezTo>
                    <a:pt x="308134" y="148114"/>
                    <a:pt x="305276" y="126206"/>
                    <a:pt x="300514" y="105251"/>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7" name="Freeform: Shape 8">
              <a:extLst>
                <a:ext uri="{FF2B5EF4-FFF2-40B4-BE49-F238E27FC236}">
                  <a16:creationId xmlns:a16="http://schemas.microsoft.com/office/drawing/2014/main" id="{0A93D6EE-0463-1A4B-9434-CECE823682BD}"/>
                </a:ext>
              </a:extLst>
            </p:cNvPr>
            <p:cNvSpPr/>
            <p:nvPr/>
          </p:nvSpPr>
          <p:spPr>
            <a:xfrm>
              <a:off x="8331989" y="1464782"/>
              <a:ext cx="314325" cy="381000"/>
            </a:xfrm>
            <a:custGeom>
              <a:avLst/>
              <a:gdLst>
                <a:gd name="connsiteX0" fmla="*/ 300514 w 314325"/>
                <a:gd name="connsiteY0" fmla="*/ 105251 h 381000"/>
                <a:gd name="connsiteX1" fmla="*/ 275749 w 314325"/>
                <a:gd name="connsiteY1" fmla="*/ 52864 h 381000"/>
                <a:gd name="connsiteX2" fmla="*/ 229076 w 314325"/>
                <a:gd name="connsiteY2" fmla="*/ 19526 h 381000"/>
                <a:gd name="connsiteX3" fmla="*/ 155734 w 314325"/>
                <a:gd name="connsiteY3" fmla="*/ 7144 h 381000"/>
                <a:gd name="connsiteX4" fmla="*/ 70009 w 314325"/>
                <a:gd name="connsiteY4" fmla="*/ 13811 h 381000"/>
                <a:gd name="connsiteX5" fmla="*/ 7144 w 314325"/>
                <a:gd name="connsiteY5" fmla="*/ 27146 h 381000"/>
                <a:gd name="connsiteX6" fmla="*/ 7144 w 314325"/>
                <a:gd name="connsiteY6" fmla="*/ 329089 h 381000"/>
                <a:gd name="connsiteX7" fmla="*/ 7144 w 314325"/>
                <a:gd name="connsiteY7" fmla="*/ 329089 h 381000"/>
                <a:gd name="connsiteX8" fmla="*/ 7144 w 314325"/>
                <a:gd name="connsiteY8" fmla="*/ 338614 h 381000"/>
                <a:gd name="connsiteX9" fmla="*/ 44291 w 314325"/>
                <a:gd name="connsiteY9" fmla="*/ 375761 h 381000"/>
                <a:gd name="connsiteX10" fmla="*/ 45244 w 314325"/>
                <a:gd name="connsiteY10" fmla="*/ 375761 h 381000"/>
                <a:gd name="connsiteX11" fmla="*/ 45244 w 314325"/>
                <a:gd name="connsiteY11" fmla="*/ 375761 h 381000"/>
                <a:gd name="connsiteX12" fmla="*/ 90964 w 314325"/>
                <a:gd name="connsiteY12" fmla="*/ 375761 h 381000"/>
                <a:gd name="connsiteX13" fmla="*/ 90964 w 314325"/>
                <a:gd name="connsiteY13" fmla="*/ 84296 h 381000"/>
                <a:gd name="connsiteX14" fmla="*/ 116681 w 314325"/>
                <a:gd name="connsiteY14" fmla="*/ 80486 h 381000"/>
                <a:gd name="connsiteX15" fmla="*/ 150019 w 314325"/>
                <a:gd name="connsiteY15" fmla="*/ 78581 h 381000"/>
                <a:gd name="connsiteX16" fmla="*/ 186214 w 314325"/>
                <a:gd name="connsiteY16" fmla="*/ 84296 h 381000"/>
                <a:gd name="connsiteX17" fmla="*/ 210026 w 314325"/>
                <a:gd name="connsiteY17" fmla="*/ 102394 h 381000"/>
                <a:gd name="connsiteX18" fmla="*/ 222409 w 314325"/>
                <a:gd name="connsiteY18" fmla="*/ 135731 h 381000"/>
                <a:gd name="connsiteX19" fmla="*/ 226219 w 314325"/>
                <a:gd name="connsiteY19" fmla="*/ 185261 h 381000"/>
                <a:gd name="connsiteX20" fmla="*/ 226219 w 314325"/>
                <a:gd name="connsiteY20" fmla="*/ 328136 h 381000"/>
                <a:gd name="connsiteX21" fmla="*/ 226219 w 314325"/>
                <a:gd name="connsiteY21" fmla="*/ 328136 h 381000"/>
                <a:gd name="connsiteX22" fmla="*/ 226219 w 314325"/>
                <a:gd name="connsiteY22" fmla="*/ 337661 h 381000"/>
                <a:gd name="connsiteX23" fmla="*/ 263366 w 314325"/>
                <a:gd name="connsiteY23" fmla="*/ 374809 h 381000"/>
                <a:gd name="connsiteX24" fmla="*/ 263366 w 314325"/>
                <a:gd name="connsiteY24" fmla="*/ 374809 h 381000"/>
                <a:gd name="connsiteX25" fmla="*/ 310039 w 314325"/>
                <a:gd name="connsiteY25" fmla="*/ 374809 h 381000"/>
                <a:gd name="connsiteX26" fmla="*/ 310039 w 314325"/>
                <a:gd name="connsiteY26" fmla="*/ 172879 h 381000"/>
                <a:gd name="connsiteX27" fmla="*/ 300514 w 314325"/>
                <a:gd name="connsiteY27" fmla="*/ 105251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14325" h="381000">
                  <a:moveTo>
                    <a:pt x="300514" y="105251"/>
                  </a:moveTo>
                  <a:cubicBezTo>
                    <a:pt x="295751" y="85249"/>
                    <a:pt x="287179" y="67151"/>
                    <a:pt x="275749" y="52864"/>
                  </a:cubicBezTo>
                  <a:cubicBezTo>
                    <a:pt x="264319" y="38576"/>
                    <a:pt x="248126" y="27146"/>
                    <a:pt x="229076" y="19526"/>
                  </a:cubicBezTo>
                  <a:cubicBezTo>
                    <a:pt x="209074" y="11906"/>
                    <a:pt x="185261" y="7144"/>
                    <a:pt x="155734" y="7144"/>
                  </a:cubicBezTo>
                  <a:cubicBezTo>
                    <a:pt x="124301" y="7144"/>
                    <a:pt x="95726" y="9049"/>
                    <a:pt x="70009" y="13811"/>
                  </a:cubicBezTo>
                  <a:cubicBezTo>
                    <a:pt x="44291" y="17621"/>
                    <a:pt x="23336" y="22384"/>
                    <a:pt x="7144" y="27146"/>
                  </a:cubicBezTo>
                  <a:lnTo>
                    <a:pt x="7144" y="329089"/>
                  </a:lnTo>
                  <a:lnTo>
                    <a:pt x="7144" y="329089"/>
                  </a:lnTo>
                  <a:lnTo>
                    <a:pt x="7144" y="338614"/>
                  </a:lnTo>
                  <a:cubicBezTo>
                    <a:pt x="7144" y="358616"/>
                    <a:pt x="23336" y="375761"/>
                    <a:pt x="44291" y="375761"/>
                  </a:cubicBezTo>
                  <a:lnTo>
                    <a:pt x="45244" y="375761"/>
                  </a:lnTo>
                  <a:lnTo>
                    <a:pt x="45244" y="375761"/>
                  </a:lnTo>
                  <a:lnTo>
                    <a:pt x="90964" y="375761"/>
                  </a:lnTo>
                  <a:lnTo>
                    <a:pt x="90964" y="84296"/>
                  </a:lnTo>
                  <a:cubicBezTo>
                    <a:pt x="96679" y="83344"/>
                    <a:pt x="105251" y="82391"/>
                    <a:pt x="116681" y="80486"/>
                  </a:cubicBezTo>
                  <a:cubicBezTo>
                    <a:pt x="128111" y="79534"/>
                    <a:pt x="139541" y="78581"/>
                    <a:pt x="150019" y="78581"/>
                  </a:cubicBezTo>
                  <a:cubicBezTo>
                    <a:pt x="164306" y="78581"/>
                    <a:pt x="176689" y="80486"/>
                    <a:pt x="186214" y="84296"/>
                  </a:cubicBezTo>
                  <a:cubicBezTo>
                    <a:pt x="195739" y="88106"/>
                    <a:pt x="204311" y="94774"/>
                    <a:pt x="210026" y="102394"/>
                  </a:cubicBezTo>
                  <a:cubicBezTo>
                    <a:pt x="215741" y="110966"/>
                    <a:pt x="219551" y="121444"/>
                    <a:pt x="222409" y="135731"/>
                  </a:cubicBezTo>
                  <a:cubicBezTo>
                    <a:pt x="225266" y="149066"/>
                    <a:pt x="226219" y="165259"/>
                    <a:pt x="226219" y="185261"/>
                  </a:cubicBezTo>
                  <a:lnTo>
                    <a:pt x="226219" y="328136"/>
                  </a:lnTo>
                  <a:lnTo>
                    <a:pt x="226219" y="328136"/>
                  </a:lnTo>
                  <a:lnTo>
                    <a:pt x="226219" y="337661"/>
                  </a:lnTo>
                  <a:cubicBezTo>
                    <a:pt x="226219" y="357664"/>
                    <a:pt x="242411" y="374809"/>
                    <a:pt x="263366" y="374809"/>
                  </a:cubicBezTo>
                  <a:lnTo>
                    <a:pt x="263366" y="374809"/>
                  </a:lnTo>
                  <a:lnTo>
                    <a:pt x="310039" y="374809"/>
                  </a:lnTo>
                  <a:lnTo>
                    <a:pt x="310039" y="172879"/>
                  </a:lnTo>
                  <a:cubicBezTo>
                    <a:pt x="307181" y="148114"/>
                    <a:pt x="305276" y="126206"/>
                    <a:pt x="300514" y="105251"/>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8" name="Freeform: Shape 17">
              <a:extLst>
                <a:ext uri="{FF2B5EF4-FFF2-40B4-BE49-F238E27FC236}">
                  <a16:creationId xmlns:a16="http://schemas.microsoft.com/office/drawing/2014/main" id="{FBB67AED-87E0-AECD-5033-F6D9F475A92D}"/>
                </a:ext>
              </a:extLst>
            </p:cNvPr>
            <p:cNvSpPr/>
            <p:nvPr/>
          </p:nvSpPr>
          <p:spPr>
            <a:xfrm>
              <a:off x="6619395" y="1521933"/>
              <a:ext cx="457199" cy="371475"/>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solidFill>
              <a:srgbClr val="17ABDB"/>
            </a:solidFill>
            <a:ln w="9525" cap="flat">
              <a:noFill/>
              <a:prstDash val="solid"/>
              <a:miter/>
            </a:ln>
          </p:spPr>
          <p:txBody>
            <a:bodyPr lIns="73152" tIns="36576" rIns="73152" bIns="36576" rtlCol="0" anchor="ctr"/>
            <a:lstStyle/>
            <a:p>
              <a:endParaRPr lang="de-DE"/>
            </a:p>
          </p:txBody>
        </p:sp>
        <p:sp>
          <p:nvSpPr>
            <p:cNvPr id="20" name="Freeform: Shape 22">
              <a:extLst>
                <a:ext uri="{FF2B5EF4-FFF2-40B4-BE49-F238E27FC236}">
                  <a16:creationId xmlns:a16="http://schemas.microsoft.com/office/drawing/2014/main" id="{BB2AE38B-8639-61FF-56E8-49937CCB9F03}"/>
                </a:ext>
              </a:extLst>
            </p:cNvPr>
            <p:cNvSpPr/>
            <p:nvPr/>
          </p:nvSpPr>
          <p:spPr>
            <a:xfrm>
              <a:off x="3176111" y="1268567"/>
              <a:ext cx="3171823" cy="866776"/>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21" name="Freeform: Shape 23">
              <a:extLst>
                <a:ext uri="{FF2B5EF4-FFF2-40B4-BE49-F238E27FC236}">
                  <a16:creationId xmlns:a16="http://schemas.microsoft.com/office/drawing/2014/main" id="{86D1FABA-BE63-3168-79B5-430E18FB8831}"/>
                </a:ext>
              </a:extLst>
            </p:cNvPr>
            <p:cNvSpPr/>
            <p:nvPr/>
          </p:nvSpPr>
          <p:spPr>
            <a:xfrm>
              <a:off x="5565899" y="1311398"/>
              <a:ext cx="95250" cy="104775"/>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22" name="Freeform: Shape 24">
              <a:extLst>
                <a:ext uri="{FF2B5EF4-FFF2-40B4-BE49-F238E27FC236}">
                  <a16:creationId xmlns:a16="http://schemas.microsoft.com/office/drawing/2014/main" id="{8E6A8BDA-7FC6-B8AA-77C6-28E75A114D39}"/>
                </a:ext>
              </a:extLst>
            </p:cNvPr>
            <p:cNvSpPr/>
            <p:nvPr/>
          </p:nvSpPr>
          <p:spPr>
            <a:xfrm>
              <a:off x="6186959" y="1329492"/>
              <a:ext cx="95250" cy="95250"/>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23" name="Freeform: Shape 25">
              <a:extLst>
                <a:ext uri="{FF2B5EF4-FFF2-40B4-BE49-F238E27FC236}">
                  <a16:creationId xmlns:a16="http://schemas.microsoft.com/office/drawing/2014/main" id="{E253CADC-4B49-8C75-F87B-2A6340937151}"/>
                </a:ext>
              </a:extLst>
            </p:cNvPr>
            <p:cNvSpPr/>
            <p:nvPr/>
          </p:nvSpPr>
          <p:spPr>
            <a:xfrm>
              <a:off x="6386989" y="1257136"/>
              <a:ext cx="695324" cy="581025"/>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solidFill>
              <a:srgbClr val="0072AF"/>
            </a:solidFill>
            <a:ln w="9525" cap="flat">
              <a:noFill/>
              <a:prstDash val="solid"/>
              <a:miter/>
            </a:ln>
          </p:spPr>
          <p:txBody>
            <a:bodyPr lIns="73152" tIns="36576" rIns="73152" bIns="36576" rtlCol="0" anchor="ctr"/>
            <a:lstStyle/>
            <a:p>
              <a:endParaRPr lang="de-DE"/>
            </a:p>
          </p:txBody>
        </p:sp>
      </p:grpSp>
    </p:spTree>
    <p:extLst>
      <p:ext uri="{BB962C8B-B14F-4D97-AF65-F5344CB8AC3E}">
        <p14:creationId xmlns:p14="http://schemas.microsoft.com/office/powerpoint/2010/main" val="2989090610"/>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showMasterSp="0" preserve="1" userDrawn="1">
  <p:cSld name="Title Slide 6">
    <p:bg>
      <p:bgPr>
        <a:solidFill>
          <a:schemeClr val="accent4"/>
        </a:solidFill>
        <a:effectLst/>
      </p:bgPr>
    </p:bg>
    <p:spTree>
      <p:nvGrpSpPr>
        <p:cNvPr id="1" name=""/>
        <p:cNvGrpSpPr/>
        <p:nvPr/>
      </p:nvGrpSpPr>
      <p:grpSpPr>
        <a:xfrm>
          <a:off x="0" y="0"/>
          <a:ext cx="0" cy="0"/>
          <a:chOff x="0" y="0"/>
          <a:chExt cx="0" cy="0"/>
        </a:xfrm>
      </p:grpSpPr>
      <p:sp>
        <p:nvSpPr>
          <p:cNvPr id="33" name="Picture Placeholder 18">
            <a:extLst>
              <a:ext uri="{FF2B5EF4-FFF2-40B4-BE49-F238E27FC236}">
                <a16:creationId xmlns:a16="http://schemas.microsoft.com/office/drawing/2014/main" id="{3A966515-C64B-E7BB-1198-D99D16DE65B4}"/>
              </a:ext>
            </a:extLst>
          </p:cNvPr>
          <p:cNvSpPr>
            <a:spLocks noGrp="1"/>
          </p:cNvSpPr>
          <p:nvPr>
            <p:ph type="pic" sz="quarter" idx="10" hasCustomPrompt="1"/>
          </p:nvPr>
        </p:nvSpPr>
        <p:spPr>
          <a:xfrm>
            <a:off x="5159896" y="1916832"/>
            <a:ext cx="7032104" cy="4941168"/>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2">
              <a:lumMod val="90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9" name="Text Placeholder 8">
            <a:extLst>
              <a:ext uri="{FF2B5EF4-FFF2-40B4-BE49-F238E27FC236}">
                <a16:creationId xmlns:a16="http://schemas.microsoft.com/office/drawing/2014/main" id="{DE3C410B-B58E-46DB-B5F0-7F515E223DD9}"/>
              </a:ext>
            </a:extLst>
          </p:cNvPr>
          <p:cNvSpPr>
            <a:spLocks noGrp="1"/>
          </p:cNvSpPr>
          <p:nvPr>
            <p:ph type="body" sz="quarter" idx="12" hasCustomPrompt="1"/>
          </p:nvPr>
        </p:nvSpPr>
        <p:spPr>
          <a:xfrm>
            <a:off x="407368" y="3341212"/>
            <a:ext cx="4609034" cy="215444"/>
          </a:xfrm>
        </p:spPr>
        <p:txBody>
          <a:bodyPr vert="horz" wrap="square" lIns="18000" tIns="0" rIns="0" bIns="0" rtlCol="0" anchor="t" anchorCtr="0">
            <a:spAutoFit/>
          </a:bodyPr>
          <a:lstStyle>
            <a:lvl1pPr>
              <a:defRPr lang="en-US" sz="1400" dirty="0">
                <a:solidFill>
                  <a:schemeClr val="bg1"/>
                </a:solidFill>
                <a:latin typeface="Ubuntu Light" panose="020B0304030602030204" pitchFamily="34" charset="0"/>
              </a:defRPr>
            </a:lvl1pPr>
          </a:lstStyle>
          <a:p>
            <a:pPr lvl="0"/>
            <a:r>
              <a:rPr lang="en-US"/>
              <a:t>Optional: Click to insert name</a:t>
            </a:r>
          </a:p>
        </p:txBody>
      </p:sp>
      <p:sp>
        <p:nvSpPr>
          <p:cNvPr id="6" name="Subtitle">
            <a:extLst>
              <a:ext uri="{FF2B5EF4-FFF2-40B4-BE49-F238E27FC236}">
                <a16:creationId xmlns:a16="http://schemas.microsoft.com/office/drawing/2014/main" id="{A6C182ED-7FBB-D436-05D8-96E184F17BD0}"/>
              </a:ext>
            </a:extLst>
          </p:cNvPr>
          <p:cNvSpPr>
            <a:spLocks noGrp="1"/>
          </p:cNvSpPr>
          <p:nvPr>
            <p:ph type="subTitle" idx="1"/>
          </p:nvPr>
        </p:nvSpPr>
        <p:spPr>
          <a:xfrm>
            <a:off x="407368" y="2924944"/>
            <a:ext cx="4609034" cy="246221"/>
          </a:xfrm>
          <a:prstGeom prst="rect">
            <a:avLst/>
          </a:prstGeom>
        </p:spPr>
        <p:txBody>
          <a:bodyPr wrap="square" lIns="18000" tIns="0" rIns="0" anchor="t" anchorCtr="0">
            <a:spAutoFit/>
          </a:bodyPr>
          <a:lstStyle>
            <a:lvl1pPr marL="0" indent="0" algn="l">
              <a:buNone/>
              <a:defRPr sz="1600">
                <a:solidFill>
                  <a:schemeClr val="bg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7" name="Title">
            <a:extLst>
              <a:ext uri="{FF2B5EF4-FFF2-40B4-BE49-F238E27FC236}">
                <a16:creationId xmlns:a16="http://schemas.microsoft.com/office/drawing/2014/main" id="{46ABBE1C-3373-50D9-4152-CA1AC4A5E7F0}"/>
              </a:ext>
            </a:extLst>
          </p:cNvPr>
          <p:cNvSpPr>
            <a:spLocks noGrp="1"/>
          </p:cNvSpPr>
          <p:nvPr>
            <p:ph type="ctrTitle" hasCustomPrompt="1"/>
          </p:nvPr>
        </p:nvSpPr>
        <p:spPr>
          <a:xfrm>
            <a:off x="407368" y="1052513"/>
            <a:ext cx="4609034" cy="1495794"/>
          </a:xfrm>
        </p:spPr>
        <p:txBody>
          <a:bodyPr wrap="square" lIns="0" tIns="0" rIns="0" bIns="0" anchor="b" anchorCtr="0">
            <a:spAutoFit/>
          </a:bodyPr>
          <a:lstStyle>
            <a:lvl1pPr algn="l">
              <a:lnSpc>
                <a:spcPct val="90000"/>
              </a:lnSpc>
              <a:tabLst>
                <a:tab pos="1258888" algn="l"/>
              </a:tabLst>
              <a:defRPr sz="5400" b="0" cap="none" baseline="0">
                <a:solidFill>
                  <a:schemeClr val="bg1"/>
                </a:solidFill>
                <a:latin typeface="+mj-lt"/>
              </a:defRPr>
            </a:lvl1pPr>
          </a:lstStyle>
          <a:p>
            <a:r>
              <a:rPr lang="fr-FR"/>
              <a:t>Modifiez le style du titre</a:t>
            </a:r>
            <a:endParaRPr lang="en-GB"/>
          </a:p>
        </p:txBody>
      </p:sp>
      <p:pic>
        <p:nvPicPr>
          <p:cNvPr id="24" name="Graphique 23">
            <a:extLst>
              <a:ext uri="{FF2B5EF4-FFF2-40B4-BE49-F238E27FC236}">
                <a16:creationId xmlns:a16="http://schemas.microsoft.com/office/drawing/2014/main" id="{755CFBF0-6963-CDC6-BEF3-BC8A1B12DBC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02694" y="5960968"/>
            <a:ext cx="3240000" cy="492220"/>
          </a:xfrm>
          <a:prstGeom prst="rect">
            <a:avLst/>
          </a:prstGeom>
        </p:spPr>
      </p:pic>
    </p:spTree>
    <p:extLst>
      <p:ext uri="{BB962C8B-B14F-4D97-AF65-F5344CB8AC3E}">
        <p14:creationId xmlns:p14="http://schemas.microsoft.com/office/powerpoint/2010/main" val="3994821511"/>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showMasterSp="0" preserve="1" userDrawn="1">
  <p:cSld name="Title Slide 6a">
    <p:bg>
      <p:bgPr>
        <a:solidFill>
          <a:schemeClr val="accent4"/>
        </a:solidFill>
        <a:effectLst/>
      </p:bgPr>
    </p:bg>
    <p:spTree>
      <p:nvGrpSpPr>
        <p:cNvPr id="1" name=""/>
        <p:cNvGrpSpPr/>
        <p:nvPr/>
      </p:nvGrpSpPr>
      <p:grpSpPr>
        <a:xfrm>
          <a:off x="0" y="0"/>
          <a:ext cx="0" cy="0"/>
          <a:chOff x="0" y="0"/>
          <a:chExt cx="0" cy="0"/>
        </a:xfrm>
      </p:grpSpPr>
      <p:sp>
        <p:nvSpPr>
          <p:cNvPr id="33" name="Picture Placeholder 18">
            <a:extLst>
              <a:ext uri="{FF2B5EF4-FFF2-40B4-BE49-F238E27FC236}">
                <a16:creationId xmlns:a16="http://schemas.microsoft.com/office/drawing/2014/main" id="{3A966515-C64B-E7BB-1198-D99D16DE65B4}"/>
              </a:ext>
            </a:extLst>
          </p:cNvPr>
          <p:cNvSpPr>
            <a:spLocks noGrp="1"/>
          </p:cNvSpPr>
          <p:nvPr>
            <p:ph type="pic" sz="quarter" idx="10" hasCustomPrompt="1"/>
          </p:nvPr>
        </p:nvSpPr>
        <p:spPr>
          <a:xfrm>
            <a:off x="5159896" y="1916832"/>
            <a:ext cx="7032104" cy="3528392"/>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2">
              <a:lumMod val="90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9" name="Text Placeholder 8">
            <a:extLst>
              <a:ext uri="{FF2B5EF4-FFF2-40B4-BE49-F238E27FC236}">
                <a16:creationId xmlns:a16="http://schemas.microsoft.com/office/drawing/2014/main" id="{DE3C410B-B58E-46DB-B5F0-7F515E223DD9}"/>
              </a:ext>
            </a:extLst>
          </p:cNvPr>
          <p:cNvSpPr>
            <a:spLocks noGrp="1"/>
          </p:cNvSpPr>
          <p:nvPr>
            <p:ph type="body" sz="quarter" idx="12" hasCustomPrompt="1"/>
          </p:nvPr>
        </p:nvSpPr>
        <p:spPr>
          <a:xfrm>
            <a:off x="407368" y="3341212"/>
            <a:ext cx="4609034" cy="215444"/>
          </a:xfrm>
        </p:spPr>
        <p:txBody>
          <a:bodyPr vert="horz" wrap="square" lIns="18000" tIns="0" rIns="0" bIns="0" rtlCol="0" anchor="t" anchorCtr="0">
            <a:spAutoFit/>
          </a:bodyPr>
          <a:lstStyle>
            <a:lvl1pPr>
              <a:defRPr lang="en-US" sz="1400" dirty="0">
                <a:solidFill>
                  <a:schemeClr val="bg1"/>
                </a:solidFill>
                <a:latin typeface="Ubuntu Light" panose="020B0304030602030204" pitchFamily="34" charset="0"/>
              </a:defRPr>
            </a:lvl1pPr>
          </a:lstStyle>
          <a:p>
            <a:pPr lvl="0"/>
            <a:r>
              <a:rPr lang="en-US"/>
              <a:t>Optional: Click to insert name</a:t>
            </a:r>
          </a:p>
        </p:txBody>
      </p:sp>
      <p:sp>
        <p:nvSpPr>
          <p:cNvPr id="6" name="Subtitle">
            <a:extLst>
              <a:ext uri="{FF2B5EF4-FFF2-40B4-BE49-F238E27FC236}">
                <a16:creationId xmlns:a16="http://schemas.microsoft.com/office/drawing/2014/main" id="{A6C182ED-7FBB-D436-05D8-96E184F17BD0}"/>
              </a:ext>
            </a:extLst>
          </p:cNvPr>
          <p:cNvSpPr>
            <a:spLocks noGrp="1"/>
          </p:cNvSpPr>
          <p:nvPr>
            <p:ph type="subTitle" idx="1"/>
          </p:nvPr>
        </p:nvSpPr>
        <p:spPr>
          <a:xfrm>
            <a:off x="407368" y="2924944"/>
            <a:ext cx="4609034" cy="246221"/>
          </a:xfrm>
          <a:prstGeom prst="rect">
            <a:avLst/>
          </a:prstGeom>
        </p:spPr>
        <p:txBody>
          <a:bodyPr wrap="square" lIns="18000" tIns="0" rIns="0" anchor="t" anchorCtr="0">
            <a:spAutoFit/>
          </a:bodyPr>
          <a:lstStyle>
            <a:lvl1pPr marL="0" indent="0" algn="l">
              <a:buNone/>
              <a:defRPr sz="1600">
                <a:solidFill>
                  <a:schemeClr val="bg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7" name="Title">
            <a:extLst>
              <a:ext uri="{FF2B5EF4-FFF2-40B4-BE49-F238E27FC236}">
                <a16:creationId xmlns:a16="http://schemas.microsoft.com/office/drawing/2014/main" id="{46ABBE1C-3373-50D9-4152-CA1AC4A5E7F0}"/>
              </a:ext>
            </a:extLst>
          </p:cNvPr>
          <p:cNvSpPr>
            <a:spLocks noGrp="1"/>
          </p:cNvSpPr>
          <p:nvPr>
            <p:ph type="ctrTitle" hasCustomPrompt="1"/>
          </p:nvPr>
        </p:nvSpPr>
        <p:spPr>
          <a:xfrm>
            <a:off x="407368" y="1067647"/>
            <a:ext cx="4609034" cy="1495794"/>
          </a:xfrm>
        </p:spPr>
        <p:txBody>
          <a:bodyPr wrap="square" lIns="0" tIns="0" rIns="0" bIns="0" anchor="b" anchorCtr="0">
            <a:spAutoFit/>
          </a:bodyPr>
          <a:lstStyle>
            <a:lvl1pPr algn="l">
              <a:lnSpc>
                <a:spcPct val="90000"/>
              </a:lnSpc>
              <a:tabLst>
                <a:tab pos="1258888" algn="l"/>
              </a:tabLst>
              <a:defRPr sz="5400" b="0" cap="none" baseline="0">
                <a:solidFill>
                  <a:schemeClr val="bg1"/>
                </a:solidFill>
                <a:latin typeface="+mj-lt"/>
              </a:defRPr>
            </a:lvl1pPr>
          </a:lstStyle>
          <a:p>
            <a:r>
              <a:rPr lang="fr-FR"/>
              <a:t>Modifiez le style du titre</a:t>
            </a:r>
            <a:endParaRPr lang="en-GB"/>
          </a:p>
        </p:txBody>
      </p:sp>
      <p:grpSp>
        <p:nvGrpSpPr>
          <p:cNvPr id="8" name="Graphic 4">
            <a:extLst>
              <a:ext uri="{FF2B5EF4-FFF2-40B4-BE49-F238E27FC236}">
                <a16:creationId xmlns:a16="http://schemas.microsoft.com/office/drawing/2014/main" id="{66121881-FDC1-9080-5DC9-7715537550ED}"/>
              </a:ext>
            </a:extLst>
          </p:cNvPr>
          <p:cNvGrpSpPr>
            <a:grpSpLocks noChangeAspect="1"/>
          </p:cNvGrpSpPr>
          <p:nvPr userDrawn="1"/>
        </p:nvGrpSpPr>
        <p:grpSpPr>
          <a:xfrm>
            <a:off x="407368" y="5955719"/>
            <a:ext cx="3240000" cy="497469"/>
            <a:chOff x="3176111" y="1257136"/>
            <a:chExt cx="5719756" cy="878207"/>
          </a:xfrm>
        </p:grpSpPr>
        <p:sp>
          <p:nvSpPr>
            <p:cNvPr id="9" name="Freeform: Shape 2">
              <a:extLst>
                <a:ext uri="{FF2B5EF4-FFF2-40B4-BE49-F238E27FC236}">
                  <a16:creationId xmlns:a16="http://schemas.microsoft.com/office/drawing/2014/main" id="{CAFAEF86-B029-DA86-6C3B-2B4EADF338C0}"/>
                </a:ext>
              </a:extLst>
            </p:cNvPr>
            <p:cNvSpPr/>
            <p:nvPr/>
          </p:nvSpPr>
          <p:spPr>
            <a:xfrm>
              <a:off x="8667268" y="1360960"/>
              <a:ext cx="228599" cy="485775"/>
            </a:xfrm>
            <a:custGeom>
              <a:avLst/>
              <a:gdLst>
                <a:gd name="connsiteX0" fmla="*/ 43339 w 228600"/>
                <a:gd name="connsiteY0" fmla="*/ 14764 h 485775"/>
                <a:gd name="connsiteX1" fmla="*/ 90011 w 228600"/>
                <a:gd name="connsiteY1" fmla="*/ 7144 h 485775"/>
                <a:gd name="connsiteX2" fmla="*/ 90011 w 228600"/>
                <a:gd name="connsiteY2" fmla="*/ 118586 h 485775"/>
                <a:gd name="connsiteX3" fmla="*/ 217646 w 228600"/>
                <a:gd name="connsiteY3" fmla="*/ 118586 h 485775"/>
                <a:gd name="connsiteX4" fmla="*/ 217646 w 228600"/>
                <a:gd name="connsiteY4" fmla="*/ 148114 h 485775"/>
                <a:gd name="connsiteX5" fmla="*/ 180499 w 228600"/>
                <a:gd name="connsiteY5" fmla="*/ 185261 h 485775"/>
                <a:gd name="connsiteX6" fmla="*/ 90011 w 228600"/>
                <a:gd name="connsiteY6" fmla="*/ 185261 h 485775"/>
                <a:gd name="connsiteX7" fmla="*/ 90011 w 228600"/>
                <a:gd name="connsiteY7" fmla="*/ 330994 h 485775"/>
                <a:gd name="connsiteX8" fmla="*/ 103346 w 228600"/>
                <a:gd name="connsiteY8" fmla="*/ 392906 h 485775"/>
                <a:gd name="connsiteX9" fmla="*/ 150019 w 228600"/>
                <a:gd name="connsiteY9" fmla="*/ 411004 h 485775"/>
                <a:gd name="connsiteX10" fmla="*/ 190024 w 228600"/>
                <a:gd name="connsiteY10" fmla="*/ 406241 h 485775"/>
                <a:gd name="connsiteX11" fmla="*/ 217646 w 228600"/>
                <a:gd name="connsiteY11" fmla="*/ 397669 h 485775"/>
                <a:gd name="connsiteX12" fmla="*/ 226219 w 228600"/>
                <a:gd name="connsiteY12" fmla="*/ 438626 h 485775"/>
                <a:gd name="connsiteX13" fmla="*/ 205264 w 228600"/>
                <a:gd name="connsiteY13" fmla="*/ 472916 h 485775"/>
                <a:gd name="connsiteX14" fmla="*/ 193834 w 228600"/>
                <a:gd name="connsiteY14" fmla="*/ 475774 h 485775"/>
                <a:gd name="connsiteX15" fmla="*/ 138589 w 228600"/>
                <a:gd name="connsiteY15" fmla="*/ 482441 h 485775"/>
                <a:gd name="connsiteX16" fmla="*/ 74771 w 228600"/>
                <a:gd name="connsiteY16" fmla="*/ 471964 h 485775"/>
                <a:gd name="connsiteX17" fmla="*/ 33814 w 228600"/>
                <a:gd name="connsiteY17" fmla="*/ 442436 h 485775"/>
                <a:gd name="connsiteX18" fmla="*/ 12859 w 228600"/>
                <a:gd name="connsiteY18" fmla="*/ 394811 h 485775"/>
                <a:gd name="connsiteX19" fmla="*/ 7144 w 228600"/>
                <a:gd name="connsiteY19" fmla="*/ 330994 h 485775"/>
                <a:gd name="connsiteX20" fmla="*/ 7144 w 228600"/>
                <a:gd name="connsiteY20" fmla="*/ 56674 h 485775"/>
                <a:gd name="connsiteX21" fmla="*/ 43339 w 228600"/>
                <a:gd name="connsiteY21" fmla="*/ 14764 h 48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28600" h="485775">
                  <a:moveTo>
                    <a:pt x="43339" y="14764"/>
                  </a:moveTo>
                  <a:lnTo>
                    <a:pt x="90011" y="7144"/>
                  </a:lnTo>
                  <a:lnTo>
                    <a:pt x="90011" y="118586"/>
                  </a:lnTo>
                  <a:lnTo>
                    <a:pt x="217646" y="118586"/>
                  </a:lnTo>
                  <a:lnTo>
                    <a:pt x="217646" y="148114"/>
                  </a:lnTo>
                  <a:cubicBezTo>
                    <a:pt x="217646" y="168116"/>
                    <a:pt x="201453" y="185261"/>
                    <a:pt x="180499" y="185261"/>
                  </a:cubicBezTo>
                  <a:lnTo>
                    <a:pt x="90011" y="185261"/>
                  </a:lnTo>
                  <a:lnTo>
                    <a:pt x="90011" y="330994"/>
                  </a:lnTo>
                  <a:cubicBezTo>
                    <a:pt x="90011" y="359569"/>
                    <a:pt x="94774" y="380524"/>
                    <a:pt x="103346" y="392906"/>
                  </a:cubicBezTo>
                  <a:cubicBezTo>
                    <a:pt x="112871" y="405289"/>
                    <a:pt x="128111" y="411004"/>
                    <a:pt x="150019" y="411004"/>
                  </a:cubicBezTo>
                  <a:cubicBezTo>
                    <a:pt x="165259" y="411004"/>
                    <a:pt x="178594" y="409099"/>
                    <a:pt x="190024" y="406241"/>
                  </a:cubicBezTo>
                  <a:cubicBezTo>
                    <a:pt x="201453" y="403384"/>
                    <a:pt x="210978" y="400526"/>
                    <a:pt x="217646" y="397669"/>
                  </a:cubicBezTo>
                  <a:lnTo>
                    <a:pt x="226219" y="438626"/>
                  </a:lnTo>
                  <a:cubicBezTo>
                    <a:pt x="229076" y="453866"/>
                    <a:pt x="220503" y="469106"/>
                    <a:pt x="205264" y="472916"/>
                  </a:cubicBezTo>
                  <a:lnTo>
                    <a:pt x="193834" y="475774"/>
                  </a:lnTo>
                  <a:cubicBezTo>
                    <a:pt x="178594" y="480536"/>
                    <a:pt x="159544" y="482441"/>
                    <a:pt x="138589" y="482441"/>
                  </a:cubicBezTo>
                  <a:cubicBezTo>
                    <a:pt x="112871" y="482441"/>
                    <a:pt x="91916" y="478631"/>
                    <a:pt x="74771" y="471964"/>
                  </a:cubicBezTo>
                  <a:cubicBezTo>
                    <a:pt x="57626" y="465296"/>
                    <a:pt x="44291" y="454819"/>
                    <a:pt x="33814" y="442436"/>
                  </a:cubicBezTo>
                  <a:cubicBezTo>
                    <a:pt x="23336" y="429101"/>
                    <a:pt x="16669" y="413861"/>
                    <a:pt x="12859" y="394811"/>
                  </a:cubicBezTo>
                  <a:cubicBezTo>
                    <a:pt x="9049" y="376714"/>
                    <a:pt x="7144" y="354806"/>
                    <a:pt x="7144" y="330994"/>
                  </a:cubicBezTo>
                  <a:lnTo>
                    <a:pt x="7144" y="56674"/>
                  </a:lnTo>
                  <a:cubicBezTo>
                    <a:pt x="7144" y="36671"/>
                    <a:pt x="22384" y="18574"/>
                    <a:pt x="43339" y="14764"/>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0" name="Freeform: Shape 3">
              <a:extLst>
                <a:ext uri="{FF2B5EF4-FFF2-40B4-BE49-F238E27FC236}">
                  <a16:creationId xmlns:a16="http://schemas.microsoft.com/office/drawing/2014/main" id="{3EC3B026-9C32-FB8F-E271-1BF1638199A3}"/>
                </a:ext>
              </a:extLst>
            </p:cNvPr>
            <p:cNvSpPr/>
            <p:nvPr/>
          </p:nvSpPr>
          <p:spPr>
            <a:xfrm>
              <a:off x="7972896" y="1460972"/>
              <a:ext cx="333375" cy="381000"/>
            </a:xfrm>
            <a:custGeom>
              <a:avLst/>
              <a:gdLst>
                <a:gd name="connsiteX0" fmla="*/ 7144 w 333375"/>
                <a:gd name="connsiteY0" fmla="*/ 196691 h 381000"/>
                <a:gd name="connsiteX1" fmla="*/ 21431 w 333375"/>
                <a:gd name="connsiteY1" fmla="*/ 113824 h 381000"/>
                <a:gd name="connsiteX2" fmla="*/ 58579 w 333375"/>
                <a:gd name="connsiteY2" fmla="*/ 54769 h 381000"/>
                <a:gd name="connsiteX3" fmla="*/ 111919 w 333375"/>
                <a:gd name="connsiteY3" fmla="*/ 19526 h 381000"/>
                <a:gd name="connsiteX4" fmla="*/ 173831 w 333375"/>
                <a:gd name="connsiteY4" fmla="*/ 7144 h 381000"/>
                <a:gd name="connsiteX5" fmla="*/ 289084 w 333375"/>
                <a:gd name="connsiteY5" fmla="*/ 52864 h 381000"/>
                <a:gd name="connsiteX6" fmla="*/ 330041 w 333375"/>
                <a:gd name="connsiteY6" fmla="*/ 189071 h 381000"/>
                <a:gd name="connsiteX7" fmla="*/ 330041 w 333375"/>
                <a:gd name="connsiteY7" fmla="*/ 204311 h 381000"/>
                <a:gd name="connsiteX8" fmla="*/ 329089 w 333375"/>
                <a:gd name="connsiteY8" fmla="*/ 219551 h 381000"/>
                <a:gd name="connsiteX9" fmla="*/ 93822 w 333375"/>
                <a:gd name="connsiteY9" fmla="*/ 219551 h 381000"/>
                <a:gd name="connsiteX10" fmla="*/ 124301 w 333375"/>
                <a:gd name="connsiteY10" fmla="*/ 286226 h 381000"/>
                <a:gd name="connsiteX11" fmla="*/ 202406 w 333375"/>
                <a:gd name="connsiteY11" fmla="*/ 310039 h 381000"/>
                <a:gd name="connsiteX12" fmla="*/ 257651 w 333375"/>
                <a:gd name="connsiteY12" fmla="*/ 304324 h 381000"/>
                <a:gd name="connsiteX13" fmla="*/ 269081 w 333375"/>
                <a:gd name="connsiteY13" fmla="*/ 301466 h 381000"/>
                <a:gd name="connsiteX14" fmla="*/ 301466 w 333375"/>
                <a:gd name="connsiteY14" fmla="*/ 323374 h 381000"/>
                <a:gd name="connsiteX15" fmla="*/ 307181 w 333375"/>
                <a:gd name="connsiteY15" fmla="*/ 360521 h 381000"/>
                <a:gd name="connsiteX16" fmla="*/ 288131 w 333375"/>
                <a:gd name="connsiteY16" fmla="*/ 368141 h 381000"/>
                <a:gd name="connsiteX17" fmla="*/ 260509 w 333375"/>
                <a:gd name="connsiteY17" fmla="*/ 374809 h 381000"/>
                <a:gd name="connsiteX18" fmla="*/ 227172 w 333375"/>
                <a:gd name="connsiteY18" fmla="*/ 379571 h 381000"/>
                <a:gd name="connsiteX19" fmla="*/ 190976 w 333375"/>
                <a:gd name="connsiteY19" fmla="*/ 381476 h 381000"/>
                <a:gd name="connsiteX20" fmla="*/ 109061 w 333375"/>
                <a:gd name="connsiteY20" fmla="*/ 367189 h 381000"/>
                <a:gd name="connsiteX21" fmla="*/ 51911 w 333375"/>
                <a:gd name="connsiteY21" fmla="*/ 328136 h 381000"/>
                <a:gd name="connsiteX22" fmla="*/ 18574 w 333375"/>
                <a:gd name="connsiteY22" fmla="*/ 269081 h 381000"/>
                <a:gd name="connsiteX23" fmla="*/ 7144 w 333375"/>
                <a:gd name="connsiteY23" fmla="*/ 196691 h 381000"/>
                <a:gd name="connsiteX24" fmla="*/ 246222 w 333375"/>
                <a:gd name="connsiteY24" fmla="*/ 159544 h 381000"/>
                <a:gd name="connsiteX25" fmla="*/ 241459 w 333375"/>
                <a:gd name="connsiteY25" fmla="*/ 127159 h 381000"/>
                <a:gd name="connsiteX26" fmla="*/ 227172 w 333375"/>
                <a:gd name="connsiteY26" fmla="*/ 100489 h 381000"/>
                <a:gd name="connsiteX27" fmla="*/ 204311 w 333375"/>
                <a:gd name="connsiteY27" fmla="*/ 82391 h 381000"/>
                <a:gd name="connsiteX28" fmla="*/ 172879 w 333375"/>
                <a:gd name="connsiteY28" fmla="*/ 75724 h 381000"/>
                <a:gd name="connsiteX29" fmla="*/ 139541 w 333375"/>
                <a:gd name="connsiteY29" fmla="*/ 83344 h 381000"/>
                <a:gd name="connsiteX30" fmla="*/ 115729 w 333375"/>
                <a:gd name="connsiteY30" fmla="*/ 102394 h 381000"/>
                <a:gd name="connsiteX31" fmla="*/ 100489 w 333375"/>
                <a:gd name="connsiteY31" fmla="*/ 129064 h 381000"/>
                <a:gd name="connsiteX32" fmla="*/ 92869 w 333375"/>
                <a:gd name="connsiteY32" fmla="*/ 159544 h 381000"/>
                <a:gd name="connsiteX33" fmla="*/ 246222 w 333375"/>
                <a:gd name="connsiteY33" fmla="*/ 159544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33375" h="381000">
                  <a:moveTo>
                    <a:pt x="7144" y="196691"/>
                  </a:moveTo>
                  <a:cubicBezTo>
                    <a:pt x="7144" y="165259"/>
                    <a:pt x="11906" y="137636"/>
                    <a:pt x="21431" y="113824"/>
                  </a:cubicBezTo>
                  <a:cubicBezTo>
                    <a:pt x="30956" y="90011"/>
                    <a:pt x="43339" y="70009"/>
                    <a:pt x="58579" y="54769"/>
                  </a:cubicBezTo>
                  <a:cubicBezTo>
                    <a:pt x="73819" y="38576"/>
                    <a:pt x="91916" y="27146"/>
                    <a:pt x="111919" y="19526"/>
                  </a:cubicBezTo>
                  <a:cubicBezTo>
                    <a:pt x="131922" y="11906"/>
                    <a:pt x="152876" y="7144"/>
                    <a:pt x="173831" y="7144"/>
                  </a:cubicBezTo>
                  <a:cubicBezTo>
                    <a:pt x="223361" y="7144"/>
                    <a:pt x="261461" y="22384"/>
                    <a:pt x="289084" y="52864"/>
                  </a:cubicBezTo>
                  <a:cubicBezTo>
                    <a:pt x="316706" y="83344"/>
                    <a:pt x="330041" y="129064"/>
                    <a:pt x="330041" y="189071"/>
                  </a:cubicBezTo>
                  <a:cubicBezTo>
                    <a:pt x="330041" y="193834"/>
                    <a:pt x="330041" y="198596"/>
                    <a:pt x="330041" y="204311"/>
                  </a:cubicBezTo>
                  <a:cubicBezTo>
                    <a:pt x="330041" y="210026"/>
                    <a:pt x="329089" y="214789"/>
                    <a:pt x="329089" y="219551"/>
                  </a:cubicBezTo>
                  <a:lnTo>
                    <a:pt x="93822" y="219551"/>
                  </a:lnTo>
                  <a:cubicBezTo>
                    <a:pt x="95726" y="248126"/>
                    <a:pt x="106204" y="270034"/>
                    <a:pt x="124301" y="286226"/>
                  </a:cubicBezTo>
                  <a:cubicBezTo>
                    <a:pt x="142399" y="301466"/>
                    <a:pt x="168116" y="310039"/>
                    <a:pt x="202406" y="310039"/>
                  </a:cubicBezTo>
                  <a:cubicBezTo>
                    <a:pt x="222409" y="310039"/>
                    <a:pt x="240506" y="308134"/>
                    <a:pt x="257651" y="304324"/>
                  </a:cubicBezTo>
                  <a:cubicBezTo>
                    <a:pt x="261461" y="303371"/>
                    <a:pt x="266224" y="302419"/>
                    <a:pt x="269081" y="301466"/>
                  </a:cubicBezTo>
                  <a:cubicBezTo>
                    <a:pt x="284322" y="297656"/>
                    <a:pt x="298609" y="308134"/>
                    <a:pt x="301466" y="323374"/>
                  </a:cubicBezTo>
                  <a:lnTo>
                    <a:pt x="307181" y="360521"/>
                  </a:lnTo>
                  <a:cubicBezTo>
                    <a:pt x="302419" y="362426"/>
                    <a:pt x="296704" y="365284"/>
                    <a:pt x="288131" y="368141"/>
                  </a:cubicBezTo>
                  <a:cubicBezTo>
                    <a:pt x="280511" y="370999"/>
                    <a:pt x="270986" y="372904"/>
                    <a:pt x="260509" y="374809"/>
                  </a:cubicBezTo>
                  <a:cubicBezTo>
                    <a:pt x="250031" y="376714"/>
                    <a:pt x="239554" y="378619"/>
                    <a:pt x="227172" y="379571"/>
                  </a:cubicBezTo>
                  <a:cubicBezTo>
                    <a:pt x="214789" y="380524"/>
                    <a:pt x="203359" y="381476"/>
                    <a:pt x="190976" y="381476"/>
                  </a:cubicBezTo>
                  <a:cubicBezTo>
                    <a:pt x="159544" y="381476"/>
                    <a:pt x="131922" y="376714"/>
                    <a:pt x="109061" y="367189"/>
                  </a:cubicBezTo>
                  <a:cubicBezTo>
                    <a:pt x="86201" y="357664"/>
                    <a:pt x="67151" y="345281"/>
                    <a:pt x="51911" y="328136"/>
                  </a:cubicBezTo>
                  <a:cubicBezTo>
                    <a:pt x="36672" y="311944"/>
                    <a:pt x="26194" y="291941"/>
                    <a:pt x="18574" y="269081"/>
                  </a:cubicBezTo>
                  <a:cubicBezTo>
                    <a:pt x="10954" y="248126"/>
                    <a:pt x="7144" y="223361"/>
                    <a:pt x="7144" y="196691"/>
                  </a:cubicBezTo>
                  <a:close/>
                  <a:moveTo>
                    <a:pt x="246222" y="159544"/>
                  </a:moveTo>
                  <a:cubicBezTo>
                    <a:pt x="246222" y="148114"/>
                    <a:pt x="244316" y="137636"/>
                    <a:pt x="241459" y="127159"/>
                  </a:cubicBezTo>
                  <a:cubicBezTo>
                    <a:pt x="238601" y="116681"/>
                    <a:pt x="233839" y="108109"/>
                    <a:pt x="227172" y="100489"/>
                  </a:cubicBezTo>
                  <a:cubicBezTo>
                    <a:pt x="221456" y="92869"/>
                    <a:pt x="213836" y="87154"/>
                    <a:pt x="204311" y="82391"/>
                  </a:cubicBezTo>
                  <a:cubicBezTo>
                    <a:pt x="195739" y="77629"/>
                    <a:pt x="185261" y="75724"/>
                    <a:pt x="172879" y="75724"/>
                  </a:cubicBezTo>
                  <a:cubicBezTo>
                    <a:pt x="160497" y="75724"/>
                    <a:pt x="149066" y="78581"/>
                    <a:pt x="139541" y="83344"/>
                  </a:cubicBezTo>
                  <a:cubicBezTo>
                    <a:pt x="130016" y="88106"/>
                    <a:pt x="121444" y="94774"/>
                    <a:pt x="115729" y="102394"/>
                  </a:cubicBezTo>
                  <a:cubicBezTo>
                    <a:pt x="110014" y="110014"/>
                    <a:pt x="104299" y="118586"/>
                    <a:pt x="100489" y="129064"/>
                  </a:cubicBezTo>
                  <a:cubicBezTo>
                    <a:pt x="96679" y="139541"/>
                    <a:pt x="94774" y="149066"/>
                    <a:pt x="92869" y="159544"/>
                  </a:cubicBezTo>
                  <a:lnTo>
                    <a:pt x="246222" y="159544"/>
                  </a:ln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1" name="Freeform: Shape 4">
              <a:extLst>
                <a:ext uri="{FF2B5EF4-FFF2-40B4-BE49-F238E27FC236}">
                  <a16:creationId xmlns:a16="http://schemas.microsoft.com/office/drawing/2014/main" id="{9F5077FD-8EB6-0240-FED8-E28C3AF8665B}"/>
                </a:ext>
              </a:extLst>
            </p:cNvPr>
            <p:cNvSpPr/>
            <p:nvPr/>
          </p:nvSpPr>
          <p:spPr>
            <a:xfrm>
              <a:off x="7182323" y="1317145"/>
              <a:ext cx="114301" cy="114301"/>
            </a:xfrm>
            <a:custGeom>
              <a:avLst/>
              <a:gdLst>
                <a:gd name="connsiteX0" fmla="*/ 109061 w 114300"/>
                <a:gd name="connsiteY0" fmla="*/ 58579 h 114300"/>
                <a:gd name="connsiteX1" fmla="*/ 93821 w 114300"/>
                <a:gd name="connsiteY1" fmla="*/ 95726 h 114300"/>
                <a:gd name="connsiteX2" fmla="*/ 58579 w 114300"/>
                <a:gd name="connsiteY2" fmla="*/ 109061 h 114300"/>
                <a:gd name="connsiteX3" fmla="*/ 22384 w 114300"/>
                <a:gd name="connsiteY3" fmla="*/ 95726 h 114300"/>
                <a:gd name="connsiteX4" fmla="*/ 7144 w 114300"/>
                <a:gd name="connsiteY4" fmla="*/ 58579 h 114300"/>
                <a:gd name="connsiteX5" fmla="*/ 22384 w 114300"/>
                <a:gd name="connsiteY5" fmla="*/ 20479 h 114300"/>
                <a:gd name="connsiteX6" fmla="*/ 58579 w 114300"/>
                <a:gd name="connsiteY6" fmla="*/ 7144 h 114300"/>
                <a:gd name="connsiteX7" fmla="*/ 93821 w 114300"/>
                <a:gd name="connsiteY7" fmla="*/ 20479 h 114300"/>
                <a:gd name="connsiteX8" fmla="*/ 109061 w 114300"/>
                <a:gd name="connsiteY8" fmla="*/ 58579 h 114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4300" h="114300">
                  <a:moveTo>
                    <a:pt x="109061" y="58579"/>
                  </a:moveTo>
                  <a:cubicBezTo>
                    <a:pt x="109061" y="73819"/>
                    <a:pt x="104299" y="86201"/>
                    <a:pt x="93821" y="95726"/>
                  </a:cubicBezTo>
                  <a:cubicBezTo>
                    <a:pt x="83344" y="105251"/>
                    <a:pt x="71914" y="109061"/>
                    <a:pt x="58579" y="109061"/>
                  </a:cubicBezTo>
                  <a:cubicBezTo>
                    <a:pt x="44291" y="109061"/>
                    <a:pt x="31909" y="104299"/>
                    <a:pt x="22384" y="95726"/>
                  </a:cubicBezTo>
                  <a:cubicBezTo>
                    <a:pt x="11906" y="86201"/>
                    <a:pt x="7144" y="73819"/>
                    <a:pt x="7144" y="58579"/>
                  </a:cubicBezTo>
                  <a:cubicBezTo>
                    <a:pt x="7144" y="42386"/>
                    <a:pt x="11906" y="30004"/>
                    <a:pt x="22384" y="20479"/>
                  </a:cubicBezTo>
                  <a:cubicBezTo>
                    <a:pt x="32861" y="10954"/>
                    <a:pt x="44291" y="7144"/>
                    <a:pt x="58579" y="7144"/>
                  </a:cubicBezTo>
                  <a:cubicBezTo>
                    <a:pt x="71914" y="7144"/>
                    <a:pt x="84296" y="11906"/>
                    <a:pt x="93821" y="20479"/>
                  </a:cubicBezTo>
                  <a:cubicBezTo>
                    <a:pt x="104299" y="30004"/>
                    <a:pt x="109061" y="43339"/>
                    <a:pt x="109061" y="58579"/>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2" name="Freeform: Shape 5">
              <a:extLst>
                <a:ext uri="{FF2B5EF4-FFF2-40B4-BE49-F238E27FC236}">
                  <a16:creationId xmlns:a16="http://schemas.microsoft.com/office/drawing/2014/main" id="{32460469-2980-6949-441B-73B2BE9D1120}"/>
                </a:ext>
              </a:extLst>
            </p:cNvPr>
            <p:cNvSpPr/>
            <p:nvPr/>
          </p:nvSpPr>
          <p:spPr>
            <a:xfrm>
              <a:off x="7192800" y="1473355"/>
              <a:ext cx="95250" cy="371475"/>
            </a:xfrm>
            <a:custGeom>
              <a:avLst/>
              <a:gdLst>
                <a:gd name="connsiteX0" fmla="*/ 90011 w 95250"/>
                <a:gd name="connsiteY0" fmla="*/ 366236 h 371475"/>
                <a:gd name="connsiteX1" fmla="*/ 67151 w 95250"/>
                <a:gd name="connsiteY1" fmla="*/ 366236 h 371475"/>
                <a:gd name="connsiteX2" fmla="*/ 7144 w 95250"/>
                <a:gd name="connsiteY2" fmla="*/ 306229 h 371475"/>
                <a:gd name="connsiteX3" fmla="*/ 7144 w 95250"/>
                <a:gd name="connsiteY3" fmla="*/ 7144 h 371475"/>
                <a:gd name="connsiteX4" fmla="*/ 35719 w 95250"/>
                <a:gd name="connsiteY4" fmla="*/ 7144 h 371475"/>
                <a:gd name="connsiteX5" fmla="*/ 90011 w 95250"/>
                <a:gd name="connsiteY5" fmla="*/ 62389 h 371475"/>
                <a:gd name="connsiteX6" fmla="*/ 90011 w 95250"/>
                <a:gd name="connsiteY6" fmla="*/ 366236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250" h="371475">
                  <a:moveTo>
                    <a:pt x="90011" y="366236"/>
                  </a:moveTo>
                  <a:lnTo>
                    <a:pt x="67151" y="366236"/>
                  </a:lnTo>
                  <a:cubicBezTo>
                    <a:pt x="33814" y="366236"/>
                    <a:pt x="7144" y="339566"/>
                    <a:pt x="7144" y="306229"/>
                  </a:cubicBezTo>
                  <a:lnTo>
                    <a:pt x="7144" y="7144"/>
                  </a:lnTo>
                  <a:lnTo>
                    <a:pt x="35719" y="7144"/>
                  </a:lnTo>
                  <a:cubicBezTo>
                    <a:pt x="66199" y="7144"/>
                    <a:pt x="90011" y="31909"/>
                    <a:pt x="90011" y="62389"/>
                  </a:cubicBezTo>
                  <a:lnTo>
                    <a:pt x="90011" y="366236"/>
                  </a:ln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3" name="Freeform: Shape 6">
              <a:extLst>
                <a:ext uri="{FF2B5EF4-FFF2-40B4-BE49-F238E27FC236}">
                  <a16:creationId xmlns:a16="http://schemas.microsoft.com/office/drawing/2014/main" id="{64A8340D-B4DC-8C6F-903A-87924556D5F1}"/>
                </a:ext>
              </a:extLst>
            </p:cNvPr>
            <p:cNvSpPr/>
            <p:nvPr/>
          </p:nvSpPr>
          <p:spPr>
            <a:xfrm>
              <a:off x="7637617" y="1474308"/>
              <a:ext cx="352426" cy="371475"/>
            </a:xfrm>
            <a:custGeom>
              <a:avLst/>
              <a:gdLst>
                <a:gd name="connsiteX0" fmla="*/ 287179 w 352425"/>
                <a:gd name="connsiteY0" fmla="*/ 7144 h 371475"/>
                <a:gd name="connsiteX1" fmla="*/ 250031 w 352425"/>
                <a:gd name="connsiteY1" fmla="*/ 43339 h 371475"/>
                <a:gd name="connsiteX2" fmla="*/ 179547 w 352425"/>
                <a:gd name="connsiteY2" fmla="*/ 246221 h 371475"/>
                <a:gd name="connsiteX3" fmla="*/ 106204 w 352425"/>
                <a:gd name="connsiteY3" fmla="*/ 47149 h 371475"/>
                <a:gd name="connsiteX4" fmla="*/ 68104 w 352425"/>
                <a:gd name="connsiteY4" fmla="*/ 7144 h 371475"/>
                <a:gd name="connsiteX5" fmla="*/ 27147 w 352425"/>
                <a:gd name="connsiteY5" fmla="*/ 7144 h 371475"/>
                <a:gd name="connsiteX6" fmla="*/ 7144 w 352425"/>
                <a:gd name="connsiteY6" fmla="*/ 7144 h 371475"/>
                <a:gd name="connsiteX7" fmla="*/ 130969 w 352425"/>
                <a:gd name="connsiteY7" fmla="*/ 329089 h 371475"/>
                <a:gd name="connsiteX8" fmla="*/ 171927 w 352425"/>
                <a:gd name="connsiteY8" fmla="*/ 365284 h 371475"/>
                <a:gd name="connsiteX9" fmla="*/ 213836 w 352425"/>
                <a:gd name="connsiteY9" fmla="*/ 365284 h 371475"/>
                <a:gd name="connsiteX10" fmla="*/ 350044 w 352425"/>
                <a:gd name="connsiteY10" fmla="*/ 7144 h 371475"/>
                <a:gd name="connsiteX11" fmla="*/ 287179 w 352425"/>
                <a:gd name="connsiteY11" fmla="*/ 7144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52425" h="371475">
                  <a:moveTo>
                    <a:pt x="287179" y="7144"/>
                  </a:moveTo>
                  <a:cubicBezTo>
                    <a:pt x="265272" y="7144"/>
                    <a:pt x="259556" y="18574"/>
                    <a:pt x="250031" y="43339"/>
                  </a:cubicBezTo>
                  <a:lnTo>
                    <a:pt x="179547" y="246221"/>
                  </a:lnTo>
                  <a:lnTo>
                    <a:pt x="106204" y="47149"/>
                  </a:lnTo>
                  <a:cubicBezTo>
                    <a:pt x="97631" y="21431"/>
                    <a:pt x="90011" y="7144"/>
                    <a:pt x="68104" y="7144"/>
                  </a:cubicBezTo>
                  <a:lnTo>
                    <a:pt x="27147" y="7144"/>
                  </a:lnTo>
                  <a:lnTo>
                    <a:pt x="7144" y="7144"/>
                  </a:lnTo>
                  <a:lnTo>
                    <a:pt x="130969" y="329089"/>
                  </a:lnTo>
                  <a:cubicBezTo>
                    <a:pt x="142399" y="352901"/>
                    <a:pt x="150019" y="365284"/>
                    <a:pt x="171927" y="365284"/>
                  </a:cubicBezTo>
                  <a:lnTo>
                    <a:pt x="213836" y="365284"/>
                  </a:lnTo>
                  <a:lnTo>
                    <a:pt x="350044" y="7144"/>
                  </a:lnTo>
                  <a:lnTo>
                    <a:pt x="287179" y="7144"/>
                  </a:ln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6" name="Freeform: Shape 7">
              <a:extLst>
                <a:ext uri="{FF2B5EF4-FFF2-40B4-BE49-F238E27FC236}">
                  <a16:creationId xmlns:a16="http://schemas.microsoft.com/office/drawing/2014/main" id="{8F425C59-C456-A0A7-E209-6AE35AE2076A}"/>
                </a:ext>
              </a:extLst>
            </p:cNvPr>
            <p:cNvSpPr/>
            <p:nvPr/>
          </p:nvSpPr>
          <p:spPr>
            <a:xfrm>
              <a:off x="7326150" y="1464782"/>
              <a:ext cx="314325" cy="381000"/>
            </a:xfrm>
            <a:custGeom>
              <a:avLst/>
              <a:gdLst>
                <a:gd name="connsiteX0" fmla="*/ 300514 w 314325"/>
                <a:gd name="connsiteY0" fmla="*/ 105251 h 381000"/>
                <a:gd name="connsiteX1" fmla="*/ 275749 w 314325"/>
                <a:gd name="connsiteY1" fmla="*/ 52864 h 381000"/>
                <a:gd name="connsiteX2" fmla="*/ 229076 w 314325"/>
                <a:gd name="connsiteY2" fmla="*/ 19526 h 381000"/>
                <a:gd name="connsiteX3" fmla="*/ 155734 w 314325"/>
                <a:gd name="connsiteY3" fmla="*/ 7144 h 381000"/>
                <a:gd name="connsiteX4" fmla="*/ 70009 w 314325"/>
                <a:gd name="connsiteY4" fmla="*/ 13811 h 381000"/>
                <a:gd name="connsiteX5" fmla="*/ 7144 w 314325"/>
                <a:gd name="connsiteY5" fmla="*/ 27146 h 381000"/>
                <a:gd name="connsiteX6" fmla="*/ 7144 w 314325"/>
                <a:gd name="connsiteY6" fmla="*/ 329089 h 381000"/>
                <a:gd name="connsiteX7" fmla="*/ 7144 w 314325"/>
                <a:gd name="connsiteY7" fmla="*/ 329089 h 381000"/>
                <a:gd name="connsiteX8" fmla="*/ 7144 w 314325"/>
                <a:gd name="connsiteY8" fmla="*/ 338614 h 381000"/>
                <a:gd name="connsiteX9" fmla="*/ 44291 w 314325"/>
                <a:gd name="connsiteY9" fmla="*/ 375761 h 381000"/>
                <a:gd name="connsiteX10" fmla="*/ 45244 w 314325"/>
                <a:gd name="connsiteY10" fmla="*/ 375761 h 381000"/>
                <a:gd name="connsiteX11" fmla="*/ 45244 w 314325"/>
                <a:gd name="connsiteY11" fmla="*/ 375761 h 381000"/>
                <a:gd name="connsiteX12" fmla="*/ 90964 w 314325"/>
                <a:gd name="connsiteY12" fmla="*/ 375761 h 381000"/>
                <a:gd name="connsiteX13" fmla="*/ 90964 w 314325"/>
                <a:gd name="connsiteY13" fmla="*/ 84296 h 381000"/>
                <a:gd name="connsiteX14" fmla="*/ 116682 w 314325"/>
                <a:gd name="connsiteY14" fmla="*/ 80486 h 381000"/>
                <a:gd name="connsiteX15" fmla="*/ 150019 w 314325"/>
                <a:gd name="connsiteY15" fmla="*/ 78581 h 381000"/>
                <a:gd name="connsiteX16" fmla="*/ 186214 w 314325"/>
                <a:gd name="connsiteY16" fmla="*/ 84296 h 381000"/>
                <a:gd name="connsiteX17" fmla="*/ 210026 w 314325"/>
                <a:gd name="connsiteY17" fmla="*/ 102394 h 381000"/>
                <a:gd name="connsiteX18" fmla="*/ 222409 w 314325"/>
                <a:gd name="connsiteY18" fmla="*/ 135731 h 381000"/>
                <a:gd name="connsiteX19" fmla="*/ 226219 w 314325"/>
                <a:gd name="connsiteY19" fmla="*/ 185261 h 381000"/>
                <a:gd name="connsiteX20" fmla="*/ 226219 w 314325"/>
                <a:gd name="connsiteY20" fmla="*/ 328136 h 381000"/>
                <a:gd name="connsiteX21" fmla="*/ 226219 w 314325"/>
                <a:gd name="connsiteY21" fmla="*/ 328136 h 381000"/>
                <a:gd name="connsiteX22" fmla="*/ 226219 w 314325"/>
                <a:gd name="connsiteY22" fmla="*/ 337661 h 381000"/>
                <a:gd name="connsiteX23" fmla="*/ 263366 w 314325"/>
                <a:gd name="connsiteY23" fmla="*/ 374809 h 381000"/>
                <a:gd name="connsiteX24" fmla="*/ 263366 w 314325"/>
                <a:gd name="connsiteY24" fmla="*/ 374809 h 381000"/>
                <a:gd name="connsiteX25" fmla="*/ 310039 w 314325"/>
                <a:gd name="connsiteY25" fmla="*/ 374809 h 381000"/>
                <a:gd name="connsiteX26" fmla="*/ 310039 w 314325"/>
                <a:gd name="connsiteY26" fmla="*/ 172879 h 381000"/>
                <a:gd name="connsiteX27" fmla="*/ 300514 w 314325"/>
                <a:gd name="connsiteY27" fmla="*/ 105251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14325" h="381000">
                  <a:moveTo>
                    <a:pt x="300514" y="105251"/>
                  </a:moveTo>
                  <a:cubicBezTo>
                    <a:pt x="295751" y="85249"/>
                    <a:pt x="287179" y="67151"/>
                    <a:pt x="275749" y="52864"/>
                  </a:cubicBezTo>
                  <a:cubicBezTo>
                    <a:pt x="264319" y="38576"/>
                    <a:pt x="248126" y="27146"/>
                    <a:pt x="229076" y="19526"/>
                  </a:cubicBezTo>
                  <a:cubicBezTo>
                    <a:pt x="209074" y="11906"/>
                    <a:pt x="185261" y="7144"/>
                    <a:pt x="155734" y="7144"/>
                  </a:cubicBezTo>
                  <a:cubicBezTo>
                    <a:pt x="124301" y="7144"/>
                    <a:pt x="95726" y="9049"/>
                    <a:pt x="70009" y="13811"/>
                  </a:cubicBezTo>
                  <a:cubicBezTo>
                    <a:pt x="44291" y="17621"/>
                    <a:pt x="23336" y="22384"/>
                    <a:pt x="7144" y="27146"/>
                  </a:cubicBezTo>
                  <a:lnTo>
                    <a:pt x="7144" y="329089"/>
                  </a:lnTo>
                  <a:lnTo>
                    <a:pt x="7144" y="329089"/>
                  </a:lnTo>
                  <a:lnTo>
                    <a:pt x="7144" y="338614"/>
                  </a:lnTo>
                  <a:cubicBezTo>
                    <a:pt x="7144" y="358616"/>
                    <a:pt x="23336" y="375761"/>
                    <a:pt x="44291" y="375761"/>
                  </a:cubicBezTo>
                  <a:lnTo>
                    <a:pt x="45244" y="375761"/>
                  </a:lnTo>
                  <a:lnTo>
                    <a:pt x="45244" y="375761"/>
                  </a:lnTo>
                  <a:lnTo>
                    <a:pt x="90964" y="375761"/>
                  </a:lnTo>
                  <a:lnTo>
                    <a:pt x="90964" y="84296"/>
                  </a:lnTo>
                  <a:cubicBezTo>
                    <a:pt x="96679" y="83344"/>
                    <a:pt x="105251" y="82391"/>
                    <a:pt x="116682" y="80486"/>
                  </a:cubicBezTo>
                  <a:cubicBezTo>
                    <a:pt x="128111" y="79534"/>
                    <a:pt x="139541" y="78581"/>
                    <a:pt x="150019" y="78581"/>
                  </a:cubicBezTo>
                  <a:cubicBezTo>
                    <a:pt x="164307" y="78581"/>
                    <a:pt x="176689" y="80486"/>
                    <a:pt x="186214" y="84296"/>
                  </a:cubicBezTo>
                  <a:cubicBezTo>
                    <a:pt x="195739" y="88106"/>
                    <a:pt x="204311" y="94774"/>
                    <a:pt x="210026" y="102394"/>
                  </a:cubicBezTo>
                  <a:cubicBezTo>
                    <a:pt x="215741" y="110966"/>
                    <a:pt x="219551" y="121444"/>
                    <a:pt x="222409" y="135731"/>
                  </a:cubicBezTo>
                  <a:cubicBezTo>
                    <a:pt x="225266" y="149066"/>
                    <a:pt x="226219" y="165259"/>
                    <a:pt x="226219" y="185261"/>
                  </a:cubicBezTo>
                  <a:lnTo>
                    <a:pt x="226219" y="328136"/>
                  </a:lnTo>
                  <a:lnTo>
                    <a:pt x="226219" y="328136"/>
                  </a:lnTo>
                  <a:lnTo>
                    <a:pt x="226219" y="337661"/>
                  </a:lnTo>
                  <a:cubicBezTo>
                    <a:pt x="226219" y="357664"/>
                    <a:pt x="242411" y="374809"/>
                    <a:pt x="263366" y="374809"/>
                  </a:cubicBezTo>
                  <a:lnTo>
                    <a:pt x="263366" y="374809"/>
                  </a:lnTo>
                  <a:lnTo>
                    <a:pt x="310039" y="374809"/>
                  </a:lnTo>
                  <a:lnTo>
                    <a:pt x="310039" y="172879"/>
                  </a:lnTo>
                  <a:cubicBezTo>
                    <a:pt x="308134" y="148114"/>
                    <a:pt x="305276" y="126206"/>
                    <a:pt x="300514" y="105251"/>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7" name="Freeform: Shape 8">
              <a:extLst>
                <a:ext uri="{FF2B5EF4-FFF2-40B4-BE49-F238E27FC236}">
                  <a16:creationId xmlns:a16="http://schemas.microsoft.com/office/drawing/2014/main" id="{4D786790-17A2-5268-809F-80AA2F9CFD21}"/>
                </a:ext>
              </a:extLst>
            </p:cNvPr>
            <p:cNvSpPr/>
            <p:nvPr/>
          </p:nvSpPr>
          <p:spPr>
            <a:xfrm>
              <a:off x="8331989" y="1464782"/>
              <a:ext cx="314325" cy="381000"/>
            </a:xfrm>
            <a:custGeom>
              <a:avLst/>
              <a:gdLst>
                <a:gd name="connsiteX0" fmla="*/ 300514 w 314325"/>
                <a:gd name="connsiteY0" fmla="*/ 105251 h 381000"/>
                <a:gd name="connsiteX1" fmla="*/ 275749 w 314325"/>
                <a:gd name="connsiteY1" fmla="*/ 52864 h 381000"/>
                <a:gd name="connsiteX2" fmla="*/ 229076 w 314325"/>
                <a:gd name="connsiteY2" fmla="*/ 19526 h 381000"/>
                <a:gd name="connsiteX3" fmla="*/ 155734 w 314325"/>
                <a:gd name="connsiteY3" fmla="*/ 7144 h 381000"/>
                <a:gd name="connsiteX4" fmla="*/ 70009 w 314325"/>
                <a:gd name="connsiteY4" fmla="*/ 13811 h 381000"/>
                <a:gd name="connsiteX5" fmla="*/ 7144 w 314325"/>
                <a:gd name="connsiteY5" fmla="*/ 27146 h 381000"/>
                <a:gd name="connsiteX6" fmla="*/ 7144 w 314325"/>
                <a:gd name="connsiteY6" fmla="*/ 329089 h 381000"/>
                <a:gd name="connsiteX7" fmla="*/ 7144 w 314325"/>
                <a:gd name="connsiteY7" fmla="*/ 329089 h 381000"/>
                <a:gd name="connsiteX8" fmla="*/ 7144 w 314325"/>
                <a:gd name="connsiteY8" fmla="*/ 338614 h 381000"/>
                <a:gd name="connsiteX9" fmla="*/ 44291 w 314325"/>
                <a:gd name="connsiteY9" fmla="*/ 375761 h 381000"/>
                <a:gd name="connsiteX10" fmla="*/ 45244 w 314325"/>
                <a:gd name="connsiteY10" fmla="*/ 375761 h 381000"/>
                <a:gd name="connsiteX11" fmla="*/ 45244 w 314325"/>
                <a:gd name="connsiteY11" fmla="*/ 375761 h 381000"/>
                <a:gd name="connsiteX12" fmla="*/ 90964 w 314325"/>
                <a:gd name="connsiteY12" fmla="*/ 375761 h 381000"/>
                <a:gd name="connsiteX13" fmla="*/ 90964 w 314325"/>
                <a:gd name="connsiteY13" fmla="*/ 84296 h 381000"/>
                <a:gd name="connsiteX14" fmla="*/ 116681 w 314325"/>
                <a:gd name="connsiteY14" fmla="*/ 80486 h 381000"/>
                <a:gd name="connsiteX15" fmla="*/ 150019 w 314325"/>
                <a:gd name="connsiteY15" fmla="*/ 78581 h 381000"/>
                <a:gd name="connsiteX16" fmla="*/ 186214 w 314325"/>
                <a:gd name="connsiteY16" fmla="*/ 84296 h 381000"/>
                <a:gd name="connsiteX17" fmla="*/ 210026 w 314325"/>
                <a:gd name="connsiteY17" fmla="*/ 102394 h 381000"/>
                <a:gd name="connsiteX18" fmla="*/ 222409 w 314325"/>
                <a:gd name="connsiteY18" fmla="*/ 135731 h 381000"/>
                <a:gd name="connsiteX19" fmla="*/ 226219 w 314325"/>
                <a:gd name="connsiteY19" fmla="*/ 185261 h 381000"/>
                <a:gd name="connsiteX20" fmla="*/ 226219 w 314325"/>
                <a:gd name="connsiteY20" fmla="*/ 328136 h 381000"/>
                <a:gd name="connsiteX21" fmla="*/ 226219 w 314325"/>
                <a:gd name="connsiteY21" fmla="*/ 328136 h 381000"/>
                <a:gd name="connsiteX22" fmla="*/ 226219 w 314325"/>
                <a:gd name="connsiteY22" fmla="*/ 337661 h 381000"/>
                <a:gd name="connsiteX23" fmla="*/ 263366 w 314325"/>
                <a:gd name="connsiteY23" fmla="*/ 374809 h 381000"/>
                <a:gd name="connsiteX24" fmla="*/ 263366 w 314325"/>
                <a:gd name="connsiteY24" fmla="*/ 374809 h 381000"/>
                <a:gd name="connsiteX25" fmla="*/ 310039 w 314325"/>
                <a:gd name="connsiteY25" fmla="*/ 374809 h 381000"/>
                <a:gd name="connsiteX26" fmla="*/ 310039 w 314325"/>
                <a:gd name="connsiteY26" fmla="*/ 172879 h 381000"/>
                <a:gd name="connsiteX27" fmla="*/ 300514 w 314325"/>
                <a:gd name="connsiteY27" fmla="*/ 105251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14325" h="381000">
                  <a:moveTo>
                    <a:pt x="300514" y="105251"/>
                  </a:moveTo>
                  <a:cubicBezTo>
                    <a:pt x="295751" y="85249"/>
                    <a:pt x="287179" y="67151"/>
                    <a:pt x="275749" y="52864"/>
                  </a:cubicBezTo>
                  <a:cubicBezTo>
                    <a:pt x="264319" y="38576"/>
                    <a:pt x="248126" y="27146"/>
                    <a:pt x="229076" y="19526"/>
                  </a:cubicBezTo>
                  <a:cubicBezTo>
                    <a:pt x="209074" y="11906"/>
                    <a:pt x="185261" y="7144"/>
                    <a:pt x="155734" y="7144"/>
                  </a:cubicBezTo>
                  <a:cubicBezTo>
                    <a:pt x="124301" y="7144"/>
                    <a:pt x="95726" y="9049"/>
                    <a:pt x="70009" y="13811"/>
                  </a:cubicBezTo>
                  <a:cubicBezTo>
                    <a:pt x="44291" y="17621"/>
                    <a:pt x="23336" y="22384"/>
                    <a:pt x="7144" y="27146"/>
                  </a:cubicBezTo>
                  <a:lnTo>
                    <a:pt x="7144" y="329089"/>
                  </a:lnTo>
                  <a:lnTo>
                    <a:pt x="7144" y="329089"/>
                  </a:lnTo>
                  <a:lnTo>
                    <a:pt x="7144" y="338614"/>
                  </a:lnTo>
                  <a:cubicBezTo>
                    <a:pt x="7144" y="358616"/>
                    <a:pt x="23336" y="375761"/>
                    <a:pt x="44291" y="375761"/>
                  </a:cubicBezTo>
                  <a:lnTo>
                    <a:pt x="45244" y="375761"/>
                  </a:lnTo>
                  <a:lnTo>
                    <a:pt x="45244" y="375761"/>
                  </a:lnTo>
                  <a:lnTo>
                    <a:pt x="90964" y="375761"/>
                  </a:lnTo>
                  <a:lnTo>
                    <a:pt x="90964" y="84296"/>
                  </a:lnTo>
                  <a:cubicBezTo>
                    <a:pt x="96679" y="83344"/>
                    <a:pt x="105251" y="82391"/>
                    <a:pt x="116681" y="80486"/>
                  </a:cubicBezTo>
                  <a:cubicBezTo>
                    <a:pt x="128111" y="79534"/>
                    <a:pt x="139541" y="78581"/>
                    <a:pt x="150019" y="78581"/>
                  </a:cubicBezTo>
                  <a:cubicBezTo>
                    <a:pt x="164306" y="78581"/>
                    <a:pt x="176689" y="80486"/>
                    <a:pt x="186214" y="84296"/>
                  </a:cubicBezTo>
                  <a:cubicBezTo>
                    <a:pt x="195739" y="88106"/>
                    <a:pt x="204311" y="94774"/>
                    <a:pt x="210026" y="102394"/>
                  </a:cubicBezTo>
                  <a:cubicBezTo>
                    <a:pt x="215741" y="110966"/>
                    <a:pt x="219551" y="121444"/>
                    <a:pt x="222409" y="135731"/>
                  </a:cubicBezTo>
                  <a:cubicBezTo>
                    <a:pt x="225266" y="149066"/>
                    <a:pt x="226219" y="165259"/>
                    <a:pt x="226219" y="185261"/>
                  </a:cubicBezTo>
                  <a:lnTo>
                    <a:pt x="226219" y="328136"/>
                  </a:lnTo>
                  <a:lnTo>
                    <a:pt x="226219" y="328136"/>
                  </a:lnTo>
                  <a:lnTo>
                    <a:pt x="226219" y="337661"/>
                  </a:lnTo>
                  <a:cubicBezTo>
                    <a:pt x="226219" y="357664"/>
                    <a:pt x="242411" y="374809"/>
                    <a:pt x="263366" y="374809"/>
                  </a:cubicBezTo>
                  <a:lnTo>
                    <a:pt x="263366" y="374809"/>
                  </a:lnTo>
                  <a:lnTo>
                    <a:pt x="310039" y="374809"/>
                  </a:lnTo>
                  <a:lnTo>
                    <a:pt x="310039" y="172879"/>
                  </a:lnTo>
                  <a:cubicBezTo>
                    <a:pt x="307181" y="148114"/>
                    <a:pt x="305276" y="126206"/>
                    <a:pt x="300514" y="105251"/>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8" name="Freeform: Shape 17">
              <a:extLst>
                <a:ext uri="{FF2B5EF4-FFF2-40B4-BE49-F238E27FC236}">
                  <a16:creationId xmlns:a16="http://schemas.microsoft.com/office/drawing/2014/main" id="{B0607B1B-55C7-4B86-BFEE-A0D1F0F59086}"/>
                </a:ext>
              </a:extLst>
            </p:cNvPr>
            <p:cNvSpPr/>
            <p:nvPr/>
          </p:nvSpPr>
          <p:spPr>
            <a:xfrm>
              <a:off x="6619395" y="1521933"/>
              <a:ext cx="457199" cy="371475"/>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solidFill>
              <a:srgbClr val="17ABDB"/>
            </a:solidFill>
            <a:ln w="9525" cap="flat">
              <a:noFill/>
              <a:prstDash val="solid"/>
              <a:miter/>
            </a:ln>
          </p:spPr>
          <p:txBody>
            <a:bodyPr lIns="73152" tIns="36576" rIns="73152" bIns="36576" rtlCol="0" anchor="ctr"/>
            <a:lstStyle/>
            <a:p>
              <a:endParaRPr lang="de-DE"/>
            </a:p>
          </p:txBody>
        </p:sp>
        <p:sp>
          <p:nvSpPr>
            <p:cNvPr id="20" name="Freeform: Shape 22">
              <a:extLst>
                <a:ext uri="{FF2B5EF4-FFF2-40B4-BE49-F238E27FC236}">
                  <a16:creationId xmlns:a16="http://schemas.microsoft.com/office/drawing/2014/main" id="{E573D670-AD63-5398-18CA-772F6E47A380}"/>
                </a:ext>
              </a:extLst>
            </p:cNvPr>
            <p:cNvSpPr/>
            <p:nvPr/>
          </p:nvSpPr>
          <p:spPr>
            <a:xfrm>
              <a:off x="3176111" y="1268567"/>
              <a:ext cx="3171823" cy="866776"/>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21" name="Freeform: Shape 23">
              <a:extLst>
                <a:ext uri="{FF2B5EF4-FFF2-40B4-BE49-F238E27FC236}">
                  <a16:creationId xmlns:a16="http://schemas.microsoft.com/office/drawing/2014/main" id="{B1FD8025-1148-852A-0F2B-8F079D8C069D}"/>
                </a:ext>
              </a:extLst>
            </p:cNvPr>
            <p:cNvSpPr/>
            <p:nvPr/>
          </p:nvSpPr>
          <p:spPr>
            <a:xfrm>
              <a:off x="5565899" y="1311398"/>
              <a:ext cx="95250" cy="104775"/>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22" name="Freeform: Shape 24">
              <a:extLst>
                <a:ext uri="{FF2B5EF4-FFF2-40B4-BE49-F238E27FC236}">
                  <a16:creationId xmlns:a16="http://schemas.microsoft.com/office/drawing/2014/main" id="{C122A3F5-BF42-09D1-9BE9-25DEA345E63D}"/>
                </a:ext>
              </a:extLst>
            </p:cNvPr>
            <p:cNvSpPr/>
            <p:nvPr/>
          </p:nvSpPr>
          <p:spPr>
            <a:xfrm>
              <a:off x="6186959" y="1329492"/>
              <a:ext cx="95250" cy="95250"/>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23" name="Freeform: Shape 25">
              <a:extLst>
                <a:ext uri="{FF2B5EF4-FFF2-40B4-BE49-F238E27FC236}">
                  <a16:creationId xmlns:a16="http://schemas.microsoft.com/office/drawing/2014/main" id="{BF0155F3-D02A-9D85-A50D-E70DAC65A7D1}"/>
                </a:ext>
              </a:extLst>
            </p:cNvPr>
            <p:cNvSpPr/>
            <p:nvPr/>
          </p:nvSpPr>
          <p:spPr>
            <a:xfrm>
              <a:off x="6386989" y="1257136"/>
              <a:ext cx="695324" cy="581025"/>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solidFill>
              <a:srgbClr val="0072AF"/>
            </a:solidFill>
            <a:ln w="9525" cap="flat">
              <a:noFill/>
              <a:prstDash val="solid"/>
              <a:miter/>
            </a:ln>
          </p:spPr>
          <p:txBody>
            <a:bodyPr lIns="73152" tIns="36576" rIns="73152" bIns="36576" rtlCol="0" anchor="ctr"/>
            <a:lstStyle/>
            <a:p>
              <a:endParaRPr lang="de-DE"/>
            </a:p>
          </p:txBody>
        </p:sp>
      </p:grpSp>
    </p:spTree>
    <p:extLst>
      <p:ext uri="{BB962C8B-B14F-4D97-AF65-F5344CB8AC3E}">
        <p14:creationId xmlns:p14="http://schemas.microsoft.com/office/powerpoint/2010/main" val="2012445621"/>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showMasterSp="0" preserve="1" userDrawn="1">
  <p:cSld name="Title Slide 6b">
    <p:bg>
      <p:bgPr>
        <a:solidFill>
          <a:schemeClr val="accent4"/>
        </a:solidFill>
        <a:effectLst/>
      </p:bgPr>
    </p:bg>
    <p:spTree>
      <p:nvGrpSpPr>
        <p:cNvPr id="1" name=""/>
        <p:cNvGrpSpPr/>
        <p:nvPr/>
      </p:nvGrpSpPr>
      <p:grpSpPr>
        <a:xfrm>
          <a:off x="0" y="0"/>
          <a:ext cx="0" cy="0"/>
          <a:chOff x="0" y="0"/>
          <a:chExt cx="0" cy="0"/>
        </a:xfrm>
      </p:grpSpPr>
      <p:sp>
        <p:nvSpPr>
          <p:cNvPr id="33" name="Picture Placeholder 18">
            <a:extLst>
              <a:ext uri="{FF2B5EF4-FFF2-40B4-BE49-F238E27FC236}">
                <a16:creationId xmlns:a16="http://schemas.microsoft.com/office/drawing/2014/main" id="{3A966515-C64B-E7BB-1198-D99D16DE65B4}"/>
              </a:ext>
            </a:extLst>
          </p:cNvPr>
          <p:cNvSpPr>
            <a:spLocks noGrp="1"/>
          </p:cNvSpPr>
          <p:nvPr>
            <p:ph type="pic" sz="quarter" idx="10" hasCustomPrompt="1"/>
          </p:nvPr>
        </p:nvSpPr>
        <p:spPr>
          <a:xfrm>
            <a:off x="6096000" y="1916832"/>
            <a:ext cx="3816424" cy="4941168"/>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2">
              <a:lumMod val="90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9" name="Text Placeholder 8">
            <a:extLst>
              <a:ext uri="{FF2B5EF4-FFF2-40B4-BE49-F238E27FC236}">
                <a16:creationId xmlns:a16="http://schemas.microsoft.com/office/drawing/2014/main" id="{DE3C410B-B58E-46DB-B5F0-7F515E223DD9}"/>
              </a:ext>
            </a:extLst>
          </p:cNvPr>
          <p:cNvSpPr>
            <a:spLocks noGrp="1"/>
          </p:cNvSpPr>
          <p:nvPr>
            <p:ph type="body" sz="quarter" idx="12" hasCustomPrompt="1"/>
          </p:nvPr>
        </p:nvSpPr>
        <p:spPr>
          <a:xfrm>
            <a:off x="407368" y="3341212"/>
            <a:ext cx="4597606" cy="215444"/>
          </a:xfrm>
        </p:spPr>
        <p:txBody>
          <a:bodyPr vert="horz" wrap="square" lIns="18000" tIns="0" rIns="0" bIns="0" rtlCol="0" anchor="t" anchorCtr="0">
            <a:spAutoFit/>
          </a:bodyPr>
          <a:lstStyle>
            <a:lvl1pPr>
              <a:defRPr lang="en-US" sz="1400" dirty="0">
                <a:solidFill>
                  <a:schemeClr val="bg1"/>
                </a:solidFill>
                <a:latin typeface="Ubuntu Light" panose="020B0304030602030204" pitchFamily="34" charset="0"/>
              </a:defRPr>
            </a:lvl1pPr>
          </a:lstStyle>
          <a:p>
            <a:pPr lvl="0"/>
            <a:r>
              <a:rPr lang="en-US"/>
              <a:t>Optional: Click to insert name</a:t>
            </a:r>
          </a:p>
        </p:txBody>
      </p:sp>
      <p:sp>
        <p:nvSpPr>
          <p:cNvPr id="6" name="Subtitle">
            <a:extLst>
              <a:ext uri="{FF2B5EF4-FFF2-40B4-BE49-F238E27FC236}">
                <a16:creationId xmlns:a16="http://schemas.microsoft.com/office/drawing/2014/main" id="{A6C182ED-7FBB-D436-05D8-96E184F17BD0}"/>
              </a:ext>
            </a:extLst>
          </p:cNvPr>
          <p:cNvSpPr>
            <a:spLocks noGrp="1"/>
          </p:cNvSpPr>
          <p:nvPr>
            <p:ph type="subTitle" idx="1"/>
          </p:nvPr>
        </p:nvSpPr>
        <p:spPr>
          <a:xfrm>
            <a:off x="407368" y="2924944"/>
            <a:ext cx="4597606" cy="246221"/>
          </a:xfrm>
          <a:prstGeom prst="rect">
            <a:avLst/>
          </a:prstGeom>
        </p:spPr>
        <p:txBody>
          <a:bodyPr wrap="square" lIns="18000" tIns="0" rIns="0" anchor="t" anchorCtr="0">
            <a:spAutoFit/>
          </a:bodyPr>
          <a:lstStyle>
            <a:lvl1pPr marL="0" indent="0" algn="l">
              <a:buNone/>
              <a:defRPr sz="1600">
                <a:solidFill>
                  <a:schemeClr val="bg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7" name="Title">
            <a:extLst>
              <a:ext uri="{FF2B5EF4-FFF2-40B4-BE49-F238E27FC236}">
                <a16:creationId xmlns:a16="http://schemas.microsoft.com/office/drawing/2014/main" id="{46ABBE1C-3373-50D9-4152-CA1AC4A5E7F0}"/>
              </a:ext>
            </a:extLst>
          </p:cNvPr>
          <p:cNvSpPr>
            <a:spLocks noGrp="1"/>
          </p:cNvSpPr>
          <p:nvPr>
            <p:ph type="ctrTitle" hasCustomPrompt="1"/>
          </p:nvPr>
        </p:nvSpPr>
        <p:spPr>
          <a:xfrm>
            <a:off x="407368" y="1052513"/>
            <a:ext cx="4597606" cy="1495794"/>
          </a:xfrm>
        </p:spPr>
        <p:txBody>
          <a:bodyPr wrap="square" lIns="0" tIns="0" rIns="0" bIns="0" anchor="b" anchorCtr="0">
            <a:spAutoFit/>
          </a:bodyPr>
          <a:lstStyle>
            <a:lvl1pPr algn="l">
              <a:lnSpc>
                <a:spcPct val="90000"/>
              </a:lnSpc>
              <a:tabLst>
                <a:tab pos="1258888" algn="l"/>
              </a:tabLst>
              <a:defRPr sz="5400" b="0" cap="none" baseline="0">
                <a:solidFill>
                  <a:schemeClr val="bg1"/>
                </a:solidFill>
                <a:latin typeface="+mj-lt"/>
              </a:defRPr>
            </a:lvl1pPr>
          </a:lstStyle>
          <a:p>
            <a:r>
              <a:rPr lang="fr-FR"/>
              <a:t>Modifiez le style du titre</a:t>
            </a:r>
            <a:endParaRPr lang="en-GB"/>
          </a:p>
        </p:txBody>
      </p:sp>
      <p:pic>
        <p:nvPicPr>
          <p:cNvPr id="8" name="Graphique 7">
            <a:extLst>
              <a:ext uri="{FF2B5EF4-FFF2-40B4-BE49-F238E27FC236}">
                <a16:creationId xmlns:a16="http://schemas.microsoft.com/office/drawing/2014/main" id="{D40761DC-2EC6-4644-F67C-FDA0EF04B1A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02694" y="5960968"/>
            <a:ext cx="3240000" cy="492220"/>
          </a:xfrm>
          <a:prstGeom prst="rect">
            <a:avLst/>
          </a:prstGeom>
        </p:spPr>
      </p:pic>
    </p:spTree>
    <p:extLst>
      <p:ext uri="{BB962C8B-B14F-4D97-AF65-F5344CB8AC3E}">
        <p14:creationId xmlns:p14="http://schemas.microsoft.com/office/powerpoint/2010/main" val="2678278168"/>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showMasterSp="0" preserve="1" userDrawn="1">
  <p:cSld name="Title Slide 6c">
    <p:bg>
      <p:bgPr>
        <a:solidFill>
          <a:schemeClr val="accent4"/>
        </a:solidFill>
        <a:effectLst/>
      </p:bgPr>
    </p:bg>
    <p:spTree>
      <p:nvGrpSpPr>
        <p:cNvPr id="1" name=""/>
        <p:cNvGrpSpPr/>
        <p:nvPr/>
      </p:nvGrpSpPr>
      <p:grpSpPr>
        <a:xfrm>
          <a:off x="0" y="0"/>
          <a:ext cx="0" cy="0"/>
          <a:chOff x="0" y="0"/>
          <a:chExt cx="0" cy="0"/>
        </a:xfrm>
      </p:grpSpPr>
      <p:sp>
        <p:nvSpPr>
          <p:cNvPr id="33" name="Picture Placeholder 18">
            <a:extLst>
              <a:ext uri="{FF2B5EF4-FFF2-40B4-BE49-F238E27FC236}">
                <a16:creationId xmlns:a16="http://schemas.microsoft.com/office/drawing/2014/main" id="{3A966515-C64B-E7BB-1198-D99D16DE65B4}"/>
              </a:ext>
            </a:extLst>
          </p:cNvPr>
          <p:cNvSpPr>
            <a:spLocks noGrp="1"/>
          </p:cNvSpPr>
          <p:nvPr>
            <p:ph type="pic" sz="quarter" idx="10" hasCustomPrompt="1"/>
          </p:nvPr>
        </p:nvSpPr>
        <p:spPr>
          <a:xfrm>
            <a:off x="1343473" y="1"/>
            <a:ext cx="10877102" cy="2931886"/>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8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9" name="Text Placeholder 8">
            <a:extLst>
              <a:ext uri="{FF2B5EF4-FFF2-40B4-BE49-F238E27FC236}">
                <a16:creationId xmlns:a16="http://schemas.microsoft.com/office/drawing/2014/main" id="{DE3C410B-B58E-46DB-B5F0-7F515E223DD9}"/>
              </a:ext>
            </a:extLst>
          </p:cNvPr>
          <p:cNvSpPr>
            <a:spLocks noGrp="1"/>
          </p:cNvSpPr>
          <p:nvPr>
            <p:ph type="body" sz="quarter" idx="12" hasCustomPrompt="1"/>
          </p:nvPr>
        </p:nvSpPr>
        <p:spPr>
          <a:xfrm>
            <a:off x="1343473" y="5498477"/>
            <a:ext cx="10440540" cy="215444"/>
          </a:xfrm>
        </p:spPr>
        <p:txBody>
          <a:bodyPr vert="horz" wrap="square" lIns="18000" tIns="0" rIns="0" bIns="0" rtlCol="0" anchor="t" anchorCtr="0">
            <a:spAutoFit/>
          </a:bodyPr>
          <a:lstStyle>
            <a:lvl1pPr>
              <a:defRPr lang="en-US" sz="1400" dirty="0">
                <a:solidFill>
                  <a:schemeClr val="bg1"/>
                </a:solidFill>
                <a:latin typeface="Ubuntu Light" panose="020B0304030602030204" pitchFamily="34" charset="0"/>
              </a:defRPr>
            </a:lvl1pPr>
          </a:lstStyle>
          <a:p>
            <a:pPr lvl="0"/>
            <a:r>
              <a:rPr lang="en-US"/>
              <a:t>Optional: Click to insert name</a:t>
            </a:r>
          </a:p>
        </p:txBody>
      </p:sp>
      <p:sp>
        <p:nvSpPr>
          <p:cNvPr id="6" name="Subtitle">
            <a:extLst>
              <a:ext uri="{FF2B5EF4-FFF2-40B4-BE49-F238E27FC236}">
                <a16:creationId xmlns:a16="http://schemas.microsoft.com/office/drawing/2014/main" id="{A6C182ED-7FBB-D436-05D8-96E184F17BD0}"/>
              </a:ext>
            </a:extLst>
          </p:cNvPr>
          <p:cNvSpPr>
            <a:spLocks noGrp="1"/>
          </p:cNvSpPr>
          <p:nvPr>
            <p:ph type="subTitle" idx="1"/>
          </p:nvPr>
        </p:nvSpPr>
        <p:spPr>
          <a:xfrm>
            <a:off x="1343473" y="5082209"/>
            <a:ext cx="10440540" cy="246221"/>
          </a:xfrm>
          <a:prstGeom prst="rect">
            <a:avLst/>
          </a:prstGeom>
        </p:spPr>
        <p:txBody>
          <a:bodyPr wrap="square" lIns="18000" tIns="0" rIns="0" anchor="t" anchorCtr="0">
            <a:spAutoFit/>
          </a:bodyPr>
          <a:lstStyle>
            <a:lvl1pPr marL="0" indent="0" algn="l">
              <a:buNone/>
              <a:defRPr sz="1600">
                <a:solidFill>
                  <a:schemeClr val="bg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7" name="Title">
            <a:extLst>
              <a:ext uri="{FF2B5EF4-FFF2-40B4-BE49-F238E27FC236}">
                <a16:creationId xmlns:a16="http://schemas.microsoft.com/office/drawing/2014/main" id="{46ABBE1C-3373-50D9-4152-CA1AC4A5E7F0}"/>
              </a:ext>
            </a:extLst>
          </p:cNvPr>
          <p:cNvSpPr>
            <a:spLocks noGrp="1"/>
          </p:cNvSpPr>
          <p:nvPr>
            <p:ph type="ctrTitle"/>
          </p:nvPr>
        </p:nvSpPr>
        <p:spPr>
          <a:xfrm>
            <a:off x="1343473" y="3429000"/>
            <a:ext cx="10440540" cy="1580003"/>
          </a:xfrm>
        </p:spPr>
        <p:txBody>
          <a:bodyPr wrap="square" lIns="0" tIns="0" rIns="0" bIns="0" anchor="b" anchorCtr="0">
            <a:noAutofit/>
          </a:bodyPr>
          <a:lstStyle>
            <a:lvl1pPr algn="l">
              <a:lnSpc>
                <a:spcPct val="90000"/>
              </a:lnSpc>
              <a:tabLst>
                <a:tab pos="1258888" algn="l"/>
              </a:tabLst>
              <a:defRPr sz="5400" b="0" cap="none" baseline="0">
                <a:solidFill>
                  <a:schemeClr val="bg1"/>
                </a:solidFill>
                <a:latin typeface="+mj-lt"/>
              </a:defRPr>
            </a:lvl1pPr>
          </a:lstStyle>
          <a:p>
            <a:r>
              <a:rPr lang="en-US"/>
              <a:t>Click to edit Master title style</a:t>
            </a:r>
            <a:endParaRPr lang="en-GB"/>
          </a:p>
        </p:txBody>
      </p:sp>
      <p:pic>
        <p:nvPicPr>
          <p:cNvPr id="2" name="Graphique 1">
            <a:extLst>
              <a:ext uri="{FF2B5EF4-FFF2-40B4-BE49-F238E27FC236}">
                <a16:creationId xmlns:a16="http://schemas.microsoft.com/office/drawing/2014/main" id="{59704EE5-46AA-87EF-A52E-16BFD004625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343473" y="5960968"/>
            <a:ext cx="3240000" cy="492220"/>
          </a:xfrm>
          <a:prstGeom prst="rect">
            <a:avLst/>
          </a:prstGeom>
        </p:spPr>
      </p:pic>
    </p:spTree>
    <p:extLst>
      <p:ext uri="{BB962C8B-B14F-4D97-AF65-F5344CB8AC3E}">
        <p14:creationId xmlns:p14="http://schemas.microsoft.com/office/powerpoint/2010/main" val="2668742314"/>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Agenda 1">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749D2F3-3C15-428F-AF70-D31974E2F35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652613" y="3199768"/>
            <a:ext cx="9079459" cy="3532255"/>
          </a:xfrm>
          <a:prstGeom prst="rect">
            <a:avLst/>
          </a:prstGeom>
        </p:spPr>
      </p:pic>
      <p:sp>
        <p:nvSpPr>
          <p:cNvPr id="12" name="Text Placeholder 11">
            <a:extLst>
              <a:ext uri="{FF2B5EF4-FFF2-40B4-BE49-F238E27FC236}">
                <a16:creationId xmlns:a16="http://schemas.microsoft.com/office/drawing/2014/main" id="{D119069D-5D68-4DB4-B45F-92CCC710785E}"/>
              </a:ext>
            </a:extLst>
          </p:cNvPr>
          <p:cNvSpPr>
            <a:spLocks noGrp="1"/>
          </p:cNvSpPr>
          <p:nvPr>
            <p:ph type="body" sz="quarter" idx="24" hasCustomPrompt="1"/>
          </p:nvPr>
        </p:nvSpPr>
        <p:spPr>
          <a:xfrm>
            <a:off x="1794570" y="1628775"/>
            <a:ext cx="5813598" cy="369332"/>
          </a:xfrm>
          <a:prstGeom prst="rect">
            <a:avLst/>
          </a:prstGeom>
        </p:spPr>
        <p:txBody>
          <a:bodyPr>
            <a:normAutofit/>
          </a:bodyPr>
          <a:lstStyle>
            <a:lvl1pPr>
              <a:spcBef>
                <a:spcPts val="0"/>
              </a:spcBef>
              <a:defRPr sz="2400"/>
            </a:lvl1pPr>
          </a:lstStyle>
          <a:p>
            <a:pPr lvl="0"/>
            <a:r>
              <a:rPr lang="en-US"/>
              <a:t>Click to add text</a:t>
            </a:r>
          </a:p>
        </p:txBody>
      </p:sp>
      <p:sp>
        <p:nvSpPr>
          <p:cNvPr id="23" name="Text Placeholder 11">
            <a:extLst>
              <a:ext uri="{FF2B5EF4-FFF2-40B4-BE49-F238E27FC236}">
                <a16:creationId xmlns:a16="http://schemas.microsoft.com/office/drawing/2014/main" id="{AA1A2157-04CD-44FC-8492-E3FAFE326F18}"/>
              </a:ext>
            </a:extLst>
          </p:cNvPr>
          <p:cNvSpPr>
            <a:spLocks noGrp="1"/>
          </p:cNvSpPr>
          <p:nvPr>
            <p:ph type="body" sz="quarter" idx="25" hasCustomPrompt="1"/>
          </p:nvPr>
        </p:nvSpPr>
        <p:spPr>
          <a:xfrm>
            <a:off x="1794570" y="2221388"/>
            <a:ext cx="5813598" cy="369332"/>
          </a:xfrm>
          <a:prstGeom prst="rect">
            <a:avLst/>
          </a:prstGeom>
        </p:spPr>
        <p:txBody>
          <a:bodyPr>
            <a:normAutofit/>
          </a:bodyPr>
          <a:lstStyle>
            <a:lvl1pPr>
              <a:spcBef>
                <a:spcPts val="0"/>
              </a:spcBef>
              <a:defRPr sz="2400"/>
            </a:lvl1pPr>
          </a:lstStyle>
          <a:p>
            <a:pPr lvl="0"/>
            <a:r>
              <a:rPr lang="en-US"/>
              <a:t>Click to add text</a:t>
            </a:r>
          </a:p>
        </p:txBody>
      </p:sp>
      <p:sp>
        <p:nvSpPr>
          <p:cNvPr id="24" name="Text Placeholder 11">
            <a:extLst>
              <a:ext uri="{FF2B5EF4-FFF2-40B4-BE49-F238E27FC236}">
                <a16:creationId xmlns:a16="http://schemas.microsoft.com/office/drawing/2014/main" id="{199E21EB-D052-4206-952C-D3FE77AA1C8D}"/>
              </a:ext>
            </a:extLst>
          </p:cNvPr>
          <p:cNvSpPr>
            <a:spLocks noGrp="1"/>
          </p:cNvSpPr>
          <p:nvPr>
            <p:ph type="body" sz="quarter" idx="26" hasCustomPrompt="1"/>
          </p:nvPr>
        </p:nvSpPr>
        <p:spPr>
          <a:xfrm>
            <a:off x="1794570" y="2814001"/>
            <a:ext cx="5813598" cy="369332"/>
          </a:xfrm>
          <a:prstGeom prst="rect">
            <a:avLst/>
          </a:prstGeom>
        </p:spPr>
        <p:txBody>
          <a:bodyPr>
            <a:normAutofit/>
          </a:bodyPr>
          <a:lstStyle>
            <a:lvl1pPr>
              <a:spcBef>
                <a:spcPts val="0"/>
              </a:spcBef>
              <a:defRPr sz="2400"/>
            </a:lvl1pPr>
          </a:lstStyle>
          <a:p>
            <a:pPr lvl="0"/>
            <a:r>
              <a:rPr lang="en-US"/>
              <a:t>Click to add text</a:t>
            </a:r>
          </a:p>
        </p:txBody>
      </p:sp>
      <p:sp>
        <p:nvSpPr>
          <p:cNvPr id="7" name="Text Placeholder 6">
            <a:extLst>
              <a:ext uri="{FF2B5EF4-FFF2-40B4-BE49-F238E27FC236}">
                <a16:creationId xmlns:a16="http://schemas.microsoft.com/office/drawing/2014/main" id="{C9AA932A-4442-4987-878D-3B69D84A4771}"/>
              </a:ext>
            </a:extLst>
          </p:cNvPr>
          <p:cNvSpPr>
            <a:spLocks noGrp="1"/>
          </p:cNvSpPr>
          <p:nvPr>
            <p:ph type="body" sz="quarter" idx="27" hasCustomPrompt="1"/>
          </p:nvPr>
        </p:nvSpPr>
        <p:spPr>
          <a:xfrm>
            <a:off x="1079500" y="1628775"/>
            <a:ext cx="335980" cy="369888"/>
          </a:xfrm>
          <a:prstGeom prst="rect">
            <a:avLst/>
          </a:prstGeom>
        </p:spPr>
        <p:txBody>
          <a:bodyPr vert="horz" wrap="none" lIns="0" tIns="0" rIns="0" bIns="0" rtlCol="0">
            <a:normAutofit/>
          </a:bodyPr>
          <a:lstStyle>
            <a:lvl1pPr algn="r">
              <a:defRPr lang="de-DE" sz="2400" b="1" dirty="0">
                <a:solidFill>
                  <a:schemeClr val="accent1"/>
                </a:solidFill>
              </a:defRPr>
            </a:lvl1pPr>
          </a:lstStyle>
          <a:p>
            <a:pPr lvl="0">
              <a:spcBef>
                <a:spcPts val="0"/>
              </a:spcBef>
            </a:pPr>
            <a:r>
              <a:rPr lang="de-DE"/>
              <a:t>0x</a:t>
            </a:r>
          </a:p>
        </p:txBody>
      </p:sp>
      <p:sp>
        <p:nvSpPr>
          <p:cNvPr id="21" name="Text Placeholder 6">
            <a:extLst>
              <a:ext uri="{FF2B5EF4-FFF2-40B4-BE49-F238E27FC236}">
                <a16:creationId xmlns:a16="http://schemas.microsoft.com/office/drawing/2014/main" id="{EAA65ABF-5E47-4A8A-934B-E9458D034F70}"/>
              </a:ext>
            </a:extLst>
          </p:cNvPr>
          <p:cNvSpPr>
            <a:spLocks noGrp="1"/>
          </p:cNvSpPr>
          <p:nvPr>
            <p:ph type="body" sz="quarter" idx="28" hasCustomPrompt="1"/>
          </p:nvPr>
        </p:nvSpPr>
        <p:spPr>
          <a:xfrm>
            <a:off x="1079500" y="2221388"/>
            <a:ext cx="335980" cy="369888"/>
          </a:xfrm>
          <a:prstGeom prst="rect">
            <a:avLst/>
          </a:prstGeom>
        </p:spPr>
        <p:txBody>
          <a:bodyPr vert="horz" wrap="none" lIns="0" tIns="0" rIns="0" bIns="0" rtlCol="0">
            <a:normAutofit/>
          </a:bodyPr>
          <a:lstStyle>
            <a:lvl1pPr algn="r">
              <a:defRPr lang="de-DE" sz="2400" b="1" dirty="0">
                <a:solidFill>
                  <a:schemeClr val="accent1"/>
                </a:solidFill>
              </a:defRPr>
            </a:lvl1pPr>
          </a:lstStyle>
          <a:p>
            <a:pPr lvl="0">
              <a:spcBef>
                <a:spcPts val="0"/>
              </a:spcBef>
            </a:pPr>
            <a:r>
              <a:rPr lang="de-DE"/>
              <a:t>0x</a:t>
            </a:r>
          </a:p>
        </p:txBody>
      </p:sp>
      <p:sp>
        <p:nvSpPr>
          <p:cNvPr id="22" name="Text Placeholder 6">
            <a:extLst>
              <a:ext uri="{FF2B5EF4-FFF2-40B4-BE49-F238E27FC236}">
                <a16:creationId xmlns:a16="http://schemas.microsoft.com/office/drawing/2014/main" id="{AE370511-ABDA-4008-B938-10F0105CBF69}"/>
              </a:ext>
            </a:extLst>
          </p:cNvPr>
          <p:cNvSpPr>
            <a:spLocks noGrp="1"/>
          </p:cNvSpPr>
          <p:nvPr>
            <p:ph type="body" sz="quarter" idx="29" hasCustomPrompt="1"/>
          </p:nvPr>
        </p:nvSpPr>
        <p:spPr>
          <a:xfrm>
            <a:off x="1079500" y="2814001"/>
            <a:ext cx="335980" cy="369888"/>
          </a:xfrm>
          <a:prstGeom prst="rect">
            <a:avLst/>
          </a:prstGeom>
        </p:spPr>
        <p:txBody>
          <a:bodyPr vert="horz" wrap="none" lIns="0" tIns="0" rIns="0" bIns="0" rtlCol="0">
            <a:normAutofit/>
          </a:bodyPr>
          <a:lstStyle>
            <a:lvl1pPr algn="r">
              <a:defRPr lang="de-DE" sz="2400" b="1" dirty="0">
                <a:solidFill>
                  <a:schemeClr val="accent1"/>
                </a:solidFill>
              </a:defRPr>
            </a:lvl1pPr>
          </a:lstStyle>
          <a:p>
            <a:pPr lvl="0">
              <a:spcBef>
                <a:spcPts val="0"/>
              </a:spcBef>
            </a:pPr>
            <a:r>
              <a:rPr lang="de-DE"/>
              <a:t>0x</a:t>
            </a:r>
          </a:p>
        </p:txBody>
      </p:sp>
      <p:sp>
        <p:nvSpPr>
          <p:cNvPr id="28" name="Text Placeholder 11">
            <a:extLst>
              <a:ext uri="{FF2B5EF4-FFF2-40B4-BE49-F238E27FC236}">
                <a16:creationId xmlns:a16="http://schemas.microsoft.com/office/drawing/2014/main" id="{CABD3DEA-D9AC-49A6-AB02-7A5380BF5183}"/>
              </a:ext>
            </a:extLst>
          </p:cNvPr>
          <p:cNvSpPr>
            <a:spLocks noGrp="1"/>
          </p:cNvSpPr>
          <p:nvPr>
            <p:ph type="body" sz="quarter" idx="30" hasCustomPrompt="1"/>
          </p:nvPr>
        </p:nvSpPr>
        <p:spPr>
          <a:xfrm>
            <a:off x="1794570" y="3406614"/>
            <a:ext cx="5813598" cy="369332"/>
          </a:xfrm>
          <a:prstGeom prst="rect">
            <a:avLst/>
          </a:prstGeom>
        </p:spPr>
        <p:txBody>
          <a:bodyPr>
            <a:normAutofit/>
          </a:bodyPr>
          <a:lstStyle>
            <a:lvl1pPr>
              <a:spcBef>
                <a:spcPts val="0"/>
              </a:spcBef>
              <a:defRPr sz="2400"/>
            </a:lvl1pPr>
          </a:lstStyle>
          <a:p>
            <a:pPr lvl="0"/>
            <a:r>
              <a:rPr lang="en-US"/>
              <a:t>Click to add text</a:t>
            </a:r>
          </a:p>
        </p:txBody>
      </p:sp>
      <p:sp>
        <p:nvSpPr>
          <p:cNvPr id="29" name="Text Placeholder 11">
            <a:extLst>
              <a:ext uri="{FF2B5EF4-FFF2-40B4-BE49-F238E27FC236}">
                <a16:creationId xmlns:a16="http://schemas.microsoft.com/office/drawing/2014/main" id="{C143C05F-5CEC-4DA0-8030-D7B2370EBBB4}"/>
              </a:ext>
            </a:extLst>
          </p:cNvPr>
          <p:cNvSpPr>
            <a:spLocks noGrp="1"/>
          </p:cNvSpPr>
          <p:nvPr>
            <p:ph type="body" sz="quarter" idx="31" hasCustomPrompt="1"/>
          </p:nvPr>
        </p:nvSpPr>
        <p:spPr>
          <a:xfrm>
            <a:off x="1794570" y="3999227"/>
            <a:ext cx="5813598" cy="369332"/>
          </a:xfrm>
          <a:prstGeom prst="rect">
            <a:avLst/>
          </a:prstGeom>
        </p:spPr>
        <p:txBody>
          <a:bodyPr>
            <a:normAutofit/>
          </a:bodyPr>
          <a:lstStyle>
            <a:lvl1pPr>
              <a:spcBef>
                <a:spcPts val="0"/>
              </a:spcBef>
              <a:defRPr sz="2400"/>
            </a:lvl1pPr>
          </a:lstStyle>
          <a:p>
            <a:pPr lvl="0"/>
            <a:r>
              <a:rPr lang="en-US"/>
              <a:t>Click to add text</a:t>
            </a:r>
          </a:p>
        </p:txBody>
      </p:sp>
      <p:sp>
        <p:nvSpPr>
          <p:cNvPr id="30" name="Text Placeholder 11">
            <a:extLst>
              <a:ext uri="{FF2B5EF4-FFF2-40B4-BE49-F238E27FC236}">
                <a16:creationId xmlns:a16="http://schemas.microsoft.com/office/drawing/2014/main" id="{96B43F80-D448-432F-A45D-FE4715923FC2}"/>
              </a:ext>
            </a:extLst>
          </p:cNvPr>
          <p:cNvSpPr>
            <a:spLocks noGrp="1"/>
          </p:cNvSpPr>
          <p:nvPr>
            <p:ph type="body" sz="quarter" idx="32" hasCustomPrompt="1"/>
          </p:nvPr>
        </p:nvSpPr>
        <p:spPr>
          <a:xfrm>
            <a:off x="1794570" y="4591841"/>
            <a:ext cx="5813598" cy="369332"/>
          </a:xfrm>
          <a:prstGeom prst="rect">
            <a:avLst/>
          </a:prstGeom>
        </p:spPr>
        <p:txBody>
          <a:bodyPr>
            <a:normAutofit/>
          </a:bodyPr>
          <a:lstStyle>
            <a:lvl1pPr>
              <a:spcBef>
                <a:spcPts val="0"/>
              </a:spcBef>
              <a:defRPr sz="2400"/>
            </a:lvl1pPr>
          </a:lstStyle>
          <a:p>
            <a:pPr lvl="0"/>
            <a:r>
              <a:rPr lang="en-US"/>
              <a:t>Click to add text</a:t>
            </a:r>
          </a:p>
        </p:txBody>
      </p:sp>
      <p:sp>
        <p:nvSpPr>
          <p:cNvPr id="31" name="Text Placeholder 6">
            <a:extLst>
              <a:ext uri="{FF2B5EF4-FFF2-40B4-BE49-F238E27FC236}">
                <a16:creationId xmlns:a16="http://schemas.microsoft.com/office/drawing/2014/main" id="{C434EB54-C0D1-4857-9330-87FAFCC49D56}"/>
              </a:ext>
            </a:extLst>
          </p:cNvPr>
          <p:cNvSpPr>
            <a:spLocks noGrp="1"/>
          </p:cNvSpPr>
          <p:nvPr>
            <p:ph type="body" sz="quarter" idx="33" hasCustomPrompt="1"/>
          </p:nvPr>
        </p:nvSpPr>
        <p:spPr>
          <a:xfrm>
            <a:off x="1079500" y="3406614"/>
            <a:ext cx="335980" cy="369888"/>
          </a:xfrm>
          <a:prstGeom prst="rect">
            <a:avLst/>
          </a:prstGeom>
        </p:spPr>
        <p:txBody>
          <a:bodyPr vert="horz" wrap="none" lIns="0" tIns="0" rIns="0" bIns="0" rtlCol="0">
            <a:normAutofit/>
          </a:bodyPr>
          <a:lstStyle>
            <a:lvl1pPr algn="r">
              <a:defRPr lang="de-DE" sz="2400" b="1" dirty="0">
                <a:solidFill>
                  <a:schemeClr val="accent1"/>
                </a:solidFill>
              </a:defRPr>
            </a:lvl1pPr>
          </a:lstStyle>
          <a:p>
            <a:pPr lvl="0">
              <a:spcBef>
                <a:spcPts val="0"/>
              </a:spcBef>
            </a:pPr>
            <a:r>
              <a:rPr lang="de-DE"/>
              <a:t>0x</a:t>
            </a:r>
          </a:p>
        </p:txBody>
      </p:sp>
      <p:sp>
        <p:nvSpPr>
          <p:cNvPr id="32" name="Text Placeholder 6">
            <a:extLst>
              <a:ext uri="{FF2B5EF4-FFF2-40B4-BE49-F238E27FC236}">
                <a16:creationId xmlns:a16="http://schemas.microsoft.com/office/drawing/2014/main" id="{F0320016-4C9A-409B-8724-E53F23529A4B}"/>
              </a:ext>
            </a:extLst>
          </p:cNvPr>
          <p:cNvSpPr>
            <a:spLocks noGrp="1"/>
          </p:cNvSpPr>
          <p:nvPr>
            <p:ph type="body" sz="quarter" idx="34" hasCustomPrompt="1"/>
          </p:nvPr>
        </p:nvSpPr>
        <p:spPr>
          <a:xfrm>
            <a:off x="1079500" y="3999227"/>
            <a:ext cx="335980" cy="369888"/>
          </a:xfrm>
          <a:prstGeom prst="rect">
            <a:avLst/>
          </a:prstGeom>
        </p:spPr>
        <p:txBody>
          <a:bodyPr vert="horz" wrap="none" lIns="0" tIns="0" rIns="0" bIns="0" rtlCol="0">
            <a:normAutofit/>
          </a:bodyPr>
          <a:lstStyle>
            <a:lvl1pPr algn="r">
              <a:defRPr lang="de-DE" sz="2400" b="1" dirty="0">
                <a:solidFill>
                  <a:schemeClr val="accent1"/>
                </a:solidFill>
              </a:defRPr>
            </a:lvl1pPr>
          </a:lstStyle>
          <a:p>
            <a:pPr lvl="0">
              <a:spcBef>
                <a:spcPts val="0"/>
              </a:spcBef>
            </a:pPr>
            <a:r>
              <a:rPr lang="de-DE"/>
              <a:t>0x</a:t>
            </a:r>
          </a:p>
        </p:txBody>
      </p:sp>
      <p:sp>
        <p:nvSpPr>
          <p:cNvPr id="34" name="Text Placeholder 6">
            <a:extLst>
              <a:ext uri="{FF2B5EF4-FFF2-40B4-BE49-F238E27FC236}">
                <a16:creationId xmlns:a16="http://schemas.microsoft.com/office/drawing/2014/main" id="{F0279A3C-5E27-40F7-98C0-08832F4CE1FB}"/>
              </a:ext>
            </a:extLst>
          </p:cNvPr>
          <p:cNvSpPr>
            <a:spLocks noGrp="1"/>
          </p:cNvSpPr>
          <p:nvPr>
            <p:ph type="body" sz="quarter" idx="35" hasCustomPrompt="1"/>
          </p:nvPr>
        </p:nvSpPr>
        <p:spPr>
          <a:xfrm>
            <a:off x="1079500" y="4591841"/>
            <a:ext cx="335980" cy="369888"/>
          </a:xfrm>
          <a:prstGeom prst="rect">
            <a:avLst/>
          </a:prstGeom>
        </p:spPr>
        <p:txBody>
          <a:bodyPr vert="horz" wrap="none" lIns="0" tIns="0" rIns="0" bIns="0" rtlCol="0">
            <a:normAutofit/>
          </a:bodyPr>
          <a:lstStyle>
            <a:lvl1pPr algn="r">
              <a:defRPr lang="de-DE" sz="2400" b="1" dirty="0">
                <a:solidFill>
                  <a:schemeClr val="accent1"/>
                </a:solidFill>
              </a:defRPr>
            </a:lvl1pPr>
          </a:lstStyle>
          <a:p>
            <a:pPr lvl="0">
              <a:spcBef>
                <a:spcPts val="0"/>
              </a:spcBef>
            </a:pPr>
            <a:r>
              <a:rPr lang="de-DE"/>
              <a:t>0x</a:t>
            </a:r>
          </a:p>
        </p:txBody>
      </p:sp>
      <p:sp>
        <p:nvSpPr>
          <p:cNvPr id="2" name="Title Placeholder 1">
            <a:extLst>
              <a:ext uri="{FF2B5EF4-FFF2-40B4-BE49-F238E27FC236}">
                <a16:creationId xmlns:a16="http://schemas.microsoft.com/office/drawing/2014/main" id="{114BB18C-C624-35CB-514D-CE1A312E0BD8}"/>
              </a:ext>
            </a:extLst>
          </p:cNvPr>
          <p:cNvSpPr>
            <a:spLocks noGrp="1"/>
          </p:cNvSpPr>
          <p:nvPr>
            <p:ph type="title"/>
          </p:nvPr>
        </p:nvSpPr>
        <p:spPr>
          <a:xfrm>
            <a:off x="1079321" y="260350"/>
            <a:ext cx="8640763" cy="792163"/>
          </a:xfrm>
        </p:spPr>
        <p:txBody>
          <a:bodyPr/>
          <a:lstStyle>
            <a:lvl1pPr>
              <a:defRPr>
                <a:solidFill>
                  <a:schemeClr val="tx1"/>
                </a:solidFill>
              </a:defRPr>
            </a:lvl1pPr>
          </a:lstStyle>
          <a:p>
            <a:r>
              <a:rPr lang="en-US"/>
              <a:t>Click to edit Master title style</a:t>
            </a:r>
          </a:p>
        </p:txBody>
      </p:sp>
    </p:spTree>
    <p:extLst>
      <p:ext uri="{BB962C8B-B14F-4D97-AF65-F5344CB8AC3E}">
        <p14:creationId xmlns:p14="http://schemas.microsoft.com/office/powerpoint/2010/main" val="4049844662"/>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Agenda 3">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6C4263A-DA82-3AB3-0A84-F2337DC19F6E}"/>
              </a:ext>
            </a:extLst>
          </p:cNvPr>
          <p:cNvSpPr/>
          <p:nvPr userDrawn="1"/>
        </p:nvSpPr>
        <p:spPr>
          <a:xfrm>
            <a:off x="-24680" y="1484784"/>
            <a:ext cx="5735960" cy="5373217"/>
          </a:xfrm>
          <a:prstGeom prst="rect">
            <a:avLst/>
          </a:prstGeom>
          <a:solidFill>
            <a:srgbClr val="17334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3" name="Text Placeholder 7">
            <a:extLst>
              <a:ext uri="{FF2B5EF4-FFF2-40B4-BE49-F238E27FC236}">
                <a16:creationId xmlns:a16="http://schemas.microsoft.com/office/drawing/2014/main" id="{306025B9-0362-4974-8920-7C764289CBA0}"/>
              </a:ext>
            </a:extLst>
          </p:cNvPr>
          <p:cNvSpPr>
            <a:spLocks noGrp="1"/>
          </p:cNvSpPr>
          <p:nvPr>
            <p:ph type="body" sz="quarter" idx="12" hasCustomPrompt="1"/>
          </p:nvPr>
        </p:nvSpPr>
        <p:spPr>
          <a:xfrm>
            <a:off x="407368" y="1865049"/>
            <a:ext cx="4967933" cy="555448"/>
          </a:xfrm>
          <a:prstGeom prst="rect">
            <a:avLst/>
          </a:prstGeom>
        </p:spPr>
        <p:txBody>
          <a:bodyPr anchor="ctr">
            <a:no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t>Click to insert text</a:t>
            </a:r>
          </a:p>
        </p:txBody>
      </p:sp>
      <p:sp>
        <p:nvSpPr>
          <p:cNvPr id="14" name="Text Placeholder 7">
            <a:extLst>
              <a:ext uri="{FF2B5EF4-FFF2-40B4-BE49-F238E27FC236}">
                <a16:creationId xmlns:a16="http://schemas.microsoft.com/office/drawing/2014/main" id="{257644F2-F28D-4087-B791-1E7F26C4AD1C}"/>
              </a:ext>
            </a:extLst>
          </p:cNvPr>
          <p:cNvSpPr>
            <a:spLocks noGrp="1"/>
          </p:cNvSpPr>
          <p:nvPr>
            <p:ph type="body" sz="quarter" idx="13" hasCustomPrompt="1"/>
          </p:nvPr>
        </p:nvSpPr>
        <p:spPr>
          <a:xfrm>
            <a:off x="407368" y="2537189"/>
            <a:ext cx="4967933" cy="555448"/>
          </a:xfrm>
          <a:prstGeom prst="rect">
            <a:avLst/>
          </a:prstGeom>
        </p:spPr>
        <p:txBody>
          <a:bodyPr anchor="ctr">
            <a:noAutofit/>
          </a:bodyPr>
          <a:lstStyle>
            <a:lvl1pPr>
              <a:lnSpc>
                <a:spcPct val="100000"/>
              </a:lnSpc>
              <a:defRPr sz="130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15" name="Text Placeholder 7">
            <a:extLst>
              <a:ext uri="{FF2B5EF4-FFF2-40B4-BE49-F238E27FC236}">
                <a16:creationId xmlns:a16="http://schemas.microsoft.com/office/drawing/2014/main" id="{25F62A33-F672-4099-9B72-9B2267F22ACF}"/>
              </a:ext>
            </a:extLst>
          </p:cNvPr>
          <p:cNvSpPr>
            <a:spLocks noGrp="1"/>
          </p:cNvSpPr>
          <p:nvPr>
            <p:ph type="body" sz="quarter" idx="14" hasCustomPrompt="1"/>
          </p:nvPr>
        </p:nvSpPr>
        <p:spPr>
          <a:xfrm>
            <a:off x="407368" y="3209329"/>
            <a:ext cx="4967933" cy="555448"/>
          </a:xfrm>
          <a:prstGeom prst="rect">
            <a:avLst/>
          </a:prstGeom>
        </p:spPr>
        <p:txBody>
          <a:bodyPr anchor="ctr">
            <a:noAutofit/>
          </a:bodyPr>
          <a:lstStyle>
            <a:lvl1pPr>
              <a:lnSpc>
                <a:spcPct val="100000"/>
              </a:lnSpc>
              <a:defRPr sz="130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16" name="Text Placeholder 7">
            <a:extLst>
              <a:ext uri="{FF2B5EF4-FFF2-40B4-BE49-F238E27FC236}">
                <a16:creationId xmlns:a16="http://schemas.microsoft.com/office/drawing/2014/main" id="{72FF6EE1-C46D-4DEB-A508-49B5101CF26E}"/>
              </a:ext>
            </a:extLst>
          </p:cNvPr>
          <p:cNvSpPr>
            <a:spLocks noGrp="1"/>
          </p:cNvSpPr>
          <p:nvPr>
            <p:ph type="body" sz="quarter" idx="15" hasCustomPrompt="1"/>
          </p:nvPr>
        </p:nvSpPr>
        <p:spPr>
          <a:xfrm>
            <a:off x="407368" y="3881469"/>
            <a:ext cx="4967933" cy="555448"/>
          </a:xfrm>
          <a:prstGeom prst="rect">
            <a:avLst/>
          </a:prstGeom>
        </p:spPr>
        <p:txBody>
          <a:bodyPr anchor="ctr">
            <a:noAutofit/>
          </a:bodyPr>
          <a:lstStyle>
            <a:lvl1pPr>
              <a:lnSpc>
                <a:spcPct val="100000"/>
              </a:lnSpc>
              <a:defRPr sz="130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17" name="Text Placeholder 7">
            <a:extLst>
              <a:ext uri="{FF2B5EF4-FFF2-40B4-BE49-F238E27FC236}">
                <a16:creationId xmlns:a16="http://schemas.microsoft.com/office/drawing/2014/main" id="{931D06D9-EA9B-42A0-81EE-D669D6CA5F33}"/>
              </a:ext>
            </a:extLst>
          </p:cNvPr>
          <p:cNvSpPr>
            <a:spLocks noGrp="1"/>
          </p:cNvSpPr>
          <p:nvPr>
            <p:ph type="body" sz="quarter" idx="16" hasCustomPrompt="1"/>
          </p:nvPr>
        </p:nvSpPr>
        <p:spPr>
          <a:xfrm>
            <a:off x="407368" y="4553609"/>
            <a:ext cx="4967933" cy="555448"/>
          </a:xfrm>
          <a:prstGeom prst="rect">
            <a:avLst/>
          </a:prstGeom>
        </p:spPr>
        <p:txBody>
          <a:bodyPr anchor="ctr">
            <a:noAutofit/>
          </a:bodyPr>
          <a:lstStyle>
            <a:lvl1pPr>
              <a:lnSpc>
                <a:spcPct val="100000"/>
              </a:lnSpc>
              <a:defRPr sz="130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18" name="Text Placeholder 7">
            <a:extLst>
              <a:ext uri="{FF2B5EF4-FFF2-40B4-BE49-F238E27FC236}">
                <a16:creationId xmlns:a16="http://schemas.microsoft.com/office/drawing/2014/main" id="{EFEA829A-6217-4965-B7BD-6BC37F7849AB}"/>
              </a:ext>
            </a:extLst>
          </p:cNvPr>
          <p:cNvSpPr>
            <a:spLocks noGrp="1"/>
          </p:cNvSpPr>
          <p:nvPr>
            <p:ph type="body" sz="quarter" idx="17" hasCustomPrompt="1"/>
          </p:nvPr>
        </p:nvSpPr>
        <p:spPr>
          <a:xfrm>
            <a:off x="407368" y="5225749"/>
            <a:ext cx="4967933" cy="555448"/>
          </a:xfrm>
          <a:prstGeom prst="rect">
            <a:avLst/>
          </a:prstGeom>
        </p:spPr>
        <p:txBody>
          <a:bodyPr anchor="ctr">
            <a:noAutofit/>
          </a:bodyPr>
          <a:lstStyle>
            <a:lvl1pPr>
              <a:lnSpc>
                <a:spcPct val="100000"/>
              </a:lnSpc>
              <a:defRPr sz="130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19" name="Text Placeholder 7">
            <a:extLst>
              <a:ext uri="{FF2B5EF4-FFF2-40B4-BE49-F238E27FC236}">
                <a16:creationId xmlns:a16="http://schemas.microsoft.com/office/drawing/2014/main" id="{E05DDB93-91CA-4BAF-9D63-E4134B435D8F}"/>
              </a:ext>
            </a:extLst>
          </p:cNvPr>
          <p:cNvSpPr>
            <a:spLocks noGrp="1"/>
          </p:cNvSpPr>
          <p:nvPr>
            <p:ph type="body" sz="quarter" idx="18" hasCustomPrompt="1"/>
          </p:nvPr>
        </p:nvSpPr>
        <p:spPr>
          <a:xfrm>
            <a:off x="407368" y="5897889"/>
            <a:ext cx="4967933" cy="555448"/>
          </a:xfrm>
          <a:prstGeom prst="rect">
            <a:avLst/>
          </a:prstGeom>
        </p:spPr>
        <p:txBody>
          <a:bodyPr anchor="ctr">
            <a:noAutofit/>
          </a:bodyPr>
          <a:lstStyle>
            <a:lvl1pPr>
              <a:lnSpc>
                <a:spcPct val="100000"/>
              </a:lnSpc>
              <a:defRPr sz="130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2" name="Title 1">
            <a:extLst>
              <a:ext uri="{FF2B5EF4-FFF2-40B4-BE49-F238E27FC236}">
                <a16:creationId xmlns:a16="http://schemas.microsoft.com/office/drawing/2014/main" id="{9D5111C9-BF1D-4957-9C22-F45DD34F3344}"/>
              </a:ext>
            </a:extLst>
          </p:cNvPr>
          <p:cNvSpPr>
            <a:spLocks noGrp="1"/>
          </p:cNvSpPr>
          <p:nvPr>
            <p:ph type="title"/>
          </p:nvPr>
        </p:nvSpPr>
        <p:spPr>
          <a:xfrm>
            <a:off x="414971" y="260350"/>
            <a:ext cx="5681029" cy="792163"/>
          </a:xfrm>
        </p:spPr>
        <p:txBody>
          <a:bodyPr/>
          <a:lstStyle>
            <a:lvl1pPr>
              <a:defRPr/>
            </a:lvl1pPr>
          </a:lstStyle>
          <a:p>
            <a:r>
              <a:rPr lang="en-US"/>
              <a:t>Click to edit Master title style</a:t>
            </a:r>
          </a:p>
        </p:txBody>
      </p:sp>
    </p:spTree>
    <p:extLst>
      <p:ext uri="{BB962C8B-B14F-4D97-AF65-F5344CB8AC3E}">
        <p14:creationId xmlns:p14="http://schemas.microsoft.com/office/powerpoint/2010/main" val="154751633"/>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Agenda Dark and Picture">
    <p:bg>
      <p:bgPr>
        <a:solidFill>
          <a:schemeClr val="accent4"/>
        </a:solidFill>
        <a:effectLst/>
      </p:bgPr>
    </p:bg>
    <p:spTree>
      <p:nvGrpSpPr>
        <p:cNvPr id="1" name=""/>
        <p:cNvGrpSpPr/>
        <p:nvPr/>
      </p:nvGrpSpPr>
      <p:grpSpPr>
        <a:xfrm>
          <a:off x="0" y="0"/>
          <a:ext cx="0" cy="0"/>
          <a:chOff x="0" y="0"/>
          <a:chExt cx="0" cy="0"/>
        </a:xfrm>
      </p:grpSpPr>
      <p:sp>
        <p:nvSpPr>
          <p:cNvPr id="3" name="Picture Placeholder 18">
            <a:extLst>
              <a:ext uri="{FF2B5EF4-FFF2-40B4-BE49-F238E27FC236}">
                <a16:creationId xmlns:a16="http://schemas.microsoft.com/office/drawing/2014/main" id="{D3B1FE99-E8D3-C5FE-4E44-4E4EF67B45DA}"/>
              </a:ext>
            </a:extLst>
          </p:cNvPr>
          <p:cNvSpPr>
            <a:spLocks noGrp="1"/>
          </p:cNvSpPr>
          <p:nvPr>
            <p:ph type="pic" sz="quarter" idx="10" hasCustomPrompt="1"/>
          </p:nvPr>
        </p:nvSpPr>
        <p:spPr>
          <a:xfrm>
            <a:off x="6096001" y="908721"/>
            <a:ext cx="6096000" cy="594928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2" name="Title">
            <a:extLst>
              <a:ext uri="{FF2B5EF4-FFF2-40B4-BE49-F238E27FC236}">
                <a16:creationId xmlns:a16="http://schemas.microsoft.com/office/drawing/2014/main" id="{1B342561-1DD2-4DA7-BA2A-C8E3856FE9BB}"/>
              </a:ext>
            </a:extLst>
          </p:cNvPr>
          <p:cNvSpPr>
            <a:spLocks noGrp="1"/>
          </p:cNvSpPr>
          <p:nvPr>
            <p:ph type="title" hasCustomPrompt="1"/>
          </p:nvPr>
        </p:nvSpPr>
        <p:spPr>
          <a:xfrm>
            <a:off x="407988" y="692696"/>
            <a:ext cx="4751907" cy="720179"/>
          </a:xfrm>
        </p:spPr>
        <p:txBody>
          <a:bodyPr vert="horz" lIns="0" tIns="0" rIns="0" bIns="0" rtlCol="0" anchor="b">
            <a:noAutofit/>
          </a:bodyPr>
          <a:lstStyle>
            <a:lvl1pPr>
              <a:lnSpc>
                <a:spcPct val="80000"/>
              </a:lnSpc>
              <a:defRPr lang="en-GB" sz="3600" baseline="0">
                <a:solidFill>
                  <a:schemeClr val="bg1"/>
                </a:solidFill>
              </a:defRPr>
            </a:lvl1pPr>
          </a:lstStyle>
          <a:p>
            <a:pPr lvl="0"/>
            <a:r>
              <a:rPr lang="en-US"/>
              <a:t>Click to edit Agenda</a:t>
            </a:r>
            <a:endParaRPr lang="en-GB"/>
          </a:p>
        </p:txBody>
      </p:sp>
      <p:sp>
        <p:nvSpPr>
          <p:cNvPr id="10" name="Text Placeholder 9">
            <a:extLst>
              <a:ext uri="{FF2B5EF4-FFF2-40B4-BE49-F238E27FC236}">
                <a16:creationId xmlns:a16="http://schemas.microsoft.com/office/drawing/2014/main" id="{FC6DF15B-7249-491B-BFB7-9A33784178CD}"/>
              </a:ext>
            </a:extLst>
          </p:cNvPr>
          <p:cNvSpPr>
            <a:spLocks noGrp="1"/>
          </p:cNvSpPr>
          <p:nvPr>
            <p:ph type="body" sz="quarter" idx="12"/>
          </p:nvPr>
        </p:nvSpPr>
        <p:spPr>
          <a:xfrm>
            <a:off x="407988" y="1916832"/>
            <a:ext cx="5471988" cy="4536356"/>
          </a:xfrm>
          <a:prstGeom prst="rect">
            <a:avLst/>
          </a:prstGeom>
        </p:spPr>
        <p:txBody>
          <a:bodyPr>
            <a:noAutofit/>
          </a:bodyPr>
          <a:lstStyle>
            <a:lvl1pPr>
              <a:spcBef>
                <a:spcPts val="1200"/>
              </a:spcBef>
              <a:defRPr sz="1800">
                <a:solidFill>
                  <a:schemeClr val="bg1"/>
                </a:solidFill>
              </a:defRPr>
            </a:lvl1pPr>
            <a:lvl2pPr>
              <a:buClr>
                <a:schemeClr val="bg1"/>
              </a:buClr>
              <a:defRPr sz="1600">
                <a:solidFill>
                  <a:schemeClr val="bg1"/>
                </a:solidFill>
              </a:defRPr>
            </a:lvl2pPr>
            <a:lvl3pPr>
              <a:buClr>
                <a:schemeClr val="bg1"/>
              </a:buClr>
              <a:defRPr sz="1600">
                <a:solidFill>
                  <a:schemeClr val="bg1"/>
                </a:solidFill>
              </a:defRPr>
            </a:lvl3pPr>
            <a:lvl4pPr>
              <a:buClr>
                <a:schemeClr val="bg1"/>
              </a:buClr>
              <a:defRPr sz="1400">
                <a:solidFill>
                  <a:schemeClr val="bg1"/>
                </a:solidFill>
              </a:defRPr>
            </a:lvl4pPr>
            <a:lvl5pPr>
              <a:buClr>
                <a:schemeClr val="bg1"/>
              </a:buClr>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91553498"/>
      </p:ext>
    </p:extLst>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Agenda dark">
    <p:bg>
      <p:bgPr>
        <a:solidFill>
          <a:schemeClr val="accent4"/>
        </a:solidFill>
        <a:effectLst/>
      </p:bgPr>
    </p:bg>
    <p:spTree>
      <p:nvGrpSpPr>
        <p:cNvPr id="1" name=""/>
        <p:cNvGrpSpPr/>
        <p:nvPr/>
      </p:nvGrpSpPr>
      <p:grpSpPr>
        <a:xfrm>
          <a:off x="0" y="0"/>
          <a:ext cx="0" cy="0"/>
          <a:chOff x="0" y="0"/>
          <a:chExt cx="0" cy="0"/>
        </a:xfrm>
      </p:grpSpPr>
      <p:pic>
        <p:nvPicPr>
          <p:cNvPr id="5" name="Picture 4" descr="A blue star shaped object">
            <a:extLst>
              <a:ext uri="{FF2B5EF4-FFF2-40B4-BE49-F238E27FC236}">
                <a16:creationId xmlns:a16="http://schemas.microsoft.com/office/drawing/2014/main" id="{4C1B8AC2-FDD7-40DD-8E54-4BBFA7BBEF89}"/>
              </a:ext>
            </a:extLst>
          </p:cNvPr>
          <p:cNvPicPr>
            <a:picLocks noChangeAspect="1"/>
          </p:cNvPicPr>
          <p:nvPr userDrawn="1"/>
        </p:nvPicPr>
        <p:blipFill>
          <a:blip r:embed="rId2"/>
          <a:stretch>
            <a:fillRect/>
          </a:stretch>
        </p:blipFill>
        <p:spPr>
          <a:xfrm flipH="1" flipV="1">
            <a:off x="39684" y="0"/>
            <a:ext cx="12152316" cy="6858000"/>
          </a:xfrm>
          <a:prstGeom prst="rect">
            <a:avLst/>
          </a:prstGeom>
        </p:spPr>
      </p:pic>
      <p:sp>
        <p:nvSpPr>
          <p:cNvPr id="12" name="Text Placeholder 11">
            <a:extLst>
              <a:ext uri="{FF2B5EF4-FFF2-40B4-BE49-F238E27FC236}">
                <a16:creationId xmlns:a16="http://schemas.microsoft.com/office/drawing/2014/main" id="{D119069D-5D68-4DB4-B45F-92CCC710785E}"/>
              </a:ext>
            </a:extLst>
          </p:cNvPr>
          <p:cNvSpPr>
            <a:spLocks noGrp="1"/>
          </p:cNvSpPr>
          <p:nvPr>
            <p:ph type="body" sz="quarter" idx="24" hasCustomPrompt="1"/>
          </p:nvPr>
        </p:nvSpPr>
        <p:spPr>
          <a:xfrm>
            <a:off x="1794570" y="1628775"/>
            <a:ext cx="5813598" cy="369332"/>
          </a:xfrm>
          <a:prstGeom prst="rect">
            <a:avLst/>
          </a:prstGeom>
        </p:spPr>
        <p:txBody>
          <a:bodyPr>
            <a:normAutofit/>
          </a:bodyPr>
          <a:lstStyle>
            <a:lvl1pPr>
              <a:spcBef>
                <a:spcPts val="0"/>
              </a:spcBef>
              <a:defRPr sz="2400">
                <a:solidFill>
                  <a:schemeClr val="bg1"/>
                </a:solidFill>
              </a:defRPr>
            </a:lvl1pPr>
          </a:lstStyle>
          <a:p>
            <a:pPr lvl="0"/>
            <a:r>
              <a:rPr lang="en-US"/>
              <a:t>Click to add text</a:t>
            </a:r>
          </a:p>
        </p:txBody>
      </p:sp>
      <p:sp>
        <p:nvSpPr>
          <p:cNvPr id="23" name="Text Placeholder 11">
            <a:extLst>
              <a:ext uri="{FF2B5EF4-FFF2-40B4-BE49-F238E27FC236}">
                <a16:creationId xmlns:a16="http://schemas.microsoft.com/office/drawing/2014/main" id="{AA1A2157-04CD-44FC-8492-E3FAFE326F18}"/>
              </a:ext>
            </a:extLst>
          </p:cNvPr>
          <p:cNvSpPr>
            <a:spLocks noGrp="1"/>
          </p:cNvSpPr>
          <p:nvPr>
            <p:ph type="body" sz="quarter" idx="25" hasCustomPrompt="1"/>
          </p:nvPr>
        </p:nvSpPr>
        <p:spPr>
          <a:xfrm>
            <a:off x="1794570" y="2221388"/>
            <a:ext cx="5813598" cy="369332"/>
          </a:xfrm>
          <a:prstGeom prst="rect">
            <a:avLst/>
          </a:prstGeom>
        </p:spPr>
        <p:txBody>
          <a:bodyPr>
            <a:normAutofit/>
          </a:bodyPr>
          <a:lstStyle>
            <a:lvl1pPr>
              <a:spcBef>
                <a:spcPts val="0"/>
              </a:spcBef>
              <a:defRPr sz="2400">
                <a:solidFill>
                  <a:schemeClr val="bg1"/>
                </a:solidFill>
              </a:defRPr>
            </a:lvl1pPr>
          </a:lstStyle>
          <a:p>
            <a:pPr lvl="0"/>
            <a:r>
              <a:rPr lang="en-US"/>
              <a:t>Click to add text</a:t>
            </a:r>
          </a:p>
        </p:txBody>
      </p:sp>
      <p:sp>
        <p:nvSpPr>
          <p:cNvPr id="24" name="Text Placeholder 11">
            <a:extLst>
              <a:ext uri="{FF2B5EF4-FFF2-40B4-BE49-F238E27FC236}">
                <a16:creationId xmlns:a16="http://schemas.microsoft.com/office/drawing/2014/main" id="{199E21EB-D052-4206-952C-D3FE77AA1C8D}"/>
              </a:ext>
            </a:extLst>
          </p:cNvPr>
          <p:cNvSpPr>
            <a:spLocks noGrp="1"/>
          </p:cNvSpPr>
          <p:nvPr>
            <p:ph type="body" sz="quarter" idx="26" hasCustomPrompt="1"/>
          </p:nvPr>
        </p:nvSpPr>
        <p:spPr>
          <a:xfrm>
            <a:off x="1794570" y="2814001"/>
            <a:ext cx="5813598" cy="369332"/>
          </a:xfrm>
          <a:prstGeom prst="rect">
            <a:avLst/>
          </a:prstGeom>
        </p:spPr>
        <p:txBody>
          <a:bodyPr>
            <a:normAutofit/>
          </a:bodyPr>
          <a:lstStyle>
            <a:lvl1pPr>
              <a:spcBef>
                <a:spcPts val="0"/>
              </a:spcBef>
              <a:defRPr sz="2400">
                <a:solidFill>
                  <a:schemeClr val="bg1"/>
                </a:solidFill>
              </a:defRPr>
            </a:lvl1pPr>
          </a:lstStyle>
          <a:p>
            <a:pPr lvl="0"/>
            <a:r>
              <a:rPr lang="en-US"/>
              <a:t>Click to add text</a:t>
            </a:r>
          </a:p>
        </p:txBody>
      </p:sp>
      <p:sp>
        <p:nvSpPr>
          <p:cNvPr id="7" name="Text Placeholder 6">
            <a:extLst>
              <a:ext uri="{FF2B5EF4-FFF2-40B4-BE49-F238E27FC236}">
                <a16:creationId xmlns:a16="http://schemas.microsoft.com/office/drawing/2014/main" id="{C9AA932A-4442-4987-878D-3B69D84A4771}"/>
              </a:ext>
            </a:extLst>
          </p:cNvPr>
          <p:cNvSpPr>
            <a:spLocks noGrp="1"/>
          </p:cNvSpPr>
          <p:nvPr>
            <p:ph type="body" sz="quarter" idx="27" hasCustomPrompt="1"/>
          </p:nvPr>
        </p:nvSpPr>
        <p:spPr>
          <a:xfrm>
            <a:off x="1079500" y="1628775"/>
            <a:ext cx="335980" cy="369888"/>
          </a:xfrm>
          <a:prstGeom prst="rect">
            <a:avLst/>
          </a:prstGeom>
        </p:spPr>
        <p:txBody>
          <a:bodyPr vert="horz" wrap="none" lIns="0" tIns="0" rIns="0" bIns="0" rtlCol="0">
            <a:normAutofit/>
          </a:bodyPr>
          <a:lstStyle>
            <a:lvl1pPr algn="r">
              <a:defRPr lang="de-DE" sz="2400" b="1" dirty="0">
                <a:solidFill>
                  <a:schemeClr val="accent2"/>
                </a:solidFill>
              </a:defRPr>
            </a:lvl1pPr>
          </a:lstStyle>
          <a:p>
            <a:pPr lvl="0">
              <a:spcBef>
                <a:spcPts val="0"/>
              </a:spcBef>
            </a:pPr>
            <a:r>
              <a:rPr lang="de-DE"/>
              <a:t>0x</a:t>
            </a:r>
          </a:p>
        </p:txBody>
      </p:sp>
      <p:sp>
        <p:nvSpPr>
          <p:cNvPr id="21" name="Text Placeholder 6">
            <a:extLst>
              <a:ext uri="{FF2B5EF4-FFF2-40B4-BE49-F238E27FC236}">
                <a16:creationId xmlns:a16="http://schemas.microsoft.com/office/drawing/2014/main" id="{EAA65ABF-5E47-4A8A-934B-E9458D034F70}"/>
              </a:ext>
            </a:extLst>
          </p:cNvPr>
          <p:cNvSpPr>
            <a:spLocks noGrp="1"/>
          </p:cNvSpPr>
          <p:nvPr>
            <p:ph type="body" sz="quarter" idx="28" hasCustomPrompt="1"/>
          </p:nvPr>
        </p:nvSpPr>
        <p:spPr>
          <a:xfrm>
            <a:off x="1079500" y="2221388"/>
            <a:ext cx="335980" cy="369888"/>
          </a:xfrm>
          <a:prstGeom prst="rect">
            <a:avLst/>
          </a:prstGeom>
        </p:spPr>
        <p:txBody>
          <a:bodyPr vert="horz" wrap="none" lIns="0" tIns="0" rIns="0" bIns="0" rtlCol="0">
            <a:normAutofit/>
          </a:bodyPr>
          <a:lstStyle>
            <a:lvl1pPr algn="r">
              <a:defRPr lang="de-DE" sz="2400" b="1" dirty="0">
                <a:solidFill>
                  <a:schemeClr val="accent2"/>
                </a:solidFill>
              </a:defRPr>
            </a:lvl1pPr>
          </a:lstStyle>
          <a:p>
            <a:pPr lvl="0">
              <a:spcBef>
                <a:spcPts val="0"/>
              </a:spcBef>
            </a:pPr>
            <a:r>
              <a:rPr lang="de-DE"/>
              <a:t>0x</a:t>
            </a:r>
          </a:p>
        </p:txBody>
      </p:sp>
      <p:sp>
        <p:nvSpPr>
          <p:cNvPr id="22" name="Text Placeholder 6">
            <a:extLst>
              <a:ext uri="{FF2B5EF4-FFF2-40B4-BE49-F238E27FC236}">
                <a16:creationId xmlns:a16="http://schemas.microsoft.com/office/drawing/2014/main" id="{AE370511-ABDA-4008-B938-10F0105CBF69}"/>
              </a:ext>
            </a:extLst>
          </p:cNvPr>
          <p:cNvSpPr>
            <a:spLocks noGrp="1"/>
          </p:cNvSpPr>
          <p:nvPr>
            <p:ph type="body" sz="quarter" idx="29" hasCustomPrompt="1"/>
          </p:nvPr>
        </p:nvSpPr>
        <p:spPr>
          <a:xfrm>
            <a:off x="1079500" y="2814001"/>
            <a:ext cx="335980" cy="369888"/>
          </a:xfrm>
          <a:prstGeom prst="rect">
            <a:avLst/>
          </a:prstGeom>
        </p:spPr>
        <p:txBody>
          <a:bodyPr vert="horz" wrap="none" lIns="0" tIns="0" rIns="0" bIns="0" rtlCol="0">
            <a:normAutofit/>
          </a:bodyPr>
          <a:lstStyle>
            <a:lvl1pPr algn="r">
              <a:defRPr lang="de-DE" sz="2400" b="1" dirty="0">
                <a:solidFill>
                  <a:schemeClr val="accent2"/>
                </a:solidFill>
              </a:defRPr>
            </a:lvl1pPr>
          </a:lstStyle>
          <a:p>
            <a:pPr lvl="0">
              <a:spcBef>
                <a:spcPts val="0"/>
              </a:spcBef>
            </a:pPr>
            <a:r>
              <a:rPr lang="de-DE"/>
              <a:t>0x</a:t>
            </a:r>
          </a:p>
        </p:txBody>
      </p:sp>
      <p:sp>
        <p:nvSpPr>
          <p:cNvPr id="28" name="Text Placeholder 11">
            <a:extLst>
              <a:ext uri="{FF2B5EF4-FFF2-40B4-BE49-F238E27FC236}">
                <a16:creationId xmlns:a16="http://schemas.microsoft.com/office/drawing/2014/main" id="{CABD3DEA-D9AC-49A6-AB02-7A5380BF5183}"/>
              </a:ext>
            </a:extLst>
          </p:cNvPr>
          <p:cNvSpPr>
            <a:spLocks noGrp="1"/>
          </p:cNvSpPr>
          <p:nvPr>
            <p:ph type="body" sz="quarter" idx="30" hasCustomPrompt="1"/>
          </p:nvPr>
        </p:nvSpPr>
        <p:spPr>
          <a:xfrm>
            <a:off x="1794570" y="3406614"/>
            <a:ext cx="5813598" cy="369332"/>
          </a:xfrm>
          <a:prstGeom prst="rect">
            <a:avLst/>
          </a:prstGeom>
        </p:spPr>
        <p:txBody>
          <a:bodyPr>
            <a:normAutofit/>
          </a:bodyPr>
          <a:lstStyle>
            <a:lvl1pPr>
              <a:spcBef>
                <a:spcPts val="0"/>
              </a:spcBef>
              <a:defRPr sz="2400">
                <a:solidFill>
                  <a:schemeClr val="bg1"/>
                </a:solidFill>
              </a:defRPr>
            </a:lvl1pPr>
          </a:lstStyle>
          <a:p>
            <a:pPr lvl="0"/>
            <a:r>
              <a:rPr lang="en-US"/>
              <a:t>Click to add text</a:t>
            </a:r>
          </a:p>
        </p:txBody>
      </p:sp>
      <p:sp>
        <p:nvSpPr>
          <p:cNvPr id="29" name="Text Placeholder 11">
            <a:extLst>
              <a:ext uri="{FF2B5EF4-FFF2-40B4-BE49-F238E27FC236}">
                <a16:creationId xmlns:a16="http://schemas.microsoft.com/office/drawing/2014/main" id="{C143C05F-5CEC-4DA0-8030-D7B2370EBBB4}"/>
              </a:ext>
            </a:extLst>
          </p:cNvPr>
          <p:cNvSpPr>
            <a:spLocks noGrp="1"/>
          </p:cNvSpPr>
          <p:nvPr>
            <p:ph type="body" sz="quarter" idx="31" hasCustomPrompt="1"/>
          </p:nvPr>
        </p:nvSpPr>
        <p:spPr>
          <a:xfrm>
            <a:off x="1794570" y="3999227"/>
            <a:ext cx="5813598" cy="369332"/>
          </a:xfrm>
          <a:prstGeom prst="rect">
            <a:avLst/>
          </a:prstGeom>
        </p:spPr>
        <p:txBody>
          <a:bodyPr>
            <a:normAutofit/>
          </a:bodyPr>
          <a:lstStyle>
            <a:lvl1pPr>
              <a:spcBef>
                <a:spcPts val="0"/>
              </a:spcBef>
              <a:defRPr sz="2400">
                <a:solidFill>
                  <a:schemeClr val="bg1"/>
                </a:solidFill>
              </a:defRPr>
            </a:lvl1pPr>
          </a:lstStyle>
          <a:p>
            <a:pPr lvl="0"/>
            <a:r>
              <a:rPr lang="en-US"/>
              <a:t>Click to add text</a:t>
            </a:r>
          </a:p>
        </p:txBody>
      </p:sp>
      <p:sp>
        <p:nvSpPr>
          <p:cNvPr id="30" name="Text Placeholder 11">
            <a:extLst>
              <a:ext uri="{FF2B5EF4-FFF2-40B4-BE49-F238E27FC236}">
                <a16:creationId xmlns:a16="http://schemas.microsoft.com/office/drawing/2014/main" id="{96B43F80-D448-432F-A45D-FE4715923FC2}"/>
              </a:ext>
            </a:extLst>
          </p:cNvPr>
          <p:cNvSpPr>
            <a:spLocks noGrp="1"/>
          </p:cNvSpPr>
          <p:nvPr>
            <p:ph type="body" sz="quarter" idx="32" hasCustomPrompt="1"/>
          </p:nvPr>
        </p:nvSpPr>
        <p:spPr>
          <a:xfrm>
            <a:off x="1794570" y="4591841"/>
            <a:ext cx="5813598" cy="369332"/>
          </a:xfrm>
          <a:prstGeom prst="rect">
            <a:avLst/>
          </a:prstGeom>
        </p:spPr>
        <p:txBody>
          <a:bodyPr>
            <a:normAutofit/>
          </a:bodyPr>
          <a:lstStyle>
            <a:lvl1pPr>
              <a:spcBef>
                <a:spcPts val="0"/>
              </a:spcBef>
              <a:defRPr sz="2400">
                <a:solidFill>
                  <a:schemeClr val="bg1"/>
                </a:solidFill>
              </a:defRPr>
            </a:lvl1pPr>
          </a:lstStyle>
          <a:p>
            <a:pPr lvl="0"/>
            <a:r>
              <a:rPr lang="en-US"/>
              <a:t>Click to add text</a:t>
            </a:r>
          </a:p>
        </p:txBody>
      </p:sp>
      <p:sp>
        <p:nvSpPr>
          <p:cNvPr id="31" name="Text Placeholder 6">
            <a:extLst>
              <a:ext uri="{FF2B5EF4-FFF2-40B4-BE49-F238E27FC236}">
                <a16:creationId xmlns:a16="http://schemas.microsoft.com/office/drawing/2014/main" id="{C434EB54-C0D1-4857-9330-87FAFCC49D56}"/>
              </a:ext>
            </a:extLst>
          </p:cNvPr>
          <p:cNvSpPr>
            <a:spLocks noGrp="1"/>
          </p:cNvSpPr>
          <p:nvPr>
            <p:ph type="body" sz="quarter" idx="33" hasCustomPrompt="1"/>
          </p:nvPr>
        </p:nvSpPr>
        <p:spPr>
          <a:xfrm>
            <a:off x="1079500" y="3406614"/>
            <a:ext cx="335980" cy="369888"/>
          </a:xfrm>
          <a:prstGeom prst="rect">
            <a:avLst/>
          </a:prstGeom>
        </p:spPr>
        <p:txBody>
          <a:bodyPr vert="horz" wrap="none" lIns="0" tIns="0" rIns="0" bIns="0" rtlCol="0">
            <a:normAutofit/>
          </a:bodyPr>
          <a:lstStyle>
            <a:lvl1pPr algn="r">
              <a:defRPr lang="de-DE" sz="2400" b="1" dirty="0">
                <a:solidFill>
                  <a:schemeClr val="accent2"/>
                </a:solidFill>
              </a:defRPr>
            </a:lvl1pPr>
          </a:lstStyle>
          <a:p>
            <a:pPr lvl="0">
              <a:spcBef>
                <a:spcPts val="0"/>
              </a:spcBef>
            </a:pPr>
            <a:r>
              <a:rPr lang="de-DE"/>
              <a:t>0x</a:t>
            </a:r>
          </a:p>
        </p:txBody>
      </p:sp>
      <p:sp>
        <p:nvSpPr>
          <p:cNvPr id="32" name="Text Placeholder 6">
            <a:extLst>
              <a:ext uri="{FF2B5EF4-FFF2-40B4-BE49-F238E27FC236}">
                <a16:creationId xmlns:a16="http://schemas.microsoft.com/office/drawing/2014/main" id="{F0320016-4C9A-409B-8724-E53F23529A4B}"/>
              </a:ext>
            </a:extLst>
          </p:cNvPr>
          <p:cNvSpPr>
            <a:spLocks noGrp="1"/>
          </p:cNvSpPr>
          <p:nvPr>
            <p:ph type="body" sz="quarter" idx="34" hasCustomPrompt="1"/>
          </p:nvPr>
        </p:nvSpPr>
        <p:spPr>
          <a:xfrm>
            <a:off x="1079500" y="3999227"/>
            <a:ext cx="335980" cy="369888"/>
          </a:xfrm>
          <a:prstGeom prst="rect">
            <a:avLst/>
          </a:prstGeom>
        </p:spPr>
        <p:txBody>
          <a:bodyPr vert="horz" wrap="none" lIns="0" tIns="0" rIns="0" bIns="0" rtlCol="0">
            <a:normAutofit/>
          </a:bodyPr>
          <a:lstStyle>
            <a:lvl1pPr algn="r">
              <a:defRPr lang="de-DE" sz="2400" b="1" dirty="0">
                <a:solidFill>
                  <a:schemeClr val="accent2"/>
                </a:solidFill>
              </a:defRPr>
            </a:lvl1pPr>
          </a:lstStyle>
          <a:p>
            <a:pPr lvl="0">
              <a:spcBef>
                <a:spcPts val="0"/>
              </a:spcBef>
            </a:pPr>
            <a:r>
              <a:rPr lang="de-DE"/>
              <a:t>0x</a:t>
            </a:r>
          </a:p>
        </p:txBody>
      </p:sp>
      <p:sp>
        <p:nvSpPr>
          <p:cNvPr id="34" name="Text Placeholder 6">
            <a:extLst>
              <a:ext uri="{FF2B5EF4-FFF2-40B4-BE49-F238E27FC236}">
                <a16:creationId xmlns:a16="http://schemas.microsoft.com/office/drawing/2014/main" id="{F0279A3C-5E27-40F7-98C0-08832F4CE1FB}"/>
              </a:ext>
            </a:extLst>
          </p:cNvPr>
          <p:cNvSpPr>
            <a:spLocks noGrp="1"/>
          </p:cNvSpPr>
          <p:nvPr>
            <p:ph type="body" sz="quarter" idx="35" hasCustomPrompt="1"/>
          </p:nvPr>
        </p:nvSpPr>
        <p:spPr>
          <a:xfrm>
            <a:off x="1079500" y="4591841"/>
            <a:ext cx="335980" cy="369888"/>
          </a:xfrm>
          <a:prstGeom prst="rect">
            <a:avLst/>
          </a:prstGeom>
        </p:spPr>
        <p:txBody>
          <a:bodyPr vert="horz" wrap="none" lIns="0" tIns="0" rIns="0" bIns="0" rtlCol="0">
            <a:normAutofit/>
          </a:bodyPr>
          <a:lstStyle>
            <a:lvl1pPr algn="r">
              <a:defRPr lang="de-DE" sz="2400" b="1" dirty="0">
                <a:solidFill>
                  <a:schemeClr val="accent2"/>
                </a:solidFill>
              </a:defRPr>
            </a:lvl1pPr>
          </a:lstStyle>
          <a:p>
            <a:pPr lvl="0">
              <a:spcBef>
                <a:spcPts val="0"/>
              </a:spcBef>
            </a:pPr>
            <a:r>
              <a:rPr lang="de-DE"/>
              <a:t>0x</a:t>
            </a:r>
          </a:p>
        </p:txBody>
      </p:sp>
      <p:sp>
        <p:nvSpPr>
          <p:cNvPr id="2" name="Title Placeholder 1">
            <a:extLst>
              <a:ext uri="{FF2B5EF4-FFF2-40B4-BE49-F238E27FC236}">
                <a16:creationId xmlns:a16="http://schemas.microsoft.com/office/drawing/2014/main" id="{808BAF09-C52E-54E6-E538-78C64D8AB519}"/>
              </a:ext>
            </a:extLst>
          </p:cNvPr>
          <p:cNvSpPr>
            <a:spLocks noGrp="1"/>
          </p:cNvSpPr>
          <p:nvPr>
            <p:ph type="title"/>
          </p:nvPr>
        </p:nvSpPr>
        <p:spPr>
          <a:xfrm>
            <a:off x="1079321" y="260350"/>
            <a:ext cx="8640763" cy="792163"/>
          </a:xfrm>
        </p:spPr>
        <p:txBody>
          <a:bodyPr/>
          <a:lstStyle>
            <a:lvl1pPr>
              <a:defRPr>
                <a:solidFill>
                  <a:schemeClr val="accent2"/>
                </a:solidFill>
              </a:defRPr>
            </a:lvl1pPr>
          </a:lstStyle>
          <a:p>
            <a:r>
              <a:rPr lang="en-US"/>
              <a:t>Click to edit Master title style</a:t>
            </a:r>
          </a:p>
        </p:txBody>
      </p:sp>
      <p:grpSp>
        <p:nvGrpSpPr>
          <p:cNvPr id="8" name="Groupe 1">
            <a:extLst>
              <a:ext uri="{FF2B5EF4-FFF2-40B4-BE49-F238E27FC236}">
                <a16:creationId xmlns:a16="http://schemas.microsoft.com/office/drawing/2014/main" id="{B7F126FA-B0F8-3940-27AA-1233273F29C6}"/>
              </a:ext>
            </a:extLst>
          </p:cNvPr>
          <p:cNvGrpSpPr/>
          <p:nvPr userDrawn="1"/>
        </p:nvGrpSpPr>
        <p:grpSpPr>
          <a:xfrm>
            <a:off x="11501102" y="171573"/>
            <a:ext cx="419436" cy="388988"/>
            <a:chOff x="11501102" y="171573"/>
            <a:chExt cx="419436" cy="388988"/>
          </a:xfrm>
        </p:grpSpPr>
        <p:sp>
          <p:nvSpPr>
            <p:cNvPr id="9" name="Freeform 13">
              <a:extLst>
                <a:ext uri="{FF2B5EF4-FFF2-40B4-BE49-F238E27FC236}">
                  <a16:creationId xmlns:a16="http://schemas.microsoft.com/office/drawing/2014/main" id="{49D63DC9-ED4B-9015-508B-E66154942663}"/>
                </a:ext>
              </a:extLst>
            </p:cNvPr>
            <p:cNvSpPr>
              <a:spLocks/>
            </p:cNvSpPr>
            <p:nvPr/>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0" name="Freeform 14">
              <a:extLst>
                <a:ext uri="{FF2B5EF4-FFF2-40B4-BE49-F238E27FC236}">
                  <a16:creationId xmlns:a16="http://schemas.microsoft.com/office/drawing/2014/main" id="{7F28AA3A-7966-F188-C069-902D05D30310}"/>
                </a:ext>
              </a:extLst>
            </p:cNvPr>
            <p:cNvSpPr>
              <a:spLocks/>
            </p:cNvSpPr>
            <p:nvPr/>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Tree>
    <p:extLst>
      <p:ext uri="{BB962C8B-B14F-4D97-AF65-F5344CB8AC3E}">
        <p14:creationId xmlns:p14="http://schemas.microsoft.com/office/powerpoint/2010/main" val="770724601"/>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p:cSld name="Divider Page">
    <p:bg>
      <p:bgPr>
        <a:solidFill>
          <a:schemeClr val="accent4"/>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9F09D0F-E907-3A0B-CF17-D622F6756CC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079776" y="588210"/>
            <a:ext cx="8281358" cy="6858000"/>
          </a:xfrm>
          <a:prstGeom prst="rect">
            <a:avLst/>
          </a:prstGeom>
        </p:spPr>
      </p:pic>
      <p:sp>
        <p:nvSpPr>
          <p:cNvPr id="7" name="Text Placeholder 6">
            <a:extLst>
              <a:ext uri="{FF2B5EF4-FFF2-40B4-BE49-F238E27FC236}">
                <a16:creationId xmlns:a16="http://schemas.microsoft.com/office/drawing/2014/main" id="{52F5917D-61BC-41CF-A3CC-DAE6954137A8}"/>
              </a:ext>
            </a:extLst>
          </p:cNvPr>
          <p:cNvSpPr>
            <a:spLocks noGrp="1"/>
          </p:cNvSpPr>
          <p:nvPr>
            <p:ph type="body" sz="quarter" idx="17" hasCustomPrompt="1"/>
          </p:nvPr>
        </p:nvSpPr>
        <p:spPr>
          <a:xfrm>
            <a:off x="1919536" y="1556792"/>
            <a:ext cx="648072" cy="648072"/>
          </a:xfrm>
          <a:prstGeom prst="rect">
            <a:avLst/>
          </a:prstGeom>
        </p:spPr>
        <p:txBody>
          <a:bodyPr wrap="none" lIns="0" tIns="0" rIns="0" bIns="0" anchor="t" anchorCtr="0">
            <a:noAutofit/>
          </a:bodyPr>
          <a:lstStyle>
            <a:lvl1pPr>
              <a:defRPr lang="en-US" sz="3200" b="1" cap="none" spc="300" baseline="0" dirty="0">
                <a:solidFill>
                  <a:schemeClr val="bg1"/>
                </a:solidFill>
                <a:latin typeface="+mn-lt"/>
              </a:defRPr>
            </a:lvl1pPr>
          </a:lstStyle>
          <a:p>
            <a:pPr lvl="0">
              <a:spcBef>
                <a:spcPts val="0"/>
              </a:spcBef>
            </a:pPr>
            <a:r>
              <a:rPr lang="en-US"/>
              <a:t>01</a:t>
            </a:r>
          </a:p>
        </p:txBody>
      </p:sp>
      <p:sp>
        <p:nvSpPr>
          <p:cNvPr id="16" name="Text Placeholder 15">
            <a:extLst>
              <a:ext uri="{FF2B5EF4-FFF2-40B4-BE49-F238E27FC236}">
                <a16:creationId xmlns:a16="http://schemas.microsoft.com/office/drawing/2014/main" id="{00E372CD-CFED-4FF2-90F5-6A7F33D9ABAA}"/>
              </a:ext>
            </a:extLst>
          </p:cNvPr>
          <p:cNvSpPr>
            <a:spLocks noGrp="1"/>
          </p:cNvSpPr>
          <p:nvPr>
            <p:ph type="body" sz="quarter" idx="18" hasCustomPrompt="1"/>
          </p:nvPr>
        </p:nvSpPr>
        <p:spPr>
          <a:xfrm>
            <a:off x="2783632" y="1556792"/>
            <a:ext cx="8863408" cy="648072"/>
          </a:xfrm>
          <a:prstGeom prst="rect">
            <a:avLst/>
          </a:prstGeom>
        </p:spPr>
        <p:txBody>
          <a:bodyPr>
            <a:noAutofit/>
          </a:bodyPr>
          <a:lstStyle>
            <a:lvl1pPr>
              <a:defRPr sz="3200">
                <a:solidFill>
                  <a:schemeClr val="bg1"/>
                </a:solidFill>
              </a:defRPr>
            </a:lvl1pPr>
            <a:lvl2pPr>
              <a:defRPr sz="3200">
                <a:solidFill>
                  <a:schemeClr val="bg1"/>
                </a:solidFill>
              </a:defRPr>
            </a:lvl2pPr>
            <a:lvl3pPr>
              <a:defRPr sz="3200">
                <a:solidFill>
                  <a:schemeClr val="bg1"/>
                </a:solidFill>
              </a:defRPr>
            </a:lvl3pPr>
            <a:lvl4pPr>
              <a:defRPr sz="3200">
                <a:solidFill>
                  <a:schemeClr val="bg1"/>
                </a:solidFill>
              </a:defRPr>
            </a:lvl4pPr>
            <a:lvl5pPr>
              <a:defRPr sz="3200">
                <a:solidFill>
                  <a:schemeClr val="bg1"/>
                </a:solidFill>
              </a:defRPr>
            </a:lvl5pPr>
          </a:lstStyle>
          <a:p>
            <a:pPr lvl="0"/>
            <a:r>
              <a:rPr lang="en-US"/>
              <a:t>Click to add text</a:t>
            </a:r>
          </a:p>
        </p:txBody>
      </p:sp>
    </p:spTree>
    <p:extLst>
      <p:ext uri="{BB962C8B-B14F-4D97-AF65-F5344CB8AC3E}">
        <p14:creationId xmlns:p14="http://schemas.microsoft.com/office/powerpoint/2010/main" val="2104128406"/>
      </p:ext>
    </p:extLst>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p:cSld name="Divider Page 2">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3E65870-6F3C-04B2-E814-901DB0CFC0E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079776" y="588210"/>
            <a:ext cx="8281358" cy="6858000"/>
          </a:xfrm>
          <a:prstGeom prst="rect">
            <a:avLst/>
          </a:prstGeom>
        </p:spPr>
      </p:pic>
      <p:sp>
        <p:nvSpPr>
          <p:cNvPr id="7" name="Text Placeholder 6">
            <a:extLst>
              <a:ext uri="{FF2B5EF4-FFF2-40B4-BE49-F238E27FC236}">
                <a16:creationId xmlns:a16="http://schemas.microsoft.com/office/drawing/2014/main" id="{52F5917D-61BC-41CF-A3CC-DAE6954137A8}"/>
              </a:ext>
            </a:extLst>
          </p:cNvPr>
          <p:cNvSpPr>
            <a:spLocks noGrp="1"/>
          </p:cNvSpPr>
          <p:nvPr>
            <p:ph type="body" sz="quarter" idx="17" hasCustomPrompt="1"/>
          </p:nvPr>
        </p:nvSpPr>
        <p:spPr>
          <a:xfrm>
            <a:off x="1919536" y="1556792"/>
            <a:ext cx="648072" cy="648072"/>
          </a:xfrm>
          <a:prstGeom prst="rect">
            <a:avLst/>
          </a:prstGeom>
        </p:spPr>
        <p:txBody>
          <a:bodyPr wrap="none" lIns="0" tIns="0" rIns="0" bIns="0" anchor="t" anchorCtr="0">
            <a:noAutofit/>
          </a:bodyPr>
          <a:lstStyle>
            <a:lvl1pPr>
              <a:defRPr lang="en-US" sz="3200" b="1" cap="none" spc="300" baseline="0" dirty="0">
                <a:solidFill>
                  <a:sysClr val="windowText" lastClr="000000"/>
                </a:solidFill>
                <a:latin typeface="+mn-lt"/>
              </a:defRPr>
            </a:lvl1pPr>
          </a:lstStyle>
          <a:p>
            <a:pPr lvl="0">
              <a:spcBef>
                <a:spcPts val="0"/>
              </a:spcBef>
            </a:pPr>
            <a:r>
              <a:rPr lang="en-US"/>
              <a:t>01</a:t>
            </a:r>
          </a:p>
        </p:txBody>
      </p:sp>
      <p:sp>
        <p:nvSpPr>
          <p:cNvPr id="16" name="Text Placeholder 15">
            <a:extLst>
              <a:ext uri="{FF2B5EF4-FFF2-40B4-BE49-F238E27FC236}">
                <a16:creationId xmlns:a16="http://schemas.microsoft.com/office/drawing/2014/main" id="{00E372CD-CFED-4FF2-90F5-6A7F33D9ABAA}"/>
              </a:ext>
            </a:extLst>
          </p:cNvPr>
          <p:cNvSpPr>
            <a:spLocks noGrp="1"/>
          </p:cNvSpPr>
          <p:nvPr>
            <p:ph type="body" sz="quarter" idx="18" hasCustomPrompt="1"/>
          </p:nvPr>
        </p:nvSpPr>
        <p:spPr>
          <a:xfrm>
            <a:off x="2783632" y="1556792"/>
            <a:ext cx="8863408" cy="648072"/>
          </a:xfrm>
          <a:prstGeom prst="rect">
            <a:avLst/>
          </a:prstGeom>
        </p:spPr>
        <p:txBody>
          <a:bodyPr>
            <a:noAutofit/>
          </a:bodyPr>
          <a:lstStyle>
            <a:lvl1pPr>
              <a:defRPr sz="3200">
                <a:solidFill>
                  <a:sysClr val="windowText" lastClr="000000"/>
                </a:solidFill>
              </a:defRPr>
            </a:lvl1pPr>
            <a:lvl2pPr>
              <a:defRPr sz="3200">
                <a:solidFill>
                  <a:schemeClr val="bg1"/>
                </a:solidFill>
              </a:defRPr>
            </a:lvl2pPr>
            <a:lvl3pPr>
              <a:defRPr sz="3200">
                <a:solidFill>
                  <a:schemeClr val="bg1"/>
                </a:solidFill>
              </a:defRPr>
            </a:lvl3pPr>
            <a:lvl4pPr>
              <a:defRPr sz="3200">
                <a:solidFill>
                  <a:schemeClr val="bg1"/>
                </a:solidFill>
              </a:defRPr>
            </a:lvl4pPr>
            <a:lvl5pPr>
              <a:defRPr sz="3200">
                <a:solidFill>
                  <a:schemeClr val="bg1"/>
                </a:solidFill>
              </a:defRPr>
            </a:lvl5pPr>
          </a:lstStyle>
          <a:p>
            <a:pPr lvl="0"/>
            <a:r>
              <a:rPr lang="en-US"/>
              <a:t>Click to add text</a:t>
            </a:r>
          </a:p>
        </p:txBody>
      </p:sp>
    </p:spTree>
    <p:extLst>
      <p:ext uri="{BB962C8B-B14F-4D97-AF65-F5344CB8AC3E}">
        <p14:creationId xmlns:p14="http://schemas.microsoft.com/office/powerpoint/2010/main" val="2061041453"/>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A8CE45-A6FC-9CE9-F8CD-BA044CFE9412}"/>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314458417"/>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667AB06E-CA55-4893-BAFA-61FF4CCDFBD1}"/>
              </a:ext>
            </a:extLst>
          </p:cNvPr>
          <p:cNvSpPr>
            <a:spLocks noGrp="1"/>
          </p:cNvSpPr>
          <p:nvPr>
            <p:ph type="body" sz="quarter" idx="15"/>
          </p:nvPr>
        </p:nvSpPr>
        <p:spPr>
          <a:xfrm>
            <a:off x="414971" y="1125538"/>
            <a:ext cx="11369042" cy="246221"/>
          </a:xfrm>
          <a:prstGeom prst="rect">
            <a:avLst/>
          </a:prstGeom>
        </p:spPr>
        <p:txBody>
          <a:bodyPr wrap="square">
            <a:spAutoFit/>
          </a:bodyPr>
          <a:lstStyle>
            <a:lvl1pPr>
              <a:defRPr sz="1600" b="0">
                <a:solidFill>
                  <a:schemeClr val="tx1"/>
                </a:solidFill>
                <a:latin typeface="Ubuntu Light" panose="020B0304030602030204" pitchFamily="34" charset="0"/>
              </a:defRPr>
            </a:lvl1pPr>
          </a:lstStyle>
          <a:p>
            <a:pPr lvl="0"/>
            <a:r>
              <a:rPr lang="en-US"/>
              <a:t>Click to edit Master text styles</a:t>
            </a:r>
          </a:p>
        </p:txBody>
      </p:sp>
      <p:sp>
        <p:nvSpPr>
          <p:cNvPr id="2" name="Title 1">
            <a:extLst>
              <a:ext uri="{FF2B5EF4-FFF2-40B4-BE49-F238E27FC236}">
                <a16:creationId xmlns:a16="http://schemas.microsoft.com/office/drawing/2014/main" id="{DA3D6CCA-5023-D91C-5084-3ED466DC8001}"/>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737298776"/>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p:cSld name="Title, subtitle and content">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667AB06E-CA55-4893-BAFA-61FF4CCDFBD1}"/>
              </a:ext>
            </a:extLst>
          </p:cNvPr>
          <p:cNvSpPr>
            <a:spLocks noGrp="1"/>
          </p:cNvSpPr>
          <p:nvPr>
            <p:ph type="body" sz="quarter" idx="15"/>
          </p:nvPr>
        </p:nvSpPr>
        <p:spPr>
          <a:xfrm>
            <a:off x="414971" y="1125538"/>
            <a:ext cx="11369042" cy="246221"/>
          </a:xfrm>
          <a:prstGeom prst="rect">
            <a:avLst/>
          </a:prstGeom>
        </p:spPr>
        <p:txBody>
          <a:bodyPr>
            <a:spAutoFit/>
          </a:bodyPr>
          <a:lstStyle>
            <a:lvl1pPr>
              <a:defRPr sz="1600" b="0">
                <a:solidFill>
                  <a:schemeClr val="tx1"/>
                </a:solidFill>
                <a:latin typeface="Ubuntu Light" panose="020B0304030602030204" pitchFamily="34" charset="0"/>
              </a:defRPr>
            </a:lvl1pPr>
          </a:lstStyle>
          <a:p>
            <a:pPr lvl="0"/>
            <a:r>
              <a:rPr lang="en-US"/>
              <a:t>Click to edit Master text styles</a:t>
            </a:r>
          </a:p>
        </p:txBody>
      </p:sp>
      <p:sp>
        <p:nvSpPr>
          <p:cNvPr id="5" name="Title 4">
            <a:extLst>
              <a:ext uri="{FF2B5EF4-FFF2-40B4-BE49-F238E27FC236}">
                <a16:creationId xmlns:a16="http://schemas.microsoft.com/office/drawing/2014/main" id="{0BA091BB-1771-4A6F-B93C-43E4798B4251}"/>
              </a:ext>
            </a:extLst>
          </p:cNvPr>
          <p:cNvSpPr>
            <a:spLocks noGrp="1"/>
          </p:cNvSpPr>
          <p:nvPr>
            <p:ph type="title"/>
          </p:nvPr>
        </p:nvSpPr>
        <p:spPr/>
        <p:txBody>
          <a:bodyPr/>
          <a:lstStyle/>
          <a:p>
            <a:r>
              <a:rPr lang="en-US"/>
              <a:t>Click to edit Master title style</a:t>
            </a:r>
            <a:endParaRPr lang="de-DE"/>
          </a:p>
        </p:txBody>
      </p:sp>
      <p:sp>
        <p:nvSpPr>
          <p:cNvPr id="9" name="Text Placeholder 8">
            <a:extLst>
              <a:ext uri="{FF2B5EF4-FFF2-40B4-BE49-F238E27FC236}">
                <a16:creationId xmlns:a16="http://schemas.microsoft.com/office/drawing/2014/main" id="{C8D4D202-FD32-49BA-88CC-B39D2339504A}"/>
              </a:ext>
            </a:extLst>
          </p:cNvPr>
          <p:cNvSpPr>
            <a:spLocks noGrp="1"/>
          </p:cNvSpPr>
          <p:nvPr>
            <p:ph type="body" sz="quarter" idx="17"/>
          </p:nvPr>
        </p:nvSpPr>
        <p:spPr>
          <a:xfrm>
            <a:off x="414971" y="1624108"/>
            <a:ext cx="11369042" cy="4829080"/>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Tree>
    <p:extLst>
      <p:ext uri="{BB962C8B-B14F-4D97-AF65-F5344CB8AC3E}">
        <p14:creationId xmlns:p14="http://schemas.microsoft.com/office/powerpoint/2010/main" val="396801011"/>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p:cSld name="Empty White">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60767657"/>
      </p:ext>
    </p:extLst>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userDrawn="1">
  <p:cSld name="Title Only Grey">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D8E58F-8094-1E41-530A-1113B3879770}"/>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358523717"/>
      </p:ext>
    </p:extLst>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userDrawn="1">
  <p:cSld name="Title Subtitle Grey">
    <p:bg>
      <p:bgPr>
        <a:solidFill>
          <a:schemeClr val="bg2"/>
        </a:soli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667AB06E-CA55-4893-BAFA-61FF4CCDFBD1}"/>
              </a:ext>
            </a:extLst>
          </p:cNvPr>
          <p:cNvSpPr>
            <a:spLocks noGrp="1"/>
          </p:cNvSpPr>
          <p:nvPr>
            <p:ph type="body" sz="quarter" idx="15"/>
          </p:nvPr>
        </p:nvSpPr>
        <p:spPr>
          <a:xfrm>
            <a:off x="414971" y="1125538"/>
            <a:ext cx="11369042" cy="246221"/>
          </a:xfrm>
          <a:prstGeom prst="rect">
            <a:avLst/>
          </a:prstGeom>
        </p:spPr>
        <p:txBody>
          <a:bodyPr>
            <a:spAutoFit/>
          </a:bodyPr>
          <a:lstStyle>
            <a:lvl1pPr>
              <a:defRPr sz="1600" b="0">
                <a:solidFill>
                  <a:schemeClr val="tx1"/>
                </a:solidFill>
                <a:latin typeface="Ubuntu Light" panose="020B0304030602030204" pitchFamily="34" charset="0"/>
              </a:defRPr>
            </a:lvl1pPr>
          </a:lstStyle>
          <a:p>
            <a:pPr lvl="0"/>
            <a:r>
              <a:rPr lang="en-US"/>
              <a:t>Click to edit Master text styles</a:t>
            </a:r>
          </a:p>
        </p:txBody>
      </p:sp>
      <p:sp>
        <p:nvSpPr>
          <p:cNvPr id="2" name="Title 1">
            <a:extLst>
              <a:ext uri="{FF2B5EF4-FFF2-40B4-BE49-F238E27FC236}">
                <a16:creationId xmlns:a16="http://schemas.microsoft.com/office/drawing/2014/main" id="{96963528-AA21-5972-C236-27F2D7209CFD}"/>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703683236"/>
      </p:ext>
    </p:extLst>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userDrawn="1">
  <p:cSld name="Title Subtitle Content Grey">
    <p:bg>
      <p:bgPr>
        <a:solidFill>
          <a:schemeClr val="bg2"/>
        </a:soli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667AB06E-CA55-4893-BAFA-61FF4CCDFBD1}"/>
              </a:ext>
            </a:extLst>
          </p:cNvPr>
          <p:cNvSpPr>
            <a:spLocks noGrp="1"/>
          </p:cNvSpPr>
          <p:nvPr>
            <p:ph type="body" sz="quarter" idx="15"/>
          </p:nvPr>
        </p:nvSpPr>
        <p:spPr>
          <a:xfrm>
            <a:off x="414971" y="1125538"/>
            <a:ext cx="11369042" cy="246221"/>
          </a:xfrm>
          <a:prstGeom prst="rect">
            <a:avLst/>
          </a:prstGeom>
        </p:spPr>
        <p:txBody>
          <a:bodyPr>
            <a:spAutoFit/>
          </a:bodyPr>
          <a:lstStyle>
            <a:lvl1pPr>
              <a:defRPr sz="1600" b="0">
                <a:solidFill>
                  <a:schemeClr val="tx1"/>
                </a:solidFill>
                <a:latin typeface="Ubuntu Light" panose="020B0304030602030204" pitchFamily="34" charset="0"/>
              </a:defRPr>
            </a:lvl1pPr>
          </a:lstStyle>
          <a:p>
            <a:pPr lvl="0"/>
            <a:r>
              <a:rPr lang="en-US"/>
              <a:t>Click to edit Master text styles</a:t>
            </a:r>
          </a:p>
        </p:txBody>
      </p:sp>
      <p:sp>
        <p:nvSpPr>
          <p:cNvPr id="9" name="Text Placeholder 8">
            <a:extLst>
              <a:ext uri="{FF2B5EF4-FFF2-40B4-BE49-F238E27FC236}">
                <a16:creationId xmlns:a16="http://schemas.microsoft.com/office/drawing/2014/main" id="{C8D4D202-FD32-49BA-88CC-B39D2339504A}"/>
              </a:ext>
            </a:extLst>
          </p:cNvPr>
          <p:cNvSpPr>
            <a:spLocks noGrp="1"/>
          </p:cNvSpPr>
          <p:nvPr>
            <p:ph type="body" sz="quarter" idx="17"/>
          </p:nvPr>
        </p:nvSpPr>
        <p:spPr>
          <a:xfrm>
            <a:off x="414971" y="1624108"/>
            <a:ext cx="11369042" cy="4829080"/>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2" name="Title 1">
            <a:extLst>
              <a:ext uri="{FF2B5EF4-FFF2-40B4-BE49-F238E27FC236}">
                <a16:creationId xmlns:a16="http://schemas.microsoft.com/office/drawing/2014/main" id="{92564CED-1C28-DF10-1067-5941504A95A0}"/>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795710117"/>
      </p:ext>
    </p:extLst>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preserve="1">
  <p:cSld name="Empty Grey">
    <p:bg>
      <p:bgPr>
        <a:solidFill>
          <a:schemeClr val="bg1">
            <a:lumMod val="95000"/>
          </a:schemeClr>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92229169"/>
      </p:ext>
    </p:extLst>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userDrawn="1">
  <p:cSld name="Content and picture 1">
    <p:bg>
      <p:bgPr>
        <a:solidFill>
          <a:schemeClr val="bg1"/>
        </a:solidFill>
        <a:effectLst/>
      </p:bgPr>
    </p:bg>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6C4F5EE7-6CA6-23D5-2788-911B0B2A43B3}"/>
              </a:ext>
            </a:extLst>
          </p:cNvPr>
          <p:cNvSpPr>
            <a:spLocks noGrp="1"/>
          </p:cNvSpPr>
          <p:nvPr>
            <p:ph type="pic" sz="quarter" idx="10" hasCustomPrompt="1"/>
          </p:nvPr>
        </p:nvSpPr>
        <p:spPr>
          <a:xfrm>
            <a:off x="8040215" y="1122907"/>
            <a:ext cx="4151785" cy="5735093"/>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4" name="Text Placeholder 9">
            <a:extLst>
              <a:ext uri="{FF2B5EF4-FFF2-40B4-BE49-F238E27FC236}">
                <a16:creationId xmlns:a16="http://schemas.microsoft.com/office/drawing/2014/main" id="{98C3DB19-4889-48D4-AFFB-A1B288723D76}"/>
              </a:ext>
            </a:extLst>
          </p:cNvPr>
          <p:cNvSpPr>
            <a:spLocks noGrp="1"/>
          </p:cNvSpPr>
          <p:nvPr>
            <p:ph type="body" sz="quarter" idx="15" hasCustomPrompt="1"/>
          </p:nvPr>
        </p:nvSpPr>
        <p:spPr>
          <a:xfrm>
            <a:off x="414971" y="1125538"/>
            <a:ext cx="7409221" cy="246221"/>
          </a:xfrm>
          <a:prstGeom prst="rect">
            <a:avLst/>
          </a:prstGeom>
        </p:spPr>
        <p:txBody>
          <a:bodyPr wrap="square" lIns="0" rIns="72000">
            <a:spAutoFit/>
          </a:bodyPr>
          <a:lstStyle>
            <a:lvl1pPr>
              <a:defRPr sz="1600" b="0">
                <a:solidFill>
                  <a:schemeClr val="tx1"/>
                </a:solidFill>
                <a:latin typeface="Ubuntu Light" panose="020B0304030602030204" pitchFamily="34" charset="0"/>
              </a:defRPr>
            </a:lvl1pPr>
          </a:lstStyle>
          <a:p>
            <a:pPr lvl="0"/>
            <a:r>
              <a:rPr lang="en-US"/>
              <a:t>Click to edit Master text styles</a:t>
            </a:r>
          </a:p>
        </p:txBody>
      </p:sp>
      <p:sp>
        <p:nvSpPr>
          <p:cNvPr id="12" name="Text Placeholder 7">
            <a:extLst>
              <a:ext uri="{FF2B5EF4-FFF2-40B4-BE49-F238E27FC236}">
                <a16:creationId xmlns:a16="http://schemas.microsoft.com/office/drawing/2014/main" id="{23C25D57-CF8D-453D-9648-5B7859B01F04}"/>
              </a:ext>
            </a:extLst>
          </p:cNvPr>
          <p:cNvSpPr>
            <a:spLocks noGrp="1"/>
          </p:cNvSpPr>
          <p:nvPr>
            <p:ph type="body" sz="quarter" idx="17"/>
          </p:nvPr>
        </p:nvSpPr>
        <p:spPr>
          <a:xfrm>
            <a:off x="414971" y="1628800"/>
            <a:ext cx="7409221" cy="4824388"/>
          </a:xfrm>
          <a:prstGeom prst="rect">
            <a:avLst/>
          </a:prstGeom>
        </p:spPr>
        <p:txBody>
          <a:bodyPr rIns="216000">
            <a:noAutofit/>
          </a:bodyPr>
          <a:lstStyle>
            <a:lvl1pPr>
              <a:defRPr sz="1400"/>
            </a:lvl1pPr>
            <a:lvl2pPr>
              <a:defRPr sz="14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2050C691-8B76-E01C-4EF1-3EB567E0EB3B}"/>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880041409"/>
      </p:ext>
    </p:extLst>
  </p:cSld>
  <p:clrMapOvr>
    <a:masterClrMapping/>
  </p:clrMapOvr>
  <p:extLst>
    <p:ext uri="{DCECCB84-F9BA-43D5-87BE-67443E8EF086}">
      <p15:sldGuideLst xmlns:p15="http://schemas.microsoft.com/office/powerpoint/2012/main">
        <p15:guide id="1" pos="5065">
          <p15:clr>
            <a:srgbClr val="FBAE40"/>
          </p15:clr>
        </p15:guide>
      </p15:sldGuideLst>
    </p:ext>
  </p:extLst>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userDrawn="1">
  <p:cSld name="Content and picture 2">
    <p:bg>
      <p:bgPr>
        <a:solidFill>
          <a:schemeClr val="bg1"/>
        </a:solidFill>
        <a:effectLst/>
      </p:bgPr>
    </p:bg>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97BD40BB-A2F0-F646-3CC2-596CC4195838}"/>
              </a:ext>
            </a:extLst>
          </p:cNvPr>
          <p:cNvSpPr>
            <a:spLocks noGrp="1"/>
          </p:cNvSpPr>
          <p:nvPr>
            <p:ph type="pic" sz="quarter" idx="18" hasCustomPrompt="1"/>
          </p:nvPr>
        </p:nvSpPr>
        <p:spPr>
          <a:xfrm>
            <a:off x="6096000" y="1122907"/>
            <a:ext cx="6096001" cy="5735093"/>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6" name="Text Placeholder 9">
            <a:extLst>
              <a:ext uri="{FF2B5EF4-FFF2-40B4-BE49-F238E27FC236}">
                <a16:creationId xmlns:a16="http://schemas.microsoft.com/office/drawing/2014/main" id="{859F9A52-5C59-4371-8261-06DAE7261AF2}"/>
              </a:ext>
            </a:extLst>
          </p:cNvPr>
          <p:cNvSpPr>
            <a:spLocks noGrp="1"/>
          </p:cNvSpPr>
          <p:nvPr>
            <p:ph type="body" sz="quarter" idx="15" hasCustomPrompt="1"/>
          </p:nvPr>
        </p:nvSpPr>
        <p:spPr>
          <a:xfrm>
            <a:off x="414971" y="1125538"/>
            <a:ext cx="5545800" cy="246221"/>
          </a:xfrm>
          <a:prstGeom prst="rect">
            <a:avLst/>
          </a:prstGeom>
        </p:spPr>
        <p:txBody>
          <a:bodyPr wrap="square" lIns="0" rIns="72000">
            <a:spAutoFit/>
          </a:bodyPr>
          <a:lstStyle>
            <a:lvl1pPr>
              <a:defRPr sz="1600" b="0">
                <a:solidFill>
                  <a:schemeClr val="tx1"/>
                </a:solidFill>
                <a:latin typeface="Ubuntu Light" panose="020B0304030602030204" pitchFamily="34" charset="0"/>
              </a:defRPr>
            </a:lvl1pPr>
          </a:lstStyle>
          <a:p>
            <a:pPr lvl="0"/>
            <a:r>
              <a:rPr lang="en-US"/>
              <a:t>Click to edit Master text styles</a:t>
            </a:r>
          </a:p>
        </p:txBody>
      </p:sp>
      <p:sp>
        <p:nvSpPr>
          <p:cNvPr id="12" name="Text Placeholder 7">
            <a:extLst>
              <a:ext uri="{FF2B5EF4-FFF2-40B4-BE49-F238E27FC236}">
                <a16:creationId xmlns:a16="http://schemas.microsoft.com/office/drawing/2014/main" id="{8F1655B6-7DE6-4895-863F-EF917B2F07E5}"/>
              </a:ext>
            </a:extLst>
          </p:cNvPr>
          <p:cNvSpPr>
            <a:spLocks noGrp="1"/>
          </p:cNvSpPr>
          <p:nvPr>
            <p:ph type="body" sz="quarter" idx="17"/>
          </p:nvPr>
        </p:nvSpPr>
        <p:spPr>
          <a:xfrm>
            <a:off x="414971" y="1628775"/>
            <a:ext cx="5545137" cy="4824413"/>
          </a:xfrm>
          <a:prstGeom prst="rect">
            <a:avLst/>
          </a:prstGeom>
        </p:spPr>
        <p:txBody>
          <a:bodyPr rIns="216000">
            <a:noAutofit/>
          </a:bodyPr>
          <a:lstStyle>
            <a:lvl1pPr>
              <a:defRPr sz="1400"/>
            </a:lvl1pPr>
            <a:lvl2pPr>
              <a:defRPr sz="14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80C572A4-9113-ABE4-A840-37A9AAC56C99}"/>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115133654"/>
      </p:ext>
    </p:extLst>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userDrawn="1">
  <p:cSld name="Content and picture 3">
    <p:bg>
      <p:bgPr>
        <a:solidFill>
          <a:schemeClr val="bg1"/>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FB58C20F-AA44-45A0-8BD7-3F72A12E08AD}"/>
              </a:ext>
            </a:extLst>
          </p:cNvPr>
          <p:cNvSpPr/>
          <p:nvPr userDrawn="1"/>
        </p:nvSpPr>
        <p:spPr>
          <a:xfrm>
            <a:off x="0" y="0"/>
            <a:ext cx="4073664"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9">
            <a:extLst>
              <a:ext uri="{FF2B5EF4-FFF2-40B4-BE49-F238E27FC236}">
                <a16:creationId xmlns:a16="http://schemas.microsoft.com/office/drawing/2014/main" id="{8003CB7C-5AB2-4487-B779-DFE57F79C583}"/>
              </a:ext>
            </a:extLst>
          </p:cNvPr>
          <p:cNvSpPr>
            <a:spLocks noGrp="1"/>
          </p:cNvSpPr>
          <p:nvPr>
            <p:ph type="body" sz="quarter" idx="16" hasCustomPrompt="1"/>
          </p:nvPr>
        </p:nvSpPr>
        <p:spPr>
          <a:xfrm>
            <a:off x="4444744" y="1125538"/>
            <a:ext cx="6984000" cy="246221"/>
          </a:xfrm>
          <a:prstGeom prst="rect">
            <a:avLst/>
          </a:prstGeom>
        </p:spPr>
        <p:txBody>
          <a:bodyPr wrap="square" lIns="0" rIns="72000">
            <a:spAutoFit/>
          </a:bodyPr>
          <a:lstStyle>
            <a:lvl1pPr>
              <a:defRPr sz="1600" b="0">
                <a:solidFill>
                  <a:schemeClr val="tx1"/>
                </a:solidFill>
                <a:latin typeface="Ubuntu Light" panose="020B0304030602030204" pitchFamily="34" charset="0"/>
              </a:defRPr>
            </a:lvl1pPr>
          </a:lstStyle>
          <a:p>
            <a:pPr lvl="0"/>
            <a:r>
              <a:rPr lang="en-US"/>
              <a:t>Click to edit Master text styles</a:t>
            </a:r>
          </a:p>
        </p:txBody>
      </p:sp>
      <p:sp>
        <p:nvSpPr>
          <p:cNvPr id="12" name="Text Placeholder 6">
            <a:extLst>
              <a:ext uri="{FF2B5EF4-FFF2-40B4-BE49-F238E27FC236}">
                <a16:creationId xmlns:a16="http://schemas.microsoft.com/office/drawing/2014/main" id="{9219CA61-951E-46A4-A7C6-8A4C09FDC629}"/>
              </a:ext>
            </a:extLst>
          </p:cNvPr>
          <p:cNvSpPr>
            <a:spLocks noGrp="1"/>
          </p:cNvSpPr>
          <p:nvPr>
            <p:ph type="body" sz="quarter" idx="18"/>
          </p:nvPr>
        </p:nvSpPr>
        <p:spPr>
          <a:xfrm>
            <a:off x="4445407" y="1628774"/>
            <a:ext cx="6962544" cy="4824413"/>
          </a:xfrm>
          <a:prstGeom prst="rect">
            <a:avLst/>
          </a:prstGeom>
        </p:spPr>
        <p:txBody>
          <a:bodyPr>
            <a:noAutofit/>
          </a:bodyPr>
          <a:lstStyle>
            <a:lvl1pPr>
              <a:defRPr sz="1400"/>
            </a:lvl1pPr>
            <a:lvl2pPr>
              <a:defRPr sz="14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Picture Placeholder 6">
            <a:extLst>
              <a:ext uri="{FF2B5EF4-FFF2-40B4-BE49-F238E27FC236}">
                <a16:creationId xmlns:a16="http://schemas.microsoft.com/office/drawing/2014/main" id="{0DD7751A-AC4E-473A-B544-73973FAE9468}"/>
              </a:ext>
            </a:extLst>
          </p:cNvPr>
          <p:cNvSpPr>
            <a:spLocks noGrp="1"/>
          </p:cNvSpPr>
          <p:nvPr>
            <p:ph type="pic" sz="quarter" idx="19" hasCustomPrompt="1"/>
          </p:nvPr>
        </p:nvSpPr>
        <p:spPr>
          <a:xfrm>
            <a:off x="0" y="0"/>
            <a:ext cx="4223792"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2" name="Title 1">
            <a:extLst>
              <a:ext uri="{FF2B5EF4-FFF2-40B4-BE49-F238E27FC236}">
                <a16:creationId xmlns:a16="http://schemas.microsoft.com/office/drawing/2014/main" id="{A0A52824-0DEF-7B5E-1D4F-BCBC062D66ED}"/>
              </a:ext>
            </a:extLst>
          </p:cNvPr>
          <p:cNvSpPr>
            <a:spLocks noGrp="1"/>
          </p:cNvSpPr>
          <p:nvPr>
            <p:ph type="title"/>
          </p:nvPr>
        </p:nvSpPr>
        <p:spPr>
          <a:xfrm>
            <a:off x="4439384" y="260350"/>
            <a:ext cx="6984000" cy="792163"/>
          </a:xfrm>
        </p:spPr>
        <p:txBody>
          <a:bodyPr/>
          <a:lstStyle/>
          <a:p>
            <a:r>
              <a:rPr lang="en-US"/>
              <a:t>Click to edit Master title style</a:t>
            </a:r>
          </a:p>
        </p:txBody>
      </p:sp>
    </p:spTree>
    <p:extLst>
      <p:ext uri="{BB962C8B-B14F-4D97-AF65-F5344CB8AC3E}">
        <p14:creationId xmlns:p14="http://schemas.microsoft.com/office/powerpoint/2010/main" val="156373328"/>
      </p:ext>
    </p:extLst>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userDrawn="1">
  <p:cSld name="Content and picture 4">
    <p:bg>
      <p:bgPr>
        <a:solidFill>
          <a:schemeClr val="bg1"/>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08930BD6-6C9D-490A-BF02-403245ED990A}"/>
              </a:ext>
            </a:extLst>
          </p:cNvPr>
          <p:cNvSpPr/>
          <p:nvPr userDrawn="1"/>
        </p:nvSpPr>
        <p:spPr>
          <a:xfrm>
            <a:off x="0" y="0"/>
            <a:ext cx="6096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 Placeholder 9">
            <a:extLst>
              <a:ext uri="{FF2B5EF4-FFF2-40B4-BE49-F238E27FC236}">
                <a16:creationId xmlns:a16="http://schemas.microsoft.com/office/drawing/2014/main" id="{7895A1A3-A6AA-456A-98DD-23651F1D1DBB}"/>
              </a:ext>
            </a:extLst>
          </p:cNvPr>
          <p:cNvSpPr>
            <a:spLocks noGrp="1"/>
          </p:cNvSpPr>
          <p:nvPr>
            <p:ph type="body" sz="quarter" idx="15" hasCustomPrompt="1"/>
          </p:nvPr>
        </p:nvSpPr>
        <p:spPr>
          <a:xfrm>
            <a:off x="6384032" y="1125538"/>
            <a:ext cx="5063967" cy="246221"/>
          </a:xfrm>
          <a:prstGeom prst="rect">
            <a:avLst/>
          </a:prstGeom>
        </p:spPr>
        <p:txBody>
          <a:bodyPr wrap="square" lIns="0" rIns="72000">
            <a:spAutoFit/>
          </a:bodyPr>
          <a:lstStyle>
            <a:lvl1pPr>
              <a:defRPr sz="1600" b="0">
                <a:solidFill>
                  <a:schemeClr val="tx1"/>
                </a:solidFill>
                <a:latin typeface="Ubuntu Light" panose="020B0304030602030204" pitchFamily="34" charset="0"/>
              </a:defRPr>
            </a:lvl1pPr>
          </a:lstStyle>
          <a:p>
            <a:pPr lvl="0"/>
            <a:r>
              <a:rPr lang="en-US"/>
              <a:t>Click to edit Master text styles</a:t>
            </a:r>
          </a:p>
        </p:txBody>
      </p:sp>
      <p:sp>
        <p:nvSpPr>
          <p:cNvPr id="12" name="Text Placeholder 7">
            <a:extLst>
              <a:ext uri="{FF2B5EF4-FFF2-40B4-BE49-F238E27FC236}">
                <a16:creationId xmlns:a16="http://schemas.microsoft.com/office/drawing/2014/main" id="{3F2C12DC-68D5-4DF5-891E-DAEB8A4AB654}"/>
              </a:ext>
            </a:extLst>
          </p:cNvPr>
          <p:cNvSpPr>
            <a:spLocks noGrp="1"/>
          </p:cNvSpPr>
          <p:nvPr>
            <p:ph type="body" sz="quarter" idx="17"/>
          </p:nvPr>
        </p:nvSpPr>
        <p:spPr>
          <a:xfrm>
            <a:off x="6384032" y="1627200"/>
            <a:ext cx="5063967" cy="4825988"/>
          </a:xfrm>
          <a:prstGeom prst="rect">
            <a:avLst/>
          </a:prstGeom>
        </p:spPr>
        <p:txBody>
          <a:bodyPr>
            <a:noAutofit/>
          </a:bodyPr>
          <a:lstStyle>
            <a:lvl1pPr>
              <a:defRPr sz="1400"/>
            </a:lvl1pPr>
            <a:lvl2pPr>
              <a:defRPr sz="14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2" name="Title 1">
            <a:extLst>
              <a:ext uri="{FF2B5EF4-FFF2-40B4-BE49-F238E27FC236}">
                <a16:creationId xmlns:a16="http://schemas.microsoft.com/office/drawing/2014/main" id="{4A7337B1-E3AC-A7E5-7836-78F324F9FFAF}"/>
              </a:ext>
            </a:extLst>
          </p:cNvPr>
          <p:cNvSpPr>
            <a:spLocks noGrp="1"/>
          </p:cNvSpPr>
          <p:nvPr>
            <p:ph type="title"/>
          </p:nvPr>
        </p:nvSpPr>
        <p:spPr>
          <a:xfrm>
            <a:off x="6359417" y="260350"/>
            <a:ext cx="5063967" cy="792163"/>
          </a:xfrm>
        </p:spPr>
        <p:txBody>
          <a:bodyPr/>
          <a:lstStyle/>
          <a:p>
            <a:r>
              <a:rPr lang="en-US"/>
              <a:t>Click to edit Master title style</a:t>
            </a:r>
          </a:p>
        </p:txBody>
      </p:sp>
    </p:spTree>
    <p:extLst>
      <p:ext uri="{BB962C8B-B14F-4D97-AF65-F5344CB8AC3E}">
        <p14:creationId xmlns:p14="http://schemas.microsoft.com/office/powerpoint/2010/main" val="4021362455"/>
      </p:ext>
    </p:extLst>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userDrawn="1">
  <p:cSld name="Title Only Dark Grey">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D8E58F-8094-1E41-530A-1113B3879770}"/>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Tree>
    <p:extLst>
      <p:ext uri="{BB962C8B-B14F-4D97-AF65-F5344CB8AC3E}">
        <p14:creationId xmlns:p14="http://schemas.microsoft.com/office/powerpoint/2010/main" val="3186036989"/>
      </p:ext>
    </p:extLst>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userDrawn="1">
  <p:cSld name="Title Subtitle Dark Grey">
    <p:bg>
      <p:bgPr>
        <a:solidFill>
          <a:schemeClr val="accent4"/>
        </a:solidFill>
        <a:effectLst/>
      </p:bgPr>
    </p:bg>
    <p:spTree>
      <p:nvGrpSpPr>
        <p:cNvPr id="1" name=""/>
        <p:cNvGrpSpPr/>
        <p:nvPr/>
      </p:nvGrpSpPr>
      <p:grpSpPr>
        <a:xfrm>
          <a:off x="0" y="0"/>
          <a:ext cx="0" cy="0"/>
          <a:chOff x="0" y="0"/>
          <a:chExt cx="0" cy="0"/>
        </a:xfrm>
      </p:grpSpPr>
      <p:sp>
        <p:nvSpPr>
          <p:cNvPr id="12" name="Text Placeholder 9">
            <a:extLst>
              <a:ext uri="{FF2B5EF4-FFF2-40B4-BE49-F238E27FC236}">
                <a16:creationId xmlns:a16="http://schemas.microsoft.com/office/drawing/2014/main" id="{C1949725-ACD2-44C4-85AF-10B39EC61473}"/>
              </a:ext>
            </a:extLst>
          </p:cNvPr>
          <p:cNvSpPr>
            <a:spLocks noGrp="1"/>
          </p:cNvSpPr>
          <p:nvPr>
            <p:ph type="body" sz="quarter" idx="15" hasCustomPrompt="1"/>
          </p:nvPr>
        </p:nvSpPr>
        <p:spPr>
          <a:xfrm>
            <a:off x="414971" y="1125538"/>
            <a:ext cx="11369042" cy="246221"/>
          </a:xfrm>
          <a:prstGeom prst="rect">
            <a:avLst/>
          </a:prstGeom>
        </p:spPr>
        <p:txBody>
          <a:bodyPr lIns="0">
            <a:spAutoFit/>
          </a:bodyPr>
          <a:lstStyle>
            <a:lvl1pPr>
              <a:defRPr sz="1600" b="0">
                <a:solidFill>
                  <a:schemeClr val="bg1"/>
                </a:solidFill>
                <a:latin typeface="Ubuntu Light" panose="020B0304030602030204" pitchFamily="34" charset="0"/>
              </a:defRPr>
            </a:lvl1pPr>
          </a:lstStyle>
          <a:p>
            <a:pPr lvl="0"/>
            <a:r>
              <a:rPr lang="en-US"/>
              <a:t>Click to edit Master text styles</a:t>
            </a:r>
          </a:p>
        </p:txBody>
      </p:sp>
      <p:sp>
        <p:nvSpPr>
          <p:cNvPr id="2" name="Title 1">
            <a:extLst>
              <a:ext uri="{FF2B5EF4-FFF2-40B4-BE49-F238E27FC236}">
                <a16:creationId xmlns:a16="http://schemas.microsoft.com/office/drawing/2014/main" id="{3D771E05-0646-A062-8DD0-B00651AE6E76}"/>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Tree>
    <p:extLst>
      <p:ext uri="{BB962C8B-B14F-4D97-AF65-F5344CB8AC3E}">
        <p14:creationId xmlns:p14="http://schemas.microsoft.com/office/powerpoint/2010/main" val="2341763900"/>
      </p:ext>
    </p:extLst>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userDrawn="1">
  <p:cSld name="Title Subtitle Content Dark Grey">
    <p:bg>
      <p:bgPr>
        <a:solidFill>
          <a:schemeClr val="accent4"/>
        </a:soli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667AB06E-CA55-4893-BAFA-61FF4CCDFBD1}"/>
              </a:ext>
            </a:extLst>
          </p:cNvPr>
          <p:cNvSpPr>
            <a:spLocks noGrp="1"/>
          </p:cNvSpPr>
          <p:nvPr>
            <p:ph type="body" sz="quarter" idx="15"/>
          </p:nvPr>
        </p:nvSpPr>
        <p:spPr>
          <a:xfrm>
            <a:off x="414971" y="1125538"/>
            <a:ext cx="11369042" cy="246221"/>
          </a:xfrm>
          <a:prstGeom prst="rect">
            <a:avLst/>
          </a:prstGeom>
        </p:spPr>
        <p:txBody>
          <a:bodyPr>
            <a:spAutoFit/>
          </a:bodyPr>
          <a:lstStyle>
            <a:lvl1pPr>
              <a:defRPr sz="1600" b="0">
                <a:solidFill>
                  <a:schemeClr val="bg1"/>
                </a:solidFill>
                <a:latin typeface="Ubuntu Light" panose="020B0304030602030204" pitchFamily="34" charset="0"/>
              </a:defRPr>
            </a:lvl1pPr>
          </a:lstStyle>
          <a:p>
            <a:pPr lvl="0"/>
            <a:r>
              <a:rPr lang="en-US"/>
              <a:t>Click to edit Master text styles</a:t>
            </a:r>
          </a:p>
        </p:txBody>
      </p:sp>
      <p:sp>
        <p:nvSpPr>
          <p:cNvPr id="9" name="Text Placeholder 8">
            <a:extLst>
              <a:ext uri="{FF2B5EF4-FFF2-40B4-BE49-F238E27FC236}">
                <a16:creationId xmlns:a16="http://schemas.microsoft.com/office/drawing/2014/main" id="{C8D4D202-FD32-49BA-88CC-B39D2339504A}"/>
              </a:ext>
            </a:extLst>
          </p:cNvPr>
          <p:cNvSpPr>
            <a:spLocks noGrp="1"/>
          </p:cNvSpPr>
          <p:nvPr>
            <p:ph type="body" sz="quarter" idx="17"/>
          </p:nvPr>
        </p:nvSpPr>
        <p:spPr>
          <a:xfrm>
            <a:off x="414971" y="1624108"/>
            <a:ext cx="11369042" cy="4829080"/>
          </a:xfrm>
          <a:prstGeom prst="rect">
            <a:avLst/>
          </a:prstGeom>
        </p:spPr>
        <p:txBody>
          <a:bodyPr>
            <a:no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2" name="Title 1">
            <a:extLst>
              <a:ext uri="{FF2B5EF4-FFF2-40B4-BE49-F238E27FC236}">
                <a16:creationId xmlns:a16="http://schemas.microsoft.com/office/drawing/2014/main" id="{92564CED-1C28-DF10-1067-5941504A95A0}"/>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Tree>
    <p:extLst>
      <p:ext uri="{BB962C8B-B14F-4D97-AF65-F5344CB8AC3E}">
        <p14:creationId xmlns:p14="http://schemas.microsoft.com/office/powerpoint/2010/main" val="726246209"/>
      </p:ext>
    </p:extLst>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preserve="1" userDrawn="1">
  <p:cSld name="Content and picture dark grey">
    <p:bg>
      <p:bgPr>
        <a:solidFill>
          <a:schemeClr val="accent4"/>
        </a:solidFill>
        <a:effectLst/>
      </p:bgPr>
    </p:bg>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7D3C6BC6-663C-C133-76CE-9BAB02DAEDB3}"/>
              </a:ext>
            </a:extLst>
          </p:cNvPr>
          <p:cNvSpPr>
            <a:spLocks noGrp="1"/>
          </p:cNvSpPr>
          <p:nvPr>
            <p:ph type="pic" sz="quarter" idx="18" hasCustomPrompt="1"/>
          </p:nvPr>
        </p:nvSpPr>
        <p:spPr>
          <a:xfrm>
            <a:off x="7967663" y="1122907"/>
            <a:ext cx="4224338" cy="5735093"/>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bg1"/>
                </a:solidFill>
              </a:defRPr>
            </a:lvl1pPr>
          </a:lstStyle>
          <a:p>
            <a:r>
              <a:rPr lang="de-DE"/>
              <a:t>Insert Picture and send </a:t>
            </a:r>
            <a:r>
              <a:rPr lang="de-DE" err="1"/>
              <a:t>to</a:t>
            </a:r>
            <a:r>
              <a:rPr lang="de-DE"/>
              <a:t> back</a:t>
            </a:r>
          </a:p>
        </p:txBody>
      </p:sp>
      <p:sp>
        <p:nvSpPr>
          <p:cNvPr id="14" name="Text Placeholder 9">
            <a:extLst>
              <a:ext uri="{FF2B5EF4-FFF2-40B4-BE49-F238E27FC236}">
                <a16:creationId xmlns:a16="http://schemas.microsoft.com/office/drawing/2014/main" id="{98C3DB19-4889-48D4-AFFB-A1B288723D76}"/>
              </a:ext>
            </a:extLst>
          </p:cNvPr>
          <p:cNvSpPr>
            <a:spLocks noGrp="1"/>
          </p:cNvSpPr>
          <p:nvPr>
            <p:ph type="body" sz="quarter" idx="15" hasCustomPrompt="1"/>
          </p:nvPr>
        </p:nvSpPr>
        <p:spPr>
          <a:xfrm>
            <a:off x="414971" y="1125538"/>
            <a:ext cx="7337213" cy="246221"/>
          </a:xfrm>
          <a:prstGeom prst="rect">
            <a:avLst/>
          </a:prstGeom>
        </p:spPr>
        <p:txBody>
          <a:bodyPr wrap="square" lIns="0" rIns="72000">
            <a:spAutoFit/>
          </a:bodyPr>
          <a:lstStyle>
            <a:lvl1pPr>
              <a:defRPr sz="1600" b="0">
                <a:solidFill>
                  <a:schemeClr val="bg1"/>
                </a:solidFill>
                <a:latin typeface="Ubuntu Light" panose="020B0304030602030204" pitchFamily="34" charset="0"/>
              </a:defRPr>
            </a:lvl1pPr>
          </a:lstStyle>
          <a:p>
            <a:pPr lvl="0"/>
            <a:r>
              <a:rPr lang="en-US"/>
              <a:t>Click to edit Master text styles</a:t>
            </a:r>
          </a:p>
        </p:txBody>
      </p:sp>
      <p:sp>
        <p:nvSpPr>
          <p:cNvPr id="12" name="Text Placeholder 7">
            <a:extLst>
              <a:ext uri="{FF2B5EF4-FFF2-40B4-BE49-F238E27FC236}">
                <a16:creationId xmlns:a16="http://schemas.microsoft.com/office/drawing/2014/main" id="{F13880FA-A20C-4104-8D48-DC99C13D0B89}"/>
              </a:ext>
            </a:extLst>
          </p:cNvPr>
          <p:cNvSpPr>
            <a:spLocks noGrp="1"/>
          </p:cNvSpPr>
          <p:nvPr>
            <p:ph type="body" sz="quarter" idx="17"/>
          </p:nvPr>
        </p:nvSpPr>
        <p:spPr>
          <a:xfrm>
            <a:off x="414971" y="1628800"/>
            <a:ext cx="7337213" cy="4824388"/>
          </a:xfrm>
          <a:prstGeom prst="rect">
            <a:avLst/>
          </a:prstGeom>
        </p:spPr>
        <p:txBody>
          <a:bodyPr rIns="216000">
            <a:noAutofit/>
          </a:bodyPr>
          <a:lstStyle>
            <a:lvl1pPr>
              <a:defRPr sz="1400">
                <a:solidFill>
                  <a:schemeClr val="bg1"/>
                </a:solidFill>
              </a:defRPr>
            </a:lvl1pPr>
            <a:lvl2pPr>
              <a:buClrTx/>
              <a:defRPr sz="1400">
                <a:solidFill>
                  <a:schemeClr val="bg1"/>
                </a:solidFill>
              </a:defRPr>
            </a:lvl2pPr>
            <a:lvl3pPr>
              <a:buClrTx/>
              <a:defRPr sz="1400">
                <a:solidFill>
                  <a:schemeClr val="bg1"/>
                </a:solidFill>
              </a:defRPr>
            </a:lvl3pPr>
            <a:lvl4pPr>
              <a:buClrTx/>
              <a:defRPr sz="1200">
                <a:solidFill>
                  <a:schemeClr val="bg1"/>
                </a:solidFill>
              </a:defRPr>
            </a:lvl4pPr>
            <a:lvl5pPr>
              <a:buClrTx/>
              <a:defRPr sz="1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FC5D9B30-9A2C-505E-36D0-05AF0DBAAC3C}"/>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Tree>
    <p:extLst>
      <p:ext uri="{BB962C8B-B14F-4D97-AF65-F5344CB8AC3E}">
        <p14:creationId xmlns:p14="http://schemas.microsoft.com/office/powerpoint/2010/main" val="31373842"/>
      </p:ext>
    </p:extLst>
  </p:cSld>
  <p:clrMapOvr>
    <a:masterClrMapping/>
  </p:clrMapOvr>
  <p:extLst>
    <p:ext uri="{DCECCB84-F9BA-43D5-87BE-67443E8EF086}">
      <p15:sldGuideLst xmlns:p15="http://schemas.microsoft.com/office/powerpoint/2012/main">
        <p15:guide id="1" pos="5019">
          <p15:clr>
            <a:srgbClr val="FBAE40"/>
          </p15:clr>
        </p15:guide>
      </p15:sldGuideLst>
    </p:ext>
  </p:extLst>
</p:sldLayout>
</file>

<file path=ppt/slideLayouts/slideLayout164.xml><?xml version="1.0" encoding="utf-8"?>
<p:sldLayout xmlns:a="http://schemas.openxmlformats.org/drawingml/2006/main" xmlns:r="http://schemas.openxmlformats.org/officeDocument/2006/relationships" xmlns:p="http://schemas.openxmlformats.org/presentationml/2006/main" preserve="1" userDrawn="1">
  <p:cSld name="Content and picture dark grey 2">
    <p:bg>
      <p:bgPr>
        <a:solidFill>
          <a:schemeClr val="accent4"/>
        </a:solidFill>
        <a:effectLst/>
      </p:bgPr>
    </p:bg>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D947A8D9-3FE6-9441-652F-400363E70669}"/>
              </a:ext>
            </a:extLst>
          </p:cNvPr>
          <p:cNvSpPr>
            <a:spLocks noGrp="1"/>
          </p:cNvSpPr>
          <p:nvPr>
            <p:ph type="pic" sz="quarter" idx="18" hasCustomPrompt="1"/>
          </p:nvPr>
        </p:nvSpPr>
        <p:spPr>
          <a:xfrm>
            <a:off x="6096001" y="1122907"/>
            <a:ext cx="6096000" cy="5735093"/>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6" name="Text Placeholder 9">
            <a:extLst>
              <a:ext uri="{FF2B5EF4-FFF2-40B4-BE49-F238E27FC236}">
                <a16:creationId xmlns:a16="http://schemas.microsoft.com/office/drawing/2014/main" id="{859F9A52-5C59-4371-8261-06DAE7261AF2}"/>
              </a:ext>
            </a:extLst>
          </p:cNvPr>
          <p:cNvSpPr>
            <a:spLocks noGrp="1"/>
          </p:cNvSpPr>
          <p:nvPr>
            <p:ph type="body" sz="quarter" idx="15" hasCustomPrompt="1"/>
          </p:nvPr>
        </p:nvSpPr>
        <p:spPr>
          <a:xfrm>
            <a:off x="414971" y="1125538"/>
            <a:ext cx="5545800" cy="246221"/>
          </a:xfrm>
          <a:prstGeom prst="rect">
            <a:avLst/>
          </a:prstGeom>
        </p:spPr>
        <p:txBody>
          <a:bodyPr wrap="square" lIns="0" rIns="72000">
            <a:spAutoFit/>
          </a:bodyPr>
          <a:lstStyle>
            <a:lvl1pPr>
              <a:defRPr sz="1600" b="0">
                <a:solidFill>
                  <a:schemeClr val="bg1"/>
                </a:solidFill>
                <a:latin typeface="Ubuntu Light" panose="020B0304030602030204" pitchFamily="34" charset="0"/>
              </a:defRPr>
            </a:lvl1pPr>
          </a:lstStyle>
          <a:p>
            <a:pPr lvl="0"/>
            <a:r>
              <a:rPr lang="en-US"/>
              <a:t>Click to edit Master text styles</a:t>
            </a:r>
          </a:p>
        </p:txBody>
      </p:sp>
      <p:sp>
        <p:nvSpPr>
          <p:cNvPr id="12" name="Text Placeholder 7">
            <a:extLst>
              <a:ext uri="{FF2B5EF4-FFF2-40B4-BE49-F238E27FC236}">
                <a16:creationId xmlns:a16="http://schemas.microsoft.com/office/drawing/2014/main" id="{33B64D18-C45E-440C-9C66-6F1DDAC0172E}"/>
              </a:ext>
            </a:extLst>
          </p:cNvPr>
          <p:cNvSpPr>
            <a:spLocks noGrp="1"/>
          </p:cNvSpPr>
          <p:nvPr>
            <p:ph type="body" sz="quarter" idx="17"/>
          </p:nvPr>
        </p:nvSpPr>
        <p:spPr>
          <a:xfrm>
            <a:off x="414971" y="1627200"/>
            <a:ext cx="5545137" cy="4825988"/>
          </a:xfrm>
          <a:prstGeom prst="rect">
            <a:avLst/>
          </a:prstGeom>
        </p:spPr>
        <p:txBody>
          <a:bodyPr vert="horz" lIns="0" tIns="0" rIns="216000" bIns="0" rtlCol="0">
            <a:noAutofit/>
          </a:bodyPr>
          <a:lstStyle>
            <a:lvl1pPr>
              <a:defRPr lang="en-US" sz="1400" smtClean="0">
                <a:solidFill>
                  <a:schemeClr val="bg1"/>
                </a:solidFill>
              </a:defRPr>
            </a:lvl1pPr>
            <a:lvl2pPr marL="180975" indent="-180975">
              <a:buClrTx/>
              <a:defRPr lang="en-US" sz="1400" kern="1200" dirty="0" smtClean="0">
                <a:solidFill>
                  <a:schemeClr val="bg1"/>
                </a:solidFill>
                <a:latin typeface="+mn-lt"/>
                <a:ea typeface="+mn-ea"/>
                <a:cs typeface="+mn-cs"/>
              </a:defRPr>
            </a:lvl2pPr>
            <a:lvl3pPr marL="360000" indent="-180000">
              <a:buClrTx/>
              <a:defRPr lang="en-US" sz="1400" kern="1200" dirty="0" smtClean="0">
                <a:solidFill>
                  <a:schemeClr val="bg1"/>
                </a:solidFill>
                <a:latin typeface="+mn-lt"/>
                <a:ea typeface="+mn-ea"/>
                <a:cs typeface="+mn-cs"/>
              </a:defRPr>
            </a:lvl3pPr>
            <a:lvl4pPr marL="539750" indent="-180000">
              <a:buClrTx/>
              <a:defRPr lang="en-US" sz="1200" kern="1200" dirty="0" smtClean="0">
                <a:solidFill>
                  <a:schemeClr val="bg1"/>
                </a:solidFill>
                <a:latin typeface="+mn-lt"/>
                <a:ea typeface="+mn-ea"/>
                <a:cs typeface="+mn-cs"/>
              </a:defRPr>
            </a:lvl4pPr>
            <a:lvl5pPr marL="719138" indent="-180975">
              <a:buClrTx/>
              <a:defRPr lang="en-US" sz="1200" kern="1200" dirty="0">
                <a:solidFill>
                  <a:schemeClr val="bg1"/>
                </a:solidFill>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D325044F-30C6-C6D9-84C0-2B925714F572}"/>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Tree>
    <p:extLst>
      <p:ext uri="{BB962C8B-B14F-4D97-AF65-F5344CB8AC3E}">
        <p14:creationId xmlns:p14="http://schemas.microsoft.com/office/powerpoint/2010/main" val="2857859756"/>
      </p:ext>
    </p:extLst>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preserve="1" userDrawn="1">
  <p:cSld name="Content and picture dark grey 3">
    <p:bg>
      <p:bgPr>
        <a:solidFill>
          <a:schemeClr val="accent4"/>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A40C8F40-0AE5-4281-9868-B3C794BF6FD6}"/>
              </a:ext>
            </a:extLst>
          </p:cNvPr>
          <p:cNvSpPr>
            <a:spLocks noGrp="1"/>
          </p:cNvSpPr>
          <p:nvPr>
            <p:ph type="pic" sz="quarter" idx="19" hasCustomPrompt="1"/>
          </p:nvPr>
        </p:nvSpPr>
        <p:spPr>
          <a:xfrm>
            <a:off x="-1" y="0"/>
            <a:ext cx="4208053"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20" name="Text Placeholder 9">
            <a:extLst>
              <a:ext uri="{FF2B5EF4-FFF2-40B4-BE49-F238E27FC236}">
                <a16:creationId xmlns:a16="http://schemas.microsoft.com/office/drawing/2014/main" id="{DE5BD221-7593-42BD-A842-EFACB10DAB74}"/>
              </a:ext>
            </a:extLst>
          </p:cNvPr>
          <p:cNvSpPr>
            <a:spLocks noGrp="1"/>
          </p:cNvSpPr>
          <p:nvPr>
            <p:ph type="body" sz="quarter" idx="16" hasCustomPrompt="1"/>
          </p:nvPr>
        </p:nvSpPr>
        <p:spPr>
          <a:xfrm>
            <a:off x="4444744" y="1126800"/>
            <a:ext cx="6962544" cy="246221"/>
          </a:xfrm>
          <a:prstGeom prst="rect">
            <a:avLst/>
          </a:prstGeom>
        </p:spPr>
        <p:txBody>
          <a:bodyPr wrap="square" lIns="0" rIns="72000">
            <a:spAutoFit/>
          </a:bodyPr>
          <a:lstStyle>
            <a:lvl1pPr>
              <a:defRPr sz="1600" b="0">
                <a:solidFill>
                  <a:schemeClr val="bg1"/>
                </a:solidFill>
                <a:latin typeface="Ubuntu Light" panose="020B0304030602030204" pitchFamily="34" charset="0"/>
              </a:defRPr>
            </a:lvl1pPr>
          </a:lstStyle>
          <a:p>
            <a:pPr lvl="0"/>
            <a:r>
              <a:rPr lang="en-US"/>
              <a:t>Click to edit Master text styles</a:t>
            </a:r>
          </a:p>
        </p:txBody>
      </p:sp>
      <p:sp>
        <p:nvSpPr>
          <p:cNvPr id="19" name="Text Placeholder 8">
            <a:extLst>
              <a:ext uri="{FF2B5EF4-FFF2-40B4-BE49-F238E27FC236}">
                <a16:creationId xmlns:a16="http://schemas.microsoft.com/office/drawing/2014/main" id="{A6C5C35D-CE7D-48CD-A1B2-353FFA53AEE9}"/>
              </a:ext>
            </a:extLst>
          </p:cNvPr>
          <p:cNvSpPr>
            <a:spLocks noGrp="1"/>
          </p:cNvSpPr>
          <p:nvPr>
            <p:ph type="body" sz="quarter" idx="18"/>
          </p:nvPr>
        </p:nvSpPr>
        <p:spPr>
          <a:xfrm>
            <a:off x="4445407" y="1627200"/>
            <a:ext cx="6962544" cy="4825988"/>
          </a:xfrm>
          <a:prstGeom prst="rect">
            <a:avLst/>
          </a:prstGeom>
        </p:spPr>
        <p:txBody>
          <a:bodyPr vert="horz" lIns="0" tIns="0" rIns="0" bIns="0" rtlCol="0">
            <a:noAutofit/>
          </a:bodyPr>
          <a:lstStyle>
            <a:lvl1pPr>
              <a:defRPr lang="en-US" sz="1400" smtClean="0">
                <a:solidFill>
                  <a:schemeClr val="bg1"/>
                </a:solidFill>
              </a:defRPr>
            </a:lvl1pPr>
            <a:lvl2pPr marL="180975" indent="-180975">
              <a:buClrTx/>
              <a:defRPr lang="en-US" sz="1400" kern="1200" dirty="0" smtClean="0">
                <a:solidFill>
                  <a:schemeClr val="bg1"/>
                </a:solidFill>
                <a:latin typeface="+mn-lt"/>
                <a:ea typeface="+mn-ea"/>
                <a:cs typeface="+mn-cs"/>
              </a:defRPr>
            </a:lvl2pPr>
            <a:lvl3pPr marL="360000" indent="-180000">
              <a:buClrTx/>
              <a:defRPr lang="en-US" sz="1400" kern="1200" dirty="0" smtClean="0">
                <a:solidFill>
                  <a:schemeClr val="bg1"/>
                </a:solidFill>
                <a:latin typeface="+mn-lt"/>
                <a:ea typeface="+mn-ea"/>
                <a:cs typeface="+mn-cs"/>
              </a:defRPr>
            </a:lvl3pPr>
            <a:lvl4pPr marL="539750" indent="-180000">
              <a:buClrTx/>
              <a:defRPr lang="en-US" sz="1200" kern="1200" dirty="0" smtClean="0">
                <a:solidFill>
                  <a:schemeClr val="bg1"/>
                </a:solidFill>
                <a:latin typeface="+mn-lt"/>
                <a:ea typeface="+mn-ea"/>
                <a:cs typeface="+mn-cs"/>
              </a:defRPr>
            </a:lvl4pPr>
            <a:lvl5pPr marL="719138" indent="-180975">
              <a:buClrTx/>
              <a:defRPr lang="en-US" sz="1200" kern="1200" dirty="0">
                <a:solidFill>
                  <a:schemeClr val="bg1"/>
                </a:solidFill>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14" name="Groupe 1">
            <a:extLst>
              <a:ext uri="{FF2B5EF4-FFF2-40B4-BE49-F238E27FC236}">
                <a16:creationId xmlns:a16="http://schemas.microsoft.com/office/drawing/2014/main" id="{DFFA4EA6-56A9-4F86-ABC0-8D91183AD408}"/>
              </a:ext>
            </a:extLst>
          </p:cNvPr>
          <p:cNvGrpSpPr/>
          <p:nvPr userDrawn="1"/>
        </p:nvGrpSpPr>
        <p:grpSpPr>
          <a:xfrm>
            <a:off x="11501102" y="171573"/>
            <a:ext cx="419436" cy="388988"/>
            <a:chOff x="11501102" y="171573"/>
            <a:chExt cx="419436" cy="388988"/>
          </a:xfrm>
        </p:grpSpPr>
        <p:sp>
          <p:nvSpPr>
            <p:cNvPr id="22" name="Freeform 13">
              <a:extLst>
                <a:ext uri="{FF2B5EF4-FFF2-40B4-BE49-F238E27FC236}">
                  <a16:creationId xmlns:a16="http://schemas.microsoft.com/office/drawing/2014/main" id="{C156B522-A0C0-42B8-BB11-65082FE767FF}"/>
                </a:ext>
              </a:extLst>
            </p:cNvPr>
            <p:cNvSpPr>
              <a:spLocks/>
            </p:cNvSpPr>
            <p:nvPr/>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24" name="Freeform 14">
              <a:extLst>
                <a:ext uri="{FF2B5EF4-FFF2-40B4-BE49-F238E27FC236}">
                  <a16:creationId xmlns:a16="http://schemas.microsoft.com/office/drawing/2014/main" id="{43AD94EE-7857-4B4F-8194-A523D32A3519}"/>
                </a:ext>
              </a:extLst>
            </p:cNvPr>
            <p:cNvSpPr>
              <a:spLocks/>
            </p:cNvSpPr>
            <p:nvPr/>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2" name="Title 1">
            <a:extLst>
              <a:ext uri="{FF2B5EF4-FFF2-40B4-BE49-F238E27FC236}">
                <a16:creationId xmlns:a16="http://schemas.microsoft.com/office/drawing/2014/main" id="{63D8BFFB-83BD-8B73-4F5E-285DBB5281A2}"/>
              </a:ext>
            </a:extLst>
          </p:cNvPr>
          <p:cNvSpPr>
            <a:spLocks noGrp="1"/>
          </p:cNvSpPr>
          <p:nvPr>
            <p:ph type="title"/>
          </p:nvPr>
        </p:nvSpPr>
        <p:spPr>
          <a:xfrm>
            <a:off x="4444744" y="260350"/>
            <a:ext cx="6978640" cy="792163"/>
          </a:xfrm>
        </p:spPr>
        <p:txBody>
          <a:bodyPr/>
          <a:lstStyle>
            <a:lvl1pPr>
              <a:defRPr>
                <a:solidFill>
                  <a:schemeClr val="bg1"/>
                </a:solidFill>
              </a:defRPr>
            </a:lvl1pPr>
          </a:lstStyle>
          <a:p>
            <a:r>
              <a:rPr lang="en-US"/>
              <a:t>Click to edit Master title style</a:t>
            </a:r>
          </a:p>
        </p:txBody>
      </p:sp>
    </p:spTree>
    <p:extLst>
      <p:ext uri="{BB962C8B-B14F-4D97-AF65-F5344CB8AC3E}">
        <p14:creationId xmlns:p14="http://schemas.microsoft.com/office/powerpoint/2010/main" val="159539668"/>
      </p:ext>
    </p:extLst>
  </p:cSld>
  <p:clrMapOvr>
    <a:masterClrMapping/>
  </p:clrMapOvr>
  <p:extLst>
    <p:ext uri="{DCECCB84-F9BA-43D5-87BE-67443E8EF086}">
      <p15:sldGuideLst xmlns:p15="http://schemas.microsoft.com/office/powerpoint/2012/main">
        <p15:guide id="1" pos="5110">
          <p15:clr>
            <a:srgbClr val="FBAE40"/>
          </p15:clr>
        </p15:guide>
      </p15:sldGuideLst>
    </p:ext>
  </p:extLst>
</p:sldLayout>
</file>

<file path=ppt/slideLayouts/slideLayout166.xml><?xml version="1.0" encoding="utf-8"?>
<p:sldLayout xmlns:a="http://schemas.openxmlformats.org/drawingml/2006/main" xmlns:r="http://schemas.openxmlformats.org/officeDocument/2006/relationships" xmlns:p="http://schemas.openxmlformats.org/presentationml/2006/main" preserve="1">
  <p:cSld name="Content and picture dark grey 4">
    <p:bg>
      <p:bgPr>
        <a:solidFill>
          <a:schemeClr val="accent4"/>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C8A4E47E-A55F-4490-AD19-D9A415AA57C5}"/>
              </a:ext>
            </a:extLst>
          </p:cNvPr>
          <p:cNvSpPr>
            <a:spLocks noGrp="1"/>
          </p:cNvSpPr>
          <p:nvPr>
            <p:ph type="pic" sz="quarter" idx="19"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20" name="Text Placeholder 9">
            <a:extLst>
              <a:ext uri="{FF2B5EF4-FFF2-40B4-BE49-F238E27FC236}">
                <a16:creationId xmlns:a16="http://schemas.microsoft.com/office/drawing/2014/main" id="{B7C70459-DE10-4F5D-80E6-BAD5BA66267C}"/>
              </a:ext>
            </a:extLst>
          </p:cNvPr>
          <p:cNvSpPr>
            <a:spLocks noGrp="1"/>
          </p:cNvSpPr>
          <p:nvPr>
            <p:ph type="body" sz="quarter" idx="16" hasCustomPrompt="1"/>
          </p:nvPr>
        </p:nvSpPr>
        <p:spPr>
          <a:xfrm>
            <a:off x="6384032" y="1125538"/>
            <a:ext cx="5047879" cy="246221"/>
          </a:xfrm>
          <a:prstGeom prst="rect">
            <a:avLst/>
          </a:prstGeom>
        </p:spPr>
        <p:txBody>
          <a:bodyPr wrap="square" lIns="0" rIns="72000">
            <a:spAutoFit/>
          </a:bodyPr>
          <a:lstStyle>
            <a:lvl1pPr>
              <a:defRPr sz="1600" b="0">
                <a:solidFill>
                  <a:schemeClr val="bg1"/>
                </a:solidFill>
                <a:latin typeface="Ubuntu Light" panose="020B0304030602030204" pitchFamily="34" charset="0"/>
              </a:defRPr>
            </a:lvl1pPr>
          </a:lstStyle>
          <a:p>
            <a:pPr lvl="0"/>
            <a:r>
              <a:rPr lang="en-US"/>
              <a:t>Click to edit Master text styles</a:t>
            </a:r>
          </a:p>
        </p:txBody>
      </p:sp>
      <p:sp>
        <p:nvSpPr>
          <p:cNvPr id="21" name="Title 4">
            <a:extLst>
              <a:ext uri="{FF2B5EF4-FFF2-40B4-BE49-F238E27FC236}">
                <a16:creationId xmlns:a16="http://schemas.microsoft.com/office/drawing/2014/main" id="{CC59ACB0-A839-47A7-AC17-01C5AED88934}"/>
              </a:ext>
            </a:extLst>
          </p:cNvPr>
          <p:cNvSpPr>
            <a:spLocks noGrp="1"/>
          </p:cNvSpPr>
          <p:nvPr>
            <p:ph type="title"/>
          </p:nvPr>
        </p:nvSpPr>
        <p:spPr>
          <a:xfrm>
            <a:off x="6384032" y="6907"/>
            <a:ext cx="5047879" cy="1127300"/>
          </a:xfrm>
        </p:spPr>
        <p:txBody>
          <a:bodyPr/>
          <a:lstStyle>
            <a:lvl1pPr>
              <a:defRPr>
                <a:solidFill>
                  <a:schemeClr val="bg1"/>
                </a:solidFill>
              </a:defRPr>
            </a:lvl1pPr>
          </a:lstStyle>
          <a:p>
            <a:r>
              <a:rPr lang="en-US"/>
              <a:t>Click to edit Master title style</a:t>
            </a:r>
            <a:endParaRPr lang="de-DE"/>
          </a:p>
        </p:txBody>
      </p:sp>
      <p:sp>
        <p:nvSpPr>
          <p:cNvPr id="19" name="Text Placeholder 6">
            <a:extLst>
              <a:ext uri="{FF2B5EF4-FFF2-40B4-BE49-F238E27FC236}">
                <a16:creationId xmlns:a16="http://schemas.microsoft.com/office/drawing/2014/main" id="{A8B886D2-95CB-49D8-B7AE-68DA209E76FA}"/>
              </a:ext>
            </a:extLst>
          </p:cNvPr>
          <p:cNvSpPr>
            <a:spLocks noGrp="1"/>
          </p:cNvSpPr>
          <p:nvPr>
            <p:ph type="body" sz="quarter" idx="18"/>
          </p:nvPr>
        </p:nvSpPr>
        <p:spPr>
          <a:xfrm>
            <a:off x="6384032" y="1627200"/>
            <a:ext cx="5047879" cy="4825988"/>
          </a:xfrm>
          <a:prstGeom prst="rect">
            <a:avLst/>
          </a:prstGeom>
        </p:spPr>
        <p:txBody>
          <a:bodyPr vert="horz" lIns="0" tIns="0" rIns="0" bIns="0" rtlCol="0">
            <a:noAutofit/>
          </a:bodyPr>
          <a:lstStyle>
            <a:lvl1pPr>
              <a:defRPr lang="en-US" sz="1400" smtClean="0">
                <a:solidFill>
                  <a:schemeClr val="bg1"/>
                </a:solidFill>
              </a:defRPr>
            </a:lvl1pPr>
            <a:lvl2pPr marL="180975" indent="-180975">
              <a:buClrTx/>
              <a:defRPr lang="en-US" sz="1400" kern="1200" dirty="0" smtClean="0">
                <a:solidFill>
                  <a:schemeClr val="bg1"/>
                </a:solidFill>
                <a:latin typeface="+mn-lt"/>
                <a:ea typeface="+mn-ea"/>
                <a:cs typeface="+mn-cs"/>
              </a:defRPr>
            </a:lvl2pPr>
            <a:lvl3pPr marL="360000" indent="-180000">
              <a:buClrTx/>
              <a:defRPr lang="en-US" sz="1400" kern="1200" dirty="0" smtClean="0">
                <a:solidFill>
                  <a:schemeClr val="bg1"/>
                </a:solidFill>
                <a:latin typeface="+mn-lt"/>
                <a:ea typeface="+mn-ea"/>
                <a:cs typeface="+mn-cs"/>
              </a:defRPr>
            </a:lvl3pPr>
            <a:lvl4pPr marL="539750" indent="-180000">
              <a:buClrTx/>
              <a:defRPr lang="en-US" sz="1200" kern="1200" dirty="0" smtClean="0">
                <a:solidFill>
                  <a:schemeClr val="bg1"/>
                </a:solidFill>
                <a:latin typeface="+mn-lt"/>
                <a:ea typeface="+mn-ea"/>
                <a:cs typeface="+mn-cs"/>
              </a:defRPr>
            </a:lvl4pPr>
            <a:lvl5pPr marL="719138" indent="-180975">
              <a:buClrTx/>
              <a:defRPr lang="en-US" sz="1200" kern="1200" dirty="0">
                <a:solidFill>
                  <a:schemeClr val="bg1"/>
                </a:solidFill>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16" name="Groupe 1">
            <a:extLst>
              <a:ext uri="{FF2B5EF4-FFF2-40B4-BE49-F238E27FC236}">
                <a16:creationId xmlns:a16="http://schemas.microsoft.com/office/drawing/2014/main" id="{E0AE299F-7351-4397-AACC-823584420C74}"/>
              </a:ext>
            </a:extLst>
          </p:cNvPr>
          <p:cNvGrpSpPr/>
          <p:nvPr userDrawn="1"/>
        </p:nvGrpSpPr>
        <p:grpSpPr>
          <a:xfrm>
            <a:off x="11501102" y="171573"/>
            <a:ext cx="419436" cy="388988"/>
            <a:chOff x="11501102" y="171573"/>
            <a:chExt cx="419436" cy="388988"/>
          </a:xfrm>
        </p:grpSpPr>
        <p:sp>
          <p:nvSpPr>
            <p:cNvPr id="22" name="Freeform 13">
              <a:extLst>
                <a:ext uri="{FF2B5EF4-FFF2-40B4-BE49-F238E27FC236}">
                  <a16:creationId xmlns:a16="http://schemas.microsoft.com/office/drawing/2014/main" id="{2EAF937C-9725-44A1-BB6F-11B4974BADA6}"/>
                </a:ext>
              </a:extLst>
            </p:cNvPr>
            <p:cNvSpPr>
              <a:spLocks/>
            </p:cNvSpPr>
            <p:nvPr/>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24" name="Freeform 14">
              <a:extLst>
                <a:ext uri="{FF2B5EF4-FFF2-40B4-BE49-F238E27FC236}">
                  <a16:creationId xmlns:a16="http://schemas.microsoft.com/office/drawing/2014/main" id="{0B23023F-6948-45C1-A879-0B093E949B0A}"/>
                </a:ext>
              </a:extLst>
            </p:cNvPr>
            <p:cNvSpPr>
              <a:spLocks/>
            </p:cNvSpPr>
            <p:nvPr/>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Tree>
    <p:extLst>
      <p:ext uri="{BB962C8B-B14F-4D97-AF65-F5344CB8AC3E}">
        <p14:creationId xmlns:p14="http://schemas.microsoft.com/office/powerpoint/2010/main" val="2685953045"/>
      </p:ext>
    </p:extLst>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preserve="1" userDrawn="1">
  <p:cSld name="Title Subtitle Dark gradient">
    <p:bg>
      <p:bgPr>
        <a:gradFill flip="none" rotWithShape="1">
          <a:gsLst>
            <a:gs pos="100000">
              <a:schemeClr val="accent1"/>
            </a:gs>
            <a:gs pos="0">
              <a:schemeClr val="accent4"/>
            </a:gs>
          </a:gsLst>
          <a:lin ang="18900000" scaled="1"/>
          <a:tileRect/>
        </a:gradFill>
        <a:effectLst/>
      </p:bgPr>
    </p:bg>
    <p:spTree>
      <p:nvGrpSpPr>
        <p:cNvPr id="1" name=""/>
        <p:cNvGrpSpPr/>
        <p:nvPr/>
      </p:nvGrpSpPr>
      <p:grpSpPr>
        <a:xfrm>
          <a:off x="0" y="0"/>
          <a:ext cx="0" cy="0"/>
          <a:chOff x="0" y="0"/>
          <a:chExt cx="0" cy="0"/>
        </a:xfrm>
      </p:grpSpPr>
      <p:sp>
        <p:nvSpPr>
          <p:cNvPr id="12" name="Text Placeholder 9">
            <a:extLst>
              <a:ext uri="{FF2B5EF4-FFF2-40B4-BE49-F238E27FC236}">
                <a16:creationId xmlns:a16="http://schemas.microsoft.com/office/drawing/2014/main" id="{5166E472-7F03-4595-8219-0CA22510C30A}"/>
              </a:ext>
            </a:extLst>
          </p:cNvPr>
          <p:cNvSpPr>
            <a:spLocks noGrp="1"/>
          </p:cNvSpPr>
          <p:nvPr>
            <p:ph type="body" sz="quarter" idx="15" hasCustomPrompt="1"/>
          </p:nvPr>
        </p:nvSpPr>
        <p:spPr>
          <a:xfrm>
            <a:off x="414971" y="1125538"/>
            <a:ext cx="11369042" cy="246221"/>
          </a:xfrm>
          <a:prstGeom prst="rect">
            <a:avLst/>
          </a:prstGeom>
        </p:spPr>
        <p:txBody>
          <a:bodyPr lIns="0">
            <a:spAutoFit/>
          </a:bodyPr>
          <a:lstStyle>
            <a:lvl1pPr>
              <a:defRPr sz="1600" b="0">
                <a:solidFill>
                  <a:schemeClr val="bg1"/>
                </a:solidFill>
                <a:latin typeface="Ubuntu Light" panose="020B0304030602030204" pitchFamily="34" charset="0"/>
              </a:defRPr>
            </a:lvl1pPr>
          </a:lstStyle>
          <a:p>
            <a:pPr lvl="0"/>
            <a:r>
              <a:rPr lang="en-US"/>
              <a:t>Click to edit Master text styles</a:t>
            </a:r>
          </a:p>
        </p:txBody>
      </p:sp>
      <p:grpSp>
        <p:nvGrpSpPr>
          <p:cNvPr id="2" name="Group 37">
            <a:extLst>
              <a:ext uri="{FF2B5EF4-FFF2-40B4-BE49-F238E27FC236}">
                <a16:creationId xmlns:a16="http://schemas.microsoft.com/office/drawing/2014/main" id="{249954CA-1B4C-479D-8956-C152CD1D4255}"/>
              </a:ext>
            </a:extLst>
          </p:cNvPr>
          <p:cNvGrpSpPr/>
          <p:nvPr userDrawn="1"/>
        </p:nvGrpSpPr>
        <p:grpSpPr>
          <a:xfrm>
            <a:off x="11501102" y="171573"/>
            <a:ext cx="419436" cy="388087"/>
            <a:chOff x="5481638" y="2859088"/>
            <a:chExt cx="1231900" cy="1139825"/>
          </a:xfrm>
          <a:solidFill>
            <a:schemeClr val="bg1"/>
          </a:solidFill>
        </p:grpSpPr>
        <p:sp>
          <p:nvSpPr>
            <p:cNvPr id="4" name="Freeform 320">
              <a:extLst>
                <a:ext uri="{FF2B5EF4-FFF2-40B4-BE49-F238E27FC236}">
                  <a16:creationId xmlns:a16="http://schemas.microsoft.com/office/drawing/2014/main" id="{86845868-3C42-0B91-A56D-1739F1EE5238}"/>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5" name="Freeform 321">
              <a:extLst>
                <a:ext uri="{FF2B5EF4-FFF2-40B4-BE49-F238E27FC236}">
                  <a16:creationId xmlns:a16="http://schemas.microsoft.com/office/drawing/2014/main" id="{F5D1D048-6CFA-0DCF-5953-84431BE6754C}"/>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
        <p:nvSpPr>
          <p:cNvPr id="3" name="Title 2">
            <a:extLst>
              <a:ext uri="{FF2B5EF4-FFF2-40B4-BE49-F238E27FC236}">
                <a16:creationId xmlns:a16="http://schemas.microsoft.com/office/drawing/2014/main" id="{EE7D5AB5-F4DB-ECDA-A390-D44890647604}"/>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Tree>
    <p:extLst>
      <p:ext uri="{BB962C8B-B14F-4D97-AF65-F5344CB8AC3E}">
        <p14:creationId xmlns:p14="http://schemas.microsoft.com/office/powerpoint/2010/main" val="1464653039"/>
      </p:ext>
    </p:extLst>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preserve="1" userDrawn="1">
  <p:cSld name="Title Subtitle Capgemini Blue">
    <p:bg>
      <p:bgPr>
        <a:solidFill>
          <a:schemeClr val="accent1"/>
        </a:solidFill>
        <a:effectLst/>
      </p:bgPr>
    </p:bg>
    <p:spTree>
      <p:nvGrpSpPr>
        <p:cNvPr id="1" name=""/>
        <p:cNvGrpSpPr/>
        <p:nvPr/>
      </p:nvGrpSpPr>
      <p:grpSpPr>
        <a:xfrm>
          <a:off x="0" y="0"/>
          <a:ext cx="0" cy="0"/>
          <a:chOff x="0" y="0"/>
          <a:chExt cx="0" cy="0"/>
        </a:xfrm>
      </p:grpSpPr>
      <p:grpSp>
        <p:nvGrpSpPr>
          <p:cNvPr id="8" name="Group 37">
            <a:extLst>
              <a:ext uri="{FF2B5EF4-FFF2-40B4-BE49-F238E27FC236}">
                <a16:creationId xmlns:a16="http://schemas.microsoft.com/office/drawing/2014/main" id="{8045CCAE-BD2B-495D-9881-0F2682E7F5DC}"/>
              </a:ext>
            </a:extLst>
          </p:cNvPr>
          <p:cNvGrpSpPr/>
          <p:nvPr userDrawn="1"/>
        </p:nvGrpSpPr>
        <p:grpSpPr>
          <a:xfrm>
            <a:off x="11501102" y="171573"/>
            <a:ext cx="419436" cy="388087"/>
            <a:chOff x="5481638" y="2859088"/>
            <a:chExt cx="1231900" cy="1139825"/>
          </a:xfrm>
          <a:solidFill>
            <a:schemeClr val="bg1"/>
          </a:solidFill>
        </p:grpSpPr>
        <p:sp>
          <p:nvSpPr>
            <p:cNvPr id="9" name="Freeform 320">
              <a:extLst>
                <a:ext uri="{FF2B5EF4-FFF2-40B4-BE49-F238E27FC236}">
                  <a16:creationId xmlns:a16="http://schemas.microsoft.com/office/drawing/2014/main" id="{6A17AE04-922A-4540-99C5-F8D62C3B08E0}"/>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0" name="Freeform 321">
              <a:extLst>
                <a:ext uri="{FF2B5EF4-FFF2-40B4-BE49-F238E27FC236}">
                  <a16:creationId xmlns:a16="http://schemas.microsoft.com/office/drawing/2014/main" id="{DF832F2C-D3A7-4DE5-96EA-08ADD488B23C}"/>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
        <p:nvSpPr>
          <p:cNvPr id="12" name="Text Placeholder 9">
            <a:extLst>
              <a:ext uri="{FF2B5EF4-FFF2-40B4-BE49-F238E27FC236}">
                <a16:creationId xmlns:a16="http://schemas.microsoft.com/office/drawing/2014/main" id="{5F942043-0ED4-4362-8DCB-F241572195DD}"/>
              </a:ext>
            </a:extLst>
          </p:cNvPr>
          <p:cNvSpPr>
            <a:spLocks noGrp="1"/>
          </p:cNvSpPr>
          <p:nvPr>
            <p:ph type="body" sz="quarter" idx="15" hasCustomPrompt="1"/>
          </p:nvPr>
        </p:nvSpPr>
        <p:spPr>
          <a:xfrm>
            <a:off x="414971" y="1125538"/>
            <a:ext cx="11369042" cy="246221"/>
          </a:xfrm>
          <a:prstGeom prst="rect">
            <a:avLst/>
          </a:prstGeom>
        </p:spPr>
        <p:txBody>
          <a:bodyPr lIns="0">
            <a:spAutoFit/>
          </a:bodyPr>
          <a:lstStyle>
            <a:lvl1pPr>
              <a:defRPr sz="1600" b="0">
                <a:solidFill>
                  <a:schemeClr val="bg1"/>
                </a:solidFill>
                <a:latin typeface="Ubuntu Light" panose="020B0304030602030204" pitchFamily="34" charset="0"/>
              </a:defRPr>
            </a:lvl1pPr>
          </a:lstStyle>
          <a:p>
            <a:pPr lvl="0"/>
            <a:r>
              <a:rPr lang="en-US"/>
              <a:t>Click to edit Master text styles</a:t>
            </a:r>
          </a:p>
        </p:txBody>
      </p:sp>
      <p:sp>
        <p:nvSpPr>
          <p:cNvPr id="2" name="Title 1">
            <a:extLst>
              <a:ext uri="{FF2B5EF4-FFF2-40B4-BE49-F238E27FC236}">
                <a16:creationId xmlns:a16="http://schemas.microsoft.com/office/drawing/2014/main" id="{8BF4754F-A565-D595-AC8C-9F0E9407F8F2}"/>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Tree>
    <p:extLst>
      <p:ext uri="{BB962C8B-B14F-4D97-AF65-F5344CB8AC3E}">
        <p14:creationId xmlns:p14="http://schemas.microsoft.com/office/powerpoint/2010/main" val="2977997412"/>
      </p:ext>
    </p:extLst>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showMasterSp="0" preserve="1">
  <p:cSld name="Final Slide dark">
    <p:bg>
      <p:bgPr>
        <a:solidFill>
          <a:srgbClr val="272936"/>
        </a:solidFill>
        <a:effectLst/>
      </p:bgPr>
    </p:bg>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D4C87536-14D9-1C92-1114-2BE764DFE95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239381" y="3837746"/>
            <a:ext cx="8938728" cy="3477505"/>
          </a:xfrm>
          <a:prstGeom prst="rect">
            <a:avLst/>
          </a:prstGeom>
        </p:spPr>
      </p:pic>
      <p:sp>
        <p:nvSpPr>
          <p:cNvPr id="18" name="Rectangle 17">
            <a:extLst>
              <a:ext uri="{FF2B5EF4-FFF2-40B4-BE49-F238E27FC236}">
                <a16:creationId xmlns:a16="http://schemas.microsoft.com/office/drawing/2014/main" id="{5ACF1211-C28D-FCA4-B36E-E08F106C8C67}"/>
              </a:ext>
            </a:extLst>
          </p:cNvPr>
          <p:cNvSpPr/>
          <p:nvPr userDrawn="1"/>
        </p:nvSpPr>
        <p:spPr>
          <a:xfrm>
            <a:off x="8514289" y="6053226"/>
            <a:ext cx="3234143" cy="400110"/>
          </a:xfrm>
          <a:prstGeom prst="rect">
            <a:avLst/>
          </a:prstGeom>
        </p:spPr>
        <p:txBody>
          <a:bodyPr wrap="square" lIns="0" tIns="0" rIns="0" bIns="0" anchor="b" anchorCtr="0">
            <a:spAutoFit/>
          </a:bodyPr>
          <a:lstStyle/>
          <a:p>
            <a:pPr>
              <a:spcAft>
                <a:spcPts val="600"/>
              </a:spcAft>
            </a:pPr>
            <a:r>
              <a:rPr lang="en-US" sz="700" noProof="0">
                <a:solidFill>
                  <a:schemeClr val="bg1"/>
                </a:solidFill>
                <a:latin typeface="+mn-lt"/>
                <a:cs typeface="Arial"/>
              </a:rPr>
              <a:t>This presentation contains information that may be privileged or confidential and is the property of the Capgemini Group.</a:t>
            </a:r>
          </a:p>
          <a:p>
            <a:pPr>
              <a:spcAft>
                <a:spcPts val="600"/>
              </a:spcAft>
            </a:pPr>
            <a:r>
              <a:rPr lang="en-US" sz="700" noProof="0">
                <a:solidFill>
                  <a:schemeClr val="bg1"/>
                </a:solidFill>
                <a:latin typeface="+mn-lt"/>
                <a:cs typeface="Arial"/>
              </a:rPr>
              <a:t>Copyright © 2024 Capgemini. All rights reserved.</a:t>
            </a:r>
          </a:p>
        </p:txBody>
      </p:sp>
      <p:pic>
        <p:nvPicPr>
          <p:cNvPr id="4" name="Graphique 3">
            <a:extLst>
              <a:ext uri="{FF2B5EF4-FFF2-40B4-BE49-F238E27FC236}">
                <a16:creationId xmlns:a16="http://schemas.microsoft.com/office/drawing/2014/main" id="{3BC4D069-1FD5-E61B-1B7C-D34508D8CA20}"/>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402694" y="5960968"/>
            <a:ext cx="3240000" cy="492220"/>
          </a:xfrm>
          <a:prstGeom prst="rect">
            <a:avLst/>
          </a:prstGeom>
        </p:spPr>
      </p:pic>
      <p:pic>
        <p:nvPicPr>
          <p:cNvPr id="5" name="Picture 7">
            <a:hlinkClick r:id="rId5"/>
            <a:extLst>
              <a:ext uri="{FF2B5EF4-FFF2-40B4-BE49-F238E27FC236}">
                <a16:creationId xmlns:a16="http://schemas.microsoft.com/office/drawing/2014/main" id="{2CDC3B80-F2EC-3060-16B1-C27C9213260C}"/>
              </a:ext>
            </a:extLst>
          </p:cNvPr>
          <p:cNvPicPr>
            <a:picLocks noChangeAspect="1" noChangeArrowheads="1"/>
          </p:cNvPicPr>
          <p:nvPr userDrawn="1"/>
        </p:nvPicPr>
        <p:blipFill>
          <a:blip r:embed="rId6" cstate="screen">
            <a:extLst>
              <a:ext uri="{28A0092B-C50C-407E-A947-70E740481C1C}">
                <a14:useLocalDpi xmlns:a14="http://schemas.microsoft.com/office/drawing/2010/main"/>
              </a:ext>
            </a:extLst>
          </a:blip>
          <a:srcRect/>
          <a:stretch>
            <a:fillRect/>
          </a:stretch>
        </p:blipFill>
        <p:spPr bwMode="auto">
          <a:xfrm>
            <a:off x="8514289" y="5571089"/>
            <a:ext cx="333195" cy="333195"/>
          </a:xfrm>
          <a:prstGeom prst="rect">
            <a:avLst/>
          </a:prstGeom>
          <a:noFill/>
        </p:spPr>
      </p:pic>
      <p:pic>
        <p:nvPicPr>
          <p:cNvPr id="6" name="Picture 2">
            <a:hlinkClick r:id="rId7"/>
            <a:extLst>
              <a:ext uri="{FF2B5EF4-FFF2-40B4-BE49-F238E27FC236}">
                <a16:creationId xmlns:a16="http://schemas.microsoft.com/office/drawing/2014/main" id="{9549C6C4-21F0-BDB1-0995-42AE67FB1918}"/>
              </a:ext>
            </a:extLst>
          </p:cNvPr>
          <p:cNvPicPr>
            <a:picLocks noChangeAspect="1" noChangeArrowheads="1"/>
          </p:cNvPicPr>
          <p:nvPr userDrawn="1"/>
        </p:nvPicPr>
        <p:blipFill>
          <a:blip r:embed="rId8" cstate="screen">
            <a:extLst>
              <a:ext uri="{28A0092B-C50C-407E-A947-70E740481C1C}">
                <a14:useLocalDpi xmlns:a14="http://schemas.microsoft.com/office/drawing/2010/main"/>
              </a:ext>
            </a:extLst>
          </a:blip>
          <a:srcRect/>
          <a:stretch>
            <a:fillRect/>
          </a:stretch>
        </p:blipFill>
        <p:spPr bwMode="auto">
          <a:xfrm>
            <a:off x="8906933" y="5571089"/>
            <a:ext cx="333195" cy="333195"/>
          </a:xfrm>
          <a:prstGeom prst="rect">
            <a:avLst/>
          </a:prstGeom>
          <a:noFill/>
        </p:spPr>
      </p:pic>
      <p:pic>
        <p:nvPicPr>
          <p:cNvPr id="7" name="Picture 4">
            <a:hlinkClick r:id="rId9"/>
            <a:extLst>
              <a:ext uri="{FF2B5EF4-FFF2-40B4-BE49-F238E27FC236}">
                <a16:creationId xmlns:a16="http://schemas.microsoft.com/office/drawing/2014/main" id="{F8FBF49B-9FA7-D9FE-4D50-62A789E93534}"/>
              </a:ext>
            </a:extLst>
          </p:cNvPr>
          <p:cNvPicPr>
            <a:picLocks noChangeAspect="1" noChangeArrowheads="1"/>
          </p:cNvPicPr>
          <p:nvPr userDrawn="1"/>
        </p:nvPicPr>
        <p:blipFill>
          <a:blip r:embed="rId10" cstate="screen">
            <a:extLst>
              <a:ext uri="{28A0092B-C50C-407E-A947-70E740481C1C}">
                <a14:useLocalDpi xmlns:a14="http://schemas.microsoft.com/office/drawing/2010/main"/>
              </a:ext>
            </a:extLst>
          </a:blip>
          <a:srcRect/>
          <a:stretch>
            <a:fillRect/>
          </a:stretch>
        </p:blipFill>
        <p:spPr bwMode="auto">
          <a:xfrm>
            <a:off x="9299577" y="5571089"/>
            <a:ext cx="333195" cy="333195"/>
          </a:xfrm>
          <a:prstGeom prst="rect">
            <a:avLst/>
          </a:prstGeom>
          <a:noFill/>
        </p:spPr>
      </p:pic>
      <p:pic>
        <p:nvPicPr>
          <p:cNvPr id="8" name="Picture 6">
            <a:hlinkClick r:id="rId11"/>
            <a:extLst>
              <a:ext uri="{FF2B5EF4-FFF2-40B4-BE49-F238E27FC236}">
                <a16:creationId xmlns:a16="http://schemas.microsoft.com/office/drawing/2014/main" id="{03EE9493-9DDE-7632-217B-6675CD7127FF}"/>
              </a:ext>
            </a:extLst>
          </p:cNvPr>
          <p:cNvPicPr>
            <a:picLocks noChangeAspect="1" noChangeArrowheads="1"/>
          </p:cNvPicPr>
          <p:nvPr userDrawn="1"/>
        </p:nvPicPr>
        <p:blipFill>
          <a:blip r:embed="rId12" cstate="screen">
            <a:extLst>
              <a:ext uri="{28A0092B-C50C-407E-A947-70E740481C1C}">
                <a14:useLocalDpi xmlns:a14="http://schemas.microsoft.com/office/drawing/2010/main"/>
              </a:ext>
            </a:extLst>
          </a:blip>
          <a:srcRect/>
          <a:stretch>
            <a:fillRect/>
          </a:stretch>
        </p:blipFill>
        <p:spPr bwMode="auto">
          <a:xfrm>
            <a:off x="9692221" y="5571089"/>
            <a:ext cx="333195" cy="333195"/>
          </a:xfrm>
          <a:prstGeom prst="rect">
            <a:avLst/>
          </a:prstGeom>
          <a:noFill/>
        </p:spPr>
      </p:pic>
    </p:spTree>
    <p:extLst>
      <p:ext uri="{BB962C8B-B14F-4D97-AF65-F5344CB8AC3E}">
        <p14:creationId xmlns:p14="http://schemas.microsoft.com/office/powerpoint/2010/main" val="1956936568"/>
      </p:ext>
    </p:extLst>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showMasterSp="0" preserve="1">
  <p:cSld name="Final Slide gradient blue">
    <p:bg>
      <p:bgPr>
        <a:gradFill flip="none" rotWithShape="1">
          <a:gsLst>
            <a:gs pos="100000">
              <a:schemeClr val="accent1"/>
            </a:gs>
            <a:gs pos="0">
              <a:schemeClr val="accent4"/>
            </a:gs>
          </a:gsLst>
          <a:lin ang="18900000" scaled="1"/>
          <a:tileRect/>
        </a:gradFill>
        <a:effectLst/>
      </p:bgPr>
    </p:bg>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D4C87536-14D9-1C92-1114-2BE764DFE95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239381" y="3837746"/>
            <a:ext cx="8938728" cy="3477505"/>
          </a:xfrm>
          <a:prstGeom prst="rect">
            <a:avLst/>
          </a:prstGeom>
        </p:spPr>
      </p:pic>
      <p:pic>
        <p:nvPicPr>
          <p:cNvPr id="10" name="Picture 7">
            <a:hlinkClick r:id="rId3"/>
            <a:extLst>
              <a:ext uri="{FF2B5EF4-FFF2-40B4-BE49-F238E27FC236}">
                <a16:creationId xmlns:a16="http://schemas.microsoft.com/office/drawing/2014/main" id="{CC55E37E-23F7-AE09-687B-FF0A64465B2C}"/>
              </a:ext>
            </a:extLst>
          </p:cNvPr>
          <p:cNvPicPr>
            <a:picLocks noChangeAspect="1" noChangeArrowheads="1"/>
          </p:cNvPicPr>
          <p:nvPr userDrawn="1"/>
        </p:nvPicPr>
        <p:blipFill>
          <a:blip r:embed="rId4" cstate="screen">
            <a:extLst>
              <a:ext uri="{28A0092B-C50C-407E-A947-70E740481C1C}">
                <a14:useLocalDpi xmlns:a14="http://schemas.microsoft.com/office/drawing/2010/main"/>
              </a:ext>
            </a:extLst>
          </a:blip>
          <a:srcRect/>
          <a:stretch>
            <a:fillRect/>
          </a:stretch>
        </p:blipFill>
        <p:spPr bwMode="auto">
          <a:xfrm>
            <a:off x="8514289" y="5571089"/>
            <a:ext cx="333195" cy="333195"/>
          </a:xfrm>
          <a:prstGeom prst="rect">
            <a:avLst/>
          </a:prstGeom>
          <a:noFill/>
        </p:spPr>
      </p:pic>
      <p:pic>
        <p:nvPicPr>
          <p:cNvPr id="11" name="Picture 2">
            <a:hlinkClick r:id="rId5"/>
            <a:extLst>
              <a:ext uri="{FF2B5EF4-FFF2-40B4-BE49-F238E27FC236}">
                <a16:creationId xmlns:a16="http://schemas.microsoft.com/office/drawing/2014/main" id="{A9A234E1-21A9-0562-AA45-77469E965E95}"/>
              </a:ext>
            </a:extLst>
          </p:cNvPr>
          <p:cNvPicPr>
            <a:picLocks noChangeAspect="1" noChangeArrowheads="1"/>
          </p:cNvPicPr>
          <p:nvPr userDrawn="1"/>
        </p:nvPicPr>
        <p:blipFill>
          <a:blip r:embed="rId6" cstate="screen">
            <a:extLst>
              <a:ext uri="{28A0092B-C50C-407E-A947-70E740481C1C}">
                <a14:useLocalDpi xmlns:a14="http://schemas.microsoft.com/office/drawing/2010/main"/>
              </a:ext>
            </a:extLst>
          </a:blip>
          <a:srcRect/>
          <a:stretch>
            <a:fillRect/>
          </a:stretch>
        </p:blipFill>
        <p:spPr bwMode="auto">
          <a:xfrm>
            <a:off x="8906933" y="5571089"/>
            <a:ext cx="333195" cy="333195"/>
          </a:xfrm>
          <a:prstGeom prst="rect">
            <a:avLst/>
          </a:prstGeom>
          <a:noFill/>
        </p:spPr>
      </p:pic>
      <p:pic>
        <p:nvPicPr>
          <p:cNvPr id="12" name="Picture 4">
            <a:hlinkClick r:id="rId7"/>
            <a:extLst>
              <a:ext uri="{FF2B5EF4-FFF2-40B4-BE49-F238E27FC236}">
                <a16:creationId xmlns:a16="http://schemas.microsoft.com/office/drawing/2014/main" id="{D3F9462A-9181-7B6F-0C53-88633CD0910A}"/>
              </a:ext>
            </a:extLst>
          </p:cNvPr>
          <p:cNvPicPr>
            <a:picLocks noChangeAspect="1" noChangeArrowheads="1"/>
          </p:cNvPicPr>
          <p:nvPr userDrawn="1"/>
        </p:nvPicPr>
        <p:blipFill>
          <a:blip r:embed="rId8" cstate="screen">
            <a:extLst>
              <a:ext uri="{28A0092B-C50C-407E-A947-70E740481C1C}">
                <a14:useLocalDpi xmlns:a14="http://schemas.microsoft.com/office/drawing/2010/main"/>
              </a:ext>
            </a:extLst>
          </a:blip>
          <a:srcRect/>
          <a:stretch>
            <a:fillRect/>
          </a:stretch>
        </p:blipFill>
        <p:spPr bwMode="auto">
          <a:xfrm>
            <a:off x="9299577" y="5571089"/>
            <a:ext cx="333195" cy="333195"/>
          </a:xfrm>
          <a:prstGeom prst="rect">
            <a:avLst/>
          </a:prstGeom>
          <a:noFill/>
        </p:spPr>
      </p:pic>
      <p:pic>
        <p:nvPicPr>
          <p:cNvPr id="17" name="Picture 6">
            <a:hlinkClick r:id="rId9"/>
            <a:extLst>
              <a:ext uri="{FF2B5EF4-FFF2-40B4-BE49-F238E27FC236}">
                <a16:creationId xmlns:a16="http://schemas.microsoft.com/office/drawing/2014/main" id="{0057A36D-710A-32C2-2461-BFFF579A0993}"/>
              </a:ext>
            </a:extLst>
          </p:cNvPr>
          <p:cNvPicPr>
            <a:picLocks noChangeAspect="1" noChangeArrowheads="1"/>
          </p:cNvPicPr>
          <p:nvPr userDrawn="1"/>
        </p:nvPicPr>
        <p:blipFill>
          <a:blip r:embed="rId10" cstate="screen">
            <a:extLst>
              <a:ext uri="{28A0092B-C50C-407E-A947-70E740481C1C}">
                <a14:useLocalDpi xmlns:a14="http://schemas.microsoft.com/office/drawing/2010/main"/>
              </a:ext>
            </a:extLst>
          </a:blip>
          <a:srcRect/>
          <a:stretch>
            <a:fillRect/>
          </a:stretch>
        </p:blipFill>
        <p:spPr bwMode="auto">
          <a:xfrm>
            <a:off x="9692221" y="5571089"/>
            <a:ext cx="333195" cy="333195"/>
          </a:xfrm>
          <a:prstGeom prst="rect">
            <a:avLst/>
          </a:prstGeom>
          <a:noFill/>
        </p:spPr>
      </p:pic>
      <p:sp>
        <p:nvSpPr>
          <p:cNvPr id="18" name="Rectangle 17">
            <a:extLst>
              <a:ext uri="{FF2B5EF4-FFF2-40B4-BE49-F238E27FC236}">
                <a16:creationId xmlns:a16="http://schemas.microsoft.com/office/drawing/2014/main" id="{5ACF1211-C28D-FCA4-B36E-E08F106C8C67}"/>
              </a:ext>
            </a:extLst>
          </p:cNvPr>
          <p:cNvSpPr/>
          <p:nvPr userDrawn="1"/>
        </p:nvSpPr>
        <p:spPr>
          <a:xfrm>
            <a:off x="8514289" y="6053226"/>
            <a:ext cx="3234143" cy="400110"/>
          </a:xfrm>
          <a:prstGeom prst="rect">
            <a:avLst/>
          </a:prstGeom>
        </p:spPr>
        <p:txBody>
          <a:bodyPr wrap="square" lIns="0" tIns="0" rIns="0" bIns="0" anchor="b" anchorCtr="0">
            <a:spAutoFit/>
          </a:bodyPr>
          <a:lstStyle/>
          <a:p>
            <a:pPr>
              <a:spcAft>
                <a:spcPts val="600"/>
              </a:spcAft>
            </a:pPr>
            <a:r>
              <a:rPr lang="en-US" sz="700" noProof="0">
                <a:solidFill>
                  <a:schemeClr val="bg1"/>
                </a:solidFill>
                <a:latin typeface="+mn-lt"/>
                <a:cs typeface="Arial"/>
              </a:rPr>
              <a:t>This presentation contains information that may be privileged or confidential and is the property of the Capgemini Group.</a:t>
            </a:r>
          </a:p>
          <a:p>
            <a:pPr>
              <a:spcAft>
                <a:spcPts val="600"/>
              </a:spcAft>
            </a:pPr>
            <a:r>
              <a:rPr lang="en-US" sz="700" noProof="0">
                <a:solidFill>
                  <a:schemeClr val="bg1"/>
                </a:solidFill>
                <a:latin typeface="+mn-lt"/>
                <a:cs typeface="Arial"/>
              </a:rPr>
              <a:t>Copyright © 2024 Capgemini. All rights reserved.</a:t>
            </a:r>
          </a:p>
        </p:txBody>
      </p:sp>
      <p:pic>
        <p:nvPicPr>
          <p:cNvPr id="4" name="Graphique 3">
            <a:extLst>
              <a:ext uri="{FF2B5EF4-FFF2-40B4-BE49-F238E27FC236}">
                <a16:creationId xmlns:a16="http://schemas.microsoft.com/office/drawing/2014/main" id="{7920AB5A-D920-FC75-8335-C80194AD6D16}"/>
              </a:ext>
            </a:extLst>
          </p:cNvPr>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a:off x="402694" y="5960968"/>
            <a:ext cx="3240000" cy="492220"/>
          </a:xfrm>
          <a:prstGeom prst="rect">
            <a:avLst/>
          </a:prstGeom>
        </p:spPr>
      </p:pic>
    </p:spTree>
    <p:extLst>
      <p:ext uri="{BB962C8B-B14F-4D97-AF65-F5344CB8AC3E}">
        <p14:creationId xmlns:p14="http://schemas.microsoft.com/office/powerpoint/2010/main" val="2226520022"/>
      </p:ext>
    </p:extLst>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showMasterSp="0" preserve="1">
  <p:cSld name="Final Slide grey">
    <p:bg>
      <p:bgPr>
        <a:solidFill>
          <a:schemeClr val="bg2"/>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CA46A5DB-4C4F-1F79-F6F4-3019062D13D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239381" y="3837746"/>
            <a:ext cx="8938728" cy="3477505"/>
          </a:xfrm>
          <a:prstGeom prst="rect">
            <a:avLst/>
          </a:prstGeom>
        </p:spPr>
      </p:pic>
      <p:sp>
        <p:nvSpPr>
          <p:cNvPr id="25" name="Rectangle 24">
            <a:extLst>
              <a:ext uri="{FF2B5EF4-FFF2-40B4-BE49-F238E27FC236}">
                <a16:creationId xmlns:a16="http://schemas.microsoft.com/office/drawing/2014/main" id="{771C8D6D-C61C-2819-3276-89D365F7CAE8}"/>
              </a:ext>
            </a:extLst>
          </p:cNvPr>
          <p:cNvSpPr/>
          <p:nvPr userDrawn="1"/>
        </p:nvSpPr>
        <p:spPr>
          <a:xfrm>
            <a:off x="8554179" y="6053226"/>
            <a:ext cx="3242029" cy="400110"/>
          </a:xfrm>
          <a:prstGeom prst="rect">
            <a:avLst/>
          </a:prstGeom>
        </p:spPr>
        <p:txBody>
          <a:bodyPr wrap="square" lIns="0" tIns="0" rIns="0" bIns="0" anchor="b" anchorCtr="0">
            <a:spAutoFit/>
          </a:bodyPr>
          <a:lstStyle/>
          <a:p>
            <a:pPr>
              <a:spcAft>
                <a:spcPts val="600"/>
              </a:spcAft>
            </a:pPr>
            <a:r>
              <a:rPr lang="en-US" sz="700" noProof="0">
                <a:solidFill>
                  <a:schemeClr val="tx1"/>
                </a:solidFill>
                <a:latin typeface="+mn-lt"/>
                <a:cs typeface="Arial"/>
              </a:rPr>
              <a:t>This presentation contains information that may be privileged or confidential and is the property of the Capgemini Group.</a:t>
            </a:r>
          </a:p>
          <a:p>
            <a:pPr>
              <a:spcAft>
                <a:spcPts val="600"/>
              </a:spcAft>
            </a:pPr>
            <a:r>
              <a:rPr lang="en-US" sz="700" noProof="0">
                <a:solidFill>
                  <a:schemeClr val="tx1"/>
                </a:solidFill>
                <a:latin typeface="+mn-lt"/>
                <a:cs typeface="Arial"/>
              </a:rPr>
              <a:t>Copyright © 2024 Capgemini. All rights reserved.</a:t>
            </a:r>
          </a:p>
        </p:txBody>
      </p:sp>
      <p:pic>
        <p:nvPicPr>
          <p:cNvPr id="26" name="Picture 7">
            <a:hlinkClick r:id="rId3"/>
            <a:extLst>
              <a:ext uri="{FF2B5EF4-FFF2-40B4-BE49-F238E27FC236}">
                <a16:creationId xmlns:a16="http://schemas.microsoft.com/office/drawing/2014/main" id="{23996BED-DA79-7795-E8CC-89B8B4F54B9E}"/>
              </a:ext>
            </a:extLst>
          </p:cNvPr>
          <p:cNvPicPr>
            <a:picLocks noChangeAspect="1" noChangeArrowheads="1"/>
          </p:cNvPicPr>
          <p:nvPr userDrawn="1"/>
        </p:nvPicPr>
        <p:blipFill>
          <a:blip r:embed="rId4" cstate="screen">
            <a:duotone>
              <a:prstClr val="black"/>
              <a:schemeClr val="accent4">
                <a:tint val="45000"/>
                <a:satMod val="400000"/>
              </a:schemeClr>
            </a:duotone>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a:ext>
            </a:extLst>
          </a:blip>
          <a:srcRect/>
          <a:stretch>
            <a:fillRect/>
          </a:stretch>
        </p:blipFill>
        <p:spPr bwMode="auto">
          <a:xfrm>
            <a:off x="8522933" y="5569299"/>
            <a:ext cx="333195" cy="333195"/>
          </a:xfrm>
          <a:prstGeom prst="rect">
            <a:avLst/>
          </a:prstGeom>
          <a:noFill/>
        </p:spPr>
      </p:pic>
      <p:pic>
        <p:nvPicPr>
          <p:cNvPr id="27" name="Picture 2">
            <a:hlinkClick r:id="rId6"/>
            <a:extLst>
              <a:ext uri="{FF2B5EF4-FFF2-40B4-BE49-F238E27FC236}">
                <a16:creationId xmlns:a16="http://schemas.microsoft.com/office/drawing/2014/main" id="{41F22088-9EDE-E75E-205B-071BC64768AD}"/>
              </a:ext>
            </a:extLst>
          </p:cNvPr>
          <p:cNvPicPr>
            <a:picLocks noChangeAspect="1" noChangeArrowheads="1"/>
          </p:cNvPicPr>
          <p:nvPr userDrawn="1"/>
        </p:nvPicPr>
        <p:blipFill>
          <a:blip r:embed="rId7" cstate="screen">
            <a:duotone>
              <a:prstClr val="black"/>
              <a:schemeClr val="accent4">
                <a:tint val="45000"/>
                <a:satMod val="400000"/>
              </a:schemeClr>
            </a:duotone>
            <a:extLst>
              <a:ext uri="{BEBA8EAE-BF5A-486C-A8C5-ECC9F3942E4B}">
                <a14:imgProps xmlns:a14="http://schemas.microsoft.com/office/drawing/2010/main">
                  <a14:imgLayer r:embed="rId8">
                    <a14:imgEffect>
                      <a14:brightnessContrast bright="-100000"/>
                    </a14:imgEffect>
                  </a14:imgLayer>
                </a14:imgProps>
              </a:ext>
              <a:ext uri="{28A0092B-C50C-407E-A947-70E740481C1C}">
                <a14:useLocalDpi xmlns:a14="http://schemas.microsoft.com/office/drawing/2010/main"/>
              </a:ext>
            </a:extLst>
          </a:blip>
          <a:srcRect/>
          <a:stretch>
            <a:fillRect/>
          </a:stretch>
        </p:blipFill>
        <p:spPr bwMode="auto">
          <a:xfrm>
            <a:off x="8912696" y="5569299"/>
            <a:ext cx="333195" cy="333195"/>
          </a:xfrm>
          <a:prstGeom prst="rect">
            <a:avLst/>
          </a:prstGeom>
          <a:noFill/>
        </p:spPr>
      </p:pic>
      <p:pic>
        <p:nvPicPr>
          <p:cNvPr id="28" name="Picture 4">
            <a:hlinkClick r:id="rId9"/>
            <a:extLst>
              <a:ext uri="{FF2B5EF4-FFF2-40B4-BE49-F238E27FC236}">
                <a16:creationId xmlns:a16="http://schemas.microsoft.com/office/drawing/2014/main" id="{4B0CCAD4-0758-D6B9-EFF6-02B94D32DE46}"/>
              </a:ext>
            </a:extLst>
          </p:cNvPr>
          <p:cNvPicPr>
            <a:picLocks noChangeAspect="1" noChangeArrowheads="1"/>
          </p:cNvPicPr>
          <p:nvPr userDrawn="1"/>
        </p:nvPicPr>
        <p:blipFill>
          <a:blip r:embed="rId10" cstate="screen">
            <a:duotone>
              <a:prstClr val="black"/>
              <a:schemeClr val="accent4">
                <a:tint val="45000"/>
                <a:satMod val="400000"/>
              </a:schemeClr>
            </a:duotone>
            <a:extLst>
              <a:ext uri="{BEBA8EAE-BF5A-486C-A8C5-ECC9F3942E4B}">
                <a14:imgProps xmlns:a14="http://schemas.microsoft.com/office/drawing/2010/main">
                  <a14:imgLayer r:embed="rId11">
                    <a14:imgEffect>
                      <a14:brightnessContrast bright="-100000"/>
                    </a14:imgEffect>
                  </a14:imgLayer>
                </a14:imgProps>
              </a:ext>
              <a:ext uri="{28A0092B-C50C-407E-A947-70E740481C1C}">
                <a14:useLocalDpi xmlns:a14="http://schemas.microsoft.com/office/drawing/2010/main"/>
              </a:ext>
            </a:extLst>
          </a:blip>
          <a:srcRect/>
          <a:stretch>
            <a:fillRect/>
          </a:stretch>
        </p:blipFill>
        <p:spPr bwMode="auto">
          <a:xfrm>
            <a:off x="9302459" y="5569299"/>
            <a:ext cx="333195" cy="333195"/>
          </a:xfrm>
          <a:prstGeom prst="rect">
            <a:avLst/>
          </a:prstGeom>
          <a:noFill/>
        </p:spPr>
      </p:pic>
      <p:pic>
        <p:nvPicPr>
          <p:cNvPr id="30" name="Picture 6">
            <a:hlinkClick r:id="rId12"/>
            <a:extLst>
              <a:ext uri="{FF2B5EF4-FFF2-40B4-BE49-F238E27FC236}">
                <a16:creationId xmlns:a16="http://schemas.microsoft.com/office/drawing/2014/main" id="{97D8A9F7-9109-48D0-0781-197117BF809D}"/>
              </a:ext>
            </a:extLst>
          </p:cNvPr>
          <p:cNvPicPr>
            <a:picLocks noChangeAspect="1" noChangeArrowheads="1"/>
          </p:cNvPicPr>
          <p:nvPr userDrawn="1"/>
        </p:nvPicPr>
        <p:blipFill>
          <a:blip r:embed="rId13" cstate="screen">
            <a:duotone>
              <a:prstClr val="black"/>
              <a:schemeClr val="accent4">
                <a:tint val="45000"/>
                <a:satMod val="400000"/>
              </a:schemeClr>
            </a:duotone>
            <a:extLst>
              <a:ext uri="{BEBA8EAE-BF5A-486C-A8C5-ECC9F3942E4B}">
                <a14:imgProps xmlns:a14="http://schemas.microsoft.com/office/drawing/2010/main">
                  <a14:imgLayer r:embed="rId14">
                    <a14:imgEffect>
                      <a14:brightnessContrast bright="-100000"/>
                    </a14:imgEffect>
                  </a14:imgLayer>
                </a14:imgProps>
              </a:ext>
              <a:ext uri="{28A0092B-C50C-407E-A947-70E740481C1C}">
                <a14:useLocalDpi xmlns:a14="http://schemas.microsoft.com/office/drawing/2010/main"/>
              </a:ext>
            </a:extLst>
          </a:blip>
          <a:srcRect/>
          <a:stretch>
            <a:fillRect/>
          </a:stretch>
        </p:blipFill>
        <p:spPr bwMode="auto">
          <a:xfrm>
            <a:off x="9692221" y="5569299"/>
            <a:ext cx="333195" cy="333195"/>
          </a:xfrm>
          <a:prstGeom prst="rect">
            <a:avLst/>
          </a:prstGeom>
          <a:noFill/>
        </p:spPr>
      </p:pic>
      <p:grpSp>
        <p:nvGrpSpPr>
          <p:cNvPr id="10" name="Graphic 4">
            <a:extLst>
              <a:ext uri="{FF2B5EF4-FFF2-40B4-BE49-F238E27FC236}">
                <a16:creationId xmlns:a16="http://schemas.microsoft.com/office/drawing/2014/main" id="{F487F3DC-86A5-B0D1-9AA1-4E5FE70E4895}"/>
              </a:ext>
            </a:extLst>
          </p:cNvPr>
          <p:cNvGrpSpPr>
            <a:grpSpLocks noChangeAspect="1"/>
          </p:cNvGrpSpPr>
          <p:nvPr userDrawn="1"/>
        </p:nvGrpSpPr>
        <p:grpSpPr>
          <a:xfrm>
            <a:off x="407368" y="5955719"/>
            <a:ext cx="3240000" cy="497469"/>
            <a:chOff x="3176111" y="1257136"/>
            <a:chExt cx="5719756" cy="878207"/>
          </a:xfrm>
        </p:grpSpPr>
        <p:sp>
          <p:nvSpPr>
            <p:cNvPr id="11" name="Freeform: Shape 2">
              <a:extLst>
                <a:ext uri="{FF2B5EF4-FFF2-40B4-BE49-F238E27FC236}">
                  <a16:creationId xmlns:a16="http://schemas.microsoft.com/office/drawing/2014/main" id="{B00D181B-828C-8038-9C11-19B8666C1977}"/>
                </a:ext>
              </a:extLst>
            </p:cNvPr>
            <p:cNvSpPr/>
            <p:nvPr/>
          </p:nvSpPr>
          <p:spPr>
            <a:xfrm>
              <a:off x="8667268" y="1360960"/>
              <a:ext cx="228599" cy="485775"/>
            </a:xfrm>
            <a:custGeom>
              <a:avLst/>
              <a:gdLst>
                <a:gd name="connsiteX0" fmla="*/ 43339 w 228600"/>
                <a:gd name="connsiteY0" fmla="*/ 14764 h 485775"/>
                <a:gd name="connsiteX1" fmla="*/ 90011 w 228600"/>
                <a:gd name="connsiteY1" fmla="*/ 7144 h 485775"/>
                <a:gd name="connsiteX2" fmla="*/ 90011 w 228600"/>
                <a:gd name="connsiteY2" fmla="*/ 118586 h 485775"/>
                <a:gd name="connsiteX3" fmla="*/ 217646 w 228600"/>
                <a:gd name="connsiteY3" fmla="*/ 118586 h 485775"/>
                <a:gd name="connsiteX4" fmla="*/ 217646 w 228600"/>
                <a:gd name="connsiteY4" fmla="*/ 148114 h 485775"/>
                <a:gd name="connsiteX5" fmla="*/ 180499 w 228600"/>
                <a:gd name="connsiteY5" fmla="*/ 185261 h 485775"/>
                <a:gd name="connsiteX6" fmla="*/ 90011 w 228600"/>
                <a:gd name="connsiteY6" fmla="*/ 185261 h 485775"/>
                <a:gd name="connsiteX7" fmla="*/ 90011 w 228600"/>
                <a:gd name="connsiteY7" fmla="*/ 330994 h 485775"/>
                <a:gd name="connsiteX8" fmla="*/ 103346 w 228600"/>
                <a:gd name="connsiteY8" fmla="*/ 392906 h 485775"/>
                <a:gd name="connsiteX9" fmla="*/ 150019 w 228600"/>
                <a:gd name="connsiteY9" fmla="*/ 411004 h 485775"/>
                <a:gd name="connsiteX10" fmla="*/ 190024 w 228600"/>
                <a:gd name="connsiteY10" fmla="*/ 406241 h 485775"/>
                <a:gd name="connsiteX11" fmla="*/ 217646 w 228600"/>
                <a:gd name="connsiteY11" fmla="*/ 397669 h 485775"/>
                <a:gd name="connsiteX12" fmla="*/ 226219 w 228600"/>
                <a:gd name="connsiteY12" fmla="*/ 438626 h 485775"/>
                <a:gd name="connsiteX13" fmla="*/ 205264 w 228600"/>
                <a:gd name="connsiteY13" fmla="*/ 472916 h 485775"/>
                <a:gd name="connsiteX14" fmla="*/ 193834 w 228600"/>
                <a:gd name="connsiteY14" fmla="*/ 475774 h 485775"/>
                <a:gd name="connsiteX15" fmla="*/ 138589 w 228600"/>
                <a:gd name="connsiteY15" fmla="*/ 482441 h 485775"/>
                <a:gd name="connsiteX16" fmla="*/ 74771 w 228600"/>
                <a:gd name="connsiteY16" fmla="*/ 471964 h 485775"/>
                <a:gd name="connsiteX17" fmla="*/ 33814 w 228600"/>
                <a:gd name="connsiteY17" fmla="*/ 442436 h 485775"/>
                <a:gd name="connsiteX18" fmla="*/ 12859 w 228600"/>
                <a:gd name="connsiteY18" fmla="*/ 394811 h 485775"/>
                <a:gd name="connsiteX19" fmla="*/ 7144 w 228600"/>
                <a:gd name="connsiteY19" fmla="*/ 330994 h 485775"/>
                <a:gd name="connsiteX20" fmla="*/ 7144 w 228600"/>
                <a:gd name="connsiteY20" fmla="*/ 56674 h 485775"/>
                <a:gd name="connsiteX21" fmla="*/ 43339 w 228600"/>
                <a:gd name="connsiteY21" fmla="*/ 14764 h 48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28600" h="485775">
                  <a:moveTo>
                    <a:pt x="43339" y="14764"/>
                  </a:moveTo>
                  <a:lnTo>
                    <a:pt x="90011" y="7144"/>
                  </a:lnTo>
                  <a:lnTo>
                    <a:pt x="90011" y="118586"/>
                  </a:lnTo>
                  <a:lnTo>
                    <a:pt x="217646" y="118586"/>
                  </a:lnTo>
                  <a:lnTo>
                    <a:pt x="217646" y="148114"/>
                  </a:lnTo>
                  <a:cubicBezTo>
                    <a:pt x="217646" y="168116"/>
                    <a:pt x="201453" y="185261"/>
                    <a:pt x="180499" y="185261"/>
                  </a:cubicBezTo>
                  <a:lnTo>
                    <a:pt x="90011" y="185261"/>
                  </a:lnTo>
                  <a:lnTo>
                    <a:pt x="90011" y="330994"/>
                  </a:lnTo>
                  <a:cubicBezTo>
                    <a:pt x="90011" y="359569"/>
                    <a:pt x="94774" y="380524"/>
                    <a:pt x="103346" y="392906"/>
                  </a:cubicBezTo>
                  <a:cubicBezTo>
                    <a:pt x="112871" y="405289"/>
                    <a:pt x="128111" y="411004"/>
                    <a:pt x="150019" y="411004"/>
                  </a:cubicBezTo>
                  <a:cubicBezTo>
                    <a:pt x="165259" y="411004"/>
                    <a:pt x="178594" y="409099"/>
                    <a:pt x="190024" y="406241"/>
                  </a:cubicBezTo>
                  <a:cubicBezTo>
                    <a:pt x="201453" y="403384"/>
                    <a:pt x="210978" y="400526"/>
                    <a:pt x="217646" y="397669"/>
                  </a:cubicBezTo>
                  <a:lnTo>
                    <a:pt x="226219" y="438626"/>
                  </a:lnTo>
                  <a:cubicBezTo>
                    <a:pt x="229076" y="453866"/>
                    <a:pt x="220503" y="469106"/>
                    <a:pt x="205264" y="472916"/>
                  </a:cubicBezTo>
                  <a:lnTo>
                    <a:pt x="193834" y="475774"/>
                  </a:lnTo>
                  <a:cubicBezTo>
                    <a:pt x="178594" y="480536"/>
                    <a:pt x="159544" y="482441"/>
                    <a:pt x="138589" y="482441"/>
                  </a:cubicBezTo>
                  <a:cubicBezTo>
                    <a:pt x="112871" y="482441"/>
                    <a:pt x="91916" y="478631"/>
                    <a:pt x="74771" y="471964"/>
                  </a:cubicBezTo>
                  <a:cubicBezTo>
                    <a:pt x="57626" y="465296"/>
                    <a:pt x="44291" y="454819"/>
                    <a:pt x="33814" y="442436"/>
                  </a:cubicBezTo>
                  <a:cubicBezTo>
                    <a:pt x="23336" y="429101"/>
                    <a:pt x="16669" y="413861"/>
                    <a:pt x="12859" y="394811"/>
                  </a:cubicBezTo>
                  <a:cubicBezTo>
                    <a:pt x="9049" y="376714"/>
                    <a:pt x="7144" y="354806"/>
                    <a:pt x="7144" y="330994"/>
                  </a:cubicBezTo>
                  <a:lnTo>
                    <a:pt x="7144" y="56674"/>
                  </a:lnTo>
                  <a:cubicBezTo>
                    <a:pt x="7144" y="36671"/>
                    <a:pt x="22384" y="18574"/>
                    <a:pt x="43339" y="14764"/>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2" name="Freeform: Shape 3">
              <a:extLst>
                <a:ext uri="{FF2B5EF4-FFF2-40B4-BE49-F238E27FC236}">
                  <a16:creationId xmlns:a16="http://schemas.microsoft.com/office/drawing/2014/main" id="{65203DE2-6C42-403D-552D-A1F765635CDA}"/>
                </a:ext>
              </a:extLst>
            </p:cNvPr>
            <p:cNvSpPr/>
            <p:nvPr/>
          </p:nvSpPr>
          <p:spPr>
            <a:xfrm>
              <a:off x="7972896" y="1460972"/>
              <a:ext cx="333375" cy="381000"/>
            </a:xfrm>
            <a:custGeom>
              <a:avLst/>
              <a:gdLst>
                <a:gd name="connsiteX0" fmla="*/ 7144 w 333375"/>
                <a:gd name="connsiteY0" fmla="*/ 196691 h 381000"/>
                <a:gd name="connsiteX1" fmla="*/ 21431 w 333375"/>
                <a:gd name="connsiteY1" fmla="*/ 113824 h 381000"/>
                <a:gd name="connsiteX2" fmla="*/ 58579 w 333375"/>
                <a:gd name="connsiteY2" fmla="*/ 54769 h 381000"/>
                <a:gd name="connsiteX3" fmla="*/ 111919 w 333375"/>
                <a:gd name="connsiteY3" fmla="*/ 19526 h 381000"/>
                <a:gd name="connsiteX4" fmla="*/ 173831 w 333375"/>
                <a:gd name="connsiteY4" fmla="*/ 7144 h 381000"/>
                <a:gd name="connsiteX5" fmla="*/ 289084 w 333375"/>
                <a:gd name="connsiteY5" fmla="*/ 52864 h 381000"/>
                <a:gd name="connsiteX6" fmla="*/ 330041 w 333375"/>
                <a:gd name="connsiteY6" fmla="*/ 189071 h 381000"/>
                <a:gd name="connsiteX7" fmla="*/ 330041 w 333375"/>
                <a:gd name="connsiteY7" fmla="*/ 204311 h 381000"/>
                <a:gd name="connsiteX8" fmla="*/ 329089 w 333375"/>
                <a:gd name="connsiteY8" fmla="*/ 219551 h 381000"/>
                <a:gd name="connsiteX9" fmla="*/ 93822 w 333375"/>
                <a:gd name="connsiteY9" fmla="*/ 219551 h 381000"/>
                <a:gd name="connsiteX10" fmla="*/ 124301 w 333375"/>
                <a:gd name="connsiteY10" fmla="*/ 286226 h 381000"/>
                <a:gd name="connsiteX11" fmla="*/ 202406 w 333375"/>
                <a:gd name="connsiteY11" fmla="*/ 310039 h 381000"/>
                <a:gd name="connsiteX12" fmla="*/ 257651 w 333375"/>
                <a:gd name="connsiteY12" fmla="*/ 304324 h 381000"/>
                <a:gd name="connsiteX13" fmla="*/ 269081 w 333375"/>
                <a:gd name="connsiteY13" fmla="*/ 301466 h 381000"/>
                <a:gd name="connsiteX14" fmla="*/ 301466 w 333375"/>
                <a:gd name="connsiteY14" fmla="*/ 323374 h 381000"/>
                <a:gd name="connsiteX15" fmla="*/ 307181 w 333375"/>
                <a:gd name="connsiteY15" fmla="*/ 360521 h 381000"/>
                <a:gd name="connsiteX16" fmla="*/ 288131 w 333375"/>
                <a:gd name="connsiteY16" fmla="*/ 368141 h 381000"/>
                <a:gd name="connsiteX17" fmla="*/ 260509 w 333375"/>
                <a:gd name="connsiteY17" fmla="*/ 374809 h 381000"/>
                <a:gd name="connsiteX18" fmla="*/ 227172 w 333375"/>
                <a:gd name="connsiteY18" fmla="*/ 379571 h 381000"/>
                <a:gd name="connsiteX19" fmla="*/ 190976 w 333375"/>
                <a:gd name="connsiteY19" fmla="*/ 381476 h 381000"/>
                <a:gd name="connsiteX20" fmla="*/ 109061 w 333375"/>
                <a:gd name="connsiteY20" fmla="*/ 367189 h 381000"/>
                <a:gd name="connsiteX21" fmla="*/ 51911 w 333375"/>
                <a:gd name="connsiteY21" fmla="*/ 328136 h 381000"/>
                <a:gd name="connsiteX22" fmla="*/ 18574 w 333375"/>
                <a:gd name="connsiteY22" fmla="*/ 269081 h 381000"/>
                <a:gd name="connsiteX23" fmla="*/ 7144 w 333375"/>
                <a:gd name="connsiteY23" fmla="*/ 196691 h 381000"/>
                <a:gd name="connsiteX24" fmla="*/ 246222 w 333375"/>
                <a:gd name="connsiteY24" fmla="*/ 159544 h 381000"/>
                <a:gd name="connsiteX25" fmla="*/ 241459 w 333375"/>
                <a:gd name="connsiteY25" fmla="*/ 127159 h 381000"/>
                <a:gd name="connsiteX26" fmla="*/ 227172 w 333375"/>
                <a:gd name="connsiteY26" fmla="*/ 100489 h 381000"/>
                <a:gd name="connsiteX27" fmla="*/ 204311 w 333375"/>
                <a:gd name="connsiteY27" fmla="*/ 82391 h 381000"/>
                <a:gd name="connsiteX28" fmla="*/ 172879 w 333375"/>
                <a:gd name="connsiteY28" fmla="*/ 75724 h 381000"/>
                <a:gd name="connsiteX29" fmla="*/ 139541 w 333375"/>
                <a:gd name="connsiteY29" fmla="*/ 83344 h 381000"/>
                <a:gd name="connsiteX30" fmla="*/ 115729 w 333375"/>
                <a:gd name="connsiteY30" fmla="*/ 102394 h 381000"/>
                <a:gd name="connsiteX31" fmla="*/ 100489 w 333375"/>
                <a:gd name="connsiteY31" fmla="*/ 129064 h 381000"/>
                <a:gd name="connsiteX32" fmla="*/ 92869 w 333375"/>
                <a:gd name="connsiteY32" fmla="*/ 159544 h 381000"/>
                <a:gd name="connsiteX33" fmla="*/ 246222 w 333375"/>
                <a:gd name="connsiteY33" fmla="*/ 159544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33375" h="381000">
                  <a:moveTo>
                    <a:pt x="7144" y="196691"/>
                  </a:moveTo>
                  <a:cubicBezTo>
                    <a:pt x="7144" y="165259"/>
                    <a:pt x="11906" y="137636"/>
                    <a:pt x="21431" y="113824"/>
                  </a:cubicBezTo>
                  <a:cubicBezTo>
                    <a:pt x="30956" y="90011"/>
                    <a:pt x="43339" y="70009"/>
                    <a:pt x="58579" y="54769"/>
                  </a:cubicBezTo>
                  <a:cubicBezTo>
                    <a:pt x="73819" y="38576"/>
                    <a:pt x="91916" y="27146"/>
                    <a:pt x="111919" y="19526"/>
                  </a:cubicBezTo>
                  <a:cubicBezTo>
                    <a:pt x="131922" y="11906"/>
                    <a:pt x="152876" y="7144"/>
                    <a:pt x="173831" y="7144"/>
                  </a:cubicBezTo>
                  <a:cubicBezTo>
                    <a:pt x="223361" y="7144"/>
                    <a:pt x="261461" y="22384"/>
                    <a:pt x="289084" y="52864"/>
                  </a:cubicBezTo>
                  <a:cubicBezTo>
                    <a:pt x="316706" y="83344"/>
                    <a:pt x="330041" y="129064"/>
                    <a:pt x="330041" y="189071"/>
                  </a:cubicBezTo>
                  <a:cubicBezTo>
                    <a:pt x="330041" y="193834"/>
                    <a:pt x="330041" y="198596"/>
                    <a:pt x="330041" y="204311"/>
                  </a:cubicBezTo>
                  <a:cubicBezTo>
                    <a:pt x="330041" y="210026"/>
                    <a:pt x="329089" y="214789"/>
                    <a:pt x="329089" y="219551"/>
                  </a:cubicBezTo>
                  <a:lnTo>
                    <a:pt x="93822" y="219551"/>
                  </a:lnTo>
                  <a:cubicBezTo>
                    <a:pt x="95726" y="248126"/>
                    <a:pt x="106204" y="270034"/>
                    <a:pt x="124301" y="286226"/>
                  </a:cubicBezTo>
                  <a:cubicBezTo>
                    <a:pt x="142399" y="301466"/>
                    <a:pt x="168116" y="310039"/>
                    <a:pt x="202406" y="310039"/>
                  </a:cubicBezTo>
                  <a:cubicBezTo>
                    <a:pt x="222409" y="310039"/>
                    <a:pt x="240506" y="308134"/>
                    <a:pt x="257651" y="304324"/>
                  </a:cubicBezTo>
                  <a:cubicBezTo>
                    <a:pt x="261461" y="303371"/>
                    <a:pt x="266224" y="302419"/>
                    <a:pt x="269081" y="301466"/>
                  </a:cubicBezTo>
                  <a:cubicBezTo>
                    <a:pt x="284322" y="297656"/>
                    <a:pt x="298609" y="308134"/>
                    <a:pt x="301466" y="323374"/>
                  </a:cubicBezTo>
                  <a:lnTo>
                    <a:pt x="307181" y="360521"/>
                  </a:lnTo>
                  <a:cubicBezTo>
                    <a:pt x="302419" y="362426"/>
                    <a:pt x="296704" y="365284"/>
                    <a:pt x="288131" y="368141"/>
                  </a:cubicBezTo>
                  <a:cubicBezTo>
                    <a:pt x="280511" y="370999"/>
                    <a:pt x="270986" y="372904"/>
                    <a:pt x="260509" y="374809"/>
                  </a:cubicBezTo>
                  <a:cubicBezTo>
                    <a:pt x="250031" y="376714"/>
                    <a:pt x="239554" y="378619"/>
                    <a:pt x="227172" y="379571"/>
                  </a:cubicBezTo>
                  <a:cubicBezTo>
                    <a:pt x="214789" y="380524"/>
                    <a:pt x="203359" y="381476"/>
                    <a:pt x="190976" y="381476"/>
                  </a:cubicBezTo>
                  <a:cubicBezTo>
                    <a:pt x="159544" y="381476"/>
                    <a:pt x="131922" y="376714"/>
                    <a:pt x="109061" y="367189"/>
                  </a:cubicBezTo>
                  <a:cubicBezTo>
                    <a:pt x="86201" y="357664"/>
                    <a:pt x="67151" y="345281"/>
                    <a:pt x="51911" y="328136"/>
                  </a:cubicBezTo>
                  <a:cubicBezTo>
                    <a:pt x="36672" y="311944"/>
                    <a:pt x="26194" y="291941"/>
                    <a:pt x="18574" y="269081"/>
                  </a:cubicBezTo>
                  <a:cubicBezTo>
                    <a:pt x="10954" y="248126"/>
                    <a:pt x="7144" y="223361"/>
                    <a:pt x="7144" y="196691"/>
                  </a:cubicBezTo>
                  <a:close/>
                  <a:moveTo>
                    <a:pt x="246222" y="159544"/>
                  </a:moveTo>
                  <a:cubicBezTo>
                    <a:pt x="246222" y="148114"/>
                    <a:pt x="244316" y="137636"/>
                    <a:pt x="241459" y="127159"/>
                  </a:cubicBezTo>
                  <a:cubicBezTo>
                    <a:pt x="238601" y="116681"/>
                    <a:pt x="233839" y="108109"/>
                    <a:pt x="227172" y="100489"/>
                  </a:cubicBezTo>
                  <a:cubicBezTo>
                    <a:pt x="221456" y="92869"/>
                    <a:pt x="213836" y="87154"/>
                    <a:pt x="204311" y="82391"/>
                  </a:cubicBezTo>
                  <a:cubicBezTo>
                    <a:pt x="195739" y="77629"/>
                    <a:pt x="185261" y="75724"/>
                    <a:pt x="172879" y="75724"/>
                  </a:cubicBezTo>
                  <a:cubicBezTo>
                    <a:pt x="160497" y="75724"/>
                    <a:pt x="149066" y="78581"/>
                    <a:pt x="139541" y="83344"/>
                  </a:cubicBezTo>
                  <a:cubicBezTo>
                    <a:pt x="130016" y="88106"/>
                    <a:pt x="121444" y="94774"/>
                    <a:pt x="115729" y="102394"/>
                  </a:cubicBezTo>
                  <a:cubicBezTo>
                    <a:pt x="110014" y="110014"/>
                    <a:pt x="104299" y="118586"/>
                    <a:pt x="100489" y="129064"/>
                  </a:cubicBezTo>
                  <a:cubicBezTo>
                    <a:pt x="96679" y="139541"/>
                    <a:pt x="94774" y="149066"/>
                    <a:pt x="92869" y="159544"/>
                  </a:cubicBezTo>
                  <a:lnTo>
                    <a:pt x="246222" y="159544"/>
                  </a:ln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3" name="Freeform: Shape 4">
              <a:extLst>
                <a:ext uri="{FF2B5EF4-FFF2-40B4-BE49-F238E27FC236}">
                  <a16:creationId xmlns:a16="http://schemas.microsoft.com/office/drawing/2014/main" id="{CACCA608-DC4F-4198-9EBB-71556F43B2FB}"/>
                </a:ext>
              </a:extLst>
            </p:cNvPr>
            <p:cNvSpPr/>
            <p:nvPr/>
          </p:nvSpPr>
          <p:spPr>
            <a:xfrm>
              <a:off x="7182323" y="1317145"/>
              <a:ext cx="114301" cy="114301"/>
            </a:xfrm>
            <a:custGeom>
              <a:avLst/>
              <a:gdLst>
                <a:gd name="connsiteX0" fmla="*/ 109061 w 114300"/>
                <a:gd name="connsiteY0" fmla="*/ 58579 h 114300"/>
                <a:gd name="connsiteX1" fmla="*/ 93821 w 114300"/>
                <a:gd name="connsiteY1" fmla="*/ 95726 h 114300"/>
                <a:gd name="connsiteX2" fmla="*/ 58579 w 114300"/>
                <a:gd name="connsiteY2" fmla="*/ 109061 h 114300"/>
                <a:gd name="connsiteX3" fmla="*/ 22384 w 114300"/>
                <a:gd name="connsiteY3" fmla="*/ 95726 h 114300"/>
                <a:gd name="connsiteX4" fmla="*/ 7144 w 114300"/>
                <a:gd name="connsiteY4" fmla="*/ 58579 h 114300"/>
                <a:gd name="connsiteX5" fmla="*/ 22384 w 114300"/>
                <a:gd name="connsiteY5" fmla="*/ 20479 h 114300"/>
                <a:gd name="connsiteX6" fmla="*/ 58579 w 114300"/>
                <a:gd name="connsiteY6" fmla="*/ 7144 h 114300"/>
                <a:gd name="connsiteX7" fmla="*/ 93821 w 114300"/>
                <a:gd name="connsiteY7" fmla="*/ 20479 h 114300"/>
                <a:gd name="connsiteX8" fmla="*/ 109061 w 114300"/>
                <a:gd name="connsiteY8" fmla="*/ 58579 h 114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4300" h="114300">
                  <a:moveTo>
                    <a:pt x="109061" y="58579"/>
                  </a:moveTo>
                  <a:cubicBezTo>
                    <a:pt x="109061" y="73819"/>
                    <a:pt x="104299" y="86201"/>
                    <a:pt x="93821" y="95726"/>
                  </a:cubicBezTo>
                  <a:cubicBezTo>
                    <a:pt x="83344" y="105251"/>
                    <a:pt x="71914" y="109061"/>
                    <a:pt x="58579" y="109061"/>
                  </a:cubicBezTo>
                  <a:cubicBezTo>
                    <a:pt x="44291" y="109061"/>
                    <a:pt x="31909" y="104299"/>
                    <a:pt x="22384" y="95726"/>
                  </a:cubicBezTo>
                  <a:cubicBezTo>
                    <a:pt x="11906" y="86201"/>
                    <a:pt x="7144" y="73819"/>
                    <a:pt x="7144" y="58579"/>
                  </a:cubicBezTo>
                  <a:cubicBezTo>
                    <a:pt x="7144" y="42386"/>
                    <a:pt x="11906" y="30004"/>
                    <a:pt x="22384" y="20479"/>
                  </a:cubicBezTo>
                  <a:cubicBezTo>
                    <a:pt x="32861" y="10954"/>
                    <a:pt x="44291" y="7144"/>
                    <a:pt x="58579" y="7144"/>
                  </a:cubicBezTo>
                  <a:cubicBezTo>
                    <a:pt x="71914" y="7144"/>
                    <a:pt x="84296" y="11906"/>
                    <a:pt x="93821" y="20479"/>
                  </a:cubicBezTo>
                  <a:cubicBezTo>
                    <a:pt x="104299" y="30004"/>
                    <a:pt x="109061" y="43339"/>
                    <a:pt x="109061" y="58579"/>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4" name="Freeform: Shape 5">
              <a:extLst>
                <a:ext uri="{FF2B5EF4-FFF2-40B4-BE49-F238E27FC236}">
                  <a16:creationId xmlns:a16="http://schemas.microsoft.com/office/drawing/2014/main" id="{E9E60F64-1500-A504-C4FD-BF9960958605}"/>
                </a:ext>
              </a:extLst>
            </p:cNvPr>
            <p:cNvSpPr/>
            <p:nvPr/>
          </p:nvSpPr>
          <p:spPr>
            <a:xfrm>
              <a:off x="7192800" y="1473355"/>
              <a:ext cx="95250" cy="371475"/>
            </a:xfrm>
            <a:custGeom>
              <a:avLst/>
              <a:gdLst>
                <a:gd name="connsiteX0" fmla="*/ 90011 w 95250"/>
                <a:gd name="connsiteY0" fmla="*/ 366236 h 371475"/>
                <a:gd name="connsiteX1" fmla="*/ 67151 w 95250"/>
                <a:gd name="connsiteY1" fmla="*/ 366236 h 371475"/>
                <a:gd name="connsiteX2" fmla="*/ 7144 w 95250"/>
                <a:gd name="connsiteY2" fmla="*/ 306229 h 371475"/>
                <a:gd name="connsiteX3" fmla="*/ 7144 w 95250"/>
                <a:gd name="connsiteY3" fmla="*/ 7144 h 371475"/>
                <a:gd name="connsiteX4" fmla="*/ 35719 w 95250"/>
                <a:gd name="connsiteY4" fmla="*/ 7144 h 371475"/>
                <a:gd name="connsiteX5" fmla="*/ 90011 w 95250"/>
                <a:gd name="connsiteY5" fmla="*/ 62389 h 371475"/>
                <a:gd name="connsiteX6" fmla="*/ 90011 w 95250"/>
                <a:gd name="connsiteY6" fmla="*/ 366236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250" h="371475">
                  <a:moveTo>
                    <a:pt x="90011" y="366236"/>
                  </a:moveTo>
                  <a:lnTo>
                    <a:pt x="67151" y="366236"/>
                  </a:lnTo>
                  <a:cubicBezTo>
                    <a:pt x="33814" y="366236"/>
                    <a:pt x="7144" y="339566"/>
                    <a:pt x="7144" y="306229"/>
                  </a:cubicBezTo>
                  <a:lnTo>
                    <a:pt x="7144" y="7144"/>
                  </a:lnTo>
                  <a:lnTo>
                    <a:pt x="35719" y="7144"/>
                  </a:lnTo>
                  <a:cubicBezTo>
                    <a:pt x="66199" y="7144"/>
                    <a:pt x="90011" y="31909"/>
                    <a:pt x="90011" y="62389"/>
                  </a:cubicBezTo>
                  <a:lnTo>
                    <a:pt x="90011" y="366236"/>
                  </a:ln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5" name="Freeform: Shape 6">
              <a:extLst>
                <a:ext uri="{FF2B5EF4-FFF2-40B4-BE49-F238E27FC236}">
                  <a16:creationId xmlns:a16="http://schemas.microsoft.com/office/drawing/2014/main" id="{D600B19F-DC68-35FF-8081-15EAB9DE2F4B}"/>
                </a:ext>
              </a:extLst>
            </p:cNvPr>
            <p:cNvSpPr/>
            <p:nvPr/>
          </p:nvSpPr>
          <p:spPr>
            <a:xfrm>
              <a:off x="7637617" y="1474308"/>
              <a:ext cx="352426" cy="371475"/>
            </a:xfrm>
            <a:custGeom>
              <a:avLst/>
              <a:gdLst>
                <a:gd name="connsiteX0" fmla="*/ 287179 w 352425"/>
                <a:gd name="connsiteY0" fmla="*/ 7144 h 371475"/>
                <a:gd name="connsiteX1" fmla="*/ 250031 w 352425"/>
                <a:gd name="connsiteY1" fmla="*/ 43339 h 371475"/>
                <a:gd name="connsiteX2" fmla="*/ 179547 w 352425"/>
                <a:gd name="connsiteY2" fmla="*/ 246221 h 371475"/>
                <a:gd name="connsiteX3" fmla="*/ 106204 w 352425"/>
                <a:gd name="connsiteY3" fmla="*/ 47149 h 371475"/>
                <a:gd name="connsiteX4" fmla="*/ 68104 w 352425"/>
                <a:gd name="connsiteY4" fmla="*/ 7144 h 371475"/>
                <a:gd name="connsiteX5" fmla="*/ 27147 w 352425"/>
                <a:gd name="connsiteY5" fmla="*/ 7144 h 371475"/>
                <a:gd name="connsiteX6" fmla="*/ 7144 w 352425"/>
                <a:gd name="connsiteY6" fmla="*/ 7144 h 371475"/>
                <a:gd name="connsiteX7" fmla="*/ 130969 w 352425"/>
                <a:gd name="connsiteY7" fmla="*/ 329089 h 371475"/>
                <a:gd name="connsiteX8" fmla="*/ 171927 w 352425"/>
                <a:gd name="connsiteY8" fmla="*/ 365284 h 371475"/>
                <a:gd name="connsiteX9" fmla="*/ 213836 w 352425"/>
                <a:gd name="connsiteY9" fmla="*/ 365284 h 371475"/>
                <a:gd name="connsiteX10" fmla="*/ 350044 w 352425"/>
                <a:gd name="connsiteY10" fmla="*/ 7144 h 371475"/>
                <a:gd name="connsiteX11" fmla="*/ 287179 w 352425"/>
                <a:gd name="connsiteY11" fmla="*/ 7144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52425" h="371475">
                  <a:moveTo>
                    <a:pt x="287179" y="7144"/>
                  </a:moveTo>
                  <a:cubicBezTo>
                    <a:pt x="265272" y="7144"/>
                    <a:pt x="259556" y="18574"/>
                    <a:pt x="250031" y="43339"/>
                  </a:cubicBezTo>
                  <a:lnTo>
                    <a:pt x="179547" y="246221"/>
                  </a:lnTo>
                  <a:lnTo>
                    <a:pt x="106204" y="47149"/>
                  </a:lnTo>
                  <a:cubicBezTo>
                    <a:pt x="97631" y="21431"/>
                    <a:pt x="90011" y="7144"/>
                    <a:pt x="68104" y="7144"/>
                  </a:cubicBezTo>
                  <a:lnTo>
                    <a:pt x="27147" y="7144"/>
                  </a:lnTo>
                  <a:lnTo>
                    <a:pt x="7144" y="7144"/>
                  </a:lnTo>
                  <a:lnTo>
                    <a:pt x="130969" y="329089"/>
                  </a:lnTo>
                  <a:cubicBezTo>
                    <a:pt x="142399" y="352901"/>
                    <a:pt x="150019" y="365284"/>
                    <a:pt x="171927" y="365284"/>
                  </a:cubicBezTo>
                  <a:lnTo>
                    <a:pt x="213836" y="365284"/>
                  </a:lnTo>
                  <a:lnTo>
                    <a:pt x="350044" y="7144"/>
                  </a:lnTo>
                  <a:lnTo>
                    <a:pt x="287179" y="7144"/>
                  </a:ln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6" name="Freeform: Shape 7">
              <a:extLst>
                <a:ext uri="{FF2B5EF4-FFF2-40B4-BE49-F238E27FC236}">
                  <a16:creationId xmlns:a16="http://schemas.microsoft.com/office/drawing/2014/main" id="{0C8F3173-86EC-9199-F4A7-20F76FD6D200}"/>
                </a:ext>
              </a:extLst>
            </p:cNvPr>
            <p:cNvSpPr/>
            <p:nvPr/>
          </p:nvSpPr>
          <p:spPr>
            <a:xfrm>
              <a:off x="7326150" y="1464782"/>
              <a:ext cx="314325" cy="381000"/>
            </a:xfrm>
            <a:custGeom>
              <a:avLst/>
              <a:gdLst>
                <a:gd name="connsiteX0" fmla="*/ 300514 w 314325"/>
                <a:gd name="connsiteY0" fmla="*/ 105251 h 381000"/>
                <a:gd name="connsiteX1" fmla="*/ 275749 w 314325"/>
                <a:gd name="connsiteY1" fmla="*/ 52864 h 381000"/>
                <a:gd name="connsiteX2" fmla="*/ 229076 w 314325"/>
                <a:gd name="connsiteY2" fmla="*/ 19526 h 381000"/>
                <a:gd name="connsiteX3" fmla="*/ 155734 w 314325"/>
                <a:gd name="connsiteY3" fmla="*/ 7144 h 381000"/>
                <a:gd name="connsiteX4" fmla="*/ 70009 w 314325"/>
                <a:gd name="connsiteY4" fmla="*/ 13811 h 381000"/>
                <a:gd name="connsiteX5" fmla="*/ 7144 w 314325"/>
                <a:gd name="connsiteY5" fmla="*/ 27146 h 381000"/>
                <a:gd name="connsiteX6" fmla="*/ 7144 w 314325"/>
                <a:gd name="connsiteY6" fmla="*/ 329089 h 381000"/>
                <a:gd name="connsiteX7" fmla="*/ 7144 w 314325"/>
                <a:gd name="connsiteY7" fmla="*/ 329089 h 381000"/>
                <a:gd name="connsiteX8" fmla="*/ 7144 w 314325"/>
                <a:gd name="connsiteY8" fmla="*/ 338614 h 381000"/>
                <a:gd name="connsiteX9" fmla="*/ 44291 w 314325"/>
                <a:gd name="connsiteY9" fmla="*/ 375761 h 381000"/>
                <a:gd name="connsiteX10" fmla="*/ 45244 w 314325"/>
                <a:gd name="connsiteY10" fmla="*/ 375761 h 381000"/>
                <a:gd name="connsiteX11" fmla="*/ 45244 w 314325"/>
                <a:gd name="connsiteY11" fmla="*/ 375761 h 381000"/>
                <a:gd name="connsiteX12" fmla="*/ 90964 w 314325"/>
                <a:gd name="connsiteY12" fmla="*/ 375761 h 381000"/>
                <a:gd name="connsiteX13" fmla="*/ 90964 w 314325"/>
                <a:gd name="connsiteY13" fmla="*/ 84296 h 381000"/>
                <a:gd name="connsiteX14" fmla="*/ 116682 w 314325"/>
                <a:gd name="connsiteY14" fmla="*/ 80486 h 381000"/>
                <a:gd name="connsiteX15" fmla="*/ 150019 w 314325"/>
                <a:gd name="connsiteY15" fmla="*/ 78581 h 381000"/>
                <a:gd name="connsiteX16" fmla="*/ 186214 w 314325"/>
                <a:gd name="connsiteY16" fmla="*/ 84296 h 381000"/>
                <a:gd name="connsiteX17" fmla="*/ 210026 w 314325"/>
                <a:gd name="connsiteY17" fmla="*/ 102394 h 381000"/>
                <a:gd name="connsiteX18" fmla="*/ 222409 w 314325"/>
                <a:gd name="connsiteY18" fmla="*/ 135731 h 381000"/>
                <a:gd name="connsiteX19" fmla="*/ 226219 w 314325"/>
                <a:gd name="connsiteY19" fmla="*/ 185261 h 381000"/>
                <a:gd name="connsiteX20" fmla="*/ 226219 w 314325"/>
                <a:gd name="connsiteY20" fmla="*/ 328136 h 381000"/>
                <a:gd name="connsiteX21" fmla="*/ 226219 w 314325"/>
                <a:gd name="connsiteY21" fmla="*/ 328136 h 381000"/>
                <a:gd name="connsiteX22" fmla="*/ 226219 w 314325"/>
                <a:gd name="connsiteY22" fmla="*/ 337661 h 381000"/>
                <a:gd name="connsiteX23" fmla="*/ 263366 w 314325"/>
                <a:gd name="connsiteY23" fmla="*/ 374809 h 381000"/>
                <a:gd name="connsiteX24" fmla="*/ 263366 w 314325"/>
                <a:gd name="connsiteY24" fmla="*/ 374809 h 381000"/>
                <a:gd name="connsiteX25" fmla="*/ 310039 w 314325"/>
                <a:gd name="connsiteY25" fmla="*/ 374809 h 381000"/>
                <a:gd name="connsiteX26" fmla="*/ 310039 w 314325"/>
                <a:gd name="connsiteY26" fmla="*/ 172879 h 381000"/>
                <a:gd name="connsiteX27" fmla="*/ 300514 w 314325"/>
                <a:gd name="connsiteY27" fmla="*/ 105251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14325" h="381000">
                  <a:moveTo>
                    <a:pt x="300514" y="105251"/>
                  </a:moveTo>
                  <a:cubicBezTo>
                    <a:pt x="295751" y="85249"/>
                    <a:pt x="287179" y="67151"/>
                    <a:pt x="275749" y="52864"/>
                  </a:cubicBezTo>
                  <a:cubicBezTo>
                    <a:pt x="264319" y="38576"/>
                    <a:pt x="248126" y="27146"/>
                    <a:pt x="229076" y="19526"/>
                  </a:cubicBezTo>
                  <a:cubicBezTo>
                    <a:pt x="209074" y="11906"/>
                    <a:pt x="185261" y="7144"/>
                    <a:pt x="155734" y="7144"/>
                  </a:cubicBezTo>
                  <a:cubicBezTo>
                    <a:pt x="124301" y="7144"/>
                    <a:pt x="95726" y="9049"/>
                    <a:pt x="70009" y="13811"/>
                  </a:cubicBezTo>
                  <a:cubicBezTo>
                    <a:pt x="44291" y="17621"/>
                    <a:pt x="23336" y="22384"/>
                    <a:pt x="7144" y="27146"/>
                  </a:cubicBezTo>
                  <a:lnTo>
                    <a:pt x="7144" y="329089"/>
                  </a:lnTo>
                  <a:lnTo>
                    <a:pt x="7144" y="329089"/>
                  </a:lnTo>
                  <a:lnTo>
                    <a:pt x="7144" y="338614"/>
                  </a:lnTo>
                  <a:cubicBezTo>
                    <a:pt x="7144" y="358616"/>
                    <a:pt x="23336" y="375761"/>
                    <a:pt x="44291" y="375761"/>
                  </a:cubicBezTo>
                  <a:lnTo>
                    <a:pt x="45244" y="375761"/>
                  </a:lnTo>
                  <a:lnTo>
                    <a:pt x="45244" y="375761"/>
                  </a:lnTo>
                  <a:lnTo>
                    <a:pt x="90964" y="375761"/>
                  </a:lnTo>
                  <a:lnTo>
                    <a:pt x="90964" y="84296"/>
                  </a:lnTo>
                  <a:cubicBezTo>
                    <a:pt x="96679" y="83344"/>
                    <a:pt x="105251" y="82391"/>
                    <a:pt x="116682" y="80486"/>
                  </a:cubicBezTo>
                  <a:cubicBezTo>
                    <a:pt x="128111" y="79534"/>
                    <a:pt x="139541" y="78581"/>
                    <a:pt x="150019" y="78581"/>
                  </a:cubicBezTo>
                  <a:cubicBezTo>
                    <a:pt x="164307" y="78581"/>
                    <a:pt x="176689" y="80486"/>
                    <a:pt x="186214" y="84296"/>
                  </a:cubicBezTo>
                  <a:cubicBezTo>
                    <a:pt x="195739" y="88106"/>
                    <a:pt x="204311" y="94774"/>
                    <a:pt x="210026" y="102394"/>
                  </a:cubicBezTo>
                  <a:cubicBezTo>
                    <a:pt x="215741" y="110966"/>
                    <a:pt x="219551" y="121444"/>
                    <a:pt x="222409" y="135731"/>
                  </a:cubicBezTo>
                  <a:cubicBezTo>
                    <a:pt x="225266" y="149066"/>
                    <a:pt x="226219" y="165259"/>
                    <a:pt x="226219" y="185261"/>
                  </a:cubicBezTo>
                  <a:lnTo>
                    <a:pt x="226219" y="328136"/>
                  </a:lnTo>
                  <a:lnTo>
                    <a:pt x="226219" y="328136"/>
                  </a:lnTo>
                  <a:lnTo>
                    <a:pt x="226219" y="337661"/>
                  </a:lnTo>
                  <a:cubicBezTo>
                    <a:pt x="226219" y="357664"/>
                    <a:pt x="242411" y="374809"/>
                    <a:pt x="263366" y="374809"/>
                  </a:cubicBezTo>
                  <a:lnTo>
                    <a:pt x="263366" y="374809"/>
                  </a:lnTo>
                  <a:lnTo>
                    <a:pt x="310039" y="374809"/>
                  </a:lnTo>
                  <a:lnTo>
                    <a:pt x="310039" y="172879"/>
                  </a:lnTo>
                  <a:cubicBezTo>
                    <a:pt x="308134" y="148114"/>
                    <a:pt x="305276" y="126206"/>
                    <a:pt x="300514" y="105251"/>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7" name="Freeform: Shape 8">
              <a:extLst>
                <a:ext uri="{FF2B5EF4-FFF2-40B4-BE49-F238E27FC236}">
                  <a16:creationId xmlns:a16="http://schemas.microsoft.com/office/drawing/2014/main" id="{85597CFF-5859-4BAB-0E87-4E944C58D817}"/>
                </a:ext>
              </a:extLst>
            </p:cNvPr>
            <p:cNvSpPr/>
            <p:nvPr/>
          </p:nvSpPr>
          <p:spPr>
            <a:xfrm>
              <a:off x="8331989" y="1464782"/>
              <a:ext cx="314325" cy="381000"/>
            </a:xfrm>
            <a:custGeom>
              <a:avLst/>
              <a:gdLst>
                <a:gd name="connsiteX0" fmla="*/ 300514 w 314325"/>
                <a:gd name="connsiteY0" fmla="*/ 105251 h 381000"/>
                <a:gd name="connsiteX1" fmla="*/ 275749 w 314325"/>
                <a:gd name="connsiteY1" fmla="*/ 52864 h 381000"/>
                <a:gd name="connsiteX2" fmla="*/ 229076 w 314325"/>
                <a:gd name="connsiteY2" fmla="*/ 19526 h 381000"/>
                <a:gd name="connsiteX3" fmla="*/ 155734 w 314325"/>
                <a:gd name="connsiteY3" fmla="*/ 7144 h 381000"/>
                <a:gd name="connsiteX4" fmla="*/ 70009 w 314325"/>
                <a:gd name="connsiteY4" fmla="*/ 13811 h 381000"/>
                <a:gd name="connsiteX5" fmla="*/ 7144 w 314325"/>
                <a:gd name="connsiteY5" fmla="*/ 27146 h 381000"/>
                <a:gd name="connsiteX6" fmla="*/ 7144 w 314325"/>
                <a:gd name="connsiteY6" fmla="*/ 329089 h 381000"/>
                <a:gd name="connsiteX7" fmla="*/ 7144 w 314325"/>
                <a:gd name="connsiteY7" fmla="*/ 329089 h 381000"/>
                <a:gd name="connsiteX8" fmla="*/ 7144 w 314325"/>
                <a:gd name="connsiteY8" fmla="*/ 338614 h 381000"/>
                <a:gd name="connsiteX9" fmla="*/ 44291 w 314325"/>
                <a:gd name="connsiteY9" fmla="*/ 375761 h 381000"/>
                <a:gd name="connsiteX10" fmla="*/ 45244 w 314325"/>
                <a:gd name="connsiteY10" fmla="*/ 375761 h 381000"/>
                <a:gd name="connsiteX11" fmla="*/ 45244 w 314325"/>
                <a:gd name="connsiteY11" fmla="*/ 375761 h 381000"/>
                <a:gd name="connsiteX12" fmla="*/ 90964 w 314325"/>
                <a:gd name="connsiteY12" fmla="*/ 375761 h 381000"/>
                <a:gd name="connsiteX13" fmla="*/ 90964 w 314325"/>
                <a:gd name="connsiteY13" fmla="*/ 84296 h 381000"/>
                <a:gd name="connsiteX14" fmla="*/ 116681 w 314325"/>
                <a:gd name="connsiteY14" fmla="*/ 80486 h 381000"/>
                <a:gd name="connsiteX15" fmla="*/ 150019 w 314325"/>
                <a:gd name="connsiteY15" fmla="*/ 78581 h 381000"/>
                <a:gd name="connsiteX16" fmla="*/ 186214 w 314325"/>
                <a:gd name="connsiteY16" fmla="*/ 84296 h 381000"/>
                <a:gd name="connsiteX17" fmla="*/ 210026 w 314325"/>
                <a:gd name="connsiteY17" fmla="*/ 102394 h 381000"/>
                <a:gd name="connsiteX18" fmla="*/ 222409 w 314325"/>
                <a:gd name="connsiteY18" fmla="*/ 135731 h 381000"/>
                <a:gd name="connsiteX19" fmla="*/ 226219 w 314325"/>
                <a:gd name="connsiteY19" fmla="*/ 185261 h 381000"/>
                <a:gd name="connsiteX20" fmla="*/ 226219 w 314325"/>
                <a:gd name="connsiteY20" fmla="*/ 328136 h 381000"/>
                <a:gd name="connsiteX21" fmla="*/ 226219 w 314325"/>
                <a:gd name="connsiteY21" fmla="*/ 328136 h 381000"/>
                <a:gd name="connsiteX22" fmla="*/ 226219 w 314325"/>
                <a:gd name="connsiteY22" fmla="*/ 337661 h 381000"/>
                <a:gd name="connsiteX23" fmla="*/ 263366 w 314325"/>
                <a:gd name="connsiteY23" fmla="*/ 374809 h 381000"/>
                <a:gd name="connsiteX24" fmla="*/ 263366 w 314325"/>
                <a:gd name="connsiteY24" fmla="*/ 374809 h 381000"/>
                <a:gd name="connsiteX25" fmla="*/ 310039 w 314325"/>
                <a:gd name="connsiteY25" fmla="*/ 374809 h 381000"/>
                <a:gd name="connsiteX26" fmla="*/ 310039 w 314325"/>
                <a:gd name="connsiteY26" fmla="*/ 172879 h 381000"/>
                <a:gd name="connsiteX27" fmla="*/ 300514 w 314325"/>
                <a:gd name="connsiteY27" fmla="*/ 105251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14325" h="381000">
                  <a:moveTo>
                    <a:pt x="300514" y="105251"/>
                  </a:moveTo>
                  <a:cubicBezTo>
                    <a:pt x="295751" y="85249"/>
                    <a:pt x="287179" y="67151"/>
                    <a:pt x="275749" y="52864"/>
                  </a:cubicBezTo>
                  <a:cubicBezTo>
                    <a:pt x="264319" y="38576"/>
                    <a:pt x="248126" y="27146"/>
                    <a:pt x="229076" y="19526"/>
                  </a:cubicBezTo>
                  <a:cubicBezTo>
                    <a:pt x="209074" y="11906"/>
                    <a:pt x="185261" y="7144"/>
                    <a:pt x="155734" y="7144"/>
                  </a:cubicBezTo>
                  <a:cubicBezTo>
                    <a:pt x="124301" y="7144"/>
                    <a:pt x="95726" y="9049"/>
                    <a:pt x="70009" y="13811"/>
                  </a:cubicBezTo>
                  <a:cubicBezTo>
                    <a:pt x="44291" y="17621"/>
                    <a:pt x="23336" y="22384"/>
                    <a:pt x="7144" y="27146"/>
                  </a:cubicBezTo>
                  <a:lnTo>
                    <a:pt x="7144" y="329089"/>
                  </a:lnTo>
                  <a:lnTo>
                    <a:pt x="7144" y="329089"/>
                  </a:lnTo>
                  <a:lnTo>
                    <a:pt x="7144" y="338614"/>
                  </a:lnTo>
                  <a:cubicBezTo>
                    <a:pt x="7144" y="358616"/>
                    <a:pt x="23336" y="375761"/>
                    <a:pt x="44291" y="375761"/>
                  </a:cubicBezTo>
                  <a:lnTo>
                    <a:pt x="45244" y="375761"/>
                  </a:lnTo>
                  <a:lnTo>
                    <a:pt x="45244" y="375761"/>
                  </a:lnTo>
                  <a:lnTo>
                    <a:pt x="90964" y="375761"/>
                  </a:lnTo>
                  <a:lnTo>
                    <a:pt x="90964" y="84296"/>
                  </a:lnTo>
                  <a:cubicBezTo>
                    <a:pt x="96679" y="83344"/>
                    <a:pt x="105251" y="82391"/>
                    <a:pt x="116681" y="80486"/>
                  </a:cubicBezTo>
                  <a:cubicBezTo>
                    <a:pt x="128111" y="79534"/>
                    <a:pt x="139541" y="78581"/>
                    <a:pt x="150019" y="78581"/>
                  </a:cubicBezTo>
                  <a:cubicBezTo>
                    <a:pt x="164306" y="78581"/>
                    <a:pt x="176689" y="80486"/>
                    <a:pt x="186214" y="84296"/>
                  </a:cubicBezTo>
                  <a:cubicBezTo>
                    <a:pt x="195739" y="88106"/>
                    <a:pt x="204311" y="94774"/>
                    <a:pt x="210026" y="102394"/>
                  </a:cubicBezTo>
                  <a:cubicBezTo>
                    <a:pt x="215741" y="110966"/>
                    <a:pt x="219551" y="121444"/>
                    <a:pt x="222409" y="135731"/>
                  </a:cubicBezTo>
                  <a:cubicBezTo>
                    <a:pt x="225266" y="149066"/>
                    <a:pt x="226219" y="165259"/>
                    <a:pt x="226219" y="185261"/>
                  </a:cubicBezTo>
                  <a:lnTo>
                    <a:pt x="226219" y="328136"/>
                  </a:lnTo>
                  <a:lnTo>
                    <a:pt x="226219" y="328136"/>
                  </a:lnTo>
                  <a:lnTo>
                    <a:pt x="226219" y="337661"/>
                  </a:lnTo>
                  <a:cubicBezTo>
                    <a:pt x="226219" y="357664"/>
                    <a:pt x="242411" y="374809"/>
                    <a:pt x="263366" y="374809"/>
                  </a:cubicBezTo>
                  <a:lnTo>
                    <a:pt x="263366" y="374809"/>
                  </a:lnTo>
                  <a:lnTo>
                    <a:pt x="310039" y="374809"/>
                  </a:lnTo>
                  <a:lnTo>
                    <a:pt x="310039" y="172879"/>
                  </a:lnTo>
                  <a:cubicBezTo>
                    <a:pt x="307181" y="148114"/>
                    <a:pt x="305276" y="126206"/>
                    <a:pt x="300514" y="105251"/>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8" name="Freeform: Shape 17">
              <a:extLst>
                <a:ext uri="{FF2B5EF4-FFF2-40B4-BE49-F238E27FC236}">
                  <a16:creationId xmlns:a16="http://schemas.microsoft.com/office/drawing/2014/main" id="{7ED17A64-8C43-2FC7-8F17-1A3A326FFE0F}"/>
                </a:ext>
              </a:extLst>
            </p:cNvPr>
            <p:cNvSpPr/>
            <p:nvPr/>
          </p:nvSpPr>
          <p:spPr>
            <a:xfrm>
              <a:off x="6619395" y="1521933"/>
              <a:ext cx="457199" cy="371475"/>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solidFill>
              <a:srgbClr val="17ABDB"/>
            </a:solidFill>
            <a:ln w="9525" cap="flat">
              <a:noFill/>
              <a:prstDash val="solid"/>
              <a:miter/>
            </a:ln>
          </p:spPr>
          <p:txBody>
            <a:bodyPr lIns="73152" tIns="36576" rIns="73152" bIns="36576" rtlCol="0" anchor="ctr"/>
            <a:lstStyle/>
            <a:p>
              <a:endParaRPr lang="de-DE"/>
            </a:p>
          </p:txBody>
        </p:sp>
        <p:sp>
          <p:nvSpPr>
            <p:cNvPr id="19" name="Freeform: Shape 22">
              <a:extLst>
                <a:ext uri="{FF2B5EF4-FFF2-40B4-BE49-F238E27FC236}">
                  <a16:creationId xmlns:a16="http://schemas.microsoft.com/office/drawing/2014/main" id="{6E18A463-F044-3E54-39BD-69410EE1AC89}"/>
                </a:ext>
              </a:extLst>
            </p:cNvPr>
            <p:cNvSpPr/>
            <p:nvPr/>
          </p:nvSpPr>
          <p:spPr>
            <a:xfrm>
              <a:off x="3176111" y="1268567"/>
              <a:ext cx="3171823" cy="866776"/>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20" name="Freeform: Shape 23">
              <a:extLst>
                <a:ext uri="{FF2B5EF4-FFF2-40B4-BE49-F238E27FC236}">
                  <a16:creationId xmlns:a16="http://schemas.microsoft.com/office/drawing/2014/main" id="{E9CE65F7-C2BB-D944-FF10-06311F5762BE}"/>
                </a:ext>
              </a:extLst>
            </p:cNvPr>
            <p:cNvSpPr/>
            <p:nvPr/>
          </p:nvSpPr>
          <p:spPr>
            <a:xfrm>
              <a:off x="5565899" y="1311398"/>
              <a:ext cx="95250" cy="104775"/>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21" name="Freeform: Shape 24">
              <a:extLst>
                <a:ext uri="{FF2B5EF4-FFF2-40B4-BE49-F238E27FC236}">
                  <a16:creationId xmlns:a16="http://schemas.microsoft.com/office/drawing/2014/main" id="{6755B539-2305-EF43-E211-C17DAE483AA9}"/>
                </a:ext>
              </a:extLst>
            </p:cNvPr>
            <p:cNvSpPr/>
            <p:nvPr/>
          </p:nvSpPr>
          <p:spPr>
            <a:xfrm>
              <a:off x="6186959" y="1329492"/>
              <a:ext cx="95250" cy="95250"/>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22" name="Freeform: Shape 25">
              <a:extLst>
                <a:ext uri="{FF2B5EF4-FFF2-40B4-BE49-F238E27FC236}">
                  <a16:creationId xmlns:a16="http://schemas.microsoft.com/office/drawing/2014/main" id="{6778DA3E-4B9E-C648-CAA8-38A939DCD184}"/>
                </a:ext>
              </a:extLst>
            </p:cNvPr>
            <p:cNvSpPr/>
            <p:nvPr/>
          </p:nvSpPr>
          <p:spPr>
            <a:xfrm>
              <a:off x="6386989" y="1257136"/>
              <a:ext cx="695324" cy="581025"/>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solidFill>
              <a:srgbClr val="0072AF"/>
            </a:solidFill>
            <a:ln w="9525" cap="flat">
              <a:noFill/>
              <a:prstDash val="solid"/>
              <a:miter/>
            </a:ln>
          </p:spPr>
          <p:txBody>
            <a:bodyPr lIns="73152" tIns="36576" rIns="73152" bIns="36576" rtlCol="0" anchor="ctr"/>
            <a:lstStyle/>
            <a:p>
              <a:endParaRPr lang="de-DE"/>
            </a:p>
          </p:txBody>
        </p:sp>
      </p:grpSp>
    </p:spTree>
    <p:extLst>
      <p:ext uri="{BB962C8B-B14F-4D97-AF65-F5344CB8AC3E}">
        <p14:creationId xmlns:p14="http://schemas.microsoft.com/office/powerpoint/2010/main" val="1790978285"/>
      </p:ext>
    </p:extLst>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showMasterSp="0" preserve="1" userDrawn="1">
  <p:cSld name="6_Content with Caption">
    <p:spTree>
      <p:nvGrpSpPr>
        <p:cNvPr id="1" name=""/>
        <p:cNvGrpSpPr/>
        <p:nvPr/>
      </p:nvGrpSpPr>
      <p:grpSpPr>
        <a:xfrm>
          <a:off x="0" y="0"/>
          <a:ext cx="0" cy="0"/>
          <a:chOff x="0" y="0"/>
          <a:chExt cx="0" cy="0"/>
        </a:xfrm>
      </p:grpSpPr>
      <p:sp>
        <p:nvSpPr>
          <p:cNvPr id="10" name="Parallélogramme 14">
            <a:extLst>
              <a:ext uri="{FF2B5EF4-FFF2-40B4-BE49-F238E27FC236}">
                <a16:creationId xmlns:a16="http://schemas.microsoft.com/office/drawing/2014/main" id="{BA60C70F-7EE5-4927-B922-88B1C47FADB9}"/>
              </a:ext>
            </a:extLst>
          </p:cNvPr>
          <p:cNvSpPr/>
          <p:nvPr userDrawn="1"/>
        </p:nvSpPr>
        <p:spPr>
          <a:xfrm>
            <a:off x="7448550" y="0"/>
            <a:ext cx="2857500" cy="6858000"/>
          </a:xfrm>
          <a:prstGeom prst="parallelogram">
            <a:avLst>
              <a:gd name="adj" fmla="val 0"/>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noProof="0"/>
          </a:p>
        </p:txBody>
      </p:sp>
      <p:sp>
        <p:nvSpPr>
          <p:cNvPr id="2" name="Title 1"/>
          <p:cNvSpPr>
            <a:spLocks noGrp="1"/>
          </p:cNvSpPr>
          <p:nvPr>
            <p:ph type="title"/>
          </p:nvPr>
        </p:nvSpPr>
        <p:spPr>
          <a:xfrm>
            <a:off x="4984722" y="548355"/>
            <a:ext cx="6054846" cy="634336"/>
          </a:xfrm>
        </p:spPr>
        <p:txBody>
          <a:bodyPr anchor="ctr">
            <a:noAutofit/>
          </a:bodyPr>
          <a:lstStyle>
            <a:lvl1pPr>
              <a:lnSpc>
                <a:spcPct val="90000"/>
              </a:lnSpc>
              <a:defRPr sz="3600" b="1" i="0">
                <a:solidFill>
                  <a:srgbClr val="FFFFFF"/>
                </a:solidFill>
                <a:latin typeface="+mn-lt"/>
              </a:defRPr>
            </a:lvl1pPr>
          </a:lstStyle>
          <a:p>
            <a:r>
              <a:rPr lang="en-US" noProof="0"/>
              <a:t>Click to edit Master title style</a:t>
            </a:r>
          </a:p>
        </p:txBody>
      </p:sp>
      <p:sp>
        <p:nvSpPr>
          <p:cNvPr id="3" name="Content Placeholder 2"/>
          <p:cNvSpPr>
            <a:spLocks noGrp="1"/>
          </p:cNvSpPr>
          <p:nvPr>
            <p:ph idx="1"/>
          </p:nvPr>
        </p:nvSpPr>
        <p:spPr>
          <a:xfrm>
            <a:off x="5100833" y="1611313"/>
            <a:ext cx="6072099" cy="3755104"/>
          </a:xfrm>
        </p:spPr>
        <p:txBody>
          <a:bodyPr anchor="t">
            <a:normAutofit/>
          </a:bodyPr>
          <a:lstStyle>
            <a:lvl1pPr>
              <a:defRPr sz="2400"/>
            </a:lvl1pPr>
            <a:lvl2pPr>
              <a:defRPr sz="2000"/>
            </a:lvl2pPr>
            <a:lvl3pPr>
              <a:defRPr sz="1600"/>
            </a:lvl3pPr>
            <a:lvl4pPr>
              <a:defRPr sz="1600"/>
            </a:lvl4pPr>
            <a:lvl5pPr>
              <a:defRPr sz="16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Date Placeholder 1">
            <a:extLst>
              <a:ext uri="{FF2B5EF4-FFF2-40B4-BE49-F238E27FC236}">
                <a16:creationId xmlns:a16="http://schemas.microsoft.com/office/drawing/2014/main" id="{F417C55D-4AE8-427B-A32E-9F54E007E686}"/>
              </a:ext>
            </a:extLst>
          </p:cNvPr>
          <p:cNvSpPr>
            <a:spLocks noGrp="1"/>
          </p:cNvSpPr>
          <p:nvPr>
            <p:ph type="dt" sz="half" idx="10"/>
          </p:nvPr>
        </p:nvSpPr>
        <p:spPr>
          <a:xfrm>
            <a:off x="6834126" y="6446838"/>
            <a:ext cx="2584850" cy="365125"/>
          </a:xfrm>
        </p:spPr>
        <p:txBody>
          <a:bodyPr/>
          <a:lstStyle>
            <a:lvl1pPr>
              <a:defRPr>
                <a:solidFill>
                  <a:schemeClr val="tx1">
                    <a:lumMod val="75000"/>
                    <a:lumOff val="25000"/>
                  </a:schemeClr>
                </a:solidFill>
              </a:defRPr>
            </a:lvl1pPr>
          </a:lstStyle>
          <a:p>
            <a:fld id="{6DA3ABBD-A00D-4624-9D57-736F5DDBFABC}" type="datetime1">
              <a:rPr lang="en-US" noProof="0" smtClean="0"/>
              <a:t>7/27/2026</a:t>
            </a:fld>
            <a:endParaRPr lang="en-US" noProof="0"/>
          </a:p>
        </p:txBody>
      </p:sp>
      <p:sp>
        <p:nvSpPr>
          <p:cNvPr id="13" name="Footer Placeholder 2">
            <a:extLst>
              <a:ext uri="{FF2B5EF4-FFF2-40B4-BE49-F238E27FC236}">
                <a16:creationId xmlns:a16="http://schemas.microsoft.com/office/drawing/2014/main" id="{8C05871B-E916-40A4-B5E3-65C15F5A4D2A}"/>
              </a:ext>
            </a:extLst>
          </p:cNvPr>
          <p:cNvSpPr>
            <a:spLocks noGrp="1"/>
          </p:cNvSpPr>
          <p:nvPr>
            <p:ph type="ftr" sz="quarter" idx="11"/>
          </p:nvPr>
        </p:nvSpPr>
        <p:spPr>
          <a:xfrm>
            <a:off x="1097279" y="6446838"/>
            <a:ext cx="4846321" cy="365125"/>
          </a:xfrm>
        </p:spPr>
        <p:txBody>
          <a:bodyPr/>
          <a:lstStyle>
            <a:lvl1pPr>
              <a:defRPr>
                <a:solidFill>
                  <a:schemeClr val="tx1">
                    <a:lumMod val="75000"/>
                    <a:lumOff val="25000"/>
                  </a:schemeClr>
                </a:solidFill>
              </a:defRPr>
            </a:lvl1pPr>
          </a:lstStyle>
          <a:p>
            <a:r>
              <a:rPr lang="en-US" noProof="0"/>
              <a:t>Footer</a:t>
            </a:r>
          </a:p>
        </p:txBody>
      </p:sp>
      <p:sp>
        <p:nvSpPr>
          <p:cNvPr id="14" name="Slide Number Placeholder 3">
            <a:extLst>
              <a:ext uri="{FF2B5EF4-FFF2-40B4-BE49-F238E27FC236}">
                <a16:creationId xmlns:a16="http://schemas.microsoft.com/office/drawing/2014/main" id="{B45E789F-2E61-4EC0-8973-681625FE518F}"/>
              </a:ext>
            </a:extLst>
          </p:cNvPr>
          <p:cNvSpPr>
            <a:spLocks noGrp="1"/>
          </p:cNvSpPr>
          <p:nvPr>
            <p:ph type="sldNum" sz="quarter" idx="12"/>
          </p:nvPr>
        </p:nvSpPr>
        <p:spPr>
          <a:xfrm>
            <a:off x="10375670" y="6446838"/>
            <a:ext cx="780010" cy="365125"/>
          </a:xfrm>
        </p:spPr>
        <p:txBody>
          <a:bodyPr/>
          <a:lstStyle>
            <a:lvl1pPr>
              <a:defRPr>
                <a:solidFill>
                  <a:schemeClr val="tx1">
                    <a:lumMod val="75000"/>
                    <a:lumOff val="25000"/>
                  </a:schemeClr>
                </a:solidFill>
              </a:defRPr>
            </a:lvl1pPr>
          </a:lstStyle>
          <a:p>
            <a:fld id="{3A98EE3D-8CD1-4C3F-BD1C-C98C9596463C}" type="slidenum">
              <a:rPr lang="en-US" noProof="0" smtClean="0"/>
              <a:pPr/>
              <a:t>‹#›</a:t>
            </a:fld>
            <a:endParaRPr lang="en-US" noProof="0"/>
          </a:p>
        </p:txBody>
      </p:sp>
      <p:sp>
        <p:nvSpPr>
          <p:cNvPr id="18" name="Picture Placeholder 9">
            <a:extLst>
              <a:ext uri="{FF2B5EF4-FFF2-40B4-BE49-F238E27FC236}">
                <a16:creationId xmlns:a16="http://schemas.microsoft.com/office/drawing/2014/main" id="{4F173117-1383-4956-B947-1EA7A51D0D4A}"/>
              </a:ext>
            </a:extLst>
          </p:cNvPr>
          <p:cNvSpPr>
            <a:spLocks noGrp="1"/>
          </p:cNvSpPr>
          <p:nvPr>
            <p:ph type="pic" sz="quarter" idx="13"/>
          </p:nvPr>
        </p:nvSpPr>
        <p:spPr>
          <a:xfrm>
            <a:off x="0" y="0"/>
            <a:ext cx="4654296" cy="5864225"/>
          </a:xfrm>
        </p:spPr>
        <p:txBody>
          <a:bodyPr/>
          <a:lstStyle>
            <a:lvl1pPr>
              <a:defRPr>
                <a:solidFill>
                  <a:schemeClr val="tx1">
                    <a:lumMod val="75000"/>
                    <a:lumOff val="25000"/>
                  </a:schemeClr>
                </a:solidFill>
              </a:defRPr>
            </a:lvl1pPr>
          </a:lstStyle>
          <a:p>
            <a:r>
              <a:rPr lang="en-US" noProof="0"/>
              <a:t>Click icon to add picture</a:t>
            </a:r>
          </a:p>
        </p:txBody>
      </p:sp>
    </p:spTree>
    <p:extLst>
      <p:ext uri="{BB962C8B-B14F-4D97-AF65-F5344CB8AC3E}">
        <p14:creationId xmlns:p14="http://schemas.microsoft.com/office/powerpoint/2010/main" val="3792902254"/>
      </p:ext>
    </p:extLst>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showMasterSp="0" preserve="1" userDrawn="1">
  <p:cSld name="Title Slide 1">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269F39D-C2C8-CD10-FC79-E8DF4011DD81}"/>
              </a:ext>
            </a:extLst>
          </p:cNvPr>
          <p:cNvSpPr/>
          <p:nvPr userDrawn="1"/>
        </p:nvSpPr>
        <p:spPr>
          <a:xfrm>
            <a:off x="0" y="0"/>
            <a:ext cx="8904287" cy="6858000"/>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3" name="Group 2">
            <a:extLst>
              <a:ext uri="{FF2B5EF4-FFF2-40B4-BE49-F238E27FC236}">
                <a16:creationId xmlns:a16="http://schemas.microsoft.com/office/drawing/2014/main" id="{E1F341D8-9871-3E87-0C47-63724CC68DAF}"/>
              </a:ext>
            </a:extLst>
          </p:cNvPr>
          <p:cNvGrpSpPr>
            <a:grpSpLocks noChangeAspect="1"/>
          </p:cNvGrpSpPr>
          <p:nvPr userDrawn="1"/>
        </p:nvGrpSpPr>
        <p:grpSpPr>
          <a:xfrm>
            <a:off x="9912013" y="409248"/>
            <a:ext cx="1872000" cy="420870"/>
            <a:chOff x="5094083" y="5360390"/>
            <a:chExt cx="3039349" cy="683316"/>
          </a:xfrm>
          <a:solidFill>
            <a:schemeClr val="tx2"/>
          </a:solidFill>
        </p:grpSpPr>
        <p:sp>
          <p:nvSpPr>
            <p:cNvPr id="14" name="Freeform: Shape 4">
              <a:extLst>
                <a:ext uri="{FF2B5EF4-FFF2-40B4-BE49-F238E27FC236}">
                  <a16:creationId xmlns:a16="http://schemas.microsoft.com/office/drawing/2014/main" id="{2608921F-B565-8FD4-583E-9DA9BDDB5334}"/>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15" name="Freeform: Shape 5">
              <a:extLst>
                <a:ext uri="{FF2B5EF4-FFF2-40B4-BE49-F238E27FC236}">
                  <a16:creationId xmlns:a16="http://schemas.microsoft.com/office/drawing/2014/main" id="{59393CFC-3187-9068-EACC-9DD97F450CB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20" name="Freeform: Shape 6">
              <a:extLst>
                <a:ext uri="{FF2B5EF4-FFF2-40B4-BE49-F238E27FC236}">
                  <a16:creationId xmlns:a16="http://schemas.microsoft.com/office/drawing/2014/main" id="{F2454DD1-23F6-150E-C46D-96FB7C5FC4D3}"/>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21" name="Freeform: Shape 7">
              <a:extLst>
                <a:ext uri="{FF2B5EF4-FFF2-40B4-BE49-F238E27FC236}">
                  <a16:creationId xmlns:a16="http://schemas.microsoft.com/office/drawing/2014/main" id="{34B65355-DFA8-1685-F338-14C9D76CCDEF}"/>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22" name="Freeform: Shape 8">
              <a:extLst>
                <a:ext uri="{FF2B5EF4-FFF2-40B4-BE49-F238E27FC236}">
                  <a16:creationId xmlns:a16="http://schemas.microsoft.com/office/drawing/2014/main" id="{DF15E081-4331-E828-08B5-2291332FD146}"/>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23" name="Rectangle 22">
            <a:extLst>
              <a:ext uri="{FF2B5EF4-FFF2-40B4-BE49-F238E27FC236}">
                <a16:creationId xmlns:a16="http://schemas.microsoft.com/office/drawing/2014/main" id="{7D66C3DE-7CB2-8D02-1EF9-E3C8E4BFAA90}"/>
              </a:ext>
            </a:extLst>
          </p:cNvPr>
          <p:cNvSpPr/>
          <p:nvPr userDrawn="1"/>
        </p:nvSpPr>
        <p:spPr>
          <a:xfrm rot="16200000">
            <a:off x="5403547"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 name="Title 1">
            <a:extLst>
              <a:ext uri="{FF2B5EF4-FFF2-40B4-BE49-F238E27FC236}">
                <a16:creationId xmlns:a16="http://schemas.microsoft.com/office/drawing/2014/main" id="{FE5276F6-E981-8407-5AD7-E85838815E5A}"/>
              </a:ext>
            </a:extLst>
          </p:cNvPr>
          <p:cNvSpPr>
            <a:spLocks noGrp="1"/>
          </p:cNvSpPr>
          <p:nvPr>
            <p:ph type="title"/>
          </p:nvPr>
        </p:nvSpPr>
        <p:spPr>
          <a:xfrm>
            <a:off x="445713" y="980728"/>
            <a:ext cx="7313049" cy="4104456"/>
          </a:xfrm>
        </p:spPr>
        <p:txBody>
          <a:bodyPr vert="horz" lIns="0" tIns="0" rIns="0" bIns="126000" rtlCol="0" anchor="b" anchorCtr="0">
            <a:noAutofit/>
          </a:bodyPr>
          <a:lstStyle>
            <a:lvl1pPr>
              <a:defRPr lang="en-PL" sz="7200" dirty="0">
                <a:solidFill>
                  <a:schemeClr val="bg2"/>
                </a:solidFill>
                <a:latin typeface="Ubuntu Light" panose="020B0304030602030204" pitchFamily="34" charset="0"/>
              </a:defRPr>
            </a:lvl1pPr>
          </a:lstStyle>
          <a:p>
            <a:pPr lvl="0"/>
            <a:r>
              <a:rPr lang="en-US"/>
              <a:t>Click to edit Master title style</a:t>
            </a:r>
            <a:endParaRPr lang="en-PL"/>
          </a:p>
        </p:txBody>
      </p:sp>
      <p:sp>
        <p:nvSpPr>
          <p:cNvPr id="4" name="Text Placeholder 3">
            <a:extLst>
              <a:ext uri="{FF2B5EF4-FFF2-40B4-BE49-F238E27FC236}">
                <a16:creationId xmlns:a16="http://schemas.microsoft.com/office/drawing/2014/main" id="{710D5C00-226E-1369-C48F-FBB9D0A2D267}"/>
              </a:ext>
            </a:extLst>
          </p:cNvPr>
          <p:cNvSpPr>
            <a:spLocks noGrp="1"/>
          </p:cNvSpPr>
          <p:nvPr>
            <p:ph type="body" sz="quarter" idx="10" hasCustomPrompt="1"/>
          </p:nvPr>
        </p:nvSpPr>
        <p:spPr>
          <a:xfrm>
            <a:off x="445713" y="5131138"/>
            <a:ext cx="6479535" cy="215444"/>
          </a:xfrm>
          <a:prstGeom prst="rect">
            <a:avLst/>
          </a:prstGeom>
        </p:spPr>
        <p:txBody>
          <a:bodyPr/>
          <a:lstStyle>
            <a:lvl1pPr>
              <a:defRPr lang="en-GB" sz="1700" b="1"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
        <p:nvSpPr>
          <p:cNvPr id="6" name="Text Placeholder 3">
            <a:extLst>
              <a:ext uri="{FF2B5EF4-FFF2-40B4-BE49-F238E27FC236}">
                <a16:creationId xmlns:a16="http://schemas.microsoft.com/office/drawing/2014/main" id="{141DE9FA-300D-BBCE-A5BC-ECE60B3F1F61}"/>
              </a:ext>
            </a:extLst>
          </p:cNvPr>
          <p:cNvSpPr>
            <a:spLocks noGrp="1"/>
          </p:cNvSpPr>
          <p:nvPr>
            <p:ph type="body" sz="quarter" idx="11" hasCustomPrompt="1"/>
          </p:nvPr>
        </p:nvSpPr>
        <p:spPr>
          <a:xfrm>
            <a:off x="445713" y="5715912"/>
            <a:ext cx="6479535" cy="215444"/>
          </a:xfrm>
          <a:prstGeom prst="rect">
            <a:avLst/>
          </a:prstGeom>
        </p:spPr>
        <p:txBody>
          <a:bodyPr/>
          <a:lstStyle>
            <a:lvl1pPr>
              <a:defRPr lang="en-GB" sz="1400"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Tree>
    <p:extLst>
      <p:ext uri="{BB962C8B-B14F-4D97-AF65-F5344CB8AC3E}">
        <p14:creationId xmlns:p14="http://schemas.microsoft.com/office/powerpoint/2010/main" val="3358907786"/>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174.xml><?xml version="1.0" encoding="utf-8"?>
<p:sldLayout xmlns:a="http://schemas.openxmlformats.org/drawingml/2006/main" xmlns:r="http://schemas.openxmlformats.org/officeDocument/2006/relationships" xmlns:p="http://schemas.openxmlformats.org/presentationml/2006/main" showMasterSp="0" preserve="1" userDrawn="1">
  <p:cSld name="Title Slide Logo Cut">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276F6-E981-8407-5AD7-E85838815E5A}"/>
              </a:ext>
            </a:extLst>
          </p:cNvPr>
          <p:cNvSpPr>
            <a:spLocks noGrp="1"/>
          </p:cNvSpPr>
          <p:nvPr>
            <p:ph type="title"/>
          </p:nvPr>
        </p:nvSpPr>
        <p:spPr>
          <a:xfrm>
            <a:off x="2765723" y="1489457"/>
            <a:ext cx="6480175" cy="1677988"/>
          </a:xfrm>
          <a:noFill/>
        </p:spPr>
        <p:txBody>
          <a:bodyPr anchor="b"/>
          <a:lstStyle>
            <a:lvl1pPr algn="ctr">
              <a:defRPr kumimoji="0" lang="en-PL" sz="5400" b="0" i="0" u="none" strike="noStrike" kern="1200" cap="none" spc="0" normalizeH="0" baseline="0" noProof="0" dirty="0">
                <a:ln>
                  <a:noFill/>
                </a:ln>
                <a:solidFill>
                  <a:schemeClr val="bg1"/>
                </a:solidFill>
                <a:effectLst/>
                <a:uLnTx/>
                <a:uFillTx/>
                <a:latin typeface="+mn-lt"/>
                <a:ea typeface="+mj-ea"/>
                <a:cs typeface="+mj-cs"/>
              </a:defRPr>
            </a:lvl1pPr>
          </a:lstStyle>
          <a:p>
            <a:r>
              <a:rPr lang="en-US"/>
              <a:t>Click to edit Master title style</a:t>
            </a:r>
            <a:endParaRPr lang="en-PL"/>
          </a:p>
        </p:txBody>
      </p:sp>
      <p:sp>
        <p:nvSpPr>
          <p:cNvPr id="4" name="Text Placeholder 3">
            <a:extLst>
              <a:ext uri="{FF2B5EF4-FFF2-40B4-BE49-F238E27FC236}">
                <a16:creationId xmlns:a16="http://schemas.microsoft.com/office/drawing/2014/main" id="{710D5C00-226E-1369-C48F-FBB9D0A2D267}"/>
              </a:ext>
            </a:extLst>
          </p:cNvPr>
          <p:cNvSpPr>
            <a:spLocks noGrp="1"/>
          </p:cNvSpPr>
          <p:nvPr>
            <p:ph type="body" sz="quarter" idx="10" hasCustomPrompt="1"/>
          </p:nvPr>
        </p:nvSpPr>
        <p:spPr>
          <a:xfrm>
            <a:off x="2764136" y="3167445"/>
            <a:ext cx="6478587" cy="348286"/>
          </a:xfrm>
          <a:prstGeom prst="rect">
            <a:avLst/>
          </a:prstGeom>
        </p:spPr>
        <p:txBody>
          <a:bodyPr/>
          <a:lstStyle>
            <a:lvl1pPr algn="ctr">
              <a:defRPr lang="en-GB" sz="2000" kern="1200" dirty="0" smtClean="0">
                <a:solidFill>
                  <a:schemeClr val="bg1"/>
                </a:solidFill>
                <a:latin typeface="Ubuntu Light" panose="020B0304030602030204" pitchFamily="34" charset="0"/>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
        <p:nvSpPr>
          <p:cNvPr id="6" name="Text Placeholder 3">
            <a:extLst>
              <a:ext uri="{FF2B5EF4-FFF2-40B4-BE49-F238E27FC236}">
                <a16:creationId xmlns:a16="http://schemas.microsoft.com/office/drawing/2014/main" id="{141DE9FA-300D-BBCE-A5BC-ECE60B3F1F61}"/>
              </a:ext>
            </a:extLst>
          </p:cNvPr>
          <p:cNvSpPr>
            <a:spLocks noGrp="1"/>
          </p:cNvSpPr>
          <p:nvPr>
            <p:ph type="body" sz="quarter" idx="11" hasCustomPrompt="1"/>
          </p:nvPr>
        </p:nvSpPr>
        <p:spPr>
          <a:xfrm>
            <a:off x="2763761" y="3709694"/>
            <a:ext cx="6479535" cy="253029"/>
          </a:xfrm>
          <a:prstGeom prst="rect">
            <a:avLst/>
          </a:prstGeom>
        </p:spPr>
        <p:txBody>
          <a:bodyPr/>
          <a:lstStyle>
            <a:lvl1pPr algn="ctr">
              <a:defRPr lang="en-GB" sz="1400" kern="1200" dirty="0" smtClean="0">
                <a:solidFill>
                  <a:schemeClr val="bg1"/>
                </a:solidFill>
                <a:latin typeface="Ubuntu Light" panose="020B0304030602030204" pitchFamily="34" charset="0"/>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grpSp>
        <p:nvGrpSpPr>
          <p:cNvPr id="3" name="Group 2">
            <a:extLst>
              <a:ext uri="{FF2B5EF4-FFF2-40B4-BE49-F238E27FC236}">
                <a16:creationId xmlns:a16="http://schemas.microsoft.com/office/drawing/2014/main" id="{29019898-C562-0E25-C4F3-334360D03193}"/>
              </a:ext>
            </a:extLst>
          </p:cNvPr>
          <p:cNvGrpSpPr>
            <a:grpSpLocks noChangeAspect="1"/>
          </p:cNvGrpSpPr>
          <p:nvPr userDrawn="1"/>
        </p:nvGrpSpPr>
        <p:grpSpPr>
          <a:xfrm>
            <a:off x="-175885" y="4642089"/>
            <a:ext cx="12564529" cy="2824804"/>
            <a:chOff x="5094083" y="5360390"/>
            <a:chExt cx="3039349" cy="683316"/>
          </a:xfrm>
          <a:solidFill>
            <a:schemeClr val="tx2"/>
          </a:solidFill>
        </p:grpSpPr>
        <p:sp>
          <p:nvSpPr>
            <p:cNvPr id="7" name="Freeform: Shape 4">
              <a:extLst>
                <a:ext uri="{FF2B5EF4-FFF2-40B4-BE49-F238E27FC236}">
                  <a16:creationId xmlns:a16="http://schemas.microsoft.com/office/drawing/2014/main" id="{F8CB933C-09AA-8C71-2E78-1561B27414F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8" name="Freeform: Shape 5">
              <a:extLst>
                <a:ext uri="{FF2B5EF4-FFF2-40B4-BE49-F238E27FC236}">
                  <a16:creationId xmlns:a16="http://schemas.microsoft.com/office/drawing/2014/main" id="{99E6D307-271F-C8DB-706F-FE50815F9A3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9" name="Freeform: Shape 6">
              <a:extLst>
                <a:ext uri="{FF2B5EF4-FFF2-40B4-BE49-F238E27FC236}">
                  <a16:creationId xmlns:a16="http://schemas.microsoft.com/office/drawing/2014/main" id="{C39B46B1-97A6-4B30-142D-E2A1330E057D}"/>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10" name="Freeform: Shape 7">
              <a:extLst>
                <a:ext uri="{FF2B5EF4-FFF2-40B4-BE49-F238E27FC236}">
                  <a16:creationId xmlns:a16="http://schemas.microsoft.com/office/drawing/2014/main" id="{9BFEC525-2C7E-E980-B007-932804D5D51E}"/>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11" name="Freeform: Shape 8">
              <a:extLst>
                <a:ext uri="{FF2B5EF4-FFF2-40B4-BE49-F238E27FC236}">
                  <a16:creationId xmlns:a16="http://schemas.microsoft.com/office/drawing/2014/main" id="{4A1347D2-8F0A-9DF0-EE43-F2AA0C1B4213}"/>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grpSp>
      <p:sp>
        <p:nvSpPr>
          <p:cNvPr id="12" name="Rectangle 11">
            <a:extLst>
              <a:ext uri="{FF2B5EF4-FFF2-40B4-BE49-F238E27FC236}">
                <a16:creationId xmlns:a16="http://schemas.microsoft.com/office/drawing/2014/main" id="{AEB98D74-27E3-F044-4F08-EF3F7C226178}"/>
              </a:ext>
            </a:extLst>
          </p:cNvPr>
          <p:cNvSpPr/>
          <p:nvPr userDrawn="1"/>
        </p:nvSpPr>
        <p:spPr>
          <a:xfrm>
            <a:off x="-902128" y="2536529"/>
            <a:ext cx="4660490"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16" name="Rectangle 15">
            <a:extLst>
              <a:ext uri="{FF2B5EF4-FFF2-40B4-BE49-F238E27FC236}">
                <a16:creationId xmlns:a16="http://schemas.microsoft.com/office/drawing/2014/main" id="{B977B1B2-8ECC-4719-803F-E7EBCFD4BEF8}"/>
              </a:ext>
            </a:extLst>
          </p:cNvPr>
          <p:cNvSpPr/>
          <p:nvPr userDrawn="1"/>
        </p:nvSpPr>
        <p:spPr>
          <a:xfrm>
            <a:off x="7696229" y="3673621"/>
            <a:ext cx="4660490"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Tree>
    <p:extLst>
      <p:ext uri="{BB962C8B-B14F-4D97-AF65-F5344CB8AC3E}">
        <p14:creationId xmlns:p14="http://schemas.microsoft.com/office/powerpoint/2010/main" val="3066372353"/>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175.xml><?xml version="1.0" encoding="utf-8"?>
<p:sldLayout xmlns:a="http://schemas.openxmlformats.org/drawingml/2006/main" xmlns:r="http://schemas.openxmlformats.org/officeDocument/2006/relationships" xmlns:p="http://schemas.openxmlformats.org/presentationml/2006/main" showMasterSp="0" preserve="1" userDrawn="1">
  <p:cSld name="Title Slide Message left">
    <p:bg>
      <p:bgPr>
        <a:solidFill>
          <a:schemeClr val="tx2"/>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710D5C00-226E-1369-C48F-FBB9D0A2D267}"/>
              </a:ext>
            </a:extLst>
          </p:cNvPr>
          <p:cNvSpPr>
            <a:spLocks noGrp="1"/>
          </p:cNvSpPr>
          <p:nvPr>
            <p:ph type="body" sz="quarter" idx="10" hasCustomPrompt="1"/>
          </p:nvPr>
        </p:nvSpPr>
        <p:spPr>
          <a:xfrm>
            <a:off x="7859991" y="4310970"/>
            <a:ext cx="3776998" cy="844776"/>
          </a:xfrm>
          <a:prstGeom prst="rect">
            <a:avLst/>
          </a:prstGeom>
        </p:spPr>
        <p:txBody>
          <a:bodyPr/>
          <a:lstStyle>
            <a:lvl1pPr algn="l">
              <a:defRPr lang="en-GB" sz="2000"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
        <p:nvSpPr>
          <p:cNvPr id="6" name="Text Placeholder 3">
            <a:extLst>
              <a:ext uri="{FF2B5EF4-FFF2-40B4-BE49-F238E27FC236}">
                <a16:creationId xmlns:a16="http://schemas.microsoft.com/office/drawing/2014/main" id="{141DE9FA-300D-BBCE-A5BC-ECE60B3F1F61}"/>
              </a:ext>
            </a:extLst>
          </p:cNvPr>
          <p:cNvSpPr>
            <a:spLocks noGrp="1"/>
          </p:cNvSpPr>
          <p:nvPr>
            <p:ph type="body" sz="quarter" idx="11" hasCustomPrompt="1"/>
          </p:nvPr>
        </p:nvSpPr>
        <p:spPr>
          <a:xfrm>
            <a:off x="7859991" y="5787865"/>
            <a:ext cx="3776998" cy="546064"/>
          </a:xfrm>
          <a:prstGeom prst="rect">
            <a:avLst/>
          </a:prstGeom>
        </p:spPr>
        <p:txBody>
          <a:bodyPr/>
          <a:lstStyle>
            <a:lvl1pPr algn="l">
              <a:defRPr lang="en-GB" sz="1400"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grpSp>
        <p:nvGrpSpPr>
          <p:cNvPr id="5" name="Group 2">
            <a:extLst>
              <a:ext uri="{FF2B5EF4-FFF2-40B4-BE49-F238E27FC236}">
                <a16:creationId xmlns:a16="http://schemas.microsoft.com/office/drawing/2014/main" id="{97C43731-60F1-A1BC-E630-11D1BE6DDE01}"/>
              </a:ext>
            </a:extLst>
          </p:cNvPr>
          <p:cNvGrpSpPr>
            <a:grpSpLocks noChangeAspect="1"/>
          </p:cNvGrpSpPr>
          <p:nvPr userDrawn="1"/>
        </p:nvGrpSpPr>
        <p:grpSpPr>
          <a:xfrm>
            <a:off x="368802" y="6162345"/>
            <a:ext cx="1872000" cy="420870"/>
            <a:chOff x="5094083" y="5360390"/>
            <a:chExt cx="3039349" cy="683316"/>
          </a:xfrm>
          <a:solidFill>
            <a:schemeClr val="bg2"/>
          </a:solidFill>
        </p:grpSpPr>
        <p:sp>
          <p:nvSpPr>
            <p:cNvPr id="13" name="Freeform: Shape 4">
              <a:extLst>
                <a:ext uri="{FF2B5EF4-FFF2-40B4-BE49-F238E27FC236}">
                  <a16:creationId xmlns:a16="http://schemas.microsoft.com/office/drawing/2014/main" id="{E46A43A4-DCDF-7C78-DDEA-21BACBE7C71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6F6F6"/>
                </a:solidFill>
                <a:effectLst/>
                <a:uLnTx/>
                <a:uFillTx/>
                <a:latin typeface="Ubuntu"/>
                <a:ea typeface="+mn-ea"/>
                <a:cs typeface="+mn-cs"/>
              </a:endParaRPr>
            </a:p>
          </p:txBody>
        </p:sp>
        <p:sp>
          <p:nvSpPr>
            <p:cNvPr id="14" name="Freeform: Shape 5">
              <a:extLst>
                <a:ext uri="{FF2B5EF4-FFF2-40B4-BE49-F238E27FC236}">
                  <a16:creationId xmlns:a16="http://schemas.microsoft.com/office/drawing/2014/main" id="{D4834A30-F65C-87DF-9AD8-668233946F32}"/>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6F6F6"/>
                </a:solidFill>
                <a:effectLst/>
                <a:uLnTx/>
                <a:uFillTx/>
                <a:latin typeface="Ubuntu"/>
                <a:ea typeface="+mn-ea"/>
                <a:cs typeface="+mn-cs"/>
              </a:endParaRPr>
            </a:p>
          </p:txBody>
        </p:sp>
        <p:sp>
          <p:nvSpPr>
            <p:cNvPr id="15" name="Freeform: Shape 6">
              <a:extLst>
                <a:ext uri="{FF2B5EF4-FFF2-40B4-BE49-F238E27FC236}">
                  <a16:creationId xmlns:a16="http://schemas.microsoft.com/office/drawing/2014/main" id="{97CAB39C-AC38-78BE-6460-1AC31467E31A}"/>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6F6F6"/>
                </a:solidFill>
                <a:effectLst/>
                <a:uLnTx/>
                <a:uFillTx/>
                <a:latin typeface="Ubuntu"/>
                <a:ea typeface="+mn-ea"/>
                <a:cs typeface="+mn-cs"/>
              </a:endParaRPr>
            </a:p>
          </p:txBody>
        </p:sp>
        <p:sp>
          <p:nvSpPr>
            <p:cNvPr id="17" name="Freeform: Shape 7">
              <a:extLst>
                <a:ext uri="{FF2B5EF4-FFF2-40B4-BE49-F238E27FC236}">
                  <a16:creationId xmlns:a16="http://schemas.microsoft.com/office/drawing/2014/main" id="{D6E94E64-5DBF-0D94-8FC8-EDC1F82C3D7C}"/>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6F6F6"/>
                </a:solidFill>
                <a:effectLst/>
                <a:uLnTx/>
                <a:uFillTx/>
                <a:latin typeface="Ubuntu"/>
                <a:ea typeface="+mn-ea"/>
                <a:cs typeface="+mn-cs"/>
              </a:endParaRPr>
            </a:p>
          </p:txBody>
        </p:sp>
        <p:sp>
          <p:nvSpPr>
            <p:cNvPr id="18" name="Freeform: Shape 8">
              <a:extLst>
                <a:ext uri="{FF2B5EF4-FFF2-40B4-BE49-F238E27FC236}">
                  <a16:creationId xmlns:a16="http://schemas.microsoft.com/office/drawing/2014/main" id="{C730C3C9-943E-DF05-5213-9E27CF02B89F}"/>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6F6F6"/>
                </a:solidFill>
                <a:effectLst/>
                <a:uLnTx/>
                <a:uFillTx/>
                <a:latin typeface="Ubuntu"/>
                <a:ea typeface="+mn-ea"/>
                <a:cs typeface="+mn-cs"/>
              </a:endParaRPr>
            </a:p>
          </p:txBody>
        </p:sp>
      </p:grpSp>
      <p:sp>
        <p:nvSpPr>
          <p:cNvPr id="19" name="Rectangle 18">
            <a:extLst>
              <a:ext uri="{FF2B5EF4-FFF2-40B4-BE49-F238E27FC236}">
                <a16:creationId xmlns:a16="http://schemas.microsoft.com/office/drawing/2014/main" id="{F4AB31BA-122A-A70B-066B-977B193EC8FA}"/>
              </a:ext>
            </a:extLst>
          </p:cNvPr>
          <p:cNvSpPr/>
          <p:nvPr userDrawn="1"/>
        </p:nvSpPr>
        <p:spPr>
          <a:xfrm>
            <a:off x="4124632" y="5155746"/>
            <a:ext cx="8067368"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20" name="Title 19">
            <a:extLst>
              <a:ext uri="{FF2B5EF4-FFF2-40B4-BE49-F238E27FC236}">
                <a16:creationId xmlns:a16="http://schemas.microsoft.com/office/drawing/2014/main" id="{B21B0F02-FE4C-511F-A62B-12E2BACE6D5B}"/>
              </a:ext>
            </a:extLst>
          </p:cNvPr>
          <p:cNvSpPr>
            <a:spLocks noGrp="1"/>
          </p:cNvSpPr>
          <p:nvPr>
            <p:ph type="title" hasCustomPrompt="1"/>
          </p:nvPr>
        </p:nvSpPr>
        <p:spPr>
          <a:xfrm>
            <a:off x="-176980" y="-171399"/>
            <a:ext cx="7713140" cy="6199078"/>
          </a:xfrm>
        </p:spPr>
        <p:txBody>
          <a:bodyPr/>
          <a:lstStyle>
            <a:lvl1pPr>
              <a:lnSpc>
                <a:spcPct val="75000"/>
              </a:lnSpc>
              <a:defRPr sz="17200">
                <a:solidFill>
                  <a:schemeClr val="accent2"/>
                </a:solidFill>
                <a:latin typeface="Ubuntu Light" panose="020B0304030602030204" pitchFamily="34" charset="0"/>
              </a:defRPr>
            </a:lvl1pPr>
          </a:lstStyle>
          <a:p>
            <a:r>
              <a:rPr lang="en-US"/>
              <a:t>Master title style</a:t>
            </a:r>
          </a:p>
        </p:txBody>
      </p:sp>
    </p:spTree>
    <p:extLst>
      <p:ext uri="{BB962C8B-B14F-4D97-AF65-F5344CB8AC3E}">
        <p14:creationId xmlns:p14="http://schemas.microsoft.com/office/powerpoint/2010/main" val="3101287036"/>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176.xml><?xml version="1.0" encoding="utf-8"?>
<p:sldLayout xmlns:a="http://schemas.openxmlformats.org/drawingml/2006/main" xmlns:r="http://schemas.openxmlformats.org/officeDocument/2006/relationships" xmlns:p="http://schemas.openxmlformats.org/presentationml/2006/main" showMasterSp="0" preserve="1" userDrawn="1">
  <p:cSld name="Title Slide 2">
    <p:spTree>
      <p:nvGrpSpPr>
        <p:cNvPr id="1" name=""/>
        <p:cNvGrpSpPr/>
        <p:nvPr/>
      </p:nvGrpSpPr>
      <p:grpSpPr>
        <a:xfrm>
          <a:off x="0" y="0"/>
          <a:ext cx="0" cy="0"/>
          <a:chOff x="0" y="0"/>
          <a:chExt cx="0" cy="0"/>
        </a:xfrm>
      </p:grpSpPr>
      <p:sp>
        <p:nvSpPr>
          <p:cNvPr id="31" name="Picture Placeholder 10">
            <a:extLst>
              <a:ext uri="{FF2B5EF4-FFF2-40B4-BE49-F238E27FC236}">
                <a16:creationId xmlns:a16="http://schemas.microsoft.com/office/drawing/2014/main" id="{CC88A17A-2665-CB64-B35D-1CDAB893EA72}"/>
              </a:ext>
            </a:extLst>
          </p:cNvPr>
          <p:cNvSpPr>
            <a:spLocks noGrp="1"/>
          </p:cNvSpPr>
          <p:nvPr>
            <p:ph type="pic" sz="quarter" idx="13" hasCustomPrompt="1"/>
          </p:nvPr>
        </p:nvSpPr>
        <p:spPr>
          <a:xfrm>
            <a:off x="-1" y="180000"/>
            <a:ext cx="12192001" cy="667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grpSp>
        <p:nvGrpSpPr>
          <p:cNvPr id="14" name="Group 2">
            <a:extLst>
              <a:ext uri="{FF2B5EF4-FFF2-40B4-BE49-F238E27FC236}">
                <a16:creationId xmlns:a16="http://schemas.microsoft.com/office/drawing/2014/main" id="{5570D5EE-65A7-6ED8-B779-4B18D3F9B40F}"/>
              </a:ext>
            </a:extLst>
          </p:cNvPr>
          <p:cNvGrpSpPr>
            <a:grpSpLocks noChangeAspect="1"/>
          </p:cNvGrpSpPr>
          <p:nvPr userDrawn="1"/>
        </p:nvGrpSpPr>
        <p:grpSpPr>
          <a:xfrm>
            <a:off x="9912013" y="6122117"/>
            <a:ext cx="1872000" cy="420870"/>
            <a:chOff x="5094083" y="5360390"/>
            <a:chExt cx="3039349" cy="683316"/>
          </a:xfrm>
          <a:solidFill>
            <a:schemeClr val="tx2"/>
          </a:solidFill>
        </p:grpSpPr>
        <p:sp>
          <p:nvSpPr>
            <p:cNvPr id="15" name="Freeform: Shape 4">
              <a:extLst>
                <a:ext uri="{FF2B5EF4-FFF2-40B4-BE49-F238E27FC236}">
                  <a16:creationId xmlns:a16="http://schemas.microsoft.com/office/drawing/2014/main" id="{D58972C2-A9F5-BC83-6D8B-F2551227EF02}"/>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16" name="Freeform: Shape 5">
              <a:extLst>
                <a:ext uri="{FF2B5EF4-FFF2-40B4-BE49-F238E27FC236}">
                  <a16:creationId xmlns:a16="http://schemas.microsoft.com/office/drawing/2014/main" id="{F1185E33-8F53-63CA-354E-8F831E6BCFB7}"/>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18" name="Freeform: Shape 6">
              <a:extLst>
                <a:ext uri="{FF2B5EF4-FFF2-40B4-BE49-F238E27FC236}">
                  <a16:creationId xmlns:a16="http://schemas.microsoft.com/office/drawing/2014/main" id="{CDD16A12-A8F2-58EF-09CC-13E3376F38BF}"/>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20" name="Freeform: Shape 7">
              <a:extLst>
                <a:ext uri="{FF2B5EF4-FFF2-40B4-BE49-F238E27FC236}">
                  <a16:creationId xmlns:a16="http://schemas.microsoft.com/office/drawing/2014/main" id="{8F3DB536-4854-A063-FC86-800CFAAD2478}"/>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21" name="Freeform: Shape 8">
              <a:extLst>
                <a:ext uri="{FF2B5EF4-FFF2-40B4-BE49-F238E27FC236}">
                  <a16:creationId xmlns:a16="http://schemas.microsoft.com/office/drawing/2014/main" id="{BF1BB4C2-2CFF-9555-916D-B08189B1ED72}"/>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32" name="Title 31">
            <a:extLst>
              <a:ext uri="{FF2B5EF4-FFF2-40B4-BE49-F238E27FC236}">
                <a16:creationId xmlns:a16="http://schemas.microsoft.com/office/drawing/2014/main" id="{E3492C82-376C-10C5-B46C-67C15004D611}"/>
              </a:ext>
            </a:extLst>
          </p:cNvPr>
          <p:cNvSpPr>
            <a:spLocks noGrp="1"/>
          </p:cNvSpPr>
          <p:nvPr>
            <p:ph type="title"/>
          </p:nvPr>
        </p:nvSpPr>
        <p:spPr>
          <a:xfrm>
            <a:off x="551384" y="1628775"/>
            <a:ext cx="6578080" cy="3589714"/>
          </a:xfrm>
        </p:spPr>
        <p:txBody>
          <a:bodyPr anchor="b"/>
          <a:lstStyle>
            <a:lvl1pPr>
              <a:defRPr sz="5400">
                <a:solidFill>
                  <a:schemeClr val="bg1"/>
                </a:solidFill>
              </a:defRPr>
            </a:lvl1pPr>
          </a:lstStyle>
          <a:p>
            <a:r>
              <a:rPr lang="en-US"/>
              <a:t>Click to edit Master title style</a:t>
            </a:r>
            <a:endParaRPr lang="en-PL"/>
          </a:p>
        </p:txBody>
      </p:sp>
      <p:sp>
        <p:nvSpPr>
          <p:cNvPr id="34" name="Text Placeholder 33">
            <a:extLst>
              <a:ext uri="{FF2B5EF4-FFF2-40B4-BE49-F238E27FC236}">
                <a16:creationId xmlns:a16="http://schemas.microsoft.com/office/drawing/2014/main" id="{D09EA9EC-658D-5DAE-6157-50A4AA284434}"/>
              </a:ext>
            </a:extLst>
          </p:cNvPr>
          <p:cNvSpPr>
            <a:spLocks noGrp="1"/>
          </p:cNvSpPr>
          <p:nvPr>
            <p:ph type="body" sz="quarter" idx="14"/>
          </p:nvPr>
        </p:nvSpPr>
        <p:spPr>
          <a:xfrm>
            <a:off x="549275" y="5251824"/>
            <a:ext cx="6578080" cy="659722"/>
          </a:xfrm>
          <a:prstGeom prst="rect">
            <a:avLst/>
          </a:prstGeom>
        </p:spPr>
        <p:txBody>
          <a:bodyPr/>
          <a:lstStyle>
            <a:lvl1pPr>
              <a:defRPr>
                <a:solidFill>
                  <a:schemeClr val="bg1"/>
                </a:solidFill>
              </a:defRPr>
            </a:lvl1pPr>
          </a:lstStyle>
          <a:p>
            <a:pPr lvl="0"/>
            <a:r>
              <a:rPr lang="en-US"/>
              <a:t>Click to edit Master text styles</a:t>
            </a:r>
          </a:p>
        </p:txBody>
      </p:sp>
      <p:sp>
        <p:nvSpPr>
          <p:cNvPr id="3" name="Rectangle 2">
            <a:extLst>
              <a:ext uri="{FF2B5EF4-FFF2-40B4-BE49-F238E27FC236}">
                <a16:creationId xmlns:a16="http://schemas.microsoft.com/office/drawing/2014/main" id="{9E9DF3E1-890B-0648-08D7-23F6A17377B7}"/>
              </a:ext>
            </a:extLst>
          </p:cNvPr>
          <p:cNvSpPr/>
          <p:nvPr userDrawn="1"/>
        </p:nvSpPr>
        <p:spPr>
          <a:xfrm>
            <a:off x="-2" y="0"/>
            <a:ext cx="12192000"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4" name="Text Placeholder 33">
            <a:extLst>
              <a:ext uri="{FF2B5EF4-FFF2-40B4-BE49-F238E27FC236}">
                <a16:creationId xmlns:a16="http://schemas.microsoft.com/office/drawing/2014/main" id="{277C0A79-DE12-2C81-D632-2FB7FA13208C}"/>
              </a:ext>
            </a:extLst>
          </p:cNvPr>
          <p:cNvSpPr>
            <a:spLocks noGrp="1"/>
          </p:cNvSpPr>
          <p:nvPr>
            <p:ph type="body" sz="quarter" idx="15"/>
          </p:nvPr>
        </p:nvSpPr>
        <p:spPr>
          <a:xfrm>
            <a:off x="549275" y="5910502"/>
            <a:ext cx="6578080" cy="659722"/>
          </a:xfrm>
          <a:prstGeom prst="rect">
            <a:avLst/>
          </a:prstGeom>
        </p:spPr>
        <p:txBody>
          <a:bodyPr/>
          <a:lstStyle>
            <a:lvl1pPr>
              <a:defRPr>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3098915783"/>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177.xml><?xml version="1.0" encoding="utf-8"?>
<p:sldLayout xmlns:a="http://schemas.openxmlformats.org/drawingml/2006/main" xmlns:r="http://schemas.openxmlformats.org/officeDocument/2006/relationships" xmlns:p="http://schemas.openxmlformats.org/presentationml/2006/main" showMasterSp="0" preserve="1" userDrawn="1">
  <p:cSld name="Title Slide 3">
    <p:spTree>
      <p:nvGrpSpPr>
        <p:cNvPr id="1" name=""/>
        <p:cNvGrpSpPr/>
        <p:nvPr/>
      </p:nvGrpSpPr>
      <p:grpSpPr>
        <a:xfrm>
          <a:off x="0" y="0"/>
          <a:ext cx="0" cy="0"/>
          <a:chOff x="0" y="0"/>
          <a:chExt cx="0" cy="0"/>
        </a:xfrm>
      </p:grpSpPr>
      <p:sp>
        <p:nvSpPr>
          <p:cNvPr id="32" name="Picture Placeholder 10">
            <a:extLst>
              <a:ext uri="{FF2B5EF4-FFF2-40B4-BE49-F238E27FC236}">
                <a16:creationId xmlns:a16="http://schemas.microsoft.com/office/drawing/2014/main" id="{3ACE82B0-62A7-4716-0770-25177C6C2523}"/>
              </a:ext>
            </a:extLst>
          </p:cNvPr>
          <p:cNvSpPr>
            <a:spLocks noGrp="1"/>
          </p:cNvSpPr>
          <p:nvPr>
            <p:ph type="pic" sz="quarter" idx="13" hasCustomPrompt="1"/>
          </p:nvPr>
        </p:nvSpPr>
        <p:spPr>
          <a:xfrm>
            <a:off x="180001" y="0"/>
            <a:ext cx="12011999"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grpSp>
        <p:nvGrpSpPr>
          <p:cNvPr id="33" name="Group 2">
            <a:extLst>
              <a:ext uri="{FF2B5EF4-FFF2-40B4-BE49-F238E27FC236}">
                <a16:creationId xmlns:a16="http://schemas.microsoft.com/office/drawing/2014/main" id="{8F46E283-C322-4D6F-0C87-E9B5787BEF80}"/>
              </a:ext>
            </a:extLst>
          </p:cNvPr>
          <p:cNvGrpSpPr>
            <a:grpSpLocks noChangeAspect="1"/>
          </p:cNvGrpSpPr>
          <p:nvPr userDrawn="1"/>
        </p:nvGrpSpPr>
        <p:grpSpPr>
          <a:xfrm>
            <a:off x="9912013" y="6122117"/>
            <a:ext cx="1872000" cy="420870"/>
            <a:chOff x="5094083" y="5360390"/>
            <a:chExt cx="3039349" cy="683316"/>
          </a:xfrm>
          <a:solidFill>
            <a:schemeClr val="tx2"/>
          </a:solidFill>
        </p:grpSpPr>
        <p:sp>
          <p:nvSpPr>
            <p:cNvPr id="34" name="Freeform: Shape 4">
              <a:extLst>
                <a:ext uri="{FF2B5EF4-FFF2-40B4-BE49-F238E27FC236}">
                  <a16:creationId xmlns:a16="http://schemas.microsoft.com/office/drawing/2014/main" id="{E7C6E56A-237E-269F-8948-94D8630922C0}"/>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35" name="Freeform: Shape 5">
              <a:extLst>
                <a:ext uri="{FF2B5EF4-FFF2-40B4-BE49-F238E27FC236}">
                  <a16:creationId xmlns:a16="http://schemas.microsoft.com/office/drawing/2014/main" id="{69EF9104-8430-F98A-7A15-FE04244E2D36}"/>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36" name="Freeform: Shape 6">
              <a:extLst>
                <a:ext uri="{FF2B5EF4-FFF2-40B4-BE49-F238E27FC236}">
                  <a16:creationId xmlns:a16="http://schemas.microsoft.com/office/drawing/2014/main" id="{0398A75A-EE7F-6840-B64B-CD550ECF76E3}"/>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37" name="Freeform: Shape 7">
              <a:extLst>
                <a:ext uri="{FF2B5EF4-FFF2-40B4-BE49-F238E27FC236}">
                  <a16:creationId xmlns:a16="http://schemas.microsoft.com/office/drawing/2014/main" id="{3586F6A8-69A4-9382-D0C9-7CA34851C34A}"/>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38" name="Freeform: Shape 8">
              <a:extLst>
                <a:ext uri="{FF2B5EF4-FFF2-40B4-BE49-F238E27FC236}">
                  <a16:creationId xmlns:a16="http://schemas.microsoft.com/office/drawing/2014/main" id="{3814A5D2-6C0A-D1F0-266D-7ECB31C3E8E6}"/>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39" name="Title 31">
            <a:extLst>
              <a:ext uri="{FF2B5EF4-FFF2-40B4-BE49-F238E27FC236}">
                <a16:creationId xmlns:a16="http://schemas.microsoft.com/office/drawing/2014/main" id="{F322BC76-B62D-13E1-DFD4-1C84E6221D02}"/>
              </a:ext>
            </a:extLst>
          </p:cNvPr>
          <p:cNvSpPr>
            <a:spLocks noGrp="1"/>
          </p:cNvSpPr>
          <p:nvPr>
            <p:ph type="title"/>
          </p:nvPr>
        </p:nvSpPr>
        <p:spPr>
          <a:xfrm>
            <a:off x="1214394" y="1628775"/>
            <a:ext cx="6578080" cy="3335273"/>
          </a:xfrm>
        </p:spPr>
        <p:txBody>
          <a:bodyPr anchor="b"/>
          <a:lstStyle>
            <a:lvl1pPr>
              <a:lnSpc>
                <a:spcPct val="90000"/>
              </a:lnSpc>
              <a:defRPr sz="7200">
                <a:solidFill>
                  <a:schemeClr val="bg1"/>
                </a:solidFill>
                <a:latin typeface="Ubuntu Light" panose="020B0304030602030204" pitchFamily="34" charset="0"/>
              </a:defRPr>
            </a:lvl1pPr>
          </a:lstStyle>
          <a:p>
            <a:r>
              <a:rPr lang="en-US"/>
              <a:t>Click to edit Master title style</a:t>
            </a:r>
            <a:endParaRPr lang="en-PL"/>
          </a:p>
        </p:txBody>
      </p:sp>
      <p:sp>
        <p:nvSpPr>
          <p:cNvPr id="40" name="Text Placeholder 33">
            <a:extLst>
              <a:ext uri="{FF2B5EF4-FFF2-40B4-BE49-F238E27FC236}">
                <a16:creationId xmlns:a16="http://schemas.microsoft.com/office/drawing/2014/main" id="{CA8F7439-A11A-B37F-8E7F-1541F8C360C4}"/>
              </a:ext>
            </a:extLst>
          </p:cNvPr>
          <p:cNvSpPr>
            <a:spLocks noGrp="1"/>
          </p:cNvSpPr>
          <p:nvPr>
            <p:ph type="body" sz="quarter" idx="14"/>
          </p:nvPr>
        </p:nvSpPr>
        <p:spPr>
          <a:xfrm>
            <a:off x="1212285" y="5251824"/>
            <a:ext cx="6578080" cy="659722"/>
          </a:xfrm>
          <a:prstGeom prst="rect">
            <a:avLst/>
          </a:prstGeom>
        </p:spPr>
        <p:txBody>
          <a:bodyPr/>
          <a:lstStyle>
            <a:lvl1pPr>
              <a:defRPr sz="2000" b="0">
                <a:solidFill>
                  <a:schemeClr val="bg1"/>
                </a:solidFill>
              </a:defRPr>
            </a:lvl1pPr>
          </a:lstStyle>
          <a:p>
            <a:pPr lvl="0"/>
            <a:r>
              <a:rPr lang="en-US"/>
              <a:t>Click to edit Master text styles</a:t>
            </a:r>
          </a:p>
        </p:txBody>
      </p:sp>
      <p:sp>
        <p:nvSpPr>
          <p:cNvPr id="3" name="Rectangle 2">
            <a:extLst>
              <a:ext uri="{FF2B5EF4-FFF2-40B4-BE49-F238E27FC236}">
                <a16:creationId xmlns:a16="http://schemas.microsoft.com/office/drawing/2014/main" id="{731224E1-CA4F-0875-C5F0-35D33EADD2EB}"/>
              </a:ext>
            </a:extLst>
          </p:cNvPr>
          <p:cNvSpPr/>
          <p:nvPr userDrawn="1"/>
        </p:nvSpPr>
        <p:spPr>
          <a:xfrm rot="16200000">
            <a:off x="-3338999"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4" name="Text Placeholder 33">
            <a:extLst>
              <a:ext uri="{FF2B5EF4-FFF2-40B4-BE49-F238E27FC236}">
                <a16:creationId xmlns:a16="http://schemas.microsoft.com/office/drawing/2014/main" id="{F38081E3-C84E-8E42-A77A-A602E5F45BEC}"/>
              </a:ext>
            </a:extLst>
          </p:cNvPr>
          <p:cNvSpPr>
            <a:spLocks noGrp="1"/>
          </p:cNvSpPr>
          <p:nvPr>
            <p:ph type="body" sz="quarter" idx="15"/>
          </p:nvPr>
        </p:nvSpPr>
        <p:spPr>
          <a:xfrm>
            <a:off x="1212285" y="5910502"/>
            <a:ext cx="6578080" cy="659722"/>
          </a:xfrm>
          <a:prstGeom prst="rect">
            <a:avLst/>
          </a:prstGeom>
        </p:spPr>
        <p:txBody>
          <a:bodyPr/>
          <a:lstStyle>
            <a:lvl1pPr>
              <a:defRPr>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824865377"/>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178.xml><?xml version="1.0" encoding="utf-8"?>
<p:sldLayout xmlns:a="http://schemas.openxmlformats.org/drawingml/2006/main" xmlns:r="http://schemas.openxmlformats.org/officeDocument/2006/relationships" xmlns:p="http://schemas.openxmlformats.org/presentationml/2006/main" showMasterSp="0" preserve="1" userDrawn="1">
  <p:cSld name="Title Slide 4">
    <p:spTree>
      <p:nvGrpSpPr>
        <p:cNvPr id="1" name=""/>
        <p:cNvGrpSpPr/>
        <p:nvPr/>
      </p:nvGrpSpPr>
      <p:grpSpPr>
        <a:xfrm>
          <a:off x="0" y="0"/>
          <a:ext cx="0" cy="0"/>
          <a:chOff x="0" y="0"/>
          <a:chExt cx="0" cy="0"/>
        </a:xfrm>
      </p:grpSpPr>
      <p:sp>
        <p:nvSpPr>
          <p:cNvPr id="43" name="Picture Placeholder 10">
            <a:extLst>
              <a:ext uri="{FF2B5EF4-FFF2-40B4-BE49-F238E27FC236}">
                <a16:creationId xmlns:a16="http://schemas.microsoft.com/office/drawing/2014/main" id="{3C1B8D60-78D7-1E25-C623-7509C881E3E9}"/>
              </a:ext>
            </a:extLst>
          </p:cNvPr>
          <p:cNvSpPr>
            <a:spLocks noGrp="1"/>
          </p:cNvSpPr>
          <p:nvPr>
            <p:ph type="pic" sz="quarter" idx="14"/>
          </p:nvPr>
        </p:nvSpPr>
        <p:spPr>
          <a:xfrm>
            <a:off x="9460018" y="1"/>
            <a:ext cx="2731981" cy="3429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pPr marR="0" lvl="0" fontAlgn="auto">
              <a:spcAft>
                <a:spcPts val="0"/>
              </a:spcAft>
              <a:buClrTx/>
              <a:buSzTx/>
              <a:tabLst/>
            </a:pPr>
            <a:r>
              <a:rPr lang="en-US"/>
              <a:t>Click icon to add picture</a:t>
            </a:r>
          </a:p>
        </p:txBody>
      </p:sp>
      <p:sp>
        <p:nvSpPr>
          <p:cNvPr id="42" name="Picture Placeholder 10">
            <a:extLst>
              <a:ext uri="{FF2B5EF4-FFF2-40B4-BE49-F238E27FC236}">
                <a16:creationId xmlns:a16="http://schemas.microsoft.com/office/drawing/2014/main" id="{E8C91BDE-0FA3-B18C-5405-5DB502E0FBA3}"/>
              </a:ext>
            </a:extLst>
          </p:cNvPr>
          <p:cNvSpPr>
            <a:spLocks noGrp="1"/>
          </p:cNvSpPr>
          <p:nvPr>
            <p:ph type="pic" sz="quarter" idx="13" hasCustomPrompt="1"/>
          </p:nvPr>
        </p:nvSpPr>
        <p:spPr>
          <a:xfrm>
            <a:off x="0" y="0"/>
            <a:ext cx="9280018"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grpSp>
        <p:nvGrpSpPr>
          <p:cNvPr id="35" name="Group 2">
            <a:extLst>
              <a:ext uri="{FF2B5EF4-FFF2-40B4-BE49-F238E27FC236}">
                <a16:creationId xmlns:a16="http://schemas.microsoft.com/office/drawing/2014/main" id="{586CA03F-ED76-1D2D-90A8-504016961D55}"/>
              </a:ext>
            </a:extLst>
          </p:cNvPr>
          <p:cNvGrpSpPr>
            <a:grpSpLocks noChangeAspect="1"/>
          </p:cNvGrpSpPr>
          <p:nvPr userDrawn="1"/>
        </p:nvGrpSpPr>
        <p:grpSpPr>
          <a:xfrm>
            <a:off x="9912013" y="6122117"/>
            <a:ext cx="1872000" cy="420870"/>
            <a:chOff x="5094083" y="5360390"/>
            <a:chExt cx="3039349" cy="683316"/>
          </a:xfrm>
          <a:solidFill>
            <a:schemeClr val="tx2"/>
          </a:solidFill>
        </p:grpSpPr>
        <p:sp>
          <p:nvSpPr>
            <p:cNvPr id="36" name="Freeform: Shape 4">
              <a:extLst>
                <a:ext uri="{FF2B5EF4-FFF2-40B4-BE49-F238E27FC236}">
                  <a16:creationId xmlns:a16="http://schemas.microsoft.com/office/drawing/2014/main" id="{04CD9986-2686-D8E3-9192-8BEB77750D7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37" name="Freeform: Shape 5">
              <a:extLst>
                <a:ext uri="{FF2B5EF4-FFF2-40B4-BE49-F238E27FC236}">
                  <a16:creationId xmlns:a16="http://schemas.microsoft.com/office/drawing/2014/main" id="{7CD40094-AC2F-9457-AD3F-9AAA89E00C4A}"/>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38" name="Freeform: Shape 6">
              <a:extLst>
                <a:ext uri="{FF2B5EF4-FFF2-40B4-BE49-F238E27FC236}">
                  <a16:creationId xmlns:a16="http://schemas.microsoft.com/office/drawing/2014/main" id="{682D97D4-A5DA-2B1D-3407-13658458A52A}"/>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39" name="Freeform: Shape 7">
              <a:extLst>
                <a:ext uri="{FF2B5EF4-FFF2-40B4-BE49-F238E27FC236}">
                  <a16:creationId xmlns:a16="http://schemas.microsoft.com/office/drawing/2014/main" id="{FEBEF87B-7156-68DF-4D8A-E84D8A4F0EA2}"/>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40" name="Freeform: Shape 8">
              <a:extLst>
                <a:ext uri="{FF2B5EF4-FFF2-40B4-BE49-F238E27FC236}">
                  <a16:creationId xmlns:a16="http://schemas.microsoft.com/office/drawing/2014/main" id="{3A0B75AC-0F93-D7BF-2568-50E1CFEDF0CA}"/>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44" name="Title 31">
            <a:extLst>
              <a:ext uri="{FF2B5EF4-FFF2-40B4-BE49-F238E27FC236}">
                <a16:creationId xmlns:a16="http://schemas.microsoft.com/office/drawing/2014/main" id="{3551E8D5-6D03-58C4-2A78-E73615CBFD4C}"/>
              </a:ext>
            </a:extLst>
          </p:cNvPr>
          <p:cNvSpPr>
            <a:spLocks noGrp="1"/>
          </p:cNvSpPr>
          <p:nvPr>
            <p:ph type="title"/>
          </p:nvPr>
        </p:nvSpPr>
        <p:spPr>
          <a:xfrm>
            <a:off x="551384" y="1628775"/>
            <a:ext cx="6578080" cy="3589714"/>
          </a:xfrm>
        </p:spPr>
        <p:txBody>
          <a:bodyPr anchor="b"/>
          <a:lstStyle>
            <a:lvl1pPr>
              <a:defRPr sz="5400">
                <a:solidFill>
                  <a:schemeClr val="bg1"/>
                </a:solidFill>
              </a:defRPr>
            </a:lvl1pPr>
          </a:lstStyle>
          <a:p>
            <a:r>
              <a:rPr lang="en-US"/>
              <a:t>Click to edit Master title style</a:t>
            </a:r>
            <a:endParaRPr lang="en-PL"/>
          </a:p>
        </p:txBody>
      </p:sp>
      <p:sp>
        <p:nvSpPr>
          <p:cNvPr id="45" name="Text Placeholder 33">
            <a:extLst>
              <a:ext uri="{FF2B5EF4-FFF2-40B4-BE49-F238E27FC236}">
                <a16:creationId xmlns:a16="http://schemas.microsoft.com/office/drawing/2014/main" id="{AE8BF6B9-54E0-50CF-ED1F-1556FC6C0905}"/>
              </a:ext>
            </a:extLst>
          </p:cNvPr>
          <p:cNvSpPr>
            <a:spLocks noGrp="1"/>
          </p:cNvSpPr>
          <p:nvPr>
            <p:ph type="body" sz="quarter" idx="15"/>
          </p:nvPr>
        </p:nvSpPr>
        <p:spPr>
          <a:xfrm>
            <a:off x="9912013" y="3893182"/>
            <a:ext cx="1872000" cy="1123397"/>
          </a:xfrm>
          <a:prstGeom prst="rect">
            <a:avLst/>
          </a:prstGeom>
        </p:spPr>
        <p:txBody>
          <a:bodyPr anchor="b">
            <a:noAutofit/>
          </a:bodyPr>
          <a:lstStyle>
            <a:lvl1pPr>
              <a:defRPr sz="2000"/>
            </a:lvl1pPr>
          </a:lstStyle>
          <a:p>
            <a:pPr lvl="0"/>
            <a:r>
              <a:rPr lang="en-US"/>
              <a:t>Click to edit Master text styles</a:t>
            </a:r>
          </a:p>
        </p:txBody>
      </p:sp>
      <p:sp>
        <p:nvSpPr>
          <p:cNvPr id="4" name="Rectangle 3">
            <a:extLst>
              <a:ext uri="{FF2B5EF4-FFF2-40B4-BE49-F238E27FC236}">
                <a16:creationId xmlns:a16="http://schemas.microsoft.com/office/drawing/2014/main" id="{78D281D9-C9E0-F6DF-2438-F4992F7D29D2}"/>
              </a:ext>
            </a:extLst>
          </p:cNvPr>
          <p:cNvSpPr/>
          <p:nvPr userDrawn="1"/>
        </p:nvSpPr>
        <p:spPr>
          <a:xfrm rot="16200000">
            <a:off x="5941020"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3" name="Text Placeholder 33">
            <a:extLst>
              <a:ext uri="{FF2B5EF4-FFF2-40B4-BE49-F238E27FC236}">
                <a16:creationId xmlns:a16="http://schemas.microsoft.com/office/drawing/2014/main" id="{F95A3A44-A840-3420-E0A4-A35DB913338B}"/>
              </a:ext>
            </a:extLst>
          </p:cNvPr>
          <p:cNvSpPr>
            <a:spLocks noGrp="1"/>
          </p:cNvSpPr>
          <p:nvPr>
            <p:ph type="body" sz="quarter" idx="16"/>
          </p:nvPr>
        </p:nvSpPr>
        <p:spPr>
          <a:xfrm>
            <a:off x="9912013" y="5264061"/>
            <a:ext cx="1872000" cy="522985"/>
          </a:xfrm>
          <a:prstGeom prst="rect">
            <a:avLst/>
          </a:prstGeom>
        </p:spPr>
        <p:txBody>
          <a:bodyPr/>
          <a:lstStyle/>
          <a:p>
            <a:pPr lvl="0"/>
            <a:r>
              <a:rPr lang="en-US"/>
              <a:t>Click to edit Master text styles</a:t>
            </a:r>
          </a:p>
        </p:txBody>
      </p:sp>
    </p:spTree>
    <p:extLst>
      <p:ext uri="{BB962C8B-B14F-4D97-AF65-F5344CB8AC3E}">
        <p14:creationId xmlns:p14="http://schemas.microsoft.com/office/powerpoint/2010/main" val="3369622071"/>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179.xml><?xml version="1.0" encoding="utf-8"?>
<p:sldLayout xmlns:a="http://schemas.openxmlformats.org/drawingml/2006/main" xmlns:r="http://schemas.openxmlformats.org/officeDocument/2006/relationships" xmlns:p="http://schemas.openxmlformats.org/presentationml/2006/main" showMasterSp="0" preserve="1" userDrawn="1">
  <p:cSld name="Title Slide 6">
    <p:spTree>
      <p:nvGrpSpPr>
        <p:cNvPr id="1" name=""/>
        <p:cNvGrpSpPr/>
        <p:nvPr/>
      </p:nvGrpSpPr>
      <p:grpSpPr>
        <a:xfrm>
          <a:off x="0" y="0"/>
          <a:ext cx="0" cy="0"/>
          <a:chOff x="0" y="0"/>
          <a:chExt cx="0" cy="0"/>
        </a:xfrm>
      </p:grpSpPr>
      <p:sp>
        <p:nvSpPr>
          <p:cNvPr id="42" name="Picture Placeholder 10">
            <a:extLst>
              <a:ext uri="{FF2B5EF4-FFF2-40B4-BE49-F238E27FC236}">
                <a16:creationId xmlns:a16="http://schemas.microsoft.com/office/drawing/2014/main" id="{E8C91BDE-0FA3-B18C-5405-5DB502E0FBA3}"/>
              </a:ext>
            </a:extLst>
          </p:cNvPr>
          <p:cNvSpPr>
            <a:spLocks noGrp="1"/>
          </p:cNvSpPr>
          <p:nvPr>
            <p:ph type="pic" sz="quarter" idx="13" hasCustomPrompt="1"/>
          </p:nvPr>
        </p:nvSpPr>
        <p:spPr>
          <a:xfrm>
            <a:off x="0" y="0"/>
            <a:ext cx="9280018"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43" name="Picture Placeholder 10">
            <a:extLst>
              <a:ext uri="{FF2B5EF4-FFF2-40B4-BE49-F238E27FC236}">
                <a16:creationId xmlns:a16="http://schemas.microsoft.com/office/drawing/2014/main" id="{3C1B8D60-78D7-1E25-C623-7509C881E3E9}"/>
              </a:ext>
            </a:extLst>
          </p:cNvPr>
          <p:cNvSpPr>
            <a:spLocks noGrp="1"/>
          </p:cNvSpPr>
          <p:nvPr>
            <p:ph type="pic" sz="quarter" idx="14"/>
          </p:nvPr>
        </p:nvSpPr>
        <p:spPr>
          <a:xfrm>
            <a:off x="9460018" y="0"/>
            <a:ext cx="2731981" cy="4949047"/>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pPr marR="0" lvl="0" fontAlgn="auto">
              <a:spcAft>
                <a:spcPts val="0"/>
              </a:spcAft>
              <a:buClrTx/>
              <a:buSzTx/>
              <a:tabLst/>
            </a:pPr>
            <a:r>
              <a:rPr lang="en-US"/>
              <a:t>Click icon to add picture</a:t>
            </a:r>
          </a:p>
        </p:txBody>
      </p:sp>
      <p:grpSp>
        <p:nvGrpSpPr>
          <p:cNvPr id="35" name="Group 2">
            <a:extLst>
              <a:ext uri="{FF2B5EF4-FFF2-40B4-BE49-F238E27FC236}">
                <a16:creationId xmlns:a16="http://schemas.microsoft.com/office/drawing/2014/main" id="{586CA03F-ED76-1D2D-90A8-504016961D55}"/>
              </a:ext>
            </a:extLst>
          </p:cNvPr>
          <p:cNvGrpSpPr>
            <a:grpSpLocks noChangeAspect="1"/>
          </p:cNvGrpSpPr>
          <p:nvPr userDrawn="1"/>
        </p:nvGrpSpPr>
        <p:grpSpPr>
          <a:xfrm>
            <a:off x="9912013" y="6122117"/>
            <a:ext cx="1872000" cy="420870"/>
            <a:chOff x="5094083" y="5360390"/>
            <a:chExt cx="3039349" cy="683316"/>
          </a:xfrm>
          <a:solidFill>
            <a:schemeClr val="tx2"/>
          </a:solidFill>
        </p:grpSpPr>
        <p:sp>
          <p:nvSpPr>
            <p:cNvPr id="36" name="Freeform: Shape 4">
              <a:extLst>
                <a:ext uri="{FF2B5EF4-FFF2-40B4-BE49-F238E27FC236}">
                  <a16:creationId xmlns:a16="http://schemas.microsoft.com/office/drawing/2014/main" id="{04CD9986-2686-D8E3-9192-8BEB77750D7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37" name="Freeform: Shape 5">
              <a:extLst>
                <a:ext uri="{FF2B5EF4-FFF2-40B4-BE49-F238E27FC236}">
                  <a16:creationId xmlns:a16="http://schemas.microsoft.com/office/drawing/2014/main" id="{7CD40094-AC2F-9457-AD3F-9AAA89E00C4A}"/>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38" name="Freeform: Shape 6">
              <a:extLst>
                <a:ext uri="{FF2B5EF4-FFF2-40B4-BE49-F238E27FC236}">
                  <a16:creationId xmlns:a16="http://schemas.microsoft.com/office/drawing/2014/main" id="{682D97D4-A5DA-2B1D-3407-13658458A52A}"/>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39" name="Freeform: Shape 7">
              <a:extLst>
                <a:ext uri="{FF2B5EF4-FFF2-40B4-BE49-F238E27FC236}">
                  <a16:creationId xmlns:a16="http://schemas.microsoft.com/office/drawing/2014/main" id="{FEBEF87B-7156-68DF-4D8A-E84D8A4F0EA2}"/>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40" name="Freeform: Shape 8">
              <a:extLst>
                <a:ext uri="{FF2B5EF4-FFF2-40B4-BE49-F238E27FC236}">
                  <a16:creationId xmlns:a16="http://schemas.microsoft.com/office/drawing/2014/main" id="{3A0B75AC-0F93-D7BF-2568-50E1CFEDF0CA}"/>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44" name="Title 31">
            <a:extLst>
              <a:ext uri="{FF2B5EF4-FFF2-40B4-BE49-F238E27FC236}">
                <a16:creationId xmlns:a16="http://schemas.microsoft.com/office/drawing/2014/main" id="{3551E8D5-6D03-58C4-2A78-E73615CBFD4C}"/>
              </a:ext>
            </a:extLst>
          </p:cNvPr>
          <p:cNvSpPr>
            <a:spLocks noGrp="1"/>
          </p:cNvSpPr>
          <p:nvPr>
            <p:ph type="title"/>
          </p:nvPr>
        </p:nvSpPr>
        <p:spPr>
          <a:xfrm>
            <a:off x="5087887" y="549275"/>
            <a:ext cx="4036154" cy="3815829"/>
          </a:xfrm>
        </p:spPr>
        <p:txBody>
          <a:bodyPr anchor="b"/>
          <a:lstStyle>
            <a:lvl1pPr>
              <a:defRPr sz="6600">
                <a:solidFill>
                  <a:schemeClr val="bg1"/>
                </a:solidFill>
                <a:latin typeface="Ubuntu Light" panose="020B0304030602030204" pitchFamily="34" charset="0"/>
              </a:defRPr>
            </a:lvl1pPr>
          </a:lstStyle>
          <a:p>
            <a:r>
              <a:rPr lang="en-US"/>
              <a:t>Click to edit Master title style</a:t>
            </a:r>
            <a:endParaRPr lang="en-PL"/>
          </a:p>
        </p:txBody>
      </p:sp>
      <p:sp>
        <p:nvSpPr>
          <p:cNvPr id="45" name="Text Placeholder 33">
            <a:extLst>
              <a:ext uri="{FF2B5EF4-FFF2-40B4-BE49-F238E27FC236}">
                <a16:creationId xmlns:a16="http://schemas.microsoft.com/office/drawing/2014/main" id="{AE8BF6B9-54E0-50CF-ED1F-1556FC6C0905}"/>
              </a:ext>
            </a:extLst>
          </p:cNvPr>
          <p:cNvSpPr>
            <a:spLocks noGrp="1"/>
          </p:cNvSpPr>
          <p:nvPr>
            <p:ph type="body" sz="quarter" idx="15"/>
          </p:nvPr>
        </p:nvSpPr>
        <p:spPr>
          <a:xfrm>
            <a:off x="5159897" y="4725144"/>
            <a:ext cx="3964144" cy="316404"/>
          </a:xfrm>
          <a:prstGeom prst="rect">
            <a:avLst/>
          </a:prstGeom>
        </p:spPr>
        <p:txBody>
          <a:bodyPr anchor="b">
            <a:noAutofit/>
          </a:bodyPr>
          <a:lstStyle>
            <a:lvl1pPr>
              <a:defRPr sz="2000">
                <a:solidFill>
                  <a:schemeClr val="bg1"/>
                </a:solidFill>
              </a:defRPr>
            </a:lvl1pPr>
          </a:lstStyle>
          <a:p>
            <a:pPr lvl="0"/>
            <a:r>
              <a:rPr lang="en-US"/>
              <a:t>Click to edit Master text styles</a:t>
            </a:r>
          </a:p>
        </p:txBody>
      </p:sp>
      <p:sp>
        <p:nvSpPr>
          <p:cNvPr id="4" name="Rectangle 3">
            <a:extLst>
              <a:ext uri="{FF2B5EF4-FFF2-40B4-BE49-F238E27FC236}">
                <a16:creationId xmlns:a16="http://schemas.microsoft.com/office/drawing/2014/main" id="{78D281D9-C9E0-F6DF-2438-F4992F7D29D2}"/>
              </a:ext>
            </a:extLst>
          </p:cNvPr>
          <p:cNvSpPr/>
          <p:nvPr userDrawn="1"/>
        </p:nvSpPr>
        <p:spPr>
          <a:xfrm rot="16200000">
            <a:off x="5941020"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3" name="Text Placeholder 33">
            <a:extLst>
              <a:ext uri="{FF2B5EF4-FFF2-40B4-BE49-F238E27FC236}">
                <a16:creationId xmlns:a16="http://schemas.microsoft.com/office/drawing/2014/main" id="{F95A3A44-A840-3420-E0A4-A35DB913338B}"/>
              </a:ext>
            </a:extLst>
          </p:cNvPr>
          <p:cNvSpPr>
            <a:spLocks noGrp="1"/>
          </p:cNvSpPr>
          <p:nvPr>
            <p:ph type="body" sz="quarter" idx="16"/>
          </p:nvPr>
        </p:nvSpPr>
        <p:spPr>
          <a:xfrm>
            <a:off x="9912013" y="5264061"/>
            <a:ext cx="1872000" cy="522985"/>
          </a:xfrm>
          <a:prstGeom prst="rect">
            <a:avLst/>
          </a:prstGeom>
        </p:spPr>
        <p:txBody>
          <a:bodyPr/>
          <a:lstStyle/>
          <a:p>
            <a:pPr lvl="0"/>
            <a:r>
              <a:rPr lang="en-US"/>
              <a:t>Click to edit Master text styles</a:t>
            </a:r>
          </a:p>
        </p:txBody>
      </p:sp>
    </p:spTree>
    <p:extLst>
      <p:ext uri="{BB962C8B-B14F-4D97-AF65-F5344CB8AC3E}">
        <p14:creationId xmlns:p14="http://schemas.microsoft.com/office/powerpoint/2010/main" val="1423355012"/>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180.xml><?xml version="1.0" encoding="utf-8"?>
<p:sldLayout xmlns:a="http://schemas.openxmlformats.org/drawingml/2006/main" xmlns:r="http://schemas.openxmlformats.org/officeDocument/2006/relationships" xmlns:p="http://schemas.openxmlformats.org/presentationml/2006/main" showMasterSp="0" preserve="1" userDrawn="1">
  <p:cSld name="Title Slide 5">
    <p:spTree>
      <p:nvGrpSpPr>
        <p:cNvPr id="1" name=""/>
        <p:cNvGrpSpPr/>
        <p:nvPr/>
      </p:nvGrpSpPr>
      <p:grpSpPr>
        <a:xfrm>
          <a:off x="0" y="0"/>
          <a:ext cx="0" cy="0"/>
          <a:chOff x="0" y="0"/>
          <a:chExt cx="0" cy="0"/>
        </a:xfrm>
      </p:grpSpPr>
      <p:sp>
        <p:nvSpPr>
          <p:cNvPr id="43" name="Picture Placeholder 10">
            <a:extLst>
              <a:ext uri="{FF2B5EF4-FFF2-40B4-BE49-F238E27FC236}">
                <a16:creationId xmlns:a16="http://schemas.microsoft.com/office/drawing/2014/main" id="{3C1B8D60-78D7-1E25-C623-7509C881E3E9}"/>
              </a:ext>
            </a:extLst>
          </p:cNvPr>
          <p:cNvSpPr>
            <a:spLocks noGrp="1"/>
          </p:cNvSpPr>
          <p:nvPr>
            <p:ph type="pic" sz="quarter" idx="14"/>
          </p:nvPr>
        </p:nvSpPr>
        <p:spPr>
          <a:xfrm>
            <a:off x="-1" y="1"/>
            <a:ext cx="2736773" cy="3429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pPr marR="0" lvl="0" fontAlgn="auto">
              <a:spcAft>
                <a:spcPts val="0"/>
              </a:spcAft>
              <a:buClrTx/>
              <a:buSzTx/>
              <a:tabLst/>
            </a:pPr>
            <a:r>
              <a:rPr lang="en-US"/>
              <a:t>Click icon to add picture</a:t>
            </a:r>
          </a:p>
        </p:txBody>
      </p:sp>
      <p:sp>
        <p:nvSpPr>
          <p:cNvPr id="42" name="Picture Placeholder 10">
            <a:extLst>
              <a:ext uri="{FF2B5EF4-FFF2-40B4-BE49-F238E27FC236}">
                <a16:creationId xmlns:a16="http://schemas.microsoft.com/office/drawing/2014/main" id="{E8C91BDE-0FA3-B18C-5405-5DB502E0FBA3}"/>
              </a:ext>
            </a:extLst>
          </p:cNvPr>
          <p:cNvSpPr>
            <a:spLocks noGrp="1"/>
          </p:cNvSpPr>
          <p:nvPr>
            <p:ph type="pic" sz="quarter" idx="13" hasCustomPrompt="1"/>
          </p:nvPr>
        </p:nvSpPr>
        <p:spPr>
          <a:xfrm>
            <a:off x="2916774" y="0"/>
            <a:ext cx="9275226"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grpSp>
        <p:nvGrpSpPr>
          <p:cNvPr id="35" name="Group 2">
            <a:extLst>
              <a:ext uri="{FF2B5EF4-FFF2-40B4-BE49-F238E27FC236}">
                <a16:creationId xmlns:a16="http://schemas.microsoft.com/office/drawing/2014/main" id="{586CA03F-ED76-1D2D-90A8-504016961D55}"/>
              </a:ext>
            </a:extLst>
          </p:cNvPr>
          <p:cNvGrpSpPr>
            <a:grpSpLocks noChangeAspect="1"/>
          </p:cNvGrpSpPr>
          <p:nvPr userDrawn="1"/>
        </p:nvGrpSpPr>
        <p:grpSpPr>
          <a:xfrm>
            <a:off x="357195" y="6122117"/>
            <a:ext cx="1872000" cy="420870"/>
            <a:chOff x="5094083" y="5360390"/>
            <a:chExt cx="3039349" cy="683316"/>
          </a:xfrm>
          <a:solidFill>
            <a:schemeClr val="tx2"/>
          </a:solidFill>
        </p:grpSpPr>
        <p:sp>
          <p:nvSpPr>
            <p:cNvPr id="36" name="Freeform: Shape 4">
              <a:extLst>
                <a:ext uri="{FF2B5EF4-FFF2-40B4-BE49-F238E27FC236}">
                  <a16:creationId xmlns:a16="http://schemas.microsoft.com/office/drawing/2014/main" id="{04CD9986-2686-D8E3-9192-8BEB77750D7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37" name="Freeform: Shape 5">
              <a:extLst>
                <a:ext uri="{FF2B5EF4-FFF2-40B4-BE49-F238E27FC236}">
                  <a16:creationId xmlns:a16="http://schemas.microsoft.com/office/drawing/2014/main" id="{7CD40094-AC2F-9457-AD3F-9AAA89E00C4A}"/>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38" name="Freeform: Shape 6">
              <a:extLst>
                <a:ext uri="{FF2B5EF4-FFF2-40B4-BE49-F238E27FC236}">
                  <a16:creationId xmlns:a16="http://schemas.microsoft.com/office/drawing/2014/main" id="{682D97D4-A5DA-2B1D-3407-13658458A52A}"/>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39" name="Freeform: Shape 7">
              <a:extLst>
                <a:ext uri="{FF2B5EF4-FFF2-40B4-BE49-F238E27FC236}">
                  <a16:creationId xmlns:a16="http://schemas.microsoft.com/office/drawing/2014/main" id="{FEBEF87B-7156-68DF-4D8A-E84D8A4F0EA2}"/>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40" name="Freeform: Shape 8">
              <a:extLst>
                <a:ext uri="{FF2B5EF4-FFF2-40B4-BE49-F238E27FC236}">
                  <a16:creationId xmlns:a16="http://schemas.microsoft.com/office/drawing/2014/main" id="{3A0B75AC-0F93-D7BF-2568-50E1CFEDF0CA}"/>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3" name="Title 31">
            <a:extLst>
              <a:ext uri="{FF2B5EF4-FFF2-40B4-BE49-F238E27FC236}">
                <a16:creationId xmlns:a16="http://schemas.microsoft.com/office/drawing/2014/main" id="{D8CA367F-44BB-C4B7-EA59-F1D6214DB4D2}"/>
              </a:ext>
            </a:extLst>
          </p:cNvPr>
          <p:cNvSpPr>
            <a:spLocks noGrp="1"/>
          </p:cNvSpPr>
          <p:nvPr>
            <p:ph type="title"/>
          </p:nvPr>
        </p:nvSpPr>
        <p:spPr>
          <a:xfrm>
            <a:off x="3401003" y="1628775"/>
            <a:ext cx="6578080" cy="3589714"/>
          </a:xfrm>
        </p:spPr>
        <p:txBody>
          <a:bodyPr anchor="b"/>
          <a:lstStyle>
            <a:lvl1pPr>
              <a:defRPr sz="5400">
                <a:solidFill>
                  <a:schemeClr val="bg1"/>
                </a:solidFill>
              </a:defRPr>
            </a:lvl1pPr>
          </a:lstStyle>
          <a:p>
            <a:r>
              <a:rPr lang="en-US"/>
              <a:t>Click to edit Master title style</a:t>
            </a:r>
            <a:endParaRPr lang="en-PL"/>
          </a:p>
        </p:txBody>
      </p:sp>
      <p:sp>
        <p:nvSpPr>
          <p:cNvPr id="6" name="Rectangle 5">
            <a:extLst>
              <a:ext uri="{FF2B5EF4-FFF2-40B4-BE49-F238E27FC236}">
                <a16:creationId xmlns:a16="http://schemas.microsoft.com/office/drawing/2014/main" id="{308E3512-1EC7-FD95-4A22-F366C773E9C4}"/>
              </a:ext>
            </a:extLst>
          </p:cNvPr>
          <p:cNvSpPr/>
          <p:nvPr userDrawn="1"/>
        </p:nvSpPr>
        <p:spPr>
          <a:xfrm rot="16200000">
            <a:off x="-602226"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5" name="Text Placeholder 33">
            <a:extLst>
              <a:ext uri="{FF2B5EF4-FFF2-40B4-BE49-F238E27FC236}">
                <a16:creationId xmlns:a16="http://schemas.microsoft.com/office/drawing/2014/main" id="{940C889E-4F97-F9FE-39C5-DFA541A122BB}"/>
              </a:ext>
            </a:extLst>
          </p:cNvPr>
          <p:cNvSpPr>
            <a:spLocks noGrp="1"/>
          </p:cNvSpPr>
          <p:nvPr>
            <p:ph type="body" sz="quarter" idx="16"/>
          </p:nvPr>
        </p:nvSpPr>
        <p:spPr>
          <a:xfrm>
            <a:off x="357195" y="3893182"/>
            <a:ext cx="2088292" cy="1123397"/>
          </a:xfrm>
          <a:prstGeom prst="rect">
            <a:avLst/>
          </a:prstGeom>
        </p:spPr>
        <p:txBody>
          <a:bodyPr anchor="b">
            <a:noAutofit/>
          </a:bodyPr>
          <a:lstStyle>
            <a:lvl1pPr>
              <a:defRPr sz="2000"/>
            </a:lvl1pPr>
          </a:lstStyle>
          <a:p>
            <a:pPr lvl="0"/>
            <a:r>
              <a:rPr lang="en-US"/>
              <a:t>Click to edit Master text styles</a:t>
            </a:r>
          </a:p>
        </p:txBody>
      </p:sp>
      <p:sp>
        <p:nvSpPr>
          <p:cNvPr id="7" name="Text Placeholder 33">
            <a:extLst>
              <a:ext uri="{FF2B5EF4-FFF2-40B4-BE49-F238E27FC236}">
                <a16:creationId xmlns:a16="http://schemas.microsoft.com/office/drawing/2014/main" id="{9C442A3F-8F7B-AF19-BF71-5A8A0790F5CA}"/>
              </a:ext>
            </a:extLst>
          </p:cNvPr>
          <p:cNvSpPr>
            <a:spLocks noGrp="1"/>
          </p:cNvSpPr>
          <p:nvPr>
            <p:ph type="body" sz="quarter" idx="17"/>
          </p:nvPr>
        </p:nvSpPr>
        <p:spPr>
          <a:xfrm>
            <a:off x="357195" y="5264061"/>
            <a:ext cx="2088292" cy="522985"/>
          </a:xfrm>
          <a:prstGeom prst="rect">
            <a:avLst/>
          </a:prstGeom>
        </p:spPr>
        <p:txBody>
          <a:bodyPr/>
          <a:lstStyle/>
          <a:p>
            <a:pPr lvl="0"/>
            <a:r>
              <a:rPr lang="en-US"/>
              <a:t>Click to edit Master text styles</a:t>
            </a:r>
          </a:p>
        </p:txBody>
      </p:sp>
    </p:spTree>
    <p:extLst>
      <p:ext uri="{BB962C8B-B14F-4D97-AF65-F5344CB8AC3E}">
        <p14:creationId xmlns:p14="http://schemas.microsoft.com/office/powerpoint/2010/main" val="1875420399"/>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181.xml><?xml version="1.0" encoding="utf-8"?>
<p:sldLayout xmlns:a="http://schemas.openxmlformats.org/drawingml/2006/main" xmlns:r="http://schemas.openxmlformats.org/officeDocument/2006/relationships" xmlns:p="http://schemas.openxmlformats.org/presentationml/2006/main" showMasterSp="0" preserve="1" userDrawn="1">
  <p:cSld name="Agenda 1">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6424D2EA-9AAB-3E5E-F5AA-4EFA5797243B}"/>
              </a:ext>
            </a:extLst>
          </p:cNvPr>
          <p:cNvSpPr>
            <a:spLocks noGrp="1"/>
          </p:cNvSpPr>
          <p:nvPr>
            <p:ph type="pic" sz="quarter" idx="10" hasCustomPrompt="1"/>
          </p:nvPr>
        </p:nvSpPr>
        <p:spPr>
          <a:xfrm>
            <a:off x="8878957" y="1"/>
            <a:ext cx="3313043"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2">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6" name="Date Placeholder 5">
            <a:extLst>
              <a:ext uri="{FF2B5EF4-FFF2-40B4-BE49-F238E27FC236}">
                <a16:creationId xmlns:a16="http://schemas.microsoft.com/office/drawing/2014/main" id="{1B8A5C98-55E3-6CFA-5060-B126A46D3044}"/>
              </a:ext>
            </a:extLst>
          </p:cNvPr>
          <p:cNvSpPr>
            <a:spLocks noGrp="1"/>
          </p:cNvSpPr>
          <p:nvPr>
            <p:ph type="dt" sz="half" idx="36"/>
          </p:nvPr>
        </p:nvSpPr>
        <p:spPr/>
        <p:txBody>
          <a:bodyPr/>
          <a:lstStyle/>
          <a:p>
            <a:pPr>
              <a:spcBef>
                <a:spcPts val="1000"/>
              </a:spcBef>
              <a:buFont typeface="Arial" panose="020B0604020202020204" pitchFamily="34" charset="0"/>
              <a:buNone/>
            </a:pPr>
            <a:r>
              <a:rPr lang="pl-PL"/>
              <a:t>Company Confidential © Capgemini 2026. All rights reserved.</a:t>
            </a:r>
            <a:endParaRPr lang="en-US"/>
          </a:p>
        </p:txBody>
      </p:sp>
      <p:sp>
        <p:nvSpPr>
          <p:cNvPr id="7" name="Footer Placeholder 6">
            <a:extLst>
              <a:ext uri="{FF2B5EF4-FFF2-40B4-BE49-F238E27FC236}">
                <a16:creationId xmlns:a16="http://schemas.microsoft.com/office/drawing/2014/main" id="{A234A97A-B56B-79E8-3787-9AAFBD6C39E3}"/>
              </a:ext>
            </a:extLst>
          </p:cNvPr>
          <p:cNvSpPr>
            <a:spLocks noGrp="1"/>
          </p:cNvSpPr>
          <p:nvPr>
            <p:ph type="ftr" sz="quarter" idx="37"/>
          </p:nvPr>
        </p:nvSpPr>
        <p:spPr/>
        <p:txBody>
          <a:bodyPr/>
          <a:lstStyle/>
          <a:p>
            <a:pPr>
              <a:spcBef>
                <a:spcPts val="1000"/>
              </a:spcBef>
              <a:buFont typeface="Arial" panose="020B0604020202020204" pitchFamily="34" charset="0"/>
              <a:buNone/>
            </a:pPr>
            <a:r>
              <a:rPr lang="en-US"/>
              <a:t>Presentation Title | Author | Date</a:t>
            </a:r>
          </a:p>
        </p:txBody>
      </p:sp>
      <p:sp>
        <p:nvSpPr>
          <p:cNvPr id="9" name="Slide Number Placeholder 8">
            <a:extLst>
              <a:ext uri="{FF2B5EF4-FFF2-40B4-BE49-F238E27FC236}">
                <a16:creationId xmlns:a16="http://schemas.microsoft.com/office/drawing/2014/main" id="{10DFE7FA-9896-C83E-3B5B-ACAF7308B1C7}"/>
              </a:ext>
            </a:extLst>
          </p:cNvPr>
          <p:cNvSpPr>
            <a:spLocks noGrp="1"/>
          </p:cNvSpPr>
          <p:nvPr>
            <p:ph type="sldNum" sz="quarter" idx="38"/>
          </p:nvPr>
        </p:nvSpPr>
        <p:spPr/>
        <p:txBody>
          <a:bodyPr/>
          <a:lstStyle/>
          <a:p>
            <a:pPr algn="r"/>
            <a:fld id="{5D9A5160-6218-4E5A-B9E6-B93E3DAE377C}" type="slidenum">
              <a:rPr lang="en-US" smtClean="0"/>
              <a:pPr algn="r"/>
              <a:t>‹#›</a:t>
            </a:fld>
            <a:endParaRPr lang="en-US"/>
          </a:p>
        </p:txBody>
      </p:sp>
      <p:sp>
        <p:nvSpPr>
          <p:cNvPr id="8" name="Logo Placeholder 7">
            <a:extLst>
              <a:ext uri="{FF2B5EF4-FFF2-40B4-BE49-F238E27FC236}">
                <a16:creationId xmlns:a16="http://schemas.microsoft.com/office/drawing/2014/main" id="{62FD468B-B69E-D6B3-0B31-29405A8C9B22}"/>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10" name="Title Placeholder 4">
            <a:extLst>
              <a:ext uri="{FF2B5EF4-FFF2-40B4-BE49-F238E27FC236}">
                <a16:creationId xmlns:a16="http://schemas.microsoft.com/office/drawing/2014/main" id="{88071F53-FF39-EE02-C206-04BC9BC62837}"/>
              </a:ext>
            </a:extLst>
          </p:cNvPr>
          <p:cNvSpPr>
            <a:spLocks noGrp="1"/>
          </p:cNvSpPr>
          <p:nvPr>
            <p:ph type="title"/>
          </p:nvPr>
        </p:nvSpPr>
        <p:spPr>
          <a:xfrm>
            <a:off x="551384" y="549274"/>
            <a:ext cx="7920880" cy="930372"/>
          </a:xfrm>
          <a:prstGeom prst="rect">
            <a:avLst/>
          </a:prstGeom>
        </p:spPr>
        <p:txBody>
          <a:bodyPr vert="horz" lIns="0" tIns="0" rIns="0" bIns="126000" rtlCol="0" anchor="b" anchorCtr="0">
            <a:noAutofit/>
          </a:bodyPr>
          <a:lstStyle/>
          <a:p>
            <a:pPr lvl="0"/>
            <a:r>
              <a:rPr lang="en-US"/>
              <a:t>Click to edit Master title style</a:t>
            </a:r>
            <a:endParaRPr lang="de-DE"/>
          </a:p>
        </p:txBody>
      </p:sp>
      <p:sp>
        <p:nvSpPr>
          <p:cNvPr id="11" name="Text Placeholder 1">
            <a:extLst>
              <a:ext uri="{FF2B5EF4-FFF2-40B4-BE49-F238E27FC236}">
                <a16:creationId xmlns:a16="http://schemas.microsoft.com/office/drawing/2014/main" id="{D450594D-C071-DB63-60E9-737FD362024E}"/>
              </a:ext>
            </a:extLst>
          </p:cNvPr>
          <p:cNvSpPr>
            <a:spLocks noGrp="1"/>
          </p:cNvSpPr>
          <p:nvPr>
            <p:ph idx="1"/>
          </p:nvPr>
        </p:nvSpPr>
        <p:spPr>
          <a:xfrm>
            <a:off x="551384" y="1628800"/>
            <a:ext cx="7920880" cy="466863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Tree>
    <p:extLst>
      <p:ext uri="{BB962C8B-B14F-4D97-AF65-F5344CB8AC3E}">
        <p14:creationId xmlns:p14="http://schemas.microsoft.com/office/powerpoint/2010/main" val="1543326985"/>
      </p:ext>
    </p:extLst>
  </p:cSld>
  <p:clrMapOvr>
    <a:masterClrMapping/>
  </p:clrMapOvr>
</p:sldLayout>
</file>

<file path=ppt/slideLayouts/slideLayout182.xml><?xml version="1.0" encoding="utf-8"?>
<p:sldLayout xmlns:a="http://schemas.openxmlformats.org/drawingml/2006/main" xmlns:r="http://schemas.openxmlformats.org/officeDocument/2006/relationships" xmlns:p="http://schemas.openxmlformats.org/presentationml/2006/main" preserve="1" userDrawn="1">
  <p:cSld name="Agenda 2">
    <p:spTree>
      <p:nvGrpSpPr>
        <p:cNvPr id="1" name=""/>
        <p:cNvGrpSpPr/>
        <p:nvPr/>
      </p:nvGrpSpPr>
      <p:grpSpPr>
        <a:xfrm>
          <a:off x="0" y="0"/>
          <a:ext cx="0" cy="0"/>
          <a:chOff x="0" y="0"/>
          <a:chExt cx="0" cy="0"/>
        </a:xfrm>
      </p:grpSpPr>
      <p:sp>
        <p:nvSpPr>
          <p:cNvPr id="20" name="Picture Placeholder 7">
            <a:extLst>
              <a:ext uri="{FF2B5EF4-FFF2-40B4-BE49-F238E27FC236}">
                <a16:creationId xmlns:a16="http://schemas.microsoft.com/office/drawing/2014/main" id="{7719DBC8-1C65-EC71-F260-3E45E00F725D}"/>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2" name="Date Placeholder 1">
            <a:extLst>
              <a:ext uri="{FF2B5EF4-FFF2-40B4-BE49-F238E27FC236}">
                <a16:creationId xmlns:a16="http://schemas.microsoft.com/office/drawing/2014/main" id="{D1083178-61A2-1584-1F52-83BAE0FEDB3A}"/>
              </a:ext>
            </a:extLst>
          </p:cNvPr>
          <p:cNvSpPr>
            <a:spLocks noGrp="1"/>
          </p:cNvSpPr>
          <p:nvPr>
            <p:ph type="dt" sz="half" idx="36"/>
          </p:nvPr>
        </p:nvSpPr>
        <p:spPr/>
        <p:txBody>
          <a:bodyPr/>
          <a:lstStyle/>
          <a:p>
            <a:pPr>
              <a:spcBef>
                <a:spcPts val="1000"/>
              </a:spcBef>
              <a:buFont typeface="Arial" panose="020B0604020202020204" pitchFamily="34" charset="0"/>
              <a:buNone/>
            </a:pPr>
            <a:r>
              <a:rPr lang="pl-PL"/>
              <a:t>Company Confidential © Capgemini 2026. All rights reserved.</a:t>
            </a:r>
            <a:endParaRPr lang="en-US"/>
          </a:p>
        </p:txBody>
      </p:sp>
      <p:sp>
        <p:nvSpPr>
          <p:cNvPr id="3" name="Footer Placeholder 2">
            <a:extLst>
              <a:ext uri="{FF2B5EF4-FFF2-40B4-BE49-F238E27FC236}">
                <a16:creationId xmlns:a16="http://schemas.microsoft.com/office/drawing/2014/main" id="{9DC81A84-1437-02DB-19FA-F60FE73CB356}"/>
              </a:ext>
            </a:extLst>
          </p:cNvPr>
          <p:cNvSpPr>
            <a:spLocks noGrp="1"/>
          </p:cNvSpPr>
          <p:nvPr>
            <p:ph type="ftr" sz="quarter" idx="37"/>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40363D62-2A4A-9126-8811-8637F26ADA0B}"/>
              </a:ext>
            </a:extLst>
          </p:cNvPr>
          <p:cNvSpPr>
            <a:spLocks noGrp="1"/>
          </p:cNvSpPr>
          <p:nvPr>
            <p:ph type="sldNum" sz="quarter" idx="38"/>
          </p:nvPr>
        </p:nvSpPr>
        <p:spPr/>
        <p:txBody>
          <a:bodyPr/>
          <a:lstStyle/>
          <a:p>
            <a:pPr algn="r"/>
            <a:fld id="{5D9A5160-6218-4E5A-B9E6-B93E3DAE377C}" type="slidenum">
              <a:rPr lang="en-US" smtClean="0"/>
              <a:pPr algn="r"/>
              <a:t>‹#›</a:t>
            </a:fld>
            <a:endParaRPr lang="en-US"/>
          </a:p>
        </p:txBody>
      </p:sp>
      <p:sp>
        <p:nvSpPr>
          <p:cNvPr id="5" name="Title Placeholder 4">
            <a:extLst>
              <a:ext uri="{FF2B5EF4-FFF2-40B4-BE49-F238E27FC236}">
                <a16:creationId xmlns:a16="http://schemas.microsoft.com/office/drawing/2014/main" id="{064AC36F-9D88-0AFF-0D23-B3207730506D}"/>
              </a:ext>
            </a:extLst>
          </p:cNvPr>
          <p:cNvSpPr>
            <a:spLocks noGrp="1"/>
          </p:cNvSpPr>
          <p:nvPr>
            <p:ph type="title"/>
          </p:nvPr>
        </p:nvSpPr>
        <p:spPr>
          <a:xfrm>
            <a:off x="6600056" y="549274"/>
            <a:ext cx="5042266" cy="930372"/>
          </a:xfrm>
          <a:prstGeom prst="rect">
            <a:avLst/>
          </a:prstGeom>
        </p:spPr>
        <p:txBody>
          <a:bodyPr vert="horz" lIns="0" tIns="0" rIns="0" bIns="126000" rtlCol="0" anchor="b" anchorCtr="0">
            <a:noAutofit/>
          </a:bodyPr>
          <a:lstStyle/>
          <a:p>
            <a:pPr lvl="0"/>
            <a:r>
              <a:rPr lang="en-US"/>
              <a:t>Click to edit Master title style</a:t>
            </a:r>
            <a:endParaRPr lang="de-DE"/>
          </a:p>
        </p:txBody>
      </p:sp>
      <p:sp>
        <p:nvSpPr>
          <p:cNvPr id="7" name="Text Placeholder 11">
            <a:extLst>
              <a:ext uri="{FF2B5EF4-FFF2-40B4-BE49-F238E27FC236}">
                <a16:creationId xmlns:a16="http://schemas.microsoft.com/office/drawing/2014/main" id="{77152031-1FC0-032B-F3DB-6C7DECFE02E6}"/>
              </a:ext>
            </a:extLst>
          </p:cNvPr>
          <p:cNvSpPr>
            <a:spLocks noGrp="1"/>
          </p:cNvSpPr>
          <p:nvPr>
            <p:ph type="body" sz="quarter" idx="25" hasCustomPrompt="1"/>
          </p:nvPr>
        </p:nvSpPr>
        <p:spPr>
          <a:xfrm>
            <a:off x="6585993" y="2007152"/>
            <a:ext cx="5054623" cy="369332"/>
          </a:xfrm>
          <a:prstGeom prst="rect">
            <a:avLst/>
          </a:prstGeom>
        </p:spPr>
        <p:txBody>
          <a:bodyPr lIns="0" tIns="0" rIns="0" bIns="0" anchor="ctr">
            <a:normAutofit/>
          </a:bodyPr>
          <a:lstStyle>
            <a:lvl1pPr>
              <a:spcBef>
                <a:spcPts val="0"/>
              </a:spcBef>
              <a:defRPr sz="2000">
                <a:solidFill>
                  <a:schemeClr val="tx2"/>
                </a:solidFill>
              </a:defRPr>
            </a:lvl1pPr>
          </a:lstStyle>
          <a:p>
            <a:pPr lvl="0"/>
            <a:r>
              <a:rPr lang="en-US"/>
              <a:t>Click to add text</a:t>
            </a:r>
          </a:p>
        </p:txBody>
      </p:sp>
      <p:sp>
        <p:nvSpPr>
          <p:cNvPr id="8" name="Text Placeholder 11">
            <a:extLst>
              <a:ext uri="{FF2B5EF4-FFF2-40B4-BE49-F238E27FC236}">
                <a16:creationId xmlns:a16="http://schemas.microsoft.com/office/drawing/2014/main" id="{2397C058-DED2-A927-F1FC-4D2262C4D8CC}"/>
              </a:ext>
            </a:extLst>
          </p:cNvPr>
          <p:cNvSpPr>
            <a:spLocks noGrp="1"/>
          </p:cNvSpPr>
          <p:nvPr>
            <p:ph type="body" sz="quarter" idx="26" hasCustomPrompt="1"/>
          </p:nvPr>
        </p:nvSpPr>
        <p:spPr>
          <a:xfrm>
            <a:off x="6585993" y="2599765"/>
            <a:ext cx="5054623" cy="369332"/>
          </a:xfrm>
          <a:prstGeom prst="rect">
            <a:avLst/>
          </a:prstGeom>
        </p:spPr>
        <p:txBody>
          <a:bodyPr lIns="0" tIns="0" rIns="0" bIns="0" anchor="ctr">
            <a:normAutofit/>
          </a:bodyPr>
          <a:lstStyle>
            <a:lvl1pPr>
              <a:spcBef>
                <a:spcPts val="0"/>
              </a:spcBef>
              <a:defRPr sz="2000">
                <a:solidFill>
                  <a:schemeClr val="tx2"/>
                </a:solidFill>
              </a:defRPr>
            </a:lvl1pPr>
          </a:lstStyle>
          <a:p>
            <a:pPr lvl="0"/>
            <a:r>
              <a:rPr lang="en-US"/>
              <a:t>Click to add text</a:t>
            </a:r>
          </a:p>
        </p:txBody>
      </p:sp>
      <p:sp>
        <p:nvSpPr>
          <p:cNvPr id="9" name="Text Placeholder 11">
            <a:extLst>
              <a:ext uri="{FF2B5EF4-FFF2-40B4-BE49-F238E27FC236}">
                <a16:creationId xmlns:a16="http://schemas.microsoft.com/office/drawing/2014/main" id="{17FFBEBF-84C6-4981-C2E8-C48E0CF9A363}"/>
              </a:ext>
            </a:extLst>
          </p:cNvPr>
          <p:cNvSpPr>
            <a:spLocks noGrp="1"/>
          </p:cNvSpPr>
          <p:nvPr>
            <p:ph type="body" sz="quarter" idx="30" hasCustomPrompt="1"/>
          </p:nvPr>
        </p:nvSpPr>
        <p:spPr>
          <a:xfrm>
            <a:off x="6585993" y="3192378"/>
            <a:ext cx="5054623" cy="369332"/>
          </a:xfrm>
          <a:prstGeom prst="rect">
            <a:avLst/>
          </a:prstGeom>
        </p:spPr>
        <p:txBody>
          <a:bodyPr lIns="0" tIns="0" rIns="0" bIns="0" anchor="ctr">
            <a:normAutofit/>
          </a:bodyPr>
          <a:lstStyle>
            <a:lvl1pPr>
              <a:spcBef>
                <a:spcPts val="0"/>
              </a:spcBef>
              <a:defRPr sz="2000">
                <a:solidFill>
                  <a:schemeClr val="tx2"/>
                </a:solidFill>
              </a:defRPr>
            </a:lvl1pPr>
          </a:lstStyle>
          <a:p>
            <a:pPr lvl="0"/>
            <a:r>
              <a:rPr lang="en-US"/>
              <a:t>Click to add text</a:t>
            </a:r>
          </a:p>
        </p:txBody>
      </p:sp>
      <p:sp>
        <p:nvSpPr>
          <p:cNvPr id="10" name="Text Placeholder 11">
            <a:extLst>
              <a:ext uri="{FF2B5EF4-FFF2-40B4-BE49-F238E27FC236}">
                <a16:creationId xmlns:a16="http://schemas.microsoft.com/office/drawing/2014/main" id="{B50E875C-17E2-59C2-ADA9-61BD0E75B160}"/>
              </a:ext>
            </a:extLst>
          </p:cNvPr>
          <p:cNvSpPr>
            <a:spLocks noGrp="1"/>
          </p:cNvSpPr>
          <p:nvPr>
            <p:ph type="body" sz="quarter" idx="31" hasCustomPrompt="1"/>
          </p:nvPr>
        </p:nvSpPr>
        <p:spPr>
          <a:xfrm>
            <a:off x="6585993" y="3784991"/>
            <a:ext cx="5054623" cy="369332"/>
          </a:xfrm>
          <a:prstGeom prst="rect">
            <a:avLst/>
          </a:prstGeom>
        </p:spPr>
        <p:txBody>
          <a:bodyPr lIns="0" tIns="0" rIns="0" bIns="0" anchor="ctr">
            <a:normAutofit/>
          </a:bodyPr>
          <a:lstStyle>
            <a:lvl1pPr>
              <a:spcBef>
                <a:spcPts val="0"/>
              </a:spcBef>
              <a:defRPr sz="2000">
                <a:solidFill>
                  <a:schemeClr val="tx2"/>
                </a:solidFill>
              </a:defRPr>
            </a:lvl1pPr>
          </a:lstStyle>
          <a:p>
            <a:pPr lvl="0"/>
            <a:r>
              <a:rPr lang="en-US"/>
              <a:t>Click to add text</a:t>
            </a:r>
          </a:p>
        </p:txBody>
      </p:sp>
      <p:sp>
        <p:nvSpPr>
          <p:cNvPr id="11" name="Text Placeholder 11">
            <a:extLst>
              <a:ext uri="{FF2B5EF4-FFF2-40B4-BE49-F238E27FC236}">
                <a16:creationId xmlns:a16="http://schemas.microsoft.com/office/drawing/2014/main" id="{A9420F04-AF69-214B-65E6-46E3677153F0}"/>
              </a:ext>
            </a:extLst>
          </p:cNvPr>
          <p:cNvSpPr>
            <a:spLocks noGrp="1"/>
          </p:cNvSpPr>
          <p:nvPr>
            <p:ph type="body" sz="quarter" idx="32" hasCustomPrompt="1"/>
          </p:nvPr>
        </p:nvSpPr>
        <p:spPr>
          <a:xfrm>
            <a:off x="6585993" y="4377605"/>
            <a:ext cx="5054623" cy="369332"/>
          </a:xfrm>
          <a:prstGeom prst="rect">
            <a:avLst/>
          </a:prstGeom>
        </p:spPr>
        <p:txBody>
          <a:bodyPr lIns="0" tIns="0" rIns="0" bIns="0" anchor="ctr">
            <a:normAutofit/>
          </a:bodyPr>
          <a:lstStyle>
            <a:lvl1pPr>
              <a:spcBef>
                <a:spcPts val="0"/>
              </a:spcBef>
              <a:defRPr sz="2000">
                <a:solidFill>
                  <a:schemeClr val="tx2"/>
                </a:solidFill>
              </a:defRPr>
            </a:lvl1pPr>
          </a:lstStyle>
          <a:p>
            <a:pPr lvl="0"/>
            <a:r>
              <a:rPr lang="en-US"/>
              <a:t>Click to add text</a:t>
            </a:r>
          </a:p>
        </p:txBody>
      </p:sp>
      <p:sp>
        <p:nvSpPr>
          <p:cNvPr id="12" name="Text Placeholder 11">
            <a:extLst>
              <a:ext uri="{FF2B5EF4-FFF2-40B4-BE49-F238E27FC236}">
                <a16:creationId xmlns:a16="http://schemas.microsoft.com/office/drawing/2014/main" id="{A789EDD1-6A88-C664-0739-2CFCD04A787A}"/>
              </a:ext>
            </a:extLst>
          </p:cNvPr>
          <p:cNvSpPr>
            <a:spLocks noGrp="1"/>
          </p:cNvSpPr>
          <p:nvPr>
            <p:ph type="body" sz="quarter" idx="34" hasCustomPrompt="1"/>
          </p:nvPr>
        </p:nvSpPr>
        <p:spPr>
          <a:xfrm>
            <a:off x="6585993" y="4970219"/>
            <a:ext cx="5054623" cy="369332"/>
          </a:xfrm>
          <a:prstGeom prst="rect">
            <a:avLst/>
          </a:prstGeom>
        </p:spPr>
        <p:txBody>
          <a:bodyPr lIns="0" tIns="0" rIns="0" bIns="0" anchor="ctr">
            <a:normAutofit/>
          </a:bodyPr>
          <a:lstStyle>
            <a:lvl1pPr>
              <a:spcBef>
                <a:spcPts val="0"/>
              </a:spcBef>
              <a:defRPr sz="2000">
                <a:solidFill>
                  <a:schemeClr val="tx2"/>
                </a:solidFill>
              </a:defRPr>
            </a:lvl1pPr>
          </a:lstStyle>
          <a:p>
            <a:pPr lvl="0"/>
            <a:r>
              <a:rPr lang="en-US"/>
              <a:t>Click to add text</a:t>
            </a:r>
          </a:p>
        </p:txBody>
      </p:sp>
      <p:sp>
        <p:nvSpPr>
          <p:cNvPr id="13" name="Text Placeholder 11">
            <a:extLst>
              <a:ext uri="{FF2B5EF4-FFF2-40B4-BE49-F238E27FC236}">
                <a16:creationId xmlns:a16="http://schemas.microsoft.com/office/drawing/2014/main" id="{892337BD-72AF-D589-5EEB-9C85E19A6825}"/>
              </a:ext>
            </a:extLst>
          </p:cNvPr>
          <p:cNvSpPr>
            <a:spLocks noGrp="1"/>
          </p:cNvSpPr>
          <p:nvPr>
            <p:ph type="body" sz="quarter" idx="35" hasCustomPrompt="1"/>
          </p:nvPr>
        </p:nvSpPr>
        <p:spPr>
          <a:xfrm>
            <a:off x="6585993" y="5562833"/>
            <a:ext cx="5054623" cy="369332"/>
          </a:xfrm>
          <a:prstGeom prst="rect">
            <a:avLst/>
          </a:prstGeom>
        </p:spPr>
        <p:txBody>
          <a:bodyPr lIns="0" tIns="0" rIns="0" bIns="0" anchor="ctr">
            <a:normAutofit/>
          </a:bodyPr>
          <a:lstStyle>
            <a:lvl1pPr>
              <a:spcBef>
                <a:spcPts val="0"/>
              </a:spcBef>
              <a:defRPr sz="2000">
                <a:solidFill>
                  <a:schemeClr val="tx2"/>
                </a:solidFill>
              </a:defRPr>
            </a:lvl1pPr>
          </a:lstStyle>
          <a:p>
            <a:pPr lvl="0"/>
            <a:r>
              <a:rPr lang="en-US"/>
              <a:t>Click to add text</a:t>
            </a:r>
          </a:p>
        </p:txBody>
      </p:sp>
    </p:spTree>
    <p:extLst>
      <p:ext uri="{BB962C8B-B14F-4D97-AF65-F5344CB8AC3E}">
        <p14:creationId xmlns:p14="http://schemas.microsoft.com/office/powerpoint/2010/main" val="1751857591"/>
      </p:ext>
    </p:extLst>
  </p:cSld>
  <p:clrMapOvr>
    <a:masterClrMapping/>
  </p:clrMapOvr>
</p:sldLayout>
</file>

<file path=ppt/slideLayouts/slideLayout183.xml><?xml version="1.0" encoding="utf-8"?>
<p:sldLayout xmlns:a="http://schemas.openxmlformats.org/drawingml/2006/main" xmlns:r="http://schemas.openxmlformats.org/officeDocument/2006/relationships" xmlns:p="http://schemas.openxmlformats.org/presentationml/2006/main" preserve="1" userDrawn="1">
  <p:cSld name="Divider 1">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A65D5B6-99D5-A656-18EB-125B9A4CC27A}"/>
              </a:ext>
            </a:extLst>
          </p:cNvPr>
          <p:cNvSpPr/>
          <p:nvPr userDrawn="1"/>
        </p:nvSpPr>
        <p:spPr>
          <a:xfrm>
            <a:off x="5159374" y="4257063"/>
            <a:ext cx="7032625" cy="180000"/>
          </a:xfrm>
          <a:prstGeom prst="rect">
            <a:avLst/>
          </a:prstGeom>
          <a:gradFill>
            <a:gsLst>
              <a:gs pos="99000">
                <a:srgbClr val="00D5D0"/>
              </a:gs>
              <a:gs pos="0">
                <a:schemeClr val="accent3"/>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FFFFFF"/>
              </a:solidFill>
              <a:effectLst/>
              <a:uLnTx/>
              <a:uFillTx/>
              <a:latin typeface="Ubuntu"/>
              <a:ea typeface="+mn-ea"/>
              <a:cs typeface="+mn-cs"/>
            </a:endParaRPr>
          </a:p>
        </p:txBody>
      </p:sp>
      <p:sp>
        <p:nvSpPr>
          <p:cNvPr id="8" name="Text Placeholder 8">
            <a:extLst>
              <a:ext uri="{FF2B5EF4-FFF2-40B4-BE49-F238E27FC236}">
                <a16:creationId xmlns:a16="http://schemas.microsoft.com/office/drawing/2014/main" id="{E2576D65-BA9A-4C38-D195-558BDD9AFD0E}"/>
              </a:ext>
            </a:extLst>
          </p:cNvPr>
          <p:cNvSpPr>
            <a:spLocks noGrp="1"/>
          </p:cNvSpPr>
          <p:nvPr>
            <p:ph type="body" sz="quarter" idx="19" hasCustomPrompt="1"/>
          </p:nvPr>
        </p:nvSpPr>
        <p:spPr>
          <a:xfrm>
            <a:off x="0" y="0"/>
            <a:ext cx="4657725" cy="6858000"/>
          </a:xfrm>
          <a:prstGeom prst="rect">
            <a:avLst/>
          </a:prstGeom>
        </p:spPr>
        <p:txBody>
          <a:bodyPr wrap="none" lIns="0" tIns="972000" rIns="0" bIns="0" anchor="t" anchorCtr="0">
            <a:noAutofit/>
          </a:bodyPr>
          <a:lstStyle>
            <a:lvl1pPr algn="r">
              <a:defRPr sz="40000" spc="-300">
                <a:solidFill>
                  <a:schemeClr val="accent3"/>
                </a:solidFill>
              </a:defRPr>
            </a:lvl1pPr>
          </a:lstStyle>
          <a:p>
            <a:pPr lvl="0"/>
            <a:r>
              <a:rPr lang="en-GB"/>
              <a:t>01</a:t>
            </a:r>
            <a:endParaRPr lang="en-PL"/>
          </a:p>
        </p:txBody>
      </p:sp>
      <p:sp>
        <p:nvSpPr>
          <p:cNvPr id="2" name="Date Placeholder 1">
            <a:extLst>
              <a:ext uri="{FF2B5EF4-FFF2-40B4-BE49-F238E27FC236}">
                <a16:creationId xmlns:a16="http://schemas.microsoft.com/office/drawing/2014/main" id="{D888E175-7057-3F5C-3D05-E1A6DF23539C}"/>
              </a:ext>
            </a:extLst>
          </p:cNvPr>
          <p:cNvSpPr>
            <a:spLocks noGrp="1"/>
          </p:cNvSpPr>
          <p:nvPr>
            <p:ph type="dt" sz="half" idx="20"/>
          </p:nvPr>
        </p:nvSpPr>
        <p:spPr/>
        <p:txBody>
          <a:bodyPr/>
          <a:lstStyle/>
          <a:p>
            <a:pPr>
              <a:spcBef>
                <a:spcPts val="1000"/>
              </a:spcBef>
              <a:buFont typeface="Arial" panose="020B0604020202020204" pitchFamily="34" charset="0"/>
              <a:buNone/>
            </a:pPr>
            <a:r>
              <a:rPr lang="pl-PL"/>
              <a:t>Company Confidential © Capgemini 2026. All rights reserved.</a:t>
            </a:r>
            <a:endParaRPr lang="en-US"/>
          </a:p>
        </p:txBody>
      </p:sp>
      <p:sp>
        <p:nvSpPr>
          <p:cNvPr id="5" name="Footer Placeholder 4">
            <a:extLst>
              <a:ext uri="{FF2B5EF4-FFF2-40B4-BE49-F238E27FC236}">
                <a16:creationId xmlns:a16="http://schemas.microsoft.com/office/drawing/2014/main" id="{87B29DCD-1860-BCB3-12D3-011B4B8885BF}"/>
              </a:ext>
            </a:extLst>
          </p:cNvPr>
          <p:cNvSpPr>
            <a:spLocks noGrp="1"/>
          </p:cNvSpPr>
          <p:nvPr>
            <p:ph type="ftr" sz="quarter" idx="21"/>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5673F8B8-3459-331B-8856-F82064558CD0}"/>
              </a:ext>
            </a:extLst>
          </p:cNvPr>
          <p:cNvSpPr>
            <a:spLocks noGrp="1"/>
          </p:cNvSpPr>
          <p:nvPr>
            <p:ph type="sldNum" sz="quarter" idx="22"/>
          </p:nvPr>
        </p:nvSpPr>
        <p:spPr/>
        <p:txBody>
          <a:bodyPr/>
          <a:lstStyle/>
          <a:p>
            <a:pPr algn="r"/>
            <a:fld id="{5D9A5160-6218-4E5A-B9E6-B93E3DAE377C}" type="slidenum">
              <a:rPr lang="en-US" smtClean="0"/>
              <a:pPr algn="r"/>
              <a:t>‹#›</a:t>
            </a:fld>
            <a:endParaRPr lang="en-US"/>
          </a:p>
        </p:txBody>
      </p:sp>
      <p:sp>
        <p:nvSpPr>
          <p:cNvPr id="3" name="Title 5">
            <a:extLst>
              <a:ext uri="{FF2B5EF4-FFF2-40B4-BE49-F238E27FC236}">
                <a16:creationId xmlns:a16="http://schemas.microsoft.com/office/drawing/2014/main" id="{885E1F23-EFE4-7E35-0F49-E02F15D0B1FD}"/>
              </a:ext>
            </a:extLst>
          </p:cNvPr>
          <p:cNvSpPr>
            <a:spLocks noGrp="1"/>
          </p:cNvSpPr>
          <p:nvPr>
            <p:ph type="title" hasCustomPrompt="1"/>
          </p:nvPr>
        </p:nvSpPr>
        <p:spPr>
          <a:xfrm>
            <a:off x="5159374" y="4658810"/>
            <a:ext cx="6487665" cy="1672542"/>
          </a:xfrm>
        </p:spPr>
        <p:txBody>
          <a:bodyPr vert="horz" lIns="0" tIns="0" rIns="0" bIns="0" rtlCol="0" anchor="t">
            <a:noAutofit/>
          </a:bodyPr>
          <a:lstStyle>
            <a:lvl1pPr>
              <a:spcBef>
                <a:spcPts val="0"/>
              </a:spcBef>
              <a:defRPr lang="en-US" sz="4800">
                <a:solidFill>
                  <a:schemeClr val="tx1"/>
                </a:solidFill>
                <a:latin typeface="+mn-lt"/>
                <a:ea typeface="+mn-ea"/>
                <a:cs typeface="+mn-cs"/>
              </a:defRPr>
            </a:lvl1pPr>
          </a:lstStyle>
          <a:p>
            <a:pPr lvl="0">
              <a:lnSpc>
                <a:spcPct val="100000"/>
              </a:lnSpc>
              <a:spcBef>
                <a:spcPts val="1800"/>
              </a:spcBef>
              <a:buFont typeface="Arial" panose="020B0604020202020204" pitchFamily="34" charset="0"/>
            </a:pPr>
            <a:r>
              <a:rPr lang="en-US"/>
              <a:t>Click to add title</a:t>
            </a:r>
          </a:p>
        </p:txBody>
      </p:sp>
    </p:spTree>
    <p:extLst>
      <p:ext uri="{BB962C8B-B14F-4D97-AF65-F5344CB8AC3E}">
        <p14:creationId xmlns:p14="http://schemas.microsoft.com/office/powerpoint/2010/main" val="3404568025"/>
      </p:ext>
    </p:extLst>
  </p:cSld>
  <p:clrMapOvr>
    <a:masterClrMapping/>
  </p:clrMapOvr>
</p:sldLayout>
</file>

<file path=ppt/slideLayouts/slideLayout184.xml><?xml version="1.0" encoding="utf-8"?>
<p:sldLayout xmlns:a="http://schemas.openxmlformats.org/drawingml/2006/main" xmlns:r="http://schemas.openxmlformats.org/officeDocument/2006/relationships" xmlns:p="http://schemas.openxmlformats.org/presentationml/2006/main" preserve="1" userDrawn="1">
  <p:cSld name="Divider Photo 1">
    <p:spTree>
      <p:nvGrpSpPr>
        <p:cNvPr id="1" name=""/>
        <p:cNvGrpSpPr/>
        <p:nvPr/>
      </p:nvGrpSpPr>
      <p:grpSpPr>
        <a:xfrm>
          <a:off x="0" y="0"/>
          <a:ext cx="0" cy="0"/>
          <a:chOff x="0" y="0"/>
          <a:chExt cx="0" cy="0"/>
        </a:xfrm>
      </p:grpSpPr>
      <p:sp>
        <p:nvSpPr>
          <p:cNvPr id="2" name="Picture Placeholder 10">
            <a:extLst>
              <a:ext uri="{FF2B5EF4-FFF2-40B4-BE49-F238E27FC236}">
                <a16:creationId xmlns:a16="http://schemas.microsoft.com/office/drawing/2014/main" id="{8AD156C1-F91F-57E6-BFA6-A0059404D21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7" name="Text Placeholder 8">
            <a:extLst>
              <a:ext uri="{FF2B5EF4-FFF2-40B4-BE49-F238E27FC236}">
                <a16:creationId xmlns:a16="http://schemas.microsoft.com/office/drawing/2014/main" id="{516D0E3A-0719-64AB-54D1-64F80BE164A7}"/>
              </a:ext>
            </a:extLst>
          </p:cNvPr>
          <p:cNvSpPr>
            <a:spLocks noGrp="1"/>
          </p:cNvSpPr>
          <p:nvPr>
            <p:ph type="body" sz="quarter" idx="19" hasCustomPrompt="1"/>
          </p:nvPr>
        </p:nvSpPr>
        <p:spPr>
          <a:xfrm>
            <a:off x="0" y="0"/>
            <a:ext cx="4657725" cy="6858000"/>
          </a:xfrm>
          <a:prstGeom prst="rect">
            <a:avLst/>
          </a:prstGeom>
        </p:spPr>
        <p:txBody>
          <a:bodyPr wrap="none" lIns="0" tIns="972000" rIns="0" bIns="0" anchor="t" anchorCtr="0">
            <a:noAutofit/>
          </a:bodyPr>
          <a:lstStyle>
            <a:lvl1pPr algn="r">
              <a:defRPr sz="40000" spc="-300">
                <a:solidFill>
                  <a:schemeClr val="tx1"/>
                </a:solidFill>
              </a:defRPr>
            </a:lvl1pPr>
          </a:lstStyle>
          <a:p>
            <a:pPr lvl="0"/>
            <a:r>
              <a:rPr lang="en-GB"/>
              <a:t>01</a:t>
            </a:r>
            <a:endParaRPr lang="en-PL"/>
          </a:p>
        </p:txBody>
      </p:sp>
      <p:sp>
        <p:nvSpPr>
          <p:cNvPr id="16" name="Date Placeholder 15">
            <a:extLst>
              <a:ext uri="{FF2B5EF4-FFF2-40B4-BE49-F238E27FC236}">
                <a16:creationId xmlns:a16="http://schemas.microsoft.com/office/drawing/2014/main" id="{49CD99F0-AA6A-8A74-80DA-FCF12D30E56D}"/>
              </a:ext>
            </a:extLst>
          </p:cNvPr>
          <p:cNvSpPr>
            <a:spLocks noGrp="1"/>
          </p:cNvSpPr>
          <p:nvPr>
            <p:ph type="dt" sz="half" idx="20"/>
          </p:nvPr>
        </p:nvSpPr>
        <p:spPr/>
        <p:txBody>
          <a:bodyPr/>
          <a:lstStyle/>
          <a:p>
            <a:pPr>
              <a:spcBef>
                <a:spcPts val="1000"/>
              </a:spcBef>
              <a:buFont typeface="Arial" panose="020B0604020202020204" pitchFamily="34" charset="0"/>
              <a:buNone/>
            </a:pPr>
            <a:r>
              <a:rPr lang="pl-PL"/>
              <a:t>Company Confidential © Capgemini 2026. All rights reserved.</a:t>
            </a:r>
            <a:endParaRPr lang="en-US"/>
          </a:p>
        </p:txBody>
      </p:sp>
      <p:sp>
        <p:nvSpPr>
          <p:cNvPr id="17" name="Footer Placeholder 16">
            <a:extLst>
              <a:ext uri="{FF2B5EF4-FFF2-40B4-BE49-F238E27FC236}">
                <a16:creationId xmlns:a16="http://schemas.microsoft.com/office/drawing/2014/main" id="{F17F6240-FF3A-51A1-CB87-F17DD5B550AC}"/>
              </a:ext>
            </a:extLst>
          </p:cNvPr>
          <p:cNvSpPr>
            <a:spLocks noGrp="1"/>
          </p:cNvSpPr>
          <p:nvPr>
            <p:ph type="ftr" sz="quarter" idx="21"/>
          </p:nvPr>
        </p:nvSpPr>
        <p:spPr/>
        <p:txBody>
          <a:bodyPr/>
          <a:lstStyle/>
          <a:p>
            <a:pPr>
              <a:spcBef>
                <a:spcPts val="1000"/>
              </a:spcBef>
              <a:buFont typeface="Arial" panose="020B0604020202020204" pitchFamily="34" charset="0"/>
              <a:buNone/>
            </a:pPr>
            <a:r>
              <a:rPr lang="en-US"/>
              <a:t>Presentation Title | Author | Date</a:t>
            </a:r>
          </a:p>
        </p:txBody>
      </p:sp>
      <p:sp>
        <p:nvSpPr>
          <p:cNvPr id="18" name="Slide Number Placeholder 17">
            <a:extLst>
              <a:ext uri="{FF2B5EF4-FFF2-40B4-BE49-F238E27FC236}">
                <a16:creationId xmlns:a16="http://schemas.microsoft.com/office/drawing/2014/main" id="{325C9A5C-680C-6EA0-3B81-433A858DD497}"/>
              </a:ext>
            </a:extLst>
          </p:cNvPr>
          <p:cNvSpPr>
            <a:spLocks noGrp="1"/>
          </p:cNvSpPr>
          <p:nvPr>
            <p:ph type="sldNum" sz="quarter" idx="22"/>
          </p:nvPr>
        </p:nvSpPr>
        <p:spPr/>
        <p:txBody>
          <a:bodyPr/>
          <a:lstStyle/>
          <a:p>
            <a:pPr algn="r"/>
            <a:fld id="{5D9A5160-6218-4E5A-B9E6-B93E3DAE377C}" type="slidenum">
              <a:rPr lang="en-US" smtClean="0"/>
              <a:pPr algn="r"/>
              <a:t>‹#›</a:t>
            </a:fld>
            <a:endParaRPr lang="en-US"/>
          </a:p>
        </p:txBody>
      </p:sp>
      <p:sp>
        <p:nvSpPr>
          <p:cNvPr id="4" name="Title 5">
            <a:extLst>
              <a:ext uri="{FF2B5EF4-FFF2-40B4-BE49-F238E27FC236}">
                <a16:creationId xmlns:a16="http://schemas.microsoft.com/office/drawing/2014/main" id="{E5F80359-918C-7AFB-2EA7-23FDF6AB202A}"/>
              </a:ext>
            </a:extLst>
          </p:cNvPr>
          <p:cNvSpPr>
            <a:spLocks noGrp="1"/>
          </p:cNvSpPr>
          <p:nvPr>
            <p:ph type="title" hasCustomPrompt="1"/>
          </p:nvPr>
        </p:nvSpPr>
        <p:spPr>
          <a:xfrm>
            <a:off x="5159374" y="4658810"/>
            <a:ext cx="6487665" cy="1672542"/>
          </a:xfrm>
        </p:spPr>
        <p:txBody>
          <a:bodyPr vert="horz" lIns="0" tIns="0" rIns="0" bIns="0" rtlCol="0" anchor="t">
            <a:noAutofit/>
          </a:bodyPr>
          <a:lstStyle>
            <a:lvl1pPr>
              <a:spcBef>
                <a:spcPts val="0"/>
              </a:spcBef>
              <a:defRPr lang="en-US" sz="4800">
                <a:solidFill>
                  <a:schemeClr val="tx1"/>
                </a:solidFill>
                <a:latin typeface="+mn-lt"/>
                <a:ea typeface="+mn-ea"/>
                <a:cs typeface="+mn-cs"/>
              </a:defRPr>
            </a:lvl1pPr>
          </a:lstStyle>
          <a:p>
            <a:pPr lvl="0">
              <a:lnSpc>
                <a:spcPct val="100000"/>
              </a:lnSpc>
              <a:spcBef>
                <a:spcPts val="1800"/>
              </a:spcBef>
              <a:buFont typeface="Arial" panose="020B0604020202020204" pitchFamily="34" charset="0"/>
            </a:pPr>
            <a:r>
              <a:rPr lang="en-US"/>
              <a:t>Click to add title</a:t>
            </a:r>
          </a:p>
        </p:txBody>
      </p:sp>
      <p:sp>
        <p:nvSpPr>
          <p:cNvPr id="6" name="Gradient Placeholder 5">
            <a:extLst>
              <a:ext uri="{FF2B5EF4-FFF2-40B4-BE49-F238E27FC236}">
                <a16:creationId xmlns:a16="http://schemas.microsoft.com/office/drawing/2014/main" id="{A495C13D-43B0-F211-D4C3-5938F144C6C6}"/>
              </a:ext>
            </a:extLst>
          </p:cNvPr>
          <p:cNvSpPr>
            <a:spLocks noGrp="1"/>
          </p:cNvSpPr>
          <p:nvPr>
            <p:ph type="body" sz="quarter" idx="28" hasCustomPrompt="1"/>
          </p:nvPr>
        </p:nvSpPr>
        <p:spPr>
          <a:xfrm>
            <a:off x="5159374" y="4257063"/>
            <a:ext cx="7032625" cy="180000"/>
          </a:xfr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lgn="l">
              <a:defRPr kumimoji="0" lang="en-US" sz="700" b="0" i="0" u="none" strike="noStrike" kern="0" cap="none" spc="0" normalizeH="0" baseline="0" dirty="0" smtClean="0">
                <a:ln>
                  <a:noFill/>
                </a:ln>
                <a:solidFill>
                  <a:schemeClr val="tx2"/>
                </a:solidFill>
                <a:effectLst/>
                <a:uLnTx/>
                <a:uFillTx/>
                <a:latin typeface="Ubuntu"/>
              </a:defRPr>
            </a:lvl1pPr>
          </a:lstStyle>
          <a:p>
            <a:pPr lvl="0" algn="ctr">
              <a:spcBef>
                <a:spcPts val="0"/>
              </a:spcBef>
              <a:buFontTx/>
            </a:pPr>
            <a:r>
              <a:rPr lang="en-US"/>
              <a:t>Gradient in placeholder</a:t>
            </a:r>
          </a:p>
        </p:txBody>
      </p:sp>
      <p:sp>
        <p:nvSpPr>
          <p:cNvPr id="5" name="Logo Placeholder 7">
            <a:extLst>
              <a:ext uri="{FF2B5EF4-FFF2-40B4-BE49-F238E27FC236}">
                <a16:creationId xmlns:a16="http://schemas.microsoft.com/office/drawing/2014/main" id="{0B3C3CBD-E738-C78E-0E05-CABF012E6391}"/>
              </a:ext>
            </a:extLst>
          </p:cNvPr>
          <p:cNvSpPr>
            <a:spLocks noGrp="1"/>
          </p:cNvSpPr>
          <p:nvPr>
            <p:ph type="body" sz="quarter" idx="40" hasCustomPrompt="1"/>
          </p:nvPr>
        </p:nvSpPr>
        <p:spPr>
          <a:xfrm>
            <a:off x="11765626" y="128961"/>
            <a:ext cx="269046" cy="335806"/>
          </a:xfrm>
          <a:blipFill>
            <a:blip r:embed="rId2">
              <a:extLst>
                <a:ext uri="{96DAC541-7B7A-43D3-8B79-37D633B846F1}">
                  <asvg:svgBlip xmlns:asvg="http://schemas.microsoft.com/office/drawing/2016/SVG/main" r:embed="rId3"/>
                </a:ext>
              </a:extLst>
            </a:blip>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3386407190"/>
      </p:ext>
    </p:extLst>
  </p:cSld>
  <p:clrMapOvr>
    <a:masterClrMapping/>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preserve="1" userDrawn="1">
  <p:cSld name="Divider 2">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9BB1339-F341-E41B-4A76-E0462FDC1FEA}"/>
              </a:ext>
            </a:extLst>
          </p:cNvPr>
          <p:cNvSpPr/>
          <p:nvPr userDrawn="1"/>
        </p:nvSpPr>
        <p:spPr>
          <a:xfrm rot="16200000">
            <a:off x="-50850" y="3339001"/>
            <a:ext cx="6857998" cy="180000"/>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3" name="Date Placeholder 2">
            <a:extLst>
              <a:ext uri="{FF2B5EF4-FFF2-40B4-BE49-F238E27FC236}">
                <a16:creationId xmlns:a16="http://schemas.microsoft.com/office/drawing/2014/main" id="{8811E274-2B57-BD57-2F68-DBB426EFCE65}"/>
              </a:ext>
            </a:extLst>
          </p:cNvPr>
          <p:cNvSpPr>
            <a:spLocks noGrp="1"/>
          </p:cNvSpPr>
          <p:nvPr>
            <p:ph type="dt" sz="half" idx="19"/>
          </p:nvPr>
        </p:nvSpPr>
        <p:spPr/>
        <p:txBody>
          <a:bodyPr/>
          <a:lstStyle/>
          <a:p>
            <a:pPr>
              <a:spcBef>
                <a:spcPts val="1000"/>
              </a:spcBef>
              <a:buFont typeface="Arial" panose="020B0604020202020204" pitchFamily="34" charset="0"/>
              <a:buNone/>
            </a:pPr>
            <a:r>
              <a:rPr lang="pl-PL"/>
              <a:t>Company Confidential © Capgemini 2026. All rights reserved.</a:t>
            </a:r>
            <a:endParaRPr lang="en-US"/>
          </a:p>
        </p:txBody>
      </p:sp>
      <p:sp>
        <p:nvSpPr>
          <p:cNvPr id="4" name="Footer Placeholder 3">
            <a:extLst>
              <a:ext uri="{FF2B5EF4-FFF2-40B4-BE49-F238E27FC236}">
                <a16:creationId xmlns:a16="http://schemas.microsoft.com/office/drawing/2014/main" id="{09CE6D32-8A75-0D6E-E71F-DAACF84605EC}"/>
              </a:ext>
            </a:extLst>
          </p:cNvPr>
          <p:cNvSpPr>
            <a:spLocks noGrp="1"/>
          </p:cNvSpPr>
          <p:nvPr>
            <p:ph type="ftr" sz="quarter" idx="20"/>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0977DCB7-EB08-EC5A-73FF-FB5F850C5C25}"/>
              </a:ext>
            </a:extLst>
          </p:cNvPr>
          <p:cNvSpPr>
            <a:spLocks noGrp="1"/>
          </p:cNvSpPr>
          <p:nvPr>
            <p:ph type="sldNum" sz="quarter" idx="21"/>
          </p:nvPr>
        </p:nvSpPr>
        <p:spPr/>
        <p:txBody>
          <a:bodyPr/>
          <a:lstStyle/>
          <a:p>
            <a:pPr algn="r"/>
            <a:fld id="{5D9A5160-6218-4E5A-B9E6-B93E3DAE377C}" type="slidenum">
              <a:rPr lang="en-US" smtClean="0"/>
              <a:pPr algn="r"/>
              <a:t>‹#›</a:t>
            </a:fld>
            <a:endParaRPr lang="en-US"/>
          </a:p>
        </p:txBody>
      </p:sp>
      <p:sp>
        <p:nvSpPr>
          <p:cNvPr id="9" name="Text Placeholder 4">
            <a:extLst>
              <a:ext uri="{FF2B5EF4-FFF2-40B4-BE49-F238E27FC236}">
                <a16:creationId xmlns:a16="http://schemas.microsoft.com/office/drawing/2014/main" id="{B4666C08-BC72-FDBE-1461-F2EECABF4D42}"/>
              </a:ext>
            </a:extLst>
          </p:cNvPr>
          <p:cNvSpPr>
            <a:spLocks noGrp="1"/>
          </p:cNvSpPr>
          <p:nvPr>
            <p:ph type="body" sz="quarter" idx="23" hasCustomPrompt="1"/>
          </p:nvPr>
        </p:nvSpPr>
        <p:spPr>
          <a:xfrm>
            <a:off x="-433" y="0"/>
            <a:ext cx="2736304" cy="2924175"/>
          </a:xfrm>
        </p:spPr>
        <p:txBody>
          <a:bodyPr vert="vert270" wrap="none" lIns="0" tIns="0" rIns="0" bIns="0" rtlCol="0" anchor="t" anchorCtr="0">
            <a:noAutofit/>
          </a:bodyPr>
          <a:lstStyle>
            <a:lvl1pPr>
              <a:defRPr lang="en-US" sz="16600" b="0" cap="none" spc="0" baseline="0" dirty="0" smtClean="0"/>
            </a:lvl1pPr>
          </a:lstStyle>
          <a:p>
            <a:pPr lvl="0">
              <a:spcBef>
                <a:spcPts val="0"/>
              </a:spcBef>
            </a:pPr>
            <a:r>
              <a:rPr lang="en-US"/>
              <a:t>01</a:t>
            </a:r>
          </a:p>
        </p:txBody>
      </p:sp>
      <p:sp>
        <p:nvSpPr>
          <p:cNvPr id="11" name="Title 5">
            <a:extLst>
              <a:ext uri="{FF2B5EF4-FFF2-40B4-BE49-F238E27FC236}">
                <a16:creationId xmlns:a16="http://schemas.microsoft.com/office/drawing/2014/main" id="{0B6F8127-33BC-B324-58CF-854CD4CB9479}"/>
              </a:ext>
            </a:extLst>
          </p:cNvPr>
          <p:cNvSpPr>
            <a:spLocks noGrp="1"/>
          </p:cNvSpPr>
          <p:nvPr>
            <p:ph type="title" hasCustomPrompt="1"/>
          </p:nvPr>
        </p:nvSpPr>
        <p:spPr>
          <a:xfrm>
            <a:off x="4253696" y="1510496"/>
            <a:ext cx="7393343" cy="2887883"/>
          </a:xfrm>
        </p:spPr>
        <p:txBody>
          <a:bodyPr vert="horz" lIns="0" tIns="0" rIns="0" bIns="0" rtlCol="0" anchor="t">
            <a:noAutofit/>
          </a:bodyPr>
          <a:lstStyle>
            <a:lvl1pPr>
              <a:spcBef>
                <a:spcPts val="0"/>
              </a:spcBef>
              <a:defRPr lang="en-US" sz="5400">
                <a:latin typeface="+mn-lt"/>
                <a:ea typeface="+mn-ea"/>
                <a:cs typeface="+mn-cs"/>
              </a:defRPr>
            </a:lvl1pPr>
          </a:lstStyle>
          <a:p>
            <a:pPr lvl="0">
              <a:lnSpc>
                <a:spcPct val="100000"/>
              </a:lnSpc>
              <a:spcBef>
                <a:spcPts val="1800"/>
              </a:spcBef>
              <a:buFont typeface="Arial" panose="020B0604020202020204" pitchFamily="34" charset="0"/>
            </a:pPr>
            <a:r>
              <a:rPr lang="en-US"/>
              <a:t>Click to add title</a:t>
            </a:r>
          </a:p>
        </p:txBody>
      </p:sp>
    </p:spTree>
    <p:extLst>
      <p:ext uri="{BB962C8B-B14F-4D97-AF65-F5344CB8AC3E}">
        <p14:creationId xmlns:p14="http://schemas.microsoft.com/office/powerpoint/2010/main" val="3060560978"/>
      </p:ext>
    </p:extLst>
  </p:cSld>
  <p:clrMapOvr>
    <a:masterClrMapping/>
  </p:clrMapOvr>
</p:sldLayout>
</file>

<file path=ppt/slideLayouts/slideLayout186.xml><?xml version="1.0" encoding="utf-8"?>
<p:sldLayout xmlns:a="http://schemas.openxmlformats.org/drawingml/2006/main" xmlns:r="http://schemas.openxmlformats.org/officeDocument/2006/relationships" xmlns:p="http://schemas.openxmlformats.org/presentationml/2006/main" preserve="1" userDrawn="1">
  <p:cSld name="Divider Photo 2">
    <p:spTree>
      <p:nvGrpSpPr>
        <p:cNvPr id="1" name=""/>
        <p:cNvGrpSpPr/>
        <p:nvPr/>
      </p:nvGrpSpPr>
      <p:grpSpPr>
        <a:xfrm>
          <a:off x="0" y="0"/>
          <a:ext cx="0" cy="0"/>
          <a:chOff x="0" y="0"/>
          <a:chExt cx="0" cy="0"/>
        </a:xfrm>
      </p:grpSpPr>
      <p:sp>
        <p:nvSpPr>
          <p:cNvPr id="2" name="Picture Placeholder 10">
            <a:extLst>
              <a:ext uri="{FF2B5EF4-FFF2-40B4-BE49-F238E27FC236}">
                <a16:creationId xmlns:a16="http://schemas.microsoft.com/office/drawing/2014/main" id="{8AD156C1-F91F-57E6-BFA6-A0059404D21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4" name="Date Placeholder 3">
            <a:extLst>
              <a:ext uri="{FF2B5EF4-FFF2-40B4-BE49-F238E27FC236}">
                <a16:creationId xmlns:a16="http://schemas.microsoft.com/office/drawing/2014/main" id="{56929497-8122-9A44-6DDD-AD4C0F8B2084}"/>
              </a:ext>
            </a:extLst>
          </p:cNvPr>
          <p:cNvSpPr>
            <a:spLocks noGrp="1"/>
          </p:cNvSpPr>
          <p:nvPr>
            <p:ph type="dt" sz="half" idx="19"/>
          </p:nvPr>
        </p:nvSpPr>
        <p:spPr/>
        <p:txBody>
          <a:bodyPr/>
          <a:lstStyle/>
          <a:p>
            <a:pPr>
              <a:spcBef>
                <a:spcPts val="1000"/>
              </a:spcBef>
              <a:buFont typeface="Arial" panose="020B0604020202020204" pitchFamily="34" charset="0"/>
              <a:buNone/>
            </a:pPr>
            <a:r>
              <a:rPr lang="pl-PL"/>
              <a:t>Company Confidential © Capgemini 2026. All rights reserved.</a:t>
            </a:r>
            <a:endParaRPr lang="en-US"/>
          </a:p>
        </p:txBody>
      </p:sp>
      <p:sp>
        <p:nvSpPr>
          <p:cNvPr id="14" name="Slide Number Placeholder 13">
            <a:extLst>
              <a:ext uri="{FF2B5EF4-FFF2-40B4-BE49-F238E27FC236}">
                <a16:creationId xmlns:a16="http://schemas.microsoft.com/office/drawing/2014/main" id="{715D5173-A014-ABE6-88BB-A9337A5DDDB5}"/>
              </a:ext>
            </a:extLst>
          </p:cNvPr>
          <p:cNvSpPr>
            <a:spLocks noGrp="1"/>
          </p:cNvSpPr>
          <p:nvPr>
            <p:ph type="sldNum" sz="quarter" idx="21"/>
          </p:nvPr>
        </p:nvSpPr>
        <p:spPr/>
        <p:txBody>
          <a:bodyPr/>
          <a:lstStyle/>
          <a:p>
            <a:pPr algn="r"/>
            <a:fld id="{5D9A5160-6218-4E5A-B9E6-B93E3DAE377C}" type="slidenum">
              <a:rPr lang="en-US" smtClean="0"/>
              <a:pPr algn="r"/>
              <a:t>‹#›</a:t>
            </a:fld>
            <a:endParaRPr lang="en-US"/>
          </a:p>
        </p:txBody>
      </p:sp>
      <p:sp>
        <p:nvSpPr>
          <p:cNvPr id="5" name="Text Placeholder 4">
            <a:extLst>
              <a:ext uri="{FF2B5EF4-FFF2-40B4-BE49-F238E27FC236}">
                <a16:creationId xmlns:a16="http://schemas.microsoft.com/office/drawing/2014/main" id="{13682657-FA28-8301-9AF3-F2AE614DCDE3}"/>
              </a:ext>
            </a:extLst>
          </p:cNvPr>
          <p:cNvSpPr>
            <a:spLocks noGrp="1"/>
          </p:cNvSpPr>
          <p:nvPr>
            <p:ph type="body" sz="quarter" idx="22" hasCustomPrompt="1"/>
          </p:nvPr>
        </p:nvSpPr>
        <p:spPr>
          <a:xfrm>
            <a:off x="-433" y="0"/>
            <a:ext cx="2736304" cy="2924175"/>
          </a:xfrm>
        </p:spPr>
        <p:txBody>
          <a:bodyPr vert="vert270" wrap="none" lIns="0" tIns="0" rIns="0" bIns="0" rtlCol="0" anchor="t" anchorCtr="0">
            <a:noAutofit/>
          </a:bodyPr>
          <a:lstStyle>
            <a:lvl1pPr>
              <a:defRPr lang="en-US" sz="16600" b="0" cap="none" spc="0" baseline="0" dirty="0" smtClean="0">
                <a:solidFill>
                  <a:schemeClr val="tx1"/>
                </a:solidFill>
              </a:defRPr>
            </a:lvl1pPr>
          </a:lstStyle>
          <a:p>
            <a:pPr lvl="0">
              <a:spcBef>
                <a:spcPts val="0"/>
              </a:spcBef>
            </a:pPr>
            <a:r>
              <a:rPr lang="en-US"/>
              <a:t>01</a:t>
            </a:r>
          </a:p>
        </p:txBody>
      </p:sp>
      <p:sp>
        <p:nvSpPr>
          <p:cNvPr id="9" name="Title 5">
            <a:extLst>
              <a:ext uri="{FF2B5EF4-FFF2-40B4-BE49-F238E27FC236}">
                <a16:creationId xmlns:a16="http://schemas.microsoft.com/office/drawing/2014/main" id="{1861857D-180D-4FE5-399B-DE08A8B1548C}"/>
              </a:ext>
            </a:extLst>
          </p:cNvPr>
          <p:cNvSpPr>
            <a:spLocks noGrp="1"/>
          </p:cNvSpPr>
          <p:nvPr>
            <p:ph type="title" hasCustomPrompt="1"/>
          </p:nvPr>
        </p:nvSpPr>
        <p:spPr>
          <a:xfrm>
            <a:off x="4253696" y="1510496"/>
            <a:ext cx="7393343" cy="2887883"/>
          </a:xfrm>
        </p:spPr>
        <p:txBody>
          <a:bodyPr vert="horz" lIns="0" tIns="0" rIns="0" bIns="0" rtlCol="0" anchor="t">
            <a:noAutofit/>
          </a:bodyPr>
          <a:lstStyle>
            <a:lvl1pPr>
              <a:spcBef>
                <a:spcPts val="0"/>
              </a:spcBef>
              <a:defRPr lang="en-US" sz="5400">
                <a:solidFill>
                  <a:schemeClr val="tx1"/>
                </a:solidFill>
                <a:latin typeface="+mn-lt"/>
                <a:ea typeface="+mn-ea"/>
                <a:cs typeface="+mn-cs"/>
              </a:defRPr>
            </a:lvl1pPr>
          </a:lstStyle>
          <a:p>
            <a:pPr lvl="0">
              <a:lnSpc>
                <a:spcPct val="100000"/>
              </a:lnSpc>
              <a:spcBef>
                <a:spcPts val="1800"/>
              </a:spcBef>
              <a:buFont typeface="Arial" panose="020B0604020202020204" pitchFamily="34" charset="0"/>
            </a:pPr>
            <a:r>
              <a:rPr lang="en-US"/>
              <a:t>Click to add title</a:t>
            </a:r>
          </a:p>
        </p:txBody>
      </p:sp>
      <p:sp>
        <p:nvSpPr>
          <p:cNvPr id="7" name="Gradient Placeholder 5">
            <a:extLst>
              <a:ext uri="{FF2B5EF4-FFF2-40B4-BE49-F238E27FC236}">
                <a16:creationId xmlns:a16="http://schemas.microsoft.com/office/drawing/2014/main" id="{0571978A-A079-2CFE-0A83-D7D525496E16}"/>
              </a:ext>
            </a:extLst>
          </p:cNvPr>
          <p:cNvSpPr>
            <a:spLocks noGrp="1"/>
          </p:cNvSpPr>
          <p:nvPr>
            <p:ph type="body" sz="quarter" idx="28" hasCustomPrompt="1"/>
          </p:nvPr>
        </p:nvSpPr>
        <p:spPr>
          <a:xfrm rot="16200000">
            <a:off x="-50850" y="3339001"/>
            <a:ext cx="6857998" cy="180000"/>
          </a:xfr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lgn="l">
              <a:defRPr kumimoji="0" lang="en-US" sz="700" b="0" i="0" u="none" strike="noStrike" kern="0" cap="none" spc="0" normalizeH="0" baseline="0" dirty="0" smtClean="0">
                <a:ln>
                  <a:noFill/>
                </a:ln>
                <a:solidFill>
                  <a:schemeClr val="accent2"/>
                </a:solidFill>
                <a:effectLst/>
                <a:uLnTx/>
                <a:uFillTx/>
                <a:latin typeface="Ubuntu"/>
              </a:defRPr>
            </a:lvl1pPr>
          </a:lstStyle>
          <a:p>
            <a:pPr lvl="0" algn="ctr">
              <a:spcBef>
                <a:spcPts val="0"/>
              </a:spcBef>
              <a:buFontTx/>
            </a:pPr>
            <a:r>
              <a:rPr lang="en-US"/>
              <a:t>Gradient in placeholder</a:t>
            </a:r>
          </a:p>
        </p:txBody>
      </p:sp>
      <p:sp>
        <p:nvSpPr>
          <p:cNvPr id="6" name="Footer Placeholder 5">
            <a:extLst>
              <a:ext uri="{FF2B5EF4-FFF2-40B4-BE49-F238E27FC236}">
                <a16:creationId xmlns:a16="http://schemas.microsoft.com/office/drawing/2014/main" id="{F00853BC-BEFF-4053-AD58-C0C6CB7301CA}"/>
              </a:ext>
            </a:extLst>
          </p:cNvPr>
          <p:cNvSpPr>
            <a:spLocks noGrp="1"/>
          </p:cNvSpPr>
          <p:nvPr>
            <p:ph type="ftr" sz="quarter" idx="20"/>
          </p:nvPr>
        </p:nvSpPr>
        <p:spPr/>
        <p:txBody>
          <a:bodyPr/>
          <a:lstStyle/>
          <a:p>
            <a:pPr>
              <a:spcBef>
                <a:spcPts val="1000"/>
              </a:spcBef>
              <a:buFont typeface="Arial" panose="020B0604020202020204" pitchFamily="34" charset="0"/>
              <a:buNone/>
            </a:pPr>
            <a:r>
              <a:rPr lang="en-US"/>
              <a:t>Presentation Title | Author | Date</a:t>
            </a:r>
          </a:p>
        </p:txBody>
      </p:sp>
      <p:sp>
        <p:nvSpPr>
          <p:cNvPr id="3" name="Logo Placeholder 7">
            <a:extLst>
              <a:ext uri="{FF2B5EF4-FFF2-40B4-BE49-F238E27FC236}">
                <a16:creationId xmlns:a16="http://schemas.microsoft.com/office/drawing/2014/main" id="{DCFC13AE-0F74-A4CB-F711-D9650A2D5CC3}"/>
              </a:ext>
            </a:extLst>
          </p:cNvPr>
          <p:cNvSpPr>
            <a:spLocks noGrp="1"/>
          </p:cNvSpPr>
          <p:nvPr>
            <p:ph type="body" sz="quarter" idx="40" hasCustomPrompt="1"/>
          </p:nvPr>
        </p:nvSpPr>
        <p:spPr>
          <a:xfrm>
            <a:off x="11765626" y="128961"/>
            <a:ext cx="269046" cy="335806"/>
          </a:xfrm>
          <a:blipFill>
            <a:blip r:embed="rId2">
              <a:extLst>
                <a:ext uri="{96DAC541-7B7A-43D3-8B79-37D633B846F1}">
                  <asvg:svgBlip xmlns:asvg="http://schemas.microsoft.com/office/drawing/2016/SVG/main" r:embed="rId3"/>
                </a:ext>
              </a:extLst>
            </a:blip>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3180188876"/>
      </p:ext>
    </p:extLst>
  </p:cSld>
  <p:clrMapOvr>
    <a:masterClrMapping/>
  </p:clrMapOvr>
</p:sldLayout>
</file>

<file path=ppt/slideLayouts/slideLayout187.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D05BE089-2489-3604-1BFA-99F26E2657A3}"/>
              </a:ext>
            </a:extLst>
          </p:cNvPr>
          <p:cNvSpPr>
            <a:spLocks noGrp="1"/>
          </p:cNvSpPr>
          <p:nvPr>
            <p:ph type="dt" sz="half" idx="10"/>
          </p:nvPr>
        </p:nvSpPr>
        <p:spPr/>
        <p:txBody>
          <a:bodyPr/>
          <a:lstStyle/>
          <a:p>
            <a:pPr>
              <a:spcBef>
                <a:spcPts val="1000"/>
              </a:spcBef>
              <a:buFont typeface="Arial" panose="020B0604020202020204" pitchFamily="34" charset="0"/>
              <a:buNone/>
            </a:pPr>
            <a:r>
              <a:rPr lang="pl-PL"/>
              <a:t>Company Confidential © Capgemini 2026. All rights reserved.</a:t>
            </a:r>
            <a:endParaRPr lang="en-US"/>
          </a:p>
        </p:txBody>
      </p:sp>
      <p:sp>
        <p:nvSpPr>
          <p:cNvPr id="4" name="Footer Placeholder 3">
            <a:extLst>
              <a:ext uri="{FF2B5EF4-FFF2-40B4-BE49-F238E27FC236}">
                <a16:creationId xmlns:a16="http://schemas.microsoft.com/office/drawing/2014/main" id="{27DD8718-6D0F-15C6-4CBD-55C472C3C492}"/>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A98A8975-BB8E-4570-BA8F-A91834025269}"/>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4165298607"/>
      </p:ext>
    </p:extLst>
  </p:cSld>
  <p:clrMapOvr>
    <a:masterClrMapping/>
  </p:clrMapOvr>
</p:sldLayout>
</file>

<file path=ppt/slideLayouts/slideLayout188.xml><?xml version="1.0" encoding="utf-8"?>
<p:sldLayout xmlns:a="http://schemas.openxmlformats.org/drawingml/2006/main" xmlns:r="http://schemas.openxmlformats.org/officeDocument/2006/relationships" xmlns:p="http://schemas.openxmlformats.org/presentationml/2006/main" preserve="1" userDrawn="1">
  <p:cSld name="Content 1">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pl-PL"/>
              <a:t>Company Confidential © Capgemini 2026. All rights reserved.</a:t>
            </a:r>
            <a:endParaRPr lang="en-US"/>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TMT Monthly Update | 16 January 2026</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5" name="Title 4">
            <a:extLst>
              <a:ext uri="{FF2B5EF4-FFF2-40B4-BE49-F238E27FC236}">
                <a16:creationId xmlns:a16="http://schemas.microsoft.com/office/drawing/2014/main" id="{F51FE388-96EB-60B4-BDE5-75205588111D}"/>
              </a:ext>
            </a:extLst>
          </p:cNvPr>
          <p:cNvSpPr>
            <a:spLocks noGrp="1"/>
          </p:cNvSpPr>
          <p:nvPr>
            <p:ph type="title"/>
          </p:nvPr>
        </p:nvSpPr>
        <p:spPr>
          <a:xfrm>
            <a:off x="551384" y="328512"/>
            <a:ext cx="11090938" cy="724224"/>
          </a:xfrm>
        </p:spPr>
        <p:txBody>
          <a:bodyPr anchor="t"/>
          <a:lstStyle>
            <a:lvl1pPr>
              <a:defRPr sz="2400"/>
            </a:lvl1pPr>
          </a:lstStyle>
          <a:p>
            <a:r>
              <a:rPr lang="en-US"/>
              <a:t>Click to edit Master title style</a:t>
            </a:r>
          </a:p>
        </p:txBody>
      </p:sp>
    </p:spTree>
    <p:extLst>
      <p:ext uri="{BB962C8B-B14F-4D97-AF65-F5344CB8AC3E}">
        <p14:creationId xmlns:p14="http://schemas.microsoft.com/office/powerpoint/2010/main" val="292741938"/>
      </p:ext>
    </p:extLst>
  </p:cSld>
  <p:clrMapOvr>
    <a:masterClrMapping/>
  </p:clrMapOvr>
</p:sldLayout>
</file>

<file path=ppt/slideLayouts/slideLayout189.xml><?xml version="1.0" encoding="utf-8"?>
<p:sldLayout xmlns:a="http://schemas.openxmlformats.org/drawingml/2006/main" xmlns:r="http://schemas.openxmlformats.org/officeDocument/2006/relationships" xmlns:p="http://schemas.openxmlformats.org/presentationml/2006/main" showMasterSp="0" preserve="1" userDrawn="1">
  <p:cSld name="Title Slide 1">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269F39D-C2C8-CD10-FC79-E8DF4011DD81}"/>
              </a:ext>
            </a:extLst>
          </p:cNvPr>
          <p:cNvSpPr/>
          <p:nvPr userDrawn="1"/>
        </p:nvSpPr>
        <p:spPr>
          <a:xfrm>
            <a:off x="0" y="0"/>
            <a:ext cx="8904287" cy="6858000"/>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3" name="Group 2">
            <a:extLst>
              <a:ext uri="{FF2B5EF4-FFF2-40B4-BE49-F238E27FC236}">
                <a16:creationId xmlns:a16="http://schemas.microsoft.com/office/drawing/2014/main" id="{E1F341D8-9871-3E87-0C47-63724CC68DAF}"/>
              </a:ext>
            </a:extLst>
          </p:cNvPr>
          <p:cNvGrpSpPr>
            <a:grpSpLocks noChangeAspect="1"/>
          </p:cNvGrpSpPr>
          <p:nvPr userDrawn="1"/>
        </p:nvGrpSpPr>
        <p:grpSpPr>
          <a:xfrm>
            <a:off x="9912013" y="409248"/>
            <a:ext cx="1872000" cy="420870"/>
            <a:chOff x="5094083" y="5360390"/>
            <a:chExt cx="3039349" cy="683316"/>
          </a:xfrm>
          <a:solidFill>
            <a:schemeClr val="tx2"/>
          </a:solidFill>
        </p:grpSpPr>
        <p:sp>
          <p:nvSpPr>
            <p:cNvPr id="14" name="Freeform: Shape 4">
              <a:extLst>
                <a:ext uri="{FF2B5EF4-FFF2-40B4-BE49-F238E27FC236}">
                  <a16:creationId xmlns:a16="http://schemas.microsoft.com/office/drawing/2014/main" id="{2608921F-B565-8FD4-583E-9DA9BDDB5334}"/>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15" name="Freeform: Shape 5">
              <a:extLst>
                <a:ext uri="{FF2B5EF4-FFF2-40B4-BE49-F238E27FC236}">
                  <a16:creationId xmlns:a16="http://schemas.microsoft.com/office/drawing/2014/main" id="{59393CFC-3187-9068-EACC-9DD97F450CB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20" name="Freeform: Shape 6">
              <a:extLst>
                <a:ext uri="{FF2B5EF4-FFF2-40B4-BE49-F238E27FC236}">
                  <a16:creationId xmlns:a16="http://schemas.microsoft.com/office/drawing/2014/main" id="{F2454DD1-23F6-150E-C46D-96FB7C5FC4D3}"/>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21" name="Freeform: Shape 7">
              <a:extLst>
                <a:ext uri="{FF2B5EF4-FFF2-40B4-BE49-F238E27FC236}">
                  <a16:creationId xmlns:a16="http://schemas.microsoft.com/office/drawing/2014/main" id="{34B65355-DFA8-1685-F338-14C9D76CCDEF}"/>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22" name="Freeform: Shape 8">
              <a:extLst>
                <a:ext uri="{FF2B5EF4-FFF2-40B4-BE49-F238E27FC236}">
                  <a16:creationId xmlns:a16="http://schemas.microsoft.com/office/drawing/2014/main" id="{DF15E081-4331-E828-08B5-2291332FD146}"/>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23" name="Rectangle 22">
            <a:extLst>
              <a:ext uri="{FF2B5EF4-FFF2-40B4-BE49-F238E27FC236}">
                <a16:creationId xmlns:a16="http://schemas.microsoft.com/office/drawing/2014/main" id="{7D66C3DE-7CB2-8D02-1EF9-E3C8E4BFAA90}"/>
              </a:ext>
            </a:extLst>
          </p:cNvPr>
          <p:cNvSpPr/>
          <p:nvPr userDrawn="1"/>
        </p:nvSpPr>
        <p:spPr>
          <a:xfrm rot="16200000">
            <a:off x="5403547"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 name="Title 1">
            <a:extLst>
              <a:ext uri="{FF2B5EF4-FFF2-40B4-BE49-F238E27FC236}">
                <a16:creationId xmlns:a16="http://schemas.microsoft.com/office/drawing/2014/main" id="{FE5276F6-E981-8407-5AD7-E85838815E5A}"/>
              </a:ext>
            </a:extLst>
          </p:cNvPr>
          <p:cNvSpPr>
            <a:spLocks noGrp="1"/>
          </p:cNvSpPr>
          <p:nvPr>
            <p:ph type="title"/>
          </p:nvPr>
        </p:nvSpPr>
        <p:spPr>
          <a:xfrm>
            <a:off x="445713" y="980728"/>
            <a:ext cx="7313049" cy="4104456"/>
          </a:xfrm>
        </p:spPr>
        <p:txBody>
          <a:bodyPr vert="horz" lIns="0" tIns="0" rIns="0" bIns="126000" rtlCol="0" anchor="b" anchorCtr="0">
            <a:noAutofit/>
          </a:bodyPr>
          <a:lstStyle>
            <a:lvl1pPr>
              <a:defRPr lang="en-PL" sz="7200" dirty="0">
                <a:solidFill>
                  <a:schemeClr val="bg2"/>
                </a:solidFill>
                <a:latin typeface="Ubuntu Light" panose="020B0304030602030204" pitchFamily="34" charset="0"/>
              </a:defRPr>
            </a:lvl1pPr>
          </a:lstStyle>
          <a:p>
            <a:pPr lvl="0"/>
            <a:r>
              <a:rPr lang="en-US"/>
              <a:t>Click to edit Master title style</a:t>
            </a:r>
            <a:endParaRPr lang="en-PL"/>
          </a:p>
        </p:txBody>
      </p:sp>
      <p:sp>
        <p:nvSpPr>
          <p:cNvPr id="4" name="Text Placeholder 3">
            <a:extLst>
              <a:ext uri="{FF2B5EF4-FFF2-40B4-BE49-F238E27FC236}">
                <a16:creationId xmlns:a16="http://schemas.microsoft.com/office/drawing/2014/main" id="{710D5C00-226E-1369-C48F-FBB9D0A2D267}"/>
              </a:ext>
            </a:extLst>
          </p:cNvPr>
          <p:cNvSpPr>
            <a:spLocks noGrp="1"/>
          </p:cNvSpPr>
          <p:nvPr>
            <p:ph type="body" sz="quarter" idx="10" hasCustomPrompt="1"/>
          </p:nvPr>
        </p:nvSpPr>
        <p:spPr>
          <a:xfrm>
            <a:off x="445713" y="5131138"/>
            <a:ext cx="6479535" cy="215444"/>
          </a:xfrm>
          <a:prstGeom prst="rect">
            <a:avLst/>
          </a:prstGeom>
        </p:spPr>
        <p:txBody>
          <a:bodyPr/>
          <a:lstStyle>
            <a:lvl1pPr>
              <a:defRPr lang="en-GB" sz="1700" b="1"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
        <p:nvSpPr>
          <p:cNvPr id="6" name="Text Placeholder 3">
            <a:extLst>
              <a:ext uri="{FF2B5EF4-FFF2-40B4-BE49-F238E27FC236}">
                <a16:creationId xmlns:a16="http://schemas.microsoft.com/office/drawing/2014/main" id="{141DE9FA-300D-BBCE-A5BC-ECE60B3F1F61}"/>
              </a:ext>
            </a:extLst>
          </p:cNvPr>
          <p:cNvSpPr>
            <a:spLocks noGrp="1"/>
          </p:cNvSpPr>
          <p:nvPr>
            <p:ph type="body" sz="quarter" idx="11" hasCustomPrompt="1"/>
          </p:nvPr>
        </p:nvSpPr>
        <p:spPr>
          <a:xfrm>
            <a:off x="445713" y="5715912"/>
            <a:ext cx="6479535" cy="215444"/>
          </a:xfrm>
          <a:prstGeom prst="rect">
            <a:avLst/>
          </a:prstGeom>
        </p:spPr>
        <p:txBody>
          <a:bodyPr/>
          <a:lstStyle>
            <a:lvl1pPr>
              <a:defRPr lang="en-GB" sz="1400"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Tree>
    <p:extLst>
      <p:ext uri="{BB962C8B-B14F-4D97-AF65-F5344CB8AC3E}">
        <p14:creationId xmlns:p14="http://schemas.microsoft.com/office/powerpoint/2010/main" val="3326166150"/>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190.xml><?xml version="1.0" encoding="utf-8"?>
<p:sldLayout xmlns:a="http://schemas.openxmlformats.org/drawingml/2006/main" xmlns:r="http://schemas.openxmlformats.org/officeDocument/2006/relationships" xmlns:p="http://schemas.openxmlformats.org/presentationml/2006/main" showMasterSp="0" preserve="1" userDrawn="1">
  <p:cSld name="Title Slide Logo Cut">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276F6-E981-8407-5AD7-E85838815E5A}"/>
              </a:ext>
            </a:extLst>
          </p:cNvPr>
          <p:cNvSpPr>
            <a:spLocks noGrp="1"/>
          </p:cNvSpPr>
          <p:nvPr>
            <p:ph type="title"/>
          </p:nvPr>
        </p:nvSpPr>
        <p:spPr>
          <a:xfrm>
            <a:off x="2765723" y="1489457"/>
            <a:ext cx="6480175" cy="1677988"/>
          </a:xfrm>
          <a:noFill/>
        </p:spPr>
        <p:txBody>
          <a:bodyPr anchor="b"/>
          <a:lstStyle>
            <a:lvl1pPr algn="ctr">
              <a:defRPr kumimoji="0" lang="en-PL" sz="5400" b="0" i="0" u="none" strike="noStrike" kern="1200" cap="none" spc="0" normalizeH="0" baseline="0" noProof="0" dirty="0">
                <a:ln>
                  <a:noFill/>
                </a:ln>
                <a:solidFill>
                  <a:schemeClr val="bg1"/>
                </a:solidFill>
                <a:effectLst/>
                <a:uLnTx/>
                <a:uFillTx/>
                <a:latin typeface="+mn-lt"/>
                <a:ea typeface="+mj-ea"/>
                <a:cs typeface="+mj-cs"/>
              </a:defRPr>
            </a:lvl1pPr>
          </a:lstStyle>
          <a:p>
            <a:r>
              <a:rPr lang="en-US"/>
              <a:t>Click to edit Master title style</a:t>
            </a:r>
            <a:endParaRPr lang="en-PL"/>
          </a:p>
        </p:txBody>
      </p:sp>
      <p:sp>
        <p:nvSpPr>
          <p:cNvPr id="4" name="Text Placeholder 3">
            <a:extLst>
              <a:ext uri="{FF2B5EF4-FFF2-40B4-BE49-F238E27FC236}">
                <a16:creationId xmlns:a16="http://schemas.microsoft.com/office/drawing/2014/main" id="{710D5C00-226E-1369-C48F-FBB9D0A2D267}"/>
              </a:ext>
            </a:extLst>
          </p:cNvPr>
          <p:cNvSpPr>
            <a:spLocks noGrp="1"/>
          </p:cNvSpPr>
          <p:nvPr>
            <p:ph type="body" sz="quarter" idx="10" hasCustomPrompt="1"/>
          </p:nvPr>
        </p:nvSpPr>
        <p:spPr>
          <a:xfrm>
            <a:off x="2764136" y="3167445"/>
            <a:ext cx="6478587" cy="348286"/>
          </a:xfrm>
          <a:prstGeom prst="rect">
            <a:avLst/>
          </a:prstGeom>
        </p:spPr>
        <p:txBody>
          <a:bodyPr/>
          <a:lstStyle>
            <a:lvl1pPr algn="ctr">
              <a:defRPr lang="en-GB" sz="2000" kern="1200" dirty="0" smtClean="0">
                <a:solidFill>
                  <a:schemeClr val="bg1"/>
                </a:solidFill>
                <a:latin typeface="Ubuntu Light" panose="020B0304030602030204" pitchFamily="34" charset="0"/>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
        <p:nvSpPr>
          <p:cNvPr id="6" name="Text Placeholder 3">
            <a:extLst>
              <a:ext uri="{FF2B5EF4-FFF2-40B4-BE49-F238E27FC236}">
                <a16:creationId xmlns:a16="http://schemas.microsoft.com/office/drawing/2014/main" id="{141DE9FA-300D-BBCE-A5BC-ECE60B3F1F61}"/>
              </a:ext>
            </a:extLst>
          </p:cNvPr>
          <p:cNvSpPr>
            <a:spLocks noGrp="1"/>
          </p:cNvSpPr>
          <p:nvPr>
            <p:ph type="body" sz="quarter" idx="11" hasCustomPrompt="1"/>
          </p:nvPr>
        </p:nvSpPr>
        <p:spPr>
          <a:xfrm>
            <a:off x="2763761" y="3709694"/>
            <a:ext cx="6479535" cy="253029"/>
          </a:xfrm>
          <a:prstGeom prst="rect">
            <a:avLst/>
          </a:prstGeom>
        </p:spPr>
        <p:txBody>
          <a:bodyPr/>
          <a:lstStyle>
            <a:lvl1pPr algn="ctr">
              <a:defRPr lang="en-GB" sz="1400" kern="1200" dirty="0" smtClean="0">
                <a:solidFill>
                  <a:schemeClr val="bg1"/>
                </a:solidFill>
                <a:latin typeface="Ubuntu Light" panose="020B0304030602030204" pitchFamily="34" charset="0"/>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grpSp>
        <p:nvGrpSpPr>
          <p:cNvPr id="3" name="Group 2">
            <a:extLst>
              <a:ext uri="{FF2B5EF4-FFF2-40B4-BE49-F238E27FC236}">
                <a16:creationId xmlns:a16="http://schemas.microsoft.com/office/drawing/2014/main" id="{29019898-C562-0E25-C4F3-334360D03193}"/>
              </a:ext>
            </a:extLst>
          </p:cNvPr>
          <p:cNvGrpSpPr>
            <a:grpSpLocks noChangeAspect="1"/>
          </p:cNvGrpSpPr>
          <p:nvPr userDrawn="1"/>
        </p:nvGrpSpPr>
        <p:grpSpPr>
          <a:xfrm>
            <a:off x="-175885" y="4642089"/>
            <a:ext cx="12564529" cy="2824804"/>
            <a:chOff x="5094083" y="5360390"/>
            <a:chExt cx="3039349" cy="683316"/>
          </a:xfrm>
          <a:solidFill>
            <a:schemeClr val="tx2"/>
          </a:solidFill>
        </p:grpSpPr>
        <p:sp>
          <p:nvSpPr>
            <p:cNvPr id="7" name="Freeform: Shape 4">
              <a:extLst>
                <a:ext uri="{FF2B5EF4-FFF2-40B4-BE49-F238E27FC236}">
                  <a16:creationId xmlns:a16="http://schemas.microsoft.com/office/drawing/2014/main" id="{F8CB933C-09AA-8C71-2E78-1561B27414F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8" name="Freeform: Shape 5">
              <a:extLst>
                <a:ext uri="{FF2B5EF4-FFF2-40B4-BE49-F238E27FC236}">
                  <a16:creationId xmlns:a16="http://schemas.microsoft.com/office/drawing/2014/main" id="{99E6D307-271F-C8DB-706F-FE50815F9A3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9" name="Freeform: Shape 6">
              <a:extLst>
                <a:ext uri="{FF2B5EF4-FFF2-40B4-BE49-F238E27FC236}">
                  <a16:creationId xmlns:a16="http://schemas.microsoft.com/office/drawing/2014/main" id="{C39B46B1-97A6-4B30-142D-E2A1330E057D}"/>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10" name="Freeform: Shape 7">
              <a:extLst>
                <a:ext uri="{FF2B5EF4-FFF2-40B4-BE49-F238E27FC236}">
                  <a16:creationId xmlns:a16="http://schemas.microsoft.com/office/drawing/2014/main" id="{9BFEC525-2C7E-E980-B007-932804D5D51E}"/>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11" name="Freeform: Shape 8">
              <a:extLst>
                <a:ext uri="{FF2B5EF4-FFF2-40B4-BE49-F238E27FC236}">
                  <a16:creationId xmlns:a16="http://schemas.microsoft.com/office/drawing/2014/main" id="{4A1347D2-8F0A-9DF0-EE43-F2AA0C1B4213}"/>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grpSp>
      <p:sp>
        <p:nvSpPr>
          <p:cNvPr id="12" name="Rectangle 11">
            <a:extLst>
              <a:ext uri="{FF2B5EF4-FFF2-40B4-BE49-F238E27FC236}">
                <a16:creationId xmlns:a16="http://schemas.microsoft.com/office/drawing/2014/main" id="{AEB98D74-27E3-F044-4F08-EF3F7C226178}"/>
              </a:ext>
            </a:extLst>
          </p:cNvPr>
          <p:cNvSpPr/>
          <p:nvPr userDrawn="1"/>
        </p:nvSpPr>
        <p:spPr>
          <a:xfrm>
            <a:off x="-902128" y="2536529"/>
            <a:ext cx="4660490"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16" name="Rectangle 15">
            <a:extLst>
              <a:ext uri="{FF2B5EF4-FFF2-40B4-BE49-F238E27FC236}">
                <a16:creationId xmlns:a16="http://schemas.microsoft.com/office/drawing/2014/main" id="{B977B1B2-8ECC-4719-803F-E7EBCFD4BEF8}"/>
              </a:ext>
            </a:extLst>
          </p:cNvPr>
          <p:cNvSpPr/>
          <p:nvPr userDrawn="1"/>
        </p:nvSpPr>
        <p:spPr>
          <a:xfrm>
            <a:off x="7696229" y="3673621"/>
            <a:ext cx="4660490"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Tree>
    <p:extLst>
      <p:ext uri="{BB962C8B-B14F-4D97-AF65-F5344CB8AC3E}">
        <p14:creationId xmlns:p14="http://schemas.microsoft.com/office/powerpoint/2010/main" val="2313297488"/>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191.xml><?xml version="1.0" encoding="utf-8"?>
<p:sldLayout xmlns:a="http://schemas.openxmlformats.org/drawingml/2006/main" xmlns:r="http://schemas.openxmlformats.org/officeDocument/2006/relationships" xmlns:p="http://schemas.openxmlformats.org/presentationml/2006/main" showMasterSp="0" preserve="1" userDrawn="1">
  <p:cSld name="Title Slide Message left">
    <p:bg>
      <p:bgPr>
        <a:solidFill>
          <a:schemeClr val="tx2"/>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710D5C00-226E-1369-C48F-FBB9D0A2D267}"/>
              </a:ext>
            </a:extLst>
          </p:cNvPr>
          <p:cNvSpPr>
            <a:spLocks noGrp="1"/>
          </p:cNvSpPr>
          <p:nvPr>
            <p:ph type="body" sz="quarter" idx="10" hasCustomPrompt="1"/>
          </p:nvPr>
        </p:nvSpPr>
        <p:spPr>
          <a:xfrm>
            <a:off x="7859991" y="4310970"/>
            <a:ext cx="3776998" cy="844776"/>
          </a:xfrm>
          <a:prstGeom prst="rect">
            <a:avLst/>
          </a:prstGeom>
        </p:spPr>
        <p:txBody>
          <a:bodyPr/>
          <a:lstStyle>
            <a:lvl1pPr algn="l">
              <a:defRPr lang="en-GB" sz="2000"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
        <p:nvSpPr>
          <p:cNvPr id="6" name="Text Placeholder 3">
            <a:extLst>
              <a:ext uri="{FF2B5EF4-FFF2-40B4-BE49-F238E27FC236}">
                <a16:creationId xmlns:a16="http://schemas.microsoft.com/office/drawing/2014/main" id="{141DE9FA-300D-BBCE-A5BC-ECE60B3F1F61}"/>
              </a:ext>
            </a:extLst>
          </p:cNvPr>
          <p:cNvSpPr>
            <a:spLocks noGrp="1"/>
          </p:cNvSpPr>
          <p:nvPr>
            <p:ph type="body" sz="quarter" idx="11" hasCustomPrompt="1"/>
          </p:nvPr>
        </p:nvSpPr>
        <p:spPr>
          <a:xfrm>
            <a:off x="7859991" y="5787865"/>
            <a:ext cx="3776998" cy="546064"/>
          </a:xfrm>
          <a:prstGeom prst="rect">
            <a:avLst/>
          </a:prstGeom>
        </p:spPr>
        <p:txBody>
          <a:bodyPr/>
          <a:lstStyle>
            <a:lvl1pPr algn="l">
              <a:defRPr lang="en-GB" sz="1400"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grpSp>
        <p:nvGrpSpPr>
          <p:cNvPr id="5" name="Group 2">
            <a:extLst>
              <a:ext uri="{FF2B5EF4-FFF2-40B4-BE49-F238E27FC236}">
                <a16:creationId xmlns:a16="http://schemas.microsoft.com/office/drawing/2014/main" id="{97C43731-60F1-A1BC-E630-11D1BE6DDE01}"/>
              </a:ext>
            </a:extLst>
          </p:cNvPr>
          <p:cNvGrpSpPr>
            <a:grpSpLocks noChangeAspect="1"/>
          </p:cNvGrpSpPr>
          <p:nvPr userDrawn="1"/>
        </p:nvGrpSpPr>
        <p:grpSpPr>
          <a:xfrm>
            <a:off x="368802" y="6162345"/>
            <a:ext cx="1872000" cy="420870"/>
            <a:chOff x="5094083" y="5360390"/>
            <a:chExt cx="3039349" cy="683316"/>
          </a:xfrm>
          <a:solidFill>
            <a:schemeClr val="bg2"/>
          </a:solidFill>
        </p:grpSpPr>
        <p:sp>
          <p:nvSpPr>
            <p:cNvPr id="13" name="Freeform: Shape 4">
              <a:extLst>
                <a:ext uri="{FF2B5EF4-FFF2-40B4-BE49-F238E27FC236}">
                  <a16:creationId xmlns:a16="http://schemas.microsoft.com/office/drawing/2014/main" id="{E46A43A4-DCDF-7C78-DDEA-21BACBE7C71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6F6F6"/>
                </a:solidFill>
                <a:effectLst/>
                <a:uLnTx/>
                <a:uFillTx/>
                <a:latin typeface="Ubuntu"/>
                <a:ea typeface="+mn-ea"/>
                <a:cs typeface="+mn-cs"/>
              </a:endParaRPr>
            </a:p>
          </p:txBody>
        </p:sp>
        <p:sp>
          <p:nvSpPr>
            <p:cNvPr id="14" name="Freeform: Shape 5">
              <a:extLst>
                <a:ext uri="{FF2B5EF4-FFF2-40B4-BE49-F238E27FC236}">
                  <a16:creationId xmlns:a16="http://schemas.microsoft.com/office/drawing/2014/main" id="{D4834A30-F65C-87DF-9AD8-668233946F32}"/>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6F6F6"/>
                </a:solidFill>
                <a:effectLst/>
                <a:uLnTx/>
                <a:uFillTx/>
                <a:latin typeface="Ubuntu"/>
                <a:ea typeface="+mn-ea"/>
                <a:cs typeface="+mn-cs"/>
              </a:endParaRPr>
            </a:p>
          </p:txBody>
        </p:sp>
        <p:sp>
          <p:nvSpPr>
            <p:cNvPr id="15" name="Freeform: Shape 6">
              <a:extLst>
                <a:ext uri="{FF2B5EF4-FFF2-40B4-BE49-F238E27FC236}">
                  <a16:creationId xmlns:a16="http://schemas.microsoft.com/office/drawing/2014/main" id="{97CAB39C-AC38-78BE-6460-1AC31467E31A}"/>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6F6F6"/>
                </a:solidFill>
                <a:effectLst/>
                <a:uLnTx/>
                <a:uFillTx/>
                <a:latin typeface="Ubuntu"/>
                <a:ea typeface="+mn-ea"/>
                <a:cs typeface="+mn-cs"/>
              </a:endParaRPr>
            </a:p>
          </p:txBody>
        </p:sp>
        <p:sp>
          <p:nvSpPr>
            <p:cNvPr id="17" name="Freeform: Shape 7">
              <a:extLst>
                <a:ext uri="{FF2B5EF4-FFF2-40B4-BE49-F238E27FC236}">
                  <a16:creationId xmlns:a16="http://schemas.microsoft.com/office/drawing/2014/main" id="{D6E94E64-5DBF-0D94-8FC8-EDC1F82C3D7C}"/>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6F6F6"/>
                </a:solidFill>
                <a:effectLst/>
                <a:uLnTx/>
                <a:uFillTx/>
                <a:latin typeface="Ubuntu"/>
                <a:ea typeface="+mn-ea"/>
                <a:cs typeface="+mn-cs"/>
              </a:endParaRPr>
            </a:p>
          </p:txBody>
        </p:sp>
        <p:sp>
          <p:nvSpPr>
            <p:cNvPr id="18" name="Freeform: Shape 8">
              <a:extLst>
                <a:ext uri="{FF2B5EF4-FFF2-40B4-BE49-F238E27FC236}">
                  <a16:creationId xmlns:a16="http://schemas.microsoft.com/office/drawing/2014/main" id="{C730C3C9-943E-DF05-5213-9E27CF02B89F}"/>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6F6F6"/>
                </a:solidFill>
                <a:effectLst/>
                <a:uLnTx/>
                <a:uFillTx/>
                <a:latin typeface="Ubuntu"/>
                <a:ea typeface="+mn-ea"/>
                <a:cs typeface="+mn-cs"/>
              </a:endParaRPr>
            </a:p>
          </p:txBody>
        </p:sp>
      </p:grpSp>
      <p:sp>
        <p:nvSpPr>
          <p:cNvPr id="19" name="Rectangle 18">
            <a:extLst>
              <a:ext uri="{FF2B5EF4-FFF2-40B4-BE49-F238E27FC236}">
                <a16:creationId xmlns:a16="http://schemas.microsoft.com/office/drawing/2014/main" id="{F4AB31BA-122A-A70B-066B-977B193EC8FA}"/>
              </a:ext>
            </a:extLst>
          </p:cNvPr>
          <p:cNvSpPr/>
          <p:nvPr userDrawn="1"/>
        </p:nvSpPr>
        <p:spPr>
          <a:xfrm>
            <a:off x="4124632" y="5155746"/>
            <a:ext cx="8067368"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20" name="Title 19">
            <a:extLst>
              <a:ext uri="{FF2B5EF4-FFF2-40B4-BE49-F238E27FC236}">
                <a16:creationId xmlns:a16="http://schemas.microsoft.com/office/drawing/2014/main" id="{B21B0F02-FE4C-511F-A62B-12E2BACE6D5B}"/>
              </a:ext>
            </a:extLst>
          </p:cNvPr>
          <p:cNvSpPr>
            <a:spLocks noGrp="1"/>
          </p:cNvSpPr>
          <p:nvPr>
            <p:ph type="title" hasCustomPrompt="1"/>
          </p:nvPr>
        </p:nvSpPr>
        <p:spPr>
          <a:xfrm>
            <a:off x="-176980" y="-171399"/>
            <a:ext cx="7713140" cy="6199078"/>
          </a:xfrm>
        </p:spPr>
        <p:txBody>
          <a:bodyPr/>
          <a:lstStyle>
            <a:lvl1pPr>
              <a:lnSpc>
                <a:spcPct val="75000"/>
              </a:lnSpc>
              <a:defRPr sz="17200">
                <a:solidFill>
                  <a:schemeClr val="accent2"/>
                </a:solidFill>
                <a:latin typeface="Ubuntu Light" panose="020B0304030602030204" pitchFamily="34" charset="0"/>
              </a:defRPr>
            </a:lvl1pPr>
          </a:lstStyle>
          <a:p>
            <a:r>
              <a:rPr lang="en-US"/>
              <a:t>Master title style</a:t>
            </a:r>
          </a:p>
        </p:txBody>
      </p:sp>
    </p:spTree>
    <p:extLst>
      <p:ext uri="{BB962C8B-B14F-4D97-AF65-F5344CB8AC3E}">
        <p14:creationId xmlns:p14="http://schemas.microsoft.com/office/powerpoint/2010/main" val="2924447959"/>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192.xml><?xml version="1.0" encoding="utf-8"?>
<p:sldLayout xmlns:a="http://schemas.openxmlformats.org/drawingml/2006/main" xmlns:r="http://schemas.openxmlformats.org/officeDocument/2006/relationships" xmlns:p="http://schemas.openxmlformats.org/presentationml/2006/main" showMasterSp="0" preserve="1" userDrawn="1">
  <p:cSld name="Title Slide 2">
    <p:spTree>
      <p:nvGrpSpPr>
        <p:cNvPr id="1" name=""/>
        <p:cNvGrpSpPr/>
        <p:nvPr/>
      </p:nvGrpSpPr>
      <p:grpSpPr>
        <a:xfrm>
          <a:off x="0" y="0"/>
          <a:ext cx="0" cy="0"/>
          <a:chOff x="0" y="0"/>
          <a:chExt cx="0" cy="0"/>
        </a:xfrm>
      </p:grpSpPr>
      <p:sp>
        <p:nvSpPr>
          <p:cNvPr id="31" name="Picture Placeholder 10">
            <a:extLst>
              <a:ext uri="{FF2B5EF4-FFF2-40B4-BE49-F238E27FC236}">
                <a16:creationId xmlns:a16="http://schemas.microsoft.com/office/drawing/2014/main" id="{CC88A17A-2665-CB64-B35D-1CDAB893EA72}"/>
              </a:ext>
            </a:extLst>
          </p:cNvPr>
          <p:cNvSpPr>
            <a:spLocks noGrp="1"/>
          </p:cNvSpPr>
          <p:nvPr>
            <p:ph type="pic" sz="quarter" idx="13" hasCustomPrompt="1"/>
          </p:nvPr>
        </p:nvSpPr>
        <p:spPr>
          <a:xfrm>
            <a:off x="-1" y="180000"/>
            <a:ext cx="12192001" cy="667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grpSp>
        <p:nvGrpSpPr>
          <p:cNvPr id="14" name="Group 2">
            <a:extLst>
              <a:ext uri="{FF2B5EF4-FFF2-40B4-BE49-F238E27FC236}">
                <a16:creationId xmlns:a16="http://schemas.microsoft.com/office/drawing/2014/main" id="{5570D5EE-65A7-6ED8-B779-4B18D3F9B40F}"/>
              </a:ext>
            </a:extLst>
          </p:cNvPr>
          <p:cNvGrpSpPr>
            <a:grpSpLocks noChangeAspect="1"/>
          </p:cNvGrpSpPr>
          <p:nvPr userDrawn="1"/>
        </p:nvGrpSpPr>
        <p:grpSpPr>
          <a:xfrm>
            <a:off x="9912013" y="6122117"/>
            <a:ext cx="1872000" cy="420870"/>
            <a:chOff x="5094083" y="5360390"/>
            <a:chExt cx="3039349" cy="683316"/>
          </a:xfrm>
          <a:solidFill>
            <a:schemeClr val="tx2"/>
          </a:solidFill>
        </p:grpSpPr>
        <p:sp>
          <p:nvSpPr>
            <p:cNvPr id="15" name="Freeform: Shape 4">
              <a:extLst>
                <a:ext uri="{FF2B5EF4-FFF2-40B4-BE49-F238E27FC236}">
                  <a16:creationId xmlns:a16="http://schemas.microsoft.com/office/drawing/2014/main" id="{D58972C2-A9F5-BC83-6D8B-F2551227EF02}"/>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16" name="Freeform: Shape 5">
              <a:extLst>
                <a:ext uri="{FF2B5EF4-FFF2-40B4-BE49-F238E27FC236}">
                  <a16:creationId xmlns:a16="http://schemas.microsoft.com/office/drawing/2014/main" id="{F1185E33-8F53-63CA-354E-8F831E6BCFB7}"/>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18" name="Freeform: Shape 6">
              <a:extLst>
                <a:ext uri="{FF2B5EF4-FFF2-40B4-BE49-F238E27FC236}">
                  <a16:creationId xmlns:a16="http://schemas.microsoft.com/office/drawing/2014/main" id="{CDD16A12-A8F2-58EF-09CC-13E3376F38BF}"/>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20" name="Freeform: Shape 7">
              <a:extLst>
                <a:ext uri="{FF2B5EF4-FFF2-40B4-BE49-F238E27FC236}">
                  <a16:creationId xmlns:a16="http://schemas.microsoft.com/office/drawing/2014/main" id="{8F3DB536-4854-A063-FC86-800CFAAD2478}"/>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21" name="Freeform: Shape 8">
              <a:extLst>
                <a:ext uri="{FF2B5EF4-FFF2-40B4-BE49-F238E27FC236}">
                  <a16:creationId xmlns:a16="http://schemas.microsoft.com/office/drawing/2014/main" id="{BF1BB4C2-2CFF-9555-916D-B08189B1ED72}"/>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32" name="Title 31">
            <a:extLst>
              <a:ext uri="{FF2B5EF4-FFF2-40B4-BE49-F238E27FC236}">
                <a16:creationId xmlns:a16="http://schemas.microsoft.com/office/drawing/2014/main" id="{E3492C82-376C-10C5-B46C-67C15004D611}"/>
              </a:ext>
            </a:extLst>
          </p:cNvPr>
          <p:cNvSpPr>
            <a:spLocks noGrp="1"/>
          </p:cNvSpPr>
          <p:nvPr>
            <p:ph type="title"/>
          </p:nvPr>
        </p:nvSpPr>
        <p:spPr>
          <a:xfrm>
            <a:off x="551384" y="1628775"/>
            <a:ext cx="6578080" cy="3589714"/>
          </a:xfrm>
        </p:spPr>
        <p:txBody>
          <a:bodyPr anchor="b"/>
          <a:lstStyle>
            <a:lvl1pPr>
              <a:defRPr sz="5400">
                <a:solidFill>
                  <a:schemeClr val="bg1"/>
                </a:solidFill>
              </a:defRPr>
            </a:lvl1pPr>
          </a:lstStyle>
          <a:p>
            <a:r>
              <a:rPr lang="en-US"/>
              <a:t>Click to edit Master title style</a:t>
            </a:r>
            <a:endParaRPr lang="en-PL"/>
          </a:p>
        </p:txBody>
      </p:sp>
      <p:sp>
        <p:nvSpPr>
          <p:cNvPr id="34" name="Text Placeholder 33">
            <a:extLst>
              <a:ext uri="{FF2B5EF4-FFF2-40B4-BE49-F238E27FC236}">
                <a16:creationId xmlns:a16="http://schemas.microsoft.com/office/drawing/2014/main" id="{D09EA9EC-658D-5DAE-6157-50A4AA284434}"/>
              </a:ext>
            </a:extLst>
          </p:cNvPr>
          <p:cNvSpPr>
            <a:spLocks noGrp="1"/>
          </p:cNvSpPr>
          <p:nvPr>
            <p:ph type="body" sz="quarter" idx="14"/>
          </p:nvPr>
        </p:nvSpPr>
        <p:spPr>
          <a:xfrm>
            <a:off x="549275" y="5251824"/>
            <a:ext cx="6578080" cy="659722"/>
          </a:xfrm>
          <a:prstGeom prst="rect">
            <a:avLst/>
          </a:prstGeom>
        </p:spPr>
        <p:txBody>
          <a:bodyPr/>
          <a:lstStyle>
            <a:lvl1pPr>
              <a:defRPr>
                <a:solidFill>
                  <a:schemeClr val="bg1"/>
                </a:solidFill>
              </a:defRPr>
            </a:lvl1pPr>
          </a:lstStyle>
          <a:p>
            <a:pPr lvl="0"/>
            <a:r>
              <a:rPr lang="en-US"/>
              <a:t>Click to edit Master text styles</a:t>
            </a:r>
          </a:p>
        </p:txBody>
      </p:sp>
      <p:sp>
        <p:nvSpPr>
          <p:cNvPr id="3" name="Rectangle 2">
            <a:extLst>
              <a:ext uri="{FF2B5EF4-FFF2-40B4-BE49-F238E27FC236}">
                <a16:creationId xmlns:a16="http://schemas.microsoft.com/office/drawing/2014/main" id="{9E9DF3E1-890B-0648-08D7-23F6A17377B7}"/>
              </a:ext>
            </a:extLst>
          </p:cNvPr>
          <p:cNvSpPr/>
          <p:nvPr userDrawn="1"/>
        </p:nvSpPr>
        <p:spPr>
          <a:xfrm>
            <a:off x="-2" y="0"/>
            <a:ext cx="12192000"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4" name="Text Placeholder 33">
            <a:extLst>
              <a:ext uri="{FF2B5EF4-FFF2-40B4-BE49-F238E27FC236}">
                <a16:creationId xmlns:a16="http://schemas.microsoft.com/office/drawing/2014/main" id="{277C0A79-DE12-2C81-D632-2FB7FA13208C}"/>
              </a:ext>
            </a:extLst>
          </p:cNvPr>
          <p:cNvSpPr>
            <a:spLocks noGrp="1"/>
          </p:cNvSpPr>
          <p:nvPr>
            <p:ph type="body" sz="quarter" idx="15"/>
          </p:nvPr>
        </p:nvSpPr>
        <p:spPr>
          <a:xfrm>
            <a:off x="549275" y="5910502"/>
            <a:ext cx="6578080" cy="659722"/>
          </a:xfrm>
          <a:prstGeom prst="rect">
            <a:avLst/>
          </a:prstGeom>
        </p:spPr>
        <p:txBody>
          <a:bodyPr/>
          <a:lstStyle>
            <a:lvl1pPr>
              <a:defRPr>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568578014"/>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193.xml><?xml version="1.0" encoding="utf-8"?>
<p:sldLayout xmlns:a="http://schemas.openxmlformats.org/drawingml/2006/main" xmlns:r="http://schemas.openxmlformats.org/officeDocument/2006/relationships" xmlns:p="http://schemas.openxmlformats.org/presentationml/2006/main" showMasterSp="0" preserve="1" userDrawn="1">
  <p:cSld name="Title Slide 3">
    <p:spTree>
      <p:nvGrpSpPr>
        <p:cNvPr id="1" name=""/>
        <p:cNvGrpSpPr/>
        <p:nvPr/>
      </p:nvGrpSpPr>
      <p:grpSpPr>
        <a:xfrm>
          <a:off x="0" y="0"/>
          <a:ext cx="0" cy="0"/>
          <a:chOff x="0" y="0"/>
          <a:chExt cx="0" cy="0"/>
        </a:xfrm>
      </p:grpSpPr>
      <p:sp>
        <p:nvSpPr>
          <p:cNvPr id="32" name="Picture Placeholder 10">
            <a:extLst>
              <a:ext uri="{FF2B5EF4-FFF2-40B4-BE49-F238E27FC236}">
                <a16:creationId xmlns:a16="http://schemas.microsoft.com/office/drawing/2014/main" id="{3ACE82B0-62A7-4716-0770-25177C6C2523}"/>
              </a:ext>
            </a:extLst>
          </p:cNvPr>
          <p:cNvSpPr>
            <a:spLocks noGrp="1"/>
          </p:cNvSpPr>
          <p:nvPr>
            <p:ph type="pic" sz="quarter" idx="13" hasCustomPrompt="1"/>
          </p:nvPr>
        </p:nvSpPr>
        <p:spPr>
          <a:xfrm>
            <a:off x="180001" y="0"/>
            <a:ext cx="12011999"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grpSp>
        <p:nvGrpSpPr>
          <p:cNvPr id="33" name="Group 2">
            <a:extLst>
              <a:ext uri="{FF2B5EF4-FFF2-40B4-BE49-F238E27FC236}">
                <a16:creationId xmlns:a16="http://schemas.microsoft.com/office/drawing/2014/main" id="{8F46E283-C322-4D6F-0C87-E9B5787BEF80}"/>
              </a:ext>
            </a:extLst>
          </p:cNvPr>
          <p:cNvGrpSpPr>
            <a:grpSpLocks noChangeAspect="1"/>
          </p:cNvGrpSpPr>
          <p:nvPr userDrawn="1"/>
        </p:nvGrpSpPr>
        <p:grpSpPr>
          <a:xfrm>
            <a:off x="9912013" y="6122117"/>
            <a:ext cx="1872000" cy="420870"/>
            <a:chOff x="5094083" y="5360390"/>
            <a:chExt cx="3039349" cy="683316"/>
          </a:xfrm>
          <a:solidFill>
            <a:schemeClr val="tx2"/>
          </a:solidFill>
        </p:grpSpPr>
        <p:sp>
          <p:nvSpPr>
            <p:cNvPr id="34" name="Freeform: Shape 4">
              <a:extLst>
                <a:ext uri="{FF2B5EF4-FFF2-40B4-BE49-F238E27FC236}">
                  <a16:creationId xmlns:a16="http://schemas.microsoft.com/office/drawing/2014/main" id="{E7C6E56A-237E-269F-8948-94D8630922C0}"/>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35" name="Freeform: Shape 5">
              <a:extLst>
                <a:ext uri="{FF2B5EF4-FFF2-40B4-BE49-F238E27FC236}">
                  <a16:creationId xmlns:a16="http://schemas.microsoft.com/office/drawing/2014/main" id="{69EF9104-8430-F98A-7A15-FE04244E2D36}"/>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36" name="Freeform: Shape 6">
              <a:extLst>
                <a:ext uri="{FF2B5EF4-FFF2-40B4-BE49-F238E27FC236}">
                  <a16:creationId xmlns:a16="http://schemas.microsoft.com/office/drawing/2014/main" id="{0398A75A-EE7F-6840-B64B-CD550ECF76E3}"/>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37" name="Freeform: Shape 7">
              <a:extLst>
                <a:ext uri="{FF2B5EF4-FFF2-40B4-BE49-F238E27FC236}">
                  <a16:creationId xmlns:a16="http://schemas.microsoft.com/office/drawing/2014/main" id="{3586F6A8-69A4-9382-D0C9-7CA34851C34A}"/>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38" name="Freeform: Shape 8">
              <a:extLst>
                <a:ext uri="{FF2B5EF4-FFF2-40B4-BE49-F238E27FC236}">
                  <a16:creationId xmlns:a16="http://schemas.microsoft.com/office/drawing/2014/main" id="{3814A5D2-6C0A-D1F0-266D-7ECB31C3E8E6}"/>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39" name="Title 31">
            <a:extLst>
              <a:ext uri="{FF2B5EF4-FFF2-40B4-BE49-F238E27FC236}">
                <a16:creationId xmlns:a16="http://schemas.microsoft.com/office/drawing/2014/main" id="{F322BC76-B62D-13E1-DFD4-1C84E6221D02}"/>
              </a:ext>
            </a:extLst>
          </p:cNvPr>
          <p:cNvSpPr>
            <a:spLocks noGrp="1"/>
          </p:cNvSpPr>
          <p:nvPr>
            <p:ph type="title"/>
          </p:nvPr>
        </p:nvSpPr>
        <p:spPr>
          <a:xfrm>
            <a:off x="1214394" y="1628775"/>
            <a:ext cx="6578080" cy="3335273"/>
          </a:xfrm>
        </p:spPr>
        <p:txBody>
          <a:bodyPr anchor="b"/>
          <a:lstStyle>
            <a:lvl1pPr>
              <a:lnSpc>
                <a:spcPct val="90000"/>
              </a:lnSpc>
              <a:defRPr sz="7200">
                <a:solidFill>
                  <a:schemeClr val="bg1"/>
                </a:solidFill>
                <a:latin typeface="Ubuntu Light" panose="020B0304030602030204" pitchFamily="34" charset="0"/>
              </a:defRPr>
            </a:lvl1pPr>
          </a:lstStyle>
          <a:p>
            <a:r>
              <a:rPr lang="en-US"/>
              <a:t>Click to edit Master title style</a:t>
            </a:r>
            <a:endParaRPr lang="en-PL"/>
          </a:p>
        </p:txBody>
      </p:sp>
      <p:sp>
        <p:nvSpPr>
          <p:cNvPr id="40" name="Text Placeholder 33">
            <a:extLst>
              <a:ext uri="{FF2B5EF4-FFF2-40B4-BE49-F238E27FC236}">
                <a16:creationId xmlns:a16="http://schemas.microsoft.com/office/drawing/2014/main" id="{CA8F7439-A11A-B37F-8E7F-1541F8C360C4}"/>
              </a:ext>
            </a:extLst>
          </p:cNvPr>
          <p:cNvSpPr>
            <a:spLocks noGrp="1"/>
          </p:cNvSpPr>
          <p:nvPr>
            <p:ph type="body" sz="quarter" idx="14"/>
          </p:nvPr>
        </p:nvSpPr>
        <p:spPr>
          <a:xfrm>
            <a:off x="1212285" y="5251824"/>
            <a:ext cx="6578080" cy="659722"/>
          </a:xfrm>
          <a:prstGeom prst="rect">
            <a:avLst/>
          </a:prstGeom>
        </p:spPr>
        <p:txBody>
          <a:bodyPr/>
          <a:lstStyle>
            <a:lvl1pPr>
              <a:defRPr sz="2000" b="0">
                <a:solidFill>
                  <a:schemeClr val="bg1"/>
                </a:solidFill>
              </a:defRPr>
            </a:lvl1pPr>
          </a:lstStyle>
          <a:p>
            <a:pPr lvl="0"/>
            <a:r>
              <a:rPr lang="en-US"/>
              <a:t>Click to edit Master text styles</a:t>
            </a:r>
          </a:p>
        </p:txBody>
      </p:sp>
      <p:sp>
        <p:nvSpPr>
          <p:cNvPr id="3" name="Rectangle 2">
            <a:extLst>
              <a:ext uri="{FF2B5EF4-FFF2-40B4-BE49-F238E27FC236}">
                <a16:creationId xmlns:a16="http://schemas.microsoft.com/office/drawing/2014/main" id="{731224E1-CA4F-0875-C5F0-35D33EADD2EB}"/>
              </a:ext>
            </a:extLst>
          </p:cNvPr>
          <p:cNvSpPr/>
          <p:nvPr userDrawn="1"/>
        </p:nvSpPr>
        <p:spPr>
          <a:xfrm rot="16200000">
            <a:off x="-3338999"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4" name="Text Placeholder 33">
            <a:extLst>
              <a:ext uri="{FF2B5EF4-FFF2-40B4-BE49-F238E27FC236}">
                <a16:creationId xmlns:a16="http://schemas.microsoft.com/office/drawing/2014/main" id="{F38081E3-C84E-8E42-A77A-A602E5F45BEC}"/>
              </a:ext>
            </a:extLst>
          </p:cNvPr>
          <p:cNvSpPr>
            <a:spLocks noGrp="1"/>
          </p:cNvSpPr>
          <p:nvPr>
            <p:ph type="body" sz="quarter" idx="15"/>
          </p:nvPr>
        </p:nvSpPr>
        <p:spPr>
          <a:xfrm>
            <a:off x="1212285" y="5910502"/>
            <a:ext cx="6578080" cy="659722"/>
          </a:xfrm>
          <a:prstGeom prst="rect">
            <a:avLst/>
          </a:prstGeom>
        </p:spPr>
        <p:txBody>
          <a:bodyPr/>
          <a:lstStyle>
            <a:lvl1pPr>
              <a:defRPr>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2768474810"/>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194.xml><?xml version="1.0" encoding="utf-8"?>
<p:sldLayout xmlns:a="http://schemas.openxmlformats.org/drawingml/2006/main" xmlns:r="http://schemas.openxmlformats.org/officeDocument/2006/relationships" xmlns:p="http://schemas.openxmlformats.org/presentationml/2006/main" showMasterSp="0" preserve="1" userDrawn="1">
  <p:cSld name="Title Slide 4">
    <p:spTree>
      <p:nvGrpSpPr>
        <p:cNvPr id="1" name=""/>
        <p:cNvGrpSpPr/>
        <p:nvPr/>
      </p:nvGrpSpPr>
      <p:grpSpPr>
        <a:xfrm>
          <a:off x="0" y="0"/>
          <a:ext cx="0" cy="0"/>
          <a:chOff x="0" y="0"/>
          <a:chExt cx="0" cy="0"/>
        </a:xfrm>
      </p:grpSpPr>
      <p:sp>
        <p:nvSpPr>
          <p:cNvPr id="43" name="Picture Placeholder 10">
            <a:extLst>
              <a:ext uri="{FF2B5EF4-FFF2-40B4-BE49-F238E27FC236}">
                <a16:creationId xmlns:a16="http://schemas.microsoft.com/office/drawing/2014/main" id="{3C1B8D60-78D7-1E25-C623-7509C881E3E9}"/>
              </a:ext>
            </a:extLst>
          </p:cNvPr>
          <p:cNvSpPr>
            <a:spLocks noGrp="1"/>
          </p:cNvSpPr>
          <p:nvPr>
            <p:ph type="pic" sz="quarter" idx="14"/>
          </p:nvPr>
        </p:nvSpPr>
        <p:spPr>
          <a:xfrm>
            <a:off x="9460018" y="1"/>
            <a:ext cx="2731981" cy="3429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pPr marR="0" lvl="0" fontAlgn="auto">
              <a:spcAft>
                <a:spcPts val="0"/>
              </a:spcAft>
              <a:buClrTx/>
              <a:buSzTx/>
              <a:tabLst/>
            </a:pPr>
            <a:r>
              <a:rPr lang="en-US"/>
              <a:t>Click icon to add picture</a:t>
            </a:r>
          </a:p>
        </p:txBody>
      </p:sp>
      <p:sp>
        <p:nvSpPr>
          <p:cNvPr id="42" name="Picture Placeholder 10">
            <a:extLst>
              <a:ext uri="{FF2B5EF4-FFF2-40B4-BE49-F238E27FC236}">
                <a16:creationId xmlns:a16="http://schemas.microsoft.com/office/drawing/2014/main" id="{E8C91BDE-0FA3-B18C-5405-5DB502E0FBA3}"/>
              </a:ext>
            </a:extLst>
          </p:cNvPr>
          <p:cNvSpPr>
            <a:spLocks noGrp="1"/>
          </p:cNvSpPr>
          <p:nvPr>
            <p:ph type="pic" sz="quarter" idx="13" hasCustomPrompt="1"/>
          </p:nvPr>
        </p:nvSpPr>
        <p:spPr>
          <a:xfrm>
            <a:off x="0" y="0"/>
            <a:ext cx="9280018"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grpSp>
        <p:nvGrpSpPr>
          <p:cNvPr id="35" name="Group 2">
            <a:extLst>
              <a:ext uri="{FF2B5EF4-FFF2-40B4-BE49-F238E27FC236}">
                <a16:creationId xmlns:a16="http://schemas.microsoft.com/office/drawing/2014/main" id="{586CA03F-ED76-1D2D-90A8-504016961D55}"/>
              </a:ext>
            </a:extLst>
          </p:cNvPr>
          <p:cNvGrpSpPr>
            <a:grpSpLocks noChangeAspect="1"/>
          </p:cNvGrpSpPr>
          <p:nvPr userDrawn="1"/>
        </p:nvGrpSpPr>
        <p:grpSpPr>
          <a:xfrm>
            <a:off x="9912013" y="6122117"/>
            <a:ext cx="1872000" cy="420870"/>
            <a:chOff x="5094083" y="5360390"/>
            <a:chExt cx="3039349" cy="683316"/>
          </a:xfrm>
          <a:solidFill>
            <a:schemeClr val="tx2"/>
          </a:solidFill>
        </p:grpSpPr>
        <p:sp>
          <p:nvSpPr>
            <p:cNvPr id="36" name="Freeform: Shape 4">
              <a:extLst>
                <a:ext uri="{FF2B5EF4-FFF2-40B4-BE49-F238E27FC236}">
                  <a16:creationId xmlns:a16="http://schemas.microsoft.com/office/drawing/2014/main" id="{04CD9986-2686-D8E3-9192-8BEB77750D7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37" name="Freeform: Shape 5">
              <a:extLst>
                <a:ext uri="{FF2B5EF4-FFF2-40B4-BE49-F238E27FC236}">
                  <a16:creationId xmlns:a16="http://schemas.microsoft.com/office/drawing/2014/main" id="{7CD40094-AC2F-9457-AD3F-9AAA89E00C4A}"/>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38" name="Freeform: Shape 6">
              <a:extLst>
                <a:ext uri="{FF2B5EF4-FFF2-40B4-BE49-F238E27FC236}">
                  <a16:creationId xmlns:a16="http://schemas.microsoft.com/office/drawing/2014/main" id="{682D97D4-A5DA-2B1D-3407-13658458A52A}"/>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39" name="Freeform: Shape 7">
              <a:extLst>
                <a:ext uri="{FF2B5EF4-FFF2-40B4-BE49-F238E27FC236}">
                  <a16:creationId xmlns:a16="http://schemas.microsoft.com/office/drawing/2014/main" id="{FEBEF87B-7156-68DF-4D8A-E84D8A4F0EA2}"/>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40" name="Freeform: Shape 8">
              <a:extLst>
                <a:ext uri="{FF2B5EF4-FFF2-40B4-BE49-F238E27FC236}">
                  <a16:creationId xmlns:a16="http://schemas.microsoft.com/office/drawing/2014/main" id="{3A0B75AC-0F93-D7BF-2568-50E1CFEDF0CA}"/>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44" name="Title 31">
            <a:extLst>
              <a:ext uri="{FF2B5EF4-FFF2-40B4-BE49-F238E27FC236}">
                <a16:creationId xmlns:a16="http://schemas.microsoft.com/office/drawing/2014/main" id="{3551E8D5-6D03-58C4-2A78-E73615CBFD4C}"/>
              </a:ext>
            </a:extLst>
          </p:cNvPr>
          <p:cNvSpPr>
            <a:spLocks noGrp="1"/>
          </p:cNvSpPr>
          <p:nvPr>
            <p:ph type="title"/>
          </p:nvPr>
        </p:nvSpPr>
        <p:spPr>
          <a:xfrm>
            <a:off x="551384" y="1628775"/>
            <a:ext cx="6578080" cy="3589714"/>
          </a:xfrm>
        </p:spPr>
        <p:txBody>
          <a:bodyPr anchor="b"/>
          <a:lstStyle>
            <a:lvl1pPr>
              <a:defRPr sz="5400">
                <a:solidFill>
                  <a:schemeClr val="bg1"/>
                </a:solidFill>
              </a:defRPr>
            </a:lvl1pPr>
          </a:lstStyle>
          <a:p>
            <a:r>
              <a:rPr lang="en-US"/>
              <a:t>Click to edit Master title style</a:t>
            </a:r>
            <a:endParaRPr lang="en-PL"/>
          </a:p>
        </p:txBody>
      </p:sp>
      <p:sp>
        <p:nvSpPr>
          <p:cNvPr id="45" name="Text Placeholder 33">
            <a:extLst>
              <a:ext uri="{FF2B5EF4-FFF2-40B4-BE49-F238E27FC236}">
                <a16:creationId xmlns:a16="http://schemas.microsoft.com/office/drawing/2014/main" id="{AE8BF6B9-54E0-50CF-ED1F-1556FC6C0905}"/>
              </a:ext>
            </a:extLst>
          </p:cNvPr>
          <p:cNvSpPr>
            <a:spLocks noGrp="1"/>
          </p:cNvSpPr>
          <p:nvPr>
            <p:ph type="body" sz="quarter" idx="15"/>
          </p:nvPr>
        </p:nvSpPr>
        <p:spPr>
          <a:xfrm>
            <a:off x="9912013" y="3893182"/>
            <a:ext cx="1872000" cy="1123397"/>
          </a:xfrm>
          <a:prstGeom prst="rect">
            <a:avLst/>
          </a:prstGeom>
        </p:spPr>
        <p:txBody>
          <a:bodyPr anchor="b">
            <a:noAutofit/>
          </a:bodyPr>
          <a:lstStyle>
            <a:lvl1pPr>
              <a:defRPr sz="2000"/>
            </a:lvl1pPr>
          </a:lstStyle>
          <a:p>
            <a:pPr lvl="0"/>
            <a:r>
              <a:rPr lang="en-US"/>
              <a:t>Click to edit Master text styles</a:t>
            </a:r>
          </a:p>
        </p:txBody>
      </p:sp>
      <p:sp>
        <p:nvSpPr>
          <p:cNvPr id="4" name="Rectangle 3">
            <a:extLst>
              <a:ext uri="{FF2B5EF4-FFF2-40B4-BE49-F238E27FC236}">
                <a16:creationId xmlns:a16="http://schemas.microsoft.com/office/drawing/2014/main" id="{78D281D9-C9E0-F6DF-2438-F4992F7D29D2}"/>
              </a:ext>
            </a:extLst>
          </p:cNvPr>
          <p:cNvSpPr/>
          <p:nvPr userDrawn="1"/>
        </p:nvSpPr>
        <p:spPr>
          <a:xfrm rot="16200000">
            <a:off x="5941020"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3" name="Text Placeholder 33">
            <a:extLst>
              <a:ext uri="{FF2B5EF4-FFF2-40B4-BE49-F238E27FC236}">
                <a16:creationId xmlns:a16="http://schemas.microsoft.com/office/drawing/2014/main" id="{F95A3A44-A840-3420-E0A4-A35DB913338B}"/>
              </a:ext>
            </a:extLst>
          </p:cNvPr>
          <p:cNvSpPr>
            <a:spLocks noGrp="1"/>
          </p:cNvSpPr>
          <p:nvPr>
            <p:ph type="body" sz="quarter" idx="16"/>
          </p:nvPr>
        </p:nvSpPr>
        <p:spPr>
          <a:xfrm>
            <a:off x="9912013" y="5264061"/>
            <a:ext cx="1872000" cy="522985"/>
          </a:xfrm>
          <a:prstGeom prst="rect">
            <a:avLst/>
          </a:prstGeom>
        </p:spPr>
        <p:txBody>
          <a:bodyPr/>
          <a:lstStyle/>
          <a:p>
            <a:pPr lvl="0"/>
            <a:r>
              <a:rPr lang="en-US"/>
              <a:t>Click to edit Master text styles</a:t>
            </a:r>
          </a:p>
        </p:txBody>
      </p:sp>
    </p:spTree>
    <p:extLst>
      <p:ext uri="{BB962C8B-B14F-4D97-AF65-F5344CB8AC3E}">
        <p14:creationId xmlns:p14="http://schemas.microsoft.com/office/powerpoint/2010/main" val="2593406315"/>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195.xml><?xml version="1.0" encoding="utf-8"?>
<p:sldLayout xmlns:a="http://schemas.openxmlformats.org/drawingml/2006/main" xmlns:r="http://schemas.openxmlformats.org/officeDocument/2006/relationships" xmlns:p="http://schemas.openxmlformats.org/presentationml/2006/main" showMasterSp="0" preserve="1" userDrawn="1">
  <p:cSld name="Title Slide 6">
    <p:spTree>
      <p:nvGrpSpPr>
        <p:cNvPr id="1" name=""/>
        <p:cNvGrpSpPr/>
        <p:nvPr/>
      </p:nvGrpSpPr>
      <p:grpSpPr>
        <a:xfrm>
          <a:off x="0" y="0"/>
          <a:ext cx="0" cy="0"/>
          <a:chOff x="0" y="0"/>
          <a:chExt cx="0" cy="0"/>
        </a:xfrm>
      </p:grpSpPr>
      <p:sp>
        <p:nvSpPr>
          <p:cNvPr id="42" name="Picture Placeholder 10">
            <a:extLst>
              <a:ext uri="{FF2B5EF4-FFF2-40B4-BE49-F238E27FC236}">
                <a16:creationId xmlns:a16="http://schemas.microsoft.com/office/drawing/2014/main" id="{E8C91BDE-0FA3-B18C-5405-5DB502E0FBA3}"/>
              </a:ext>
            </a:extLst>
          </p:cNvPr>
          <p:cNvSpPr>
            <a:spLocks noGrp="1"/>
          </p:cNvSpPr>
          <p:nvPr>
            <p:ph type="pic" sz="quarter" idx="13" hasCustomPrompt="1"/>
          </p:nvPr>
        </p:nvSpPr>
        <p:spPr>
          <a:xfrm>
            <a:off x="0" y="0"/>
            <a:ext cx="9280018"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43" name="Picture Placeholder 10">
            <a:extLst>
              <a:ext uri="{FF2B5EF4-FFF2-40B4-BE49-F238E27FC236}">
                <a16:creationId xmlns:a16="http://schemas.microsoft.com/office/drawing/2014/main" id="{3C1B8D60-78D7-1E25-C623-7509C881E3E9}"/>
              </a:ext>
            </a:extLst>
          </p:cNvPr>
          <p:cNvSpPr>
            <a:spLocks noGrp="1"/>
          </p:cNvSpPr>
          <p:nvPr>
            <p:ph type="pic" sz="quarter" idx="14"/>
          </p:nvPr>
        </p:nvSpPr>
        <p:spPr>
          <a:xfrm>
            <a:off x="9460018" y="0"/>
            <a:ext cx="2731981" cy="4949047"/>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pPr marR="0" lvl="0" fontAlgn="auto">
              <a:spcAft>
                <a:spcPts val="0"/>
              </a:spcAft>
              <a:buClrTx/>
              <a:buSzTx/>
              <a:tabLst/>
            </a:pPr>
            <a:r>
              <a:rPr lang="en-US"/>
              <a:t>Click icon to add picture</a:t>
            </a:r>
          </a:p>
        </p:txBody>
      </p:sp>
      <p:grpSp>
        <p:nvGrpSpPr>
          <p:cNvPr id="35" name="Group 2">
            <a:extLst>
              <a:ext uri="{FF2B5EF4-FFF2-40B4-BE49-F238E27FC236}">
                <a16:creationId xmlns:a16="http://schemas.microsoft.com/office/drawing/2014/main" id="{586CA03F-ED76-1D2D-90A8-504016961D55}"/>
              </a:ext>
            </a:extLst>
          </p:cNvPr>
          <p:cNvGrpSpPr>
            <a:grpSpLocks noChangeAspect="1"/>
          </p:cNvGrpSpPr>
          <p:nvPr userDrawn="1"/>
        </p:nvGrpSpPr>
        <p:grpSpPr>
          <a:xfrm>
            <a:off x="9912013" y="6122117"/>
            <a:ext cx="1872000" cy="420870"/>
            <a:chOff x="5094083" y="5360390"/>
            <a:chExt cx="3039349" cy="683316"/>
          </a:xfrm>
          <a:solidFill>
            <a:schemeClr val="tx2"/>
          </a:solidFill>
        </p:grpSpPr>
        <p:sp>
          <p:nvSpPr>
            <p:cNvPr id="36" name="Freeform: Shape 4">
              <a:extLst>
                <a:ext uri="{FF2B5EF4-FFF2-40B4-BE49-F238E27FC236}">
                  <a16:creationId xmlns:a16="http://schemas.microsoft.com/office/drawing/2014/main" id="{04CD9986-2686-D8E3-9192-8BEB77750D7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37" name="Freeform: Shape 5">
              <a:extLst>
                <a:ext uri="{FF2B5EF4-FFF2-40B4-BE49-F238E27FC236}">
                  <a16:creationId xmlns:a16="http://schemas.microsoft.com/office/drawing/2014/main" id="{7CD40094-AC2F-9457-AD3F-9AAA89E00C4A}"/>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38" name="Freeform: Shape 6">
              <a:extLst>
                <a:ext uri="{FF2B5EF4-FFF2-40B4-BE49-F238E27FC236}">
                  <a16:creationId xmlns:a16="http://schemas.microsoft.com/office/drawing/2014/main" id="{682D97D4-A5DA-2B1D-3407-13658458A52A}"/>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39" name="Freeform: Shape 7">
              <a:extLst>
                <a:ext uri="{FF2B5EF4-FFF2-40B4-BE49-F238E27FC236}">
                  <a16:creationId xmlns:a16="http://schemas.microsoft.com/office/drawing/2014/main" id="{FEBEF87B-7156-68DF-4D8A-E84D8A4F0EA2}"/>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40" name="Freeform: Shape 8">
              <a:extLst>
                <a:ext uri="{FF2B5EF4-FFF2-40B4-BE49-F238E27FC236}">
                  <a16:creationId xmlns:a16="http://schemas.microsoft.com/office/drawing/2014/main" id="{3A0B75AC-0F93-D7BF-2568-50E1CFEDF0CA}"/>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44" name="Title 31">
            <a:extLst>
              <a:ext uri="{FF2B5EF4-FFF2-40B4-BE49-F238E27FC236}">
                <a16:creationId xmlns:a16="http://schemas.microsoft.com/office/drawing/2014/main" id="{3551E8D5-6D03-58C4-2A78-E73615CBFD4C}"/>
              </a:ext>
            </a:extLst>
          </p:cNvPr>
          <p:cNvSpPr>
            <a:spLocks noGrp="1"/>
          </p:cNvSpPr>
          <p:nvPr>
            <p:ph type="title"/>
          </p:nvPr>
        </p:nvSpPr>
        <p:spPr>
          <a:xfrm>
            <a:off x="5087887" y="549275"/>
            <a:ext cx="4036154" cy="3815829"/>
          </a:xfrm>
        </p:spPr>
        <p:txBody>
          <a:bodyPr anchor="b"/>
          <a:lstStyle>
            <a:lvl1pPr>
              <a:defRPr sz="6600">
                <a:solidFill>
                  <a:schemeClr val="bg1"/>
                </a:solidFill>
                <a:latin typeface="Ubuntu Light" panose="020B0304030602030204" pitchFamily="34" charset="0"/>
              </a:defRPr>
            </a:lvl1pPr>
          </a:lstStyle>
          <a:p>
            <a:r>
              <a:rPr lang="en-US"/>
              <a:t>Click to edit Master title style</a:t>
            </a:r>
            <a:endParaRPr lang="en-PL"/>
          </a:p>
        </p:txBody>
      </p:sp>
      <p:sp>
        <p:nvSpPr>
          <p:cNvPr id="45" name="Text Placeholder 33">
            <a:extLst>
              <a:ext uri="{FF2B5EF4-FFF2-40B4-BE49-F238E27FC236}">
                <a16:creationId xmlns:a16="http://schemas.microsoft.com/office/drawing/2014/main" id="{AE8BF6B9-54E0-50CF-ED1F-1556FC6C0905}"/>
              </a:ext>
            </a:extLst>
          </p:cNvPr>
          <p:cNvSpPr>
            <a:spLocks noGrp="1"/>
          </p:cNvSpPr>
          <p:nvPr>
            <p:ph type="body" sz="quarter" idx="15"/>
          </p:nvPr>
        </p:nvSpPr>
        <p:spPr>
          <a:xfrm>
            <a:off x="5159897" y="4725144"/>
            <a:ext cx="3964144" cy="316404"/>
          </a:xfrm>
          <a:prstGeom prst="rect">
            <a:avLst/>
          </a:prstGeom>
        </p:spPr>
        <p:txBody>
          <a:bodyPr anchor="b">
            <a:noAutofit/>
          </a:bodyPr>
          <a:lstStyle>
            <a:lvl1pPr>
              <a:defRPr sz="2000">
                <a:solidFill>
                  <a:schemeClr val="bg1"/>
                </a:solidFill>
              </a:defRPr>
            </a:lvl1pPr>
          </a:lstStyle>
          <a:p>
            <a:pPr lvl="0"/>
            <a:r>
              <a:rPr lang="en-US"/>
              <a:t>Click to edit Master text styles</a:t>
            </a:r>
          </a:p>
        </p:txBody>
      </p:sp>
      <p:sp>
        <p:nvSpPr>
          <p:cNvPr id="4" name="Rectangle 3">
            <a:extLst>
              <a:ext uri="{FF2B5EF4-FFF2-40B4-BE49-F238E27FC236}">
                <a16:creationId xmlns:a16="http://schemas.microsoft.com/office/drawing/2014/main" id="{78D281D9-C9E0-F6DF-2438-F4992F7D29D2}"/>
              </a:ext>
            </a:extLst>
          </p:cNvPr>
          <p:cNvSpPr/>
          <p:nvPr userDrawn="1"/>
        </p:nvSpPr>
        <p:spPr>
          <a:xfrm rot="16200000">
            <a:off x="5941020"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3" name="Text Placeholder 33">
            <a:extLst>
              <a:ext uri="{FF2B5EF4-FFF2-40B4-BE49-F238E27FC236}">
                <a16:creationId xmlns:a16="http://schemas.microsoft.com/office/drawing/2014/main" id="{F95A3A44-A840-3420-E0A4-A35DB913338B}"/>
              </a:ext>
            </a:extLst>
          </p:cNvPr>
          <p:cNvSpPr>
            <a:spLocks noGrp="1"/>
          </p:cNvSpPr>
          <p:nvPr>
            <p:ph type="body" sz="quarter" idx="16"/>
          </p:nvPr>
        </p:nvSpPr>
        <p:spPr>
          <a:xfrm>
            <a:off x="9912013" y="5264061"/>
            <a:ext cx="1872000" cy="522985"/>
          </a:xfrm>
          <a:prstGeom prst="rect">
            <a:avLst/>
          </a:prstGeom>
        </p:spPr>
        <p:txBody>
          <a:bodyPr/>
          <a:lstStyle/>
          <a:p>
            <a:pPr lvl="0"/>
            <a:r>
              <a:rPr lang="en-US"/>
              <a:t>Click to edit Master text styles</a:t>
            </a:r>
          </a:p>
        </p:txBody>
      </p:sp>
    </p:spTree>
    <p:extLst>
      <p:ext uri="{BB962C8B-B14F-4D97-AF65-F5344CB8AC3E}">
        <p14:creationId xmlns:p14="http://schemas.microsoft.com/office/powerpoint/2010/main" val="2321039538"/>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196.xml><?xml version="1.0" encoding="utf-8"?>
<p:sldLayout xmlns:a="http://schemas.openxmlformats.org/drawingml/2006/main" xmlns:r="http://schemas.openxmlformats.org/officeDocument/2006/relationships" xmlns:p="http://schemas.openxmlformats.org/presentationml/2006/main" showMasterSp="0" preserve="1" userDrawn="1">
  <p:cSld name="Title Slide 5">
    <p:spTree>
      <p:nvGrpSpPr>
        <p:cNvPr id="1" name=""/>
        <p:cNvGrpSpPr/>
        <p:nvPr/>
      </p:nvGrpSpPr>
      <p:grpSpPr>
        <a:xfrm>
          <a:off x="0" y="0"/>
          <a:ext cx="0" cy="0"/>
          <a:chOff x="0" y="0"/>
          <a:chExt cx="0" cy="0"/>
        </a:xfrm>
      </p:grpSpPr>
      <p:sp>
        <p:nvSpPr>
          <p:cNvPr id="43" name="Picture Placeholder 10">
            <a:extLst>
              <a:ext uri="{FF2B5EF4-FFF2-40B4-BE49-F238E27FC236}">
                <a16:creationId xmlns:a16="http://schemas.microsoft.com/office/drawing/2014/main" id="{3C1B8D60-78D7-1E25-C623-7509C881E3E9}"/>
              </a:ext>
            </a:extLst>
          </p:cNvPr>
          <p:cNvSpPr>
            <a:spLocks noGrp="1"/>
          </p:cNvSpPr>
          <p:nvPr>
            <p:ph type="pic" sz="quarter" idx="14"/>
          </p:nvPr>
        </p:nvSpPr>
        <p:spPr>
          <a:xfrm>
            <a:off x="-1" y="1"/>
            <a:ext cx="2736773" cy="3429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pPr marR="0" lvl="0" fontAlgn="auto">
              <a:spcAft>
                <a:spcPts val="0"/>
              </a:spcAft>
              <a:buClrTx/>
              <a:buSzTx/>
              <a:tabLst/>
            </a:pPr>
            <a:r>
              <a:rPr lang="en-US"/>
              <a:t>Click icon to add picture</a:t>
            </a:r>
          </a:p>
        </p:txBody>
      </p:sp>
      <p:sp>
        <p:nvSpPr>
          <p:cNvPr id="42" name="Picture Placeholder 10">
            <a:extLst>
              <a:ext uri="{FF2B5EF4-FFF2-40B4-BE49-F238E27FC236}">
                <a16:creationId xmlns:a16="http://schemas.microsoft.com/office/drawing/2014/main" id="{E8C91BDE-0FA3-B18C-5405-5DB502E0FBA3}"/>
              </a:ext>
            </a:extLst>
          </p:cNvPr>
          <p:cNvSpPr>
            <a:spLocks noGrp="1"/>
          </p:cNvSpPr>
          <p:nvPr>
            <p:ph type="pic" sz="quarter" idx="13" hasCustomPrompt="1"/>
          </p:nvPr>
        </p:nvSpPr>
        <p:spPr>
          <a:xfrm>
            <a:off x="2916774" y="0"/>
            <a:ext cx="9275226"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grpSp>
        <p:nvGrpSpPr>
          <p:cNvPr id="35" name="Group 2">
            <a:extLst>
              <a:ext uri="{FF2B5EF4-FFF2-40B4-BE49-F238E27FC236}">
                <a16:creationId xmlns:a16="http://schemas.microsoft.com/office/drawing/2014/main" id="{586CA03F-ED76-1D2D-90A8-504016961D55}"/>
              </a:ext>
            </a:extLst>
          </p:cNvPr>
          <p:cNvGrpSpPr>
            <a:grpSpLocks noChangeAspect="1"/>
          </p:cNvGrpSpPr>
          <p:nvPr userDrawn="1"/>
        </p:nvGrpSpPr>
        <p:grpSpPr>
          <a:xfrm>
            <a:off x="357195" y="6122117"/>
            <a:ext cx="1872000" cy="420870"/>
            <a:chOff x="5094083" y="5360390"/>
            <a:chExt cx="3039349" cy="683316"/>
          </a:xfrm>
          <a:solidFill>
            <a:schemeClr val="tx2"/>
          </a:solidFill>
        </p:grpSpPr>
        <p:sp>
          <p:nvSpPr>
            <p:cNvPr id="36" name="Freeform: Shape 4">
              <a:extLst>
                <a:ext uri="{FF2B5EF4-FFF2-40B4-BE49-F238E27FC236}">
                  <a16:creationId xmlns:a16="http://schemas.microsoft.com/office/drawing/2014/main" id="{04CD9986-2686-D8E3-9192-8BEB77750D7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37" name="Freeform: Shape 5">
              <a:extLst>
                <a:ext uri="{FF2B5EF4-FFF2-40B4-BE49-F238E27FC236}">
                  <a16:creationId xmlns:a16="http://schemas.microsoft.com/office/drawing/2014/main" id="{7CD40094-AC2F-9457-AD3F-9AAA89E00C4A}"/>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38" name="Freeform: Shape 6">
              <a:extLst>
                <a:ext uri="{FF2B5EF4-FFF2-40B4-BE49-F238E27FC236}">
                  <a16:creationId xmlns:a16="http://schemas.microsoft.com/office/drawing/2014/main" id="{682D97D4-A5DA-2B1D-3407-13658458A52A}"/>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39" name="Freeform: Shape 7">
              <a:extLst>
                <a:ext uri="{FF2B5EF4-FFF2-40B4-BE49-F238E27FC236}">
                  <a16:creationId xmlns:a16="http://schemas.microsoft.com/office/drawing/2014/main" id="{FEBEF87B-7156-68DF-4D8A-E84D8A4F0EA2}"/>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40" name="Freeform: Shape 8">
              <a:extLst>
                <a:ext uri="{FF2B5EF4-FFF2-40B4-BE49-F238E27FC236}">
                  <a16:creationId xmlns:a16="http://schemas.microsoft.com/office/drawing/2014/main" id="{3A0B75AC-0F93-D7BF-2568-50E1CFEDF0CA}"/>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3" name="Title 31">
            <a:extLst>
              <a:ext uri="{FF2B5EF4-FFF2-40B4-BE49-F238E27FC236}">
                <a16:creationId xmlns:a16="http://schemas.microsoft.com/office/drawing/2014/main" id="{D8CA367F-44BB-C4B7-EA59-F1D6214DB4D2}"/>
              </a:ext>
            </a:extLst>
          </p:cNvPr>
          <p:cNvSpPr>
            <a:spLocks noGrp="1"/>
          </p:cNvSpPr>
          <p:nvPr>
            <p:ph type="title"/>
          </p:nvPr>
        </p:nvSpPr>
        <p:spPr>
          <a:xfrm>
            <a:off x="3401003" y="1628775"/>
            <a:ext cx="6578080" cy="3589714"/>
          </a:xfrm>
        </p:spPr>
        <p:txBody>
          <a:bodyPr anchor="b"/>
          <a:lstStyle>
            <a:lvl1pPr>
              <a:defRPr sz="5400">
                <a:solidFill>
                  <a:schemeClr val="bg1"/>
                </a:solidFill>
              </a:defRPr>
            </a:lvl1pPr>
          </a:lstStyle>
          <a:p>
            <a:r>
              <a:rPr lang="en-US"/>
              <a:t>Click to edit Master title style</a:t>
            </a:r>
            <a:endParaRPr lang="en-PL"/>
          </a:p>
        </p:txBody>
      </p:sp>
      <p:sp>
        <p:nvSpPr>
          <p:cNvPr id="6" name="Rectangle 5">
            <a:extLst>
              <a:ext uri="{FF2B5EF4-FFF2-40B4-BE49-F238E27FC236}">
                <a16:creationId xmlns:a16="http://schemas.microsoft.com/office/drawing/2014/main" id="{308E3512-1EC7-FD95-4A22-F366C773E9C4}"/>
              </a:ext>
            </a:extLst>
          </p:cNvPr>
          <p:cNvSpPr/>
          <p:nvPr userDrawn="1"/>
        </p:nvSpPr>
        <p:spPr>
          <a:xfrm rot="16200000">
            <a:off x="-602226"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5" name="Text Placeholder 33">
            <a:extLst>
              <a:ext uri="{FF2B5EF4-FFF2-40B4-BE49-F238E27FC236}">
                <a16:creationId xmlns:a16="http://schemas.microsoft.com/office/drawing/2014/main" id="{940C889E-4F97-F9FE-39C5-DFA541A122BB}"/>
              </a:ext>
            </a:extLst>
          </p:cNvPr>
          <p:cNvSpPr>
            <a:spLocks noGrp="1"/>
          </p:cNvSpPr>
          <p:nvPr>
            <p:ph type="body" sz="quarter" idx="16"/>
          </p:nvPr>
        </p:nvSpPr>
        <p:spPr>
          <a:xfrm>
            <a:off x="357195" y="3893182"/>
            <a:ext cx="2088292" cy="1123397"/>
          </a:xfrm>
          <a:prstGeom prst="rect">
            <a:avLst/>
          </a:prstGeom>
        </p:spPr>
        <p:txBody>
          <a:bodyPr anchor="b">
            <a:noAutofit/>
          </a:bodyPr>
          <a:lstStyle>
            <a:lvl1pPr>
              <a:defRPr sz="2000"/>
            </a:lvl1pPr>
          </a:lstStyle>
          <a:p>
            <a:pPr lvl="0"/>
            <a:r>
              <a:rPr lang="en-US"/>
              <a:t>Click to edit Master text styles</a:t>
            </a:r>
          </a:p>
        </p:txBody>
      </p:sp>
      <p:sp>
        <p:nvSpPr>
          <p:cNvPr id="7" name="Text Placeholder 33">
            <a:extLst>
              <a:ext uri="{FF2B5EF4-FFF2-40B4-BE49-F238E27FC236}">
                <a16:creationId xmlns:a16="http://schemas.microsoft.com/office/drawing/2014/main" id="{9C442A3F-8F7B-AF19-BF71-5A8A0790F5CA}"/>
              </a:ext>
            </a:extLst>
          </p:cNvPr>
          <p:cNvSpPr>
            <a:spLocks noGrp="1"/>
          </p:cNvSpPr>
          <p:nvPr>
            <p:ph type="body" sz="quarter" idx="17"/>
          </p:nvPr>
        </p:nvSpPr>
        <p:spPr>
          <a:xfrm>
            <a:off x="357195" y="5264061"/>
            <a:ext cx="2088292" cy="522985"/>
          </a:xfrm>
          <a:prstGeom prst="rect">
            <a:avLst/>
          </a:prstGeom>
        </p:spPr>
        <p:txBody>
          <a:bodyPr/>
          <a:lstStyle/>
          <a:p>
            <a:pPr lvl="0"/>
            <a:r>
              <a:rPr lang="en-US"/>
              <a:t>Click to edit Master text styles</a:t>
            </a:r>
          </a:p>
        </p:txBody>
      </p:sp>
    </p:spTree>
    <p:extLst>
      <p:ext uri="{BB962C8B-B14F-4D97-AF65-F5344CB8AC3E}">
        <p14:creationId xmlns:p14="http://schemas.microsoft.com/office/powerpoint/2010/main" val="67904558"/>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197.xml><?xml version="1.0" encoding="utf-8"?>
<p:sldLayout xmlns:a="http://schemas.openxmlformats.org/drawingml/2006/main" xmlns:r="http://schemas.openxmlformats.org/officeDocument/2006/relationships" xmlns:p="http://schemas.openxmlformats.org/presentationml/2006/main" showMasterSp="0" preserve="1" userDrawn="1">
  <p:cSld name="Agenda 1">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6424D2EA-9AAB-3E5E-F5AA-4EFA5797243B}"/>
              </a:ext>
            </a:extLst>
          </p:cNvPr>
          <p:cNvSpPr>
            <a:spLocks noGrp="1"/>
          </p:cNvSpPr>
          <p:nvPr>
            <p:ph type="pic" sz="quarter" idx="10" hasCustomPrompt="1"/>
          </p:nvPr>
        </p:nvSpPr>
        <p:spPr>
          <a:xfrm>
            <a:off x="8878957" y="1"/>
            <a:ext cx="3313043"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2">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6" name="Date Placeholder 5">
            <a:extLst>
              <a:ext uri="{FF2B5EF4-FFF2-40B4-BE49-F238E27FC236}">
                <a16:creationId xmlns:a16="http://schemas.microsoft.com/office/drawing/2014/main" id="{1B8A5C98-55E3-6CFA-5060-B126A46D3044}"/>
              </a:ext>
            </a:extLst>
          </p:cNvPr>
          <p:cNvSpPr>
            <a:spLocks noGrp="1"/>
          </p:cNvSpPr>
          <p:nvPr>
            <p:ph type="dt" sz="half" idx="3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7" name="Footer Placeholder 6">
            <a:extLst>
              <a:ext uri="{FF2B5EF4-FFF2-40B4-BE49-F238E27FC236}">
                <a16:creationId xmlns:a16="http://schemas.microsoft.com/office/drawing/2014/main" id="{A234A97A-B56B-79E8-3787-9AAFBD6C39E3}"/>
              </a:ext>
            </a:extLst>
          </p:cNvPr>
          <p:cNvSpPr>
            <a:spLocks noGrp="1"/>
          </p:cNvSpPr>
          <p:nvPr>
            <p:ph type="ftr" sz="quarter" idx="37"/>
          </p:nvPr>
        </p:nvSpPr>
        <p:spPr>
          <a:xfrm>
            <a:off x="550863" y="6650661"/>
            <a:ext cx="4716524" cy="123111"/>
          </a:xfrm>
          <a:prstGeom prst="rect">
            <a:avLst/>
          </a:prstGeom>
        </p:spPr>
        <p:txBody>
          <a:bodyPr/>
          <a:lstStyle/>
          <a:p>
            <a:pPr>
              <a:spcBef>
                <a:spcPts val="1000"/>
              </a:spcBef>
              <a:buFont typeface="Arial" panose="020B0604020202020204" pitchFamily="34" charset="0"/>
              <a:buNone/>
            </a:pPr>
            <a:r>
              <a:rPr lang="en-US"/>
              <a:t>Presentation Title | Author | Date</a:t>
            </a:r>
          </a:p>
        </p:txBody>
      </p:sp>
      <p:sp>
        <p:nvSpPr>
          <p:cNvPr id="9" name="Slide Number Placeholder 8">
            <a:extLst>
              <a:ext uri="{FF2B5EF4-FFF2-40B4-BE49-F238E27FC236}">
                <a16:creationId xmlns:a16="http://schemas.microsoft.com/office/drawing/2014/main" id="{10DFE7FA-9896-C83E-3B5B-ACAF7308B1C7}"/>
              </a:ext>
            </a:extLst>
          </p:cNvPr>
          <p:cNvSpPr>
            <a:spLocks noGrp="1"/>
          </p:cNvSpPr>
          <p:nvPr>
            <p:ph type="sldNum" sz="quarter" idx="38"/>
          </p:nvPr>
        </p:nvSpPr>
        <p:spPr/>
        <p:txBody>
          <a:bodyPr/>
          <a:lstStyle/>
          <a:p>
            <a:pPr algn="r"/>
            <a:fld id="{5D9A5160-6218-4E5A-B9E6-B93E3DAE377C}" type="slidenum">
              <a:rPr lang="en-US" smtClean="0"/>
              <a:pPr algn="r"/>
              <a:t>‹#›</a:t>
            </a:fld>
            <a:endParaRPr lang="en-US"/>
          </a:p>
        </p:txBody>
      </p:sp>
      <p:sp>
        <p:nvSpPr>
          <p:cNvPr id="8" name="Logo Placeholder 7">
            <a:extLst>
              <a:ext uri="{FF2B5EF4-FFF2-40B4-BE49-F238E27FC236}">
                <a16:creationId xmlns:a16="http://schemas.microsoft.com/office/drawing/2014/main" id="{62FD468B-B69E-D6B3-0B31-29405A8C9B22}"/>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10" name="Title Placeholder 4">
            <a:extLst>
              <a:ext uri="{FF2B5EF4-FFF2-40B4-BE49-F238E27FC236}">
                <a16:creationId xmlns:a16="http://schemas.microsoft.com/office/drawing/2014/main" id="{88071F53-FF39-EE02-C206-04BC9BC62837}"/>
              </a:ext>
            </a:extLst>
          </p:cNvPr>
          <p:cNvSpPr>
            <a:spLocks noGrp="1"/>
          </p:cNvSpPr>
          <p:nvPr>
            <p:ph type="title"/>
          </p:nvPr>
        </p:nvSpPr>
        <p:spPr>
          <a:xfrm>
            <a:off x="551384" y="549274"/>
            <a:ext cx="7920880" cy="930372"/>
          </a:xfrm>
          <a:prstGeom prst="rect">
            <a:avLst/>
          </a:prstGeom>
        </p:spPr>
        <p:txBody>
          <a:bodyPr vert="horz" lIns="0" tIns="0" rIns="0" bIns="126000" rtlCol="0" anchor="b" anchorCtr="0">
            <a:noAutofit/>
          </a:bodyPr>
          <a:lstStyle/>
          <a:p>
            <a:pPr lvl="0"/>
            <a:r>
              <a:rPr lang="en-US"/>
              <a:t>Click to edit Master title style</a:t>
            </a:r>
            <a:endParaRPr lang="de-DE"/>
          </a:p>
        </p:txBody>
      </p:sp>
      <p:sp>
        <p:nvSpPr>
          <p:cNvPr id="11" name="Text Placeholder 1">
            <a:extLst>
              <a:ext uri="{FF2B5EF4-FFF2-40B4-BE49-F238E27FC236}">
                <a16:creationId xmlns:a16="http://schemas.microsoft.com/office/drawing/2014/main" id="{D450594D-C071-DB63-60E9-737FD362024E}"/>
              </a:ext>
            </a:extLst>
          </p:cNvPr>
          <p:cNvSpPr>
            <a:spLocks noGrp="1"/>
          </p:cNvSpPr>
          <p:nvPr>
            <p:ph idx="1"/>
          </p:nvPr>
        </p:nvSpPr>
        <p:spPr>
          <a:xfrm>
            <a:off x="551384" y="1628800"/>
            <a:ext cx="7920880" cy="466863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Tree>
    <p:extLst>
      <p:ext uri="{BB962C8B-B14F-4D97-AF65-F5344CB8AC3E}">
        <p14:creationId xmlns:p14="http://schemas.microsoft.com/office/powerpoint/2010/main" val="2817737771"/>
      </p:ext>
    </p:extLst>
  </p:cSld>
  <p:clrMapOvr>
    <a:masterClrMapping/>
  </p:clrMapOvr>
</p:sldLayout>
</file>

<file path=ppt/slideLayouts/slideLayout198.xml><?xml version="1.0" encoding="utf-8"?>
<p:sldLayout xmlns:a="http://schemas.openxmlformats.org/drawingml/2006/main" xmlns:r="http://schemas.openxmlformats.org/officeDocument/2006/relationships" xmlns:p="http://schemas.openxmlformats.org/presentationml/2006/main" preserve="1" userDrawn="1">
  <p:cSld name="Agenda 2">
    <p:spTree>
      <p:nvGrpSpPr>
        <p:cNvPr id="1" name=""/>
        <p:cNvGrpSpPr/>
        <p:nvPr/>
      </p:nvGrpSpPr>
      <p:grpSpPr>
        <a:xfrm>
          <a:off x="0" y="0"/>
          <a:ext cx="0" cy="0"/>
          <a:chOff x="0" y="0"/>
          <a:chExt cx="0" cy="0"/>
        </a:xfrm>
      </p:grpSpPr>
      <p:sp>
        <p:nvSpPr>
          <p:cNvPr id="20" name="Picture Placeholder 7">
            <a:extLst>
              <a:ext uri="{FF2B5EF4-FFF2-40B4-BE49-F238E27FC236}">
                <a16:creationId xmlns:a16="http://schemas.microsoft.com/office/drawing/2014/main" id="{7719DBC8-1C65-EC71-F260-3E45E00F725D}"/>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2" name="Date Placeholder 1">
            <a:extLst>
              <a:ext uri="{FF2B5EF4-FFF2-40B4-BE49-F238E27FC236}">
                <a16:creationId xmlns:a16="http://schemas.microsoft.com/office/drawing/2014/main" id="{D1083178-61A2-1584-1F52-83BAE0FEDB3A}"/>
              </a:ext>
            </a:extLst>
          </p:cNvPr>
          <p:cNvSpPr>
            <a:spLocks noGrp="1"/>
          </p:cNvSpPr>
          <p:nvPr>
            <p:ph type="dt" sz="half" idx="3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9DC81A84-1437-02DB-19FA-F60FE73CB356}"/>
              </a:ext>
            </a:extLst>
          </p:cNvPr>
          <p:cNvSpPr>
            <a:spLocks noGrp="1"/>
          </p:cNvSpPr>
          <p:nvPr>
            <p:ph type="ftr" sz="quarter" idx="37"/>
          </p:nvPr>
        </p:nvSpPr>
        <p:spPr>
          <a:xfrm>
            <a:off x="550863" y="6650661"/>
            <a:ext cx="4716524" cy="123111"/>
          </a:xfrm>
          <a:prstGeom prst="rect">
            <a:avLst/>
          </a:prstGeom>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40363D62-2A4A-9126-8811-8637F26ADA0B}"/>
              </a:ext>
            </a:extLst>
          </p:cNvPr>
          <p:cNvSpPr>
            <a:spLocks noGrp="1"/>
          </p:cNvSpPr>
          <p:nvPr>
            <p:ph type="sldNum" sz="quarter" idx="38"/>
          </p:nvPr>
        </p:nvSpPr>
        <p:spPr/>
        <p:txBody>
          <a:bodyPr/>
          <a:lstStyle/>
          <a:p>
            <a:pPr algn="r"/>
            <a:fld id="{5D9A5160-6218-4E5A-B9E6-B93E3DAE377C}" type="slidenum">
              <a:rPr lang="en-US" smtClean="0"/>
              <a:pPr algn="r"/>
              <a:t>‹#›</a:t>
            </a:fld>
            <a:endParaRPr lang="en-US"/>
          </a:p>
        </p:txBody>
      </p:sp>
      <p:sp>
        <p:nvSpPr>
          <p:cNvPr id="5" name="Title Placeholder 4">
            <a:extLst>
              <a:ext uri="{FF2B5EF4-FFF2-40B4-BE49-F238E27FC236}">
                <a16:creationId xmlns:a16="http://schemas.microsoft.com/office/drawing/2014/main" id="{064AC36F-9D88-0AFF-0D23-B3207730506D}"/>
              </a:ext>
            </a:extLst>
          </p:cNvPr>
          <p:cNvSpPr>
            <a:spLocks noGrp="1"/>
          </p:cNvSpPr>
          <p:nvPr>
            <p:ph type="title"/>
          </p:nvPr>
        </p:nvSpPr>
        <p:spPr>
          <a:xfrm>
            <a:off x="6600056" y="549274"/>
            <a:ext cx="5042266" cy="930372"/>
          </a:xfrm>
          <a:prstGeom prst="rect">
            <a:avLst/>
          </a:prstGeom>
        </p:spPr>
        <p:txBody>
          <a:bodyPr vert="horz" lIns="0" tIns="0" rIns="0" bIns="126000" rtlCol="0" anchor="b" anchorCtr="0">
            <a:noAutofit/>
          </a:bodyPr>
          <a:lstStyle/>
          <a:p>
            <a:pPr lvl="0"/>
            <a:r>
              <a:rPr lang="en-US"/>
              <a:t>Click to edit Master title style</a:t>
            </a:r>
            <a:endParaRPr lang="de-DE"/>
          </a:p>
        </p:txBody>
      </p:sp>
      <p:sp>
        <p:nvSpPr>
          <p:cNvPr id="7" name="Text Placeholder 11">
            <a:extLst>
              <a:ext uri="{FF2B5EF4-FFF2-40B4-BE49-F238E27FC236}">
                <a16:creationId xmlns:a16="http://schemas.microsoft.com/office/drawing/2014/main" id="{77152031-1FC0-032B-F3DB-6C7DECFE02E6}"/>
              </a:ext>
            </a:extLst>
          </p:cNvPr>
          <p:cNvSpPr>
            <a:spLocks noGrp="1"/>
          </p:cNvSpPr>
          <p:nvPr>
            <p:ph type="body" sz="quarter" idx="25" hasCustomPrompt="1"/>
          </p:nvPr>
        </p:nvSpPr>
        <p:spPr>
          <a:xfrm>
            <a:off x="6585993" y="2007152"/>
            <a:ext cx="5054623" cy="369332"/>
          </a:xfrm>
          <a:prstGeom prst="rect">
            <a:avLst/>
          </a:prstGeom>
        </p:spPr>
        <p:txBody>
          <a:bodyPr lIns="0" tIns="0" rIns="0" bIns="0" anchor="ctr">
            <a:normAutofit/>
          </a:bodyPr>
          <a:lstStyle>
            <a:lvl1pPr>
              <a:spcBef>
                <a:spcPts val="0"/>
              </a:spcBef>
              <a:defRPr sz="2000">
                <a:solidFill>
                  <a:schemeClr val="tx2"/>
                </a:solidFill>
              </a:defRPr>
            </a:lvl1pPr>
          </a:lstStyle>
          <a:p>
            <a:pPr lvl="0"/>
            <a:r>
              <a:rPr lang="en-US"/>
              <a:t>Click to add text</a:t>
            </a:r>
          </a:p>
        </p:txBody>
      </p:sp>
      <p:sp>
        <p:nvSpPr>
          <p:cNvPr id="8" name="Text Placeholder 11">
            <a:extLst>
              <a:ext uri="{FF2B5EF4-FFF2-40B4-BE49-F238E27FC236}">
                <a16:creationId xmlns:a16="http://schemas.microsoft.com/office/drawing/2014/main" id="{2397C058-DED2-A927-F1FC-4D2262C4D8CC}"/>
              </a:ext>
            </a:extLst>
          </p:cNvPr>
          <p:cNvSpPr>
            <a:spLocks noGrp="1"/>
          </p:cNvSpPr>
          <p:nvPr>
            <p:ph type="body" sz="quarter" idx="26" hasCustomPrompt="1"/>
          </p:nvPr>
        </p:nvSpPr>
        <p:spPr>
          <a:xfrm>
            <a:off x="6585993" y="2599765"/>
            <a:ext cx="5054623" cy="369332"/>
          </a:xfrm>
          <a:prstGeom prst="rect">
            <a:avLst/>
          </a:prstGeom>
        </p:spPr>
        <p:txBody>
          <a:bodyPr lIns="0" tIns="0" rIns="0" bIns="0" anchor="ctr">
            <a:normAutofit/>
          </a:bodyPr>
          <a:lstStyle>
            <a:lvl1pPr>
              <a:spcBef>
                <a:spcPts val="0"/>
              </a:spcBef>
              <a:defRPr sz="2000">
                <a:solidFill>
                  <a:schemeClr val="tx2"/>
                </a:solidFill>
              </a:defRPr>
            </a:lvl1pPr>
          </a:lstStyle>
          <a:p>
            <a:pPr lvl="0"/>
            <a:r>
              <a:rPr lang="en-US"/>
              <a:t>Click to add text</a:t>
            </a:r>
          </a:p>
        </p:txBody>
      </p:sp>
      <p:sp>
        <p:nvSpPr>
          <p:cNvPr id="9" name="Text Placeholder 11">
            <a:extLst>
              <a:ext uri="{FF2B5EF4-FFF2-40B4-BE49-F238E27FC236}">
                <a16:creationId xmlns:a16="http://schemas.microsoft.com/office/drawing/2014/main" id="{17FFBEBF-84C6-4981-C2E8-C48E0CF9A363}"/>
              </a:ext>
            </a:extLst>
          </p:cNvPr>
          <p:cNvSpPr>
            <a:spLocks noGrp="1"/>
          </p:cNvSpPr>
          <p:nvPr>
            <p:ph type="body" sz="quarter" idx="30" hasCustomPrompt="1"/>
          </p:nvPr>
        </p:nvSpPr>
        <p:spPr>
          <a:xfrm>
            <a:off x="6585993" y="3192378"/>
            <a:ext cx="5054623" cy="369332"/>
          </a:xfrm>
          <a:prstGeom prst="rect">
            <a:avLst/>
          </a:prstGeom>
        </p:spPr>
        <p:txBody>
          <a:bodyPr lIns="0" tIns="0" rIns="0" bIns="0" anchor="ctr">
            <a:normAutofit/>
          </a:bodyPr>
          <a:lstStyle>
            <a:lvl1pPr>
              <a:spcBef>
                <a:spcPts val="0"/>
              </a:spcBef>
              <a:defRPr sz="2000">
                <a:solidFill>
                  <a:schemeClr val="tx2"/>
                </a:solidFill>
              </a:defRPr>
            </a:lvl1pPr>
          </a:lstStyle>
          <a:p>
            <a:pPr lvl="0"/>
            <a:r>
              <a:rPr lang="en-US"/>
              <a:t>Click to add text</a:t>
            </a:r>
          </a:p>
        </p:txBody>
      </p:sp>
      <p:sp>
        <p:nvSpPr>
          <p:cNvPr id="10" name="Text Placeholder 11">
            <a:extLst>
              <a:ext uri="{FF2B5EF4-FFF2-40B4-BE49-F238E27FC236}">
                <a16:creationId xmlns:a16="http://schemas.microsoft.com/office/drawing/2014/main" id="{B50E875C-17E2-59C2-ADA9-61BD0E75B160}"/>
              </a:ext>
            </a:extLst>
          </p:cNvPr>
          <p:cNvSpPr>
            <a:spLocks noGrp="1"/>
          </p:cNvSpPr>
          <p:nvPr>
            <p:ph type="body" sz="quarter" idx="31" hasCustomPrompt="1"/>
          </p:nvPr>
        </p:nvSpPr>
        <p:spPr>
          <a:xfrm>
            <a:off x="6585993" y="3784991"/>
            <a:ext cx="5054623" cy="369332"/>
          </a:xfrm>
          <a:prstGeom prst="rect">
            <a:avLst/>
          </a:prstGeom>
        </p:spPr>
        <p:txBody>
          <a:bodyPr lIns="0" tIns="0" rIns="0" bIns="0" anchor="ctr">
            <a:normAutofit/>
          </a:bodyPr>
          <a:lstStyle>
            <a:lvl1pPr>
              <a:spcBef>
                <a:spcPts val="0"/>
              </a:spcBef>
              <a:defRPr sz="2000">
                <a:solidFill>
                  <a:schemeClr val="tx2"/>
                </a:solidFill>
              </a:defRPr>
            </a:lvl1pPr>
          </a:lstStyle>
          <a:p>
            <a:pPr lvl="0"/>
            <a:r>
              <a:rPr lang="en-US"/>
              <a:t>Click to add text</a:t>
            </a:r>
          </a:p>
        </p:txBody>
      </p:sp>
      <p:sp>
        <p:nvSpPr>
          <p:cNvPr id="11" name="Text Placeholder 11">
            <a:extLst>
              <a:ext uri="{FF2B5EF4-FFF2-40B4-BE49-F238E27FC236}">
                <a16:creationId xmlns:a16="http://schemas.microsoft.com/office/drawing/2014/main" id="{A9420F04-AF69-214B-65E6-46E3677153F0}"/>
              </a:ext>
            </a:extLst>
          </p:cNvPr>
          <p:cNvSpPr>
            <a:spLocks noGrp="1"/>
          </p:cNvSpPr>
          <p:nvPr>
            <p:ph type="body" sz="quarter" idx="32" hasCustomPrompt="1"/>
          </p:nvPr>
        </p:nvSpPr>
        <p:spPr>
          <a:xfrm>
            <a:off x="6585993" y="4377605"/>
            <a:ext cx="5054623" cy="369332"/>
          </a:xfrm>
          <a:prstGeom prst="rect">
            <a:avLst/>
          </a:prstGeom>
        </p:spPr>
        <p:txBody>
          <a:bodyPr lIns="0" tIns="0" rIns="0" bIns="0" anchor="ctr">
            <a:normAutofit/>
          </a:bodyPr>
          <a:lstStyle>
            <a:lvl1pPr>
              <a:spcBef>
                <a:spcPts val="0"/>
              </a:spcBef>
              <a:defRPr sz="2000">
                <a:solidFill>
                  <a:schemeClr val="tx2"/>
                </a:solidFill>
              </a:defRPr>
            </a:lvl1pPr>
          </a:lstStyle>
          <a:p>
            <a:pPr lvl="0"/>
            <a:r>
              <a:rPr lang="en-US"/>
              <a:t>Click to add text</a:t>
            </a:r>
          </a:p>
        </p:txBody>
      </p:sp>
      <p:sp>
        <p:nvSpPr>
          <p:cNvPr id="12" name="Text Placeholder 11">
            <a:extLst>
              <a:ext uri="{FF2B5EF4-FFF2-40B4-BE49-F238E27FC236}">
                <a16:creationId xmlns:a16="http://schemas.microsoft.com/office/drawing/2014/main" id="{A789EDD1-6A88-C664-0739-2CFCD04A787A}"/>
              </a:ext>
            </a:extLst>
          </p:cNvPr>
          <p:cNvSpPr>
            <a:spLocks noGrp="1"/>
          </p:cNvSpPr>
          <p:nvPr>
            <p:ph type="body" sz="quarter" idx="34" hasCustomPrompt="1"/>
          </p:nvPr>
        </p:nvSpPr>
        <p:spPr>
          <a:xfrm>
            <a:off x="6585993" y="4970219"/>
            <a:ext cx="5054623" cy="369332"/>
          </a:xfrm>
          <a:prstGeom prst="rect">
            <a:avLst/>
          </a:prstGeom>
        </p:spPr>
        <p:txBody>
          <a:bodyPr lIns="0" tIns="0" rIns="0" bIns="0" anchor="ctr">
            <a:normAutofit/>
          </a:bodyPr>
          <a:lstStyle>
            <a:lvl1pPr>
              <a:spcBef>
                <a:spcPts val="0"/>
              </a:spcBef>
              <a:defRPr sz="2000">
                <a:solidFill>
                  <a:schemeClr val="tx2"/>
                </a:solidFill>
              </a:defRPr>
            </a:lvl1pPr>
          </a:lstStyle>
          <a:p>
            <a:pPr lvl="0"/>
            <a:r>
              <a:rPr lang="en-US"/>
              <a:t>Click to add text</a:t>
            </a:r>
          </a:p>
        </p:txBody>
      </p:sp>
      <p:sp>
        <p:nvSpPr>
          <p:cNvPr id="13" name="Text Placeholder 11">
            <a:extLst>
              <a:ext uri="{FF2B5EF4-FFF2-40B4-BE49-F238E27FC236}">
                <a16:creationId xmlns:a16="http://schemas.microsoft.com/office/drawing/2014/main" id="{892337BD-72AF-D589-5EEB-9C85E19A6825}"/>
              </a:ext>
            </a:extLst>
          </p:cNvPr>
          <p:cNvSpPr>
            <a:spLocks noGrp="1"/>
          </p:cNvSpPr>
          <p:nvPr>
            <p:ph type="body" sz="quarter" idx="35" hasCustomPrompt="1"/>
          </p:nvPr>
        </p:nvSpPr>
        <p:spPr>
          <a:xfrm>
            <a:off x="6585993" y="5562833"/>
            <a:ext cx="5054623" cy="369332"/>
          </a:xfrm>
          <a:prstGeom prst="rect">
            <a:avLst/>
          </a:prstGeom>
        </p:spPr>
        <p:txBody>
          <a:bodyPr lIns="0" tIns="0" rIns="0" bIns="0" anchor="ctr">
            <a:normAutofit/>
          </a:bodyPr>
          <a:lstStyle>
            <a:lvl1pPr>
              <a:spcBef>
                <a:spcPts val="0"/>
              </a:spcBef>
              <a:defRPr sz="2000">
                <a:solidFill>
                  <a:schemeClr val="tx2"/>
                </a:solidFill>
              </a:defRPr>
            </a:lvl1pPr>
          </a:lstStyle>
          <a:p>
            <a:pPr lvl="0"/>
            <a:r>
              <a:rPr lang="en-US"/>
              <a:t>Click to add text</a:t>
            </a:r>
          </a:p>
        </p:txBody>
      </p:sp>
    </p:spTree>
    <p:extLst>
      <p:ext uri="{BB962C8B-B14F-4D97-AF65-F5344CB8AC3E}">
        <p14:creationId xmlns:p14="http://schemas.microsoft.com/office/powerpoint/2010/main" val="1602473160"/>
      </p:ext>
    </p:extLst>
  </p:cSld>
  <p:clrMapOvr>
    <a:masterClrMapping/>
  </p:clrMapOvr>
</p:sldLayout>
</file>

<file path=ppt/slideLayouts/slideLayout199.xml><?xml version="1.0" encoding="utf-8"?>
<p:sldLayout xmlns:a="http://schemas.openxmlformats.org/drawingml/2006/main" xmlns:r="http://schemas.openxmlformats.org/officeDocument/2006/relationships" xmlns:p="http://schemas.openxmlformats.org/presentationml/2006/main" userDrawn="1">
  <p:cSld name="Agenda 3">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D119069D-5D68-4DB4-B45F-92CCC710785E}"/>
              </a:ext>
            </a:extLst>
          </p:cNvPr>
          <p:cNvSpPr>
            <a:spLocks noGrp="1"/>
          </p:cNvSpPr>
          <p:nvPr>
            <p:ph type="body" sz="quarter" idx="24" hasCustomPrompt="1"/>
          </p:nvPr>
        </p:nvSpPr>
        <p:spPr>
          <a:xfrm>
            <a:off x="2207567" y="1628775"/>
            <a:ext cx="9433569" cy="369332"/>
          </a:xfrm>
          <a:prstGeom prst="rect">
            <a:avLst/>
          </a:prstGeom>
        </p:spPr>
        <p:txBody>
          <a:bodyPr>
            <a:normAutofit/>
          </a:bodyPr>
          <a:lstStyle>
            <a:lvl1pPr>
              <a:spcBef>
                <a:spcPts val="0"/>
              </a:spcBef>
              <a:defRPr sz="2400">
                <a:solidFill>
                  <a:schemeClr val="tx1"/>
                </a:solidFill>
              </a:defRPr>
            </a:lvl1pPr>
          </a:lstStyle>
          <a:p>
            <a:pPr lvl="0"/>
            <a:r>
              <a:rPr lang="en-US"/>
              <a:t>Click to add text</a:t>
            </a:r>
          </a:p>
        </p:txBody>
      </p:sp>
      <p:sp>
        <p:nvSpPr>
          <p:cNvPr id="23" name="Text Placeholder 11">
            <a:extLst>
              <a:ext uri="{FF2B5EF4-FFF2-40B4-BE49-F238E27FC236}">
                <a16:creationId xmlns:a16="http://schemas.microsoft.com/office/drawing/2014/main" id="{AA1A2157-04CD-44FC-8492-E3FAFE326F18}"/>
              </a:ext>
            </a:extLst>
          </p:cNvPr>
          <p:cNvSpPr>
            <a:spLocks noGrp="1"/>
          </p:cNvSpPr>
          <p:nvPr>
            <p:ph type="body" sz="quarter" idx="25" hasCustomPrompt="1"/>
          </p:nvPr>
        </p:nvSpPr>
        <p:spPr>
          <a:xfrm>
            <a:off x="2207567" y="2221388"/>
            <a:ext cx="9433569" cy="369332"/>
          </a:xfrm>
          <a:prstGeom prst="rect">
            <a:avLst/>
          </a:prstGeom>
        </p:spPr>
        <p:txBody>
          <a:bodyPr>
            <a:normAutofit/>
          </a:bodyPr>
          <a:lstStyle>
            <a:lvl1pPr>
              <a:spcBef>
                <a:spcPts val="0"/>
              </a:spcBef>
              <a:defRPr sz="2400">
                <a:solidFill>
                  <a:schemeClr val="tx1"/>
                </a:solidFill>
              </a:defRPr>
            </a:lvl1pPr>
          </a:lstStyle>
          <a:p>
            <a:pPr lvl="0"/>
            <a:r>
              <a:rPr lang="en-US"/>
              <a:t>Click to add text</a:t>
            </a:r>
          </a:p>
        </p:txBody>
      </p:sp>
      <p:sp>
        <p:nvSpPr>
          <p:cNvPr id="24" name="Text Placeholder 11">
            <a:extLst>
              <a:ext uri="{FF2B5EF4-FFF2-40B4-BE49-F238E27FC236}">
                <a16:creationId xmlns:a16="http://schemas.microsoft.com/office/drawing/2014/main" id="{199E21EB-D052-4206-952C-D3FE77AA1C8D}"/>
              </a:ext>
            </a:extLst>
          </p:cNvPr>
          <p:cNvSpPr>
            <a:spLocks noGrp="1"/>
          </p:cNvSpPr>
          <p:nvPr>
            <p:ph type="body" sz="quarter" idx="26" hasCustomPrompt="1"/>
          </p:nvPr>
        </p:nvSpPr>
        <p:spPr>
          <a:xfrm>
            <a:off x="2207567" y="2814001"/>
            <a:ext cx="9433569" cy="369332"/>
          </a:xfrm>
          <a:prstGeom prst="rect">
            <a:avLst/>
          </a:prstGeom>
        </p:spPr>
        <p:txBody>
          <a:bodyPr>
            <a:normAutofit/>
          </a:bodyPr>
          <a:lstStyle>
            <a:lvl1pPr>
              <a:spcBef>
                <a:spcPts val="0"/>
              </a:spcBef>
              <a:defRPr sz="2400">
                <a:solidFill>
                  <a:schemeClr val="tx1"/>
                </a:solidFill>
              </a:defRPr>
            </a:lvl1pPr>
          </a:lstStyle>
          <a:p>
            <a:pPr lvl="0"/>
            <a:r>
              <a:rPr lang="en-US"/>
              <a:t>Click to add text</a:t>
            </a:r>
          </a:p>
        </p:txBody>
      </p:sp>
      <p:sp>
        <p:nvSpPr>
          <p:cNvPr id="7" name="Text Placeholder 6">
            <a:extLst>
              <a:ext uri="{FF2B5EF4-FFF2-40B4-BE49-F238E27FC236}">
                <a16:creationId xmlns:a16="http://schemas.microsoft.com/office/drawing/2014/main" id="{C9AA932A-4442-4987-878D-3B69D84A4771}"/>
              </a:ext>
            </a:extLst>
          </p:cNvPr>
          <p:cNvSpPr>
            <a:spLocks noGrp="1"/>
          </p:cNvSpPr>
          <p:nvPr>
            <p:ph type="body" sz="quarter" idx="27" hasCustomPrompt="1"/>
          </p:nvPr>
        </p:nvSpPr>
        <p:spPr>
          <a:xfrm>
            <a:off x="1492499" y="1628775"/>
            <a:ext cx="335980" cy="369888"/>
          </a:xfrm>
          <a:prstGeom prst="rect">
            <a:avLst/>
          </a:prstGeom>
        </p:spPr>
        <p:txBody>
          <a:bodyPr vert="horz" wrap="none" lIns="0" tIns="0" rIns="0" bIns="0" rtlCol="0">
            <a:normAutofit/>
          </a:bodyPr>
          <a:lstStyle>
            <a:lvl1pPr algn="r">
              <a:defRPr lang="de-DE" sz="2400" b="1" dirty="0">
                <a:solidFill>
                  <a:schemeClr val="tx2"/>
                </a:solidFill>
              </a:defRPr>
            </a:lvl1pPr>
          </a:lstStyle>
          <a:p>
            <a:pPr lvl="0">
              <a:spcBef>
                <a:spcPts val="0"/>
              </a:spcBef>
            </a:pPr>
            <a:r>
              <a:rPr lang="de-DE"/>
              <a:t>0x</a:t>
            </a:r>
          </a:p>
        </p:txBody>
      </p:sp>
      <p:sp>
        <p:nvSpPr>
          <p:cNvPr id="21" name="Text Placeholder 6">
            <a:extLst>
              <a:ext uri="{FF2B5EF4-FFF2-40B4-BE49-F238E27FC236}">
                <a16:creationId xmlns:a16="http://schemas.microsoft.com/office/drawing/2014/main" id="{EAA65ABF-5E47-4A8A-934B-E9458D034F70}"/>
              </a:ext>
            </a:extLst>
          </p:cNvPr>
          <p:cNvSpPr>
            <a:spLocks noGrp="1"/>
          </p:cNvSpPr>
          <p:nvPr>
            <p:ph type="body" sz="quarter" idx="28" hasCustomPrompt="1"/>
          </p:nvPr>
        </p:nvSpPr>
        <p:spPr>
          <a:xfrm>
            <a:off x="1492499" y="2221388"/>
            <a:ext cx="335980" cy="369888"/>
          </a:xfrm>
          <a:prstGeom prst="rect">
            <a:avLst/>
          </a:prstGeom>
        </p:spPr>
        <p:txBody>
          <a:bodyPr vert="horz" wrap="none" lIns="0" tIns="0" rIns="0" bIns="0" rtlCol="0">
            <a:normAutofit/>
          </a:bodyPr>
          <a:lstStyle>
            <a:lvl1pPr algn="r">
              <a:defRPr lang="de-DE" sz="2400" b="1" dirty="0">
                <a:solidFill>
                  <a:schemeClr val="tx2"/>
                </a:solidFill>
              </a:defRPr>
            </a:lvl1pPr>
          </a:lstStyle>
          <a:p>
            <a:pPr lvl="0">
              <a:spcBef>
                <a:spcPts val="0"/>
              </a:spcBef>
            </a:pPr>
            <a:r>
              <a:rPr lang="de-DE"/>
              <a:t>0x</a:t>
            </a:r>
          </a:p>
        </p:txBody>
      </p:sp>
      <p:sp>
        <p:nvSpPr>
          <p:cNvPr id="22" name="Text Placeholder 6">
            <a:extLst>
              <a:ext uri="{FF2B5EF4-FFF2-40B4-BE49-F238E27FC236}">
                <a16:creationId xmlns:a16="http://schemas.microsoft.com/office/drawing/2014/main" id="{AE370511-ABDA-4008-B938-10F0105CBF69}"/>
              </a:ext>
            </a:extLst>
          </p:cNvPr>
          <p:cNvSpPr>
            <a:spLocks noGrp="1"/>
          </p:cNvSpPr>
          <p:nvPr>
            <p:ph type="body" sz="quarter" idx="29" hasCustomPrompt="1"/>
          </p:nvPr>
        </p:nvSpPr>
        <p:spPr>
          <a:xfrm>
            <a:off x="1492499" y="2814001"/>
            <a:ext cx="335980" cy="369888"/>
          </a:xfrm>
          <a:prstGeom prst="rect">
            <a:avLst/>
          </a:prstGeom>
        </p:spPr>
        <p:txBody>
          <a:bodyPr vert="horz" wrap="none" lIns="0" tIns="0" rIns="0" bIns="0" rtlCol="0">
            <a:normAutofit/>
          </a:bodyPr>
          <a:lstStyle>
            <a:lvl1pPr algn="r">
              <a:defRPr lang="de-DE" sz="2400" b="1" dirty="0">
                <a:solidFill>
                  <a:schemeClr val="tx2"/>
                </a:solidFill>
              </a:defRPr>
            </a:lvl1pPr>
          </a:lstStyle>
          <a:p>
            <a:pPr lvl="0">
              <a:spcBef>
                <a:spcPts val="0"/>
              </a:spcBef>
            </a:pPr>
            <a:r>
              <a:rPr lang="de-DE"/>
              <a:t>0x</a:t>
            </a:r>
          </a:p>
        </p:txBody>
      </p:sp>
      <p:sp>
        <p:nvSpPr>
          <p:cNvPr id="28" name="Text Placeholder 11">
            <a:extLst>
              <a:ext uri="{FF2B5EF4-FFF2-40B4-BE49-F238E27FC236}">
                <a16:creationId xmlns:a16="http://schemas.microsoft.com/office/drawing/2014/main" id="{CABD3DEA-D9AC-49A6-AB02-7A5380BF5183}"/>
              </a:ext>
            </a:extLst>
          </p:cNvPr>
          <p:cNvSpPr>
            <a:spLocks noGrp="1"/>
          </p:cNvSpPr>
          <p:nvPr>
            <p:ph type="body" sz="quarter" idx="30" hasCustomPrompt="1"/>
          </p:nvPr>
        </p:nvSpPr>
        <p:spPr>
          <a:xfrm>
            <a:off x="2207567" y="3406614"/>
            <a:ext cx="9433569" cy="369332"/>
          </a:xfrm>
          <a:prstGeom prst="rect">
            <a:avLst/>
          </a:prstGeom>
        </p:spPr>
        <p:txBody>
          <a:bodyPr>
            <a:normAutofit/>
          </a:bodyPr>
          <a:lstStyle>
            <a:lvl1pPr>
              <a:spcBef>
                <a:spcPts val="0"/>
              </a:spcBef>
              <a:defRPr sz="2400">
                <a:solidFill>
                  <a:schemeClr val="tx1"/>
                </a:solidFill>
              </a:defRPr>
            </a:lvl1pPr>
          </a:lstStyle>
          <a:p>
            <a:pPr lvl="0"/>
            <a:r>
              <a:rPr lang="en-US"/>
              <a:t>Click to add text</a:t>
            </a:r>
          </a:p>
        </p:txBody>
      </p:sp>
      <p:sp>
        <p:nvSpPr>
          <p:cNvPr id="29" name="Text Placeholder 11">
            <a:extLst>
              <a:ext uri="{FF2B5EF4-FFF2-40B4-BE49-F238E27FC236}">
                <a16:creationId xmlns:a16="http://schemas.microsoft.com/office/drawing/2014/main" id="{C143C05F-5CEC-4DA0-8030-D7B2370EBBB4}"/>
              </a:ext>
            </a:extLst>
          </p:cNvPr>
          <p:cNvSpPr>
            <a:spLocks noGrp="1"/>
          </p:cNvSpPr>
          <p:nvPr>
            <p:ph type="body" sz="quarter" idx="31" hasCustomPrompt="1"/>
          </p:nvPr>
        </p:nvSpPr>
        <p:spPr>
          <a:xfrm>
            <a:off x="2207567" y="3999227"/>
            <a:ext cx="9433569" cy="369332"/>
          </a:xfrm>
          <a:prstGeom prst="rect">
            <a:avLst/>
          </a:prstGeom>
        </p:spPr>
        <p:txBody>
          <a:bodyPr>
            <a:normAutofit/>
          </a:bodyPr>
          <a:lstStyle>
            <a:lvl1pPr>
              <a:spcBef>
                <a:spcPts val="0"/>
              </a:spcBef>
              <a:defRPr sz="2400">
                <a:solidFill>
                  <a:schemeClr val="tx1"/>
                </a:solidFill>
              </a:defRPr>
            </a:lvl1pPr>
          </a:lstStyle>
          <a:p>
            <a:pPr lvl="0"/>
            <a:r>
              <a:rPr lang="en-US"/>
              <a:t>Click to add text</a:t>
            </a:r>
          </a:p>
        </p:txBody>
      </p:sp>
      <p:sp>
        <p:nvSpPr>
          <p:cNvPr id="30" name="Text Placeholder 11">
            <a:extLst>
              <a:ext uri="{FF2B5EF4-FFF2-40B4-BE49-F238E27FC236}">
                <a16:creationId xmlns:a16="http://schemas.microsoft.com/office/drawing/2014/main" id="{96B43F80-D448-432F-A45D-FE4715923FC2}"/>
              </a:ext>
            </a:extLst>
          </p:cNvPr>
          <p:cNvSpPr>
            <a:spLocks noGrp="1"/>
          </p:cNvSpPr>
          <p:nvPr>
            <p:ph type="body" sz="quarter" idx="32" hasCustomPrompt="1"/>
          </p:nvPr>
        </p:nvSpPr>
        <p:spPr>
          <a:xfrm>
            <a:off x="2207567" y="4591841"/>
            <a:ext cx="9433569" cy="369332"/>
          </a:xfrm>
          <a:prstGeom prst="rect">
            <a:avLst/>
          </a:prstGeom>
        </p:spPr>
        <p:txBody>
          <a:bodyPr>
            <a:normAutofit/>
          </a:bodyPr>
          <a:lstStyle>
            <a:lvl1pPr>
              <a:spcBef>
                <a:spcPts val="0"/>
              </a:spcBef>
              <a:defRPr sz="2400">
                <a:solidFill>
                  <a:schemeClr val="tx1"/>
                </a:solidFill>
              </a:defRPr>
            </a:lvl1pPr>
          </a:lstStyle>
          <a:p>
            <a:pPr lvl="0"/>
            <a:r>
              <a:rPr lang="en-US"/>
              <a:t>Click to add text</a:t>
            </a:r>
          </a:p>
        </p:txBody>
      </p:sp>
      <p:sp>
        <p:nvSpPr>
          <p:cNvPr id="31" name="Text Placeholder 6">
            <a:extLst>
              <a:ext uri="{FF2B5EF4-FFF2-40B4-BE49-F238E27FC236}">
                <a16:creationId xmlns:a16="http://schemas.microsoft.com/office/drawing/2014/main" id="{C434EB54-C0D1-4857-9330-87FAFCC49D56}"/>
              </a:ext>
            </a:extLst>
          </p:cNvPr>
          <p:cNvSpPr>
            <a:spLocks noGrp="1"/>
          </p:cNvSpPr>
          <p:nvPr>
            <p:ph type="body" sz="quarter" idx="33" hasCustomPrompt="1"/>
          </p:nvPr>
        </p:nvSpPr>
        <p:spPr>
          <a:xfrm>
            <a:off x="1492499" y="3406614"/>
            <a:ext cx="335980" cy="369888"/>
          </a:xfrm>
          <a:prstGeom prst="rect">
            <a:avLst/>
          </a:prstGeom>
        </p:spPr>
        <p:txBody>
          <a:bodyPr vert="horz" wrap="none" lIns="0" tIns="0" rIns="0" bIns="0" rtlCol="0">
            <a:normAutofit/>
          </a:bodyPr>
          <a:lstStyle>
            <a:lvl1pPr algn="r">
              <a:defRPr lang="de-DE" sz="2400" b="1" dirty="0">
                <a:solidFill>
                  <a:schemeClr val="tx2"/>
                </a:solidFill>
              </a:defRPr>
            </a:lvl1pPr>
          </a:lstStyle>
          <a:p>
            <a:pPr lvl="0">
              <a:spcBef>
                <a:spcPts val="0"/>
              </a:spcBef>
            </a:pPr>
            <a:r>
              <a:rPr lang="de-DE"/>
              <a:t>0x</a:t>
            </a:r>
          </a:p>
        </p:txBody>
      </p:sp>
      <p:sp>
        <p:nvSpPr>
          <p:cNvPr id="32" name="Text Placeholder 6">
            <a:extLst>
              <a:ext uri="{FF2B5EF4-FFF2-40B4-BE49-F238E27FC236}">
                <a16:creationId xmlns:a16="http://schemas.microsoft.com/office/drawing/2014/main" id="{F0320016-4C9A-409B-8724-E53F23529A4B}"/>
              </a:ext>
            </a:extLst>
          </p:cNvPr>
          <p:cNvSpPr>
            <a:spLocks noGrp="1"/>
          </p:cNvSpPr>
          <p:nvPr>
            <p:ph type="body" sz="quarter" idx="34" hasCustomPrompt="1"/>
          </p:nvPr>
        </p:nvSpPr>
        <p:spPr>
          <a:xfrm>
            <a:off x="1492499" y="3999227"/>
            <a:ext cx="335980" cy="369888"/>
          </a:xfrm>
          <a:prstGeom prst="rect">
            <a:avLst/>
          </a:prstGeom>
        </p:spPr>
        <p:txBody>
          <a:bodyPr vert="horz" wrap="none" lIns="0" tIns="0" rIns="0" bIns="0" rtlCol="0">
            <a:normAutofit/>
          </a:bodyPr>
          <a:lstStyle>
            <a:lvl1pPr algn="r">
              <a:defRPr lang="de-DE" sz="2400" b="1" dirty="0">
                <a:solidFill>
                  <a:schemeClr val="tx2"/>
                </a:solidFill>
              </a:defRPr>
            </a:lvl1pPr>
          </a:lstStyle>
          <a:p>
            <a:pPr lvl="0">
              <a:spcBef>
                <a:spcPts val="0"/>
              </a:spcBef>
            </a:pPr>
            <a:r>
              <a:rPr lang="de-DE"/>
              <a:t>0x</a:t>
            </a:r>
          </a:p>
        </p:txBody>
      </p:sp>
      <p:sp>
        <p:nvSpPr>
          <p:cNvPr id="34" name="Text Placeholder 6">
            <a:extLst>
              <a:ext uri="{FF2B5EF4-FFF2-40B4-BE49-F238E27FC236}">
                <a16:creationId xmlns:a16="http://schemas.microsoft.com/office/drawing/2014/main" id="{F0279A3C-5E27-40F7-98C0-08832F4CE1FB}"/>
              </a:ext>
            </a:extLst>
          </p:cNvPr>
          <p:cNvSpPr>
            <a:spLocks noGrp="1"/>
          </p:cNvSpPr>
          <p:nvPr>
            <p:ph type="body" sz="quarter" idx="35" hasCustomPrompt="1"/>
          </p:nvPr>
        </p:nvSpPr>
        <p:spPr>
          <a:xfrm>
            <a:off x="1492499" y="4591841"/>
            <a:ext cx="335980" cy="369888"/>
          </a:xfrm>
          <a:prstGeom prst="rect">
            <a:avLst/>
          </a:prstGeom>
        </p:spPr>
        <p:txBody>
          <a:bodyPr vert="horz" wrap="none" lIns="0" tIns="0" rIns="0" bIns="0" rtlCol="0">
            <a:normAutofit/>
          </a:bodyPr>
          <a:lstStyle>
            <a:lvl1pPr algn="r">
              <a:defRPr lang="de-DE" sz="2400" b="1" dirty="0">
                <a:solidFill>
                  <a:schemeClr val="tx2"/>
                </a:solidFill>
              </a:defRPr>
            </a:lvl1pPr>
          </a:lstStyle>
          <a:p>
            <a:pPr lvl="0">
              <a:spcBef>
                <a:spcPts val="0"/>
              </a:spcBef>
            </a:pPr>
            <a:r>
              <a:rPr lang="de-DE"/>
              <a:t>0x</a:t>
            </a:r>
          </a:p>
        </p:txBody>
      </p:sp>
      <p:sp>
        <p:nvSpPr>
          <p:cNvPr id="4" name="Rectangle 3">
            <a:extLst>
              <a:ext uri="{FF2B5EF4-FFF2-40B4-BE49-F238E27FC236}">
                <a16:creationId xmlns:a16="http://schemas.microsoft.com/office/drawing/2014/main" id="{A57CC5E8-E0D3-3603-2CC6-A8BAF2820A56}"/>
              </a:ext>
            </a:extLst>
          </p:cNvPr>
          <p:cNvSpPr/>
          <p:nvPr userDrawn="1"/>
        </p:nvSpPr>
        <p:spPr>
          <a:xfrm rot="16200000">
            <a:off x="-3343113" y="3343113"/>
            <a:ext cx="6857999" cy="171774"/>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5" name="Date Placeholder 4">
            <a:extLst>
              <a:ext uri="{FF2B5EF4-FFF2-40B4-BE49-F238E27FC236}">
                <a16:creationId xmlns:a16="http://schemas.microsoft.com/office/drawing/2014/main" id="{C85C206C-01EC-0BBE-D2E8-677FD637D3BC}"/>
              </a:ext>
            </a:extLst>
          </p:cNvPr>
          <p:cNvSpPr>
            <a:spLocks noGrp="1"/>
          </p:cNvSpPr>
          <p:nvPr>
            <p:ph type="dt" sz="half" idx="3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6" name="Footer Placeholder 5">
            <a:extLst>
              <a:ext uri="{FF2B5EF4-FFF2-40B4-BE49-F238E27FC236}">
                <a16:creationId xmlns:a16="http://schemas.microsoft.com/office/drawing/2014/main" id="{1A7A574E-257C-8BFC-960C-B7B5AD0FA9BD}"/>
              </a:ext>
            </a:extLst>
          </p:cNvPr>
          <p:cNvSpPr>
            <a:spLocks noGrp="1"/>
          </p:cNvSpPr>
          <p:nvPr>
            <p:ph type="ftr" sz="quarter" idx="37"/>
          </p:nvPr>
        </p:nvSpPr>
        <p:spPr>
          <a:xfrm>
            <a:off x="550863" y="6650661"/>
            <a:ext cx="4716524" cy="123111"/>
          </a:xfrm>
          <a:prstGeom prst="rect">
            <a:avLst/>
          </a:prstGeom>
        </p:spPr>
        <p:txBody>
          <a:bodyPr/>
          <a:lstStyle/>
          <a:p>
            <a:pPr>
              <a:spcBef>
                <a:spcPts val="1000"/>
              </a:spcBef>
              <a:buFont typeface="Arial" panose="020B0604020202020204" pitchFamily="34" charset="0"/>
              <a:buNone/>
            </a:pPr>
            <a:r>
              <a:rPr lang="en-US"/>
              <a:t>Presentation Title | Author | Date</a:t>
            </a:r>
          </a:p>
        </p:txBody>
      </p:sp>
      <p:sp>
        <p:nvSpPr>
          <p:cNvPr id="10" name="Slide Number Placeholder 9">
            <a:extLst>
              <a:ext uri="{FF2B5EF4-FFF2-40B4-BE49-F238E27FC236}">
                <a16:creationId xmlns:a16="http://schemas.microsoft.com/office/drawing/2014/main" id="{57BCB7A3-F93F-039D-8ADA-0AF4B6D42BBB}"/>
              </a:ext>
            </a:extLst>
          </p:cNvPr>
          <p:cNvSpPr>
            <a:spLocks noGrp="1"/>
          </p:cNvSpPr>
          <p:nvPr>
            <p:ph type="sldNum" sz="quarter" idx="38"/>
          </p:nvPr>
        </p:nvSpPr>
        <p:spPr/>
        <p:txBody>
          <a:bodyPr/>
          <a:lstStyle/>
          <a:p>
            <a:pPr algn="r"/>
            <a:fld id="{5D9A5160-6218-4E5A-B9E6-B93E3DAE377C}" type="slidenum">
              <a:rPr lang="en-US" smtClean="0"/>
              <a:pPr algn="r"/>
              <a:t>‹#›</a:t>
            </a:fld>
            <a:endParaRPr lang="en-US"/>
          </a:p>
        </p:txBody>
      </p:sp>
      <p:sp>
        <p:nvSpPr>
          <p:cNvPr id="8" name="Title Placeholder 4">
            <a:extLst>
              <a:ext uri="{FF2B5EF4-FFF2-40B4-BE49-F238E27FC236}">
                <a16:creationId xmlns:a16="http://schemas.microsoft.com/office/drawing/2014/main" id="{5EC122AA-AED0-3A03-5B9E-6472B3239926}"/>
              </a:ext>
            </a:extLst>
          </p:cNvPr>
          <p:cNvSpPr>
            <a:spLocks noGrp="1"/>
          </p:cNvSpPr>
          <p:nvPr>
            <p:ph type="title" hasCustomPrompt="1"/>
          </p:nvPr>
        </p:nvSpPr>
        <p:spPr>
          <a:xfrm>
            <a:off x="1492498" y="549274"/>
            <a:ext cx="10148637" cy="930372"/>
          </a:xfrm>
          <a:prstGeom prst="rect">
            <a:avLst/>
          </a:prstGeom>
        </p:spPr>
        <p:txBody>
          <a:bodyPr vert="horz" lIns="0" tIns="0" rIns="0" bIns="126000" rtlCol="0" anchor="b" anchorCtr="0">
            <a:noAutofit/>
          </a:bodyPr>
          <a:lstStyle/>
          <a:p>
            <a:pPr lvl="0"/>
            <a:r>
              <a:rPr lang="en-GB"/>
              <a:t>Agenda</a:t>
            </a:r>
            <a:endParaRPr lang="de-DE"/>
          </a:p>
        </p:txBody>
      </p:sp>
    </p:spTree>
    <p:extLst>
      <p:ext uri="{BB962C8B-B14F-4D97-AF65-F5344CB8AC3E}">
        <p14:creationId xmlns:p14="http://schemas.microsoft.com/office/powerpoint/2010/main" val="3379526272"/>
      </p:ext>
    </p:extLst>
  </p:cSld>
  <p:clrMapOvr>
    <a:masterClrMapping/>
  </p:clrMapOvr>
</p:sldLayout>
</file>

<file path=ppt/slideLayouts/slideLayout200.xml><?xml version="1.0" encoding="utf-8"?>
<p:sldLayout xmlns:a="http://schemas.openxmlformats.org/drawingml/2006/main" xmlns:r="http://schemas.openxmlformats.org/officeDocument/2006/relationships" xmlns:p="http://schemas.openxmlformats.org/presentationml/2006/main" userDrawn="1">
  <p:cSld name="Agenda 4">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D119069D-5D68-4DB4-B45F-92CCC710785E}"/>
              </a:ext>
            </a:extLst>
          </p:cNvPr>
          <p:cNvSpPr>
            <a:spLocks noGrp="1"/>
          </p:cNvSpPr>
          <p:nvPr>
            <p:ph type="body" sz="quarter" idx="24" hasCustomPrompt="1"/>
          </p:nvPr>
        </p:nvSpPr>
        <p:spPr>
          <a:xfrm>
            <a:off x="1286644" y="1628775"/>
            <a:ext cx="10024942" cy="369332"/>
          </a:xfrm>
          <a:prstGeom prst="rect">
            <a:avLst/>
          </a:prstGeom>
        </p:spPr>
        <p:txBody>
          <a:bodyPr>
            <a:normAutofit/>
          </a:bodyPr>
          <a:lstStyle>
            <a:lvl1pPr>
              <a:spcBef>
                <a:spcPts val="0"/>
              </a:spcBef>
              <a:defRPr sz="2400">
                <a:solidFill>
                  <a:schemeClr val="tx1"/>
                </a:solidFill>
              </a:defRPr>
            </a:lvl1pPr>
          </a:lstStyle>
          <a:p>
            <a:pPr lvl="0"/>
            <a:r>
              <a:rPr lang="en-US"/>
              <a:t>Click to add text</a:t>
            </a:r>
          </a:p>
        </p:txBody>
      </p:sp>
      <p:sp>
        <p:nvSpPr>
          <p:cNvPr id="23" name="Text Placeholder 11">
            <a:extLst>
              <a:ext uri="{FF2B5EF4-FFF2-40B4-BE49-F238E27FC236}">
                <a16:creationId xmlns:a16="http://schemas.microsoft.com/office/drawing/2014/main" id="{AA1A2157-04CD-44FC-8492-E3FAFE326F18}"/>
              </a:ext>
            </a:extLst>
          </p:cNvPr>
          <p:cNvSpPr>
            <a:spLocks noGrp="1"/>
          </p:cNvSpPr>
          <p:nvPr>
            <p:ph type="body" sz="quarter" idx="25" hasCustomPrompt="1"/>
          </p:nvPr>
        </p:nvSpPr>
        <p:spPr>
          <a:xfrm>
            <a:off x="1286644" y="2221388"/>
            <a:ext cx="10024942" cy="369332"/>
          </a:xfrm>
          <a:prstGeom prst="rect">
            <a:avLst/>
          </a:prstGeom>
        </p:spPr>
        <p:txBody>
          <a:bodyPr>
            <a:normAutofit/>
          </a:bodyPr>
          <a:lstStyle>
            <a:lvl1pPr>
              <a:spcBef>
                <a:spcPts val="0"/>
              </a:spcBef>
              <a:defRPr sz="2400">
                <a:solidFill>
                  <a:schemeClr val="tx1"/>
                </a:solidFill>
              </a:defRPr>
            </a:lvl1pPr>
          </a:lstStyle>
          <a:p>
            <a:pPr lvl="0"/>
            <a:r>
              <a:rPr lang="en-US"/>
              <a:t>Click to add text</a:t>
            </a:r>
          </a:p>
        </p:txBody>
      </p:sp>
      <p:sp>
        <p:nvSpPr>
          <p:cNvPr id="24" name="Text Placeholder 11">
            <a:extLst>
              <a:ext uri="{FF2B5EF4-FFF2-40B4-BE49-F238E27FC236}">
                <a16:creationId xmlns:a16="http://schemas.microsoft.com/office/drawing/2014/main" id="{199E21EB-D052-4206-952C-D3FE77AA1C8D}"/>
              </a:ext>
            </a:extLst>
          </p:cNvPr>
          <p:cNvSpPr>
            <a:spLocks noGrp="1"/>
          </p:cNvSpPr>
          <p:nvPr>
            <p:ph type="body" sz="quarter" idx="26" hasCustomPrompt="1"/>
          </p:nvPr>
        </p:nvSpPr>
        <p:spPr>
          <a:xfrm>
            <a:off x="1286644" y="2814001"/>
            <a:ext cx="10024942" cy="369332"/>
          </a:xfrm>
          <a:prstGeom prst="rect">
            <a:avLst/>
          </a:prstGeom>
        </p:spPr>
        <p:txBody>
          <a:bodyPr>
            <a:normAutofit/>
          </a:bodyPr>
          <a:lstStyle>
            <a:lvl1pPr>
              <a:spcBef>
                <a:spcPts val="0"/>
              </a:spcBef>
              <a:defRPr sz="2400">
                <a:solidFill>
                  <a:schemeClr val="tx1"/>
                </a:solidFill>
              </a:defRPr>
            </a:lvl1pPr>
          </a:lstStyle>
          <a:p>
            <a:pPr lvl="0"/>
            <a:r>
              <a:rPr lang="en-US"/>
              <a:t>Click to add text</a:t>
            </a:r>
          </a:p>
        </p:txBody>
      </p:sp>
      <p:sp>
        <p:nvSpPr>
          <p:cNvPr id="7" name="Text Placeholder 6">
            <a:extLst>
              <a:ext uri="{FF2B5EF4-FFF2-40B4-BE49-F238E27FC236}">
                <a16:creationId xmlns:a16="http://schemas.microsoft.com/office/drawing/2014/main" id="{C9AA932A-4442-4987-878D-3B69D84A4771}"/>
              </a:ext>
            </a:extLst>
          </p:cNvPr>
          <p:cNvSpPr>
            <a:spLocks noGrp="1"/>
          </p:cNvSpPr>
          <p:nvPr>
            <p:ph type="body" sz="quarter" idx="27" hasCustomPrompt="1"/>
          </p:nvPr>
        </p:nvSpPr>
        <p:spPr>
          <a:xfrm>
            <a:off x="571574" y="1628775"/>
            <a:ext cx="335980" cy="369888"/>
          </a:xfrm>
          <a:prstGeom prst="rect">
            <a:avLst/>
          </a:prstGeom>
        </p:spPr>
        <p:txBody>
          <a:bodyPr vert="horz" wrap="none" lIns="0" tIns="0" rIns="0" bIns="0" rtlCol="0">
            <a:normAutofit/>
          </a:bodyPr>
          <a:lstStyle>
            <a:lvl1pPr algn="r">
              <a:defRPr lang="de-DE" sz="2400" b="1" dirty="0">
                <a:solidFill>
                  <a:schemeClr val="tx2"/>
                </a:solidFill>
              </a:defRPr>
            </a:lvl1pPr>
          </a:lstStyle>
          <a:p>
            <a:pPr lvl="0">
              <a:spcBef>
                <a:spcPts val="0"/>
              </a:spcBef>
            </a:pPr>
            <a:r>
              <a:rPr lang="de-DE"/>
              <a:t>0x</a:t>
            </a:r>
          </a:p>
        </p:txBody>
      </p:sp>
      <p:sp>
        <p:nvSpPr>
          <p:cNvPr id="21" name="Text Placeholder 6">
            <a:extLst>
              <a:ext uri="{FF2B5EF4-FFF2-40B4-BE49-F238E27FC236}">
                <a16:creationId xmlns:a16="http://schemas.microsoft.com/office/drawing/2014/main" id="{EAA65ABF-5E47-4A8A-934B-E9458D034F70}"/>
              </a:ext>
            </a:extLst>
          </p:cNvPr>
          <p:cNvSpPr>
            <a:spLocks noGrp="1"/>
          </p:cNvSpPr>
          <p:nvPr>
            <p:ph type="body" sz="quarter" idx="28" hasCustomPrompt="1"/>
          </p:nvPr>
        </p:nvSpPr>
        <p:spPr>
          <a:xfrm>
            <a:off x="571574" y="2221388"/>
            <a:ext cx="335980" cy="369888"/>
          </a:xfrm>
          <a:prstGeom prst="rect">
            <a:avLst/>
          </a:prstGeom>
        </p:spPr>
        <p:txBody>
          <a:bodyPr vert="horz" wrap="none" lIns="0" tIns="0" rIns="0" bIns="0" rtlCol="0">
            <a:normAutofit/>
          </a:bodyPr>
          <a:lstStyle>
            <a:lvl1pPr algn="r">
              <a:defRPr lang="de-DE" sz="2400" b="1" dirty="0">
                <a:solidFill>
                  <a:schemeClr val="tx2"/>
                </a:solidFill>
              </a:defRPr>
            </a:lvl1pPr>
          </a:lstStyle>
          <a:p>
            <a:pPr lvl="0">
              <a:spcBef>
                <a:spcPts val="0"/>
              </a:spcBef>
            </a:pPr>
            <a:r>
              <a:rPr lang="de-DE"/>
              <a:t>0x</a:t>
            </a:r>
          </a:p>
        </p:txBody>
      </p:sp>
      <p:sp>
        <p:nvSpPr>
          <p:cNvPr id="22" name="Text Placeholder 6">
            <a:extLst>
              <a:ext uri="{FF2B5EF4-FFF2-40B4-BE49-F238E27FC236}">
                <a16:creationId xmlns:a16="http://schemas.microsoft.com/office/drawing/2014/main" id="{AE370511-ABDA-4008-B938-10F0105CBF69}"/>
              </a:ext>
            </a:extLst>
          </p:cNvPr>
          <p:cNvSpPr>
            <a:spLocks noGrp="1"/>
          </p:cNvSpPr>
          <p:nvPr>
            <p:ph type="body" sz="quarter" idx="29" hasCustomPrompt="1"/>
          </p:nvPr>
        </p:nvSpPr>
        <p:spPr>
          <a:xfrm>
            <a:off x="571574" y="2814001"/>
            <a:ext cx="335980" cy="369888"/>
          </a:xfrm>
          <a:prstGeom prst="rect">
            <a:avLst/>
          </a:prstGeom>
        </p:spPr>
        <p:txBody>
          <a:bodyPr vert="horz" wrap="none" lIns="0" tIns="0" rIns="0" bIns="0" rtlCol="0">
            <a:normAutofit/>
          </a:bodyPr>
          <a:lstStyle>
            <a:lvl1pPr algn="r">
              <a:defRPr lang="de-DE" sz="2400" b="1" dirty="0">
                <a:solidFill>
                  <a:schemeClr val="tx2"/>
                </a:solidFill>
              </a:defRPr>
            </a:lvl1pPr>
          </a:lstStyle>
          <a:p>
            <a:pPr lvl="0">
              <a:spcBef>
                <a:spcPts val="0"/>
              </a:spcBef>
            </a:pPr>
            <a:r>
              <a:rPr lang="de-DE"/>
              <a:t>0x</a:t>
            </a:r>
          </a:p>
        </p:txBody>
      </p:sp>
      <p:sp>
        <p:nvSpPr>
          <p:cNvPr id="28" name="Text Placeholder 11">
            <a:extLst>
              <a:ext uri="{FF2B5EF4-FFF2-40B4-BE49-F238E27FC236}">
                <a16:creationId xmlns:a16="http://schemas.microsoft.com/office/drawing/2014/main" id="{CABD3DEA-D9AC-49A6-AB02-7A5380BF5183}"/>
              </a:ext>
            </a:extLst>
          </p:cNvPr>
          <p:cNvSpPr>
            <a:spLocks noGrp="1"/>
          </p:cNvSpPr>
          <p:nvPr>
            <p:ph type="body" sz="quarter" idx="30" hasCustomPrompt="1"/>
          </p:nvPr>
        </p:nvSpPr>
        <p:spPr>
          <a:xfrm>
            <a:off x="1286644" y="3406614"/>
            <a:ext cx="10024942" cy="369332"/>
          </a:xfrm>
          <a:prstGeom prst="rect">
            <a:avLst/>
          </a:prstGeom>
        </p:spPr>
        <p:txBody>
          <a:bodyPr>
            <a:normAutofit/>
          </a:bodyPr>
          <a:lstStyle>
            <a:lvl1pPr>
              <a:spcBef>
                <a:spcPts val="0"/>
              </a:spcBef>
              <a:defRPr sz="2400">
                <a:solidFill>
                  <a:schemeClr val="tx1"/>
                </a:solidFill>
              </a:defRPr>
            </a:lvl1pPr>
          </a:lstStyle>
          <a:p>
            <a:pPr lvl="0"/>
            <a:r>
              <a:rPr lang="en-US"/>
              <a:t>Click to add text</a:t>
            </a:r>
          </a:p>
        </p:txBody>
      </p:sp>
      <p:sp>
        <p:nvSpPr>
          <p:cNvPr id="29" name="Text Placeholder 11">
            <a:extLst>
              <a:ext uri="{FF2B5EF4-FFF2-40B4-BE49-F238E27FC236}">
                <a16:creationId xmlns:a16="http://schemas.microsoft.com/office/drawing/2014/main" id="{C143C05F-5CEC-4DA0-8030-D7B2370EBBB4}"/>
              </a:ext>
            </a:extLst>
          </p:cNvPr>
          <p:cNvSpPr>
            <a:spLocks noGrp="1"/>
          </p:cNvSpPr>
          <p:nvPr>
            <p:ph type="body" sz="quarter" idx="31" hasCustomPrompt="1"/>
          </p:nvPr>
        </p:nvSpPr>
        <p:spPr>
          <a:xfrm>
            <a:off x="1286644" y="3999227"/>
            <a:ext cx="10024942" cy="369332"/>
          </a:xfrm>
          <a:prstGeom prst="rect">
            <a:avLst/>
          </a:prstGeom>
        </p:spPr>
        <p:txBody>
          <a:bodyPr>
            <a:normAutofit/>
          </a:bodyPr>
          <a:lstStyle>
            <a:lvl1pPr>
              <a:spcBef>
                <a:spcPts val="0"/>
              </a:spcBef>
              <a:defRPr sz="2400">
                <a:solidFill>
                  <a:schemeClr val="tx1"/>
                </a:solidFill>
              </a:defRPr>
            </a:lvl1pPr>
          </a:lstStyle>
          <a:p>
            <a:pPr lvl="0"/>
            <a:r>
              <a:rPr lang="en-US"/>
              <a:t>Click to add text</a:t>
            </a:r>
          </a:p>
        </p:txBody>
      </p:sp>
      <p:sp>
        <p:nvSpPr>
          <p:cNvPr id="30" name="Text Placeholder 11">
            <a:extLst>
              <a:ext uri="{FF2B5EF4-FFF2-40B4-BE49-F238E27FC236}">
                <a16:creationId xmlns:a16="http://schemas.microsoft.com/office/drawing/2014/main" id="{96B43F80-D448-432F-A45D-FE4715923FC2}"/>
              </a:ext>
            </a:extLst>
          </p:cNvPr>
          <p:cNvSpPr>
            <a:spLocks noGrp="1"/>
          </p:cNvSpPr>
          <p:nvPr>
            <p:ph type="body" sz="quarter" idx="32" hasCustomPrompt="1"/>
          </p:nvPr>
        </p:nvSpPr>
        <p:spPr>
          <a:xfrm>
            <a:off x="1286644" y="4591841"/>
            <a:ext cx="10024942" cy="369332"/>
          </a:xfrm>
          <a:prstGeom prst="rect">
            <a:avLst/>
          </a:prstGeom>
        </p:spPr>
        <p:txBody>
          <a:bodyPr>
            <a:normAutofit/>
          </a:bodyPr>
          <a:lstStyle>
            <a:lvl1pPr>
              <a:spcBef>
                <a:spcPts val="0"/>
              </a:spcBef>
              <a:defRPr sz="2400">
                <a:solidFill>
                  <a:schemeClr val="tx1"/>
                </a:solidFill>
              </a:defRPr>
            </a:lvl1pPr>
          </a:lstStyle>
          <a:p>
            <a:pPr lvl="0"/>
            <a:r>
              <a:rPr lang="en-US"/>
              <a:t>Click to add text</a:t>
            </a:r>
          </a:p>
        </p:txBody>
      </p:sp>
      <p:sp>
        <p:nvSpPr>
          <p:cNvPr id="31" name="Text Placeholder 6">
            <a:extLst>
              <a:ext uri="{FF2B5EF4-FFF2-40B4-BE49-F238E27FC236}">
                <a16:creationId xmlns:a16="http://schemas.microsoft.com/office/drawing/2014/main" id="{C434EB54-C0D1-4857-9330-87FAFCC49D56}"/>
              </a:ext>
            </a:extLst>
          </p:cNvPr>
          <p:cNvSpPr>
            <a:spLocks noGrp="1"/>
          </p:cNvSpPr>
          <p:nvPr>
            <p:ph type="body" sz="quarter" idx="33" hasCustomPrompt="1"/>
          </p:nvPr>
        </p:nvSpPr>
        <p:spPr>
          <a:xfrm>
            <a:off x="571574" y="3406614"/>
            <a:ext cx="335980" cy="369888"/>
          </a:xfrm>
          <a:prstGeom prst="rect">
            <a:avLst/>
          </a:prstGeom>
        </p:spPr>
        <p:txBody>
          <a:bodyPr vert="horz" wrap="none" lIns="0" tIns="0" rIns="0" bIns="0" rtlCol="0">
            <a:normAutofit/>
          </a:bodyPr>
          <a:lstStyle>
            <a:lvl1pPr algn="r">
              <a:defRPr lang="de-DE" sz="2400" b="1" dirty="0">
                <a:solidFill>
                  <a:schemeClr val="tx2"/>
                </a:solidFill>
              </a:defRPr>
            </a:lvl1pPr>
          </a:lstStyle>
          <a:p>
            <a:pPr lvl="0">
              <a:spcBef>
                <a:spcPts val="0"/>
              </a:spcBef>
            </a:pPr>
            <a:r>
              <a:rPr lang="de-DE"/>
              <a:t>0x</a:t>
            </a:r>
          </a:p>
        </p:txBody>
      </p:sp>
      <p:sp>
        <p:nvSpPr>
          <p:cNvPr id="32" name="Text Placeholder 6">
            <a:extLst>
              <a:ext uri="{FF2B5EF4-FFF2-40B4-BE49-F238E27FC236}">
                <a16:creationId xmlns:a16="http://schemas.microsoft.com/office/drawing/2014/main" id="{F0320016-4C9A-409B-8724-E53F23529A4B}"/>
              </a:ext>
            </a:extLst>
          </p:cNvPr>
          <p:cNvSpPr>
            <a:spLocks noGrp="1"/>
          </p:cNvSpPr>
          <p:nvPr>
            <p:ph type="body" sz="quarter" idx="34" hasCustomPrompt="1"/>
          </p:nvPr>
        </p:nvSpPr>
        <p:spPr>
          <a:xfrm>
            <a:off x="571574" y="3999227"/>
            <a:ext cx="335980" cy="369888"/>
          </a:xfrm>
          <a:prstGeom prst="rect">
            <a:avLst/>
          </a:prstGeom>
        </p:spPr>
        <p:txBody>
          <a:bodyPr vert="horz" wrap="none" lIns="0" tIns="0" rIns="0" bIns="0" rtlCol="0">
            <a:normAutofit/>
          </a:bodyPr>
          <a:lstStyle>
            <a:lvl1pPr algn="r">
              <a:defRPr lang="de-DE" sz="2400" b="1" dirty="0">
                <a:solidFill>
                  <a:schemeClr val="tx2"/>
                </a:solidFill>
              </a:defRPr>
            </a:lvl1pPr>
          </a:lstStyle>
          <a:p>
            <a:pPr lvl="0">
              <a:spcBef>
                <a:spcPts val="0"/>
              </a:spcBef>
            </a:pPr>
            <a:r>
              <a:rPr lang="de-DE"/>
              <a:t>0x</a:t>
            </a:r>
          </a:p>
        </p:txBody>
      </p:sp>
      <p:sp>
        <p:nvSpPr>
          <p:cNvPr id="34" name="Text Placeholder 6">
            <a:extLst>
              <a:ext uri="{FF2B5EF4-FFF2-40B4-BE49-F238E27FC236}">
                <a16:creationId xmlns:a16="http://schemas.microsoft.com/office/drawing/2014/main" id="{F0279A3C-5E27-40F7-98C0-08832F4CE1FB}"/>
              </a:ext>
            </a:extLst>
          </p:cNvPr>
          <p:cNvSpPr>
            <a:spLocks noGrp="1"/>
          </p:cNvSpPr>
          <p:nvPr>
            <p:ph type="body" sz="quarter" idx="35" hasCustomPrompt="1"/>
          </p:nvPr>
        </p:nvSpPr>
        <p:spPr>
          <a:xfrm>
            <a:off x="571574" y="4591841"/>
            <a:ext cx="335980" cy="369888"/>
          </a:xfrm>
          <a:prstGeom prst="rect">
            <a:avLst/>
          </a:prstGeom>
        </p:spPr>
        <p:txBody>
          <a:bodyPr vert="horz" wrap="none" lIns="0" tIns="0" rIns="0" bIns="0" rtlCol="0">
            <a:normAutofit/>
          </a:bodyPr>
          <a:lstStyle>
            <a:lvl1pPr algn="r">
              <a:defRPr lang="de-DE" sz="2400" b="1" dirty="0">
                <a:solidFill>
                  <a:schemeClr val="tx2"/>
                </a:solidFill>
              </a:defRPr>
            </a:lvl1pPr>
          </a:lstStyle>
          <a:p>
            <a:pPr lvl="0">
              <a:spcBef>
                <a:spcPts val="0"/>
              </a:spcBef>
            </a:pPr>
            <a:r>
              <a:rPr lang="de-DE"/>
              <a:t>0x</a:t>
            </a:r>
          </a:p>
        </p:txBody>
      </p:sp>
      <p:sp>
        <p:nvSpPr>
          <p:cNvPr id="13" name="Date Placeholder 12">
            <a:extLst>
              <a:ext uri="{FF2B5EF4-FFF2-40B4-BE49-F238E27FC236}">
                <a16:creationId xmlns:a16="http://schemas.microsoft.com/office/drawing/2014/main" id="{D3A8E554-610E-ED51-EC6E-2FC32243D4A2}"/>
              </a:ext>
            </a:extLst>
          </p:cNvPr>
          <p:cNvSpPr>
            <a:spLocks noGrp="1"/>
          </p:cNvSpPr>
          <p:nvPr>
            <p:ph type="dt" sz="half" idx="3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8" name="Footer Placeholder 17">
            <a:extLst>
              <a:ext uri="{FF2B5EF4-FFF2-40B4-BE49-F238E27FC236}">
                <a16:creationId xmlns:a16="http://schemas.microsoft.com/office/drawing/2014/main" id="{9BFC3022-C813-4A4B-8BBB-04ABD482D773}"/>
              </a:ext>
            </a:extLst>
          </p:cNvPr>
          <p:cNvSpPr>
            <a:spLocks noGrp="1"/>
          </p:cNvSpPr>
          <p:nvPr>
            <p:ph type="ftr" sz="quarter" idx="37"/>
          </p:nvPr>
        </p:nvSpPr>
        <p:spPr>
          <a:xfrm>
            <a:off x="550863" y="6650661"/>
            <a:ext cx="4716524" cy="123111"/>
          </a:xfrm>
          <a:prstGeom prst="rect">
            <a:avLst/>
          </a:prstGeom>
        </p:spPr>
        <p:txBody>
          <a:bodyPr/>
          <a:lstStyle/>
          <a:p>
            <a:pPr>
              <a:spcBef>
                <a:spcPts val="1000"/>
              </a:spcBef>
              <a:buFont typeface="Arial" panose="020B0604020202020204" pitchFamily="34" charset="0"/>
              <a:buNone/>
            </a:pPr>
            <a:r>
              <a:rPr lang="en-US"/>
              <a:t>Presentation Title | Author | Date</a:t>
            </a:r>
          </a:p>
        </p:txBody>
      </p:sp>
      <p:sp>
        <p:nvSpPr>
          <p:cNvPr id="19" name="Slide Number Placeholder 18">
            <a:extLst>
              <a:ext uri="{FF2B5EF4-FFF2-40B4-BE49-F238E27FC236}">
                <a16:creationId xmlns:a16="http://schemas.microsoft.com/office/drawing/2014/main" id="{AE448402-C879-6591-3855-645E636D6FAF}"/>
              </a:ext>
            </a:extLst>
          </p:cNvPr>
          <p:cNvSpPr>
            <a:spLocks noGrp="1"/>
          </p:cNvSpPr>
          <p:nvPr>
            <p:ph type="sldNum" sz="quarter" idx="38"/>
          </p:nvPr>
        </p:nvSpPr>
        <p:spPr/>
        <p:txBody>
          <a:bodyPr/>
          <a:lstStyle/>
          <a:p>
            <a:pPr algn="r"/>
            <a:fld id="{5D9A5160-6218-4E5A-B9E6-B93E3DAE377C}" type="slidenum">
              <a:rPr lang="en-US" smtClean="0"/>
              <a:pPr algn="r"/>
              <a:t>‹#›</a:t>
            </a:fld>
            <a:endParaRPr lang="en-US"/>
          </a:p>
        </p:txBody>
      </p:sp>
      <p:sp>
        <p:nvSpPr>
          <p:cNvPr id="2" name="Title Placeholder 4">
            <a:extLst>
              <a:ext uri="{FF2B5EF4-FFF2-40B4-BE49-F238E27FC236}">
                <a16:creationId xmlns:a16="http://schemas.microsoft.com/office/drawing/2014/main" id="{58A80D78-DE60-96EF-D118-992F247BC2BB}"/>
              </a:ext>
            </a:extLst>
          </p:cNvPr>
          <p:cNvSpPr>
            <a:spLocks noGrp="1"/>
          </p:cNvSpPr>
          <p:nvPr>
            <p:ph type="title" hasCustomPrompt="1"/>
          </p:nvPr>
        </p:nvSpPr>
        <p:spPr>
          <a:xfrm>
            <a:off x="551384" y="549274"/>
            <a:ext cx="11090938" cy="930372"/>
          </a:xfrm>
          <a:prstGeom prst="rect">
            <a:avLst/>
          </a:prstGeom>
        </p:spPr>
        <p:txBody>
          <a:bodyPr vert="horz" lIns="0" tIns="0" rIns="0" bIns="126000" rtlCol="0" anchor="b" anchorCtr="0">
            <a:noAutofit/>
          </a:bodyPr>
          <a:lstStyle/>
          <a:p>
            <a:pPr lvl="0"/>
            <a:r>
              <a:rPr lang="en-GB"/>
              <a:t>Agenda</a:t>
            </a:r>
            <a:endParaRPr lang="de-DE"/>
          </a:p>
        </p:txBody>
      </p:sp>
    </p:spTree>
    <p:extLst>
      <p:ext uri="{BB962C8B-B14F-4D97-AF65-F5344CB8AC3E}">
        <p14:creationId xmlns:p14="http://schemas.microsoft.com/office/powerpoint/2010/main" val="1217826525"/>
      </p:ext>
    </p:extLst>
  </p:cSld>
  <p:clrMapOvr>
    <a:masterClrMapping/>
  </p:clrMapOvr>
</p:sldLayout>
</file>

<file path=ppt/slideLayouts/slideLayout201.xml><?xml version="1.0" encoding="utf-8"?>
<p:sldLayout xmlns:a="http://schemas.openxmlformats.org/drawingml/2006/main" xmlns:r="http://schemas.openxmlformats.org/officeDocument/2006/relationships" xmlns:p="http://schemas.openxmlformats.org/presentationml/2006/main" preserve="1" userDrawn="1">
  <p:cSld name="Divider 1">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A65D5B6-99D5-A656-18EB-125B9A4CC27A}"/>
              </a:ext>
            </a:extLst>
          </p:cNvPr>
          <p:cNvSpPr/>
          <p:nvPr userDrawn="1"/>
        </p:nvSpPr>
        <p:spPr>
          <a:xfrm>
            <a:off x="5159374" y="4257063"/>
            <a:ext cx="7032625" cy="180000"/>
          </a:xfrm>
          <a:prstGeom prst="rect">
            <a:avLst/>
          </a:prstGeom>
          <a:gradFill>
            <a:gsLst>
              <a:gs pos="99000">
                <a:srgbClr val="00D5D0"/>
              </a:gs>
              <a:gs pos="0">
                <a:schemeClr val="accent3"/>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FFFFFF"/>
              </a:solidFill>
              <a:effectLst/>
              <a:uLnTx/>
              <a:uFillTx/>
              <a:latin typeface="Ubuntu"/>
              <a:ea typeface="+mn-ea"/>
              <a:cs typeface="+mn-cs"/>
            </a:endParaRPr>
          </a:p>
        </p:txBody>
      </p:sp>
      <p:sp>
        <p:nvSpPr>
          <p:cNvPr id="8" name="Text Placeholder 8">
            <a:extLst>
              <a:ext uri="{FF2B5EF4-FFF2-40B4-BE49-F238E27FC236}">
                <a16:creationId xmlns:a16="http://schemas.microsoft.com/office/drawing/2014/main" id="{E2576D65-BA9A-4C38-D195-558BDD9AFD0E}"/>
              </a:ext>
            </a:extLst>
          </p:cNvPr>
          <p:cNvSpPr>
            <a:spLocks noGrp="1"/>
          </p:cNvSpPr>
          <p:nvPr>
            <p:ph type="body" sz="quarter" idx="19" hasCustomPrompt="1"/>
          </p:nvPr>
        </p:nvSpPr>
        <p:spPr>
          <a:xfrm>
            <a:off x="0" y="0"/>
            <a:ext cx="4657725" cy="6858000"/>
          </a:xfrm>
          <a:prstGeom prst="rect">
            <a:avLst/>
          </a:prstGeom>
        </p:spPr>
        <p:txBody>
          <a:bodyPr wrap="none" lIns="0" tIns="972000" rIns="0" bIns="0" anchor="t" anchorCtr="0">
            <a:noAutofit/>
          </a:bodyPr>
          <a:lstStyle>
            <a:lvl1pPr algn="r">
              <a:defRPr sz="40000" spc="-300">
                <a:solidFill>
                  <a:schemeClr val="accent3"/>
                </a:solidFill>
              </a:defRPr>
            </a:lvl1pPr>
          </a:lstStyle>
          <a:p>
            <a:pPr lvl="0"/>
            <a:r>
              <a:rPr lang="en-GB"/>
              <a:t>01</a:t>
            </a:r>
            <a:endParaRPr lang="en-PL"/>
          </a:p>
        </p:txBody>
      </p:sp>
      <p:sp>
        <p:nvSpPr>
          <p:cNvPr id="2" name="Date Placeholder 1">
            <a:extLst>
              <a:ext uri="{FF2B5EF4-FFF2-40B4-BE49-F238E27FC236}">
                <a16:creationId xmlns:a16="http://schemas.microsoft.com/office/drawing/2014/main" id="{D888E175-7057-3F5C-3D05-E1A6DF23539C}"/>
              </a:ext>
            </a:extLst>
          </p:cNvPr>
          <p:cNvSpPr>
            <a:spLocks noGrp="1"/>
          </p:cNvSpPr>
          <p:nvPr>
            <p:ph type="dt" sz="half" idx="2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5" name="Footer Placeholder 4">
            <a:extLst>
              <a:ext uri="{FF2B5EF4-FFF2-40B4-BE49-F238E27FC236}">
                <a16:creationId xmlns:a16="http://schemas.microsoft.com/office/drawing/2014/main" id="{87B29DCD-1860-BCB3-12D3-011B4B8885BF}"/>
              </a:ext>
            </a:extLst>
          </p:cNvPr>
          <p:cNvSpPr>
            <a:spLocks noGrp="1"/>
          </p:cNvSpPr>
          <p:nvPr>
            <p:ph type="ftr" sz="quarter" idx="21"/>
          </p:nvPr>
        </p:nvSpPr>
        <p:spPr>
          <a:xfrm>
            <a:off x="550863" y="6650661"/>
            <a:ext cx="4716524" cy="123111"/>
          </a:xfrm>
          <a:prstGeom prst="rect">
            <a:avLst/>
          </a:prstGeom>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5673F8B8-3459-331B-8856-F82064558CD0}"/>
              </a:ext>
            </a:extLst>
          </p:cNvPr>
          <p:cNvSpPr>
            <a:spLocks noGrp="1"/>
          </p:cNvSpPr>
          <p:nvPr>
            <p:ph type="sldNum" sz="quarter" idx="22"/>
          </p:nvPr>
        </p:nvSpPr>
        <p:spPr/>
        <p:txBody>
          <a:bodyPr/>
          <a:lstStyle/>
          <a:p>
            <a:pPr algn="r"/>
            <a:fld id="{5D9A5160-6218-4E5A-B9E6-B93E3DAE377C}" type="slidenum">
              <a:rPr lang="en-US" smtClean="0"/>
              <a:pPr algn="r"/>
              <a:t>‹#›</a:t>
            </a:fld>
            <a:endParaRPr lang="en-US"/>
          </a:p>
        </p:txBody>
      </p:sp>
      <p:sp>
        <p:nvSpPr>
          <p:cNvPr id="3" name="Title 5">
            <a:extLst>
              <a:ext uri="{FF2B5EF4-FFF2-40B4-BE49-F238E27FC236}">
                <a16:creationId xmlns:a16="http://schemas.microsoft.com/office/drawing/2014/main" id="{885E1F23-EFE4-7E35-0F49-E02F15D0B1FD}"/>
              </a:ext>
            </a:extLst>
          </p:cNvPr>
          <p:cNvSpPr>
            <a:spLocks noGrp="1"/>
          </p:cNvSpPr>
          <p:nvPr>
            <p:ph type="title" hasCustomPrompt="1"/>
          </p:nvPr>
        </p:nvSpPr>
        <p:spPr>
          <a:xfrm>
            <a:off x="5159374" y="4658810"/>
            <a:ext cx="6487665" cy="1672542"/>
          </a:xfrm>
        </p:spPr>
        <p:txBody>
          <a:bodyPr vert="horz" lIns="0" tIns="0" rIns="0" bIns="0" rtlCol="0" anchor="t">
            <a:noAutofit/>
          </a:bodyPr>
          <a:lstStyle>
            <a:lvl1pPr>
              <a:spcBef>
                <a:spcPts val="0"/>
              </a:spcBef>
              <a:defRPr lang="en-US" sz="4800">
                <a:solidFill>
                  <a:schemeClr val="tx1"/>
                </a:solidFill>
                <a:latin typeface="+mn-lt"/>
                <a:ea typeface="+mn-ea"/>
                <a:cs typeface="+mn-cs"/>
              </a:defRPr>
            </a:lvl1pPr>
          </a:lstStyle>
          <a:p>
            <a:pPr lvl="0">
              <a:lnSpc>
                <a:spcPct val="100000"/>
              </a:lnSpc>
              <a:spcBef>
                <a:spcPts val="1800"/>
              </a:spcBef>
              <a:buFont typeface="Arial" panose="020B0604020202020204" pitchFamily="34" charset="0"/>
            </a:pPr>
            <a:r>
              <a:rPr lang="en-US"/>
              <a:t>Click to add title</a:t>
            </a:r>
          </a:p>
        </p:txBody>
      </p:sp>
    </p:spTree>
    <p:extLst>
      <p:ext uri="{BB962C8B-B14F-4D97-AF65-F5344CB8AC3E}">
        <p14:creationId xmlns:p14="http://schemas.microsoft.com/office/powerpoint/2010/main" val="2786646817"/>
      </p:ext>
    </p:extLst>
  </p:cSld>
  <p:clrMapOvr>
    <a:masterClrMapping/>
  </p:clrMapOvr>
</p:sldLayout>
</file>

<file path=ppt/slideLayouts/slideLayout202.xml><?xml version="1.0" encoding="utf-8"?>
<p:sldLayout xmlns:a="http://schemas.openxmlformats.org/drawingml/2006/main" xmlns:r="http://schemas.openxmlformats.org/officeDocument/2006/relationships" xmlns:p="http://schemas.openxmlformats.org/presentationml/2006/main" preserve="1" userDrawn="1">
  <p:cSld name="Divider Photo 1">
    <p:spTree>
      <p:nvGrpSpPr>
        <p:cNvPr id="1" name=""/>
        <p:cNvGrpSpPr/>
        <p:nvPr/>
      </p:nvGrpSpPr>
      <p:grpSpPr>
        <a:xfrm>
          <a:off x="0" y="0"/>
          <a:ext cx="0" cy="0"/>
          <a:chOff x="0" y="0"/>
          <a:chExt cx="0" cy="0"/>
        </a:xfrm>
      </p:grpSpPr>
      <p:sp>
        <p:nvSpPr>
          <p:cNvPr id="2" name="Picture Placeholder 10">
            <a:extLst>
              <a:ext uri="{FF2B5EF4-FFF2-40B4-BE49-F238E27FC236}">
                <a16:creationId xmlns:a16="http://schemas.microsoft.com/office/drawing/2014/main" id="{8AD156C1-F91F-57E6-BFA6-A0059404D21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7" name="Text Placeholder 8">
            <a:extLst>
              <a:ext uri="{FF2B5EF4-FFF2-40B4-BE49-F238E27FC236}">
                <a16:creationId xmlns:a16="http://schemas.microsoft.com/office/drawing/2014/main" id="{516D0E3A-0719-64AB-54D1-64F80BE164A7}"/>
              </a:ext>
            </a:extLst>
          </p:cNvPr>
          <p:cNvSpPr>
            <a:spLocks noGrp="1"/>
          </p:cNvSpPr>
          <p:nvPr>
            <p:ph type="body" sz="quarter" idx="19" hasCustomPrompt="1"/>
          </p:nvPr>
        </p:nvSpPr>
        <p:spPr>
          <a:xfrm>
            <a:off x="0" y="0"/>
            <a:ext cx="4657725" cy="6858000"/>
          </a:xfrm>
          <a:prstGeom prst="rect">
            <a:avLst/>
          </a:prstGeom>
        </p:spPr>
        <p:txBody>
          <a:bodyPr wrap="none" lIns="0" tIns="972000" rIns="0" bIns="0" anchor="t" anchorCtr="0">
            <a:noAutofit/>
          </a:bodyPr>
          <a:lstStyle>
            <a:lvl1pPr algn="r">
              <a:defRPr sz="40000" spc="-300">
                <a:solidFill>
                  <a:schemeClr val="tx1"/>
                </a:solidFill>
              </a:defRPr>
            </a:lvl1pPr>
          </a:lstStyle>
          <a:p>
            <a:pPr lvl="0"/>
            <a:r>
              <a:rPr lang="en-GB"/>
              <a:t>01</a:t>
            </a:r>
            <a:endParaRPr lang="en-PL"/>
          </a:p>
        </p:txBody>
      </p:sp>
      <p:sp>
        <p:nvSpPr>
          <p:cNvPr id="16" name="Date Placeholder 15">
            <a:extLst>
              <a:ext uri="{FF2B5EF4-FFF2-40B4-BE49-F238E27FC236}">
                <a16:creationId xmlns:a16="http://schemas.microsoft.com/office/drawing/2014/main" id="{49CD99F0-AA6A-8A74-80DA-FCF12D30E56D}"/>
              </a:ext>
            </a:extLst>
          </p:cNvPr>
          <p:cNvSpPr>
            <a:spLocks noGrp="1"/>
          </p:cNvSpPr>
          <p:nvPr>
            <p:ph type="dt" sz="half" idx="2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7" name="Footer Placeholder 16">
            <a:extLst>
              <a:ext uri="{FF2B5EF4-FFF2-40B4-BE49-F238E27FC236}">
                <a16:creationId xmlns:a16="http://schemas.microsoft.com/office/drawing/2014/main" id="{F17F6240-FF3A-51A1-CB87-F17DD5B550AC}"/>
              </a:ext>
            </a:extLst>
          </p:cNvPr>
          <p:cNvSpPr>
            <a:spLocks noGrp="1"/>
          </p:cNvSpPr>
          <p:nvPr>
            <p:ph type="ftr" sz="quarter" idx="21"/>
          </p:nvPr>
        </p:nvSpPr>
        <p:spPr>
          <a:xfrm>
            <a:off x="550863" y="6650661"/>
            <a:ext cx="4716524" cy="123111"/>
          </a:xfrm>
          <a:prstGeom prst="rect">
            <a:avLst/>
          </a:prstGeom>
        </p:spPr>
        <p:txBody>
          <a:bodyPr/>
          <a:lstStyle/>
          <a:p>
            <a:pPr>
              <a:spcBef>
                <a:spcPts val="1000"/>
              </a:spcBef>
              <a:buFont typeface="Arial" panose="020B0604020202020204" pitchFamily="34" charset="0"/>
              <a:buNone/>
            </a:pPr>
            <a:r>
              <a:rPr lang="en-US"/>
              <a:t>Presentation Title | Author | Date</a:t>
            </a:r>
          </a:p>
        </p:txBody>
      </p:sp>
      <p:sp>
        <p:nvSpPr>
          <p:cNvPr id="18" name="Slide Number Placeholder 17">
            <a:extLst>
              <a:ext uri="{FF2B5EF4-FFF2-40B4-BE49-F238E27FC236}">
                <a16:creationId xmlns:a16="http://schemas.microsoft.com/office/drawing/2014/main" id="{325C9A5C-680C-6EA0-3B81-433A858DD497}"/>
              </a:ext>
            </a:extLst>
          </p:cNvPr>
          <p:cNvSpPr>
            <a:spLocks noGrp="1"/>
          </p:cNvSpPr>
          <p:nvPr>
            <p:ph type="sldNum" sz="quarter" idx="22"/>
          </p:nvPr>
        </p:nvSpPr>
        <p:spPr/>
        <p:txBody>
          <a:bodyPr/>
          <a:lstStyle/>
          <a:p>
            <a:pPr algn="r"/>
            <a:fld id="{5D9A5160-6218-4E5A-B9E6-B93E3DAE377C}" type="slidenum">
              <a:rPr lang="en-US" smtClean="0"/>
              <a:pPr algn="r"/>
              <a:t>‹#›</a:t>
            </a:fld>
            <a:endParaRPr lang="en-US"/>
          </a:p>
        </p:txBody>
      </p:sp>
      <p:sp>
        <p:nvSpPr>
          <p:cNvPr id="4" name="Title 5">
            <a:extLst>
              <a:ext uri="{FF2B5EF4-FFF2-40B4-BE49-F238E27FC236}">
                <a16:creationId xmlns:a16="http://schemas.microsoft.com/office/drawing/2014/main" id="{E5F80359-918C-7AFB-2EA7-23FDF6AB202A}"/>
              </a:ext>
            </a:extLst>
          </p:cNvPr>
          <p:cNvSpPr>
            <a:spLocks noGrp="1"/>
          </p:cNvSpPr>
          <p:nvPr>
            <p:ph type="title" hasCustomPrompt="1"/>
          </p:nvPr>
        </p:nvSpPr>
        <p:spPr>
          <a:xfrm>
            <a:off x="5159374" y="4658810"/>
            <a:ext cx="6487665" cy="1672542"/>
          </a:xfrm>
        </p:spPr>
        <p:txBody>
          <a:bodyPr vert="horz" lIns="0" tIns="0" rIns="0" bIns="0" rtlCol="0" anchor="t">
            <a:noAutofit/>
          </a:bodyPr>
          <a:lstStyle>
            <a:lvl1pPr>
              <a:spcBef>
                <a:spcPts val="0"/>
              </a:spcBef>
              <a:defRPr lang="en-US" sz="4800">
                <a:solidFill>
                  <a:schemeClr val="tx1"/>
                </a:solidFill>
                <a:latin typeface="+mn-lt"/>
                <a:ea typeface="+mn-ea"/>
                <a:cs typeface="+mn-cs"/>
              </a:defRPr>
            </a:lvl1pPr>
          </a:lstStyle>
          <a:p>
            <a:pPr lvl="0">
              <a:lnSpc>
                <a:spcPct val="100000"/>
              </a:lnSpc>
              <a:spcBef>
                <a:spcPts val="1800"/>
              </a:spcBef>
              <a:buFont typeface="Arial" panose="020B0604020202020204" pitchFamily="34" charset="0"/>
            </a:pPr>
            <a:r>
              <a:rPr lang="en-US"/>
              <a:t>Click to add title</a:t>
            </a:r>
          </a:p>
        </p:txBody>
      </p:sp>
      <p:sp>
        <p:nvSpPr>
          <p:cNvPr id="6" name="Gradient Placeholder 5">
            <a:extLst>
              <a:ext uri="{FF2B5EF4-FFF2-40B4-BE49-F238E27FC236}">
                <a16:creationId xmlns:a16="http://schemas.microsoft.com/office/drawing/2014/main" id="{A495C13D-43B0-F211-D4C3-5938F144C6C6}"/>
              </a:ext>
            </a:extLst>
          </p:cNvPr>
          <p:cNvSpPr>
            <a:spLocks noGrp="1"/>
          </p:cNvSpPr>
          <p:nvPr>
            <p:ph type="body" sz="quarter" idx="28" hasCustomPrompt="1"/>
          </p:nvPr>
        </p:nvSpPr>
        <p:spPr>
          <a:xfrm>
            <a:off x="5159374" y="4257063"/>
            <a:ext cx="7032625" cy="180000"/>
          </a:xfr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lgn="l">
              <a:defRPr kumimoji="0" lang="en-US" sz="700" b="0" i="0" u="none" strike="noStrike" kern="0" cap="none" spc="0" normalizeH="0" baseline="0" dirty="0" smtClean="0">
                <a:ln>
                  <a:noFill/>
                </a:ln>
                <a:solidFill>
                  <a:schemeClr val="tx2"/>
                </a:solidFill>
                <a:effectLst/>
                <a:uLnTx/>
                <a:uFillTx/>
                <a:latin typeface="Ubuntu"/>
              </a:defRPr>
            </a:lvl1pPr>
          </a:lstStyle>
          <a:p>
            <a:pPr lvl="0" algn="ctr">
              <a:spcBef>
                <a:spcPts val="0"/>
              </a:spcBef>
              <a:buFontTx/>
            </a:pPr>
            <a:r>
              <a:rPr lang="en-US"/>
              <a:t>Gradient in placeholder</a:t>
            </a:r>
          </a:p>
        </p:txBody>
      </p:sp>
      <p:sp>
        <p:nvSpPr>
          <p:cNvPr id="5" name="Logo Placeholder 7">
            <a:extLst>
              <a:ext uri="{FF2B5EF4-FFF2-40B4-BE49-F238E27FC236}">
                <a16:creationId xmlns:a16="http://schemas.microsoft.com/office/drawing/2014/main" id="{0B3C3CBD-E738-C78E-0E05-CABF012E6391}"/>
              </a:ext>
            </a:extLst>
          </p:cNvPr>
          <p:cNvSpPr>
            <a:spLocks noGrp="1"/>
          </p:cNvSpPr>
          <p:nvPr>
            <p:ph type="body" sz="quarter" idx="40" hasCustomPrompt="1"/>
          </p:nvPr>
        </p:nvSpPr>
        <p:spPr>
          <a:xfrm>
            <a:off x="11765626" y="128961"/>
            <a:ext cx="269046" cy="335806"/>
          </a:xfrm>
          <a:blipFill>
            <a:blip r:embed="rId2">
              <a:extLst>
                <a:ext uri="{96DAC541-7B7A-43D3-8B79-37D633B846F1}">
                  <asvg:svgBlip xmlns:asvg="http://schemas.microsoft.com/office/drawing/2016/SVG/main" r:embed="rId3"/>
                </a:ext>
              </a:extLst>
            </a:blip>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555388849"/>
      </p:ext>
    </p:extLst>
  </p:cSld>
  <p:clrMapOvr>
    <a:masterClrMapping/>
  </p:clrMapOvr>
</p:sldLayout>
</file>

<file path=ppt/slideLayouts/slideLayout203.xml><?xml version="1.0" encoding="utf-8"?>
<p:sldLayout xmlns:a="http://schemas.openxmlformats.org/drawingml/2006/main" xmlns:r="http://schemas.openxmlformats.org/officeDocument/2006/relationships" xmlns:p="http://schemas.openxmlformats.org/presentationml/2006/main" preserve="1" userDrawn="1">
  <p:cSld name="Divider 2">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9BB1339-F341-E41B-4A76-E0462FDC1FEA}"/>
              </a:ext>
            </a:extLst>
          </p:cNvPr>
          <p:cNvSpPr/>
          <p:nvPr userDrawn="1"/>
        </p:nvSpPr>
        <p:spPr>
          <a:xfrm rot="16200000">
            <a:off x="-50850" y="3339001"/>
            <a:ext cx="6857998" cy="180000"/>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3" name="Date Placeholder 2">
            <a:extLst>
              <a:ext uri="{FF2B5EF4-FFF2-40B4-BE49-F238E27FC236}">
                <a16:creationId xmlns:a16="http://schemas.microsoft.com/office/drawing/2014/main" id="{8811E274-2B57-BD57-2F68-DBB426EFCE65}"/>
              </a:ext>
            </a:extLst>
          </p:cNvPr>
          <p:cNvSpPr>
            <a:spLocks noGrp="1"/>
          </p:cNvSpPr>
          <p:nvPr>
            <p:ph type="dt" sz="half" idx="19"/>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09CE6D32-8A75-0D6E-E71F-DAACF84605EC}"/>
              </a:ext>
            </a:extLst>
          </p:cNvPr>
          <p:cNvSpPr>
            <a:spLocks noGrp="1"/>
          </p:cNvSpPr>
          <p:nvPr>
            <p:ph type="ftr" sz="quarter" idx="20"/>
          </p:nvPr>
        </p:nvSpPr>
        <p:spPr>
          <a:xfrm>
            <a:off x="550863" y="6650661"/>
            <a:ext cx="4716524" cy="123111"/>
          </a:xfrm>
          <a:prstGeom prst="rect">
            <a:avLst/>
          </a:prstGeom>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0977DCB7-EB08-EC5A-73FF-FB5F850C5C25}"/>
              </a:ext>
            </a:extLst>
          </p:cNvPr>
          <p:cNvSpPr>
            <a:spLocks noGrp="1"/>
          </p:cNvSpPr>
          <p:nvPr>
            <p:ph type="sldNum" sz="quarter" idx="21"/>
          </p:nvPr>
        </p:nvSpPr>
        <p:spPr/>
        <p:txBody>
          <a:bodyPr/>
          <a:lstStyle/>
          <a:p>
            <a:pPr algn="r"/>
            <a:fld id="{5D9A5160-6218-4E5A-B9E6-B93E3DAE377C}" type="slidenum">
              <a:rPr lang="en-US" smtClean="0"/>
              <a:pPr algn="r"/>
              <a:t>‹#›</a:t>
            </a:fld>
            <a:endParaRPr lang="en-US"/>
          </a:p>
        </p:txBody>
      </p:sp>
      <p:sp>
        <p:nvSpPr>
          <p:cNvPr id="9" name="Text Placeholder 4">
            <a:extLst>
              <a:ext uri="{FF2B5EF4-FFF2-40B4-BE49-F238E27FC236}">
                <a16:creationId xmlns:a16="http://schemas.microsoft.com/office/drawing/2014/main" id="{B4666C08-BC72-FDBE-1461-F2EECABF4D42}"/>
              </a:ext>
            </a:extLst>
          </p:cNvPr>
          <p:cNvSpPr>
            <a:spLocks noGrp="1"/>
          </p:cNvSpPr>
          <p:nvPr>
            <p:ph type="body" sz="quarter" idx="23" hasCustomPrompt="1"/>
          </p:nvPr>
        </p:nvSpPr>
        <p:spPr>
          <a:xfrm>
            <a:off x="-433" y="0"/>
            <a:ext cx="2736304" cy="2924175"/>
          </a:xfrm>
        </p:spPr>
        <p:txBody>
          <a:bodyPr vert="vert270" wrap="none" lIns="0" tIns="0" rIns="0" bIns="0" rtlCol="0" anchor="t" anchorCtr="0">
            <a:noAutofit/>
          </a:bodyPr>
          <a:lstStyle>
            <a:lvl1pPr>
              <a:defRPr lang="en-US" sz="16600" b="0" cap="none" spc="0" baseline="0" dirty="0" smtClean="0"/>
            </a:lvl1pPr>
          </a:lstStyle>
          <a:p>
            <a:pPr lvl="0">
              <a:spcBef>
                <a:spcPts val="0"/>
              </a:spcBef>
            </a:pPr>
            <a:r>
              <a:rPr lang="en-US"/>
              <a:t>01</a:t>
            </a:r>
          </a:p>
        </p:txBody>
      </p:sp>
      <p:sp>
        <p:nvSpPr>
          <p:cNvPr id="11" name="Title 5">
            <a:extLst>
              <a:ext uri="{FF2B5EF4-FFF2-40B4-BE49-F238E27FC236}">
                <a16:creationId xmlns:a16="http://schemas.microsoft.com/office/drawing/2014/main" id="{0B6F8127-33BC-B324-58CF-854CD4CB9479}"/>
              </a:ext>
            </a:extLst>
          </p:cNvPr>
          <p:cNvSpPr>
            <a:spLocks noGrp="1"/>
          </p:cNvSpPr>
          <p:nvPr>
            <p:ph type="title" hasCustomPrompt="1"/>
          </p:nvPr>
        </p:nvSpPr>
        <p:spPr>
          <a:xfrm>
            <a:off x="4253696" y="1510496"/>
            <a:ext cx="7393343" cy="2887883"/>
          </a:xfrm>
        </p:spPr>
        <p:txBody>
          <a:bodyPr vert="horz" lIns="0" tIns="0" rIns="0" bIns="0" rtlCol="0" anchor="t">
            <a:noAutofit/>
          </a:bodyPr>
          <a:lstStyle>
            <a:lvl1pPr>
              <a:spcBef>
                <a:spcPts val="0"/>
              </a:spcBef>
              <a:defRPr lang="en-US" sz="5400">
                <a:latin typeface="+mn-lt"/>
                <a:ea typeface="+mn-ea"/>
                <a:cs typeface="+mn-cs"/>
              </a:defRPr>
            </a:lvl1pPr>
          </a:lstStyle>
          <a:p>
            <a:pPr lvl="0">
              <a:lnSpc>
                <a:spcPct val="100000"/>
              </a:lnSpc>
              <a:spcBef>
                <a:spcPts val="1800"/>
              </a:spcBef>
              <a:buFont typeface="Arial" panose="020B0604020202020204" pitchFamily="34" charset="0"/>
            </a:pPr>
            <a:r>
              <a:rPr lang="en-US"/>
              <a:t>Click to add title</a:t>
            </a:r>
          </a:p>
        </p:txBody>
      </p:sp>
    </p:spTree>
    <p:extLst>
      <p:ext uri="{BB962C8B-B14F-4D97-AF65-F5344CB8AC3E}">
        <p14:creationId xmlns:p14="http://schemas.microsoft.com/office/powerpoint/2010/main" val="3675494561"/>
      </p:ext>
    </p:extLst>
  </p:cSld>
  <p:clrMapOvr>
    <a:masterClrMapping/>
  </p:clrMapOvr>
</p:sldLayout>
</file>

<file path=ppt/slideLayouts/slideLayout204.xml><?xml version="1.0" encoding="utf-8"?>
<p:sldLayout xmlns:a="http://schemas.openxmlformats.org/drawingml/2006/main" xmlns:r="http://schemas.openxmlformats.org/officeDocument/2006/relationships" xmlns:p="http://schemas.openxmlformats.org/presentationml/2006/main" preserve="1">
  <p:cSld name="Inhalte und Texte">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a:xfrm>
            <a:off x="565788" y="1600202"/>
            <a:ext cx="11016616" cy="4731916"/>
          </a:xfrm>
        </p:spPr>
        <p:txBody>
          <a:bodyPr>
            <a:normAutofit/>
          </a:bodyPr>
          <a:lstStyle>
            <a:lvl1pPr marL="0" indent="0" algn="just">
              <a:buFontTx/>
              <a:buNone/>
              <a:defRPr sz="2400">
                <a:latin typeface="Segoe UI Light" panose="020B0502040204020203" pitchFamily="34" charset="0"/>
              </a:defRPr>
            </a:lvl1pPr>
            <a:lvl2pPr marL="537197" indent="-320032" algn="just">
              <a:buFontTx/>
              <a:buBlip>
                <a:blip r:embed="rId2"/>
              </a:buBlip>
              <a:defRPr sz="2160">
                <a:latin typeface="Segoe UI Light" panose="020B0502040204020203" pitchFamily="34" charset="0"/>
              </a:defRPr>
            </a:lvl2pPr>
            <a:lvl3pPr marL="859134" indent="-302888" algn="just">
              <a:defRPr sz="1920">
                <a:latin typeface="Segoe UI Light" panose="020B0502040204020203" pitchFamily="34" charset="0"/>
              </a:defRPr>
            </a:lvl3pPr>
            <a:lvl4pPr marL="1182977" indent="-302888" algn="just">
              <a:tabLst>
                <a:tab pos="1832564" algn="l"/>
              </a:tabLst>
              <a:defRPr sz="1920">
                <a:latin typeface="Segoe UI Light" panose="020B0502040204020203" pitchFamily="34" charset="0"/>
              </a:defRPr>
            </a:lvl4pPr>
            <a:lvl5pPr marL="1506818" indent="-302888" algn="just">
              <a:defRPr sz="1920" baseline="0">
                <a:latin typeface="Segoe UI Light" panose="020B0502040204020203" pitchFamily="34" charset="0"/>
              </a:defRPr>
            </a:lvl5pPr>
          </a:lstStyle>
          <a:p>
            <a:pPr lvl="0"/>
            <a:r>
              <a:rPr lang="de-DE" noProof="0"/>
              <a:t>Text</a:t>
            </a:r>
          </a:p>
          <a:p>
            <a:pPr lvl="1"/>
            <a:r>
              <a:rPr lang="de-DE" noProof="0"/>
              <a:t>Erster Einzug</a:t>
            </a:r>
          </a:p>
          <a:p>
            <a:pPr lvl="2"/>
            <a:r>
              <a:rPr lang="de-DE" noProof="0"/>
              <a:t>Zweiter Einzug</a:t>
            </a:r>
          </a:p>
          <a:p>
            <a:pPr lvl="3"/>
            <a:r>
              <a:rPr lang="de-DE" noProof="0"/>
              <a:t>Dritter Einzug</a:t>
            </a:r>
          </a:p>
          <a:p>
            <a:pPr lvl="4"/>
            <a:r>
              <a:rPr lang="de-DE" noProof="0"/>
              <a:t>Vierter Einzug</a:t>
            </a:r>
          </a:p>
        </p:txBody>
      </p:sp>
      <p:cxnSp>
        <p:nvCxnSpPr>
          <p:cNvPr id="5" name="Gerader Verbinder 4"/>
          <p:cNvCxnSpPr/>
          <p:nvPr/>
        </p:nvCxnSpPr>
        <p:spPr>
          <a:xfrm>
            <a:off x="392968" y="1268760"/>
            <a:ext cx="10915194" cy="0"/>
          </a:xfrm>
          <a:prstGeom prst="line">
            <a:avLst/>
          </a:prstGeom>
          <a:ln w="19050">
            <a:solidFill>
              <a:schemeClr val="accent6"/>
            </a:solidFill>
          </a:ln>
          <a:effectLst>
            <a:outerShdw blurRad="50800" dist="38100" dir="8100000" algn="t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16" name="Titel 1"/>
          <p:cNvSpPr>
            <a:spLocks noGrp="1"/>
          </p:cNvSpPr>
          <p:nvPr>
            <p:ph type="title" hasCustomPrompt="1"/>
          </p:nvPr>
        </p:nvSpPr>
        <p:spPr>
          <a:xfrm>
            <a:off x="565787" y="274639"/>
            <a:ext cx="10742375" cy="1143000"/>
          </a:xfrm>
        </p:spPr>
        <p:txBody>
          <a:bodyPr>
            <a:noAutofit/>
          </a:bodyPr>
          <a:lstStyle>
            <a:lvl1pPr marL="0" indent="5716" algn="l">
              <a:defRPr lang="de-DE" sz="3360" kern="2100" spc="200" baseline="0" dirty="0" smtClean="0">
                <a:solidFill>
                  <a:schemeClr val="tx1"/>
                </a:solidFill>
                <a:latin typeface="Segoe UI Light" panose="020B0502040204020203" pitchFamily="34" charset="0"/>
                <a:ea typeface="Segoe UI" panose="020B0502040204020203" pitchFamily="34" charset="0"/>
                <a:cs typeface="Segoe UI" panose="020B0502040204020203" pitchFamily="34" charset="0"/>
              </a:defRPr>
            </a:lvl1pPr>
          </a:lstStyle>
          <a:p>
            <a:r>
              <a:rPr lang="en-US" noProof="0"/>
              <a:t>n.1 Sub-</a:t>
            </a:r>
            <a:r>
              <a:rPr lang="de-DE" noProof="0"/>
              <a:t>Kapitel/Titel</a:t>
            </a:r>
          </a:p>
        </p:txBody>
      </p:sp>
      <p:sp>
        <p:nvSpPr>
          <p:cNvPr id="9" name="Date Placeholder 8">
            <a:extLst>
              <a:ext uri="{FF2B5EF4-FFF2-40B4-BE49-F238E27FC236}">
                <a16:creationId xmlns:a16="http://schemas.microsoft.com/office/drawing/2014/main" id="{FD5940E3-7F26-4CBD-8CB5-76736A538FBB}"/>
              </a:ext>
            </a:extLst>
          </p:cNvPr>
          <p:cNvSpPr>
            <a:spLocks noGrp="1"/>
          </p:cNvSpPr>
          <p:nvPr>
            <p:ph type="dt" sz="half" idx="10"/>
          </p:nvPr>
        </p:nvSpPr>
        <p:spPr>
          <a:xfrm>
            <a:off x="838200" y="6356986"/>
            <a:ext cx="2743200" cy="363854"/>
          </a:xfrm>
          <a:prstGeom prst="rect">
            <a:avLst/>
          </a:prstGeom>
        </p:spPr>
        <p:txBody>
          <a:bodyPr/>
          <a:lstStyle/>
          <a:p>
            <a:endParaRPr lang="en-US"/>
          </a:p>
        </p:txBody>
      </p:sp>
      <p:sp>
        <p:nvSpPr>
          <p:cNvPr id="10" name="Footer Placeholder 9">
            <a:extLst>
              <a:ext uri="{FF2B5EF4-FFF2-40B4-BE49-F238E27FC236}">
                <a16:creationId xmlns:a16="http://schemas.microsoft.com/office/drawing/2014/main" id="{73BA1A76-7D51-4B1A-88F4-D66B3C894366}"/>
              </a:ext>
            </a:extLst>
          </p:cNvPr>
          <p:cNvSpPr>
            <a:spLocks noGrp="1"/>
          </p:cNvSpPr>
          <p:nvPr>
            <p:ph type="ftr" sz="quarter" idx="11"/>
          </p:nvPr>
        </p:nvSpPr>
        <p:spPr>
          <a:xfrm>
            <a:off x="4038600" y="6356986"/>
            <a:ext cx="4114800" cy="363854"/>
          </a:xfrm>
          <a:prstGeom prst="rect">
            <a:avLst/>
          </a:prstGeom>
        </p:spPr>
        <p:txBody>
          <a:bodyPr/>
          <a:lstStyle/>
          <a:p>
            <a:endParaRPr lang="en-US"/>
          </a:p>
        </p:txBody>
      </p:sp>
      <p:sp>
        <p:nvSpPr>
          <p:cNvPr id="11" name="Slide Number Placeholder 10">
            <a:extLst>
              <a:ext uri="{FF2B5EF4-FFF2-40B4-BE49-F238E27FC236}">
                <a16:creationId xmlns:a16="http://schemas.microsoft.com/office/drawing/2014/main" id="{CD0C2465-B086-4898-A6FC-F8FE2AC73E2F}"/>
              </a:ext>
            </a:extLst>
          </p:cNvPr>
          <p:cNvSpPr>
            <a:spLocks noGrp="1"/>
          </p:cNvSpPr>
          <p:nvPr>
            <p:ph type="sldNum" sz="quarter" idx="12"/>
          </p:nvPr>
        </p:nvSpPr>
        <p:spPr/>
        <p:txBody>
          <a:bodyPr/>
          <a:lstStyle/>
          <a:p>
            <a:fld id="{769770B5-26CF-4A6F-ABEF-36B1DA017B18}" type="slidenum">
              <a:rPr lang="en-US" smtClean="0"/>
              <a:t>‹#›</a:t>
            </a:fld>
            <a:endParaRPr lang="en-US"/>
          </a:p>
        </p:txBody>
      </p:sp>
    </p:spTree>
    <p:extLst>
      <p:ext uri="{BB962C8B-B14F-4D97-AF65-F5344CB8AC3E}">
        <p14:creationId xmlns:p14="http://schemas.microsoft.com/office/powerpoint/2010/main" val="3875207248"/>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63" Type="http://schemas.openxmlformats.org/officeDocument/2006/relationships/image" Target="../media/image1.emf"/><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61" Type="http://schemas.openxmlformats.org/officeDocument/2006/relationships/tags" Target="../tags/tag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image" Target="../media/image2.png"/><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oleObject" Target="../embeddings/oleObject1.bin"/><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67.xml"/><Relationship Id="rId13" Type="http://schemas.openxmlformats.org/officeDocument/2006/relationships/slideLayout" Target="../slideLayouts/slideLayout72.xml"/><Relationship Id="rId18" Type="http://schemas.openxmlformats.org/officeDocument/2006/relationships/slideLayout" Target="../slideLayouts/slideLayout77.xml"/><Relationship Id="rId3" Type="http://schemas.openxmlformats.org/officeDocument/2006/relationships/slideLayout" Target="../slideLayouts/slideLayout62.xml"/><Relationship Id="rId21" Type="http://schemas.openxmlformats.org/officeDocument/2006/relationships/oleObject" Target="../embeddings/oleObject2.bin"/><Relationship Id="rId7" Type="http://schemas.openxmlformats.org/officeDocument/2006/relationships/slideLayout" Target="../slideLayouts/slideLayout66.xml"/><Relationship Id="rId12" Type="http://schemas.openxmlformats.org/officeDocument/2006/relationships/slideLayout" Target="../slideLayouts/slideLayout71.xml"/><Relationship Id="rId17" Type="http://schemas.openxmlformats.org/officeDocument/2006/relationships/slideLayout" Target="../slideLayouts/slideLayout76.xml"/><Relationship Id="rId2" Type="http://schemas.openxmlformats.org/officeDocument/2006/relationships/slideLayout" Target="../slideLayouts/slideLayout61.xml"/><Relationship Id="rId16" Type="http://schemas.openxmlformats.org/officeDocument/2006/relationships/slideLayout" Target="../slideLayouts/slideLayout75.xml"/><Relationship Id="rId20" Type="http://schemas.openxmlformats.org/officeDocument/2006/relationships/tags" Target="../tags/tag6.xml"/><Relationship Id="rId1" Type="http://schemas.openxmlformats.org/officeDocument/2006/relationships/slideLayout" Target="../slideLayouts/slideLayout60.xml"/><Relationship Id="rId6" Type="http://schemas.openxmlformats.org/officeDocument/2006/relationships/slideLayout" Target="../slideLayouts/slideLayout65.xml"/><Relationship Id="rId11" Type="http://schemas.openxmlformats.org/officeDocument/2006/relationships/slideLayout" Target="../slideLayouts/slideLayout70.xml"/><Relationship Id="rId5" Type="http://schemas.openxmlformats.org/officeDocument/2006/relationships/slideLayout" Target="../slideLayouts/slideLayout64.xml"/><Relationship Id="rId15" Type="http://schemas.openxmlformats.org/officeDocument/2006/relationships/slideLayout" Target="../slideLayouts/slideLayout74.xml"/><Relationship Id="rId23" Type="http://schemas.openxmlformats.org/officeDocument/2006/relationships/image" Target="../media/image2.png"/><Relationship Id="rId10" Type="http://schemas.openxmlformats.org/officeDocument/2006/relationships/slideLayout" Target="../slideLayouts/slideLayout69.xml"/><Relationship Id="rId19" Type="http://schemas.openxmlformats.org/officeDocument/2006/relationships/theme" Target="../theme/theme2.xml"/><Relationship Id="rId4" Type="http://schemas.openxmlformats.org/officeDocument/2006/relationships/slideLayout" Target="../slideLayouts/slideLayout63.xml"/><Relationship Id="rId9" Type="http://schemas.openxmlformats.org/officeDocument/2006/relationships/slideLayout" Target="../slideLayouts/slideLayout68.xml"/><Relationship Id="rId14" Type="http://schemas.openxmlformats.org/officeDocument/2006/relationships/slideLayout" Target="../slideLayouts/slideLayout73.xml"/><Relationship Id="rId22" Type="http://schemas.openxmlformats.org/officeDocument/2006/relationships/image" Target="../media/image1.emf"/></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85.xml"/><Relationship Id="rId13" Type="http://schemas.openxmlformats.org/officeDocument/2006/relationships/slideLayout" Target="../slideLayouts/slideLayout90.xml"/><Relationship Id="rId18" Type="http://schemas.openxmlformats.org/officeDocument/2006/relationships/slideLayout" Target="../slideLayouts/slideLayout95.xml"/><Relationship Id="rId3" Type="http://schemas.openxmlformats.org/officeDocument/2006/relationships/slideLayout" Target="../slideLayouts/slideLayout80.xml"/><Relationship Id="rId21" Type="http://schemas.openxmlformats.org/officeDocument/2006/relationships/oleObject" Target="../embeddings/oleObject3.bin"/><Relationship Id="rId7" Type="http://schemas.openxmlformats.org/officeDocument/2006/relationships/slideLayout" Target="../slideLayouts/slideLayout84.xml"/><Relationship Id="rId12" Type="http://schemas.openxmlformats.org/officeDocument/2006/relationships/slideLayout" Target="../slideLayouts/slideLayout89.xml"/><Relationship Id="rId17" Type="http://schemas.openxmlformats.org/officeDocument/2006/relationships/slideLayout" Target="../slideLayouts/slideLayout94.xml"/><Relationship Id="rId2" Type="http://schemas.openxmlformats.org/officeDocument/2006/relationships/slideLayout" Target="../slideLayouts/slideLayout79.xml"/><Relationship Id="rId16" Type="http://schemas.openxmlformats.org/officeDocument/2006/relationships/slideLayout" Target="../slideLayouts/slideLayout93.xml"/><Relationship Id="rId20" Type="http://schemas.openxmlformats.org/officeDocument/2006/relationships/tags" Target="../tags/tag7.xml"/><Relationship Id="rId1" Type="http://schemas.openxmlformats.org/officeDocument/2006/relationships/slideLayout" Target="../slideLayouts/slideLayout78.xml"/><Relationship Id="rId6" Type="http://schemas.openxmlformats.org/officeDocument/2006/relationships/slideLayout" Target="../slideLayouts/slideLayout83.xml"/><Relationship Id="rId11" Type="http://schemas.openxmlformats.org/officeDocument/2006/relationships/slideLayout" Target="../slideLayouts/slideLayout88.xml"/><Relationship Id="rId5" Type="http://schemas.openxmlformats.org/officeDocument/2006/relationships/slideLayout" Target="../slideLayouts/slideLayout82.xml"/><Relationship Id="rId15" Type="http://schemas.openxmlformats.org/officeDocument/2006/relationships/slideLayout" Target="../slideLayouts/slideLayout92.xml"/><Relationship Id="rId23" Type="http://schemas.openxmlformats.org/officeDocument/2006/relationships/image" Target="../media/image2.png"/><Relationship Id="rId10" Type="http://schemas.openxmlformats.org/officeDocument/2006/relationships/slideLayout" Target="../slideLayouts/slideLayout87.xml"/><Relationship Id="rId19" Type="http://schemas.openxmlformats.org/officeDocument/2006/relationships/theme" Target="../theme/theme3.xml"/><Relationship Id="rId4" Type="http://schemas.openxmlformats.org/officeDocument/2006/relationships/slideLayout" Target="../slideLayouts/slideLayout81.xml"/><Relationship Id="rId9" Type="http://schemas.openxmlformats.org/officeDocument/2006/relationships/slideLayout" Target="../slideLayouts/slideLayout86.xml"/><Relationship Id="rId14" Type="http://schemas.openxmlformats.org/officeDocument/2006/relationships/slideLayout" Target="../slideLayouts/slideLayout91.xml"/><Relationship Id="rId22" Type="http://schemas.openxmlformats.org/officeDocument/2006/relationships/image" Target="../media/image1.emf"/></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103.xml"/><Relationship Id="rId13" Type="http://schemas.openxmlformats.org/officeDocument/2006/relationships/slideLayout" Target="../slideLayouts/slideLayout108.xml"/><Relationship Id="rId18" Type="http://schemas.openxmlformats.org/officeDocument/2006/relationships/oleObject" Target="../embeddings/oleObject4.bin"/><Relationship Id="rId3" Type="http://schemas.openxmlformats.org/officeDocument/2006/relationships/slideLayout" Target="../slideLayouts/slideLayout98.xml"/><Relationship Id="rId7" Type="http://schemas.openxmlformats.org/officeDocument/2006/relationships/slideLayout" Target="../slideLayouts/slideLayout102.xml"/><Relationship Id="rId12" Type="http://schemas.openxmlformats.org/officeDocument/2006/relationships/slideLayout" Target="../slideLayouts/slideLayout107.xml"/><Relationship Id="rId17" Type="http://schemas.openxmlformats.org/officeDocument/2006/relationships/tags" Target="../tags/tag8.xml"/><Relationship Id="rId2" Type="http://schemas.openxmlformats.org/officeDocument/2006/relationships/slideLayout" Target="../slideLayouts/slideLayout97.xml"/><Relationship Id="rId16" Type="http://schemas.openxmlformats.org/officeDocument/2006/relationships/theme" Target="../theme/theme4.xml"/><Relationship Id="rId1" Type="http://schemas.openxmlformats.org/officeDocument/2006/relationships/slideLayout" Target="../slideLayouts/slideLayout96.xml"/><Relationship Id="rId6" Type="http://schemas.openxmlformats.org/officeDocument/2006/relationships/slideLayout" Target="../slideLayouts/slideLayout101.xml"/><Relationship Id="rId11" Type="http://schemas.openxmlformats.org/officeDocument/2006/relationships/slideLayout" Target="../slideLayouts/slideLayout106.xml"/><Relationship Id="rId5" Type="http://schemas.openxmlformats.org/officeDocument/2006/relationships/slideLayout" Target="../slideLayouts/slideLayout100.xml"/><Relationship Id="rId15" Type="http://schemas.openxmlformats.org/officeDocument/2006/relationships/slideLayout" Target="../slideLayouts/slideLayout110.xml"/><Relationship Id="rId10" Type="http://schemas.openxmlformats.org/officeDocument/2006/relationships/slideLayout" Target="../slideLayouts/slideLayout105.xml"/><Relationship Id="rId19" Type="http://schemas.openxmlformats.org/officeDocument/2006/relationships/image" Target="../media/image1.emf"/><Relationship Id="rId4" Type="http://schemas.openxmlformats.org/officeDocument/2006/relationships/slideLayout" Target="../slideLayouts/slideLayout99.xml"/><Relationship Id="rId9" Type="http://schemas.openxmlformats.org/officeDocument/2006/relationships/slideLayout" Target="../slideLayouts/slideLayout104.xml"/><Relationship Id="rId14" Type="http://schemas.openxmlformats.org/officeDocument/2006/relationships/slideLayout" Target="../slideLayouts/slideLayout109.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118.xml"/><Relationship Id="rId13" Type="http://schemas.openxmlformats.org/officeDocument/2006/relationships/slideLayout" Target="../slideLayouts/slideLayout123.xml"/><Relationship Id="rId18" Type="http://schemas.openxmlformats.org/officeDocument/2006/relationships/image" Target="../media/image2.png"/><Relationship Id="rId3" Type="http://schemas.openxmlformats.org/officeDocument/2006/relationships/slideLayout" Target="../slideLayouts/slideLayout113.xml"/><Relationship Id="rId21" Type="http://schemas.openxmlformats.org/officeDocument/2006/relationships/image" Target="../media/image25.png"/><Relationship Id="rId7" Type="http://schemas.openxmlformats.org/officeDocument/2006/relationships/slideLayout" Target="../slideLayouts/slideLayout117.xml"/><Relationship Id="rId12" Type="http://schemas.openxmlformats.org/officeDocument/2006/relationships/slideLayout" Target="../slideLayouts/slideLayout122.xml"/><Relationship Id="rId17" Type="http://schemas.openxmlformats.org/officeDocument/2006/relationships/theme" Target="../theme/theme5.xml"/><Relationship Id="rId2" Type="http://schemas.openxmlformats.org/officeDocument/2006/relationships/slideLayout" Target="../slideLayouts/slideLayout112.xml"/><Relationship Id="rId16" Type="http://schemas.openxmlformats.org/officeDocument/2006/relationships/slideLayout" Target="../slideLayouts/slideLayout126.xml"/><Relationship Id="rId20" Type="http://schemas.openxmlformats.org/officeDocument/2006/relationships/image" Target="../media/image24.png"/><Relationship Id="rId1" Type="http://schemas.openxmlformats.org/officeDocument/2006/relationships/slideLayout" Target="../slideLayouts/slideLayout111.xml"/><Relationship Id="rId6" Type="http://schemas.openxmlformats.org/officeDocument/2006/relationships/slideLayout" Target="../slideLayouts/slideLayout116.xml"/><Relationship Id="rId11" Type="http://schemas.openxmlformats.org/officeDocument/2006/relationships/slideLayout" Target="../slideLayouts/slideLayout121.xml"/><Relationship Id="rId5" Type="http://schemas.openxmlformats.org/officeDocument/2006/relationships/slideLayout" Target="../slideLayouts/slideLayout115.xml"/><Relationship Id="rId15" Type="http://schemas.openxmlformats.org/officeDocument/2006/relationships/slideLayout" Target="../slideLayouts/slideLayout125.xml"/><Relationship Id="rId23" Type="http://schemas.openxmlformats.org/officeDocument/2006/relationships/image" Target="../media/image27.png"/><Relationship Id="rId10" Type="http://schemas.openxmlformats.org/officeDocument/2006/relationships/slideLayout" Target="../slideLayouts/slideLayout120.xml"/><Relationship Id="rId19" Type="http://schemas.openxmlformats.org/officeDocument/2006/relationships/image" Target="../media/image23.png"/><Relationship Id="rId4" Type="http://schemas.openxmlformats.org/officeDocument/2006/relationships/slideLayout" Target="../slideLayouts/slideLayout114.xml"/><Relationship Id="rId9" Type="http://schemas.openxmlformats.org/officeDocument/2006/relationships/slideLayout" Target="../slideLayouts/slideLayout119.xml"/><Relationship Id="rId14" Type="http://schemas.openxmlformats.org/officeDocument/2006/relationships/slideLayout" Target="../slideLayouts/slideLayout124.xml"/><Relationship Id="rId22" Type="http://schemas.openxmlformats.org/officeDocument/2006/relationships/image" Target="../media/image26.png"/></Relationships>
</file>

<file path=ppt/slideMasters/_rels/slideMaster6.xml.rels><?xml version="1.0" encoding="UTF-8" standalone="yes"?>
<Relationships xmlns="http://schemas.openxmlformats.org/package/2006/relationships"><Relationship Id="rId2" Type="http://schemas.openxmlformats.org/officeDocument/2006/relationships/theme" Target="../theme/theme6.xml"/><Relationship Id="rId1" Type="http://schemas.openxmlformats.org/officeDocument/2006/relationships/slideLayout" Target="../slideLayouts/slideLayout127.xml"/></Relationships>
</file>

<file path=ppt/slideMasters/_rels/slideMaster7.xml.rels><?xml version="1.0" encoding="UTF-8" standalone="yes"?>
<Relationships xmlns="http://schemas.openxmlformats.org/package/2006/relationships"><Relationship Id="rId13" Type="http://schemas.openxmlformats.org/officeDocument/2006/relationships/slideLayout" Target="../slideLayouts/slideLayout140.xml"/><Relationship Id="rId18" Type="http://schemas.openxmlformats.org/officeDocument/2006/relationships/slideLayout" Target="../slideLayouts/slideLayout145.xml"/><Relationship Id="rId26" Type="http://schemas.openxmlformats.org/officeDocument/2006/relationships/slideLayout" Target="../slideLayouts/slideLayout153.xml"/><Relationship Id="rId39" Type="http://schemas.openxmlformats.org/officeDocument/2006/relationships/slideLayout" Target="../slideLayouts/slideLayout166.xml"/><Relationship Id="rId21" Type="http://schemas.openxmlformats.org/officeDocument/2006/relationships/slideLayout" Target="../slideLayouts/slideLayout148.xml"/><Relationship Id="rId34" Type="http://schemas.openxmlformats.org/officeDocument/2006/relationships/slideLayout" Target="../slideLayouts/slideLayout161.xml"/><Relationship Id="rId42" Type="http://schemas.openxmlformats.org/officeDocument/2006/relationships/slideLayout" Target="../slideLayouts/slideLayout169.xml"/><Relationship Id="rId47" Type="http://schemas.openxmlformats.org/officeDocument/2006/relationships/tags" Target="../tags/tag9.xml"/><Relationship Id="rId50" Type="http://schemas.openxmlformats.org/officeDocument/2006/relationships/image" Target="../media/image2.png"/><Relationship Id="rId7" Type="http://schemas.openxmlformats.org/officeDocument/2006/relationships/slideLayout" Target="../slideLayouts/slideLayout134.xml"/><Relationship Id="rId2" Type="http://schemas.openxmlformats.org/officeDocument/2006/relationships/slideLayout" Target="../slideLayouts/slideLayout129.xml"/><Relationship Id="rId16" Type="http://schemas.openxmlformats.org/officeDocument/2006/relationships/slideLayout" Target="../slideLayouts/slideLayout143.xml"/><Relationship Id="rId29" Type="http://schemas.openxmlformats.org/officeDocument/2006/relationships/slideLayout" Target="../slideLayouts/slideLayout156.xml"/><Relationship Id="rId11" Type="http://schemas.openxmlformats.org/officeDocument/2006/relationships/slideLayout" Target="../slideLayouts/slideLayout138.xml"/><Relationship Id="rId24" Type="http://schemas.openxmlformats.org/officeDocument/2006/relationships/slideLayout" Target="../slideLayouts/slideLayout151.xml"/><Relationship Id="rId32" Type="http://schemas.openxmlformats.org/officeDocument/2006/relationships/slideLayout" Target="../slideLayouts/slideLayout159.xml"/><Relationship Id="rId37" Type="http://schemas.openxmlformats.org/officeDocument/2006/relationships/slideLayout" Target="../slideLayouts/slideLayout164.xml"/><Relationship Id="rId40" Type="http://schemas.openxmlformats.org/officeDocument/2006/relationships/slideLayout" Target="../slideLayouts/slideLayout167.xml"/><Relationship Id="rId45" Type="http://schemas.openxmlformats.org/officeDocument/2006/relationships/slideLayout" Target="../slideLayouts/slideLayout172.xml"/><Relationship Id="rId5" Type="http://schemas.openxmlformats.org/officeDocument/2006/relationships/slideLayout" Target="../slideLayouts/slideLayout132.xml"/><Relationship Id="rId15" Type="http://schemas.openxmlformats.org/officeDocument/2006/relationships/slideLayout" Target="../slideLayouts/slideLayout142.xml"/><Relationship Id="rId23" Type="http://schemas.openxmlformats.org/officeDocument/2006/relationships/slideLayout" Target="../slideLayouts/slideLayout150.xml"/><Relationship Id="rId28" Type="http://schemas.openxmlformats.org/officeDocument/2006/relationships/slideLayout" Target="../slideLayouts/slideLayout155.xml"/><Relationship Id="rId36" Type="http://schemas.openxmlformats.org/officeDocument/2006/relationships/slideLayout" Target="../slideLayouts/slideLayout163.xml"/><Relationship Id="rId49" Type="http://schemas.openxmlformats.org/officeDocument/2006/relationships/image" Target="../media/image1.emf"/><Relationship Id="rId10" Type="http://schemas.openxmlformats.org/officeDocument/2006/relationships/slideLayout" Target="../slideLayouts/slideLayout137.xml"/><Relationship Id="rId19" Type="http://schemas.openxmlformats.org/officeDocument/2006/relationships/slideLayout" Target="../slideLayouts/slideLayout146.xml"/><Relationship Id="rId31" Type="http://schemas.openxmlformats.org/officeDocument/2006/relationships/slideLayout" Target="../slideLayouts/slideLayout158.xml"/><Relationship Id="rId44" Type="http://schemas.openxmlformats.org/officeDocument/2006/relationships/slideLayout" Target="../slideLayouts/slideLayout171.xml"/><Relationship Id="rId4" Type="http://schemas.openxmlformats.org/officeDocument/2006/relationships/slideLayout" Target="../slideLayouts/slideLayout131.xml"/><Relationship Id="rId9" Type="http://schemas.openxmlformats.org/officeDocument/2006/relationships/slideLayout" Target="../slideLayouts/slideLayout136.xml"/><Relationship Id="rId14" Type="http://schemas.openxmlformats.org/officeDocument/2006/relationships/slideLayout" Target="../slideLayouts/slideLayout141.xml"/><Relationship Id="rId22" Type="http://schemas.openxmlformats.org/officeDocument/2006/relationships/slideLayout" Target="../slideLayouts/slideLayout149.xml"/><Relationship Id="rId27" Type="http://schemas.openxmlformats.org/officeDocument/2006/relationships/slideLayout" Target="../slideLayouts/slideLayout154.xml"/><Relationship Id="rId30" Type="http://schemas.openxmlformats.org/officeDocument/2006/relationships/slideLayout" Target="../slideLayouts/slideLayout157.xml"/><Relationship Id="rId35" Type="http://schemas.openxmlformats.org/officeDocument/2006/relationships/slideLayout" Target="../slideLayouts/slideLayout162.xml"/><Relationship Id="rId43" Type="http://schemas.openxmlformats.org/officeDocument/2006/relationships/slideLayout" Target="../slideLayouts/slideLayout170.xml"/><Relationship Id="rId48" Type="http://schemas.openxmlformats.org/officeDocument/2006/relationships/oleObject" Target="../embeddings/oleObject5.bin"/><Relationship Id="rId8" Type="http://schemas.openxmlformats.org/officeDocument/2006/relationships/slideLayout" Target="../slideLayouts/slideLayout135.xml"/><Relationship Id="rId3" Type="http://schemas.openxmlformats.org/officeDocument/2006/relationships/slideLayout" Target="../slideLayouts/slideLayout130.xml"/><Relationship Id="rId12" Type="http://schemas.openxmlformats.org/officeDocument/2006/relationships/slideLayout" Target="../slideLayouts/slideLayout139.xml"/><Relationship Id="rId17" Type="http://schemas.openxmlformats.org/officeDocument/2006/relationships/slideLayout" Target="../slideLayouts/slideLayout144.xml"/><Relationship Id="rId25" Type="http://schemas.openxmlformats.org/officeDocument/2006/relationships/slideLayout" Target="../slideLayouts/slideLayout152.xml"/><Relationship Id="rId33" Type="http://schemas.openxmlformats.org/officeDocument/2006/relationships/slideLayout" Target="../slideLayouts/slideLayout160.xml"/><Relationship Id="rId38" Type="http://schemas.openxmlformats.org/officeDocument/2006/relationships/slideLayout" Target="../slideLayouts/slideLayout165.xml"/><Relationship Id="rId46" Type="http://schemas.openxmlformats.org/officeDocument/2006/relationships/theme" Target="../theme/theme7.xml"/><Relationship Id="rId20" Type="http://schemas.openxmlformats.org/officeDocument/2006/relationships/slideLayout" Target="../slideLayouts/slideLayout147.xml"/><Relationship Id="rId41" Type="http://schemas.openxmlformats.org/officeDocument/2006/relationships/slideLayout" Target="../slideLayouts/slideLayout168.xml"/><Relationship Id="rId1" Type="http://schemas.openxmlformats.org/officeDocument/2006/relationships/slideLayout" Target="../slideLayouts/slideLayout128.xml"/><Relationship Id="rId6" Type="http://schemas.openxmlformats.org/officeDocument/2006/relationships/slideLayout" Target="../slideLayouts/slideLayout133.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180.xml"/><Relationship Id="rId13" Type="http://schemas.openxmlformats.org/officeDocument/2006/relationships/slideLayout" Target="../slideLayouts/slideLayout185.xml"/><Relationship Id="rId18" Type="http://schemas.openxmlformats.org/officeDocument/2006/relationships/image" Target="../media/image2.png"/><Relationship Id="rId3" Type="http://schemas.openxmlformats.org/officeDocument/2006/relationships/slideLayout" Target="../slideLayouts/slideLayout175.xml"/><Relationship Id="rId7" Type="http://schemas.openxmlformats.org/officeDocument/2006/relationships/slideLayout" Target="../slideLayouts/slideLayout179.xml"/><Relationship Id="rId12" Type="http://schemas.openxmlformats.org/officeDocument/2006/relationships/slideLayout" Target="../slideLayouts/slideLayout184.xml"/><Relationship Id="rId17" Type="http://schemas.openxmlformats.org/officeDocument/2006/relationships/theme" Target="../theme/theme8.xml"/><Relationship Id="rId2" Type="http://schemas.openxmlformats.org/officeDocument/2006/relationships/slideLayout" Target="../slideLayouts/slideLayout174.xml"/><Relationship Id="rId16" Type="http://schemas.openxmlformats.org/officeDocument/2006/relationships/slideLayout" Target="../slideLayouts/slideLayout188.xml"/><Relationship Id="rId1" Type="http://schemas.openxmlformats.org/officeDocument/2006/relationships/slideLayout" Target="../slideLayouts/slideLayout173.xml"/><Relationship Id="rId6" Type="http://schemas.openxmlformats.org/officeDocument/2006/relationships/slideLayout" Target="../slideLayouts/slideLayout178.xml"/><Relationship Id="rId11" Type="http://schemas.openxmlformats.org/officeDocument/2006/relationships/slideLayout" Target="../slideLayouts/slideLayout183.xml"/><Relationship Id="rId5" Type="http://schemas.openxmlformats.org/officeDocument/2006/relationships/slideLayout" Target="../slideLayouts/slideLayout177.xml"/><Relationship Id="rId15" Type="http://schemas.openxmlformats.org/officeDocument/2006/relationships/slideLayout" Target="../slideLayouts/slideLayout187.xml"/><Relationship Id="rId10" Type="http://schemas.openxmlformats.org/officeDocument/2006/relationships/slideLayout" Target="../slideLayouts/slideLayout182.xml"/><Relationship Id="rId4" Type="http://schemas.openxmlformats.org/officeDocument/2006/relationships/slideLayout" Target="../slideLayouts/slideLayout176.xml"/><Relationship Id="rId9" Type="http://schemas.openxmlformats.org/officeDocument/2006/relationships/slideLayout" Target="../slideLayouts/slideLayout181.xml"/><Relationship Id="rId14" Type="http://schemas.openxmlformats.org/officeDocument/2006/relationships/slideLayout" Target="../slideLayouts/slideLayout186.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196.xml"/><Relationship Id="rId13" Type="http://schemas.openxmlformats.org/officeDocument/2006/relationships/slideLayout" Target="../slideLayouts/slideLayout201.xml"/><Relationship Id="rId18" Type="http://schemas.openxmlformats.org/officeDocument/2006/relationships/tags" Target="../tags/tag10.xml"/><Relationship Id="rId3" Type="http://schemas.openxmlformats.org/officeDocument/2006/relationships/slideLayout" Target="../slideLayouts/slideLayout191.xml"/><Relationship Id="rId21" Type="http://schemas.openxmlformats.org/officeDocument/2006/relationships/image" Target="../media/image2.png"/><Relationship Id="rId7" Type="http://schemas.openxmlformats.org/officeDocument/2006/relationships/slideLayout" Target="../slideLayouts/slideLayout195.xml"/><Relationship Id="rId12" Type="http://schemas.openxmlformats.org/officeDocument/2006/relationships/slideLayout" Target="../slideLayouts/slideLayout200.xml"/><Relationship Id="rId17" Type="http://schemas.openxmlformats.org/officeDocument/2006/relationships/theme" Target="../theme/theme9.xml"/><Relationship Id="rId2" Type="http://schemas.openxmlformats.org/officeDocument/2006/relationships/slideLayout" Target="../slideLayouts/slideLayout190.xml"/><Relationship Id="rId16" Type="http://schemas.openxmlformats.org/officeDocument/2006/relationships/slideLayout" Target="../slideLayouts/slideLayout204.xml"/><Relationship Id="rId20" Type="http://schemas.openxmlformats.org/officeDocument/2006/relationships/image" Target="../media/image1.emf"/><Relationship Id="rId1" Type="http://schemas.openxmlformats.org/officeDocument/2006/relationships/slideLayout" Target="../slideLayouts/slideLayout189.xml"/><Relationship Id="rId6" Type="http://schemas.openxmlformats.org/officeDocument/2006/relationships/slideLayout" Target="../slideLayouts/slideLayout194.xml"/><Relationship Id="rId11" Type="http://schemas.openxmlformats.org/officeDocument/2006/relationships/slideLayout" Target="../slideLayouts/slideLayout199.xml"/><Relationship Id="rId5" Type="http://schemas.openxmlformats.org/officeDocument/2006/relationships/slideLayout" Target="../slideLayouts/slideLayout193.xml"/><Relationship Id="rId15" Type="http://schemas.openxmlformats.org/officeDocument/2006/relationships/slideLayout" Target="../slideLayouts/slideLayout203.xml"/><Relationship Id="rId10" Type="http://schemas.openxmlformats.org/officeDocument/2006/relationships/slideLayout" Target="../slideLayouts/slideLayout198.xml"/><Relationship Id="rId19" Type="http://schemas.openxmlformats.org/officeDocument/2006/relationships/oleObject" Target="../embeddings/oleObject3.bin"/><Relationship Id="rId4" Type="http://schemas.openxmlformats.org/officeDocument/2006/relationships/slideLayout" Target="../slideLayouts/slideLayout192.xml"/><Relationship Id="rId9" Type="http://schemas.openxmlformats.org/officeDocument/2006/relationships/slideLayout" Target="../slideLayouts/slideLayout197.xml"/><Relationship Id="rId14" Type="http://schemas.openxmlformats.org/officeDocument/2006/relationships/slideLayout" Target="../slideLayouts/slideLayout20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01B65796-15E8-62B7-1CD4-75BD625655A1}"/>
              </a:ext>
            </a:extLst>
          </p:cNvPr>
          <p:cNvGraphicFramePr>
            <a:graphicFrameLocks noChangeAspect="1"/>
          </p:cNvGraphicFramePr>
          <p:nvPr userDrawn="1">
            <p:custDataLst>
              <p:tags r:id="rId61"/>
            </p:custDataLst>
            <p:extLst>
              <p:ext uri="{D42A27DB-BD31-4B8C-83A1-F6EECF244321}">
                <p14:modId xmlns:p14="http://schemas.microsoft.com/office/powerpoint/2010/main" val="118753483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2" imgW="395" imgH="394" progId="TCLayout.ActiveDocument.1">
                  <p:embed/>
                </p:oleObj>
              </mc:Choice>
              <mc:Fallback>
                <p:oleObj name="think-cell Slide" r:id="rId62" imgW="395" imgH="394" progId="TCLayout.ActiveDocument.1">
                  <p:embed/>
                  <p:pic>
                    <p:nvPicPr>
                      <p:cNvPr id="4" name="think-cell data - do not delete" hidden="1">
                        <a:extLst>
                          <a:ext uri="{FF2B5EF4-FFF2-40B4-BE49-F238E27FC236}">
                            <a16:creationId xmlns:a16="http://schemas.microsoft.com/office/drawing/2014/main" id="{01B65796-15E8-62B7-1CD4-75BD625655A1}"/>
                          </a:ext>
                        </a:extLst>
                      </p:cNvPr>
                      <p:cNvPicPr/>
                      <p:nvPr/>
                    </p:nvPicPr>
                    <p:blipFill>
                      <a:blip r:embed="rId63"/>
                      <a:stretch>
                        <a:fillRect/>
                      </a:stretch>
                    </p:blipFill>
                    <p:spPr>
                      <a:xfrm>
                        <a:off x="1588" y="1588"/>
                        <a:ext cx="1588" cy="1588"/>
                      </a:xfrm>
                      <a:prstGeom prst="rect">
                        <a:avLst/>
                      </a:prstGeom>
                    </p:spPr>
                  </p:pic>
                </p:oleObj>
              </mc:Fallback>
            </mc:AlternateContent>
          </a:graphicData>
        </a:graphic>
      </p:graphicFrame>
      <p:pic>
        <p:nvPicPr>
          <p:cNvPr id="8" name="GRID" hidden="1">
            <a:extLst>
              <a:ext uri="{FF2B5EF4-FFF2-40B4-BE49-F238E27FC236}">
                <a16:creationId xmlns:a16="http://schemas.microsoft.com/office/drawing/2014/main" id="{4C453AFD-72EA-BCED-EF09-6E1F49029575}"/>
              </a:ext>
            </a:extLst>
          </p:cNvPr>
          <p:cNvPicPr>
            <a:picLocks noGrp="1" noRot="1" noChangeAspect="1" noMove="1" noResize="1" noEditPoints="1" noAdjustHandles="1" noChangeArrowheads="1" noChangeShapeType="1" noCrop="1"/>
          </p:cNvPicPr>
          <p:nvPr userDrawn="1"/>
        </p:nvPicPr>
        <p:blipFill>
          <a:blip r:embed="rId64">
            <a:extLst>
              <a:ext uri="{28A0092B-C50C-407E-A947-70E740481C1C}">
                <a14:useLocalDpi xmlns:a14="http://schemas.microsoft.com/office/drawing/2010/main"/>
              </a:ext>
            </a:extLst>
          </a:blip>
          <a:stretch>
            <a:fillRect/>
          </a:stretch>
        </p:blipFill>
        <p:spPr>
          <a:xfrm>
            <a:off x="550863" y="560562"/>
            <a:ext cx="11089753" cy="5748164"/>
          </a:xfrm>
          <a:prstGeom prst="rect">
            <a:avLst/>
          </a:prstGeom>
        </p:spPr>
      </p:pic>
      <p:sp>
        <p:nvSpPr>
          <p:cNvPr id="35" name="Date Placeholder 34">
            <a:extLst>
              <a:ext uri="{FF2B5EF4-FFF2-40B4-BE49-F238E27FC236}">
                <a16:creationId xmlns:a16="http://schemas.microsoft.com/office/drawing/2014/main" id="{9E7A3BD3-DDA4-42A3-B05C-F6E4E51D9B78}"/>
              </a:ext>
            </a:extLst>
          </p:cNvPr>
          <p:cNvSpPr>
            <a:spLocks noGrp="1"/>
          </p:cNvSpPr>
          <p:nvPr>
            <p:ph type="dt" sz="half" idx="2"/>
          </p:nvPr>
        </p:nvSpPr>
        <p:spPr>
          <a:xfrm>
            <a:off x="9809927" y="6650661"/>
            <a:ext cx="1831210" cy="123111"/>
          </a:xfrm>
          <a:prstGeom prst="rect">
            <a:avLst/>
          </a:prstGeom>
        </p:spPr>
        <p:txBody>
          <a:bodyPr wrap="none" lIns="0" tIns="0" rIns="0" bIns="0" anchor="ctr" anchorCtr="0">
            <a:noAutofit/>
          </a:bodyPr>
          <a:lstStyle>
            <a:lvl1pPr algn="r">
              <a:defRPr lang="de-DE" sz="800" smtClean="0">
                <a:solidFill>
                  <a:schemeClr val="bg1">
                    <a:lumMod val="65000"/>
                  </a:schemeClr>
                </a:solidFill>
                <a:latin typeface="+mn-lt"/>
              </a:defRPr>
            </a:lvl1pPr>
          </a:lstStyle>
          <a:p>
            <a:pPr>
              <a:spcBef>
                <a:spcPts val="1000"/>
              </a:spcBef>
            </a:pPr>
            <a:r>
              <a:rPr lang="pl-PL" kern="0">
                <a:solidFill>
                  <a:srgbClr val="FFFFFF">
                    <a:lumMod val="65000"/>
                  </a:srgbClr>
                </a:solidFill>
              </a:rPr>
              <a:t>Company Confidential © Capgemini 2026. All rights reserved.</a:t>
            </a:r>
            <a:endParaRPr lang="en-US"/>
          </a:p>
        </p:txBody>
      </p:sp>
      <p:sp>
        <p:nvSpPr>
          <p:cNvPr id="38" name="Slide Number Placeholder 37">
            <a:extLst>
              <a:ext uri="{FF2B5EF4-FFF2-40B4-BE49-F238E27FC236}">
                <a16:creationId xmlns:a16="http://schemas.microsoft.com/office/drawing/2014/main" id="{7AB8C2A9-4C2D-43C3-9F07-0C825FF51364}"/>
              </a:ext>
            </a:extLst>
          </p:cNvPr>
          <p:cNvSpPr>
            <a:spLocks noGrp="1"/>
          </p:cNvSpPr>
          <p:nvPr>
            <p:ph type="sldNum" sz="quarter" idx="4"/>
          </p:nvPr>
        </p:nvSpPr>
        <p:spPr>
          <a:xfrm>
            <a:off x="11778341" y="6650661"/>
            <a:ext cx="232665" cy="123111"/>
          </a:xfrm>
          <a:prstGeom prst="rect">
            <a:avLst/>
          </a:prstGeom>
        </p:spPr>
        <p:txBody>
          <a:bodyPr wrap="square" lIns="0" tIns="0" rIns="0" bIns="0" anchor="ctr" anchorCtr="0">
            <a:spAutoFit/>
          </a:bodyPr>
          <a:lstStyle>
            <a:lvl1pPr>
              <a:defRPr lang="de-DE" sz="800" b="0" i="0" smtClean="0">
                <a:solidFill>
                  <a:schemeClr val="bg1">
                    <a:lumMod val="65000"/>
                  </a:schemeClr>
                </a:solidFill>
                <a:latin typeface="+mn-lt"/>
                <a:cs typeface="Arial" panose="020B0604020202020204" pitchFamily="34" charset="0"/>
              </a:defRPr>
            </a:lvl1pPr>
          </a:lstStyle>
          <a:p>
            <a:pPr algn="r"/>
            <a:fld id="{5D9A5160-6218-4E5A-B9E6-B93E3DAE377C}" type="slidenum">
              <a:rPr lang="en-US" smtClean="0"/>
              <a:pPr algn="r"/>
              <a:t>‹#›</a:t>
            </a:fld>
            <a:endParaRPr lang="en-US"/>
          </a:p>
        </p:txBody>
      </p:sp>
      <p:sp>
        <p:nvSpPr>
          <p:cNvPr id="5" name="Title Placeholder 4">
            <a:extLst>
              <a:ext uri="{FF2B5EF4-FFF2-40B4-BE49-F238E27FC236}">
                <a16:creationId xmlns:a16="http://schemas.microsoft.com/office/drawing/2014/main" id="{D28F27D4-FFE2-4FAB-BA1B-9D013846C4B7}"/>
              </a:ext>
            </a:extLst>
          </p:cNvPr>
          <p:cNvSpPr>
            <a:spLocks noGrp="1"/>
          </p:cNvSpPr>
          <p:nvPr>
            <p:ph type="title"/>
          </p:nvPr>
        </p:nvSpPr>
        <p:spPr>
          <a:xfrm>
            <a:off x="551384" y="549274"/>
            <a:ext cx="11090938" cy="930372"/>
          </a:xfrm>
          <a:prstGeom prst="rect">
            <a:avLst/>
          </a:prstGeom>
        </p:spPr>
        <p:txBody>
          <a:bodyPr vert="horz" lIns="0" tIns="0" rIns="0" bIns="126000" rtlCol="0" anchor="b" anchorCtr="0">
            <a:noAutofit/>
          </a:bodyPr>
          <a:lstStyle/>
          <a:p>
            <a:pPr lvl="0"/>
            <a:r>
              <a:rPr lang="en-US"/>
              <a:t>Click to edit Master title style</a:t>
            </a:r>
            <a:endParaRPr lang="de-DE"/>
          </a:p>
        </p:txBody>
      </p:sp>
      <p:sp>
        <p:nvSpPr>
          <p:cNvPr id="19" name="Footer Placeholder 9">
            <a:extLst>
              <a:ext uri="{FF2B5EF4-FFF2-40B4-BE49-F238E27FC236}">
                <a16:creationId xmlns:a16="http://schemas.microsoft.com/office/drawing/2014/main" id="{D3809B95-B2AA-47A9-8F86-88BF7BDE32FD}"/>
              </a:ext>
            </a:extLst>
          </p:cNvPr>
          <p:cNvSpPr>
            <a:spLocks noGrp="1"/>
          </p:cNvSpPr>
          <p:nvPr>
            <p:ph type="ftr" sz="quarter" idx="3"/>
          </p:nvPr>
        </p:nvSpPr>
        <p:spPr>
          <a:xfrm>
            <a:off x="550863" y="6650661"/>
            <a:ext cx="4716524" cy="123111"/>
          </a:xfrm>
          <a:prstGeom prst="rect">
            <a:avLst/>
          </a:prstGeom>
        </p:spPr>
        <p:txBody>
          <a:bodyPr wrap="none" lIns="0" tIns="0" rIns="0" bIns="0" anchor="ctr" anchorCtr="0">
            <a:noAutofit/>
          </a:bodyPr>
          <a:lstStyle>
            <a:lvl1pPr>
              <a:defRPr lang="de-DE" sz="800">
                <a:solidFill>
                  <a:schemeClr val="bg1">
                    <a:lumMod val="65000"/>
                  </a:schemeClr>
                </a:solidFill>
              </a:defRPr>
            </a:lvl1pPr>
          </a:lstStyle>
          <a:p>
            <a:pPr>
              <a:spcBef>
                <a:spcPts val="1000"/>
              </a:spcBef>
              <a:buFont typeface="Arial" panose="020B0604020202020204" pitchFamily="34" charset="0"/>
              <a:buNone/>
            </a:pPr>
            <a:r>
              <a:rPr lang="en-IN"/>
              <a:t>TMT Monthly Update |  June 2026</a:t>
            </a:r>
            <a:endParaRPr lang="en-US"/>
          </a:p>
        </p:txBody>
      </p:sp>
      <p:sp>
        <p:nvSpPr>
          <p:cNvPr id="20" name="Stickerbox" hidden="1">
            <a:extLst>
              <a:ext uri="{FF2B5EF4-FFF2-40B4-BE49-F238E27FC236}">
                <a16:creationId xmlns:a16="http://schemas.microsoft.com/office/drawing/2014/main" id="{D03A9799-ACDC-4925-8EE1-5C65CCCBD0FA}"/>
              </a:ext>
            </a:extLst>
          </p:cNvPr>
          <p:cNvSpPr>
            <a:spLocks noChangeArrowheads="1"/>
          </p:cNvSpPr>
          <p:nvPr userDrawn="1"/>
        </p:nvSpPr>
        <p:spPr bwMode="gray">
          <a:xfrm>
            <a:off x="11114363" y="1124744"/>
            <a:ext cx="804808" cy="402775"/>
          </a:xfrm>
          <a:prstGeom prst="rect">
            <a:avLst/>
          </a:prstGeom>
          <a:solidFill>
            <a:schemeClr val="accent2"/>
          </a:solidFill>
          <a:ln w="10795">
            <a:noFill/>
            <a:round/>
            <a:headEnd/>
            <a:tailEnd/>
          </a:ln>
          <a:effectLst/>
        </p:spPr>
        <p:txBody>
          <a:bodyPr vert="horz" wrap="none" lIns="108000" tIns="108000" rIns="108000" bIns="108000" anchor="ctr" anchorCtr="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all" spc="0" normalizeH="0" baseline="0" noProof="0">
                <a:ln>
                  <a:noFill/>
                </a:ln>
                <a:solidFill>
                  <a:srgbClr val="FFFFFF">
                    <a:lumMod val="100000"/>
                  </a:srgbClr>
                </a:solidFill>
                <a:effectLst/>
                <a:uLnTx/>
                <a:uFillTx/>
                <a:latin typeface="Ubuntu"/>
                <a:ea typeface="+mn-ea"/>
                <a:cs typeface="+mn-cs"/>
              </a:rPr>
              <a:t>Sticker</a:t>
            </a:r>
          </a:p>
        </p:txBody>
      </p:sp>
      <p:sp>
        <p:nvSpPr>
          <p:cNvPr id="22" name="CapgeminiBox" hidden="1">
            <a:extLst>
              <a:ext uri="{FF2B5EF4-FFF2-40B4-BE49-F238E27FC236}">
                <a16:creationId xmlns:a16="http://schemas.microsoft.com/office/drawing/2014/main" id="{7C293A1E-B461-4AFE-976D-6EE38B2AFEB4}"/>
              </a:ext>
            </a:extLst>
          </p:cNvPr>
          <p:cNvSpPr txBox="1">
            <a:spLocks/>
          </p:cNvSpPr>
          <p:nvPr userDrawn="1"/>
        </p:nvSpPr>
        <p:spPr>
          <a:xfrm>
            <a:off x="9592" y="0"/>
            <a:ext cx="1837661" cy="260350"/>
          </a:xfrm>
          <a:prstGeom prst="rect">
            <a:avLst/>
          </a:prstGeom>
        </p:spPr>
        <p:txBody>
          <a:bodyPr vert="horz" lIns="0" tIns="0" rIns="18000" bIns="0" rtlCol="0">
            <a:normAutofit fontScale="92500"/>
          </a:bodyPr>
          <a:lstStyle>
            <a:lvl1pPr marL="0" indent="0" algn="l" defTabSz="914400" rtl="0" eaLnBrk="1" latinLnBrk="0" hangingPunct="1">
              <a:lnSpc>
                <a:spcPct val="100000"/>
              </a:lnSpc>
              <a:spcBef>
                <a:spcPts val="600"/>
              </a:spcBef>
              <a:buFont typeface="Arial" panose="020B0604020202020204" pitchFamily="34" charset="0"/>
              <a:buNone/>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Clr>
                <a:schemeClr val="tx1"/>
              </a:buClr>
              <a:buFont typeface="Wingdings" panose="05000000000000000000" pitchFamily="2" charset="2"/>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1"/>
              </a:buClr>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tx1"/>
              </a:buClr>
              <a:buFont typeface="Verdana" panose="020B060403050404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a:t>Capgemini </a:t>
            </a:r>
            <a:r>
              <a:rPr lang="fr-FR" err="1"/>
              <a:t>Invent</a:t>
            </a:r>
            <a:r>
              <a:rPr lang="fr-FR"/>
              <a:t> v10.0</a:t>
            </a:r>
          </a:p>
        </p:txBody>
      </p:sp>
      <p:sp>
        <p:nvSpPr>
          <p:cNvPr id="29" name="FootnoteAndSource" hidden="1">
            <a:extLst>
              <a:ext uri="{FF2B5EF4-FFF2-40B4-BE49-F238E27FC236}">
                <a16:creationId xmlns:a16="http://schemas.microsoft.com/office/drawing/2014/main" id="{96E9BC24-418C-4CE4-8E81-3AF9AB04DEAA}"/>
              </a:ext>
            </a:extLst>
          </p:cNvPr>
          <p:cNvSpPr txBox="1"/>
          <p:nvPr userDrawn="1"/>
        </p:nvSpPr>
        <p:spPr>
          <a:xfrm>
            <a:off x="545323" y="6304130"/>
            <a:ext cx="11340000" cy="162096"/>
          </a:xfrm>
          <a:prstGeom prst="rect">
            <a:avLst/>
          </a:prstGeom>
          <a:noFill/>
        </p:spPr>
        <p:txBody>
          <a:bodyPr vert="horz" wrap="square" lIns="0" tIns="25400" rIns="0" bIns="25400" rtlCol="0" anchor="b" anchorCtr="0">
            <a:spAutoFit/>
          </a:bodyPr>
          <a:lstStyle>
            <a:defPPr>
              <a:defRPr lang="pt-PT"/>
            </a:defPPr>
            <a:lvl1pPr marL="429768" indent="-429768">
              <a:lnSpc>
                <a:spcPct val="90000"/>
              </a:lnSpc>
              <a:tabLst>
                <a:tab pos="347472" algn="r"/>
              </a:tabLst>
              <a:defRPr sz="800"/>
            </a:lvl1pPr>
          </a:lstStyle>
          <a:p>
            <a:pPr marL="429768" indent="-429768" defTabSz="914400">
              <a:lnSpc>
                <a:spcPct val="90000"/>
              </a:lnSpc>
              <a:tabLst>
                <a:tab pos="347472" algn="r"/>
              </a:tabLst>
            </a:pPr>
            <a:r>
              <a:rPr lang="de-DE" sz="800"/>
              <a:t>	Source:	Source Text</a:t>
            </a:r>
          </a:p>
        </p:txBody>
      </p:sp>
      <p:grpSp>
        <p:nvGrpSpPr>
          <p:cNvPr id="3" name="Group 37">
            <a:extLst>
              <a:ext uri="{FF2B5EF4-FFF2-40B4-BE49-F238E27FC236}">
                <a16:creationId xmlns:a16="http://schemas.microsoft.com/office/drawing/2014/main" id="{9962DC9F-19EF-0160-1ECB-38EA543386E4}"/>
              </a:ext>
            </a:extLst>
          </p:cNvPr>
          <p:cNvGrpSpPr/>
          <p:nvPr userDrawn="1"/>
        </p:nvGrpSpPr>
        <p:grpSpPr>
          <a:xfrm>
            <a:off x="11770322" y="176700"/>
            <a:ext cx="260230" cy="240782"/>
            <a:chOff x="5481638" y="2859088"/>
            <a:chExt cx="1231900" cy="1139825"/>
          </a:xfrm>
          <a:solidFill>
            <a:schemeClr val="tx2"/>
          </a:solidFill>
        </p:grpSpPr>
        <p:sp>
          <p:nvSpPr>
            <p:cNvPr id="6" name="Freeform 320">
              <a:extLst>
                <a:ext uri="{FF2B5EF4-FFF2-40B4-BE49-F238E27FC236}">
                  <a16:creationId xmlns:a16="http://schemas.microsoft.com/office/drawing/2014/main" id="{9EB66FFA-57EA-AE57-615D-D19F28A47239}"/>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7" name="Freeform 321">
              <a:extLst>
                <a:ext uri="{FF2B5EF4-FFF2-40B4-BE49-F238E27FC236}">
                  <a16:creationId xmlns:a16="http://schemas.microsoft.com/office/drawing/2014/main" id="{FF39CD59-7E45-33C5-FA77-E50FFA28B646}"/>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Text Placeholder 1">
            <a:extLst>
              <a:ext uri="{FF2B5EF4-FFF2-40B4-BE49-F238E27FC236}">
                <a16:creationId xmlns:a16="http://schemas.microsoft.com/office/drawing/2014/main" id="{156439DF-44D6-437D-43F8-6C05612D6564}"/>
              </a:ext>
            </a:extLst>
          </p:cNvPr>
          <p:cNvSpPr>
            <a:spLocks noGrp="1"/>
          </p:cNvSpPr>
          <p:nvPr>
            <p:ph type="body" idx="1"/>
          </p:nvPr>
        </p:nvSpPr>
        <p:spPr>
          <a:xfrm>
            <a:off x="551384" y="1628800"/>
            <a:ext cx="11090938" cy="466863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Tree>
    <p:extLst>
      <p:ext uri="{BB962C8B-B14F-4D97-AF65-F5344CB8AC3E}">
        <p14:creationId xmlns:p14="http://schemas.microsoft.com/office/powerpoint/2010/main" val="164125630"/>
      </p:ext>
    </p:extLst>
  </p:cSld>
  <p:clrMap bg1="lt1" tx1="dk1" bg2="lt2" tx2="dk2" accent1="accent1" accent2="accent2" accent3="accent3" accent4="accent4" accent5="accent5" accent6="accent6" hlink="hlink" folHlink="folHlink"/>
  <p:sldLayoutIdLst>
    <p:sldLayoutId id="2147483811" r:id="rId1"/>
    <p:sldLayoutId id="2147483860" r:id="rId2"/>
    <p:sldLayoutId id="2147483861" r:id="rId3"/>
    <p:sldLayoutId id="2147483812" r:id="rId4"/>
    <p:sldLayoutId id="2147483813" r:id="rId5"/>
    <p:sldLayoutId id="2147483814" r:id="rId6"/>
    <p:sldLayoutId id="2147483862" r:id="rId7"/>
    <p:sldLayoutId id="2147483815" r:id="rId8"/>
    <p:sldLayoutId id="2147483817" r:id="rId9"/>
    <p:sldLayoutId id="2147483818" r:id="rId10"/>
    <p:sldLayoutId id="2147483819" r:id="rId11"/>
    <p:sldLayoutId id="2147483820" r:id="rId12"/>
    <p:sldLayoutId id="2147483821" r:id="rId13"/>
    <p:sldLayoutId id="2147483822" r:id="rId14"/>
    <p:sldLayoutId id="2147483823" r:id="rId15"/>
    <p:sldLayoutId id="2147483824" r:id="rId16"/>
    <p:sldLayoutId id="2147483866" r:id="rId17"/>
    <p:sldLayoutId id="2147483826" r:id="rId18"/>
    <p:sldLayoutId id="2147483867" r:id="rId19"/>
    <p:sldLayoutId id="2147483865" r:id="rId20"/>
    <p:sldLayoutId id="2147483868" r:id="rId21"/>
    <p:sldLayoutId id="2147483827" r:id="rId22"/>
    <p:sldLayoutId id="2147483869" r:id="rId23"/>
    <p:sldLayoutId id="2147483829" r:id="rId24"/>
    <p:sldLayoutId id="2147483870" r:id="rId25"/>
    <p:sldLayoutId id="2147483831" r:id="rId26"/>
    <p:sldLayoutId id="2147483871" r:id="rId27"/>
    <p:sldLayoutId id="2147483833" r:id="rId28"/>
    <p:sldLayoutId id="2147483872" r:id="rId29"/>
    <p:sldLayoutId id="2147483835" r:id="rId30"/>
    <p:sldLayoutId id="2147483873" r:id="rId31"/>
    <p:sldLayoutId id="2147483837" r:id="rId32"/>
    <p:sldLayoutId id="2147483874" r:id="rId33"/>
    <p:sldLayoutId id="2147483838" r:id="rId34"/>
    <p:sldLayoutId id="2147483875" r:id="rId35"/>
    <p:sldLayoutId id="2147483840" r:id="rId36"/>
    <p:sldLayoutId id="2147483876" r:id="rId37"/>
    <p:sldLayoutId id="2147483842" r:id="rId38"/>
    <p:sldLayoutId id="2147483877" r:id="rId39"/>
    <p:sldLayoutId id="2147483844" r:id="rId40"/>
    <p:sldLayoutId id="2147483878" r:id="rId41"/>
    <p:sldLayoutId id="2147483845" r:id="rId42"/>
    <p:sldLayoutId id="2147483879" r:id="rId43"/>
    <p:sldLayoutId id="2147483847" r:id="rId44"/>
    <p:sldLayoutId id="2147483880" r:id="rId45"/>
    <p:sldLayoutId id="2147483848" r:id="rId46"/>
    <p:sldLayoutId id="2147483849" r:id="rId47"/>
    <p:sldLayoutId id="2147483850" r:id="rId48"/>
    <p:sldLayoutId id="2147483851" r:id="rId49"/>
    <p:sldLayoutId id="2147483852" r:id="rId50"/>
    <p:sldLayoutId id="2147483853" r:id="rId51"/>
    <p:sldLayoutId id="2147483854" r:id="rId52"/>
    <p:sldLayoutId id="2147483855" r:id="rId53"/>
    <p:sldLayoutId id="2147483856" r:id="rId54"/>
    <p:sldLayoutId id="2147483857" r:id="rId55"/>
    <p:sldLayoutId id="2147483858" r:id="rId56"/>
    <p:sldLayoutId id="2147483859" r:id="rId57"/>
    <p:sldLayoutId id="2147484265" r:id="rId58"/>
    <p:sldLayoutId id="2147484093" r:id="rId59"/>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de-DE" sz="3200" b="0" i="0" u="none" strike="noStrike" kern="1200" cap="none" spc="0" normalizeH="0" baseline="0" noProof="0" dirty="0">
          <a:ln>
            <a:noFill/>
          </a:ln>
          <a:solidFill>
            <a:schemeClr val="tx1"/>
          </a:solidFill>
          <a:effectLst/>
          <a:uLnTx/>
          <a:uFillTx/>
          <a:latin typeface="+mj-lt"/>
          <a:ea typeface="+mj-ea"/>
          <a:cs typeface="+mj-cs"/>
        </a:defRPr>
      </a:lvl1pPr>
    </p:titleStyle>
    <p:bodyStyle>
      <a:lvl1pPr marL="0" marR="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Clr>
          <a:schemeClr val="tx2"/>
        </a:buClr>
        <a:buFont typeface="Arial" panose="020B0604020202020204" pitchFamily="34" charset="0"/>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2"/>
        </a:buClr>
        <a:buFont typeface="System Font Regular"/>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accent2"/>
        </a:buClr>
        <a:buFont typeface="Arial" panose="020B0604020202020204" pitchFamily="34" charset="0"/>
        <a:buChar char="•"/>
        <a:tabLst/>
        <a:defRPr sz="14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2"/>
        </a:buClr>
        <a:buFont typeface="System Font Regular"/>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8" orient="horz" pos="709">
          <p15:clr>
            <a:srgbClr val="F26B43"/>
          </p15:clr>
        </p15:guide>
        <p15:guide id="19" orient="horz" pos="4065">
          <p15:clr>
            <a:srgbClr val="F26B43"/>
          </p15:clr>
        </p15:guide>
        <p15:guide id="20" pos="347">
          <p15:clr>
            <a:srgbClr val="F26B43"/>
          </p15:clr>
        </p15:guide>
        <p15:guide id="21" pos="3840">
          <p15:clr>
            <a:srgbClr val="F26B43"/>
          </p15:clr>
        </p15:guide>
        <p15:guide id="22" pos="7333">
          <p15:clr>
            <a:srgbClr val="F26B43"/>
          </p15:clr>
        </p15:guide>
        <p15:guide id="23" orient="horz" pos="164">
          <p15:clr>
            <a:srgbClr val="F26B43"/>
          </p15:clr>
        </p15:guide>
        <p15:guide id="24" orient="horz" pos="1026">
          <p15:clr>
            <a:srgbClr val="F26B43"/>
          </p15:clr>
        </p15:guide>
        <p15:guide id="25" orient="horz" pos="346">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tx2"/>
        </a:solidFill>
        <a:effectLst/>
      </p:bgPr>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81ABBC90-EB0A-8686-0C34-401922CD6781}"/>
              </a:ext>
            </a:extLst>
          </p:cNvPr>
          <p:cNvGraphicFramePr>
            <a:graphicFrameLocks noChangeAspect="1"/>
          </p:cNvGraphicFramePr>
          <p:nvPr userDrawn="1">
            <p:custDataLst>
              <p:tags r:id="rId20"/>
            </p:custDataLst>
            <p:extLst>
              <p:ext uri="{D42A27DB-BD31-4B8C-83A1-F6EECF244321}">
                <p14:modId xmlns:p14="http://schemas.microsoft.com/office/powerpoint/2010/main" val="208065320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1" imgW="395" imgH="394" progId="TCLayout.ActiveDocument.1">
                  <p:embed/>
                </p:oleObj>
              </mc:Choice>
              <mc:Fallback>
                <p:oleObj name="think-cell Slide" r:id="rId21" imgW="395" imgH="394" progId="TCLayout.ActiveDocument.1">
                  <p:embed/>
                  <p:pic>
                    <p:nvPicPr>
                      <p:cNvPr id="2" name="think-cell data - do not delete" hidden="1">
                        <a:extLst>
                          <a:ext uri="{FF2B5EF4-FFF2-40B4-BE49-F238E27FC236}">
                            <a16:creationId xmlns:a16="http://schemas.microsoft.com/office/drawing/2014/main" id="{81ABBC90-EB0A-8686-0C34-401922CD6781}"/>
                          </a:ext>
                        </a:extLst>
                      </p:cNvPr>
                      <p:cNvPicPr/>
                      <p:nvPr/>
                    </p:nvPicPr>
                    <p:blipFill>
                      <a:blip r:embed="rId22"/>
                      <a:stretch>
                        <a:fillRect/>
                      </a:stretch>
                    </p:blipFill>
                    <p:spPr>
                      <a:xfrm>
                        <a:off x="1588" y="1588"/>
                        <a:ext cx="1588" cy="1588"/>
                      </a:xfrm>
                      <a:prstGeom prst="rect">
                        <a:avLst/>
                      </a:prstGeom>
                    </p:spPr>
                  </p:pic>
                </p:oleObj>
              </mc:Fallback>
            </mc:AlternateContent>
          </a:graphicData>
        </a:graphic>
      </p:graphicFrame>
      <p:sp>
        <p:nvSpPr>
          <p:cNvPr id="35" name="Date Placeholder 34">
            <a:extLst>
              <a:ext uri="{FF2B5EF4-FFF2-40B4-BE49-F238E27FC236}">
                <a16:creationId xmlns:a16="http://schemas.microsoft.com/office/drawing/2014/main" id="{9E7A3BD3-DDA4-42A3-B05C-F6E4E51D9B78}"/>
              </a:ext>
            </a:extLst>
          </p:cNvPr>
          <p:cNvSpPr>
            <a:spLocks noGrp="1"/>
          </p:cNvSpPr>
          <p:nvPr>
            <p:ph type="dt" sz="half" idx="2"/>
          </p:nvPr>
        </p:nvSpPr>
        <p:spPr>
          <a:xfrm>
            <a:off x="9809406" y="6650661"/>
            <a:ext cx="1831210" cy="123111"/>
          </a:xfrm>
          <a:prstGeom prst="rect">
            <a:avLst/>
          </a:prstGeom>
        </p:spPr>
        <p:txBody>
          <a:bodyPr wrap="none" lIns="0" tIns="0" rIns="0" bIns="0" anchor="ctr" anchorCtr="0">
            <a:noAutofit/>
          </a:bodyPr>
          <a:lstStyle>
            <a:lvl1pPr algn="r">
              <a:defRPr lang="de-DE" sz="800" smtClean="0">
                <a:solidFill>
                  <a:schemeClr val="bg1">
                    <a:lumMod val="65000"/>
                  </a:schemeClr>
                </a:solidFill>
                <a:latin typeface="+mn-lt"/>
              </a:defRPr>
            </a:lvl1pPr>
          </a:lstStyle>
          <a:p>
            <a:pPr>
              <a:spcBef>
                <a:spcPts val="1000"/>
              </a:spcBef>
            </a:pPr>
            <a:r>
              <a:rPr lang="pl-PL" kern="0">
                <a:solidFill>
                  <a:srgbClr val="FFFFFF">
                    <a:lumMod val="65000"/>
                  </a:srgbClr>
                </a:solidFill>
              </a:rPr>
              <a:t>Company Confidential © Capgemini 2026. All rights reserved.</a:t>
            </a:r>
            <a:endParaRPr lang="en-US"/>
          </a:p>
        </p:txBody>
      </p:sp>
      <p:sp>
        <p:nvSpPr>
          <p:cNvPr id="38" name="Slide Number Placeholder 37">
            <a:extLst>
              <a:ext uri="{FF2B5EF4-FFF2-40B4-BE49-F238E27FC236}">
                <a16:creationId xmlns:a16="http://schemas.microsoft.com/office/drawing/2014/main" id="{7AB8C2A9-4C2D-43C3-9F07-0C825FF51364}"/>
              </a:ext>
            </a:extLst>
          </p:cNvPr>
          <p:cNvSpPr>
            <a:spLocks noGrp="1"/>
          </p:cNvSpPr>
          <p:nvPr>
            <p:ph type="sldNum" sz="quarter" idx="4"/>
          </p:nvPr>
        </p:nvSpPr>
        <p:spPr>
          <a:xfrm>
            <a:off x="11778341" y="6650661"/>
            <a:ext cx="232665" cy="123111"/>
          </a:xfrm>
          <a:prstGeom prst="rect">
            <a:avLst/>
          </a:prstGeom>
        </p:spPr>
        <p:txBody>
          <a:bodyPr wrap="square" lIns="0" tIns="0" rIns="0" bIns="0" anchor="ctr" anchorCtr="0">
            <a:spAutoFit/>
          </a:bodyPr>
          <a:lstStyle>
            <a:lvl1pPr>
              <a:defRPr lang="de-DE" sz="800" b="0" i="0" smtClean="0">
                <a:solidFill>
                  <a:schemeClr val="bg1">
                    <a:lumMod val="65000"/>
                  </a:schemeClr>
                </a:solidFill>
                <a:latin typeface="+mn-lt"/>
                <a:cs typeface="Arial" panose="020B0604020202020204" pitchFamily="34" charset="0"/>
              </a:defRPr>
            </a:lvl1pPr>
          </a:lstStyle>
          <a:p>
            <a:pPr algn="r"/>
            <a:fld id="{5D9A5160-6218-4E5A-B9E6-B93E3DAE377C}" type="slidenum">
              <a:rPr lang="en-US" smtClean="0"/>
              <a:pPr algn="r"/>
              <a:t>‹#›</a:t>
            </a:fld>
            <a:endParaRPr lang="en-US"/>
          </a:p>
        </p:txBody>
      </p:sp>
      <p:sp>
        <p:nvSpPr>
          <p:cNvPr id="19" name="Footer Placeholder 9">
            <a:extLst>
              <a:ext uri="{FF2B5EF4-FFF2-40B4-BE49-F238E27FC236}">
                <a16:creationId xmlns:a16="http://schemas.microsoft.com/office/drawing/2014/main" id="{D3809B95-B2AA-47A9-8F86-88BF7BDE32FD}"/>
              </a:ext>
            </a:extLst>
          </p:cNvPr>
          <p:cNvSpPr>
            <a:spLocks noGrp="1"/>
          </p:cNvSpPr>
          <p:nvPr>
            <p:ph type="ftr" sz="quarter" idx="3"/>
          </p:nvPr>
        </p:nvSpPr>
        <p:spPr>
          <a:xfrm>
            <a:off x="550863" y="6650661"/>
            <a:ext cx="4716524" cy="123111"/>
          </a:xfrm>
          <a:prstGeom prst="rect">
            <a:avLst/>
          </a:prstGeom>
        </p:spPr>
        <p:txBody>
          <a:bodyPr wrap="none" lIns="0" tIns="0" rIns="0" bIns="0" anchor="ctr" anchorCtr="0">
            <a:noAutofit/>
          </a:bodyPr>
          <a:lstStyle>
            <a:lvl1pPr>
              <a:defRPr lang="de-DE" sz="800">
                <a:solidFill>
                  <a:schemeClr val="bg1">
                    <a:lumMod val="65000"/>
                  </a:schemeClr>
                </a:solidFill>
              </a:defRPr>
            </a:lvl1pPr>
          </a:lstStyle>
          <a:p>
            <a:pPr>
              <a:spcBef>
                <a:spcPts val="1000"/>
              </a:spcBef>
              <a:buFont typeface="Arial" panose="020B0604020202020204" pitchFamily="34" charset="0"/>
              <a:buNone/>
            </a:pPr>
            <a:r>
              <a:rPr lang="en-IN"/>
              <a:t>TMT Monthly Update |  June 2026</a:t>
            </a:r>
            <a:endParaRPr lang="en-US"/>
          </a:p>
        </p:txBody>
      </p:sp>
      <p:sp>
        <p:nvSpPr>
          <p:cNvPr id="20" name="Stickerbox" hidden="1">
            <a:extLst>
              <a:ext uri="{FF2B5EF4-FFF2-40B4-BE49-F238E27FC236}">
                <a16:creationId xmlns:a16="http://schemas.microsoft.com/office/drawing/2014/main" id="{D03A9799-ACDC-4925-8EE1-5C65CCCBD0FA}"/>
              </a:ext>
            </a:extLst>
          </p:cNvPr>
          <p:cNvSpPr>
            <a:spLocks noChangeArrowheads="1"/>
          </p:cNvSpPr>
          <p:nvPr userDrawn="1"/>
        </p:nvSpPr>
        <p:spPr bwMode="gray">
          <a:xfrm>
            <a:off x="11114363" y="1124744"/>
            <a:ext cx="804808" cy="402775"/>
          </a:xfrm>
          <a:prstGeom prst="rect">
            <a:avLst/>
          </a:prstGeom>
          <a:solidFill>
            <a:schemeClr val="accent2"/>
          </a:solidFill>
          <a:ln w="10795">
            <a:noFill/>
            <a:round/>
            <a:headEnd/>
            <a:tailEnd/>
          </a:ln>
          <a:effectLst/>
        </p:spPr>
        <p:txBody>
          <a:bodyPr vert="horz" wrap="none" lIns="108000" tIns="108000" rIns="108000" bIns="108000" anchor="ctr" anchorCtr="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all" spc="0" normalizeH="0" baseline="0" noProof="0">
                <a:ln>
                  <a:noFill/>
                </a:ln>
                <a:solidFill>
                  <a:srgbClr val="FFFFFF">
                    <a:lumMod val="100000"/>
                  </a:srgbClr>
                </a:solidFill>
                <a:effectLst/>
                <a:uLnTx/>
                <a:uFillTx/>
                <a:latin typeface="Ubuntu"/>
                <a:ea typeface="+mn-ea"/>
                <a:cs typeface="+mn-cs"/>
              </a:rPr>
              <a:t>Sticker</a:t>
            </a:r>
          </a:p>
        </p:txBody>
      </p:sp>
      <p:sp>
        <p:nvSpPr>
          <p:cNvPr id="22" name="CapgeminiBox" hidden="1">
            <a:extLst>
              <a:ext uri="{FF2B5EF4-FFF2-40B4-BE49-F238E27FC236}">
                <a16:creationId xmlns:a16="http://schemas.microsoft.com/office/drawing/2014/main" id="{7C293A1E-B461-4AFE-976D-6EE38B2AFEB4}"/>
              </a:ext>
            </a:extLst>
          </p:cNvPr>
          <p:cNvSpPr txBox="1">
            <a:spLocks/>
          </p:cNvSpPr>
          <p:nvPr userDrawn="1"/>
        </p:nvSpPr>
        <p:spPr>
          <a:xfrm>
            <a:off x="9592" y="0"/>
            <a:ext cx="1837661" cy="260350"/>
          </a:xfrm>
          <a:prstGeom prst="rect">
            <a:avLst/>
          </a:prstGeom>
        </p:spPr>
        <p:txBody>
          <a:bodyPr vert="horz" lIns="0" tIns="0" rIns="18000" bIns="0" rtlCol="0">
            <a:normAutofit fontScale="92500"/>
          </a:bodyPr>
          <a:lstStyle>
            <a:lvl1pPr marL="0" indent="0" algn="l" defTabSz="914400" rtl="0" eaLnBrk="1" latinLnBrk="0" hangingPunct="1">
              <a:lnSpc>
                <a:spcPct val="100000"/>
              </a:lnSpc>
              <a:spcBef>
                <a:spcPts val="600"/>
              </a:spcBef>
              <a:buFont typeface="Arial" panose="020B0604020202020204" pitchFamily="34" charset="0"/>
              <a:buNone/>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Clr>
                <a:schemeClr val="tx1"/>
              </a:buClr>
              <a:buFont typeface="Wingdings" panose="05000000000000000000" pitchFamily="2" charset="2"/>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1"/>
              </a:buClr>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tx1"/>
              </a:buClr>
              <a:buFont typeface="Verdana" panose="020B060403050404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a:t>Capgemini </a:t>
            </a:r>
            <a:r>
              <a:rPr lang="fr-FR" err="1"/>
              <a:t>Invent</a:t>
            </a:r>
            <a:r>
              <a:rPr lang="fr-FR"/>
              <a:t> v10.0</a:t>
            </a:r>
          </a:p>
        </p:txBody>
      </p:sp>
      <p:sp>
        <p:nvSpPr>
          <p:cNvPr id="29" name="FootnoteAndSource" hidden="1">
            <a:extLst>
              <a:ext uri="{FF2B5EF4-FFF2-40B4-BE49-F238E27FC236}">
                <a16:creationId xmlns:a16="http://schemas.microsoft.com/office/drawing/2014/main" id="{96E9BC24-418C-4CE4-8E81-3AF9AB04DEAA}"/>
              </a:ext>
            </a:extLst>
          </p:cNvPr>
          <p:cNvSpPr txBox="1"/>
          <p:nvPr userDrawn="1"/>
        </p:nvSpPr>
        <p:spPr>
          <a:xfrm>
            <a:off x="545323" y="6304130"/>
            <a:ext cx="11340000" cy="162096"/>
          </a:xfrm>
          <a:prstGeom prst="rect">
            <a:avLst/>
          </a:prstGeom>
          <a:noFill/>
        </p:spPr>
        <p:txBody>
          <a:bodyPr vert="horz" wrap="square" lIns="0" tIns="25400" rIns="0" bIns="25400" rtlCol="0" anchor="b" anchorCtr="0">
            <a:spAutoFit/>
          </a:bodyPr>
          <a:lstStyle>
            <a:defPPr>
              <a:defRPr lang="pt-PT"/>
            </a:defPPr>
            <a:lvl1pPr marL="429768" indent="-429768">
              <a:lnSpc>
                <a:spcPct val="90000"/>
              </a:lnSpc>
              <a:tabLst>
                <a:tab pos="347472" algn="r"/>
              </a:tabLst>
              <a:defRPr sz="800"/>
            </a:lvl1pPr>
          </a:lstStyle>
          <a:p>
            <a:pPr marL="429768" indent="-429768" defTabSz="914400">
              <a:lnSpc>
                <a:spcPct val="90000"/>
              </a:lnSpc>
              <a:tabLst>
                <a:tab pos="347472" algn="r"/>
              </a:tabLst>
            </a:pPr>
            <a:r>
              <a:rPr lang="de-DE" sz="800">
                <a:solidFill>
                  <a:schemeClr val="bg1"/>
                </a:solidFill>
              </a:rPr>
              <a:t>	Source:	Source Text</a:t>
            </a:r>
          </a:p>
        </p:txBody>
      </p:sp>
      <p:grpSp>
        <p:nvGrpSpPr>
          <p:cNvPr id="3" name="Group 37">
            <a:extLst>
              <a:ext uri="{FF2B5EF4-FFF2-40B4-BE49-F238E27FC236}">
                <a16:creationId xmlns:a16="http://schemas.microsoft.com/office/drawing/2014/main" id="{9962DC9F-19EF-0160-1ECB-38EA543386E4}"/>
              </a:ext>
            </a:extLst>
          </p:cNvPr>
          <p:cNvGrpSpPr/>
          <p:nvPr userDrawn="1"/>
        </p:nvGrpSpPr>
        <p:grpSpPr>
          <a:xfrm>
            <a:off x="11770322" y="176700"/>
            <a:ext cx="260230" cy="240782"/>
            <a:chOff x="5481638" y="2859088"/>
            <a:chExt cx="1231900" cy="1139825"/>
          </a:xfrm>
          <a:solidFill>
            <a:schemeClr val="bg1"/>
          </a:solidFill>
        </p:grpSpPr>
        <p:sp>
          <p:nvSpPr>
            <p:cNvPr id="6" name="Freeform 320">
              <a:extLst>
                <a:ext uri="{FF2B5EF4-FFF2-40B4-BE49-F238E27FC236}">
                  <a16:creationId xmlns:a16="http://schemas.microsoft.com/office/drawing/2014/main" id="{9EB66FFA-57EA-AE57-615D-D19F28A47239}"/>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7" name="Freeform 321">
              <a:extLst>
                <a:ext uri="{FF2B5EF4-FFF2-40B4-BE49-F238E27FC236}">
                  <a16:creationId xmlns:a16="http://schemas.microsoft.com/office/drawing/2014/main" id="{FF39CD59-7E45-33C5-FA77-E50FFA28B646}"/>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pic>
        <p:nvPicPr>
          <p:cNvPr id="4" name="GRID" hidden="1">
            <a:extLst>
              <a:ext uri="{FF2B5EF4-FFF2-40B4-BE49-F238E27FC236}">
                <a16:creationId xmlns:a16="http://schemas.microsoft.com/office/drawing/2014/main" id="{BFE9CEFE-AC76-53D3-2BFB-AAF1D501EAEE}"/>
              </a:ext>
            </a:extLst>
          </p:cNvPr>
          <p:cNvPicPr>
            <a:picLocks noGrp="1" noRot="1" noMove="1" noResize="1" noEditPoints="1" noAdjustHandles="1" noChangeArrowheads="1" noChangeShapeType="1" noCrop="1"/>
          </p:cNvPicPr>
          <p:nvPr userDrawn="1"/>
        </p:nvPicPr>
        <p:blipFill>
          <a:blip r:embed="rId23">
            <a:extLst>
              <a:ext uri="{28A0092B-C50C-407E-A947-70E740481C1C}">
                <a14:useLocalDpi xmlns:a14="http://schemas.microsoft.com/office/drawing/2010/main"/>
              </a:ext>
            </a:extLst>
          </a:blip>
          <a:stretch>
            <a:fillRect/>
          </a:stretch>
        </p:blipFill>
        <p:spPr>
          <a:xfrm>
            <a:off x="550863" y="560562"/>
            <a:ext cx="11089753" cy="5748164"/>
          </a:xfrm>
          <a:prstGeom prst="rect">
            <a:avLst/>
          </a:prstGeom>
        </p:spPr>
      </p:pic>
      <p:sp>
        <p:nvSpPr>
          <p:cNvPr id="10" name="Title Placeholder 4">
            <a:extLst>
              <a:ext uri="{FF2B5EF4-FFF2-40B4-BE49-F238E27FC236}">
                <a16:creationId xmlns:a16="http://schemas.microsoft.com/office/drawing/2014/main" id="{4EBDE9B6-7E8E-ECA3-7C18-8F15D7F2CDF6}"/>
              </a:ext>
            </a:extLst>
          </p:cNvPr>
          <p:cNvSpPr>
            <a:spLocks noGrp="1"/>
          </p:cNvSpPr>
          <p:nvPr>
            <p:ph type="title"/>
          </p:nvPr>
        </p:nvSpPr>
        <p:spPr>
          <a:xfrm>
            <a:off x="551384" y="549274"/>
            <a:ext cx="11090938" cy="930372"/>
          </a:xfrm>
          <a:prstGeom prst="rect">
            <a:avLst/>
          </a:prstGeom>
        </p:spPr>
        <p:txBody>
          <a:bodyPr vert="horz" lIns="0" tIns="0" rIns="0" bIns="126000" rtlCol="0" anchor="b" anchorCtr="0">
            <a:noAutofit/>
          </a:bodyPr>
          <a:lstStyle/>
          <a:p>
            <a:pPr lvl="0"/>
            <a:r>
              <a:rPr lang="en-GB"/>
              <a:t>Click to edit Master title style</a:t>
            </a:r>
            <a:endParaRPr lang="de-DE"/>
          </a:p>
        </p:txBody>
      </p:sp>
      <p:sp>
        <p:nvSpPr>
          <p:cNvPr id="11" name="Text Placeholder 1">
            <a:extLst>
              <a:ext uri="{FF2B5EF4-FFF2-40B4-BE49-F238E27FC236}">
                <a16:creationId xmlns:a16="http://schemas.microsoft.com/office/drawing/2014/main" id="{E1DE77AD-1B56-5F52-BDCF-20F452E15E85}"/>
              </a:ext>
            </a:extLst>
          </p:cNvPr>
          <p:cNvSpPr>
            <a:spLocks noGrp="1"/>
          </p:cNvSpPr>
          <p:nvPr>
            <p:ph type="body" idx="1"/>
          </p:nvPr>
        </p:nvSpPr>
        <p:spPr>
          <a:xfrm>
            <a:off x="551384" y="1628800"/>
            <a:ext cx="11090938" cy="4668638"/>
          </a:xfrm>
          <a:prstGeom prst="rect">
            <a:avLst/>
          </a:prstGeom>
        </p:spPr>
        <p:txBody>
          <a:bodyPr vert="horz" lIns="0" tIns="0" rIns="0" bIns="0" rtlCol="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Tree>
    <p:extLst>
      <p:ext uri="{BB962C8B-B14F-4D97-AF65-F5344CB8AC3E}">
        <p14:creationId xmlns:p14="http://schemas.microsoft.com/office/powerpoint/2010/main" val="4053014961"/>
      </p:ext>
    </p:extLst>
  </p:cSld>
  <p:clrMap bg1="lt1" tx1="dk1" bg2="lt2" tx2="dk2" accent1="accent1" accent2="accent2" accent3="accent3" accent4="accent4" accent5="accent5" accent6="accent6" hlink="hlink" folHlink="folHlink"/>
  <p:sldLayoutIdLst>
    <p:sldLayoutId id="2147483943" r:id="rId1"/>
    <p:sldLayoutId id="2147483944" r:id="rId2"/>
    <p:sldLayoutId id="2147483946" r:id="rId3"/>
    <p:sldLayoutId id="2147483945" r:id="rId4"/>
    <p:sldLayoutId id="2147483947" r:id="rId5"/>
    <p:sldLayoutId id="2147483948" r:id="rId6"/>
    <p:sldLayoutId id="2147483949" r:id="rId7"/>
    <p:sldLayoutId id="2147483950" r:id="rId8"/>
    <p:sldLayoutId id="2147483952" r:id="rId9"/>
    <p:sldLayoutId id="2147483953" r:id="rId10"/>
    <p:sldLayoutId id="2147483954" r:id="rId11"/>
    <p:sldLayoutId id="2147483955" r:id="rId12"/>
    <p:sldLayoutId id="2147483956" r:id="rId13"/>
    <p:sldLayoutId id="2147483957" r:id="rId14"/>
    <p:sldLayoutId id="2147483958" r:id="rId15"/>
    <p:sldLayoutId id="2147483961" r:id="rId16"/>
    <p:sldLayoutId id="2147484094" r:id="rId17"/>
    <p:sldLayoutId id="2147484611" r:id="rId18"/>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de-DE" sz="3200" b="0" i="0" u="none" strike="noStrike" kern="1200" cap="none" spc="0" normalizeH="0" baseline="0" noProof="0" dirty="0">
          <a:ln>
            <a:noFill/>
          </a:ln>
          <a:solidFill>
            <a:schemeClr val="bg1"/>
          </a:solidFill>
          <a:effectLst/>
          <a:uLnTx/>
          <a:uFillTx/>
          <a:latin typeface="+mj-lt"/>
          <a:ea typeface="+mj-ea"/>
          <a:cs typeface="+mj-cs"/>
        </a:defRPr>
      </a:lvl1pPr>
    </p:titleStyle>
    <p:bodyStyle>
      <a:lvl1pPr marL="0" marR="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sz="1400" kern="1200">
          <a:solidFill>
            <a:schemeClr val="bg1"/>
          </a:solidFill>
          <a:latin typeface="+mn-lt"/>
          <a:ea typeface="+mn-ea"/>
          <a:cs typeface="+mn-cs"/>
        </a:defRPr>
      </a:lvl1pPr>
      <a:lvl2pPr marL="180975" indent="-180975" algn="l" defTabSz="914400" rtl="0" eaLnBrk="1" latinLnBrk="0" hangingPunct="1">
        <a:lnSpc>
          <a:spcPct val="100000"/>
        </a:lnSpc>
        <a:spcBef>
          <a:spcPts val="600"/>
        </a:spcBef>
        <a:buClr>
          <a:schemeClr val="bg1"/>
        </a:buClr>
        <a:buFont typeface="Arial" panose="020B0604020202020204" pitchFamily="34" charset="0"/>
        <a:buChar char="•"/>
        <a:defRPr sz="1400" kern="1200">
          <a:solidFill>
            <a:schemeClr val="bg1"/>
          </a:solidFill>
          <a:latin typeface="+mn-lt"/>
          <a:ea typeface="+mn-ea"/>
          <a:cs typeface="+mn-cs"/>
        </a:defRPr>
      </a:lvl2pPr>
      <a:lvl3pPr marL="360000" indent="-180000" algn="l" defTabSz="914400" rtl="0" eaLnBrk="1" latinLnBrk="0" hangingPunct="1">
        <a:lnSpc>
          <a:spcPct val="100000"/>
        </a:lnSpc>
        <a:spcBef>
          <a:spcPts val="600"/>
        </a:spcBef>
        <a:buClr>
          <a:schemeClr val="bg1"/>
        </a:buClr>
        <a:buFont typeface="System Font Regular"/>
        <a:buChar char="-"/>
        <a:defRPr sz="1400" kern="1200">
          <a:solidFill>
            <a:schemeClr val="bg1"/>
          </a:solidFill>
          <a:latin typeface="+mn-lt"/>
          <a:ea typeface="+mn-ea"/>
          <a:cs typeface="+mn-cs"/>
        </a:defRPr>
      </a:lvl3pPr>
      <a:lvl4pPr marL="539750" indent="-180000" algn="l" defTabSz="914400" rtl="0" eaLnBrk="1" latinLnBrk="0" hangingPunct="1">
        <a:lnSpc>
          <a:spcPct val="100000"/>
        </a:lnSpc>
        <a:spcBef>
          <a:spcPts val="600"/>
        </a:spcBef>
        <a:buClr>
          <a:schemeClr val="accent2"/>
        </a:buClr>
        <a:buFont typeface="Arial" panose="020B0604020202020204" pitchFamily="34" charset="0"/>
        <a:buChar char="•"/>
        <a:tabLst/>
        <a:defRPr sz="1200" kern="1200">
          <a:solidFill>
            <a:schemeClr val="bg1"/>
          </a:solidFill>
          <a:latin typeface="+mn-lt"/>
          <a:ea typeface="+mn-ea"/>
          <a:cs typeface="+mn-cs"/>
        </a:defRPr>
      </a:lvl4pPr>
      <a:lvl5pPr marL="719138" indent="-180975" algn="l" defTabSz="914400" rtl="0" eaLnBrk="1" latinLnBrk="0" hangingPunct="1">
        <a:lnSpc>
          <a:spcPct val="100000"/>
        </a:lnSpc>
        <a:spcBef>
          <a:spcPts val="600"/>
        </a:spcBef>
        <a:buClr>
          <a:schemeClr val="accent2"/>
        </a:buClr>
        <a:buFont typeface="System Font Regular"/>
        <a:buChar char="-"/>
        <a:defRPr sz="12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8" orient="horz" pos="709">
          <p15:clr>
            <a:srgbClr val="F26B43"/>
          </p15:clr>
        </p15:guide>
        <p15:guide id="19" orient="horz" pos="4065">
          <p15:clr>
            <a:srgbClr val="F26B43"/>
          </p15:clr>
        </p15:guide>
        <p15:guide id="20" pos="347">
          <p15:clr>
            <a:srgbClr val="F26B43"/>
          </p15:clr>
        </p15:guide>
        <p15:guide id="21" pos="3840">
          <p15:clr>
            <a:srgbClr val="F26B43"/>
          </p15:clr>
        </p15:guide>
        <p15:guide id="22" pos="7333">
          <p15:clr>
            <a:srgbClr val="F26B43"/>
          </p15:clr>
        </p15:guide>
        <p15:guide id="23" orient="horz" pos="164">
          <p15:clr>
            <a:srgbClr val="F26B43"/>
          </p15:clr>
        </p15:guide>
        <p15:guide id="24" orient="horz" pos="1026">
          <p15:clr>
            <a:srgbClr val="F26B43"/>
          </p15:clr>
        </p15:guide>
        <p15:guide id="25" orient="horz" pos="346">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DACEDBBA-61F3-58E0-33B6-4429DD53B0BC}"/>
              </a:ext>
            </a:extLst>
          </p:cNvPr>
          <p:cNvGraphicFramePr>
            <a:graphicFrameLocks noChangeAspect="1"/>
          </p:cNvGraphicFramePr>
          <p:nvPr userDrawn="1">
            <p:custDataLst>
              <p:tags r:id="rId20"/>
            </p:custDataLst>
            <p:extLst>
              <p:ext uri="{D42A27DB-BD31-4B8C-83A1-F6EECF244321}">
                <p14:modId xmlns:p14="http://schemas.microsoft.com/office/powerpoint/2010/main" val="233094631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1" imgW="395" imgH="394" progId="TCLayout.ActiveDocument.1">
                  <p:embed/>
                </p:oleObj>
              </mc:Choice>
              <mc:Fallback>
                <p:oleObj name="think-cell Slide" r:id="rId21" imgW="395" imgH="394" progId="TCLayout.ActiveDocument.1">
                  <p:embed/>
                  <p:pic>
                    <p:nvPicPr>
                      <p:cNvPr id="4" name="think-cell data - do not delete" hidden="1">
                        <a:extLst>
                          <a:ext uri="{FF2B5EF4-FFF2-40B4-BE49-F238E27FC236}">
                            <a16:creationId xmlns:a16="http://schemas.microsoft.com/office/drawing/2014/main" id="{DACEDBBA-61F3-58E0-33B6-4429DD53B0BC}"/>
                          </a:ext>
                        </a:extLst>
                      </p:cNvPr>
                      <p:cNvPicPr/>
                      <p:nvPr/>
                    </p:nvPicPr>
                    <p:blipFill>
                      <a:blip r:embed="rId22"/>
                      <a:stretch>
                        <a:fillRect/>
                      </a:stretch>
                    </p:blipFill>
                    <p:spPr>
                      <a:xfrm>
                        <a:off x="1588" y="1588"/>
                        <a:ext cx="1588" cy="1588"/>
                      </a:xfrm>
                      <a:prstGeom prst="rect">
                        <a:avLst/>
                      </a:prstGeom>
                    </p:spPr>
                  </p:pic>
                </p:oleObj>
              </mc:Fallback>
            </mc:AlternateContent>
          </a:graphicData>
        </a:graphic>
      </p:graphicFrame>
      <p:pic>
        <p:nvPicPr>
          <p:cNvPr id="8" name="GRID" hidden="1">
            <a:extLst>
              <a:ext uri="{FF2B5EF4-FFF2-40B4-BE49-F238E27FC236}">
                <a16:creationId xmlns:a16="http://schemas.microsoft.com/office/drawing/2014/main" id="{4C453AFD-72EA-BCED-EF09-6E1F49029575}"/>
              </a:ext>
            </a:extLst>
          </p:cNvPr>
          <p:cNvPicPr>
            <a:picLocks noGrp="1" noRot="1" noChangeAspect="1" noMove="1" noResize="1" noEditPoints="1" noAdjustHandles="1" noChangeArrowheads="1" noChangeShapeType="1" noCrop="1"/>
          </p:cNvPicPr>
          <p:nvPr userDrawn="1"/>
        </p:nvPicPr>
        <p:blipFill>
          <a:blip r:embed="rId23">
            <a:extLst>
              <a:ext uri="{28A0092B-C50C-407E-A947-70E740481C1C}">
                <a14:useLocalDpi xmlns:a14="http://schemas.microsoft.com/office/drawing/2010/main"/>
              </a:ext>
            </a:extLst>
          </a:blip>
          <a:stretch>
            <a:fillRect/>
          </a:stretch>
        </p:blipFill>
        <p:spPr>
          <a:xfrm>
            <a:off x="550863" y="560562"/>
            <a:ext cx="11089753" cy="5748164"/>
          </a:xfrm>
          <a:prstGeom prst="rect">
            <a:avLst/>
          </a:prstGeom>
        </p:spPr>
      </p:pic>
      <p:sp>
        <p:nvSpPr>
          <p:cNvPr id="35" name="Date Placeholder 34">
            <a:extLst>
              <a:ext uri="{FF2B5EF4-FFF2-40B4-BE49-F238E27FC236}">
                <a16:creationId xmlns:a16="http://schemas.microsoft.com/office/drawing/2014/main" id="{9E7A3BD3-DDA4-42A3-B05C-F6E4E51D9B78}"/>
              </a:ext>
            </a:extLst>
          </p:cNvPr>
          <p:cNvSpPr>
            <a:spLocks noGrp="1"/>
          </p:cNvSpPr>
          <p:nvPr>
            <p:ph type="dt" sz="half" idx="2"/>
          </p:nvPr>
        </p:nvSpPr>
        <p:spPr>
          <a:xfrm>
            <a:off x="9809927" y="6650661"/>
            <a:ext cx="1831210" cy="123111"/>
          </a:xfrm>
          <a:prstGeom prst="rect">
            <a:avLst/>
          </a:prstGeom>
        </p:spPr>
        <p:txBody>
          <a:bodyPr wrap="none" lIns="0" tIns="0" rIns="0" bIns="0" anchor="ctr" anchorCtr="0">
            <a:noAutofit/>
          </a:bodyPr>
          <a:lstStyle>
            <a:lvl1pPr algn="r">
              <a:defRPr lang="de-DE" sz="800" smtClean="0">
                <a:solidFill>
                  <a:schemeClr val="bg1">
                    <a:lumMod val="65000"/>
                  </a:schemeClr>
                </a:solidFill>
                <a:latin typeface="+mn-lt"/>
              </a:defRPr>
            </a:lvl1pPr>
          </a:lstStyle>
          <a:p>
            <a:pPr>
              <a:spcBef>
                <a:spcPts val="1000"/>
              </a:spcBef>
            </a:pPr>
            <a:r>
              <a:rPr lang="en-US" kern="0">
                <a:solidFill>
                  <a:srgbClr val="FFFFFF">
                    <a:lumMod val="65000"/>
                  </a:srgbClr>
                </a:solidFill>
              </a:rPr>
              <a:t>Company Confidential © Capgemini 2026. All rights reserved.</a:t>
            </a:r>
            <a:endParaRPr lang="en-US"/>
          </a:p>
        </p:txBody>
      </p:sp>
      <p:sp>
        <p:nvSpPr>
          <p:cNvPr id="38" name="Slide Number Placeholder 37">
            <a:extLst>
              <a:ext uri="{FF2B5EF4-FFF2-40B4-BE49-F238E27FC236}">
                <a16:creationId xmlns:a16="http://schemas.microsoft.com/office/drawing/2014/main" id="{7AB8C2A9-4C2D-43C3-9F07-0C825FF51364}"/>
              </a:ext>
            </a:extLst>
          </p:cNvPr>
          <p:cNvSpPr>
            <a:spLocks noGrp="1"/>
          </p:cNvSpPr>
          <p:nvPr>
            <p:ph type="sldNum" sz="quarter" idx="4"/>
          </p:nvPr>
        </p:nvSpPr>
        <p:spPr>
          <a:xfrm>
            <a:off x="11778341" y="6650661"/>
            <a:ext cx="232665" cy="123111"/>
          </a:xfrm>
          <a:prstGeom prst="rect">
            <a:avLst/>
          </a:prstGeom>
        </p:spPr>
        <p:txBody>
          <a:bodyPr wrap="square" lIns="0" tIns="0" rIns="0" bIns="0" anchor="ctr" anchorCtr="0">
            <a:spAutoFit/>
          </a:bodyPr>
          <a:lstStyle>
            <a:lvl1pPr>
              <a:defRPr lang="de-DE" sz="800" b="0" i="0" smtClean="0">
                <a:solidFill>
                  <a:schemeClr val="bg1">
                    <a:lumMod val="65000"/>
                  </a:schemeClr>
                </a:solidFill>
                <a:latin typeface="+mn-lt"/>
                <a:cs typeface="Arial" panose="020B0604020202020204" pitchFamily="34" charset="0"/>
              </a:defRPr>
            </a:lvl1pPr>
          </a:lstStyle>
          <a:p>
            <a:pPr algn="r"/>
            <a:fld id="{5D9A5160-6218-4E5A-B9E6-B93E3DAE377C}" type="slidenum">
              <a:rPr lang="en-US" smtClean="0"/>
              <a:pPr algn="r"/>
              <a:t>‹#›</a:t>
            </a:fld>
            <a:endParaRPr lang="en-US"/>
          </a:p>
        </p:txBody>
      </p:sp>
      <p:sp>
        <p:nvSpPr>
          <p:cNvPr id="5" name="Title Placeholder 4">
            <a:extLst>
              <a:ext uri="{FF2B5EF4-FFF2-40B4-BE49-F238E27FC236}">
                <a16:creationId xmlns:a16="http://schemas.microsoft.com/office/drawing/2014/main" id="{D28F27D4-FFE2-4FAB-BA1B-9D013846C4B7}"/>
              </a:ext>
            </a:extLst>
          </p:cNvPr>
          <p:cNvSpPr>
            <a:spLocks noGrp="1"/>
          </p:cNvSpPr>
          <p:nvPr>
            <p:ph type="title"/>
          </p:nvPr>
        </p:nvSpPr>
        <p:spPr>
          <a:xfrm>
            <a:off x="551384" y="549274"/>
            <a:ext cx="11090938" cy="930372"/>
          </a:xfrm>
          <a:prstGeom prst="rect">
            <a:avLst/>
          </a:prstGeom>
        </p:spPr>
        <p:txBody>
          <a:bodyPr vert="horz" lIns="0" tIns="0" rIns="0" bIns="126000" rtlCol="0" anchor="b" anchorCtr="0">
            <a:noAutofit/>
          </a:bodyPr>
          <a:lstStyle/>
          <a:p>
            <a:pPr lvl="0"/>
            <a:r>
              <a:rPr lang="en-US"/>
              <a:t>Click to edit Master title style</a:t>
            </a:r>
            <a:endParaRPr lang="de-DE"/>
          </a:p>
        </p:txBody>
      </p:sp>
      <p:sp>
        <p:nvSpPr>
          <p:cNvPr id="19" name="Footer Placeholder 9">
            <a:extLst>
              <a:ext uri="{FF2B5EF4-FFF2-40B4-BE49-F238E27FC236}">
                <a16:creationId xmlns:a16="http://schemas.microsoft.com/office/drawing/2014/main" id="{D3809B95-B2AA-47A9-8F86-88BF7BDE32FD}"/>
              </a:ext>
            </a:extLst>
          </p:cNvPr>
          <p:cNvSpPr>
            <a:spLocks noGrp="1"/>
          </p:cNvSpPr>
          <p:nvPr>
            <p:ph type="ftr" sz="quarter" idx="3"/>
          </p:nvPr>
        </p:nvSpPr>
        <p:spPr>
          <a:xfrm>
            <a:off x="550863" y="6650661"/>
            <a:ext cx="4716524" cy="123111"/>
          </a:xfrm>
          <a:prstGeom prst="rect">
            <a:avLst/>
          </a:prstGeom>
        </p:spPr>
        <p:txBody>
          <a:bodyPr wrap="none" lIns="0" tIns="0" rIns="0" bIns="0" anchor="ctr" anchorCtr="0">
            <a:noAutofit/>
          </a:bodyPr>
          <a:lstStyle>
            <a:lvl1pPr>
              <a:defRPr lang="de-DE" sz="800">
                <a:solidFill>
                  <a:schemeClr val="bg1">
                    <a:lumMod val="65000"/>
                  </a:schemeClr>
                </a:solidFill>
              </a:defRPr>
            </a:lvl1pPr>
          </a:lstStyle>
          <a:p>
            <a:pPr>
              <a:spcBef>
                <a:spcPts val="1000"/>
              </a:spcBef>
              <a:buFont typeface="Arial" panose="020B0604020202020204" pitchFamily="34" charset="0"/>
              <a:buNone/>
            </a:pPr>
            <a:r>
              <a:rPr lang="en-IN"/>
              <a:t>TMT Monthly Update |  June 2026</a:t>
            </a:r>
            <a:endParaRPr lang="en-US"/>
          </a:p>
        </p:txBody>
      </p:sp>
      <p:sp>
        <p:nvSpPr>
          <p:cNvPr id="20" name="Stickerbox" hidden="1">
            <a:extLst>
              <a:ext uri="{FF2B5EF4-FFF2-40B4-BE49-F238E27FC236}">
                <a16:creationId xmlns:a16="http://schemas.microsoft.com/office/drawing/2014/main" id="{D03A9799-ACDC-4925-8EE1-5C65CCCBD0FA}"/>
              </a:ext>
            </a:extLst>
          </p:cNvPr>
          <p:cNvSpPr>
            <a:spLocks noChangeArrowheads="1"/>
          </p:cNvSpPr>
          <p:nvPr userDrawn="1"/>
        </p:nvSpPr>
        <p:spPr bwMode="gray">
          <a:xfrm>
            <a:off x="11114363" y="1124744"/>
            <a:ext cx="804808" cy="402775"/>
          </a:xfrm>
          <a:prstGeom prst="rect">
            <a:avLst/>
          </a:prstGeom>
          <a:solidFill>
            <a:schemeClr val="accent2"/>
          </a:solidFill>
          <a:ln w="10795">
            <a:noFill/>
            <a:round/>
            <a:headEnd/>
            <a:tailEnd/>
          </a:ln>
          <a:effectLst/>
        </p:spPr>
        <p:txBody>
          <a:bodyPr vert="horz" wrap="none" lIns="108000" tIns="108000" rIns="108000" bIns="108000" anchor="ctr" anchorCtr="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all" spc="0" normalizeH="0" baseline="0" noProof="0">
                <a:ln>
                  <a:noFill/>
                </a:ln>
                <a:solidFill>
                  <a:srgbClr val="FFFFFF">
                    <a:lumMod val="100000"/>
                  </a:srgbClr>
                </a:solidFill>
                <a:effectLst/>
                <a:uLnTx/>
                <a:uFillTx/>
                <a:latin typeface="Ubuntu"/>
                <a:ea typeface="+mn-ea"/>
                <a:cs typeface="+mn-cs"/>
              </a:rPr>
              <a:t>Sticker</a:t>
            </a:r>
          </a:p>
        </p:txBody>
      </p:sp>
      <p:sp>
        <p:nvSpPr>
          <p:cNvPr id="22" name="CapgeminiBox" hidden="1">
            <a:extLst>
              <a:ext uri="{FF2B5EF4-FFF2-40B4-BE49-F238E27FC236}">
                <a16:creationId xmlns:a16="http://schemas.microsoft.com/office/drawing/2014/main" id="{7C293A1E-B461-4AFE-976D-6EE38B2AFEB4}"/>
              </a:ext>
            </a:extLst>
          </p:cNvPr>
          <p:cNvSpPr txBox="1">
            <a:spLocks/>
          </p:cNvSpPr>
          <p:nvPr userDrawn="1"/>
        </p:nvSpPr>
        <p:spPr>
          <a:xfrm>
            <a:off x="9592" y="0"/>
            <a:ext cx="1837661" cy="260350"/>
          </a:xfrm>
          <a:prstGeom prst="rect">
            <a:avLst/>
          </a:prstGeom>
        </p:spPr>
        <p:txBody>
          <a:bodyPr vert="horz" lIns="0" tIns="0" rIns="18000" bIns="0" rtlCol="0">
            <a:normAutofit fontScale="92500"/>
          </a:bodyPr>
          <a:lstStyle>
            <a:lvl1pPr marL="0" indent="0" algn="l" defTabSz="914400" rtl="0" eaLnBrk="1" latinLnBrk="0" hangingPunct="1">
              <a:lnSpc>
                <a:spcPct val="100000"/>
              </a:lnSpc>
              <a:spcBef>
                <a:spcPts val="600"/>
              </a:spcBef>
              <a:buFont typeface="Arial" panose="020B0604020202020204" pitchFamily="34" charset="0"/>
              <a:buNone/>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Clr>
                <a:schemeClr val="tx1"/>
              </a:buClr>
              <a:buFont typeface="Wingdings" panose="05000000000000000000" pitchFamily="2" charset="2"/>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1"/>
              </a:buClr>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tx1"/>
              </a:buClr>
              <a:buFont typeface="Verdana" panose="020B060403050404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a:t>Capgemini </a:t>
            </a:r>
            <a:r>
              <a:rPr lang="fr-FR" err="1"/>
              <a:t>Invent</a:t>
            </a:r>
            <a:r>
              <a:rPr lang="fr-FR"/>
              <a:t> v10.0</a:t>
            </a:r>
          </a:p>
        </p:txBody>
      </p:sp>
      <p:sp>
        <p:nvSpPr>
          <p:cNvPr id="29" name="FootnoteAndSource" hidden="1">
            <a:extLst>
              <a:ext uri="{FF2B5EF4-FFF2-40B4-BE49-F238E27FC236}">
                <a16:creationId xmlns:a16="http://schemas.microsoft.com/office/drawing/2014/main" id="{96E9BC24-418C-4CE4-8E81-3AF9AB04DEAA}"/>
              </a:ext>
            </a:extLst>
          </p:cNvPr>
          <p:cNvSpPr txBox="1"/>
          <p:nvPr userDrawn="1"/>
        </p:nvSpPr>
        <p:spPr>
          <a:xfrm>
            <a:off x="545323" y="6304130"/>
            <a:ext cx="11340000" cy="162096"/>
          </a:xfrm>
          <a:prstGeom prst="rect">
            <a:avLst/>
          </a:prstGeom>
          <a:noFill/>
        </p:spPr>
        <p:txBody>
          <a:bodyPr vert="horz" wrap="square" lIns="0" tIns="25400" rIns="0" bIns="25400" rtlCol="0" anchor="b" anchorCtr="0">
            <a:spAutoFit/>
          </a:bodyPr>
          <a:lstStyle>
            <a:defPPr>
              <a:defRPr lang="pt-PT"/>
            </a:defPPr>
            <a:lvl1pPr marL="429768" indent="-429768">
              <a:lnSpc>
                <a:spcPct val="90000"/>
              </a:lnSpc>
              <a:tabLst>
                <a:tab pos="347472" algn="r"/>
              </a:tabLst>
              <a:defRPr sz="800"/>
            </a:lvl1pPr>
          </a:lstStyle>
          <a:p>
            <a:pPr marL="429768" indent="-429768" defTabSz="914400">
              <a:lnSpc>
                <a:spcPct val="90000"/>
              </a:lnSpc>
              <a:tabLst>
                <a:tab pos="347472" algn="r"/>
              </a:tabLst>
            </a:pPr>
            <a:r>
              <a:rPr lang="de-DE" sz="800"/>
              <a:t>	Source:	Source Text</a:t>
            </a:r>
          </a:p>
        </p:txBody>
      </p:sp>
      <p:grpSp>
        <p:nvGrpSpPr>
          <p:cNvPr id="3" name="Group 37">
            <a:extLst>
              <a:ext uri="{FF2B5EF4-FFF2-40B4-BE49-F238E27FC236}">
                <a16:creationId xmlns:a16="http://schemas.microsoft.com/office/drawing/2014/main" id="{9962DC9F-19EF-0160-1ECB-38EA543386E4}"/>
              </a:ext>
            </a:extLst>
          </p:cNvPr>
          <p:cNvGrpSpPr/>
          <p:nvPr userDrawn="1"/>
        </p:nvGrpSpPr>
        <p:grpSpPr>
          <a:xfrm>
            <a:off x="11770322" y="176700"/>
            <a:ext cx="260230" cy="240782"/>
            <a:chOff x="5481638" y="2859088"/>
            <a:chExt cx="1231900" cy="1139825"/>
          </a:xfrm>
          <a:solidFill>
            <a:schemeClr val="tx2"/>
          </a:solidFill>
        </p:grpSpPr>
        <p:sp>
          <p:nvSpPr>
            <p:cNvPr id="6" name="Freeform 320">
              <a:extLst>
                <a:ext uri="{FF2B5EF4-FFF2-40B4-BE49-F238E27FC236}">
                  <a16:creationId xmlns:a16="http://schemas.microsoft.com/office/drawing/2014/main" id="{9EB66FFA-57EA-AE57-615D-D19F28A47239}"/>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7" name="Freeform 321">
              <a:extLst>
                <a:ext uri="{FF2B5EF4-FFF2-40B4-BE49-F238E27FC236}">
                  <a16:creationId xmlns:a16="http://schemas.microsoft.com/office/drawing/2014/main" id="{FF39CD59-7E45-33C5-FA77-E50FFA28B646}"/>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Text Placeholder 1">
            <a:extLst>
              <a:ext uri="{FF2B5EF4-FFF2-40B4-BE49-F238E27FC236}">
                <a16:creationId xmlns:a16="http://schemas.microsoft.com/office/drawing/2014/main" id="{156439DF-44D6-437D-43F8-6C05612D6564}"/>
              </a:ext>
            </a:extLst>
          </p:cNvPr>
          <p:cNvSpPr>
            <a:spLocks noGrp="1"/>
          </p:cNvSpPr>
          <p:nvPr>
            <p:ph type="body" idx="1"/>
          </p:nvPr>
        </p:nvSpPr>
        <p:spPr>
          <a:xfrm>
            <a:off x="551384" y="1628800"/>
            <a:ext cx="11090938" cy="466863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Tree>
    <p:extLst>
      <p:ext uri="{BB962C8B-B14F-4D97-AF65-F5344CB8AC3E}">
        <p14:creationId xmlns:p14="http://schemas.microsoft.com/office/powerpoint/2010/main" val="2690963851"/>
      </p:ext>
    </p:extLst>
  </p:cSld>
  <p:clrMap bg1="lt1" tx1="dk1" bg2="lt2" tx2="dk2" accent1="accent1" accent2="accent2" accent3="accent3" accent4="accent4" accent5="accent5" accent6="accent6" hlink="hlink" folHlink="folHlink"/>
  <p:sldLayoutIdLst>
    <p:sldLayoutId id="2147484267" r:id="rId1"/>
    <p:sldLayoutId id="2147484268" r:id="rId2"/>
    <p:sldLayoutId id="2147484269" r:id="rId3"/>
    <p:sldLayoutId id="2147484270" r:id="rId4"/>
    <p:sldLayoutId id="2147484271" r:id="rId5"/>
    <p:sldLayoutId id="2147484272" r:id="rId6"/>
    <p:sldLayoutId id="2147484273" r:id="rId7"/>
    <p:sldLayoutId id="2147484274" r:id="rId8"/>
    <p:sldLayoutId id="2147484275" r:id="rId9"/>
    <p:sldLayoutId id="2147484276" r:id="rId10"/>
    <p:sldLayoutId id="2147484277" r:id="rId11"/>
    <p:sldLayoutId id="2147484278" r:id="rId12"/>
    <p:sldLayoutId id="2147484279" r:id="rId13"/>
    <p:sldLayoutId id="2147484280" r:id="rId14"/>
    <p:sldLayoutId id="2147484281" r:id="rId15"/>
    <p:sldLayoutId id="2147484284" r:id="rId16"/>
    <p:sldLayoutId id="2147484307" r:id="rId17"/>
    <p:sldLayoutId id="2147484470" r:id="rId18"/>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de-DE" sz="3200" b="0" i="0" u="none" strike="noStrike" kern="1200" cap="none" spc="0" normalizeH="0" baseline="0" noProof="0" dirty="0">
          <a:ln>
            <a:noFill/>
          </a:ln>
          <a:solidFill>
            <a:schemeClr val="tx1"/>
          </a:solidFill>
          <a:effectLst/>
          <a:uLnTx/>
          <a:uFillTx/>
          <a:latin typeface="+mj-lt"/>
          <a:ea typeface="+mj-ea"/>
          <a:cs typeface="+mj-cs"/>
        </a:defRPr>
      </a:lvl1pPr>
    </p:titleStyle>
    <p:bodyStyle>
      <a:lvl1pPr marL="0" marR="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Clr>
          <a:schemeClr val="tx2"/>
        </a:buClr>
        <a:buFont typeface="Arial" panose="020B0604020202020204" pitchFamily="34" charset="0"/>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2"/>
        </a:buClr>
        <a:buFont typeface="System Font Regular"/>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accent2"/>
        </a:buClr>
        <a:buFont typeface="Arial" panose="020B0604020202020204" pitchFamily="34" charset="0"/>
        <a:buChar char="•"/>
        <a:tabLst/>
        <a:defRPr sz="14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2"/>
        </a:buClr>
        <a:buFont typeface="System Font Regular"/>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8" orient="horz" pos="709">
          <p15:clr>
            <a:srgbClr val="F26B43"/>
          </p15:clr>
        </p15:guide>
        <p15:guide id="19" orient="horz" pos="4065">
          <p15:clr>
            <a:srgbClr val="F26B43"/>
          </p15:clr>
        </p15:guide>
        <p15:guide id="20" pos="347">
          <p15:clr>
            <a:srgbClr val="F26B43"/>
          </p15:clr>
        </p15:guide>
        <p15:guide id="21" pos="3840">
          <p15:clr>
            <a:srgbClr val="F26B43"/>
          </p15:clr>
        </p15:guide>
        <p15:guide id="22" pos="7333">
          <p15:clr>
            <a:srgbClr val="F26B43"/>
          </p15:clr>
        </p15:guide>
        <p15:guide id="23" orient="horz" pos="164">
          <p15:clr>
            <a:srgbClr val="F26B43"/>
          </p15:clr>
        </p15:guide>
        <p15:guide id="24" orient="horz" pos="1026">
          <p15:clr>
            <a:srgbClr val="F26B43"/>
          </p15:clr>
        </p15:guide>
        <p15:guide id="25" orient="horz" pos="346">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3E4F6DB3-F47C-0131-E849-A28D334456D4}"/>
              </a:ext>
            </a:extLst>
          </p:cNvPr>
          <p:cNvGraphicFramePr>
            <a:graphicFrameLocks noChangeAspect="1"/>
          </p:cNvGraphicFramePr>
          <p:nvPr userDrawn="1">
            <p:custDataLst>
              <p:tags r:id="rId17"/>
            </p:custDataLst>
            <p:extLst>
              <p:ext uri="{D42A27DB-BD31-4B8C-83A1-F6EECF244321}">
                <p14:modId xmlns:p14="http://schemas.microsoft.com/office/powerpoint/2010/main" val="413032814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8" imgW="395" imgH="394" progId="TCLayout.ActiveDocument.1">
                  <p:embed/>
                </p:oleObj>
              </mc:Choice>
              <mc:Fallback>
                <p:oleObj name="think-cell Slide" r:id="rId18" imgW="395" imgH="394" progId="TCLayout.ActiveDocument.1">
                  <p:embed/>
                  <p:pic>
                    <p:nvPicPr>
                      <p:cNvPr id="8" name="think-cell data - do not delete" hidden="1">
                        <a:extLst>
                          <a:ext uri="{FF2B5EF4-FFF2-40B4-BE49-F238E27FC236}">
                            <a16:creationId xmlns:a16="http://schemas.microsoft.com/office/drawing/2014/main" id="{3E4F6DB3-F47C-0131-E849-A28D334456D4}"/>
                          </a:ext>
                        </a:extLst>
                      </p:cNvPr>
                      <p:cNvPicPr/>
                      <p:nvPr/>
                    </p:nvPicPr>
                    <p:blipFill>
                      <a:blip r:embed="rId19"/>
                      <a:stretch>
                        <a:fillRect/>
                      </a:stretch>
                    </p:blipFill>
                    <p:spPr>
                      <a:xfrm>
                        <a:off x="1588" y="1588"/>
                        <a:ext cx="1588" cy="1588"/>
                      </a:xfrm>
                      <a:prstGeom prst="rect">
                        <a:avLst/>
                      </a:prstGeom>
                    </p:spPr>
                  </p:pic>
                </p:oleObj>
              </mc:Fallback>
            </mc:AlternateContent>
          </a:graphicData>
        </a:graphic>
      </p:graphicFrame>
      <p:grpSp>
        <p:nvGrpSpPr>
          <p:cNvPr id="162" name="Grid" hidden="1">
            <a:extLst>
              <a:ext uri="{FF2B5EF4-FFF2-40B4-BE49-F238E27FC236}">
                <a16:creationId xmlns:a16="http://schemas.microsoft.com/office/drawing/2014/main" id="{8F9E8801-D980-1710-7744-EC8F973D07A0}"/>
              </a:ext>
            </a:extLst>
          </p:cNvPr>
          <p:cNvGrpSpPr>
            <a:grpSpLocks noGrp="1" noUngrp="1" noRot="1" noMove="1" noResize="1"/>
          </p:cNvGrpSpPr>
          <p:nvPr userDrawn="1"/>
        </p:nvGrpSpPr>
        <p:grpSpPr>
          <a:xfrm>
            <a:off x="549678" y="549274"/>
            <a:ext cx="11089753" cy="5770739"/>
            <a:chOff x="550863" y="-3545094"/>
            <a:chExt cx="9958051" cy="6550747"/>
          </a:xfrm>
        </p:grpSpPr>
        <p:sp>
          <p:nvSpPr>
            <p:cNvPr id="163" name="Rectangle 162">
              <a:extLst>
                <a:ext uri="{FF2B5EF4-FFF2-40B4-BE49-F238E27FC236}">
                  <a16:creationId xmlns:a16="http://schemas.microsoft.com/office/drawing/2014/main" id="{8FC879BF-E72C-D96C-9BC0-3E49E5F045EE}"/>
                </a:ext>
              </a:extLst>
            </p:cNvPr>
            <p:cNvSpPr>
              <a:spLocks noGrp="1" noRot="1" noMove="1" noResize="1" noEditPoints="1" noAdjustHandles="1" noChangeArrowheads="1" noChangeShapeType="1"/>
            </p:cNvSpPr>
            <p:nvPr userDrawn="1"/>
          </p:nvSpPr>
          <p:spPr>
            <a:xfrm>
              <a:off x="550863" y="-3545094"/>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64" name="Rectangle 163">
              <a:extLst>
                <a:ext uri="{FF2B5EF4-FFF2-40B4-BE49-F238E27FC236}">
                  <a16:creationId xmlns:a16="http://schemas.microsoft.com/office/drawing/2014/main" id="{3BAB6FE4-6304-DE99-78AD-90B330F3734F}"/>
                </a:ext>
              </a:extLst>
            </p:cNvPr>
            <p:cNvSpPr>
              <a:spLocks noGrp="1" noRot="1" noMove="1" noResize="1" noEditPoints="1" noAdjustHandles="1" noChangeArrowheads="1" noChangeShapeType="1"/>
            </p:cNvSpPr>
            <p:nvPr userDrawn="1"/>
          </p:nvSpPr>
          <p:spPr>
            <a:xfrm>
              <a:off x="1380744" y="-3545094"/>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65" name="Rectangle 164">
              <a:extLst>
                <a:ext uri="{FF2B5EF4-FFF2-40B4-BE49-F238E27FC236}">
                  <a16:creationId xmlns:a16="http://schemas.microsoft.com/office/drawing/2014/main" id="{C0471B5B-45B8-564B-0920-9B41801D5831}"/>
                </a:ext>
              </a:extLst>
            </p:cNvPr>
            <p:cNvSpPr>
              <a:spLocks noGrp="1" noRot="1" noMove="1" noResize="1" noEditPoints="1" noAdjustHandles="1" noChangeArrowheads="1" noChangeShapeType="1"/>
            </p:cNvSpPr>
            <p:nvPr userDrawn="1"/>
          </p:nvSpPr>
          <p:spPr>
            <a:xfrm>
              <a:off x="2210625" y="-3545094"/>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66" name="Rectangle 165">
              <a:extLst>
                <a:ext uri="{FF2B5EF4-FFF2-40B4-BE49-F238E27FC236}">
                  <a16:creationId xmlns:a16="http://schemas.microsoft.com/office/drawing/2014/main" id="{330D0CBF-8A96-788C-143D-C55859BD504E}"/>
                </a:ext>
              </a:extLst>
            </p:cNvPr>
            <p:cNvSpPr>
              <a:spLocks noGrp="1" noRot="1" noMove="1" noResize="1" noEditPoints="1" noAdjustHandles="1" noChangeArrowheads="1" noChangeShapeType="1"/>
            </p:cNvSpPr>
            <p:nvPr userDrawn="1"/>
          </p:nvSpPr>
          <p:spPr>
            <a:xfrm>
              <a:off x="3040506" y="-3545094"/>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67" name="Rectangle 166">
              <a:extLst>
                <a:ext uri="{FF2B5EF4-FFF2-40B4-BE49-F238E27FC236}">
                  <a16:creationId xmlns:a16="http://schemas.microsoft.com/office/drawing/2014/main" id="{86F761E9-40E3-2A02-09F9-A0E5B39571D8}"/>
                </a:ext>
              </a:extLst>
            </p:cNvPr>
            <p:cNvSpPr>
              <a:spLocks noGrp="1" noRot="1" noMove="1" noResize="1" noEditPoints="1" noAdjustHandles="1" noChangeArrowheads="1" noChangeShapeType="1"/>
            </p:cNvSpPr>
            <p:nvPr userDrawn="1"/>
          </p:nvSpPr>
          <p:spPr>
            <a:xfrm>
              <a:off x="3870387" y="-3545094"/>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68" name="Rectangle 167">
              <a:extLst>
                <a:ext uri="{FF2B5EF4-FFF2-40B4-BE49-F238E27FC236}">
                  <a16:creationId xmlns:a16="http://schemas.microsoft.com/office/drawing/2014/main" id="{FBB29C86-0CE6-3D23-6BBA-1E2EBB4DED2F}"/>
                </a:ext>
              </a:extLst>
            </p:cNvPr>
            <p:cNvSpPr>
              <a:spLocks noGrp="1" noRot="1" noMove="1" noResize="1" noEditPoints="1" noAdjustHandles="1" noChangeArrowheads="1" noChangeShapeType="1"/>
            </p:cNvSpPr>
            <p:nvPr userDrawn="1"/>
          </p:nvSpPr>
          <p:spPr>
            <a:xfrm>
              <a:off x="4700268" y="-3545094"/>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69" name="Rectangle 168">
              <a:extLst>
                <a:ext uri="{FF2B5EF4-FFF2-40B4-BE49-F238E27FC236}">
                  <a16:creationId xmlns:a16="http://schemas.microsoft.com/office/drawing/2014/main" id="{33930628-2646-371A-9C15-E91BBABB20B1}"/>
                </a:ext>
              </a:extLst>
            </p:cNvPr>
            <p:cNvSpPr>
              <a:spLocks noGrp="1" noRot="1" noMove="1" noResize="1" noEditPoints="1" noAdjustHandles="1" noChangeArrowheads="1" noChangeShapeType="1"/>
            </p:cNvSpPr>
            <p:nvPr userDrawn="1"/>
          </p:nvSpPr>
          <p:spPr>
            <a:xfrm>
              <a:off x="5530149" y="-3545094"/>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70" name="Rectangle 169">
              <a:extLst>
                <a:ext uri="{FF2B5EF4-FFF2-40B4-BE49-F238E27FC236}">
                  <a16:creationId xmlns:a16="http://schemas.microsoft.com/office/drawing/2014/main" id="{18E16051-44F2-6876-6F2A-B6A52D636386}"/>
                </a:ext>
              </a:extLst>
            </p:cNvPr>
            <p:cNvSpPr>
              <a:spLocks noGrp="1" noRot="1" noMove="1" noResize="1" noEditPoints="1" noAdjustHandles="1" noChangeArrowheads="1" noChangeShapeType="1"/>
            </p:cNvSpPr>
            <p:nvPr userDrawn="1"/>
          </p:nvSpPr>
          <p:spPr>
            <a:xfrm>
              <a:off x="6360030" y="-3545094"/>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71" name="Rectangle 170">
              <a:extLst>
                <a:ext uri="{FF2B5EF4-FFF2-40B4-BE49-F238E27FC236}">
                  <a16:creationId xmlns:a16="http://schemas.microsoft.com/office/drawing/2014/main" id="{D40F7466-BFF2-B02A-B8A7-20D106BBD037}"/>
                </a:ext>
              </a:extLst>
            </p:cNvPr>
            <p:cNvSpPr>
              <a:spLocks noGrp="1" noRot="1" noMove="1" noResize="1" noEditPoints="1" noAdjustHandles="1" noChangeArrowheads="1" noChangeShapeType="1"/>
            </p:cNvSpPr>
            <p:nvPr userDrawn="1"/>
          </p:nvSpPr>
          <p:spPr>
            <a:xfrm>
              <a:off x="7189390" y="-3545094"/>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72" name="Rectangle 171">
              <a:extLst>
                <a:ext uri="{FF2B5EF4-FFF2-40B4-BE49-F238E27FC236}">
                  <a16:creationId xmlns:a16="http://schemas.microsoft.com/office/drawing/2014/main" id="{123B36D1-24C7-C859-4EA8-A1D4F52C9FEF}"/>
                </a:ext>
              </a:extLst>
            </p:cNvPr>
            <p:cNvSpPr>
              <a:spLocks noGrp="1" noRot="1" noMove="1" noResize="1" noEditPoints="1" noAdjustHandles="1" noChangeArrowheads="1" noChangeShapeType="1"/>
            </p:cNvSpPr>
            <p:nvPr userDrawn="1"/>
          </p:nvSpPr>
          <p:spPr>
            <a:xfrm>
              <a:off x="8019271" y="-3545094"/>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73" name="Rectangle 172">
              <a:extLst>
                <a:ext uri="{FF2B5EF4-FFF2-40B4-BE49-F238E27FC236}">
                  <a16:creationId xmlns:a16="http://schemas.microsoft.com/office/drawing/2014/main" id="{A58F615B-7CF3-DF14-0EC2-ACE2F162BE5F}"/>
                </a:ext>
              </a:extLst>
            </p:cNvPr>
            <p:cNvSpPr>
              <a:spLocks noGrp="1" noRot="1" noMove="1" noResize="1" noEditPoints="1" noAdjustHandles="1" noChangeArrowheads="1" noChangeShapeType="1"/>
            </p:cNvSpPr>
            <p:nvPr userDrawn="1"/>
          </p:nvSpPr>
          <p:spPr>
            <a:xfrm>
              <a:off x="8849152" y="-3545094"/>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74" name="Rectangle 173">
              <a:extLst>
                <a:ext uri="{FF2B5EF4-FFF2-40B4-BE49-F238E27FC236}">
                  <a16:creationId xmlns:a16="http://schemas.microsoft.com/office/drawing/2014/main" id="{49CAD288-B6F2-7FF6-A8F0-2D7327348D8C}"/>
                </a:ext>
              </a:extLst>
            </p:cNvPr>
            <p:cNvSpPr>
              <a:spLocks noGrp="1" noRot="1" noMove="1" noResize="1" noEditPoints="1" noAdjustHandles="1" noChangeArrowheads="1" noChangeShapeType="1"/>
            </p:cNvSpPr>
            <p:nvPr userDrawn="1"/>
          </p:nvSpPr>
          <p:spPr>
            <a:xfrm>
              <a:off x="9679033" y="-3545094"/>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75" name="Rectangle 174">
              <a:extLst>
                <a:ext uri="{FF2B5EF4-FFF2-40B4-BE49-F238E27FC236}">
                  <a16:creationId xmlns:a16="http://schemas.microsoft.com/office/drawing/2014/main" id="{BEC96C42-49F1-852E-FF32-0038A4967BC1}"/>
                </a:ext>
              </a:extLst>
            </p:cNvPr>
            <p:cNvSpPr>
              <a:spLocks noGrp="1" noRot="1" noMove="1" noResize="1" noEditPoints="1" noAdjustHandles="1" noChangeArrowheads="1" noChangeShapeType="1"/>
            </p:cNvSpPr>
            <p:nvPr userDrawn="1"/>
          </p:nvSpPr>
          <p:spPr>
            <a:xfrm>
              <a:off x="550863" y="-2999232"/>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76" name="Rectangle 175">
              <a:extLst>
                <a:ext uri="{FF2B5EF4-FFF2-40B4-BE49-F238E27FC236}">
                  <a16:creationId xmlns:a16="http://schemas.microsoft.com/office/drawing/2014/main" id="{E602F8C3-47F1-3613-8368-02896462485A}"/>
                </a:ext>
              </a:extLst>
            </p:cNvPr>
            <p:cNvSpPr>
              <a:spLocks noGrp="1" noRot="1" noMove="1" noResize="1" noEditPoints="1" noAdjustHandles="1" noChangeArrowheads="1" noChangeShapeType="1"/>
            </p:cNvSpPr>
            <p:nvPr userDrawn="1"/>
          </p:nvSpPr>
          <p:spPr>
            <a:xfrm>
              <a:off x="1380744" y="-2999232"/>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77" name="Rectangle 176">
              <a:extLst>
                <a:ext uri="{FF2B5EF4-FFF2-40B4-BE49-F238E27FC236}">
                  <a16:creationId xmlns:a16="http://schemas.microsoft.com/office/drawing/2014/main" id="{EE7F47D5-8366-C5A2-9BEF-9419A5A8F7F2}"/>
                </a:ext>
              </a:extLst>
            </p:cNvPr>
            <p:cNvSpPr>
              <a:spLocks noGrp="1" noRot="1" noMove="1" noResize="1" noEditPoints="1" noAdjustHandles="1" noChangeArrowheads="1" noChangeShapeType="1"/>
            </p:cNvSpPr>
            <p:nvPr userDrawn="1"/>
          </p:nvSpPr>
          <p:spPr>
            <a:xfrm>
              <a:off x="2210625" y="-2999232"/>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78" name="Rectangle 177">
              <a:extLst>
                <a:ext uri="{FF2B5EF4-FFF2-40B4-BE49-F238E27FC236}">
                  <a16:creationId xmlns:a16="http://schemas.microsoft.com/office/drawing/2014/main" id="{965A6B53-F4DF-B927-0674-8AB7001B9F3A}"/>
                </a:ext>
              </a:extLst>
            </p:cNvPr>
            <p:cNvSpPr>
              <a:spLocks noGrp="1" noRot="1" noMove="1" noResize="1" noEditPoints="1" noAdjustHandles="1" noChangeArrowheads="1" noChangeShapeType="1"/>
            </p:cNvSpPr>
            <p:nvPr userDrawn="1"/>
          </p:nvSpPr>
          <p:spPr>
            <a:xfrm>
              <a:off x="3040506" y="-2999232"/>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79" name="Rectangle 178">
              <a:extLst>
                <a:ext uri="{FF2B5EF4-FFF2-40B4-BE49-F238E27FC236}">
                  <a16:creationId xmlns:a16="http://schemas.microsoft.com/office/drawing/2014/main" id="{9C2FF76A-C558-3F9E-FC16-E8D5821F0CA4}"/>
                </a:ext>
              </a:extLst>
            </p:cNvPr>
            <p:cNvSpPr>
              <a:spLocks noGrp="1" noRot="1" noMove="1" noResize="1" noEditPoints="1" noAdjustHandles="1" noChangeArrowheads="1" noChangeShapeType="1"/>
            </p:cNvSpPr>
            <p:nvPr userDrawn="1"/>
          </p:nvSpPr>
          <p:spPr>
            <a:xfrm>
              <a:off x="3870387" y="-2999232"/>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80" name="Rectangle 179">
              <a:extLst>
                <a:ext uri="{FF2B5EF4-FFF2-40B4-BE49-F238E27FC236}">
                  <a16:creationId xmlns:a16="http://schemas.microsoft.com/office/drawing/2014/main" id="{DDD8C3EF-8758-979C-258A-70EBD24E5BEC}"/>
                </a:ext>
              </a:extLst>
            </p:cNvPr>
            <p:cNvSpPr>
              <a:spLocks noGrp="1" noRot="1" noMove="1" noResize="1" noEditPoints="1" noAdjustHandles="1" noChangeArrowheads="1" noChangeShapeType="1"/>
            </p:cNvSpPr>
            <p:nvPr userDrawn="1"/>
          </p:nvSpPr>
          <p:spPr>
            <a:xfrm>
              <a:off x="4700268" y="-2999232"/>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81" name="Rectangle 180">
              <a:extLst>
                <a:ext uri="{FF2B5EF4-FFF2-40B4-BE49-F238E27FC236}">
                  <a16:creationId xmlns:a16="http://schemas.microsoft.com/office/drawing/2014/main" id="{0D628708-FC23-4EE6-2C00-EA366CD963EE}"/>
                </a:ext>
              </a:extLst>
            </p:cNvPr>
            <p:cNvSpPr>
              <a:spLocks noGrp="1" noRot="1" noMove="1" noResize="1" noEditPoints="1" noAdjustHandles="1" noChangeArrowheads="1" noChangeShapeType="1"/>
            </p:cNvSpPr>
            <p:nvPr userDrawn="1"/>
          </p:nvSpPr>
          <p:spPr>
            <a:xfrm>
              <a:off x="5530149" y="-2999232"/>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82" name="Rectangle 181">
              <a:extLst>
                <a:ext uri="{FF2B5EF4-FFF2-40B4-BE49-F238E27FC236}">
                  <a16:creationId xmlns:a16="http://schemas.microsoft.com/office/drawing/2014/main" id="{91DE9EF4-3D87-B663-C07B-876A47E5D0FA}"/>
                </a:ext>
              </a:extLst>
            </p:cNvPr>
            <p:cNvSpPr>
              <a:spLocks noGrp="1" noRot="1" noMove="1" noResize="1" noEditPoints="1" noAdjustHandles="1" noChangeArrowheads="1" noChangeShapeType="1"/>
            </p:cNvSpPr>
            <p:nvPr userDrawn="1"/>
          </p:nvSpPr>
          <p:spPr>
            <a:xfrm>
              <a:off x="6360030" y="-2999232"/>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83" name="Rectangle 182">
              <a:extLst>
                <a:ext uri="{FF2B5EF4-FFF2-40B4-BE49-F238E27FC236}">
                  <a16:creationId xmlns:a16="http://schemas.microsoft.com/office/drawing/2014/main" id="{BA92E33B-01FC-D8B7-A3B7-78D72AB7CF8B}"/>
                </a:ext>
              </a:extLst>
            </p:cNvPr>
            <p:cNvSpPr>
              <a:spLocks noGrp="1" noRot="1" noMove="1" noResize="1" noEditPoints="1" noAdjustHandles="1" noChangeArrowheads="1" noChangeShapeType="1"/>
            </p:cNvSpPr>
            <p:nvPr userDrawn="1"/>
          </p:nvSpPr>
          <p:spPr>
            <a:xfrm>
              <a:off x="7189390" y="-2999232"/>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84" name="Rectangle 183">
              <a:extLst>
                <a:ext uri="{FF2B5EF4-FFF2-40B4-BE49-F238E27FC236}">
                  <a16:creationId xmlns:a16="http://schemas.microsoft.com/office/drawing/2014/main" id="{4FAB6C1B-9D42-AA6D-BB5A-84B194230F0C}"/>
                </a:ext>
              </a:extLst>
            </p:cNvPr>
            <p:cNvSpPr>
              <a:spLocks noGrp="1" noRot="1" noMove="1" noResize="1" noEditPoints="1" noAdjustHandles="1" noChangeArrowheads="1" noChangeShapeType="1"/>
            </p:cNvSpPr>
            <p:nvPr userDrawn="1"/>
          </p:nvSpPr>
          <p:spPr>
            <a:xfrm>
              <a:off x="8019271" y="-2999232"/>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85" name="Rectangle 184">
              <a:extLst>
                <a:ext uri="{FF2B5EF4-FFF2-40B4-BE49-F238E27FC236}">
                  <a16:creationId xmlns:a16="http://schemas.microsoft.com/office/drawing/2014/main" id="{A4C0E64B-61D6-A164-9965-6AD0E1816B65}"/>
                </a:ext>
              </a:extLst>
            </p:cNvPr>
            <p:cNvSpPr>
              <a:spLocks noGrp="1" noRot="1" noMove="1" noResize="1" noEditPoints="1" noAdjustHandles="1" noChangeArrowheads="1" noChangeShapeType="1"/>
            </p:cNvSpPr>
            <p:nvPr userDrawn="1"/>
          </p:nvSpPr>
          <p:spPr>
            <a:xfrm>
              <a:off x="8849152" y="-2999232"/>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86" name="Rectangle 185">
              <a:extLst>
                <a:ext uri="{FF2B5EF4-FFF2-40B4-BE49-F238E27FC236}">
                  <a16:creationId xmlns:a16="http://schemas.microsoft.com/office/drawing/2014/main" id="{EEC36AAE-2C61-A3D5-DB36-44A8BF5CB906}"/>
                </a:ext>
              </a:extLst>
            </p:cNvPr>
            <p:cNvSpPr>
              <a:spLocks noGrp="1" noRot="1" noMove="1" noResize="1" noEditPoints="1" noAdjustHandles="1" noChangeArrowheads="1" noChangeShapeType="1"/>
            </p:cNvSpPr>
            <p:nvPr userDrawn="1"/>
          </p:nvSpPr>
          <p:spPr>
            <a:xfrm>
              <a:off x="9679033" y="-2999232"/>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87" name="Rectangle 186">
              <a:extLst>
                <a:ext uri="{FF2B5EF4-FFF2-40B4-BE49-F238E27FC236}">
                  <a16:creationId xmlns:a16="http://schemas.microsoft.com/office/drawing/2014/main" id="{42435B3A-57BC-36BF-BB34-7697C02778F5}"/>
                </a:ext>
              </a:extLst>
            </p:cNvPr>
            <p:cNvSpPr>
              <a:spLocks noGrp="1" noRot="1" noMove="1" noResize="1" noEditPoints="1" noAdjustHandles="1" noChangeArrowheads="1" noChangeShapeType="1"/>
            </p:cNvSpPr>
            <p:nvPr userDrawn="1"/>
          </p:nvSpPr>
          <p:spPr>
            <a:xfrm>
              <a:off x="550863" y="-2453370"/>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88" name="Rectangle 187">
              <a:extLst>
                <a:ext uri="{FF2B5EF4-FFF2-40B4-BE49-F238E27FC236}">
                  <a16:creationId xmlns:a16="http://schemas.microsoft.com/office/drawing/2014/main" id="{F8C9FBCD-B281-3608-BA81-2AC6476384E0}"/>
                </a:ext>
              </a:extLst>
            </p:cNvPr>
            <p:cNvSpPr>
              <a:spLocks noGrp="1" noRot="1" noMove="1" noResize="1" noEditPoints="1" noAdjustHandles="1" noChangeArrowheads="1" noChangeShapeType="1"/>
            </p:cNvSpPr>
            <p:nvPr userDrawn="1"/>
          </p:nvSpPr>
          <p:spPr>
            <a:xfrm>
              <a:off x="1380744" y="-2453370"/>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89" name="Rectangle 188">
              <a:extLst>
                <a:ext uri="{FF2B5EF4-FFF2-40B4-BE49-F238E27FC236}">
                  <a16:creationId xmlns:a16="http://schemas.microsoft.com/office/drawing/2014/main" id="{E90CF09F-3563-C139-C11E-3653502153AF}"/>
                </a:ext>
              </a:extLst>
            </p:cNvPr>
            <p:cNvSpPr>
              <a:spLocks noGrp="1" noRot="1" noMove="1" noResize="1" noEditPoints="1" noAdjustHandles="1" noChangeArrowheads="1" noChangeShapeType="1"/>
            </p:cNvSpPr>
            <p:nvPr userDrawn="1"/>
          </p:nvSpPr>
          <p:spPr>
            <a:xfrm>
              <a:off x="2210625" y="-2453370"/>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90" name="Rectangle 189">
              <a:extLst>
                <a:ext uri="{FF2B5EF4-FFF2-40B4-BE49-F238E27FC236}">
                  <a16:creationId xmlns:a16="http://schemas.microsoft.com/office/drawing/2014/main" id="{5F5E262E-DE20-9E09-AF27-E8A86BAE05E9}"/>
                </a:ext>
              </a:extLst>
            </p:cNvPr>
            <p:cNvSpPr>
              <a:spLocks noGrp="1" noRot="1" noMove="1" noResize="1" noEditPoints="1" noAdjustHandles="1" noChangeArrowheads="1" noChangeShapeType="1"/>
            </p:cNvSpPr>
            <p:nvPr userDrawn="1"/>
          </p:nvSpPr>
          <p:spPr>
            <a:xfrm>
              <a:off x="3040506" y="-2453370"/>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91" name="Rectangle 190">
              <a:extLst>
                <a:ext uri="{FF2B5EF4-FFF2-40B4-BE49-F238E27FC236}">
                  <a16:creationId xmlns:a16="http://schemas.microsoft.com/office/drawing/2014/main" id="{A0B41753-16EE-61ED-8696-5FA5E9C2EE50}"/>
                </a:ext>
              </a:extLst>
            </p:cNvPr>
            <p:cNvSpPr>
              <a:spLocks noGrp="1" noRot="1" noMove="1" noResize="1" noEditPoints="1" noAdjustHandles="1" noChangeArrowheads="1" noChangeShapeType="1"/>
            </p:cNvSpPr>
            <p:nvPr userDrawn="1"/>
          </p:nvSpPr>
          <p:spPr>
            <a:xfrm>
              <a:off x="3870387" y="-2453370"/>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92" name="Rectangle 191">
              <a:extLst>
                <a:ext uri="{FF2B5EF4-FFF2-40B4-BE49-F238E27FC236}">
                  <a16:creationId xmlns:a16="http://schemas.microsoft.com/office/drawing/2014/main" id="{4FFF957A-65F7-354A-2E50-BE1E6498FE5B}"/>
                </a:ext>
              </a:extLst>
            </p:cNvPr>
            <p:cNvSpPr>
              <a:spLocks noGrp="1" noRot="1" noMove="1" noResize="1" noEditPoints="1" noAdjustHandles="1" noChangeArrowheads="1" noChangeShapeType="1"/>
            </p:cNvSpPr>
            <p:nvPr userDrawn="1"/>
          </p:nvSpPr>
          <p:spPr>
            <a:xfrm>
              <a:off x="4700268" y="-2453370"/>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93" name="Rectangle 192">
              <a:extLst>
                <a:ext uri="{FF2B5EF4-FFF2-40B4-BE49-F238E27FC236}">
                  <a16:creationId xmlns:a16="http://schemas.microsoft.com/office/drawing/2014/main" id="{0862F9C8-0958-AEC7-DF2F-31FF6710D437}"/>
                </a:ext>
              </a:extLst>
            </p:cNvPr>
            <p:cNvSpPr>
              <a:spLocks noGrp="1" noRot="1" noMove="1" noResize="1" noEditPoints="1" noAdjustHandles="1" noChangeArrowheads="1" noChangeShapeType="1"/>
            </p:cNvSpPr>
            <p:nvPr userDrawn="1"/>
          </p:nvSpPr>
          <p:spPr>
            <a:xfrm>
              <a:off x="5530149" y="-2453370"/>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94" name="Rectangle 193">
              <a:extLst>
                <a:ext uri="{FF2B5EF4-FFF2-40B4-BE49-F238E27FC236}">
                  <a16:creationId xmlns:a16="http://schemas.microsoft.com/office/drawing/2014/main" id="{7369A8D6-433A-66A6-981B-2D539399189D}"/>
                </a:ext>
              </a:extLst>
            </p:cNvPr>
            <p:cNvSpPr>
              <a:spLocks noGrp="1" noRot="1" noMove="1" noResize="1" noEditPoints="1" noAdjustHandles="1" noChangeArrowheads="1" noChangeShapeType="1"/>
            </p:cNvSpPr>
            <p:nvPr userDrawn="1"/>
          </p:nvSpPr>
          <p:spPr>
            <a:xfrm>
              <a:off x="6360030" y="-2453370"/>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95" name="Rectangle 194">
              <a:extLst>
                <a:ext uri="{FF2B5EF4-FFF2-40B4-BE49-F238E27FC236}">
                  <a16:creationId xmlns:a16="http://schemas.microsoft.com/office/drawing/2014/main" id="{EDA1FC1F-D0DB-8D42-849E-96B00D90E19A}"/>
                </a:ext>
              </a:extLst>
            </p:cNvPr>
            <p:cNvSpPr>
              <a:spLocks noGrp="1" noRot="1" noMove="1" noResize="1" noEditPoints="1" noAdjustHandles="1" noChangeArrowheads="1" noChangeShapeType="1"/>
            </p:cNvSpPr>
            <p:nvPr userDrawn="1"/>
          </p:nvSpPr>
          <p:spPr>
            <a:xfrm>
              <a:off x="7189390" y="-2453370"/>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96" name="Rectangle 195">
              <a:extLst>
                <a:ext uri="{FF2B5EF4-FFF2-40B4-BE49-F238E27FC236}">
                  <a16:creationId xmlns:a16="http://schemas.microsoft.com/office/drawing/2014/main" id="{0B39CC16-7B96-12B6-7B09-7F4F327EEFA5}"/>
                </a:ext>
              </a:extLst>
            </p:cNvPr>
            <p:cNvSpPr>
              <a:spLocks noGrp="1" noRot="1" noMove="1" noResize="1" noEditPoints="1" noAdjustHandles="1" noChangeArrowheads="1" noChangeShapeType="1"/>
            </p:cNvSpPr>
            <p:nvPr userDrawn="1"/>
          </p:nvSpPr>
          <p:spPr>
            <a:xfrm>
              <a:off x="8019271" y="-2453370"/>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97" name="Rectangle 196">
              <a:extLst>
                <a:ext uri="{FF2B5EF4-FFF2-40B4-BE49-F238E27FC236}">
                  <a16:creationId xmlns:a16="http://schemas.microsoft.com/office/drawing/2014/main" id="{A54840D7-435F-7D41-2A7E-A80E96BBB3CF}"/>
                </a:ext>
              </a:extLst>
            </p:cNvPr>
            <p:cNvSpPr>
              <a:spLocks noGrp="1" noRot="1" noMove="1" noResize="1" noEditPoints="1" noAdjustHandles="1" noChangeArrowheads="1" noChangeShapeType="1"/>
            </p:cNvSpPr>
            <p:nvPr userDrawn="1"/>
          </p:nvSpPr>
          <p:spPr>
            <a:xfrm>
              <a:off x="8849152" y="-2453370"/>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98" name="Rectangle 197">
              <a:extLst>
                <a:ext uri="{FF2B5EF4-FFF2-40B4-BE49-F238E27FC236}">
                  <a16:creationId xmlns:a16="http://schemas.microsoft.com/office/drawing/2014/main" id="{43A0A8E7-3A30-84C0-88E0-2516C24E2FF2}"/>
                </a:ext>
              </a:extLst>
            </p:cNvPr>
            <p:cNvSpPr>
              <a:spLocks noGrp="1" noRot="1" noMove="1" noResize="1" noEditPoints="1" noAdjustHandles="1" noChangeArrowheads="1" noChangeShapeType="1"/>
            </p:cNvSpPr>
            <p:nvPr userDrawn="1"/>
          </p:nvSpPr>
          <p:spPr>
            <a:xfrm>
              <a:off x="9679033" y="-2453370"/>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99" name="Rectangle 198">
              <a:extLst>
                <a:ext uri="{FF2B5EF4-FFF2-40B4-BE49-F238E27FC236}">
                  <a16:creationId xmlns:a16="http://schemas.microsoft.com/office/drawing/2014/main" id="{10E5F3DC-2B4D-7FF0-C7E7-8E1EEE8C5B1E}"/>
                </a:ext>
              </a:extLst>
            </p:cNvPr>
            <p:cNvSpPr>
              <a:spLocks noGrp="1" noRot="1" noMove="1" noResize="1" noEditPoints="1" noAdjustHandles="1" noChangeArrowheads="1" noChangeShapeType="1"/>
            </p:cNvSpPr>
            <p:nvPr userDrawn="1"/>
          </p:nvSpPr>
          <p:spPr>
            <a:xfrm>
              <a:off x="550863" y="-1907508"/>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00" name="Rectangle 199">
              <a:extLst>
                <a:ext uri="{FF2B5EF4-FFF2-40B4-BE49-F238E27FC236}">
                  <a16:creationId xmlns:a16="http://schemas.microsoft.com/office/drawing/2014/main" id="{46A2ADEB-483B-13B7-E31A-C123A0A2EE4B}"/>
                </a:ext>
              </a:extLst>
            </p:cNvPr>
            <p:cNvSpPr>
              <a:spLocks noGrp="1" noRot="1" noMove="1" noResize="1" noEditPoints="1" noAdjustHandles="1" noChangeArrowheads="1" noChangeShapeType="1"/>
            </p:cNvSpPr>
            <p:nvPr userDrawn="1"/>
          </p:nvSpPr>
          <p:spPr>
            <a:xfrm>
              <a:off x="1380744" y="-1907508"/>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01" name="Rectangle 200">
              <a:extLst>
                <a:ext uri="{FF2B5EF4-FFF2-40B4-BE49-F238E27FC236}">
                  <a16:creationId xmlns:a16="http://schemas.microsoft.com/office/drawing/2014/main" id="{A16DAAEC-B6A5-C0DF-279F-BE96A598B143}"/>
                </a:ext>
              </a:extLst>
            </p:cNvPr>
            <p:cNvSpPr>
              <a:spLocks noGrp="1" noRot="1" noMove="1" noResize="1" noEditPoints="1" noAdjustHandles="1" noChangeArrowheads="1" noChangeShapeType="1"/>
            </p:cNvSpPr>
            <p:nvPr userDrawn="1"/>
          </p:nvSpPr>
          <p:spPr>
            <a:xfrm>
              <a:off x="2210625" y="-1907508"/>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02" name="Rectangle 201">
              <a:extLst>
                <a:ext uri="{FF2B5EF4-FFF2-40B4-BE49-F238E27FC236}">
                  <a16:creationId xmlns:a16="http://schemas.microsoft.com/office/drawing/2014/main" id="{F0BD3061-7015-4101-3225-EC429AB4AC57}"/>
                </a:ext>
              </a:extLst>
            </p:cNvPr>
            <p:cNvSpPr>
              <a:spLocks noGrp="1" noRot="1" noMove="1" noResize="1" noEditPoints="1" noAdjustHandles="1" noChangeArrowheads="1" noChangeShapeType="1"/>
            </p:cNvSpPr>
            <p:nvPr userDrawn="1"/>
          </p:nvSpPr>
          <p:spPr>
            <a:xfrm>
              <a:off x="3040506" y="-1907508"/>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03" name="Rectangle 202">
              <a:extLst>
                <a:ext uri="{FF2B5EF4-FFF2-40B4-BE49-F238E27FC236}">
                  <a16:creationId xmlns:a16="http://schemas.microsoft.com/office/drawing/2014/main" id="{4EDC4868-A1A4-BACD-72B1-AA2422F5A8B5}"/>
                </a:ext>
              </a:extLst>
            </p:cNvPr>
            <p:cNvSpPr>
              <a:spLocks noGrp="1" noRot="1" noMove="1" noResize="1" noEditPoints="1" noAdjustHandles="1" noChangeArrowheads="1" noChangeShapeType="1"/>
            </p:cNvSpPr>
            <p:nvPr userDrawn="1"/>
          </p:nvSpPr>
          <p:spPr>
            <a:xfrm>
              <a:off x="3870387" y="-1907508"/>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04" name="Rectangle 203">
              <a:extLst>
                <a:ext uri="{FF2B5EF4-FFF2-40B4-BE49-F238E27FC236}">
                  <a16:creationId xmlns:a16="http://schemas.microsoft.com/office/drawing/2014/main" id="{B1A62F51-36B2-2E20-CE23-D2CDC11DF845}"/>
                </a:ext>
              </a:extLst>
            </p:cNvPr>
            <p:cNvSpPr>
              <a:spLocks noGrp="1" noRot="1" noMove="1" noResize="1" noEditPoints="1" noAdjustHandles="1" noChangeArrowheads="1" noChangeShapeType="1"/>
            </p:cNvSpPr>
            <p:nvPr userDrawn="1"/>
          </p:nvSpPr>
          <p:spPr>
            <a:xfrm>
              <a:off x="4700268" y="-1907508"/>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05" name="Rectangle 204">
              <a:extLst>
                <a:ext uri="{FF2B5EF4-FFF2-40B4-BE49-F238E27FC236}">
                  <a16:creationId xmlns:a16="http://schemas.microsoft.com/office/drawing/2014/main" id="{D6339BE9-DB79-BABB-8A9D-7152D3200D4A}"/>
                </a:ext>
              </a:extLst>
            </p:cNvPr>
            <p:cNvSpPr>
              <a:spLocks noGrp="1" noRot="1" noMove="1" noResize="1" noEditPoints="1" noAdjustHandles="1" noChangeArrowheads="1" noChangeShapeType="1"/>
            </p:cNvSpPr>
            <p:nvPr userDrawn="1"/>
          </p:nvSpPr>
          <p:spPr>
            <a:xfrm>
              <a:off x="5530149" y="-1907508"/>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06" name="Rectangle 205">
              <a:extLst>
                <a:ext uri="{FF2B5EF4-FFF2-40B4-BE49-F238E27FC236}">
                  <a16:creationId xmlns:a16="http://schemas.microsoft.com/office/drawing/2014/main" id="{D2986CEC-ABC8-676D-3744-FE78A0C5ADC9}"/>
                </a:ext>
              </a:extLst>
            </p:cNvPr>
            <p:cNvSpPr>
              <a:spLocks noGrp="1" noRot="1" noMove="1" noResize="1" noEditPoints="1" noAdjustHandles="1" noChangeArrowheads="1" noChangeShapeType="1"/>
            </p:cNvSpPr>
            <p:nvPr userDrawn="1"/>
          </p:nvSpPr>
          <p:spPr>
            <a:xfrm>
              <a:off x="6360030" y="-1907508"/>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07" name="Rectangle 206">
              <a:extLst>
                <a:ext uri="{FF2B5EF4-FFF2-40B4-BE49-F238E27FC236}">
                  <a16:creationId xmlns:a16="http://schemas.microsoft.com/office/drawing/2014/main" id="{6F2EAC3F-7543-A855-62E6-03530CC6467F}"/>
                </a:ext>
              </a:extLst>
            </p:cNvPr>
            <p:cNvSpPr>
              <a:spLocks noGrp="1" noRot="1" noMove="1" noResize="1" noEditPoints="1" noAdjustHandles="1" noChangeArrowheads="1" noChangeShapeType="1"/>
            </p:cNvSpPr>
            <p:nvPr userDrawn="1"/>
          </p:nvSpPr>
          <p:spPr>
            <a:xfrm>
              <a:off x="7189390" y="-1907508"/>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08" name="Rectangle 207">
              <a:extLst>
                <a:ext uri="{FF2B5EF4-FFF2-40B4-BE49-F238E27FC236}">
                  <a16:creationId xmlns:a16="http://schemas.microsoft.com/office/drawing/2014/main" id="{0F7D7E8C-23CA-53ED-EA38-D5710EB24AFE}"/>
                </a:ext>
              </a:extLst>
            </p:cNvPr>
            <p:cNvSpPr>
              <a:spLocks noGrp="1" noRot="1" noMove="1" noResize="1" noEditPoints="1" noAdjustHandles="1" noChangeArrowheads="1" noChangeShapeType="1"/>
            </p:cNvSpPr>
            <p:nvPr userDrawn="1"/>
          </p:nvSpPr>
          <p:spPr>
            <a:xfrm>
              <a:off x="8019271" y="-1907508"/>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09" name="Rectangle 208">
              <a:extLst>
                <a:ext uri="{FF2B5EF4-FFF2-40B4-BE49-F238E27FC236}">
                  <a16:creationId xmlns:a16="http://schemas.microsoft.com/office/drawing/2014/main" id="{BF8CD587-BEBB-ACBB-9776-8479B5571321}"/>
                </a:ext>
              </a:extLst>
            </p:cNvPr>
            <p:cNvSpPr>
              <a:spLocks noGrp="1" noRot="1" noMove="1" noResize="1" noEditPoints="1" noAdjustHandles="1" noChangeArrowheads="1" noChangeShapeType="1"/>
            </p:cNvSpPr>
            <p:nvPr userDrawn="1"/>
          </p:nvSpPr>
          <p:spPr>
            <a:xfrm>
              <a:off x="8849152" y="-1907508"/>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10" name="Rectangle 209">
              <a:extLst>
                <a:ext uri="{FF2B5EF4-FFF2-40B4-BE49-F238E27FC236}">
                  <a16:creationId xmlns:a16="http://schemas.microsoft.com/office/drawing/2014/main" id="{39119BD7-9984-63E6-1D54-69E5DF99B4E0}"/>
                </a:ext>
              </a:extLst>
            </p:cNvPr>
            <p:cNvSpPr>
              <a:spLocks noGrp="1" noRot="1" noMove="1" noResize="1" noEditPoints="1" noAdjustHandles="1" noChangeArrowheads="1" noChangeShapeType="1"/>
            </p:cNvSpPr>
            <p:nvPr userDrawn="1"/>
          </p:nvSpPr>
          <p:spPr>
            <a:xfrm>
              <a:off x="9679033" y="-1907508"/>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11" name="Rectangle 210">
              <a:extLst>
                <a:ext uri="{FF2B5EF4-FFF2-40B4-BE49-F238E27FC236}">
                  <a16:creationId xmlns:a16="http://schemas.microsoft.com/office/drawing/2014/main" id="{BBFFD609-D889-F38F-5E82-837D444E7D3A}"/>
                </a:ext>
              </a:extLst>
            </p:cNvPr>
            <p:cNvSpPr>
              <a:spLocks noGrp="1" noRot="1" noMove="1" noResize="1" noEditPoints="1" noAdjustHandles="1" noChangeArrowheads="1" noChangeShapeType="1"/>
            </p:cNvSpPr>
            <p:nvPr userDrawn="1"/>
          </p:nvSpPr>
          <p:spPr>
            <a:xfrm>
              <a:off x="550863" y="-1361646"/>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12" name="Rectangle 211">
              <a:extLst>
                <a:ext uri="{FF2B5EF4-FFF2-40B4-BE49-F238E27FC236}">
                  <a16:creationId xmlns:a16="http://schemas.microsoft.com/office/drawing/2014/main" id="{37183694-9986-6E9D-A815-27CE13D200CC}"/>
                </a:ext>
              </a:extLst>
            </p:cNvPr>
            <p:cNvSpPr>
              <a:spLocks noGrp="1" noRot="1" noMove="1" noResize="1" noEditPoints="1" noAdjustHandles="1" noChangeArrowheads="1" noChangeShapeType="1"/>
            </p:cNvSpPr>
            <p:nvPr userDrawn="1"/>
          </p:nvSpPr>
          <p:spPr>
            <a:xfrm>
              <a:off x="1380744" y="-1361646"/>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13" name="Rectangle 212">
              <a:extLst>
                <a:ext uri="{FF2B5EF4-FFF2-40B4-BE49-F238E27FC236}">
                  <a16:creationId xmlns:a16="http://schemas.microsoft.com/office/drawing/2014/main" id="{04E0FA33-003C-0F04-5090-F6A4C9B407B8}"/>
                </a:ext>
              </a:extLst>
            </p:cNvPr>
            <p:cNvSpPr>
              <a:spLocks noGrp="1" noRot="1" noMove="1" noResize="1" noEditPoints="1" noAdjustHandles="1" noChangeArrowheads="1" noChangeShapeType="1"/>
            </p:cNvSpPr>
            <p:nvPr userDrawn="1"/>
          </p:nvSpPr>
          <p:spPr>
            <a:xfrm>
              <a:off x="2210625" y="-1361646"/>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14" name="Rectangle 213">
              <a:extLst>
                <a:ext uri="{FF2B5EF4-FFF2-40B4-BE49-F238E27FC236}">
                  <a16:creationId xmlns:a16="http://schemas.microsoft.com/office/drawing/2014/main" id="{06C389C6-B3E9-7D76-8EA1-20977EEF3931}"/>
                </a:ext>
              </a:extLst>
            </p:cNvPr>
            <p:cNvSpPr>
              <a:spLocks noGrp="1" noRot="1" noMove="1" noResize="1" noEditPoints="1" noAdjustHandles="1" noChangeArrowheads="1" noChangeShapeType="1"/>
            </p:cNvSpPr>
            <p:nvPr userDrawn="1"/>
          </p:nvSpPr>
          <p:spPr>
            <a:xfrm>
              <a:off x="3040506" y="-1361646"/>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15" name="Rectangle 214">
              <a:extLst>
                <a:ext uri="{FF2B5EF4-FFF2-40B4-BE49-F238E27FC236}">
                  <a16:creationId xmlns:a16="http://schemas.microsoft.com/office/drawing/2014/main" id="{778454E8-CC62-7378-4C09-9CE2A0ECEF09}"/>
                </a:ext>
              </a:extLst>
            </p:cNvPr>
            <p:cNvSpPr>
              <a:spLocks noGrp="1" noRot="1" noMove="1" noResize="1" noEditPoints="1" noAdjustHandles="1" noChangeArrowheads="1" noChangeShapeType="1"/>
            </p:cNvSpPr>
            <p:nvPr userDrawn="1"/>
          </p:nvSpPr>
          <p:spPr>
            <a:xfrm>
              <a:off x="3870387" y="-1361646"/>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16" name="Rectangle 215">
              <a:extLst>
                <a:ext uri="{FF2B5EF4-FFF2-40B4-BE49-F238E27FC236}">
                  <a16:creationId xmlns:a16="http://schemas.microsoft.com/office/drawing/2014/main" id="{76AB4CE7-D383-8BC3-7098-A0E09D9EF030}"/>
                </a:ext>
              </a:extLst>
            </p:cNvPr>
            <p:cNvSpPr>
              <a:spLocks noGrp="1" noRot="1" noMove="1" noResize="1" noEditPoints="1" noAdjustHandles="1" noChangeArrowheads="1" noChangeShapeType="1"/>
            </p:cNvSpPr>
            <p:nvPr userDrawn="1"/>
          </p:nvSpPr>
          <p:spPr>
            <a:xfrm>
              <a:off x="4700268" y="-1361646"/>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17" name="Rectangle 216">
              <a:extLst>
                <a:ext uri="{FF2B5EF4-FFF2-40B4-BE49-F238E27FC236}">
                  <a16:creationId xmlns:a16="http://schemas.microsoft.com/office/drawing/2014/main" id="{6233ECF4-2D1F-186F-EAB1-A7E801A04DC0}"/>
                </a:ext>
              </a:extLst>
            </p:cNvPr>
            <p:cNvSpPr>
              <a:spLocks noGrp="1" noRot="1" noMove="1" noResize="1" noEditPoints="1" noAdjustHandles="1" noChangeArrowheads="1" noChangeShapeType="1"/>
            </p:cNvSpPr>
            <p:nvPr userDrawn="1"/>
          </p:nvSpPr>
          <p:spPr>
            <a:xfrm>
              <a:off x="5530149" y="-1361646"/>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18" name="Rectangle 217">
              <a:extLst>
                <a:ext uri="{FF2B5EF4-FFF2-40B4-BE49-F238E27FC236}">
                  <a16:creationId xmlns:a16="http://schemas.microsoft.com/office/drawing/2014/main" id="{38667656-E379-B068-99AD-3E55B7154C1C}"/>
                </a:ext>
              </a:extLst>
            </p:cNvPr>
            <p:cNvSpPr>
              <a:spLocks noGrp="1" noRot="1" noMove="1" noResize="1" noEditPoints="1" noAdjustHandles="1" noChangeArrowheads="1" noChangeShapeType="1"/>
            </p:cNvSpPr>
            <p:nvPr userDrawn="1"/>
          </p:nvSpPr>
          <p:spPr>
            <a:xfrm>
              <a:off x="6360030" y="-1361646"/>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19" name="Rectangle 218">
              <a:extLst>
                <a:ext uri="{FF2B5EF4-FFF2-40B4-BE49-F238E27FC236}">
                  <a16:creationId xmlns:a16="http://schemas.microsoft.com/office/drawing/2014/main" id="{ECDF1114-F2E5-3A47-B873-FF79D7F24D81}"/>
                </a:ext>
              </a:extLst>
            </p:cNvPr>
            <p:cNvSpPr>
              <a:spLocks noGrp="1" noRot="1" noMove="1" noResize="1" noEditPoints="1" noAdjustHandles="1" noChangeArrowheads="1" noChangeShapeType="1"/>
            </p:cNvSpPr>
            <p:nvPr userDrawn="1"/>
          </p:nvSpPr>
          <p:spPr>
            <a:xfrm>
              <a:off x="7189390" y="-1361646"/>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20" name="Rectangle 219">
              <a:extLst>
                <a:ext uri="{FF2B5EF4-FFF2-40B4-BE49-F238E27FC236}">
                  <a16:creationId xmlns:a16="http://schemas.microsoft.com/office/drawing/2014/main" id="{E93CF1F8-506C-9592-3BE1-4BE2EFF11A7C}"/>
                </a:ext>
              </a:extLst>
            </p:cNvPr>
            <p:cNvSpPr>
              <a:spLocks noGrp="1" noRot="1" noMove="1" noResize="1" noEditPoints="1" noAdjustHandles="1" noChangeArrowheads="1" noChangeShapeType="1"/>
            </p:cNvSpPr>
            <p:nvPr userDrawn="1"/>
          </p:nvSpPr>
          <p:spPr>
            <a:xfrm>
              <a:off x="8019271" y="-1361646"/>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21" name="Rectangle 220">
              <a:extLst>
                <a:ext uri="{FF2B5EF4-FFF2-40B4-BE49-F238E27FC236}">
                  <a16:creationId xmlns:a16="http://schemas.microsoft.com/office/drawing/2014/main" id="{2A5E3FF1-7E83-F200-073A-7722B73F35D6}"/>
                </a:ext>
              </a:extLst>
            </p:cNvPr>
            <p:cNvSpPr>
              <a:spLocks noGrp="1" noRot="1" noMove="1" noResize="1" noEditPoints="1" noAdjustHandles="1" noChangeArrowheads="1" noChangeShapeType="1"/>
            </p:cNvSpPr>
            <p:nvPr userDrawn="1"/>
          </p:nvSpPr>
          <p:spPr>
            <a:xfrm>
              <a:off x="8849152" y="-1361646"/>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22" name="Rectangle 221">
              <a:extLst>
                <a:ext uri="{FF2B5EF4-FFF2-40B4-BE49-F238E27FC236}">
                  <a16:creationId xmlns:a16="http://schemas.microsoft.com/office/drawing/2014/main" id="{CDD71647-1F16-681E-00B1-B21139EF9408}"/>
                </a:ext>
              </a:extLst>
            </p:cNvPr>
            <p:cNvSpPr>
              <a:spLocks noGrp="1" noRot="1" noMove="1" noResize="1" noEditPoints="1" noAdjustHandles="1" noChangeArrowheads="1" noChangeShapeType="1"/>
            </p:cNvSpPr>
            <p:nvPr userDrawn="1"/>
          </p:nvSpPr>
          <p:spPr>
            <a:xfrm>
              <a:off x="9679033" y="-1361646"/>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23" name="Rectangle 222">
              <a:extLst>
                <a:ext uri="{FF2B5EF4-FFF2-40B4-BE49-F238E27FC236}">
                  <a16:creationId xmlns:a16="http://schemas.microsoft.com/office/drawing/2014/main" id="{AE6277C0-04DD-578D-D4CB-2B552E918D61}"/>
                </a:ext>
              </a:extLst>
            </p:cNvPr>
            <p:cNvSpPr>
              <a:spLocks noGrp="1" noRot="1" noMove="1" noResize="1" noEditPoints="1" noAdjustHandles="1" noChangeArrowheads="1" noChangeShapeType="1"/>
            </p:cNvSpPr>
            <p:nvPr userDrawn="1"/>
          </p:nvSpPr>
          <p:spPr>
            <a:xfrm>
              <a:off x="550863" y="-815784"/>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24" name="Rectangle 223">
              <a:extLst>
                <a:ext uri="{FF2B5EF4-FFF2-40B4-BE49-F238E27FC236}">
                  <a16:creationId xmlns:a16="http://schemas.microsoft.com/office/drawing/2014/main" id="{557766A9-7B44-CF13-82BE-8843BACBEB2D}"/>
                </a:ext>
              </a:extLst>
            </p:cNvPr>
            <p:cNvSpPr>
              <a:spLocks noGrp="1" noRot="1" noMove="1" noResize="1" noEditPoints="1" noAdjustHandles="1" noChangeArrowheads="1" noChangeShapeType="1"/>
            </p:cNvSpPr>
            <p:nvPr userDrawn="1"/>
          </p:nvSpPr>
          <p:spPr>
            <a:xfrm>
              <a:off x="1380744" y="-815784"/>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25" name="Rectangle 224">
              <a:extLst>
                <a:ext uri="{FF2B5EF4-FFF2-40B4-BE49-F238E27FC236}">
                  <a16:creationId xmlns:a16="http://schemas.microsoft.com/office/drawing/2014/main" id="{52DE6125-7CB8-CAE7-6598-C5A47FDF2AD6}"/>
                </a:ext>
              </a:extLst>
            </p:cNvPr>
            <p:cNvSpPr>
              <a:spLocks noGrp="1" noRot="1" noMove="1" noResize="1" noEditPoints="1" noAdjustHandles="1" noChangeArrowheads="1" noChangeShapeType="1"/>
            </p:cNvSpPr>
            <p:nvPr userDrawn="1"/>
          </p:nvSpPr>
          <p:spPr>
            <a:xfrm>
              <a:off x="2210625" y="-815784"/>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26" name="Rectangle 225">
              <a:extLst>
                <a:ext uri="{FF2B5EF4-FFF2-40B4-BE49-F238E27FC236}">
                  <a16:creationId xmlns:a16="http://schemas.microsoft.com/office/drawing/2014/main" id="{6BC92D12-64E4-1931-D68A-7EF6AB165730}"/>
                </a:ext>
              </a:extLst>
            </p:cNvPr>
            <p:cNvSpPr>
              <a:spLocks noGrp="1" noRot="1" noMove="1" noResize="1" noEditPoints="1" noAdjustHandles="1" noChangeArrowheads="1" noChangeShapeType="1"/>
            </p:cNvSpPr>
            <p:nvPr userDrawn="1"/>
          </p:nvSpPr>
          <p:spPr>
            <a:xfrm>
              <a:off x="3040506" y="-815784"/>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27" name="Rectangle 226">
              <a:extLst>
                <a:ext uri="{FF2B5EF4-FFF2-40B4-BE49-F238E27FC236}">
                  <a16:creationId xmlns:a16="http://schemas.microsoft.com/office/drawing/2014/main" id="{0A640D9D-885D-2B74-AC79-04431E07CE33}"/>
                </a:ext>
              </a:extLst>
            </p:cNvPr>
            <p:cNvSpPr>
              <a:spLocks noGrp="1" noRot="1" noMove="1" noResize="1" noEditPoints="1" noAdjustHandles="1" noChangeArrowheads="1" noChangeShapeType="1"/>
            </p:cNvSpPr>
            <p:nvPr userDrawn="1"/>
          </p:nvSpPr>
          <p:spPr>
            <a:xfrm>
              <a:off x="3870387" y="-815784"/>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28" name="Rectangle 227">
              <a:extLst>
                <a:ext uri="{FF2B5EF4-FFF2-40B4-BE49-F238E27FC236}">
                  <a16:creationId xmlns:a16="http://schemas.microsoft.com/office/drawing/2014/main" id="{AAD5E7D5-1A53-396F-3B39-A7968E828533}"/>
                </a:ext>
              </a:extLst>
            </p:cNvPr>
            <p:cNvSpPr>
              <a:spLocks noGrp="1" noRot="1" noMove="1" noResize="1" noEditPoints="1" noAdjustHandles="1" noChangeArrowheads="1" noChangeShapeType="1"/>
            </p:cNvSpPr>
            <p:nvPr userDrawn="1"/>
          </p:nvSpPr>
          <p:spPr>
            <a:xfrm>
              <a:off x="4700268" y="-815784"/>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29" name="Rectangle 228">
              <a:extLst>
                <a:ext uri="{FF2B5EF4-FFF2-40B4-BE49-F238E27FC236}">
                  <a16:creationId xmlns:a16="http://schemas.microsoft.com/office/drawing/2014/main" id="{0C0A950A-2260-AD2F-8E7A-5CEF6E9EEFF6}"/>
                </a:ext>
              </a:extLst>
            </p:cNvPr>
            <p:cNvSpPr>
              <a:spLocks noGrp="1" noRot="1" noMove="1" noResize="1" noEditPoints="1" noAdjustHandles="1" noChangeArrowheads="1" noChangeShapeType="1"/>
            </p:cNvSpPr>
            <p:nvPr userDrawn="1"/>
          </p:nvSpPr>
          <p:spPr>
            <a:xfrm>
              <a:off x="5530149" y="-815784"/>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30" name="Rectangle 229">
              <a:extLst>
                <a:ext uri="{FF2B5EF4-FFF2-40B4-BE49-F238E27FC236}">
                  <a16:creationId xmlns:a16="http://schemas.microsoft.com/office/drawing/2014/main" id="{FE59E702-036E-509C-3423-F19BA822357F}"/>
                </a:ext>
              </a:extLst>
            </p:cNvPr>
            <p:cNvSpPr>
              <a:spLocks noGrp="1" noRot="1" noMove="1" noResize="1" noEditPoints="1" noAdjustHandles="1" noChangeArrowheads="1" noChangeShapeType="1"/>
            </p:cNvSpPr>
            <p:nvPr userDrawn="1"/>
          </p:nvSpPr>
          <p:spPr>
            <a:xfrm>
              <a:off x="6360030" y="-815784"/>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31" name="Rectangle 230">
              <a:extLst>
                <a:ext uri="{FF2B5EF4-FFF2-40B4-BE49-F238E27FC236}">
                  <a16:creationId xmlns:a16="http://schemas.microsoft.com/office/drawing/2014/main" id="{D8BAF2A9-041F-6EE6-DB76-10EBC4A37E98}"/>
                </a:ext>
              </a:extLst>
            </p:cNvPr>
            <p:cNvSpPr>
              <a:spLocks noGrp="1" noRot="1" noMove="1" noResize="1" noEditPoints="1" noAdjustHandles="1" noChangeArrowheads="1" noChangeShapeType="1"/>
            </p:cNvSpPr>
            <p:nvPr userDrawn="1"/>
          </p:nvSpPr>
          <p:spPr>
            <a:xfrm>
              <a:off x="7189390" y="-815784"/>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32" name="Rectangle 231">
              <a:extLst>
                <a:ext uri="{FF2B5EF4-FFF2-40B4-BE49-F238E27FC236}">
                  <a16:creationId xmlns:a16="http://schemas.microsoft.com/office/drawing/2014/main" id="{C410F055-E471-C4CF-74D3-E0C366D52706}"/>
                </a:ext>
              </a:extLst>
            </p:cNvPr>
            <p:cNvSpPr>
              <a:spLocks noGrp="1" noRot="1" noMove="1" noResize="1" noEditPoints="1" noAdjustHandles="1" noChangeArrowheads="1" noChangeShapeType="1"/>
            </p:cNvSpPr>
            <p:nvPr userDrawn="1"/>
          </p:nvSpPr>
          <p:spPr>
            <a:xfrm>
              <a:off x="8019271" y="-815784"/>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33" name="Rectangle 232">
              <a:extLst>
                <a:ext uri="{FF2B5EF4-FFF2-40B4-BE49-F238E27FC236}">
                  <a16:creationId xmlns:a16="http://schemas.microsoft.com/office/drawing/2014/main" id="{EB833A0E-CE30-54B9-6194-454EB21C5984}"/>
                </a:ext>
              </a:extLst>
            </p:cNvPr>
            <p:cNvSpPr>
              <a:spLocks noGrp="1" noRot="1" noMove="1" noResize="1" noEditPoints="1" noAdjustHandles="1" noChangeArrowheads="1" noChangeShapeType="1"/>
            </p:cNvSpPr>
            <p:nvPr userDrawn="1"/>
          </p:nvSpPr>
          <p:spPr>
            <a:xfrm>
              <a:off x="8849152" y="-815784"/>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34" name="Rectangle 233">
              <a:extLst>
                <a:ext uri="{FF2B5EF4-FFF2-40B4-BE49-F238E27FC236}">
                  <a16:creationId xmlns:a16="http://schemas.microsoft.com/office/drawing/2014/main" id="{EDEFA317-684B-D57B-70BD-632BC65F9321}"/>
                </a:ext>
              </a:extLst>
            </p:cNvPr>
            <p:cNvSpPr>
              <a:spLocks noGrp="1" noRot="1" noMove="1" noResize="1" noEditPoints="1" noAdjustHandles="1" noChangeArrowheads="1" noChangeShapeType="1"/>
            </p:cNvSpPr>
            <p:nvPr userDrawn="1"/>
          </p:nvSpPr>
          <p:spPr>
            <a:xfrm>
              <a:off x="9679033" y="-815784"/>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35" name="Rectangle 234">
              <a:extLst>
                <a:ext uri="{FF2B5EF4-FFF2-40B4-BE49-F238E27FC236}">
                  <a16:creationId xmlns:a16="http://schemas.microsoft.com/office/drawing/2014/main" id="{61A1CAEF-A86D-9BFD-1379-5A85321F139D}"/>
                </a:ext>
              </a:extLst>
            </p:cNvPr>
            <p:cNvSpPr>
              <a:spLocks noGrp="1" noRot="1" noMove="1" noResize="1" noEditPoints="1" noAdjustHandles="1" noChangeArrowheads="1" noChangeShapeType="1"/>
            </p:cNvSpPr>
            <p:nvPr userDrawn="1"/>
          </p:nvSpPr>
          <p:spPr>
            <a:xfrm>
              <a:off x="550863" y="-269922"/>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36" name="Rectangle 235">
              <a:extLst>
                <a:ext uri="{FF2B5EF4-FFF2-40B4-BE49-F238E27FC236}">
                  <a16:creationId xmlns:a16="http://schemas.microsoft.com/office/drawing/2014/main" id="{B0282FCF-29D6-3258-E05D-A56FA5B2ACA7}"/>
                </a:ext>
              </a:extLst>
            </p:cNvPr>
            <p:cNvSpPr>
              <a:spLocks noGrp="1" noRot="1" noMove="1" noResize="1" noEditPoints="1" noAdjustHandles="1" noChangeArrowheads="1" noChangeShapeType="1"/>
            </p:cNvSpPr>
            <p:nvPr userDrawn="1"/>
          </p:nvSpPr>
          <p:spPr>
            <a:xfrm>
              <a:off x="1380744" y="-269922"/>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37" name="Rectangle 236">
              <a:extLst>
                <a:ext uri="{FF2B5EF4-FFF2-40B4-BE49-F238E27FC236}">
                  <a16:creationId xmlns:a16="http://schemas.microsoft.com/office/drawing/2014/main" id="{7DF3917B-128F-8FBE-7352-238ACEBCE359}"/>
                </a:ext>
              </a:extLst>
            </p:cNvPr>
            <p:cNvSpPr>
              <a:spLocks noGrp="1" noRot="1" noMove="1" noResize="1" noEditPoints="1" noAdjustHandles="1" noChangeArrowheads="1" noChangeShapeType="1"/>
            </p:cNvSpPr>
            <p:nvPr userDrawn="1"/>
          </p:nvSpPr>
          <p:spPr>
            <a:xfrm>
              <a:off x="2210625" y="-269922"/>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38" name="Rectangle 237">
              <a:extLst>
                <a:ext uri="{FF2B5EF4-FFF2-40B4-BE49-F238E27FC236}">
                  <a16:creationId xmlns:a16="http://schemas.microsoft.com/office/drawing/2014/main" id="{98C9D4AB-1ABE-5C4E-7D77-8DD7007C9886}"/>
                </a:ext>
              </a:extLst>
            </p:cNvPr>
            <p:cNvSpPr>
              <a:spLocks noGrp="1" noRot="1" noMove="1" noResize="1" noEditPoints="1" noAdjustHandles="1" noChangeArrowheads="1" noChangeShapeType="1"/>
            </p:cNvSpPr>
            <p:nvPr userDrawn="1"/>
          </p:nvSpPr>
          <p:spPr>
            <a:xfrm>
              <a:off x="3040506" y="-269922"/>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39" name="Rectangle 238">
              <a:extLst>
                <a:ext uri="{FF2B5EF4-FFF2-40B4-BE49-F238E27FC236}">
                  <a16:creationId xmlns:a16="http://schemas.microsoft.com/office/drawing/2014/main" id="{8F649420-773F-29B1-AA3C-0054F8FFF618}"/>
                </a:ext>
              </a:extLst>
            </p:cNvPr>
            <p:cNvSpPr>
              <a:spLocks noGrp="1" noRot="1" noMove="1" noResize="1" noEditPoints="1" noAdjustHandles="1" noChangeArrowheads="1" noChangeShapeType="1"/>
            </p:cNvSpPr>
            <p:nvPr userDrawn="1"/>
          </p:nvSpPr>
          <p:spPr>
            <a:xfrm>
              <a:off x="3870387" y="-269922"/>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40" name="Rectangle 239">
              <a:extLst>
                <a:ext uri="{FF2B5EF4-FFF2-40B4-BE49-F238E27FC236}">
                  <a16:creationId xmlns:a16="http://schemas.microsoft.com/office/drawing/2014/main" id="{F4186310-910B-B1FE-04A6-0F689DE05435}"/>
                </a:ext>
              </a:extLst>
            </p:cNvPr>
            <p:cNvSpPr>
              <a:spLocks noGrp="1" noRot="1" noMove="1" noResize="1" noEditPoints="1" noAdjustHandles="1" noChangeArrowheads="1" noChangeShapeType="1"/>
            </p:cNvSpPr>
            <p:nvPr userDrawn="1"/>
          </p:nvSpPr>
          <p:spPr>
            <a:xfrm>
              <a:off x="4700268" y="-269922"/>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41" name="Rectangle 240">
              <a:extLst>
                <a:ext uri="{FF2B5EF4-FFF2-40B4-BE49-F238E27FC236}">
                  <a16:creationId xmlns:a16="http://schemas.microsoft.com/office/drawing/2014/main" id="{04A6F5BB-74F9-64BD-AC93-1D4DFF1AD8C4}"/>
                </a:ext>
              </a:extLst>
            </p:cNvPr>
            <p:cNvSpPr>
              <a:spLocks noGrp="1" noRot="1" noMove="1" noResize="1" noEditPoints="1" noAdjustHandles="1" noChangeArrowheads="1" noChangeShapeType="1"/>
            </p:cNvSpPr>
            <p:nvPr userDrawn="1"/>
          </p:nvSpPr>
          <p:spPr>
            <a:xfrm>
              <a:off x="5530149" y="-269922"/>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42" name="Rectangle 241">
              <a:extLst>
                <a:ext uri="{FF2B5EF4-FFF2-40B4-BE49-F238E27FC236}">
                  <a16:creationId xmlns:a16="http://schemas.microsoft.com/office/drawing/2014/main" id="{7D592AE4-4927-3BEC-492F-2BCDF6E4991A}"/>
                </a:ext>
              </a:extLst>
            </p:cNvPr>
            <p:cNvSpPr>
              <a:spLocks noGrp="1" noRot="1" noMove="1" noResize="1" noEditPoints="1" noAdjustHandles="1" noChangeArrowheads="1" noChangeShapeType="1"/>
            </p:cNvSpPr>
            <p:nvPr userDrawn="1"/>
          </p:nvSpPr>
          <p:spPr>
            <a:xfrm>
              <a:off x="6360030" y="-269922"/>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43" name="Rectangle 242">
              <a:extLst>
                <a:ext uri="{FF2B5EF4-FFF2-40B4-BE49-F238E27FC236}">
                  <a16:creationId xmlns:a16="http://schemas.microsoft.com/office/drawing/2014/main" id="{001CD22F-7231-A437-3BA7-AFC41D31987E}"/>
                </a:ext>
              </a:extLst>
            </p:cNvPr>
            <p:cNvSpPr>
              <a:spLocks noGrp="1" noRot="1" noMove="1" noResize="1" noEditPoints="1" noAdjustHandles="1" noChangeArrowheads="1" noChangeShapeType="1"/>
            </p:cNvSpPr>
            <p:nvPr userDrawn="1"/>
          </p:nvSpPr>
          <p:spPr>
            <a:xfrm>
              <a:off x="7189390" y="-269922"/>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44" name="Rectangle 243">
              <a:extLst>
                <a:ext uri="{FF2B5EF4-FFF2-40B4-BE49-F238E27FC236}">
                  <a16:creationId xmlns:a16="http://schemas.microsoft.com/office/drawing/2014/main" id="{A25747FF-9708-3A7C-A4BD-9B552466173D}"/>
                </a:ext>
              </a:extLst>
            </p:cNvPr>
            <p:cNvSpPr>
              <a:spLocks noGrp="1" noRot="1" noMove="1" noResize="1" noEditPoints="1" noAdjustHandles="1" noChangeArrowheads="1" noChangeShapeType="1"/>
            </p:cNvSpPr>
            <p:nvPr userDrawn="1"/>
          </p:nvSpPr>
          <p:spPr>
            <a:xfrm>
              <a:off x="8019271" y="-269922"/>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45" name="Rectangle 244">
              <a:extLst>
                <a:ext uri="{FF2B5EF4-FFF2-40B4-BE49-F238E27FC236}">
                  <a16:creationId xmlns:a16="http://schemas.microsoft.com/office/drawing/2014/main" id="{4F0C41AC-16ED-83F3-AB02-0F00F2729623}"/>
                </a:ext>
              </a:extLst>
            </p:cNvPr>
            <p:cNvSpPr>
              <a:spLocks noGrp="1" noRot="1" noMove="1" noResize="1" noEditPoints="1" noAdjustHandles="1" noChangeArrowheads="1" noChangeShapeType="1"/>
            </p:cNvSpPr>
            <p:nvPr userDrawn="1"/>
          </p:nvSpPr>
          <p:spPr>
            <a:xfrm>
              <a:off x="8849152" y="-269922"/>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46" name="Rectangle 245">
              <a:extLst>
                <a:ext uri="{FF2B5EF4-FFF2-40B4-BE49-F238E27FC236}">
                  <a16:creationId xmlns:a16="http://schemas.microsoft.com/office/drawing/2014/main" id="{8BE43C14-3B22-9306-D887-3A3FAA99F759}"/>
                </a:ext>
              </a:extLst>
            </p:cNvPr>
            <p:cNvSpPr>
              <a:spLocks noGrp="1" noRot="1" noMove="1" noResize="1" noEditPoints="1" noAdjustHandles="1" noChangeArrowheads="1" noChangeShapeType="1"/>
            </p:cNvSpPr>
            <p:nvPr userDrawn="1"/>
          </p:nvSpPr>
          <p:spPr>
            <a:xfrm>
              <a:off x="9679033" y="-269922"/>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47" name="Rectangle 246">
              <a:extLst>
                <a:ext uri="{FF2B5EF4-FFF2-40B4-BE49-F238E27FC236}">
                  <a16:creationId xmlns:a16="http://schemas.microsoft.com/office/drawing/2014/main" id="{71D44B10-5794-F953-2905-A64D0B893B1D}"/>
                </a:ext>
              </a:extLst>
            </p:cNvPr>
            <p:cNvSpPr>
              <a:spLocks noGrp="1" noRot="1" noMove="1" noResize="1" noEditPoints="1" noAdjustHandles="1" noChangeArrowheads="1" noChangeShapeType="1"/>
            </p:cNvSpPr>
            <p:nvPr userDrawn="1"/>
          </p:nvSpPr>
          <p:spPr>
            <a:xfrm>
              <a:off x="550863" y="275940"/>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48" name="Rectangle 247">
              <a:extLst>
                <a:ext uri="{FF2B5EF4-FFF2-40B4-BE49-F238E27FC236}">
                  <a16:creationId xmlns:a16="http://schemas.microsoft.com/office/drawing/2014/main" id="{6DF200C2-D404-155D-DB2B-70ED7DFBEC82}"/>
                </a:ext>
              </a:extLst>
            </p:cNvPr>
            <p:cNvSpPr>
              <a:spLocks noGrp="1" noRot="1" noMove="1" noResize="1" noEditPoints="1" noAdjustHandles="1" noChangeArrowheads="1" noChangeShapeType="1"/>
            </p:cNvSpPr>
            <p:nvPr userDrawn="1"/>
          </p:nvSpPr>
          <p:spPr>
            <a:xfrm>
              <a:off x="1380744" y="275940"/>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49" name="Rectangle 248">
              <a:extLst>
                <a:ext uri="{FF2B5EF4-FFF2-40B4-BE49-F238E27FC236}">
                  <a16:creationId xmlns:a16="http://schemas.microsoft.com/office/drawing/2014/main" id="{CAA230CE-98D0-6544-F22C-296286A2E958}"/>
                </a:ext>
              </a:extLst>
            </p:cNvPr>
            <p:cNvSpPr>
              <a:spLocks noGrp="1" noRot="1" noMove="1" noResize="1" noEditPoints="1" noAdjustHandles="1" noChangeArrowheads="1" noChangeShapeType="1"/>
            </p:cNvSpPr>
            <p:nvPr userDrawn="1"/>
          </p:nvSpPr>
          <p:spPr>
            <a:xfrm>
              <a:off x="2210625" y="275940"/>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50" name="Rectangle 249">
              <a:extLst>
                <a:ext uri="{FF2B5EF4-FFF2-40B4-BE49-F238E27FC236}">
                  <a16:creationId xmlns:a16="http://schemas.microsoft.com/office/drawing/2014/main" id="{2DD72533-1E7F-E3F0-FBC8-F93052884599}"/>
                </a:ext>
              </a:extLst>
            </p:cNvPr>
            <p:cNvSpPr>
              <a:spLocks noGrp="1" noRot="1" noMove="1" noResize="1" noEditPoints="1" noAdjustHandles="1" noChangeArrowheads="1" noChangeShapeType="1"/>
            </p:cNvSpPr>
            <p:nvPr userDrawn="1"/>
          </p:nvSpPr>
          <p:spPr>
            <a:xfrm>
              <a:off x="3040506" y="275940"/>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51" name="Rectangle 250">
              <a:extLst>
                <a:ext uri="{FF2B5EF4-FFF2-40B4-BE49-F238E27FC236}">
                  <a16:creationId xmlns:a16="http://schemas.microsoft.com/office/drawing/2014/main" id="{F2D35762-347D-2504-83E4-C63C8B67B421}"/>
                </a:ext>
              </a:extLst>
            </p:cNvPr>
            <p:cNvSpPr>
              <a:spLocks noGrp="1" noRot="1" noMove="1" noResize="1" noEditPoints="1" noAdjustHandles="1" noChangeArrowheads="1" noChangeShapeType="1"/>
            </p:cNvSpPr>
            <p:nvPr userDrawn="1"/>
          </p:nvSpPr>
          <p:spPr>
            <a:xfrm>
              <a:off x="3870387" y="275940"/>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52" name="Rectangle 251">
              <a:extLst>
                <a:ext uri="{FF2B5EF4-FFF2-40B4-BE49-F238E27FC236}">
                  <a16:creationId xmlns:a16="http://schemas.microsoft.com/office/drawing/2014/main" id="{17663267-1EF4-A0C1-0EEB-0B521DB80914}"/>
                </a:ext>
              </a:extLst>
            </p:cNvPr>
            <p:cNvSpPr>
              <a:spLocks noGrp="1" noRot="1" noMove="1" noResize="1" noEditPoints="1" noAdjustHandles="1" noChangeArrowheads="1" noChangeShapeType="1"/>
            </p:cNvSpPr>
            <p:nvPr userDrawn="1"/>
          </p:nvSpPr>
          <p:spPr>
            <a:xfrm>
              <a:off x="4700268" y="275940"/>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53" name="Rectangle 252">
              <a:extLst>
                <a:ext uri="{FF2B5EF4-FFF2-40B4-BE49-F238E27FC236}">
                  <a16:creationId xmlns:a16="http://schemas.microsoft.com/office/drawing/2014/main" id="{82D91F84-2020-390D-E9A2-0762469E43C6}"/>
                </a:ext>
              </a:extLst>
            </p:cNvPr>
            <p:cNvSpPr>
              <a:spLocks noGrp="1" noRot="1" noMove="1" noResize="1" noEditPoints="1" noAdjustHandles="1" noChangeArrowheads="1" noChangeShapeType="1"/>
            </p:cNvSpPr>
            <p:nvPr userDrawn="1"/>
          </p:nvSpPr>
          <p:spPr>
            <a:xfrm>
              <a:off x="5530149" y="275940"/>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54" name="Rectangle 253">
              <a:extLst>
                <a:ext uri="{FF2B5EF4-FFF2-40B4-BE49-F238E27FC236}">
                  <a16:creationId xmlns:a16="http://schemas.microsoft.com/office/drawing/2014/main" id="{2C41FD62-CB56-09F0-1283-EB31ED3929B6}"/>
                </a:ext>
              </a:extLst>
            </p:cNvPr>
            <p:cNvSpPr>
              <a:spLocks noGrp="1" noRot="1" noMove="1" noResize="1" noEditPoints="1" noAdjustHandles="1" noChangeArrowheads="1" noChangeShapeType="1"/>
            </p:cNvSpPr>
            <p:nvPr userDrawn="1"/>
          </p:nvSpPr>
          <p:spPr>
            <a:xfrm>
              <a:off x="6360030" y="275940"/>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55" name="Rectangle 254">
              <a:extLst>
                <a:ext uri="{FF2B5EF4-FFF2-40B4-BE49-F238E27FC236}">
                  <a16:creationId xmlns:a16="http://schemas.microsoft.com/office/drawing/2014/main" id="{E11FF9A1-8229-30CC-180D-0A939F0D45DA}"/>
                </a:ext>
              </a:extLst>
            </p:cNvPr>
            <p:cNvSpPr>
              <a:spLocks noGrp="1" noRot="1" noMove="1" noResize="1" noEditPoints="1" noAdjustHandles="1" noChangeArrowheads="1" noChangeShapeType="1"/>
            </p:cNvSpPr>
            <p:nvPr userDrawn="1"/>
          </p:nvSpPr>
          <p:spPr>
            <a:xfrm>
              <a:off x="7189390" y="275940"/>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56" name="Rectangle 255">
              <a:extLst>
                <a:ext uri="{FF2B5EF4-FFF2-40B4-BE49-F238E27FC236}">
                  <a16:creationId xmlns:a16="http://schemas.microsoft.com/office/drawing/2014/main" id="{10977589-BB55-D669-DDC0-355372ADEC96}"/>
                </a:ext>
              </a:extLst>
            </p:cNvPr>
            <p:cNvSpPr>
              <a:spLocks noGrp="1" noRot="1" noMove="1" noResize="1" noEditPoints="1" noAdjustHandles="1" noChangeArrowheads="1" noChangeShapeType="1"/>
            </p:cNvSpPr>
            <p:nvPr userDrawn="1"/>
          </p:nvSpPr>
          <p:spPr>
            <a:xfrm>
              <a:off x="8019271" y="275940"/>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57" name="Rectangle 256">
              <a:extLst>
                <a:ext uri="{FF2B5EF4-FFF2-40B4-BE49-F238E27FC236}">
                  <a16:creationId xmlns:a16="http://schemas.microsoft.com/office/drawing/2014/main" id="{8B11821D-4031-930E-4571-3D2129A7E8FA}"/>
                </a:ext>
              </a:extLst>
            </p:cNvPr>
            <p:cNvSpPr>
              <a:spLocks noGrp="1" noRot="1" noMove="1" noResize="1" noEditPoints="1" noAdjustHandles="1" noChangeArrowheads="1" noChangeShapeType="1"/>
            </p:cNvSpPr>
            <p:nvPr userDrawn="1"/>
          </p:nvSpPr>
          <p:spPr>
            <a:xfrm>
              <a:off x="8849152" y="275940"/>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58" name="Rectangle 257">
              <a:extLst>
                <a:ext uri="{FF2B5EF4-FFF2-40B4-BE49-F238E27FC236}">
                  <a16:creationId xmlns:a16="http://schemas.microsoft.com/office/drawing/2014/main" id="{D5B68D48-25B4-FB66-E31A-F9AFE83108E7}"/>
                </a:ext>
              </a:extLst>
            </p:cNvPr>
            <p:cNvSpPr>
              <a:spLocks noGrp="1" noRot="1" noMove="1" noResize="1" noEditPoints="1" noAdjustHandles="1" noChangeArrowheads="1" noChangeShapeType="1"/>
            </p:cNvSpPr>
            <p:nvPr userDrawn="1"/>
          </p:nvSpPr>
          <p:spPr>
            <a:xfrm>
              <a:off x="9679033" y="275940"/>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59" name="Rectangle 258">
              <a:extLst>
                <a:ext uri="{FF2B5EF4-FFF2-40B4-BE49-F238E27FC236}">
                  <a16:creationId xmlns:a16="http://schemas.microsoft.com/office/drawing/2014/main" id="{0905D6E9-A8BF-F338-3717-79990F3D5CA4}"/>
                </a:ext>
              </a:extLst>
            </p:cNvPr>
            <p:cNvSpPr>
              <a:spLocks noGrp="1" noRot="1" noMove="1" noResize="1" noEditPoints="1" noAdjustHandles="1" noChangeArrowheads="1" noChangeShapeType="1"/>
            </p:cNvSpPr>
            <p:nvPr userDrawn="1"/>
          </p:nvSpPr>
          <p:spPr>
            <a:xfrm>
              <a:off x="550863" y="822205"/>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60" name="Rectangle 259">
              <a:extLst>
                <a:ext uri="{FF2B5EF4-FFF2-40B4-BE49-F238E27FC236}">
                  <a16:creationId xmlns:a16="http://schemas.microsoft.com/office/drawing/2014/main" id="{26392015-E260-8720-DD53-7D9AE9342AD8}"/>
                </a:ext>
              </a:extLst>
            </p:cNvPr>
            <p:cNvSpPr>
              <a:spLocks noGrp="1" noRot="1" noMove="1" noResize="1" noEditPoints="1" noAdjustHandles="1" noChangeArrowheads="1" noChangeShapeType="1"/>
            </p:cNvSpPr>
            <p:nvPr userDrawn="1"/>
          </p:nvSpPr>
          <p:spPr>
            <a:xfrm>
              <a:off x="1380744" y="822205"/>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61" name="Rectangle 260">
              <a:extLst>
                <a:ext uri="{FF2B5EF4-FFF2-40B4-BE49-F238E27FC236}">
                  <a16:creationId xmlns:a16="http://schemas.microsoft.com/office/drawing/2014/main" id="{4C8EAD03-F4EE-0CEA-F48E-470E9E374C29}"/>
                </a:ext>
              </a:extLst>
            </p:cNvPr>
            <p:cNvSpPr>
              <a:spLocks noGrp="1" noRot="1" noMove="1" noResize="1" noEditPoints="1" noAdjustHandles="1" noChangeArrowheads="1" noChangeShapeType="1"/>
            </p:cNvSpPr>
            <p:nvPr userDrawn="1"/>
          </p:nvSpPr>
          <p:spPr>
            <a:xfrm>
              <a:off x="2210625" y="822205"/>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62" name="Rectangle 261">
              <a:extLst>
                <a:ext uri="{FF2B5EF4-FFF2-40B4-BE49-F238E27FC236}">
                  <a16:creationId xmlns:a16="http://schemas.microsoft.com/office/drawing/2014/main" id="{2CC88048-05E0-71C1-2769-80CAEA75BA0D}"/>
                </a:ext>
              </a:extLst>
            </p:cNvPr>
            <p:cNvSpPr>
              <a:spLocks noGrp="1" noRot="1" noMove="1" noResize="1" noEditPoints="1" noAdjustHandles="1" noChangeArrowheads="1" noChangeShapeType="1"/>
            </p:cNvSpPr>
            <p:nvPr userDrawn="1"/>
          </p:nvSpPr>
          <p:spPr>
            <a:xfrm>
              <a:off x="3040506" y="822205"/>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63" name="Rectangle 262">
              <a:extLst>
                <a:ext uri="{FF2B5EF4-FFF2-40B4-BE49-F238E27FC236}">
                  <a16:creationId xmlns:a16="http://schemas.microsoft.com/office/drawing/2014/main" id="{90154FF0-E159-6521-5809-83D361577F71}"/>
                </a:ext>
              </a:extLst>
            </p:cNvPr>
            <p:cNvSpPr>
              <a:spLocks noGrp="1" noRot="1" noMove="1" noResize="1" noEditPoints="1" noAdjustHandles="1" noChangeArrowheads="1" noChangeShapeType="1"/>
            </p:cNvSpPr>
            <p:nvPr userDrawn="1"/>
          </p:nvSpPr>
          <p:spPr>
            <a:xfrm>
              <a:off x="3870387" y="822205"/>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64" name="Rectangle 263">
              <a:extLst>
                <a:ext uri="{FF2B5EF4-FFF2-40B4-BE49-F238E27FC236}">
                  <a16:creationId xmlns:a16="http://schemas.microsoft.com/office/drawing/2014/main" id="{F8CFD524-2D6F-07F5-3DB0-5D68D033AE6E}"/>
                </a:ext>
              </a:extLst>
            </p:cNvPr>
            <p:cNvSpPr>
              <a:spLocks noGrp="1" noRot="1" noMove="1" noResize="1" noEditPoints="1" noAdjustHandles="1" noChangeArrowheads="1" noChangeShapeType="1"/>
            </p:cNvSpPr>
            <p:nvPr userDrawn="1"/>
          </p:nvSpPr>
          <p:spPr>
            <a:xfrm>
              <a:off x="4700268" y="822205"/>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65" name="Rectangle 264">
              <a:extLst>
                <a:ext uri="{FF2B5EF4-FFF2-40B4-BE49-F238E27FC236}">
                  <a16:creationId xmlns:a16="http://schemas.microsoft.com/office/drawing/2014/main" id="{0810053B-76AA-15EB-5EFD-33456963A1B3}"/>
                </a:ext>
              </a:extLst>
            </p:cNvPr>
            <p:cNvSpPr>
              <a:spLocks noGrp="1" noRot="1" noMove="1" noResize="1" noEditPoints="1" noAdjustHandles="1" noChangeArrowheads="1" noChangeShapeType="1"/>
            </p:cNvSpPr>
            <p:nvPr userDrawn="1"/>
          </p:nvSpPr>
          <p:spPr>
            <a:xfrm>
              <a:off x="5530149" y="822205"/>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66" name="Rectangle 265">
              <a:extLst>
                <a:ext uri="{FF2B5EF4-FFF2-40B4-BE49-F238E27FC236}">
                  <a16:creationId xmlns:a16="http://schemas.microsoft.com/office/drawing/2014/main" id="{CE453DEF-F8CB-0A67-2636-475856A1FED0}"/>
                </a:ext>
              </a:extLst>
            </p:cNvPr>
            <p:cNvSpPr>
              <a:spLocks noGrp="1" noRot="1" noMove="1" noResize="1" noEditPoints="1" noAdjustHandles="1" noChangeArrowheads="1" noChangeShapeType="1"/>
            </p:cNvSpPr>
            <p:nvPr userDrawn="1"/>
          </p:nvSpPr>
          <p:spPr>
            <a:xfrm>
              <a:off x="6360030" y="822205"/>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67" name="Rectangle 266">
              <a:extLst>
                <a:ext uri="{FF2B5EF4-FFF2-40B4-BE49-F238E27FC236}">
                  <a16:creationId xmlns:a16="http://schemas.microsoft.com/office/drawing/2014/main" id="{8C7DC0F4-9BDF-D3D5-7A09-B1AFCD3E3DD1}"/>
                </a:ext>
              </a:extLst>
            </p:cNvPr>
            <p:cNvSpPr>
              <a:spLocks noGrp="1" noRot="1" noMove="1" noResize="1" noEditPoints="1" noAdjustHandles="1" noChangeArrowheads="1" noChangeShapeType="1"/>
            </p:cNvSpPr>
            <p:nvPr userDrawn="1"/>
          </p:nvSpPr>
          <p:spPr>
            <a:xfrm>
              <a:off x="7189390" y="822205"/>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68" name="Rectangle 267">
              <a:extLst>
                <a:ext uri="{FF2B5EF4-FFF2-40B4-BE49-F238E27FC236}">
                  <a16:creationId xmlns:a16="http://schemas.microsoft.com/office/drawing/2014/main" id="{A94F5C9F-F0B3-5566-8AF1-348DC19C78C9}"/>
                </a:ext>
              </a:extLst>
            </p:cNvPr>
            <p:cNvSpPr>
              <a:spLocks noGrp="1" noRot="1" noMove="1" noResize="1" noEditPoints="1" noAdjustHandles="1" noChangeArrowheads="1" noChangeShapeType="1"/>
            </p:cNvSpPr>
            <p:nvPr userDrawn="1"/>
          </p:nvSpPr>
          <p:spPr>
            <a:xfrm>
              <a:off x="8019271" y="822205"/>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69" name="Rectangle 268">
              <a:extLst>
                <a:ext uri="{FF2B5EF4-FFF2-40B4-BE49-F238E27FC236}">
                  <a16:creationId xmlns:a16="http://schemas.microsoft.com/office/drawing/2014/main" id="{9684F7F3-962B-7E2A-2B62-0E413CDF401D}"/>
                </a:ext>
              </a:extLst>
            </p:cNvPr>
            <p:cNvSpPr>
              <a:spLocks noGrp="1" noRot="1" noMove="1" noResize="1" noEditPoints="1" noAdjustHandles="1" noChangeArrowheads="1" noChangeShapeType="1"/>
            </p:cNvSpPr>
            <p:nvPr userDrawn="1"/>
          </p:nvSpPr>
          <p:spPr>
            <a:xfrm>
              <a:off x="8849152" y="822205"/>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70" name="Rectangle 269">
              <a:extLst>
                <a:ext uri="{FF2B5EF4-FFF2-40B4-BE49-F238E27FC236}">
                  <a16:creationId xmlns:a16="http://schemas.microsoft.com/office/drawing/2014/main" id="{01F59E92-4648-AE86-2A62-248888B5B377}"/>
                </a:ext>
              </a:extLst>
            </p:cNvPr>
            <p:cNvSpPr>
              <a:spLocks noGrp="1" noRot="1" noMove="1" noResize="1" noEditPoints="1" noAdjustHandles="1" noChangeArrowheads="1" noChangeShapeType="1"/>
            </p:cNvSpPr>
            <p:nvPr userDrawn="1"/>
          </p:nvSpPr>
          <p:spPr>
            <a:xfrm>
              <a:off x="9679033" y="822205"/>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71" name="Rectangle 270">
              <a:extLst>
                <a:ext uri="{FF2B5EF4-FFF2-40B4-BE49-F238E27FC236}">
                  <a16:creationId xmlns:a16="http://schemas.microsoft.com/office/drawing/2014/main" id="{F0121BF1-266A-40D8-6B0B-768391CE2183}"/>
                </a:ext>
              </a:extLst>
            </p:cNvPr>
            <p:cNvSpPr>
              <a:spLocks noGrp="1" noRot="1" noMove="1" noResize="1" noEditPoints="1" noAdjustHandles="1" noChangeArrowheads="1" noChangeShapeType="1"/>
            </p:cNvSpPr>
            <p:nvPr userDrawn="1"/>
          </p:nvSpPr>
          <p:spPr>
            <a:xfrm>
              <a:off x="550863" y="1368067"/>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72" name="Rectangle 271">
              <a:extLst>
                <a:ext uri="{FF2B5EF4-FFF2-40B4-BE49-F238E27FC236}">
                  <a16:creationId xmlns:a16="http://schemas.microsoft.com/office/drawing/2014/main" id="{2D91AA7C-36D2-781B-4DA9-71CD0E746EC3}"/>
                </a:ext>
              </a:extLst>
            </p:cNvPr>
            <p:cNvSpPr>
              <a:spLocks noGrp="1" noRot="1" noMove="1" noResize="1" noEditPoints="1" noAdjustHandles="1" noChangeArrowheads="1" noChangeShapeType="1"/>
            </p:cNvSpPr>
            <p:nvPr userDrawn="1"/>
          </p:nvSpPr>
          <p:spPr>
            <a:xfrm>
              <a:off x="1380744" y="1368067"/>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73" name="Rectangle 272">
              <a:extLst>
                <a:ext uri="{FF2B5EF4-FFF2-40B4-BE49-F238E27FC236}">
                  <a16:creationId xmlns:a16="http://schemas.microsoft.com/office/drawing/2014/main" id="{C8ADA6F4-98F1-AED6-EEE1-3FCB0CC0BA21}"/>
                </a:ext>
              </a:extLst>
            </p:cNvPr>
            <p:cNvSpPr>
              <a:spLocks noGrp="1" noRot="1" noMove="1" noResize="1" noEditPoints="1" noAdjustHandles="1" noChangeArrowheads="1" noChangeShapeType="1"/>
            </p:cNvSpPr>
            <p:nvPr userDrawn="1"/>
          </p:nvSpPr>
          <p:spPr>
            <a:xfrm>
              <a:off x="2210625" y="1368067"/>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74" name="Rectangle 273">
              <a:extLst>
                <a:ext uri="{FF2B5EF4-FFF2-40B4-BE49-F238E27FC236}">
                  <a16:creationId xmlns:a16="http://schemas.microsoft.com/office/drawing/2014/main" id="{0E3EF6D6-F413-BEAB-BE07-D58981A741B1}"/>
                </a:ext>
              </a:extLst>
            </p:cNvPr>
            <p:cNvSpPr>
              <a:spLocks noGrp="1" noRot="1" noMove="1" noResize="1" noEditPoints="1" noAdjustHandles="1" noChangeArrowheads="1" noChangeShapeType="1"/>
            </p:cNvSpPr>
            <p:nvPr userDrawn="1"/>
          </p:nvSpPr>
          <p:spPr>
            <a:xfrm>
              <a:off x="3040506" y="1368067"/>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75" name="Rectangle 274">
              <a:extLst>
                <a:ext uri="{FF2B5EF4-FFF2-40B4-BE49-F238E27FC236}">
                  <a16:creationId xmlns:a16="http://schemas.microsoft.com/office/drawing/2014/main" id="{0D7E708E-84F6-5C1C-10A5-7863A42A3E08}"/>
                </a:ext>
              </a:extLst>
            </p:cNvPr>
            <p:cNvSpPr>
              <a:spLocks noGrp="1" noRot="1" noMove="1" noResize="1" noEditPoints="1" noAdjustHandles="1" noChangeArrowheads="1" noChangeShapeType="1"/>
            </p:cNvSpPr>
            <p:nvPr userDrawn="1"/>
          </p:nvSpPr>
          <p:spPr>
            <a:xfrm>
              <a:off x="3870387" y="1368067"/>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76" name="Rectangle 275">
              <a:extLst>
                <a:ext uri="{FF2B5EF4-FFF2-40B4-BE49-F238E27FC236}">
                  <a16:creationId xmlns:a16="http://schemas.microsoft.com/office/drawing/2014/main" id="{9C764439-D291-F8DF-C56A-75C0AE5B272C}"/>
                </a:ext>
              </a:extLst>
            </p:cNvPr>
            <p:cNvSpPr>
              <a:spLocks noGrp="1" noRot="1" noMove="1" noResize="1" noEditPoints="1" noAdjustHandles="1" noChangeArrowheads="1" noChangeShapeType="1"/>
            </p:cNvSpPr>
            <p:nvPr userDrawn="1"/>
          </p:nvSpPr>
          <p:spPr>
            <a:xfrm>
              <a:off x="4700268" y="1368067"/>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77" name="Rectangle 276">
              <a:extLst>
                <a:ext uri="{FF2B5EF4-FFF2-40B4-BE49-F238E27FC236}">
                  <a16:creationId xmlns:a16="http://schemas.microsoft.com/office/drawing/2014/main" id="{00AEB3EA-3ED4-E674-6163-3589EE675032}"/>
                </a:ext>
              </a:extLst>
            </p:cNvPr>
            <p:cNvSpPr>
              <a:spLocks noGrp="1" noRot="1" noMove="1" noResize="1" noEditPoints="1" noAdjustHandles="1" noChangeArrowheads="1" noChangeShapeType="1"/>
            </p:cNvSpPr>
            <p:nvPr userDrawn="1"/>
          </p:nvSpPr>
          <p:spPr>
            <a:xfrm>
              <a:off x="5530149" y="1368067"/>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78" name="Rectangle 277">
              <a:extLst>
                <a:ext uri="{FF2B5EF4-FFF2-40B4-BE49-F238E27FC236}">
                  <a16:creationId xmlns:a16="http://schemas.microsoft.com/office/drawing/2014/main" id="{CB48C6E6-B6D9-A588-7336-037FD8A250E5}"/>
                </a:ext>
              </a:extLst>
            </p:cNvPr>
            <p:cNvSpPr>
              <a:spLocks noGrp="1" noRot="1" noMove="1" noResize="1" noEditPoints="1" noAdjustHandles="1" noChangeArrowheads="1" noChangeShapeType="1"/>
            </p:cNvSpPr>
            <p:nvPr userDrawn="1"/>
          </p:nvSpPr>
          <p:spPr>
            <a:xfrm>
              <a:off x="6360030" y="1368067"/>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79" name="Rectangle 278">
              <a:extLst>
                <a:ext uri="{FF2B5EF4-FFF2-40B4-BE49-F238E27FC236}">
                  <a16:creationId xmlns:a16="http://schemas.microsoft.com/office/drawing/2014/main" id="{0BF833EE-53C9-B54E-E0CB-66EDF9A9AD38}"/>
                </a:ext>
              </a:extLst>
            </p:cNvPr>
            <p:cNvSpPr>
              <a:spLocks noGrp="1" noRot="1" noMove="1" noResize="1" noEditPoints="1" noAdjustHandles="1" noChangeArrowheads="1" noChangeShapeType="1"/>
            </p:cNvSpPr>
            <p:nvPr userDrawn="1"/>
          </p:nvSpPr>
          <p:spPr>
            <a:xfrm>
              <a:off x="7189390" y="1368067"/>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80" name="Rectangle 279">
              <a:extLst>
                <a:ext uri="{FF2B5EF4-FFF2-40B4-BE49-F238E27FC236}">
                  <a16:creationId xmlns:a16="http://schemas.microsoft.com/office/drawing/2014/main" id="{13A0769C-4B5B-73EA-6BE7-6CF42480178E}"/>
                </a:ext>
              </a:extLst>
            </p:cNvPr>
            <p:cNvSpPr>
              <a:spLocks noGrp="1" noRot="1" noMove="1" noResize="1" noEditPoints="1" noAdjustHandles="1" noChangeArrowheads="1" noChangeShapeType="1"/>
            </p:cNvSpPr>
            <p:nvPr userDrawn="1"/>
          </p:nvSpPr>
          <p:spPr>
            <a:xfrm>
              <a:off x="8019271" y="1368067"/>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81" name="Rectangle 280">
              <a:extLst>
                <a:ext uri="{FF2B5EF4-FFF2-40B4-BE49-F238E27FC236}">
                  <a16:creationId xmlns:a16="http://schemas.microsoft.com/office/drawing/2014/main" id="{8B969E10-824B-AFB5-33F8-C2BBC638245E}"/>
                </a:ext>
              </a:extLst>
            </p:cNvPr>
            <p:cNvSpPr>
              <a:spLocks noGrp="1" noRot="1" noMove="1" noResize="1" noEditPoints="1" noAdjustHandles="1" noChangeArrowheads="1" noChangeShapeType="1"/>
            </p:cNvSpPr>
            <p:nvPr userDrawn="1"/>
          </p:nvSpPr>
          <p:spPr>
            <a:xfrm>
              <a:off x="8849152" y="1368067"/>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82" name="Rectangle 281">
              <a:extLst>
                <a:ext uri="{FF2B5EF4-FFF2-40B4-BE49-F238E27FC236}">
                  <a16:creationId xmlns:a16="http://schemas.microsoft.com/office/drawing/2014/main" id="{9E1468E1-F26D-A220-6981-BDA13150B5AF}"/>
                </a:ext>
              </a:extLst>
            </p:cNvPr>
            <p:cNvSpPr>
              <a:spLocks noGrp="1" noRot="1" noMove="1" noResize="1" noEditPoints="1" noAdjustHandles="1" noChangeArrowheads="1" noChangeShapeType="1"/>
            </p:cNvSpPr>
            <p:nvPr userDrawn="1"/>
          </p:nvSpPr>
          <p:spPr>
            <a:xfrm>
              <a:off x="9679033" y="1368067"/>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83" name="Rectangle 282">
              <a:extLst>
                <a:ext uri="{FF2B5EF4-FFF2-40B4-BE49-F238E27FC236}">
                  <a16:creationId xmlns:a16="http://schemas.microsoft.com/office/drawing/2014/main" id="{05D3C090-8951-E5E9-313C-4A92F6FDE784}"/>
                </a:ext>
              </a:extLst>
            </p:cNvPr>
            <p:cNvSpPr>
              <a:spLocks noGrp="1" noRot="1" noMove="1" noResize="1" noEditPoints="1" noAdjustHandles="1" noChangeArrowheads="1" noChangeShapeType="1"/>
            </p:cNvSpPr>
            <p:nvPr userDrawn="1"/>
          </p:nvSpPr>
          <p:spPr>
            <a:xfrm>
              <a:off x="550863" y="1913929"/>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84" name="Rectangle 283">
              <a:extLst>
                <a:ext uri="{FF2B5EF4-FFF2-40B4-BE49-F238E27FC236}">
                  <a16:creationId xmlns:a16="http://schemas.microsoft.com/office/drawing/2014/main" id="{EAF600D9-649D-A1C3-8992-445C7A7DFD5D}"/>
                </a:ext>
              </a:extLst>
            </p:cNvPr>
            <p:cNvSpPr>
              <a:spLocks noGrp="1" noRot="1" noMove="1" noResize="1" noEditPoints="1" noAdjustHandles="1" noChangeArrowheads="1" noChangeShapeType="1"/>
            </p:cNvSpPr>
            <p:nvPr userDrawn="1"/>
          </p:nvSpPr>
          <p:spPr>
            <a:xfrm>
              <a:off x="1380744" y="1913929"/>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85" name="Rectangle 284">
              <a:extLst>
                <a:ext uri="{FF2B5EF4-FFF2-40B4-BE49-F238E27FC236}">
                  <a16:creationId xmlns:a16="http://schemas.microsoft.com/office/drawing/2014/main" id="{836E1036-3C96-385A-2190-31DC614D7FAC}"/>
                </a:ext>
              </a:extLst>
            </p:cNvPr>
            <p:cNvSpPr>
              <a:spLocks noGrp="1" noRot="1" noMove="1" noResize="1" noEditPoints="1" noAdjustHandles="1" noChangeArrowheads="1" noChangeShapeType="1"/>
            </p:cNvSpPr>
            <p:nvPr userDrawn="1"/>
          </p:nvSpPr>
          <p:spPr>
            <a:xfrm>
              <a:off x="2210625" y="1913929"/>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86" name="Rectangle 285">
              <a:extLst>
                <a:ext uri="{FF2B5EF4-FFF2-40B4-BE49-F238E27FC236}">
                  <a16:creationId xmlns:a16="http://schemas.microsoft.com/office/drawing/2014/main" id="{78FF353D-6C9C-8659-B21D-AFDDEB85B679}"/>
                </a:ext>
              </a:extLst>
            </p:cNvPr>
            <p:cNvSpPr>
              <a:spLocks noGrp="1" noRot="1" noMove="1" noResize="1" noEditPoints="1" noAdjustHandles="1" noChangeArrowheads="1" noChangeShapeType="1"/>
            </p:cNvSpPr>
            <p:nvPr userDrawn="1"/>
          </p:nvSpPr>
          <p:spPr>
            <a:xfrm>
              <a:off x="3040506" y="1913929"/>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87" name="Rectangle 286">
              <a:extLst>
                <a:ext uri="{FF2B5EF4-FFF2-40B4-BE49-F238E27FC236}">
                  <a16:creationId xmlns:a16="http://schemas.microsoft.com/office/drawing/2014/main" id="{A45BF626-A346-4731-6990-681D5E80D89E}"/>
                </a:ext>
              </a:extLst>
            </p:cNvPr>
            <p:cNvSpPr>
              <a:spLocks noGrp="1" noRot="1" noMove="1" noResize="1" noEditPoints="1" noAdjustHandles="1" noChangeArrowheads="1" noChangeShapeType="1"/>
            </p:cNvSpPr>
            <p:nvPr userDrawn="1"/>
          </p:nvSpPr>
          <p:spPr>
            <a:xfrm>
              <a:off x="3870387" y="1913929"/>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88" name="Rectangle 287">
              <a:extLst>
                <a:ext uri="{FF2B5EF4-FFF2-40B4-BE49-F238E27FC236}">
                  <a16:creationId xmlns:a16="http://schemas.microsoft.com/office/drawing/2014/main" id="{0C891F23-A305-CA04-D0AB-E8323D8C33DD}"/>
                </a:ext>
              </a:extLst>
            </p:cNvPr>
            <p:cNvSpPr>
              <a:spLocks noGrp="1" noRot="1" noMove="1" noResize="1" noEditPoints="1" noAdjustHandles="1" noChangeArrowheads="1" noChangeShapeType="1"/>
            </p:cNvSpPr>
            <p:nvPr userDrawn="1"/>
          </p:nvSpPr>
          <p:spPr>
            <a:xfrm>
              <a:off x="4700268" y="1913929"/>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89" name="Rectangle 288">
              <a:extLst>
                <a:ext uri="{FF2B5EF4-FFF2-40B4-BE49-F238E27FC236}">
                  <a16:creationId xmlns:a16="http://schemas.microsoft.com/office/drawing/2014/main" id="{FA7E8AF9-A599-AF60-7CF9-59F29A5E6AA0}"/>
                </a:ext>
              </a:extLst>
            </p:cNvPr>
            <p:cNvSpPr>
              <a:spLocks noGrp="1" noRot="1" noMove="1" noResize="1" noEditPoints="1" noAdjustHandles="1" noChangeArrowheads="1" noChangeShapeType="1"/>
            </p:cNvSpPr>
            <p:nvPr userDrawn="1"/>
          </p:nvSpPr>
          <p:spPr>
            <a:xfrm>
              <a:off x="5530149" y="1913929"/>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90" name="Rectangle 289">
              <a:extLst>
                <a:ext uri="{FF2B5EF4-FFF2-40B4-BE49-F238E27FC236}">
                  <a16:creationId xmlns:a16="http://schemas.microsoft.com/office/drawing/2014/main" id="{CE0F8B2F-9AE4-40B8-A959-A493E83BF5E7}"/>
                </a:ext>
              </a:extLst>
            </p:cNvPr>
            <p:cNvSpPr>
              <a:spLocks noGrp="1" noRot="1" noMove="1" noResize="1" noEditPoints="1" noAdjustHandles="1" noChangeArrowheads="1" noChangeShapeType="1"/>
            </p:cNvSpPr>
            <p:nvPr userDrawn="1"/>
          </p:nvSpPr>
          <p:spPr>
            <a:xfrm>
              <a:off x="6360030" y="1913929"/>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91" name="Rectangle 290">
              <a:extLst>
                <a:ext uri="{FF2B5EF4-FFF2-40B4-BE49-F238E27FC236}">
                  <a16:creationId xmlns:a16="http://schemas.microsoft.com/office/drawing/2014/main" id="{544AB61D-8CF5-9BE2-001C-D867B8BF3A24}"/>
                </a:ext>
              </a:extLst>
            </p:cNvPr>
            <p:cNvSpPr>
              <a:spLocks noGrp="1" noRot="1" noMove="1" noResize="1" noEditPoints="1" noAdjustHandles="1" noChangeArrowheads="1" noChangeShapeType="1"/>
            </p:cNvSpPr>
            <p:nvPr userDrawn="1"/>
          </p:nvSpPr>
          <p:spPr>
            <a:xfrm>
              <a:off x="7189390" y="1913929"/>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92" name="Rectangle 291">
              <a:extLst>
                <a:ext uri="{FF2B5EF4-FFF2-40B4-BE49-F238E27FC236}">
                  <a16:creationId xmlns:a16="http://schemas.microsoft.com/office/drawing/2014/main" id="{7DE1D1D6-1063-01B7-6F95-D16A941731DF}"/>
                </a:ext>
              </a:extLst>
            </p:cNvPr>
            <p:cNvSpPr>
              <a:spLocks noGrp="1" noRot="1" noMove="1" noResize="1" noEditPoints="1" noAdjustHandles="1" noChangeArrowheads="1" noChangeShapeType="1"/>
            </p:cNvSpPr>
            <p:nvPr userDrawn="1"/>
          </p:nvSpPr>
          <p:spPr>
            <a:xfrm>
              <a:off x="8019271" y="1913929"/>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93" name="Rectangle 292">
              <a:extLst>
                <a:ext uri="{FF2B5EF4-FFF2-40B4-BE49-F238E27FC236}">
                  <a16:creationId xmlns:a16="http://schemas.microsoft.com/office/drawing/2014/main" id="{F7690B55-15BB-7811-DFE2-A8A22F069A7F}"/>
                </a:ext>
              </a:extLst>
            </p:cNvPr>
            <p:cNvSpPr>
              <a:spLocks noGrp="1" noRot="1" noMove="1" noResize="1" noEditPoints="1" noAdjustHandles="1" noChangeArrowheads="1" noChangeShapeType="1"/>
            </p:cNvSpPr>
            <p:nvPr userDrawn="1"/>
          </p:nvSpPr>
          <p:spPr>
            <a:xfrm>
              <a:off x="8849152" y="1913929"/>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94" name="Rectangle 293">
              <a:extLst>
                <a:ext uri="{FF2B5EF4-FFF2-40B4-BE49-F238E27FC236}">
                  <a16:creationId xmlns:a16="http://schemas.microsoft.com/office/drawing/2014/main" id="{98404837-5CD1-DCBD-D393-A0347D4DCE39}"/>
                </a:ext>
              </a:extLst>
            </p:cNvPr>
            <p:cNvSpPr>
              <a:spLocks noGrp="1" noRot="1" noMove="1" noResize="1" noEditPoints="1" noAdjustHandles="1" noChangeArrowheads="1" noChangeShapeType="1"/>
            </p:cNvSpPr>
            <p:nvPr userDrawn="1"/>
          </p:nvSpPr>
          <p:spPr>
            <a:xfrm>
              <a:off x="9679033" y="1913929"/>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95" name="Rectangle 294">
              <a:extLst>
                <a:ext uri="{FF2B5EF4-FFF2-40B4-BE49-F238E27FC236}">
                  <a16:creationId xmlns:a16="http://schemas.microsoft.com/office/drawing/2014/main" id="{3336EB02-4BC7-8E85-34DD-F29E9A19C590}"/>
                </a:ext>
              </a:extLst>
            </p:cNvPr>
            <p:cNvSpPr>
              <a:spLocks noGrp="1" noRot="1" noMove="1" noResize="1" noEditPoints="1" noAdjustHandles="1" noChangeArrowheads="1" noChangeShapeType="1"/>
            </p:cNvSpPr>
            <p:nvPr userDrawn="1"/>
          </p:nvSpPr>
          <p:spPr>
            <a:xfrm>
              <a:off x="550863" y="2459791"/>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96" name="Rectangle 295">
              <a:extLst>
                <a:ext uri="{FF2B5EF4-FFF2-40B4-BE49-F238E27FC236}">
                  <a16:creationId xmlns:a16="http://schemas.microsoft.com/office/drawing/2014/main" id="{2D37C68A-7BAF-B7F3-67D5-25B3FE7B777E}"/>
                </a:ext>
              </a:extLst>
            </p:cNvPr>
            <p:cNvSpPr>
              <a:spLocks noGrp="1" noRot="1" noMove="1" noResize="1" noEditPoints="1" noAdjustHandles="1" noChangeArrowheads="1" noChangeShapeType="1"/>
            </p:cNvSpPr>
            <p:nvPr userDrawn="1"/>
          </p:nvSpPr>
          <p:spPr>
            <a:xfrm>
              <a:off x="1380744" y="2459791"/>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97" name="Rectangle 296">
              <a:extLst>
                <a:ext uri="{FF2B5EF4-FFF2-40B4-BE49-F238E27FC236}">
                  <a16:creationId xmlns:a16="http://schemas.microsoft.com/office/drawing/2014/main" id="{9566DB98-0935-6A49-0F47-7F59CCAA9322}"/>
                </a:ext>
              </a:extLst>
            </p:cNvPr>
            <p:cNvSpPr>
              <a:spLocks noGrp="1" noRot="1" noMove="1" noResize="1" noEditPoints="1" noAdjustHandles="1" noChangeArrowheads="1" noChangeShapeType="1"/>
            </p:cNvSpPr>
            <p:nvPr userDrawn="1"/>
          </p:nvSpPr>
          <p:spPr>
            <a:xfrm>
              <a:off x="2210625" y="2459791"/>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98" name="Rectangle 297">
              <a:extLst>
                <a:ext uri="{FF2B5EF4-FFF2-40B4-BE49-F238E27FC236}">
                  <a16:creationId xmlns:a16="http://schemas.microsoft.com/office/drawing/2014/main" id="{419C7C40-EC83-7A64-52C8-7BC6F94F66B7}"/>
                </a:ext>
              </a:extLst>
            </p:cNvPr>
            <p:cNvSpPr>
              <a:spLocks noGrp="1" noRot="1" noMove="1" noResize="1" noEditPoints="1" noAdjustHandles="1" noChangeArrowheads="1" noChangeShapeType="1"/>
            </p:cNvSpPr>
            <p:nvPr userDrawn="1"/>
          </p:nvSpPr>
          <p:spPr>
            <a:xfrm>
              <a:off x="3040506" y="2459791"/>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99" name="Rectangle 298">
              <a:extLst>
                <a:ext uri="{FF2B5EF4-FFF2-40B4-BE49-F238E27FC236}">
                  <a16:creationId xmlns:a16="http://schemas.microsoft.com/office/drawing/2014/main" id="{A69F59CD-86F8-85A3-AFE4-841C977E8DE9}"/>
                </a:ext>
              </a:extLst>
            </p:cNvPr>
            <p:cNvSpPr>
              <a:spLocks noGrp="1" noRot="1" noMove="1" noResize="1" noEditPoints="1" noAdjustHandles="1" noChangeArrowheads="1" noChangeShapeType="1"/>
            </p:cNvSpPr>
            <p:nvPr userDrawn="1"/>
          </p:nvSpPr>
          <p:spPr>
            <a:xfrm>
              <a:off x="3870387" y="2459791"/>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300" name="Rectangle 299">
              <a:extLst>
                <a:ext uri="{FF2B5EF4-FFF2-40B4-BE49-F238E27FC236}">
                  <a16:creationId xmlns:a16="http://schemas.microsoft.com/office/drawing/2014/main" id="{7EB17E24-1D5A-7E3F-A4AE-C6BDD4780818}"/>
                </a:ext>
              </a:extLst>
            </p:cNvPr>
            <p:cNvSpPr>
              <a:spLocks noGrp="1" noRot="1" noMove="1" noResize="1" noEditPoints="1" noAdjustHandles="1" noChangeArrowheads="1" noChangeShapeType="1"/>
            </p:cNvSpPr>
            <p:nvPr userDrawn="1"/>
          </p:nvSpPr>
          <p:spPr>
            <a:xfrm>
              <a:off x="4700268" y="2459791"/>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301" name="Rectangle 300">
              <a:extLst>
                <a:ext uri="{FF2B5EF4-FFF2-40B4-BE49-F238E27FC236}">
                  <a16:creationId xmlns:a16="http://schemas.microsoft.com/office/drawing/2014/main" id="{66195822-AE75-3374-1F12-48C23DACE722}"/>
                </a:ext>
              </a:extLst>
            </p:cNvPr>
            <p:cNvSpPr>
              <a:spLocks noGrp="1" noRot="1" noMove="1" noResize="1" noEditPoints="1" noAdjustHandles="1" noChangeArrowheads="1" noChangeShapeType="1"/>
            </p:cNvSpPr>
            <p:nvPr userDrawn="1"/>
          </p:nvSpPr>
          <p:spPr>
            <a:xfrm>
              <a:off x="5530149" y="2459791"/>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302" name="Rectangle 301">
              <a:extLst>
                <a:ext uri="{FF2B5EF4-FFF2-40B4-BE49-F238E27FC236}">
                  <a16:creationId xmlns:a16="http://schemas.microsoft.com/office/drawing/2014/main" id="{790179D2-D1D9-50B0-1F2E-2F364C8A0182}"/>
                </a:ext>
              </a:extLst>
            </p:cNvPr>
            <p:cNvSpPr>
              <a:spLocks noGrp="1" noRot="1" noMove="1" noResize="1" noEditPoints="1" noAdjustHandles="1" noChangeArrowheads="1" noChangeShapeType="1"/>
            </p:cNvSpPr>
            <p:nvPr userDrawn="1"/>
          </p:nvSpPr>
          <p:spPr>
            <a:xfrm>
              <a:off x="6360030" y="2459791"/>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303" name="Rectangle 302">
              <a:extLst>
                <a:ext uri="{FF2B5EF4-FFF2-40B4-BE49-F238E27FC236}">
                  <a16:creationId xmlns:a16="http://schemas.microsoft.com/office/drawing/2014/main" id="{7A5A6E66-1E92-97A6-8C5A-3E661837D23A}"/>
                </a:ext>
              </a:extLst>
            </p:cNvPr>
            <p:cNvSpPr>
              <a:spLocks noGrp="1" noRot="1" noMove="1" noResize="1" noEditPoints="1" noAdjustHandles="1" noChangeArrowheads="1" noChangeShapeType="1"/>
            </p:cNvSpPr>
            <p:nvPr userDrawn="1"/>
          </p:nvSpPr>
          <p:spPr>
            <a:xfrm>
              <a:off x="7189390" y="2459791"/>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304" name="Rectangle 303">
              <a:extLst>
                <a:ext uri="{FF2B5EF4-FFF2-40B4-BE49-F238E27FC236}">
                  <a16:creationId xmlns:a16="http://schemas.microsoft.com/office/drawing/2014/main" id="{F9605848-A619-E806-FC4A-6C3455E6C82E}"/>
                </a:ext>
              </a:extLst>
            </p:cNvPr>
            <p:cNvSpPr>
              <a:spLocks noGrp="1" noRot="1" noMove="1" noResize="1" noEditPoints="1" noAdjustHandles="1" noChangeArrowheads="1" noChangeShapeType="1"/>
            </p:cNvSpPr>
            <p:nvPr userDrawn="1"/>
          </p:nvSpPr>
          <p:spPr>
            <a:xfrm>
              <a:off x="8019271" y="2459791"/>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305" name="Rectangle 304">
              <a:extLst>
                <a:ext uri="{FF2B5EF4-FFF2-40B4-BE49-F238E27FC236}">
                  <a16:creationId xmlns:a16="http://schemas.microsoft.com/office/drawing/2014/main" id="{CE37F156-1BB3-B145-1D23-217C4D9E7099}"/>
                </a:ext>
              </a:extLst>
            </p:cNvPr>
            <p:cNvSpPr>
              <a:spLocks noGrp="1" noRot="1" noMove="1" noResize="1" noEditPoints="1" noAdjustHandles="1" noChangeArrowheads="1" noChangeShapeType="1"/>
            </p:cNvSpPr>
            <p:nvPr userDrawn="1"/>
          </p:nvSpPr>
          <p:spPr>
            <a:xfrm>
              <a:off x="8849152" y="2459791"/>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306" name="Rectangle 305">
              <a:extLst>
                <a:ext uri="{FF2B5EF4-FFF2-40B4-BE49-F238E27FC236}">
                  <a16:creationId xmlns:a16="http://schemas.microsoft.com/office/drawing/2014/main" id="{E91B83AB-C79F-5E11-D2F6-E0108949133E}"/>
                </a:ext>
              </a:extLst>
            </p:cNvPr>
            <p:cNvSpPr>
              <a:spLocks noGrp="1" noRot="1" noMove="1" noResize="1" noEditPoints="1" noAdjustHandles="1" noChangeArrowheads="1" noChangeShapeType="1"/>
            </p:cNvSpPr>
            <p:nvPr userDrawn="1"/>
          </p:nvSpPr>
          <p:spPr>
            <a:xfrm>
              <a:off x="9679033" y="2459791"/>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sp>
        <p:nvSpPr>
          <p:cNvPr id="35" name="Date Placeholder 34">
            <a:extLst>
              <a:ext uri="{FF2B5EF4-FFF2-40B4-BE49-F238E27FC236}">
                <a16:creationId xmlns:a16="http://schemas.microsoft.com/office/drawing/2014/main" id="{9E7A3BD3-DDA4-42A3-B05C-F6E4E51D9B78}"/>
              </a:ext>
            </a:extLst>
          </p:cNvPr>
          <p:cNvSpPr>
            <a:spLocks noGrp="1"/>
          </p:cNvSpPr>
          <p:nvPr>
            <p:ph type="dt" sz="half" idx="2"/>
          </p:nvPr>
        </p:nvSpPr>
        <p:spPr>
          <a:xfrm>
            <a:off x="9876614" y="6650661"/>
            <a:ext cx="1764000" cy="123111"/>
          </a:xfrm>
          <a:prstGeom prst="rect">
            <a:avLst/>
          </a:prstGeom>
        </p:spPr>
        <p:txBody>
          <a:bodyPr wrap="none" lIns="0" tIns="0" rIns="0" bIns="0" anchor="ctr" anchorCtr="0">
            <a:noAutofit/>
          </a:bodyPr>
          <a:lstStyle>
            <a:lvl1pPr algn="r">
              <a:defRPr lang="de-DE" sz="800" smtClean="0">
                <a:solidFill>
                  <a:schemeClr val="bg1">
                    <a:lumMod val="65000"/>
                  </a:schemeClr>
                </a:solidFill>
                <a:latin typeface="+mn-lt"/>
              </a:defRPr>
            </a:lvl1pPr>
          </a:lstStyle>
          <a:p>
            <a:pPr>
              <a:spcBef>
                <a:spcPts val="1000"/>
              </a:spcBef>
              <a:buFont typeface="Arial" panose="020B0604020202020204" pitchFamily="34" charset="0"/>
              <a:buNone/>
            </a:pPr>
            <a:r>
              <a:rPr lang="de-DE"/>
              <a:t>© Capgemini 2026. All rights reserved.</a:t>
            </a:r>
            <a:endParaRPr lang="en-US"/>
          </a:p>
        </p:txBody>
      </p:sp>
      <p:sp>
        <p:nvSpPr>
          <p:cNvPr id="38" name="Slide Number Placeholder 37">
            <a:extLst>
              <a:ext uri="{FF2B5EF4-FFF2-40B4-BE49-F238E27FC236}">
                <a16:creationId xmlns:a16="http://schemas.microsoft.com/office/drawing/2014/main" id="{7AB8C2A9-4C2D-43C3-9F07-0C825FF51364}"/>
              </a:ext>
            </a:extLst>
          </p:cNvPr>
          <p:cNvSpPr>
            <a:spLocks noGrp="1"/>
          </p:cNvSpPr>
          <p:nvPr>
            <p:ph type="sldNum" sz="quarter" idx="4"/>
          </p:nvPr>
        </p:nvSpPr>
        <p:spPr>
          <a:xfrm>
            <a:off x="11778341" y="6650661"/>
            <a:ext cx="232665" cy="123111"/>
          </a:xfrm>
          <a:prstGeom prst="rect">
            <a:avLst/>
          </a:prstGeom>
        </p:spPr>
        <p:txBody>
          <a:bodyPr wrap="square" lIns="0" tIns="0" rIns="0" bIns="0" anchor="ctr" anchorCtr="0">
            <a:spAutoFit/>
          </a:bodyPr>
          <a:lstStyle>
            <a:lvl1pPr>
              <a:defRPr lang="de-DE" sz="800" b="0" i="0" smtClean="0">
                <a:solidFill>
                  <a:schemeClr val="bg1">
                    <a:lumMod val="65000"/>
                  </a:schemeClr>
                </a:solidFill>
                <a:latin typeface="+mn-lt"/>
                <a:cs typeface="Arial" panose="020B0604020202020204" pitchFamily="34" charset="0"/>
              </a:defRPr>
            </a:lvl1pPr>
          </a:lstStyle>
          <a:p>
            <a:pPr algn="r"/>
            <a:fld id="{5D9A5160-6218-4E5A-B9E6-B93E3DAE377C}" type="slidenum">
              <a:rPr lang="en-US" smtClean="0"/>
              <a:pPr algn="r"/>
              <a:t>‹#›</a:t>
            </a:fld>
            <a:endParaRPr lang="en-US"/>
          </a:p>
        </p:txBody>
      </p:sp>
      <p:sp>
        <p:nvSpPr>
          <p:cNvPr id="5" name="Title Placeholder 4">
            <a:extLst>
              <a:ext uri="{FF2B5EF4-FFF2-40B4-BE49-F238E27FC236}">
                <a16:creationId xmlns:a16="http://schemas.microsoft.com/office/drawing/2014/main" id="{D28F27D4-FFE2-4FAB-BA1B-9D013846C4B7}"/>
              </a:ext>
            </a:extLst>
          </p:cNvPr>
          <p:cNvSpPr>
            <a:spLocks noGrp="1"/>
          </p:cNvSpPr>
          <p:nvPr>
            <p:ph type="title"/>
          </p:nvPr>
        </p:nvSpPr>
        <p:spPr>
          <a:xfrm>
            <a:off x="551384" y="549274"/>
            <a:ext cx="11089754" cy="1079526"/>
          </a:xfrm>
          <a:prstGeom prst="rect">
            <a:avLst/>
          </a:prstGeom>
        </p:spPr>
        <p:txBody>
          <a:bodyPr vert="horz" lIns="0" tIns="0" rIns="0" bIns="180000" rtlCol="0" anchor="t" anchorCtr="0">
            <a:spAutoFit/>
          </a:bodyPr>
          <a:lstStyle/>
          <a:p>
            <a:r>
              <a:rPr lang="en-US"/>
              <a:t>Click to edit </a:t>
            </a:r>
            <a:br>
              <a:rPr lang="en-US"/>
            </a:br>
            <a:r>
              <a:rPr lang="en-US"/>
              <a:t>Master title style</a:t>
            </a:r>
            <a:endParaRPr lang="de-DE"/>
          </a:p>
        </p:txBody>
      </p:sp>
      <p:sp>
        <p:nvSpPr>
          <p:cNvPr id="19" name="Footer Placeholder 9">
            <a:extLst>
              <a:ext uri="{FF2B5EF4-FFF2-40B4-BE49-F238E27FC236}">
                <a16:creationId xmlns:a16="http://schemas.microsoft.com/office/drawing/2014/main" id="{D3809B95-B2AA-47A9-8F86-88BF7BDE32FD}"/>
              </a:ext>
            </a:extLst>
          </p:cNvPr>
          <p:cNvSpPr>
            <a:spLocks noGrp="1"/>
          </p:cNvSpPr>
          <p:nvPr>
            <p:ph type="ftr" sz="quarter" idx="3"/>
          </p:nvPr>
        </p:nvSpPr>
        <p:spPr>
          <a:xfrm>
            <a:off x="550863" y="6650661"/>
            <a:ext cx="4716524" cy="123111"/>
          </a:xfrm>
          <a:prstGeom prst="rect">
            <a:avLst/>
          </a:prstGeom>
        </p:spPr>
        <p:txBody>
          <a:bodyPr wrap="none" lIns="0" tIns="0" rIns="0" bIns="0" anchor="ctr" anchorCtr="0">
            <a:noAutofit/>
          </a:bodyPr>
          <a:lstStyle>
            <a:lvl1pPr>
              <a:defRPr lang="de-DE" sz="800">
                <a:solidFill>
                  <a:schemeClr val="bg1">
                    <a:lumMod val="65000"/>
                  </a:schemeClr>
                </a:solidFill>
              </a:defRPr>
            </a:lvl1pPr>
          </a:lstStyle>
          <a:p>
            <a:pPr>
              <a:spcBef>
                <a:spcPts val="1000"/>
              </a:spcBef>
              <a:buFont typeface="Arial" panose="020B0604020202020204" pitchFamily="34" charset="0"/>
              <a:buNone/>
            </a:pPr>
            <a:r>
              <a:rPr lang="en-IN"/>
              <a:t>TMT Monthly Update |  July 2026</a:t>
            </a:r>
            <a:endParaRPr lang="en-US"/>
          </a:p>
        </p:txBody>
      </p:sp>
      <p:sp>
        <p:nvSpPr>
          <p:cNvPr id="20" name="Stickerbox" hidden="1">
            <a:extLst>
              <a:ext uri="{FF2B5EF4-FFF2-40B4-BE49-F238E27FC236}">
                <a16:creationId xmlns:a16="http://schemas.microsoft.com/office/drawing/2014/main" id="{D03A9799-ACDC-4925-8EE1-5C65CCCBD0FA}"/>
              </a:ext>
            </a:extLst>
          </p:cNvPr>
          <p:cNvSpPr>
            <a:spLocks noChangeArrowheads="1"/>
          </p:cNvSpPr>
          <p:nvPr userDrawn="1"/>
        </p:nvSpPr>
        <p:spPr bwMode="gray">
          <a:xfrm>
            <a:off x="11114363" y="1124744"/>
            <a:ext cx="804808" cy="402775"/>
          </a:xfrm>
          <a:prstGeom prst="rect">
            <a:avLst/>
          </a:prstGeom>
          <a:solidFill>
            <a:schemeClr val="accent2"/>
          </a:solidFill>
          <a:ln w="10795">
            <a:noFill/>
            <a:round/>
            <a:headEnd/>
            <a:tailEnd/>
          </a:ln>
          <a:effectLst/>
        </p:spPr>
        <p:txBody>
          <a:bodyPr vert="horz" wrap="none" lIns="108000" tIns="108000" rIns="108000" bIns="108000" anchor="ctr" anchorCtr="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all" spc="0" normalizeH="0" baseline="0" noProof="0">
                <a:ln>
                  <a:noFill/>
                </a:ln>
                <a:solidFill>
                  <a:srgbClr val="FFFFFF">
                    <a:lumMod val="100000"/>
                  </a:srgbClr>
                </a:solidFill>
                <a:effectLst/>
                <a:uLnTx/>
                <a:uFillTx/>
                <a:latin typeface="Ubuntu"/>
                <a:ea typeface="+mn-ea"/>
                <a:cs typeface="+mn-cs"/>
              </a:rPr>
              <a:t>Sticker</a:t>
            </a:r>
          </a:p>
        </p:txBody>
      </p:sp>
      <p:sp>
        <p:nvSpPr>
          <p:cNvPr id="22" name="CapgeminiBox" hidden="1">
            <a:extLst>
              <a:ext uri="{FF2B5EF4-FFF2-40B4-BE49-F238E27FC236}">
                <a16:creationId xmlns:a16="http://schemas.microsoft.com/office/drawing/2014/main" id="{7C293A1E-B461-4AFE-976D-6EE38B2AFEB4}"/>
              </a:ext>
            </a:extLst>
          </p:cNvPr>
          <p:cNvSpPr txBox="1">
            <a:spLocks/>
          </p:cNvSpPr>
          <p:nvPr userDrawn="1"/>
        </p:nvSpPr>
        <p:spPr>
          <a:xfrm>
            <a:off x="9592" y="0"/>
            <a:ext cx="1837661" cy="260350"/>
          </a:xfrm>
          <a:prstGeom prst="rect">
            <a:avLst/>
          </a:prstGeom>
        </p:spPr>
        <p:txBody>
          <a:bodyPr vert="horz" lIns="0" tIns="0" rIns="18000" bIns="0" rtlCol="0">
            <a:normAutofit fontScale="92500"/>
          </a:bodyPr>
          <a:lstStyle>
            <a:lvl1pPr marL="0" indent="0" algn="l" defTabSz="914400" rtl="0" eaLnBrk="1" latinLnBrk="0" hangingPunct="1">
              <a:lnSpc>
                <a:spcPct val="100000"/>
              </a:lnSpc>
              <a:spcBef>
                <a:spcPts val="600"/>
              </a:spcBef>
              <a:buFont typeface="Arial" panose="020B0604020202020204" pitchFamily="34" charset="0"/>
              <a:buNone/>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Clr>
                <a:schemeClr val="tx1"/>
              </a:buClr>
              <a:buFont typeface="Wingdings" panose="05000000000000000000" pitchFamily="2" charset="2"/>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1"/>
              </a:buClr>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tx1"/>
              </a:buClr>
              <a:buFont typeface="Verdana" panose="020B060403050404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a:t>Capgemini </a:t>
            </a:r>
            <a:r>
              <a:rPr lang="fr-FR" err="1"/>
              <a:t>Invent</a:t>
            </a:r>
            <a:r>
              <a:rPr lang="fr-FR"/>
              <a:t> v10.0</a:t>
            </a:r>
          </a:p>
        </p:txBody>
      </p:sp>
      <p:sp>
        <p:nvSpPr>
          <p:cNvPr id="29" name="FootnoteAndSource" hidden="1">
            <a:extLst>
              <a:ext uri="{FF2B5EF4-FFF2-40B4-BE49-F238E27FC236}">
                <a16:creationId xmlns:a16="http://schemas.microsoft.com/office/drawing/2014/main" id="{96E9BC24-418C-4CE4-8E81-3AF9AB04DEAA}"/>
              </a:ext>
            </a:extLst>
          </p:cNvPr>
          <p:cNvSpPr txBox="1"/>
          <p:nvPr userDrawn="1"/>
        </p:nvSpPr>
        <p:spPr>
          <a:xfrm>
            <a:off x="545323" y="6304130"/>
            <a:ext cx="11340000" cy="162096"/>
          </a:xfrm>
          <a:prstGeom prst="rect">
            <a:avLst/>
          </a:prstGeom>
          <a:noFill/>
        </p:spPr>
        <p:txBody>
          <a:bodyPr vert="horz" wrap="square" lIns="0" tIns="25400" rIns="0" bIns="25400" rtlCol="0" anchor="b" anchorCtr="0">
            <a:spAutoFit/>
          </a:bodyPr>
          <a:lstStyle>
            <a:defPPr>
              <a:defRPr lang="pt-PT"/>
            </a:defPPr>
            <a:lvl1pPr marL="429768" indent="-429768">
              <a:lnSpc>
                <a:spcPct val="90000"/>
              </a:lnSpc>
              <a:tabLst>
                <a:tab pos="347472" algn="r"/>
              </a:tabLst>
              <a:defRPr sz="800"/>
            </a:lvl1pPr>
          </a:lstStyle>
          <a:p>
            <a:pPr marL="429768" indent="-429768" defTabSz="914400">
              <a:lnSpc>
                <a:spcPct val="90000"/>
              </a:lnSpc>
              <a:tabLst>
                <a:tab pos="347472" algn="r"/>
              </a:tabLst>
            </a:pPr>
            <a:r>
              <a:rPr lang="de-DE" sz="800"/>
              <a:t>	Source:	Source Text</a:t>
            </a:r>
          </a:p>
        </p:txBody>
      </p:sp>
      <p:grpSp>
        <p:nvGrpSpPr>
          <p:cNvPr id="3" name="Group 37">
            <a:extLst>
              <a:ext uri="{FF2B5EF4-FFF2-40B4-BE49-F238E27FC236}">
                <a16:creationId xmlns:a16="http://schemas.microsoft.com/office/drawing/2014/main" id="{9962DC9F-19EF-0160-1ECB-38EA543386E4}"/>
              </a:ext>
            </a:extLst>
          </p:cNvPr>
          <p:cNvGrpSpPr/>
          <p:nvPr userDrawn="1"/>
        </p:nvGrpSpPr>
        <p:grpSpPr>
          <a:xfrm>
            <a:off x="11770322" y="176700"/>
            <a:ext cx="260230" cy="240782"/>
            <a:chOff x="5481638" y="2859088"/>
            <a:chExt cx="1231900" cy="1139825"/>
          </a:xfrm>
          <a:solidFill>
            <a:schemeClr val="tx2"/>
          </a:solidFill>
        </p:grpSpPr>
        <p:sp>
          <p:nvSpPr>
            <p:cNvPr id="6" name="Freeform 320">
              <a:extLst>
                <a:ext uri="{FF2B5EF4-FFF2-40B4-BE49-F238E27FC236}">
                  <a16:creationId xmlns:a16="http://schemas.microsoft.com/office/drawing/2014/main" id="{9EB66FFA-57EA-AE57-615D-D19F28A47239}"/>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7" name="Freeform 321">
              <a:extLst>
                <a:ext uri="{FF2B5EF4-FFF2-40B4-BE49-F238E27FC236}">
                  <a16:creationId xmlns:a16="http://schemas.microsoft.com/office/drawing/2014/main" id="{FF39CD59-7E45-33C5-FA77-E50FFA28B646}"/>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Text Placeholder 1">
            <a:extLst>
              <a:ext uri="{FF2B5EF4-FFF2-40B4-BE49-F238E27FC236}">
                <a16:creationId xmlns:a16="http://schemas.microsoft.com/office/drawing/2014/main" id="{156439DF-44D6-437D-43F8-6C05612D6564}"/>
              </a:ext>
            </a:extLst>
          </p:cNvPr>
          <p:cNvSpPr>
            <a:spLocks noGrp="1"/>
          </p:cNvSpPr>
          <p:nvPr>
            <p:ph type="body" idx="1"/>
          </p:nvPr>
        </p:nvSpPr>
        <p:spPr>
          <a:xfrm>
            <a:off x="550861" y="1628800"/>
            <a:ext cx="11089753" cy="4679926"/>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4" name="Rectangle 3">
            <a:extLst>
              <a:ext uri="{FF2B5EF4-FFF2-40B4-BE49-F238E27FC236}">
                <a16:creationId xmlns:a16="http://schemas.microsoft.com/office/drawing/2014/main" id="{A7477978-E5F6-107A-8050-B26B3A136A2C}"/>
              </a:ext>
            </a:extLst>
          </p:cNvPr>
          <p:cNvSpPr/>
          <p:nvPr userDrawn="1"/>
        </p:nvSpPr>
        <p:spPr>
          <a:xfrm>
            <a:off x="8380317" y="6650661"/>
            <a:ext cx="1427434" cy="123111"/>
          </a:xfrm>
          <a:prstGeom prst="rect">
            <a:avLst/>
          </a:prstGeom>
        </p:spPr>
        <p:txBody>
          <a:bodyPr wrap="none" lIns="0" tIns="0" rIns="0" bIns="0" anchor="ctr" anchorCtr="0">
            <a:noAutofit/>
          </a:bodyPr>
          <a:lstStyle/>
          <a:p>
            <a:pPr marL="0" marR="0" lvl="0" indent="0" algn="r" defTabSz="91440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pl-PL" sz="800" b="0" i="0" u="none" strike="noStrike" kern="0" cap="none" spc="0" normalizeH="0" baseline="0" noProof="0">
                <a:ln>
                  <a:noFill/>
                </a:ln>
                <a:solidFill>
                  <a:srgbClr val="FFFFFF">
                    <a:lumMod val="65000"/>
                  </a:srgbClr>
                </a:solidFill>
                <a:effectLst/>
                <a:uLnTx/>
                <a:uFillTx/>
              </a:rPr>
              <a:t>Company Confidential</a:t>
            </a:r>
            <a:endParaRPr kumimoji="0" lang="en-PL" sz="800" b="0" i="0" u="none" strike="noStrike" kern="0" cap="none" spc="0" normalizeH="0" baseline="0" noProof="0">
              <a:ln>
                <a:noFill/>
              </a:ln>
              <a:solidFill>
                <a:srgbClr val="FFFFFF">
                  <a:lumMod val="65000"/>
                </a:srgbClr>
              </a:solidFill>
              <a:effectLst/>
              <a:uLnTx/>
              <a:uFillTx/>
            </a:endParaRPr>
          </a:p>
        </p:txBody>
      </p:sp>
    </p:spTree>
    <p:extLst>
      <p:ext uri="{BB962C8B-B14F-4D97-AF65-F5344CB8AC3E}">
        <p14:creationId xmlns:p14="http://schemas.microsoft.com/office/powerpoint/2010/main" val="368994934"/>
      </p:ext>
    </p:extLst>
  </p:cSld>
  <p:clrMap bg1="lt1" tx1="dk1" bg2="lt2" tx2="dk2" accent1="accent1" accent2="accent2" accent3="accent3" accent4="accent4" accent5="accent5" accent6="accent6" hlink="hlink" folHlink="folHlink"/>
  <p:sldLayoutIdLst>
    <p:sldLayoutId id="2147484140" r:id="rId1"/>
    <p:sldLayoutId id="2147484141" r:id="rId2"/>
    <p:sldLayoutId id="2147484142" r:id="rId3"/>
    <p:sldLayoutId id="2147484143" r:id="rId4"/>
    <p:sldLayoutId id="2147484144" r:id="rId5"/>
    <p:sldLayoutId id="2147484145" r:id="rId6"/>
    <p:sldLayoutId id="2147484146" r:id="rId7"/>
    <p:sldLayoutId id="2147484147" r:id="rId8"/>
    <p:sldLayoutId id="2147484148" r:id="rId9"/>
    <p:sldLayoutId id="2147484149" r:id="rId10"/>
    <p:sldLayoutId id="2147484150" r:id="rId11"/>
    <p:sldLayoutId id="2147484151" r:id="rId12"/>
    <p:sldLayoutId id="2147484152" r:id="rId13"/>
    <p:sldLayoutId id="2147484153" r:id="rId14"/>
    <p:sldLayoutId id="2147484154" r:id="rId15"/>
  </p:sldLayoutIdLst>
  <p:hf sldNum="0" hdr="0" ft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3200" b="0" i="0" u="none" strike="noStrike" kern="1200" cap="none" spc="0" normalizeH="0" baseline="0" noProof="0" dirty="0">
          <a:ln>
            <a:noFill/>
          </a:ln>
          <a:solidFill>
            <a:schemeClr val="tx1"/>
          </a:solidFill>
          <a:effectLst/>
          <a:uLnTx/>
          <a:uFillTx/>
          <a:latin typeface="+mj-lt"/>
          <a:ea typeface="+mj-ea"/>
          <a:cs typeface="+mj-cs"/>
        </a:defRPr>
      </a:lvl1pPr>
    </p:titleStyle>
    <p:body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Clr>
          <a:schemeClr val="tx2"/>
        </a:buClr>
        <a:buFont typeface="Arial" panose="020B0604020202020204" pitchFamily="34" charset="0"/>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accent1"/>
        </a:buClr>
        <a:buFont typeface="System Font Regular"/>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accent1"/>
        </a:buClr>
        <a:buFont typeface="Arial" panose="020B0604020202020204" pitchFamily="34" charset="0"/>
        <a:buChar char="•"/>
        <a:tabLst/>
        <a:defRPr sz="14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accent2"/>
        </a:buClr>
        <a:buFont typeface="System Font Regular"/>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8" orient="horz" pos="709">
          <p15:clr>
            <a:srgbClr val="F26B43"/>
          </p15:clr>
        </p15:guide>
        <p15:guide id="19" orient="horz" pos="4065">
          <p15:clr>
            <a:srgbClr val="F26B43"/>
          </p15:clr>
        </p15:guide>
        <p15:guide id="20" pos="347">
          <p15:clr>
            <a:srgbClr val="F26B43"/>
          </p15:clr>
        </p15:guide>
        <p15:guide id="21" pos="3840">
          <p15:clr>
            <a:srgbClr val="F26B43"/>
          </p15:clr>
        </p15:guide>
        <p15:guide id="22" pos="7333">
          <p15:clr>
            <a:srgbClr val="F26B43"/>
          </p15:clr>
        </p15:guide>
        <p15:guide id="23" orient="horz" pos="164">
          <p15:clr>
            <a:srgbClr val="F26B43"/>
          </p15:clr>
        </p15:guide>
        <p15:guide id="24" orient="horz" pos="1026">
          <p15:clr>
            <a:srgbClr val="F26B43"/>
          </p15:clr>
        </p15:guide>
        <p15:guide id="25" orient="horz" pos="346">
          <p15:clr>
            <a:srgbClr val="F26B43"/>
          </p15:clr>
        </p15:guide>
        <p15:guide id="26" orient="horz" pos="3974">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8" name="GRID" hidden="1">
            <a:extLst>
              <a:ext uri="{FF2B5EF4-FFF2-40B4-BE49-F238E27FC236}">
                <a16:creationId xmlns:a16="http://schemas.microsoft.com/office/drawing/2014/main" id="{4C453AFD-72EA-BCED-EF09-6E1F49029575}"/>
              </a:ext>
            </a:extLst>
          </p:cNvPr>
          <p:cNvPicPr>
            <a:picLocks noGrp="1" noRot="1" noChangeAspect="1" noMove="1" noResize="1" noEditPoints="1" noAdjustHandles="1" noChangeArrowheads="1" noChangeShapeType="1" noCrop="1"/>
          </p:cNvPicPr>
          <p:nvPr/>
        </p:nvPicPr>
        <p:blipFill>
          <a:blip r:embed="rId18">
            <a:extLst>
              <a:ext uri="{28A0092B-C50C-407E-A947-70E740481C1C}">
                <a14:useLocalDpi xmlns:a14="http://schemas.microsoft.com/office/drawing/2010/main"/>
              </a:ext>
            </a:extLst>
          </a:blip>
          <a:stretch>
            <a:fillRect/>
          </a:stretch>
        </p:blipFill>
        <p:spPr>
          <a:xfrm>
            <a:off x="550863" y="560562"/>
            <a:ext cx="11089753" cy="5748164"/>
          </a:xfrm>
          <a:prstGeom prst="rect">
            <a:avLst/>
          </a:prstGeom>
        </p:spPr>
      </p:pic>
      <p:sp>
        <p:nvSpPr>
          <p:cNvPr id="5" name="Title Placeholder 4">
            <a:extLst>
              <a:ext uri="{FF2B5EF4-FFF2-40B4-BE49-F238E27FC236}">
                <a16:creationId xmlns:a16="http://schemas.microsoft.com/office/drawing/2014/main" id="{D28F27D4-FFE2-4FAB-BA1B-9D013846C4B7}"/>
              </a:ext>
            </a:extLst>
          </p:cNvPr>
          <p:cNvSpPr>
            <a:spLocks noGrp="1"/>
          </p:cNvSpPr>
          <p:nvPr>
            <p:ph type="title"/>
          </p:nvPr>
        </p:nvSpPr>
        <p:spPr>
          <a:xfrm>
            <a:off x="551384" y="549274"/>
            <a:ext cx="11090938" cy="930372"/>
          </a:xfrm>
          <a:prstGeom prst="rect">
            <a:avLst/>
          </a:prstGeom>
        </p:spPr>
        <p:txBody>
          <a:bodyPr vert="horz" lIns="0" tIns="0" rIns="0" bIns="126000" rtlCol="0" anchor="b" anchorCtr="0">
            <a:noAutofit/>
          </a:bodyPr>
          <a:lstStyle/>
          <a:p>
            <a:pPr lvl="0"/>
            <a:r>
              <a:rPr lang="en-US"/>
              <a:t>Click to edit Master title style</a:t>
            </a:r>
            <a:endParaRPr lang="de-DE"/>
          </a:p>
        </p:txBody>
      </p:sp>
      <p:sp>
        <p:nvSpPr>
          <p:cNvPr id="20" name="Stickerbox" hidden="1">
            <a:extLst>
              <a:ext uri="{FF2B5EF4-FFF2-40B4-BE49-F238E27FC236}">
                <a16:creationId xmlns:a16="http://schemas.microsoft.com/office/drawing/2014/main" id="{D03A9799-ACDC-4925-8EE1-5C65CCCBD0FA}"/>
              </a:ext>
            </a:extLst>
          </p:cNvPr>
          <p:cNvSpPr>
            <a:spLocks noChangeArrowheads="1"/>
          </p:cNvSpPr>
          <p:nvPr/>
        </p:nvSpPr>
        <p:spPr bwMode="gray">
          <a:xfrm>
            <a:off x="11114363" y="1124744"/>
            <a:ext cx="804808" cy="402775"/>
          </a:xfrm>
          <a:prstGeom prst="rect">
            <a:avLst/>
          </a:prstGeom>
          <a:solidFill>
            <a:schemeClr val="accent2"/>
          </a:solidFill>
          <a:ln w="10795">
            <a:noFill/>
            <a:round/>
            <a:headEnd/>
            <a:tailEnd/>
          </a:ln>
          <a:effectLst/>
        </p:spPr>
        <p:txBody>
          <a:bodyPr vert="horz" wrap="none" lIns="108000" tIns="108000" rIns="108000" bIns="108000" anchor="ctr" anchorCtr="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all" spc="0" normalizeH="0" baseline="0" noProof="0">
                <a:ln>
                  <a:noFill/>
                </a:ln>
                <a:solidFill>
                  <a:srgbClr val="FFFFFF">
                    <a:lumMod val="100000"/>
                  </a:srgbClr>
                </a:solidFill>
                <a:effectLst/>
                <a:uLnTx/>
                <a:uFillTx/>
                <a:latin typeface="Ubuntu"/>
                <a:ea typeface="+mn-ea"/>
                <a:cs typeface="+mn-cs"/>
              </a:rPr>
              <a:t>Sticker</a:t>
            </a:r>
          </a:p>
        </p:txBody>
      </p:sp>
      <p:sp>
        <p:nvSpPr>
          <p:cNvPr id="22" name="CapgeminiBox" hidden="1">
            <a:extLst>
              <a:ext uri="{FF2B5EF4-FFF2-40B4-BE49-F238E27FC236}">
                <a16:creationId xmlns:a16="http://schemas.microsoft.com/office/drawing/2014/main" id="{7C293A1E-B461-4AFE-976D-6EE38B2AFEB4}"/>
              </a:ext>
            </a:extLst>
          </p:cNvPr>
          <p:cNvSpPr txBox="1">
            <a:spLocks/>
          </p:cNvSpPr>
          <p:nvPr/>
        </p:nvSpPr>
        <p:spPr>
          <a:xfrm>
            <a:off x="9592" y="0"/>
            <a:ext cx="1837661" cy="260350"/>
          </a:xfrm>
          <a:prstGeom prst="rect">
            <a:avLst/>
          </a:prstGeom>
        </p:spPr>
        <p:txBody>
          <a:bodyPr vert="horz" lIns="0" tIns="0" rIns="18000" bIns="0" rtlCol="0">
            <a:normAutofit fontScale="92500"/>
          </a:bodyPr>
          <a:lstStyle>
            <a:lvl1pPr marL="0" indent="0" algn="l" defTabSz="914400" rtl="0" eaLnBrk="1" latinLnBrk="0" hangingPunct="1">
              <a:lnSpc>
                <a:spcPct val="100000"/>
              </a:lnSpc>
              <a:spcBef>
                <a:spcPts val="600"/>
              </a:spcBef>
              <a:buFont typeface="Arial" panose="020B0604020202020204" pitchFamily="34" charset="0"/>
              <a:buNone/>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Clr>
                <a:schemeClr val="tx1"/>
              </a:buClr>
              <a:buFont typeface="Wingdings" panose="05000000000000000000" pitchFamily="2" charset="2"/>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1"/>
              </a:buClr>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tx1"/>
              </a:buClr>
              <a:buFont typeface="Verdana" panose="020B060403050404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a:t>Capgemini </a:t>
            </a:r>
            <a:r>
              <a:rPr lang="fr-FR" err="1"/>
              <a:t>Invent</a:t>
            </a:r>
            <a:r>
              <a:rPr lang="fr-FR"/>
              <a:t> v10.0</a:t>
            </a:r>
          </a:p>
        </p:txBody>
      </p:sp>
      <p:sp>
        <p:nvSpPr>
          <p:cNvPr id="29" name="FootnoteAndSource" hidden="1">
            <a:extLst>
              <a:ext uri="{FF2B5EF4-FFF2-40B4-BE49-F238E27FC236}">
                <a16:creationId xmlns:a16="http://schemas.microsoft.com/office/drawing/2014/main" id="{96E9BC24-418C-4CE4-8E81-3AF9AB04DEAA}"/>
              </a:ext>
            </a:extLst>
          </p:cNvPr>
          <p:cNvSpPr txBox="1"/>
          <p:nvPr/>
        </p:nvSpPr>
        <p:spPr>
          <a:xfrm>
            <a:off x="545323" y="6304130"/>
            <a:ext cx="11340000" cy="162096"/>
          </a:xfrm>
          <a:prstGeom prst="rect">
            <a:avLst/>
          </a:prstGeom>
          <a:noFill/>
        </p:spPr>
        <p:txBody>
          <a:bodyPr vert="horz" wrap="square" lIns="0" tIns="25400" rIns="0" bIns="25400" rtlCol="0" anchor="b" anchorCtr="0">
            <a:spAutoFit/>
          </a:bodyPr>
          <a:lstStyle>
            <a:defPPr>
              <a:defRPr lang="pt-PT"/>
            </a:defPPr>
            <a:lvl1pPr marL="429768" indent="-429768">
              <a:lnSpc>
                <a:spcPct val="90000"/>
              </a:lnSpc>
              <a:tabLst>
                <a:tab pos="347472" algn="r"/>
              </a:tabLst>
              <a:defRPr sz="800"/>
            </a:lvl1pPr>
          </a:lstStyle>
          <a:p>
            <a:pPr marL="429768" indent="-429768" defTabSz="914400">
              <a:lnSpc>
                <a:spcPct val="90000"/>
              </a:lnSpc>
              <a:tabLst>
                <a:tab pos="347472" algn="r"/>
              </a:tabLst>
            </a:pPr>
            <a:r>
              <a:rPr lang="de-DE" sz="800"/>
              <a:t>	Source:	Source Text</a:t>
            </a:r>
          </a:p>
        </p:txBody>
      </p:sp>
      <p:sp>
        <p:nvSpPr>
          <p:cNvPr id="2" name="Text Placeholder 1">
            <a:extLst>
              <a:ext uri="{FF2B5EF4-FFF2-40B4-BE49-F238E27FC236}">
                <a16:creationId xmlns:a16="http://schemas.microsoft.com/office/drawing/2014/main" id="{156439DF-44D6-437D-43F8-6C05612D6564}"/>
              </a:ext>
            </a:extLst>
          </p:cNvPr>
          <p:cNvSpPr>
            <a:spLocks noGrp="1"/>
          </p:cNvSpPr>
          <p:nvPr>
            <p:ph type="body" idx="1"/>
          </p:nvPr>
        </p:nvSpPr>
        <p:spPr>
          <a:xfrm>
            <a:off x="551384" y="1628800"/>
            <a:ext cx="11090938" cy="466863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2" name="FootnoteAndSource" hidden="1">
            <a:extLst>
              <a:ext uri="{FF2B5EF4-FFF2-40B4-BE49-F238E27FC236}">
                <a16:creationId xmlns:a16="http://schemas.microsoft.com/office/drawing/2014/main" id="{C0FF2681-347D-8B25-1A43-5E64E84ABC9A}"/>
              </a:ext>
            </a:extLst>
          </p:cNvPr>
          <p:cNvSpPr txBox="1"/>
          <p:nvPr userDrawn="1"/>
        </p:nvSpPr>
        <p:spPr>
          <a:xfrm>
            <a:off x="398738" y="6304130"/>
            <a:ext cx="11340000" cy="162096"/>
          </a:xfrm>
          <a:prstGeom prst="rect">
            <a:avLst/>
          </a:prstGeom>
          <a:noFill/>
        </p:spPr>
        <p:txBody>
          <a:bodyPr vert="horz" wrap="square" lIns="0" tIns="25400" rIns="0" bIns="25400" rtlCol="0" anchor="b" anchorCtr="0">
            <a:spAutoFit/>
          </a:bodyPr>
          <a:lstStyle>
            <a:defPPr>
              <a:defRPr lang="pt-PT"/>
            </a:defPPr>
            <a:lvl1pPr marL="429768" indent="-429768">
              <a:lnSpc>
                <a:spcPct val="90000"/>
              </a:lnSpc>
              <a:tabLst>
                <a:tab pos="347472" algn="r"/>
              </a:tabLst>
              <a:defRPr sz="800"/>
            </a:lvl1pPr>
          </a:lstStyle>
          <a:p>
            <a:pPr marL="429768" indent="-429768" defTabSz="914400">
              <a:lnSpc>
                <a:spcPct val="90000"/>
              </a:lnSpc>
              <a:tabLst>
                <a:tab pos="347472" algn="r"/>
              </a:tabLst>
            </a:pPr>
            <a:r>
              <a:rPr lang="de-DE" sz="800"/>
              <a:t>	Source:	Source Text</a:t>
            </a:r>
          </a:p>
        </p:txBody>
      </p:sp>
      <p:grpSp>
        <p:nvGrpSpPr>
          <p:cNvPr id="13" name="Group_Sticker" hidden="1">
            <a:extLst>
              <a:ext uri="{FF2B5EF4-FFF2-40B4-BE49-F238E27FC236}">
                <a16:creationId xmlns:a16="http://schemas.microsoft.com/office/drawing/2014/main" id="{24B1E317-E021-8D77-E4AB-8CF4EAED7719}"/>
              </a:ext>
            </a:extLst>
          </p:cNvPr>
          <p:cNvGrpSpPr/>
          <p:nvPr userDrawn="1"/>
        </p:nvGrpSpPr>
        <p:grpSpPr>
          <a:xfrm>
            <a:off x="10486288" y="389555"/>
            <a:ext cx="562654" cy="242788"/>
            <a:chOff x="8505826" y="-2406898"/>
            <a:chExt cx="562654" cy="242788"/>
          </a:xfrm>
        </p:grpSpPr>
        <p:sp>
          <p:nvSpPr>
            <p:cNvPr id="14" name="Textfeld 92">
              <a:extLst>
                <a:ext uri="{FF2B5EF4-FFF2-40B4-BE49-F238E27FC236}">
                  <a16:creationId xmlns:a16="http://schemas.microsoft.com/office/drawing/2014/main" id="{9B12AD15-C628-3F42-75FA-B32E42FCC04F}"/>
                </a:ext>
              </a:extLst>
            </p:cNvPr>
            <p:cNvSpPr txBox="1"/>
            <p:nvPr/>
          </p:nvSpPr>
          <p:spPr>
            <a:xfrm>
              <a:off x="8523459" y="-2356098"/>
              <a:ext cx="527388" cy="153888"/>
            </a:xfrm>
            <a:prstGeom prst="rect">
              <a:avLst/>
            </a:prstGeom>
          </p:spPr>
          <p:txBody>
            <a:bodyPr vert="horz" wrap="none" lIns="0" tIns="0" rIns="0" bIns="0" rtlCol="0" anchor="ctr">
              <a:spAutoFit/>
            </a:bodyPr>
            <a:lstStyle/>
            <a:p>
              <a:pPr algn="ctr"/>
              <a:r>
                <a:rPr lang="de-DE" sz="1000" b="1">
                  <a:solidFill>
                    <a:schemeClr val="accent2"/>
                  </a:solidFill>
                </a:rPr>
                <a:t>STICKER</a:t>
              </a:r>
            </a:p>
          </p:txBody>
        </p:sp>
        <p:cxnSp>
          <p:nvCxnSpPr>
            <p:cNvPr id="15" name="Gerader Verbinder 96">
              <a:extLst>
                <a:ext uri="{FF2B5EF4-FFF2-40B4-BE49-F238E27FC236}">
                  <a16:creationId xmlns:a16="http://schemas.microsoft.com/office/drawing/2014/main" id="{15C75214-9964-0791-6130-EE0865AE0006}"/>
                </a:ext>
              </a:extLst>
            </p:cNvPr>
            <p:cNvCxnSpPr/>
            <p:nvPr/>
          </p:nvCxnSpPr>
          <p:spPr>
            <a:xfrm>
              <a:off x="8505826" y="-2406898"/>
              <a:ext cx="56265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Gerader Verbinder 97">
              <a:extLst>
                <a:ext uri="{FF2B5EF4-FFF2-40B4-BE49-F238E27FC236}">
                  <a16:creationId xmlns:a16="http://schemas.microsoft.com/office/drawing/2014/main" id="{F3F8320C-4458-B50F-BC65-5CD705D20199}"/>
                </a:ext>
              </a:extLst>
            </p:cNvPr>
            <p:cNvCxnSpPr/>
            <p:nvPr/>
          </p:nvCxnSpPr>
          <p:spPr>
            <a:xfrm>
              <a:off x="8505826" y="-2164110"/>
              <a:ext cx="562654" cy="0"/>
            </a:xfrm>
            <a:prstGeom prst="line">
              <a:avLst/>
            </a:prstGeom>
          </p:spPr>
          <p:style>
            <a:lnRef idx="1">
              <a:schemeClr val="accent1"/>
            </a:lnRef>
            <a:fillRef idx="0">
              <a:schemeClr val="accent1"/>
            </a:fillRef>
            <a:effectRef idx="0">
              <a:schemeClr val="accent1"/>
            </a:effectRef>
            <a:fontRef idx="minor">
              <a:schemeClr val="tx1"/>
            </a:fontRef>
          </p:style>
        </p:cxnSp>
      </p:grpSp>
      <p:sp>
        <p:nvSpPr>
          <p:cNvPr id="17" name="SEC3" hidden="1">
            <a:extLst>
              <a:ext uri="{FF2B5EF4-FFF2-40B4-BE49-F238E27FC236}">
                <a16:creationId xmlns:a16="http://schemas.microsoft.com/office/drawing/2014/main" id="{519B033A-DDEF-7B5E-A77A-3DEE3B20A291}"/>
              </a:ext>
            </a:extLst>
          </p:cNvPr>
          <p:cNvSpPr>
            <a:spLocks/>
          </p:cNvSpPr>
          <p:nvPr userDrawn="1"/>
        </p:nvSpPr>
        <p:spPr>
          <a:xfrm>
            <a:off x="11548715" y="656744"/>
            <a:ext cx="468000" cy="468000"/>
          </a:xfrm>
          <a:prstGeom prst="rect">
            <a:avLst/>
          </a:prstGeom>
          <a:blipFill>
            <a:blip r:embed="rId19"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
        <p:nvSpPr>
          <p:cNvPr id="18" name="SEC2" hidden="1">
            <a:extLst>
              <a:ext uri="{FF2B5EF4-FFF2-40B4-BE49-F238E27FC236}">
                <a16:creationId xmlns:a16="http://schemas.microsoft.com/office/drawing/2014/main" id="{8A1EDF20-9BF3-F8C7-E76E-DC736546E197}"/>
              </a:ext>
            </a:extLst>
          </p:cNvPr>
          <p:cNvSpPr>
            <a:spLocks/>
          </p:cNvSpPr>
          <p:nvPr userDrawn="1"/>
        </p:nvSpPr>
        <p:spPr>
          <a:xfrm>
            <a:off x="11548715" y="656744"/>
            <a:ext cx="468000" cy="468000"/>
          </a:xfrm>
          <a:prstGeom prst="rect">
            <a:avLst/>
          </a:prstGeom>
          <a:blipFill>
            <a:blip r:embed="rId20"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
        <p:nvSpPr>
          <p:cNvPr id="19" name="SEC1" hidden="1">
            <a:extLst>
              <a:ext uri="{FF2B5EF4-FFF2-40B4-BE49-F238E27FC236}">
                <a16:creationId xmlns:a16="http://schemas.microsoft.com/office/drawing/2014/main" id="{92B07E1D-B359-DB47-9C76-A2BCAA0AE87B}"/>
              </a:ext>
            </a:extLst>
          </p:cNvPr>
          <p:cNvSpPr>
            <a:spLocks/>
          </p:cNvSpPr>
          <p:nvPr userDrawn="1"/>
        </p:nvSpPr>
        <p:spPr>
          <a:xfrm>
            <a:off x="11548715" y="656744"/>
            <a:ext cx="468000" cy="468000"/>
          </a:xfrm>
          <a:prstGeom prst="rect">
            <a:avLst/>
          </a:prstGeom>
          <a:blipFill>
            <a:blip r:embed="rId21"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
        <p:nvSpPr>
          <p:cNvPr id="21" name="SEC0" hidden="1">
            <a:extLst>
              <a:ext uri="{FF2B5EF4-FFF2-40B4-BE49-F238E27FC236}">
                <a16:creationId xmlns:a16="http://schemas.microsoft.com/office/drawing/2014/main" id="{605EC4BD-9D3E-7259-5DC4-722CAC74D63F}"/>
              </a:ext>
            </a:extLst>
          </p:cNvPr>
          <p:cNvSpPr>
            <a:spLocks/>
          </p:cNvSpPr>
          <p:nvPr userDrawn="1"/>
        </p:nvSpPr>
        <p:spPr>
          <a:xfrm>
            <a:off x="11548715" y="656744"/>
            <a:ext cx="468000" cy="468000"/>
          </a:xfrm>
          <a:prstGeom prst="rect">
            <a:avLst/>
          </a:prstGeom>
          <a:blipFill>
            <a:blip r:embed="rId22"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
        <p:nvSpPr>
          <p:cNvPr id="23" name="CapgeminiBox" hidden="1">
            <a:extLst>
              <a:ext uri="{FF2B5EF4-FFF2-40B4-BE49-F238E27FC236}">
                <a16:creationId xmlns:a16="http://schemas.microsoft.com/office/drawing/2014/main" id="{B5D1AC10-0871-5DAC-621F-0BD86072FACC}"/>
              </a:ext>
            </a:extLst>
          </p:cNvPr>
          <p:cNvSpPr txBox="1">
            <a:spLocks/>
          </p:cNvSpPr>
          <p:nvPr userDrawn="1"/>
        </p:nvSpPr>
        <p:spPr>
          <a:xfrm>
            <a:off x="414970" y="35073"/>
            <a:ext cx="2175829" cy="215444"/>
          </a:xfrm>
          <a:prstGeom prst="rect">
            <a:avLst/>
          </a:prstGeom>
        </p:spPr>
        <p:txBody>
          <a:bodyPr vert="horz" lIns="0" tIns="0" rIns="0" bIns="0" rtlCol="0">
            <a:spAutoFit/>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0"/>
              </a:spcBef>
              <a:spcAft>
                <a:spcPts val="600"/>
              </a:spcAft>
              <a:buClr>
                <a:schemeClr val="accent2"/>
              </a:buClr>
              <a:buFont typeface="Wingdings" panose="05000000000000000000" pitchFamily="2" charset="2"/>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0"/>
              </a:spcBef>
              <a:spcAft>
                <a:spcPts val="600"/>
              </a:spcAft>
              <a:buClr>
                <a:schemeClr val="accent2"/>
              </a:buClr>
              <a:buFont typeface="Verdana" panose="020B0604030504040204" pitchFamily="34" charset="0"/>
              <a:buChar char="‒"/>
              <a:tabLst/>
              <a:defRPr sz="1400" kern="1200">
                <a:solidFill>
                  <a:schemeClr val="tx1"/>
                </a:solidFill>
                <a:latin typeface="+mn-lt"/>
                <a:ea typeface="+mn-ea"/>
                <a:cs typeface="+mn-cs"/>
              </a:defRPr>
            </a:lvl4pPr>
            <a:lvl5pPr marL="719138" indent="-180975"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e-DE"/>
              <a:t>Capgemini Global V9.7</a:t>
            </a:r>
          </a:p>
        </p:txBody>
      </p:sp>
      <p:sp>
        <p:nvSpPr>
          <p:cNvPr id="24" name="Retângulo 43">
            <a:extLst>
              <a:ext uri="{FF2B5EF4-FFF2-40B4-BE49-F238E27FC236}">
                <a16:creationId xmlns:a16="http://schemas.microsoft.com/office/drawing/2014/main" id="{03A444C7-A832-41BE-1F12-3944A044DBE0}"/>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
        <p:nvSpPr>
          <p:cNvPr id="25" name="Rectangle 27">
            <a:extLst>
              <a:ext uri="{FF2B5EF4-FFF2-40B4-BE49-F238E27FC236}">
                <a16:creationId xmlns:a16="http://schemas.microsoft.com/office/drawing/2014/main" id="{18B0C39B-F390-304A-491E-1D3AA27C119E}"/>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a:t>
            </a:r>
            <a:r>
              <a:rPr lang="en-GB" sz="700" baseline="0">
                <a:solidFill>
                  <a:srgbClr val="A6A6A6"/>
                </a:solidFill>
                <a:latin typeface="Ubuntu" panose="020B0504030602030204" pitchFamily="34" charset="0"/>
                <a:cs typeface="Arial" panose="020B0604020202020204" pitchFamily="34" charset="0"/>
              </a:rPr>
              <a:t> </a:t>
            </a:r>
            <a:r>
              <a:rPr lang="en-GB" sz="700">
                <a:solidFill>
                  <a:srgbClr val="A6A6A6"/>
                </a:solidFill>
                <a:latin typeface="Ubuntu" panose="020B0504030602030204" pitchFamily="34" charset="0"/>
                <a:cs typeface="Arial" panose="020B0604020202020204" pitchFamily="34" charset="0"/>
              </a:rPr>
              <a:t>Confidential © Capgemini 2026. All rights reserved  |</a:t>
            </a:r>
          </a:p>
        </p:txBody>
      </p:sp>
      <p:sp>
        <p:nvSpPr>
          <p:cNvPr id="27" name="Rectangle 27">
            <a:extLst>
              <a:ext uri="{FF2B5EF4-FFF2-40B4-BE49-F238E27FC236}">
                <a16:creationId xmlns:a16="http://schemas.microsoft.com/office/drawing/2014/main" id="{FBE5065A-1A45-EBC1-9CCB-80F411924781}"/>
              </a:ext>
            </a:extLst>
          </p:cNvPr>
          <p:cNvSpPr/>
          <p:nvPr userDrawn="1"/>
        </p:nvSpPr>
        <p:spPr>
          <a:xfrm>
            <a:off x="404813" y="6517658"/>
            <a:ext cx="4532162"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a:solidFill>
                  <a:srgbClr val="A6A6A6"/>
                </a:solidFill>
                <a:latin typeface="Ubuntu" panose="020B0504030602030204" pitchFamily="34" charset="0"/>
                <a:cs typeface="Arial" panose="020B0604020202020204" pitchFamily="34" charset="0"/>
              </a:rPr>
              <a:t>Capgemini response to Liberty Networks RFP for Cost Transformation Initiative</a:t>
            </a:r>
            <a:endParaRPr lang="en-GB" sz="700">
              <a:solidFill>
                <a:srgbClr val="A6A6A6"/>
              </a:solidFill>
              <a:latin typeface="Ubuntu" panose="020B0504030602030204" pitchFamily="34" charset="0"/>
              <a:cs typeface="Arial" panose="020B0604020202020204" pitchFamily="34" charset="0"/>
            </a:endParaRPr>
          </a:p>
        </p:txBody>
      </p:sp>
      <p:pic>
        <p:nvPicPr>
          <p:cNvPr id="28" name="Picture 27">
            <a:extLst>
              <a:ext uri="{FF2B5EF4-FFF2-40B4-BE49-F238E27FC236}">
                <a16:creationId xmlns:a16="http://schemas.microsoft.com/office/drawing/2014/main" id="{90077D75-42B1-81CC-5B1D-8642734DF359}"/>
              </a:ext>
            </a:extLst>
          </p:cNvPr>
          <p:cNvPicPr>
            <a:picLocks noChangeAspect="1"/>
          </p:cNvPicPr>
          <p:nvPr userDrawn="1"/>
        </p:nvPicPr>
        <p:blipFill>
          <a:blip r:embed="rId23">
            <a:biLevel thresh="25000"/>
          </a:blip>
          <a:srcRect l="81696" b="14494"/>
          <a:stretch>
            <a:fillRect/>
          </a:stretch>
        </p:blipFill>
        <p:spPr>
          <a:xfrm>
            <a:off x="11466576" y="170000"/>
            <a:ext cx="442140" cy="462340"/>
          </a:xfrm>
          <a:prstGeom prst="rect">
            <a:avLst/>
          </a:prstGeom>
        </p:spPr>
      </p:pic>
    </p:spTree>
    <p:extLst>
      <p:ext uri="{BB962C8B-B14F-4D97-AF65-F5344CB8AC3E}">
        <p14:creationId xmlns:p14="http://schemas.microsoft.com/office/powerpoint/2010/main" val="1327134786"/>
      </p:ext>
    </p:extLst>
  </p:cSld>
  <p:clrMap bg1="lt1" tx1="dk1" bg2="lt2" tx2="dk2" accent1="accent1" accent2="accent2" accent3="accent3" accent4="accent4" accent5="accent5" accent6="accent6" hlink="hlink" folHlink="folHlink"/>
  <p:sldLayoutIdLst>
    <p:sldLayoutId id="2147484472" r:id="rId1"/>
    <p:sldLayoutId id="2147484473" r:id="rId2"/>
    <p:sldLayoutId id="2147484474" r:id="rId3"/>
    <p:sldLayoutId id="2147484475" r:id="rId4"/>
    <p:sldLayoutId id="2147484476" r:id="rId5"/>
    <p:sldLayoutId id="2147484477" r:id="rId6"/>
    <p:sldLayoutId id="2147484478" r:id="rId7"/>
    <p:sldLayoutId id="2147484479" r:id="rId8"/>
    <p:sldLayoutId id="2147484480" r:id="rId9"/>
    <p:sldLayoutId id="2147484481" r:id="rId10"/>
    <p:sldLayoutId id="2147484482" r:id="rId11"/>
    <p:sldLayoutId id="2147484483" r:id="rId12"/>
    <p:sldLayoutId id="2147484484" r:id="rId13"/>
    <p:sldLayoutId id="2147484485" r:id="rId14"/>
    <p:sldLayoutId id="2147484486" r:id="rId15"/>
    <p:sldLayoutId id="2147484532" r:id="rId16"/>
  </p:sldLayoutIdLst>
  <p:hf sldNum="0" hdr="0" ftr="0" dt="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de-DE" sz="3200" b="0" i="0" u="none" strike="noStrike" kern="1200" cap="none" spc="0" normalizeH="0" baseline="0" noProof="0" dirty="0">
          <a:ln>
            <a:noFill/>
          </a:ln>
          <a:solidFill>
            <a:schemeClr val="tx1"/>
          </a:solidFill>
          <a:effectLst/>
          <a:uLnTx/>
          <a:uFillTx/>
          <a:latin typeface="+mj-lt"/>
          <a:ea typeface="+mj-ea"/>
          <a:cs typeface="+mj-cs"/>
        </a:defRPr>
      </a:lvl1pPr>
    </p:titleStyle>
    <p:bodyStyle>
      <a:lvl1pPr marL="0" marR="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Clr>
          <a:schemeClr val="tx2"/>
        </a:buClr>
        <a:buFont typeface="Arial" panose="020B0604020202020204" pitchFamily="34" charset="0"/>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2"/>
        </a:buClr>
        <a:buFont typeface="System Font Regular"/>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accent2"/>
        </a:buClr>
        <a:buFont typeface="Arial" panose="020B0604020202020204" pitchFamily="34" charset="0"/>
        <a:buChar char="•"/>
        <a:tabLst/>
        <a:defRPr sz="14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2"/>
        </a:buClr>
        <a:buFont typeface="System Font Regular"/>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8" orient="horz" pos="709">
          <p15:clr>
            <a:srgbClr val="F26B43"/>
          </p15:clr>
        </p15:guide>
        <p15:guide id="20" pos="347">
          <p15:clr>
            <a:srgbClr val="F26B43"/>
          </p15:clr>
        </p15:guide>
        <p15:guide id="21" pos="3840">
          <p15:clr>
            <a:srgbClr val="F26B43"/>
          </p15:clr>
        </p15:guide>
        <p15:guide id="22" pos="7333">
          <p15:clr>
            <a:srgbClr val="F26B43"/>
          </p15:clr>
        </p15:guide>
        <p15:guide id="23" orient="horz" pos="164">
          <p15:clr>
            <a:srgbClr val="F26B43"/>
          </p15:clr>
        </p15:guide>
        <p15:guide id="24" orient="horz" pos="1026">
          <p15:clr>
            <a:srgbClr val="F26B43"/>
          </p15:clr>
        </p15:guide>
        <p15:guide id="25" orient="horz" pos="346">
          <p15:clr>
            <a:srgbClr val="F26B43"/>
          </p15:clr>
        </p15:guide>
        <p15:guide id="26" orient="horz" pos="663">
          <p15:clr>
            <a:srgbClr val="F26B43"/>
          </p15:clr>
        </p15:guide>
        <p15:guide id="27" orient="horz" pos="4320">
          <p15:clr>
            <a:srgbClr val="F26B43"/>
          </p15:clr>
        </p15:guide>
        <p15:guide id="28" pos="257">
          <p15:clr>
            <a:srgbClr val="F26B43"/>
          </p15:clr>
        </p15:guide>
        <p15:guide id="29" pos="7423">
          <p15:clr>
            <a:srgbClr val="F26B43"/>
          </p15:clr>
        </p15:guide>
        <p15:guide id="30" orient="horz" pos="255">
          <p15:clr>
            <a:srgbClr val="F26B43"/>
          </p15:clr>
        </p15:guide>
        <p15:guide id="31" orient="horz" pos="4065">
          <p15:clr>
            <a:srgbClr val="F26B43"/>
          </p15:clr>
        </p15:guide>
        <p15:guide id="32" orient="horz" pos="890">
          <p15:clr>
            <a:srgbClr val="F26B43"/>
          </p15:clr>
        </p15:guide>
        <p15:guide id="33" pos="3783">
          <p15:clr>
            <a:srgbClr val="F26B43"/>
          </p15:clr>
        </p15:guide>
        <p15:guide id="34" pos="3897">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27870675"/>
      </p:ext>
    </p:extLst>
  </p:cSld>
  <p:clrMap bg1="lt1" tx1="dk1" bg2="lt2" tx2="dk2" accent1="accent1" accent2="accent2" accent3="accent3" accent4="accent4" accent5="accent5" accent6="accent6" hlink="hlink" folHlink="folHlink"/>
  <p:sldLayoutIdLst>
    <p:sldLayoutId id="2147484610" r:id="rId1"/>
  </p:sldLayoutIdLst>
  <p:hf sldNum="0" hdr="0" ftr="0" dt="0"/>
  <p:txStyles>
    <p:titleStyle>
      <a:lvl1pPr algn="ctr" defTabSz="1219170" rtl="0" eaLnBrk="1" latinLnBrk="0"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0"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0"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0"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C5331B38-4BE7-2094-1140-E6DFD218D189}"/>
              </a:ext>
            </a:extLst>
          </p:cNvPr>
          <p:cNvGraphicFramePr>
            <a:graphicFrameLocks noChangeAspect="1"/>
          </p:cNvGraphicFramePr>
          <p:nvPr userDrawn="1">
            <p:custDataLst>
              <p:tags r:id="rId47"/>
            </p:custDataLst>
            <p:extLst>
              <p:ext uri="{D42A27DB-BD31-4B8C-83A1-F6EECF244321}">
                <p14:modId xmlns:p14="http://schemas.microsoft.com/office/powerpoint/2010/main" val="277230128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8" imgW="395" imgH="394" progId="TCLayout.ActiveDocument.1">
                  <p:embed/>
                </p:oleObj>
              </mc:Choice>
              <mc:Fallback>
                <p:oleObj name="think-cell Slide" r:id="rId48" imgW="395" imgH="394" progId="TCLayout.ActiveDocument.1">
                  <p:embed/>
                  <p:pic>
                    <p:nvPicPr>
                      <p:cNvPr id="9" name="think-cell data - do not delete" hidden="1">
                        <a:extLst>
                          <a:ext uri="{FF2B5EF4-FFF2-40B4-BE49-F238E27FC236}">
                            <a16:creationId xmlns:a16="http://schemas.microsoft.com/office/drawing/2014/main" id="{C5331B38-4BE7-2094-1140-E6DFD218D189}"/>
                          </a:ext>
                        </a:extLst>
                      </p:cNvPr>
                      <p:cNvPicPr/>
                      <p:nvPr/>
                    </p:nvPicPr>
                    <p:blipFill>
                      <a:blip r:embed="rId49"/>
                      <a:stretch>
                        <a:fillRect/>
                      </a:stretch>
                    </p:blipFill>
                    <p:spPr>
                      <a:xfrm>
                        <a:off x="1588" y="1588"/>
                        <a:ext cx="1588" cy="1588"/>
                      </a:xfrm>
                      <a:prstGeom prst="rect">
                        <a:avLst/>
                      </a:prstGeom>
                    </p:spPr>
                  </p:pic>
                </p:oleObj>
              </mc:Fallback>
            </mc:AlternateContent>
          </a:graphicData>
        </a:graphic>
      </p:graphicFrame>
      <p:pic>
        <p:nvPicPr>
          <p:cNvPr id="2" name="GRID" hidden="1">
            <a:extLst>
              <a:ext uri="{FF2B5EF4-FFF2-40B4-BE49-F238E27FC236}">
                <a16:creationId xmlns:a16="http://schemas.microsoft.com/office/drawing/2014/main" id="{A27D0679-8D96-1186-A961-BDC17B525A6F}"/>
              </a:ext>
            </a:extLst>
          </p:cNvPr>
          <p:cNvPicPr>
            <a:picLocks noGrp="1" noRot="1" noChangeAspect="1" noMove="1" noResize="1" noEditPoints="1" noAdjustHandles="1" noChangeArrowheads="1" noChangeShapeType="1" noCrop="1"/>
          </p:cNvPicPr>
          <p:nvPr userDrawn="1"/>
        </p:nvPicPr>
        <p:blipFill>
          <a:blip r:embed="rId50" cstate="screen">
            <a:extLst>
              <a:ext uri="{28A0092B-C50C-407E-A947-70E740481C1C}">
                <a14:useLocalDpi xmlns:a14="http://schemas.microsoft.com/office/drawing/2010/main"/>
              </a:ext>
            </a:extLst>
          </a:blip>
          <a:stretch>
            <a:fillRect/>
          </a:stretch>
        </p:blipFill>
        <p:spPr>
          <a:xfrm>
            <a:off x="414971" y="388938"/>
            <a:ext cx="11369040" cy="6067248"/>
          </a:xfrm>
          <a:prstGeom prst="rect">
            <a:avLst/>
          </a:prstGeom>
        </p:spPr>
      </p:pic>
      <p:sp>
        <p:nvSpPr>
          <p:cNvPr id="4" name="Text Placeholder 1"/>
          <p:cNvSpPr>
            <a:spLocks noGrp="1"/>
          </p:cNvSpPr>
          <p:nvPr>
            <p:ph type="body" idx="1"/>
          </p:nvPr>
        </p:nvSpPr>
        <p:spPr>
          <a:xfrm>
            <a:off x="407988" y="1628800"/>
            <a:ext cx="11369040" cy="4829080"/>
          </a:xfrm>
          <a:prstGeom prst="rect">
            <a:avLst/>
          </a:prstGeom>
        </p:spPr>
        <p:txBody>
          <a:bodyPr vert="horz" lIns="0" tIns="0" rIns="0" bIns="0" rtlCol="0">
            <a:noAutofit/>
          </a:bodyPr>
          <a:lstStyle/>
          <a:p>
            <a:pPr lvl="0"/>
            <a:r>
              <a:rPr lang="fr-FR"/>
              <a:t>Enter </a:t>
            </a:r>
            <a:r>
              <a:rPr lang="fr-FR" err="1"/>
              <a:t>your</a:t>
            </a:r>
            <a:r>
              <a:rPr lang="fr-FR"/>
              <a:t> contents</a:t>
            </a:r>
          </a:p>
          <a:p>
            <a:pPr lvl="1"/>
            <a:r>
              <a:rPr lang="fr-FR"/>
              <a:t>Second </a:t>
            </a:r>
            <a:r>
              <a:rPr lang="fr-FR" err="1"/>
              <a:t>level</a:t>
            </a:r>
            <a:endParaRPr lang="fr-FR"/>
          </a:p>
          <a:p>
            <a:pPr lvl="2"/>
            <a:r>
              <a:rPr lang="fr-FR" err="1"/>
              <a:t>Third</a:t>
            </a:r>
            <a:r>
              <a:rPr lang="fr-FR"/>
              <a:t> </a:t>
            </a:r>
            <a:r>
              <a:rPr lang="fr-FR" err="1"/>
              <a:t>level</a:t>
            </a:r>
            <a:endParaRPr lang="fr-FR"/>
          </a:p>
          <a:p>
            <a:pPr lvl="3"/>
            <a:r>
              <a:rPr lang="fr-FR" err="1"/>
              <a:t>Fourth</a:t>
            </a:r>
            <a:r>
              <a:rPr lang="fr-FR"/>
              <a:t> </a:t>
            </a:r>
            <a:r>
              <a:rPr lang="fr-FR" err="1"/>
              <a:t>level</a:t>
            </a:r>
            <a:endParaRPr lang="fr-FR"/>
          </a:p>
          <a:p>
            <a:pPr lvl="4"/>
            <a:r>
              <a:rPr lang="fr-FR" err="1"/>
              <a:t>Fifth</a:t>
            </a:r>
            <a:r>
              <a:rPr lang="fr-FR"/>
              <a:t> </a:t>
            </a:r>
            <a:r>
              <a:rPr lang="fr-FR" err="1"/>
              <a:t>level</a:t>
            </a:r>
            <a:endParaRPr lang="en-US"/>
          </a:p>
        </p:txBody>
      </p:sp>
      <p:grpSp>
        <p:nvGrpSpPr>
          <p:cNvPr id="31" name="Groupe 1">
            <a:extLst>
              <a:ext uri="{FF2B5EF4-FFF2-40B4-BE49-F238E27FC236}">
                <a16:creationId xmlns:a16="http://schemas.microsoft.com/office/drawing/2014/main" id="{F31688C0-3AAB-457C-86FA-4177A059CF79}"/>
              </a:ext>
            </a:extLst>
          </p:cNvPr>
          <p:cNvGrpSpPr/>
          <p:nvPr userDrawn="1"/>
        </p:nvGrpSpPr>
        <p:grpSpPr>
          <a:xfrm>
            <a:off x="11501102" y="171573"/>
            <a:ext cx="419436" cy="388988"/>
            <a:chOff x="11501102" y="171573"/>
            <a:chExt cx="419436" cy="388988"/>
          </a:xfrm>
        </p:grpSpPr>
        <p:sp>
          <p:nvSpPr>
            <p:cNvPr id="33" name="Freeform 13">
              <a:extLst>
                <a:ext uri="{FF2B5EF4-FFF2-40B4-BE49-F238E27FC236}">
                  <a16:creationId xmlns:a16="http://schemas.microsoft.com/office/drawing/2014/main" id="{0DF4B7FE-AA65-4E55-B964-75A3DEE12DA3}"/>
                </a:ext>
              </a:extLst>
            </p:cNvPr>
            <p:cNvSpPr>
              <a:spLocks/>
            </p:cNvSpPr>
            <p:nvPr/>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34" name="Freeform 14">
              <a:extLst>
                <a:ext uri="{FF2B5EF4-FFF2-40B4-BE49-F238E27FC236}">
                  <a16:creationId xmlns:a16="http://schemas.microsoft.com/office/drawing/2014/main" id="{08DB13D7-F3B3-4CCC-9572-7C835EA669A8}"/>
                </a:ext>
              </a:extLst>
            </p:cNvPr>
            <p:cNvSpPr>
              <a:spLocks/>
            </p:cNvSpPr>
            <p:nvPr/>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5" name="Title Placeholder 4">
            <a:extLst>
              <a:ext uri="{FF2B5EF4-FFF2-40B4-BE49-F238E27FC236}">
                <a16:creationId xmlns:a16="http://schemas.microsoft.com/office/drawing/2014/main" id="{D28F27D4-FFE2-4FAB-BA1B-9D013846C4B7}"/>
              </a:ext>
            </a:extLst>
          </p:cNvPr>
          <p:cNvSpPr>
            <a:spLocks noGrp="1"/>
          </p:cNvSpPr>
          <p:nvPr>
            <p:ph type="title"/>
          </p:nvPr>
        </p:nvSpPr>
        <p:spPr>
          <a:xfrm>
            <a:off x="414971" y="260350"/>
            <a:ext cx="11008413" cy="792163"/>
          </a:xfrm>
          <a:prstGeom prst="rect">
            <a:avLst/>
          </a:prstGeom>
        </p:spPr>
        <p:txBody>
          <a:bodyPr vert="horz" lIns="0" tIns="0" rIns="0" bIns="0" rtlCol="0" anchor="b" anchorCtr="0">
            <a:noAutofit/>
          </a:bodyPr>
          <a:lstStyle/>
          <a:p>
            <a:r>
              <a:rPr lang="fr-FR"/>
              <a:t>Modifiez le style du titre</a:t>
            </a:r>
            <a:endParaRPr lang="de-DE"/>
          </a:p>
        </p:txBody>
      </p:sp>
      <p:sp>
        <p:nvSpPr>
          <p:cNvPr id="20" name="Stickerbox" hidden="1">
            <a:extLst>
              <a:ext uri="{FF2B5EF4-FFF2-40B4-BE49-F238E27FC236}">
                <a16:creationId xmlns:a16="http://schemas.microsoft.com/office/drawing/2014/main" id="{D03A9799-ACDC-4925-8EE1-5C65CCCBD0FA}"/>
              </a:ext>
            </a:extLst>
          </p:cNvPr>
          <p:cNvSpPr>
            <a:spLocks noChangeArrowheads="1"/>
          </p:cNvSpPr>
          <p:nvPr userDrawn="1"/>
        </p:nvSpPr>
        <p:spPr bwMode="gray">
          <a:xfrm>
            <a:off x="10979205" y="1068490"/>
            <a:ext cx="804808" cy="402775"/>
          </a:xfrm>
          <a:prstGeom prst="rect">
            <a:avLst/>
          </a:prstGeom>
          <a:solidFill>
            <a:schemeClr val="accent2"/>
          </a:solidFill>
          <a:ln w="10795">
            <a:noFill/>
            <a:round/>
            <a:headEnd/>
            <a:tailEnd/>
          </a:ln>
          <a:effectLst/>
        </p:spPr>
        <p:txBody>
          <a:bodyPr vert="horz" wrap="none" lIns="108000" tIns="108000" rIns="108000" bIns="108000" anchor="ctr" anchorCtr="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all" spc="0" normalizeH="0" baseline="0" noProof="0">
                <a:ln>
                  <a:noFill/>
                </a:ln>
                <a:solidFill>
                  <a:srgbClr val="FFFFFF">
                    <a:lumMod val="100000"/>
                  </a:srgbClr>
                </a:solidFill>
                <a:effectLst/>
                <a:uLnTx/>
                <a:uFillTx/>
                <a:latin typeface="Ubuntu"/>
                <a:ea typeface="+mn-ea"/>
                <a:cs typeface="+mn-cs"/>
              </a:rPr>
              <a:t>Sticker</a:t>
            </a:r>
          </a:p>
        </p:txBody>
      </p:sp>
      <p:sp>
        <p:nvSpPr>
          <p:cNvPr id="22" name="CapgeminiBox" hidden="1">
            <a:extLst>
              <a:ext uri="{FF2B5EF4-FFF2-40B4-BE49-F238E27FC236}">
                <a16:creationId xmlns:a16="http://schemas.microsoft.com/office/drawing/2014/main" id="{7C293A1E-B461-4AFE-976D-6EE38B2AFEB4}"/>
              </a:ext>
            </a:extLst>
          </p:cNvPr>
          <p:cNvSpPr txBox="1">
            <a:spLocks/>
          </p:cNvSpPr>
          <p:nvPr userDrawn="1"/>
        </p:nvSpPr>
        <p:spPr>
          <a:xfrm>
            <a:off x="9592" y="0"/>
            <a:ext cx="1837661" cy="260350"/>
          </a:xfrm>
          <a:prstGeom prst="rect">
            <a:avLst/>
          </a:prstGeom>
        </p:spPr>
        <p:txBody>
          <a:bodyPr vert="horz" lIns="0" tIns="0" rIns="18000" bIns="0" rtlCol="0">
            <a:normAutofit/>
          </a:bodyPr>
          <a:lstStyle>
            <a:lvl1pPr marL="0" indent="0" algn="l" defTabSz="914400" rtl="0" eaLnBrk="1" latinLnBrk="0" hangingPunct="1">
              <a:lnSpc>
                <a:spcPct val="100000"/>
              </a:lnSpc>
              <a:spcBef>
                <a:spcPts val="600"/>
              </a:spcBef>
              <a:buFont typeface="Arial" panose="020B0604020202020204" pitchFamily="34" charset="0"/>
              <a:buNone/>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Clr>
                <a:schemeClr val="tx1"/>
              </a:buClr>
              <a:buFont typeface="Wingdings" panose="05000000000000000000" pitchFamily="2" charset="2"/>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1"/>
              </a:buClr>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tx1"/>
              </a:buClr>
              <a:buFont typeface="Verdana" panose="020B060403050404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a:t>Capgemini v10.0</a:t>
            </a:r>
          </a:p>
        </p:txBody>
      </p:sp>
      <p:sp>
        <p:nvSpPr>
          <p:cNvPr id="29" name="FootnoteAndSource" hidden="1">
            <a:extLst>
              <a:ext uri="{FF2B5EF4-FFF2-40B4-BE49-F238E27FC236}">
                <a16:creationId xmlns:a16="http://schemas.microsoft.com/office/drawing/2014/main" id="{96E9BC24-418C-4CE4-8E81-3AF9AB04DEAA}"/>
              </a:ext>
            </a:extLst>
          </p:cNvPr>
          <p:cNvSpPr txBox="1"/>
          <p:nvPr userDrawn="1"/>
        </p:nvSpPr>
        <p:spPr>
          <a:xfrm>
            <a:off x="398738" y="6304130"/>
            <a:ext cx="11340000" cy="162096"/>
          </a:xfrm>
          <a:prstGeom prst="rect">
            <a:avLst/>
          </a:prstGeom>
          <a:noFill/>
        </p:spPr>
        <p:txBody>
          <a:bodyPr vert="horz" wrap="square" lIns="0" tIns="25400" rIns="0" bIns="25400" rtlCol="0" anchor="b" anchorCtr="0">
            <a:spAutoFit/>
          </a:bodyPr>
          <a:lstStyle>
            <a:defPPr>
              <a:defRPr lang="pt-PT"/>
            </a:defPPr>
            <a:lvl1pPr marL="429768" indent="-429768">
              <a:lnSpc>
                <a:spcPct val="90000"/>
              </a:lnSpc>
              <a:tabLst>
                <a:tab pos="347472" algn="r"/>
              </a:tabLst>
              <a:defRPr sz="800"/>
            </a:lvl1pPr>
          </a:lstStyle>
          <a:p>
            <a:pPr marL="429768" indent="-429768" defTabSz="914400">
              <a:lnSpc>
                <a:spcPct val="90000"/>
              </a:lnSpc>
              <a:tabLst>
                <a:tab pos="347472" algn="r"/>
              </a:tabLst>
            </a:pPr>
            <a:r>
              <a:rPr lang="de-DE" sz="800"/>
              <a:t>	Source:	Source Text</a:t>
            </a:r>
          </a:p>
        </p:txBody>
      </p:sp>
      <p:sp>
        <p:nvSpPr>
          <p:cNvPr id="3" name="Rectangle 27">
            <a:extLst>
              <a:ext uri="{FF2B5EF4-FFF2-40B4-BE49-F238E27FC236}">
                <a16:creationId xmlns:a16="http://schemas.microsoft.com/office/drawing/2014/main" id="{62086BA9-1591-C6CD-E573-A5F8961683B1}"/>
              </a:ext>
            </a:extLst>
          </p:cNvPr>
          <p:cNvSpPr/>
          <p:nvPr userDrawn="1"/>
        </p:nvSpPr>
        <p:spPr>
          <a:xfrm>
            <a:off x="406833" y="6517871"/>
            <a:ext cx="3410847"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kern="0">
                <a:solidFill>
                  <a:schemeClr val="bg1">
                    <a:lumMod val="65000"/>
                  </a:schemeClr>
                </a:solidFill>
                <a:latin typeface="+mn-lt"/>
                <a:cs typeface="Arial" panose="020B0604020202020204" pitchFamily="34" charset="0"/>
              </a:rPr>
              <a:t>Invent India Telco Monthly updates|  11 October 2024</a:t>
            </a:r>
          </a:p>
        </p:txBody>
      </p:sp>
      <p:sp>
        <p:nvSpPr>
          <p:cNvPr id="6" name="Rectangle 27">
            <a:extLst>
              <a:ext uri="{FF2B5EF4-FFF2-40B4-BE49-F238E27FC236}">
                <a16:creationId xmlns:a16="http://schemas.microsoft.com/office/drawing/2014/main" id="{C7A3A5DA-5BBD-64D1-6DE2-E0F6859C58F2}"/>
              </a:ext>
            </a:extLst>
          </p:cNvPr>
          <p:cNvSpPr/>
          <p:nvPr userDrawn="1"/>
        </p:nvSpPr>
        <p:spPr>
          <a:xfrm>
            <a:off x="713182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chemeClr val="bg1">
                    <a:lumMod val="65000"/>
                  </a:schemeClr>
                </a:solidFill>
                <a:latin typeface="+mn-lt"/>
                <a:cs typeface="Arial" panose="020B0604020202020204" pitchFamily="34" charset="0"/>
              </a:rPr>
              <a:t>Company Confidential © Capgemini 2024. All rights reserved  |</a:t>
            </a:r>
          </a:p>
        </p:txBody>
      </p:sp>
      <p:sp>
        <p:nvSpPr>
          <p:cNvPr id="7" name="Rectangle 43">
            <a:extLst>
              <a:ext uri="{FF2B5EF4-FFF2-40B4-BE49-F238E27FC236}">
                <a16:creationId xmlns:a16="http://schemas.microsoft.com/office/drawing/2014/main" id="{5A64C6D2-B9B0-18AF-749A-15AAED7E4993}"/>
              </a:ext>
            </a:extLst>
          </p:cNvPr>
          <p:cNvSpPr/>
          <p:nvPr userDrawn="1"/>
        </p:nvSpPr>
        <p:spPr>
          <a:xfrm>
            <a:off x="11648878" y="6517658"/>
            <a:ext cx="229263" cy="215444"/>
          </a:xfrm>
          <a:prstGeom prst="rect">
            <a:avLst/>
          </a:prstGeom>
        </p:spPr>
        <p:txBody>
          <a:bodyPr wrap="square" lIns="0" rIns="0">
            <a:spAutoFit/>
          </a:bodyPr>
          <a:lstStyle/>
          <a:p>
            <a:pPr algn="r"/>
            <a:fld id="{0502E5A9-B53C-401E-A0E0-4A359BB0A9E5}" type="slidenum">
              <a:rPr lang="en-US" sz="800" smtClean="0">
                <a:solidFill>
                  <a:schemeClr val="bg1">
                    <a:lumMod val="65000"/>
                  </a:schemeClr>
                </a:solidFill>
                <a:latin typeface="+mn-lt"/>
                <a:cs typeface="Arial" panose="020B0604020202020204" pitchFamily="34" charset="0"/>
              </a:rPr>
              <a:pPr algn="r"/>
              <a:t>‹#›</a:t>
            </a:fld>
            <a:endParaRPr lang="en-US" sz="800">
              <a:solidFill>
                <a:schemeClr val="bg1">
                  <a:lumMod val="65000"/>
                </a:schemeClr>
              </a:solidFill>
              <a:latin typeface="+mn-lt"/>
              <a:cs typeface="Arial" panose="020B0604020202020204" pitchFamily="34" charset="0"/>
            </a:endParaRPr>
          </a:p>
        </p:txBody>
      </p:sp>
    </p:spTree>
    <p:extLst>
      <p:ext uri="{BB962C8B-B14F-4D97-AF65-F5344CB8AC3E}">
        <p14:creationId xmlns:p14="http://schemas.microsoft.com/office/powerpoint/2010/main" val="1056709715"/>
      </p:ext>
    </p:extLst>
  </p:cSld>
  <p:clrMap bg1="lt1" tx1="dk1" bg2="lt2" tx2="dk2" accent1="accent1" accent2="accent2" accent3="accent3" accent4="accent4" accent5="accent5" accent6="accent6" hlink="hlink" folHlink="folHlink"/>
  <p:sldLayoutIdLst>
    <p:sldLayoutId id="2147484642" r:id="rId1"/>
    <p:sldLayoutId id="2147484643" r:id="rId2"/>
    <p:sldLayoutId id="2147484644" r:id="rId3"/>
    <p:sldLayoutId id="2147484645" r:id="rId4"/>
    <p:sldLayoutId id="2147484646" r:id="rId5"/>
    <p:sldLayoutId id="2147484647" r:id="rId6"/>
    <p:sldLayoutId id="2147484648" r:id="rId7"/>
    <p:sldLayoutId id="2147484649" r:id="rId8"/>
    <p:sldLayoutId id="2147484650" r:id="rId9"/>
    <p:sldLayoutId id="2147484651" r:id="rId10"/>
    <p:sldLayoutId id="2147484652" r:id="rId11"/>
    <p:sldLayoutId id="2147484653" r:id="rId12"/>
    <p:sldLayoutId id="2147484654" r:id="rId13"/>
    <p:sldLayoutId id="2147484655" r:id="rId14"/>
    <p:sldLayoutId id="2147484656" r:id="rId15"/>
    <p:sldLayoutId id="2147484657" r:id="rId16"/>
    <p:sldLayoutId id="2147484658" r:id="rId17"/>
    <p:sldLayoutId id="2147484659" r:id="rId18"/>
    <p:sldLayoutId id="2147484660" r:id="rId19"/>
    <p:sldLayoutId id="2147484661" r:id="rId20"/>
    <p:sldLayoutId id="2147484662" r:id="rId21"/>
    <p:sldLayoutId id="2147484663" r:id="rId22"/>
    <p:sldLayoutId id="2147484664" r:id="rId23"/>
    <p:sldLayoutId id="2147484665" r:id="rId24"/>
    <p:sldLayoutId id="2147484666" r:id="rId25"/>
    <p:sldLayoutId id="2147484667" r:id="rId26"/>
    <p:sldLayoutId id="2147484668" r:id="rId27"/>
    <p:sldLayoutId id="2147484669" r:id="rId28"/>
    <p:sldLayoutId id="2147484670" r:id="rId29"/>
    <p:sldLayoutId id="2147484671" r:id="rId30"/>
    <p:sldLayoutId id="2147484672" r:id="rId31"/>
    <p:sldLayoutId id="2147484673" r:id="rId32"/>
    <p:sldLayoutId id="2147484674" r:id="rId33"/>
    <p:sldLayoutId id="2147484675" r:id="rId34"/>
    <p:sldLayoutId id="2147484676" r:id="rId35"/>
    <p:sldLayoutId id="2147484677" r:id="rId36"/>
    <p:sldLayoutId id="2147484678" r:id="rId37"/>
    <p:sldLayoutId id="2147484679" r:id="rId38"/>
    <p:sldLayoutId id="2147484680" r:id="rId39"/>
    <p:sldLayoutId id="2147484681" r:id="rId40"/>
    <p:sldLayoutId id="2147484682" r:id="rId41"/>
    <p:sldLayoutId id="2147484683" r:id="rId42"/>
    <p:sldLayoutId id="2147484684" r:id="rId43"/>
    <p:sldLayoutId id="2147484685" r:id="rId44"/>
    <p:sldLayoutId id="2147484686" r:id="rId45"/>
  </p:sldLayoutIdLst>
  <p:hf sldNum="0" hdr="0" ftr="0" dt="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800" b="0" i="0" u="none" strike="noStrike" kern="1200" cap="none" spc="0" normalizeH="0" baseline="0" noProof="0" dirty="0">
          <a:ln>
            <a:noFill/>
          </a:ln>
          <a:solidFill>
            <a:schemeClr val="tx1"/>
          </a:solidFill>
          <a:effectLst/>
          <a:uLnTx/>
          <a:uFillTx/>
          <a:latin typeface="+mj-lt"/>
          <a:ea typeface="+mj-ea"/>
          <a:cs typeface="+mj-cs"/>
        </a:defRPr>
      </a:lvl1pPr>
    </p:titleStyle>
    <p:bodyStyle>
      <a:lvl1pPr marL="0" indent="0" algn="l" defTabSz="914400" rtl="0" eaLnBrk="1" latinLnBrk="0" hangingPunct="1">
        <a:lnSpc>
          <a:spcPct val="100000"/>
        </a:lnSpc>
        <a:spcBef>
          <a:spcPts val="600"/>
        </a:spcBef>
        <a:buFont typeface="Arial" panose="020B0604020202020204" pitchFamily="34" charset="0"/>
        <a:buNone/>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Clr>
          <a:schemeClr val="accent1"/>
        </a:buClr>
        <a:buFont typeface="Wingdings" panose="05000000000000000000" pitchFamily="2" charset="2"/>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Tx/>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Tx/>
        <a:buFont typeface="Verdana" panose="020B060403050404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Tx/>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8" orient="horz" pos="663">
          <p15:clr>
            <a:srgbClr val="F26B43"/>
          </p15:clr>
        </p15:guide>
        <p15:guide id="19" orient="horz" pos="4320">
          <p15:clr>
            <a:srgbClr val="F26B43"/>
          </p15:clr>
        </p15:guide>
        <p15:guide id="20" pos="257">
          <p15:clr>
            <a:srgbClr val="F26B43"/>
          </p15:clr>
        </p15:guide>
        <p15:guide id="21" pos="3840">
          <p15:clr>
            <a:srgbClr val="F26B43"/>
          </p15:clr>
        </p15:guide>
        <p15:guide id="22" pos="7423">
          <p15:clr>
            <a:srgbClr val="F26B43"/>
          </p15:clr>
        </p15:guide>
        <p15:guide id="23" orient="horz" pos="255">
          <p15:clr>
            <a:srgbClr val="F26B43"/>
          </p15:clr>
        </p15:guide>
        <p15:guide id="24" orient="horz" pos="1026">
          <p15:clr>
            <a:srgbClr val="F26B43"/>
          </p15:clr>
        </p15:guide>
        <p15:guide id="26" orient="horz" pos="4065">
          <p15:clr>
            <a:srgbClr val="F26B43"/>
          </p15:clr>
        </p15:guide>
        <p15:guide id="27" orient="horz" pos="890">
          <p15:clr>
            <a:srgbClr val="F26B43"/>
          </p15:clr>
        </p15:guide>
      </p15:sldGuideLst>
    </p:ext>
  </p:extLst>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8" name="GRID" hidden="1">
            <a:extLst>
              <a:ext uri="{FF2B5EF4-FFF2-40B4-BE49-F238E27FC236}">
                <a16:creationId xmlns:a16="http://schemas.microsoft.com/office/drawing/2014/main" id="{4C453AFD-72EA-BCED-EF09-6E1F49029575}"/>
              </a:ext>
            </a:extLst>
          </p:cNvPr>
          <p:cNvPicPr>
            <a:picLocks noGrp="1" noRot="1" noChangeAspect="1" noMove="1" noResize="1" noEditPoints="1" noAdjustHandles="1" noChangeArrowheads="1" noChangeShapeType="1" noCrop="1"/>
          </p:cNvPicPr>
          <p:nvPr userDrawn="1"/>
        </p:nvPicPr>
        <p:blipFill>
          <a:blip r:embed="rId18">
            <a:extLst>
              <a:ext uri="{28A0092B-C50C-407E-A947-70E740481C1C}">
                <a14:useLocalDpi xmlns:a14="http://schemas.microsoft.com/office/drawing/2010/main"/>
              </a:ext>
            </a:extLst>
          </a:blip>
          <a:stretch>
            <a:fillRect/>
          </a:stretch>
        </p:blipFill>
        <p:spPr>
          <a:xfrm>
            <a:off x="550863" y="560562"/>
            <a:ext cx="11089753" cy="5748164"/>
          </a:xfrm>
          <a:prstGeom prst="rect">
            <a:avLst/>
          </a:prstGeom>
        </p:spPr>
      </p:pic>
      <p:sp>
        <p:nvSpPr>
          <p:cNvPr id="35" name="Date Placeholder 34">
            <a:extLst>
              <a:ext uri="{FF2B5EF4-FFF2-40B4-BE49-F238E27FC236}">
                <a16:creationId xmlns:a16="http://schemas.microsoft.com/office/drawing/2014/main" id="{9E7A3BD3-DDA4-42A3-B05C-F6E4E51D9B78}"/>
              </a:ext>
            </a:extLst>
          </p:cNvPr>
          <p:cNvSpPr>
            <a:spLocks noGrp="1"/>
          </p:cNvSpPr>
          <p:nvPr>
            <p:ph type="dt" sz="half" idx="2"/>
          </p:nvPr>
        </p:nvSpPr>
        <p:spPr>
          <a:xfrm>
            <a:off x="9809927" y="6650661"/>
            <a:ext cx="1831210" cy="123111"/>
          </a:xfrm>
          <a:prstGeom prst="rect">
            <a:avLst/>
          </a:prstGeom>
        </p:spPr>
        <p:txBody>
          <a:bodyPr wrap="none" lIns="0" tIns="0" rIns="0" bIns="0" anchor="ctr" anchorCtr="0">
            <a:noAutofit/>
          </a:bodyPr>
          <a:lstStyle>
            <a:lvl1pPr algn="r">
              <a:defRPr lang="de-DE" sz="800" smtClean="0">
                <a:solidFill>
                  <a:schemeClr val="bg1">
                    <a:lumMod val="65000"/>
                  </a:schemeClr>
                </a:solidFill>
                <a:latin typeface="+mn-lt"/>
              </a:defRPr>
            </a:lvl1pPr>
          </a:lstStyle>
          <a:p>
            <a:pPr>
              <a:spcBef>
                <a:spcPts val="1000"/>
              </a:spcBef>
            </a:pPr>
            <a:r>
              <a:rPr lang="pl-PL" kern="0">
                <a:solidFill>
                  <a:srgbClr val="FFFFFF">
                    <a:lumMod val="65000"/>
                  </a:srgbClr>
                </a:solidFill>
              </a:rPr>
              <a:t>Company Confidential © Capgemini 2026. All rights reserved.</a:t>
            </a:r>
            <a:endParaRPr lang="en-US"/>
          </a:p>
        </p:txBody>
      </p:sp>
      <p:sp>
        <p:nvSpPr>
          <p:cNvPr id="38" name="Slide Number Placeholder 37">
            <a:extLst>
              <a:ext uri="{FF2B5EF4-FFF2-40B4-BE49-F238E27FC236}">
                <a16:creationId xmlns:a16="http://schemas.microsoft.com/office/drawing/2014/main" id="{7AB8C2A9-4C2D-43C3-9F07-0C825FF51364}"/>
              </a:ext>
            </a:extLst>
          </p:cNvPr>
          <p:cNvSpPr>
            <a:spLocks noGrp="1"/>
          </p:cNvSpPr>
          <p:nvPr>
            <p:ph type="sldNum" sz="quarter" idx="4"/>
          </p:nvPr>
        </p:nvSpPr>
        <p:spPr>
          <a:xfrm>
            <a:off x="11778341" y="6650661"/>
            <a:ext cx="232665" cy="123111"/>
          </a:xfrm>
          <a:prstGeom prst="rect">
            <a:avLst/>
          </a:prstGeom>
        </p:spPr>
        <p:txBody>
          <a:bodyPr wrap="square" lIns="0" tIns="0" rIns="0" bIns="0" anchor="ctr" anchorCtr="0">
            <a:spAutoFit/>
          </a:bodyPr>
          <a:lstStyle>
            <a:lvl1pPr>
              <a:defRPr lang="de-DE" sz="800" b="0" i="0" smtClean="0">
                <a:solidFill>
                  <a:schemeClr val="bg1">
                    <a:lumMod val="65000"/>
                  </a:schemeClr>
                </a:solidFill>
                <a:latin typeface="+mn-lt"/>
                <a:cs typeface="Arial" panose="020B0604020202020204" pitchFamily="34" charset="0"/>
              </a:defRPr>
            </a:lvl1pPr>
          </a:lstStyle>
          <a:p>
            <a:pPr algn="r"/>
            <a:fld id="{5D9A5160-6218-4E5A-B9E6-B93E3DAE377C}" type="slidenum">
              <a:rPr lang="en-US" smtClean="0"/>
              <a:pPr algn="r"/>
              <a:t>‹#›</a:t>
            </a:fld>
            <a:endParaRPr lang="en-US"/>
          </a:p>
        </p:txBody>
      </p:sp>
      <p:sp>
        <p:nvSpPr>
          <p:cNvPr id="5" name="Title Placeholder 4">
            <a:extLst>
              <a:ext uri="{FF2B5EF4-FFF2-40B4-BE49-F238E27FC236}">
                <a16:creationId xmlns:a16="http://schemas.microsoft.com/office/drawing/2014/main" id="{D28F27D4-FFE2-4FAB-BA1B-9D013846C4B7}"/>
              </a:ext>
            </a:extLst>
          </p:cNvPr>
          <p:cNvSpPr>
            <a:spLocks noGrp="1"/>
          </p:cNvSpPr>
          <p:nvPr>
            <p:ph type="title"/>
          </p:nvPr>
        </p:nvSpPr>
        <p:spPr>
          <a:xfrm>
            <a:off x="551384" y="549274"/>
            <a:ext cx="11090938" cy="930372"/>
          </a:xfrm>
          <a:prstGeom prst="rect">
            <a:avLst/>
          </a:prstGeom>
        </p:spPr>
        <p:txBody>
          <a:bodyPr vert="horz" lIns="0" tIns="0" rIns="0" bIns="126000" rtlCol="0" anchor="b" anchorCtr="0">
            <a:noAutofit/>
          </a:bodyPr>
          <a:lstStyle/>
          <a:p>
            <a:pPr lvl="0"/>
            <a:r>
              <a:rPr lang="en-US"/>
              <a:t>Click to edit Master title style</a:t>
            </a:r>
            <a:endParaRPr lang="de-DE"/>
          </a:p>
        </p:txBody>
      </p:sp>
      <p:sp>
        <p:nvSpPr>
          <p:cNvPr id="19" name="Footer Placeholder 9">
            <a:extLst>
              <a:ext uri="{FF2B5EF4-FFF2-40B4-BE49-F238E27FC236}">
                <a16:creationId xmlns:a16="http://schemas.microsoft.com/office/drawing/2014/main" id="{D3809B95-B2AA-47A9-8F86-88BF7BDE32FD}"/>
              </a:ext>
            </a:extLst>
          </p:cNvPr>
          <p:cNvSpPr>
            <a:spLocks noGrp="1"/>
          </p:cNvSpPr>
          <p:nvPr>
            <p:ph type="ftr" sz="quarter" idx="3"/>
          </p:nvPr>
        </p:nvSpPr>
        <p:spPr>
          <a:xfrm>
            <a:off x="550863" y="6650661"/>
            <a:ext cx="4716524" cy="123111"/>
          </a:xfrm>
          <a:prstGeom prst="rect">
            <a:avLst/>
          </a:prstGeom>
        </p:spPr>
        <p:txBody>
          <a:bodyPr wrap="none" lIns="0" tIns="0" rIns="0" bIns="0" anchor="ctr" anchorCtr="0">
            <a:noAutofit/>
          </a:bodyPr>
          <a:lstStyle>
            <a:lvl1pPr>
              <a:defRPr lang="de-DE" sz="800">
                <a:solidFill>
                  <a:schemeClr val="bg1">
                    <a:lumMod val="65000"/>
                  </a:schemeClr>
                </a:solidFill>
              </a:defRPr>
            </a:lvl1pPr>
          </a:lstStyle>
          <a:p>
            <a:pPr>
              <a:spcBef>
                <a:spcPts val="1000"/>
              </a:spcBef>
              <a:buFont typeface="Arial" panose="020B0604020202020204" pitchFamily="34" charset="0"/>
              <a:buNone/>
            </a:pPr>
            <a:r>
              <a:rPr lang="en-US"/>
              <a:t>Presentation Title | Author | Date</a:t>
            </a:r>
          </a:p>
        </p:txBody>
      </p:sp>
      <p:sp>
        <p:nvSpPr>
          <p:cNvPr id="20" name="Stickerbox" hidden="1">
            <a:extLst>
              <a:ext uri="{FF2B5EF4-FFF2-40B4-BE49-F238E27FC236}">
                <a16:creationId xmlns:a16="http://schemas.microsoft.com/office/drawing/2014/main" id="{D03A9799-ACDC-4925-8EE1-5C65CCCBD0FA}"/>
              </a:ext>
            </a:extLst>
          </p:cNvPr>
          <p:cNvSpPr>
            <a:spLocks noChangeArrowheads="1"/>
          </p:cNvSpPr>
          <p:nvPr userDrawn="1"/>
        </p:nvSpPr>
        <p:spPr bwMode="gray">
          <a:xfrm>
            <a:off x="11114363" y="1124744"/>
            <a:ext cx="804808" cy="402775"/>
          </a:xfrm>
          <a:prstGeom prst="rect">
            <a:avLst/>
          </a:prstGeom>
          <a:solidFill>
            <a:schemeClr val="accent2"/>
          </a:solidFill>
          <a:ln w="10795">
            <a:noFill/>
            <a:round/>
            <a:headEnd/>
            <a:tailEnd/>
          </a:ln>
          <a:effectLst/>
        </p:spPr>
        <p:txBody>
          <a:bodyPr vert="horz" wrap="none" lIns="108000" tIns="108000" rIns="108000" bIns="108000" anchor="ctr" anchorCtr="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all" spc="0" normalizeH="0" baseline="0" noProof="0">
                <a:ln>
                  <a:noFill/>
                </a:ln>
                <a:solidFill>
                  <a:srgbClr val="FFFFFF">
                    <a:lumMod val="100000"/>
                  </a:srgbClr>
                </a:solidFill>
                <a:effectLst/>
                <a:uLnTx/>
                <a:uFillTx/>
                <a:latin typeface="Ubuntu"/>
                <a:ea typeface="+mn-ea"/>
                <a:cs typeface="+mn-cs"/>
              </a:rPr>
              <a:t>Sticker</a:t>
            </a:r>
          </a:p>
        </p:txBody>
      </p:sp>
      <p:sp>
        <p:nvSpPr>
          <p:cNvPr id="22" name="CapgeminiBox" hidden="1">
            <a:extLst>
              <a:ext uri="{FF2B5EF4-FFF2-40B4-BE49-F238E27FC236}">
                <a16:creationId xmlns:a16="http://schemas.microsoft.com/office/drawing/2014/main" id="{7C293A1E-B461-4AFE-976D-6EE38B2AFEB4}"/>
              </a:ext>
            </a:extLst>
          </p:cNvPr>
          <p:cNvSpPr txBox="1">
            <a:spLocks/>
          </p:cNvSpPr>
          <p:nvPr userDrawn="1"/>
        </p:nvSpPr>
        <p:spPr>
          <a:xfrm>
            <a:off x="9592" y="0"/>
            <a:ext cx="1837661" cy="260350"/>
          </a:xfrm>
          <a:prstGeom prst="rect">
            <a:avLst/>
          </a:prstGeom>
        </p:spPr>
        <p:txBody>
          <a:bodyPr vert="horz" lIns="0" tIns="0" rIns="18000" bIns="0" rtlCol="0">
            <a:normAutofit fontScale="92500"/>
          </a:bodyPr>
          <a:lstStyle>
            <a:lvl1pPr marL="0" indent="0" algn="l" defTabSz="914400" rtl="0" eaLnBrk="1" latinLnBrk="0" hangingPunct="1">
              <a:lnSpc>
                <a:spcPct val="100000"/>
              </a:lnSpc>
              <a:spcBef>
                <a:spcPts val="600"/>
              </a:spcBef>
              <a:buFont typeface="Arial" panose="020B0604020202020204" pitchFamily="34" charset="0"/>
              <a:buNone/>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Clr>
                <a:schemeClr val="tx1"/>
              </a:buClr>
              <a:buFont typeface="Wingdings" panose="05000000000000000000" pitchFamily="2" charset="2"/>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1"/>
              </a:buClr>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tx1"/>
              </a:buClr>
              <a:buFont typeface="Verdana" panose="020B060403050404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a:t>Capgemini </a:t>
            </a:r>
            <a:r>
              <a:rPr lang="fr-FR" err="1"/>
              <a:t>Invent</a:t>
            </a:r>
            <a:r>
              <a:rPr lang="fr-FR"/>
              <a:t> v10.0</a:t>
            </a:r>
          </a:p>
        </p:txBody>
      </p:sp>
      <p:sp>
        <p:nvSpPr>
          <p:cNvPr id="29" name="FootnoteAndSource" hidden="1">
            <a:extLst>
              <a:ext uri="{FF2B5EF4-FFF2-40B4-BE49-F238E27FC236}">
                <a16:creationId xmlns:a16="http://schemas.microsoft.com/office/drawing/2014/main" id="{96E9BC24-418C-4CE4-8E81-3AF9AB04DEAA}"/>
              </a:ext>
            </a:extLst>
          </p:cNvPr>
          <p:cNvSpPr txBox="1"/>
          <p:nvPr userDrawn="1"/>
        </p:nvSpPr>
        <p:spPr>
          <a:xfrm>
            <a:off x="545323" y="6304130"/>
            <a:ext cx="11340000" cy="162096"/>
          </a:xfrm>
          <a:prstGeom prst="rect">
            <a:avLst/>
          </a:prstGeom>
          <a:noFill/>
        </p:spPr>
        <p:txBody>
          <a:bodyPr vert="horz" wrap="square" lIns="0" tIns="25400" rIns="0" bIns="25400" rtlCol="0" anchor="b" anchorCtr="0">
            <a:spAutoFit/>
          </a:bodyPr>
          <a:lstStyle>
            <a:defPPr>
              <a:defRPr lang="pt-PT"/>
            </a:defPPr>
            <a:lvl1pPr marL="429768" indent="-429768">
              <a:lnSpc>
                <a:spcPct val="90000"/>
              </a:lnSpc>
              <a:tabLst>
                <a:tab pos="347472" algn="r"/>
              </a:tabLst>
              <a:defRPr sz="800"/>
            </a:lvl1pPr>
          </a:lstStyle>
          <a:p>
            <a:pPr marL="429768" indent="-429768" defTabSz="914400">
              <a:lnSpc>
                <a:spcPct val="90000"/>
              </a:lnSpc>
              <a:tabLst>
                <a:tab pos="347472" algn="r"/>
              </a:tabLst>
            </a:pPr>
            <a:r>
              <a:rPr lang="de-DE" sz="800"/>
              <a:t>	Source:	Source Text</a:t>
            </a:r>
          </a:p>
        </p:txBody>
      </p:sp>
      <p:grpSp>
        <p:nvGrpSpPr>
          <p:cNvPr id="3" name="Group 37">
            <a:extLst>
              <a:ext uri="{FF2B5EF4-FFF2-40B4-BE49-F238E27FC236}">
                <a16:creationId xmlns:a16="http://schemas.microsoft.com/office/drawing/2014/main" id="{9962DC9F-19EF-0160-1ECB-38EA543386E4}"/>
              </a:ext>
            </a:extLst>
          </p:cNvPr>
          <p:cNvGrpSpPr/>
          <p:nvPr userDrawn="1"/>
        </p:nvGrpSpPr>
        <p:grpSpPr>
          <a:xfrm>
            <a:off x="11770322" y="176700"/>
            <a:ext cx="260230" cy="240782"/>
            <a:chOff x="5481638" y="2859088"/>
            <a:chExt cx="1231900" cy="1139825"/>
          </a:xfrm>
          <a:solidFill>
            <a:schemeClr val="tx2"/>
          </a:solidFill>
        </p:grpSpPr>
        <p:sp>
          <p:nvSpPr>
            <p:cNvPr id="6" name="Freeform 320">
              <a:extLst>
                <a:ext uri="{FF2B5EF4-FFF2-40B4-BE49-F238E27FC236}">
                  <a16:creationId xmlns:a16="http://schemas.microsoft.com/office/drawing/2014/main" id="{9EB66FFA-57EA-AE57-615D-D19F28A47239}"/>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7" name="Freeform 321">
              <a:extLst>
                <a:ext uri="{FF2B5EF4-FFF2-40B4-BE49-F238E27FC236}">
                  <a16:creationId xmlns:a16="http://schemas.microsoft.com/office/drawing/2014/main" id="{FF39CD59-7E45-33C5-FA77-E50FFA28B646}"/>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Text Placeholder 1">
            <a:extLst>
              <a:ext uri="{FF2B5EF4-FFF2-40B4-BE49-F238E27FC236}">
                <a16:creationId xmlns:a16="http://schemas.microsoft.com/office/drawing/2014/main" id="{156439DF-44D6-437D-43F8-6C05612D6564}"/>
              </a:ext>
            </a:extLst>
          </p:cNvPr>
          <p:cNvSpPr>
            <a:spLocks noGrp="1"/>
          </p:cNvSpPr>
          <p:nvPr>
            <p:ph type="body" idx="1"/>
          </p:nvPr>
        </p:nvSpPr>
        <p:spPr>
          <a:xfrm>
            <a:off x="551384" y="1628800"/>
            <a:ext cx="11090938" cy="466863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Tree>
    <p:extLst>
      <p:ext uri="{BB962C8B-B14F-4D97-AF65-F5344CB8AC3E}">
        <p14:creationId xmlns:p14="http://schemas.microsoft.com/office/powerpoint/2010/main" val="2057024273"/>
      </p:ext>
    </p:extLst>
  </p:cSld>
  <p:clrMap bg1="lt1" tx1="dk1" bg2="lt2" tx2="dk2" accent1="accent1" accent2="accent2" accent3="accent3" accent4="accent4" accent5="accent5" accent6="accent6" hlink="hlink" folHlink="folHlink"/>
  <p:sldLayoutIdLst>
    <p:sldLayoutId id="2147484688" r:id="rId1"/>
    <p:sldLayoutId id="2147484689" r:id="rId2"/>
    <p:sldLayoutId id="2147484690" r:id="rId3"/>
    <p:sldLayoutId id="2147484691" r:id="rId4"/>
    <p:sldLayoutId id="2147484692" r:id="rId5"/>
    <p:sldLayoutId id="2147484693" r:id="rId6"/>
    <p:sldLayoutId id="2147484694" r:id="rId7"/>
    <p:sldLayoutId id="2147484695" r:id="rId8"/>
    <p:sldLayoutId id="2147484696" r:id="rId9"/>
    <p:sldLayoutId id="2147484697" r:id="rId10"/>
    <p:sldLayoutId id="2147484698" r:id="rId11"/>
    <p:sldLayoutId id="2147484699" r:id="rId12"/>
    <p:sldLayoutId id="2147484700" r:id="rId13"/>
    <p:sldLayoutId id="2147484701" r:id="rId14"/>
    <p:sldLayoutId id="2147484702" r:id="rId15"/>
    <p:sldLayoutId id="2147484705" r:id="rId16"/>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de-DE" sz="3200" b="0" i="0" u="none" strike="noStrike" kern="1200" cap="none" spc="0" normalizeH="0" baseline="0" noProof="0" dirty="0">
          <a:ln>
            <a:noFill/>
          </a:ln>
          <a:solidFill>
            <a:schemeClr val="tx1"/>
          </a:solidFill>
          <a:effectLst/>
          <a:uLnTx/>
          <a:uFillTx/>
          <a:latin typeface="+mj-lt"/>
          <a:ea typeface="+mj-ea"/>
          <a:cs typeface="+mj-cs"/>
        </a:defRPr>
      </a:lvl1pPr>
    </p:titleStyle>
    <p:bodyStyle>
      <a:lvl1pPr marL="0" marR="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Clr>
          <a:schemeClr val="tx2"/>
        </a:buClr>
        <a:buFont typeface="Arial" panose="020B0604020202020204" pitchFamily="34" charset="0"/>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2"/>
        </a:buClr>
        <a:buFont typeface="System Font Regular"/>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accent2"/>
        </a:buClr>
        <a:buFont typeface="Arial" panose="020B0604020202020204" pitchFamily="34" charset="0"/>
        <a:buChar char="•"/>
        <a:tabLst/>
        <a:defRPr sz="14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2"/>
        </a:buClr>
        <a:buFont typeface="System Font Regular"/>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8" orient="horz" pos="709">
          <p15:clr>
            <a:srgbClr val="F26B43"/>
          </p15:clr>
        </p15:guide>
        <p15:guide id="19" orient="horz" pos="4065">
          <p15:clr>
            <a:srgbClr val="F26B43"/>
          </p15:clr>
        </p15:guide>
        <p15:guide id="20" pos="347">
          <p15:clr>
            <a:srgbClr val="F26B43"/>
          </p15:clr>
        </p15:guide>
        <p15:guide id="21" pos="3840">
          <p15:clr>
            <a:srgbClr val="F26B43"/>
          </p15:clr>
        </p15:guide>
        <p15:guide id="22" pos="7333">
          <p15:clr>
            <a:srgbClr val="F26B43"/>
          </p15:clr>
        </p15:guide>
        <p15:guide id="23" orient="horz" pos="164">
          <p15:clr>
            <a:srgbClr val="F26B43"/>
          </p15:clr>
        </p15:guide>
        <p15:guide id="24" orient="horz" pos="1026">
          <p15:clr>
            <a:srgbClr val="F26B43"/>
          </p15:clr>
        </p15:guide>
        <p15:guide id="25" orient="horz" pos="346">
          <p15:clr>
            <a:srgbClr val="F26B43"/>
          </p15:clr>
        </p15:guide>
      </p15:sldGuideLst>
    </p:ext>
  </p:extLst>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DACEDBBA-61F3-58E0-33B6-4429DD53B0BC}"/>
              </a:ext>
            </a:extLst>
          </p:cNvPr>
          <p:cNvGraphicFramePr>
            <a:graphicFrameLocks noChangeAspect="1"/>
          </p:cNvGraphicFramePr>
          <p:nvPr userDrawn="1">
            <p:custDataLst>
              <p:tags r:id="rId18"/>
            </p:custDataLst>
            <p:extLst>
              <p:ext uri="{D42A27DB-BD31-4B8C-83A1-F6EECF244321}">
                <p14:modId xmlns:p14="http://schemas.microsoft.com/office/powerpoint/2010/main" val="233094631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9" imgW="395" imgH="394" progId="TCLayout.ActiveDocument.1">
                  <p:embed/>
                </p:oleObj>
              </mc:Choice>
              <mc:Fallback>
                <p:oleObj name="think-cell Slide" r:id="rId19" imgW="395" imgH="394" progId="TCLayout.ActiveDocument.1">
                  <p:embed/>
                  <p:pic>
                    <p:nvPicPr>
                      <p:cNvPr id="4" name="think-cell data - do not delete" hidden="1">
                        <a:extLst>
                          <a:ext uri="{FF2B5EF4-FFF2-40B4-BE49-F238E27FC236}">
                            <a16:creationId xmlns:a16="http://schemas.microsoft.com/office/drawing/2014/main" id="{DACEDBBA-61F3-58E0-33B6-4429DD53B0BC}"/>
                          </a:ext>
                        </a:extLst>
                      </p:cNvPr>
                      <p:cNvPicPr/>
                      <p:nvPr/>
                    </p:nvPicPr>
                    <p:blipFill>
                      <a:blip r:embed="rId20"/>
                      <a:stretch>
                        <a:fillRect/>
                      </a:stretch>
                    </p:blipFill>
                    <p:spPr>
                      <a:xfrm>
                        <a:off x="1588" y="1588"/>
                        <a:ext cx="1588" cy="1588"/>
                      </a:xfrm>
                      <a:prstGeom prst="rect">
                        <a:avLst/>
                      </a:prstGeom>
                    </p:spPr>
                  </p:pic>
                </p:oleObj>
              </mc:Fallback>
            </mc:AlternateContent>
          </a:graphicData>
        </a:graphic>
      </p:graphicFrame>
      <p:pic>
        <p:nvPicPr>
          <p:cNvPr id="8" name="GRID" hidden="1">
            <a:extLst>
              <a:ext uri="{FF2B5EF4-FFF2-40B4-BE49-F238E27FC236}">
                <a16:creationId xmlns:a16="http://schemas.microsoft.com/office/drawing/2014/main" id="{4C453AFD-72EA-BCED-EF09-6E1F49029575}"/>
              </a:ext>
            </a:extLst>
          </p:cNvPr>
          <p:cNvPicPr>
            <a:picLocks noGrp="1" noRot="1" noChangeAspect="1" noMove="1" noResize="1" noEditPoints="1" noAdjustHandles="1" noChangeArrowheads="1" noChangeShapeType="1" noCrop="1"/>
          </p:cNvPicPr>
          <p:nvPr userDrawn="1"/>
        </p:nvPicPr>
        <p:blipFill>
          <a:blip r:embed="rId21">
            <a:extLst>
              <a:ext uri="{28A0092B-C50C-407E-A947-70E740481C1C}">
                <a14:useLocalDpi xmlns:a14="http://schemas.microsoft.com/office/drawing/2010/main"/>
              </a:ext>
            </a:extLst>
          </a:blip>
          <a:stretch>
            <a:fillRect/>
          </a:stretch>
        </p:blipFill>
        <p:spPr>
          <a:xfrm>
            <a:off x="550863" y="560562"/>
            <a:ext cx="11089753" cy="5748164"/>
          </a:xfrm>
          <a:prstGeom prst="rect">
            <a:avLst/>
          </a:prstGeom>
        </p:spPr>
      </p:pic>
      <p:sp>
        <p:nvSpPr>
          <p:cNvPr id="35" name="Date Placeholder 34">
            <a:extLst>
              <a:ext uri="{FF2B5EF4-FFF2-40B4-BE49-F238E27FC236}">
                <a16:creationId xmlns:a16="http://schemas.microsoft.com/office/drawing/2014/main" id="{9E7A3BD3-DDA4-42A3-B05C-F6E4E51D9B78}"/>
              </a:ext>
            </a:extLst>
          </p:cNvPr>
          <p:cNvSpPr>
            <a:spLocks noGrp="1"/>
          </p:cNvSpPr>
          <p:nvPr>
            <p:ph type="dt" sz="half" idx="2"/>
          </p:nvPr>
        </p:nvSpPr>
        <p:spPr>
          <a:xfrm>
            <a:off x="9809927" y="6650661"/>
            <a:ext cx="1831210" cy="123111"/>
          </a:xfrm>
          <a:prstGeom prst="rect">
            <a:avLst/>
          </a:prstGeom>
        </p:spPr>
        <p:txBody>
          <a:bodyPr wrap="none" lIns="0" tIns="0" rIns="0" bIns="0" anchor="ctr" anchorCtr="0">
            <a:noAutofit/>
          </a:bodyPr>
          <a:lstStyle>
            <a:lvl1pPr algn="r">
              <a:defRPr lang="de-DE" sz="800" smtClean="0">
                <a:solidFill>
                  <a:schemeClr val="bg1">
                    <a:lumMod val="65000"/>
                  </a:schemeClr>
                </a:solidFill>
                <a:latin typeface="+mn-lt"/>
              </a:defRPr>
            </a:lvl1pPr>
          </a:lstStyle>
          <a:p>
            <a:pPr>
              <a:spcBef>
                <a:spcPts val="1000"/>
              </a:spcBef>
            </a:pPr>
            <a:r>
              <a:rPr lang="en-US" kern="0">
                <a:solidFill>
                  <a:srgbClr val="FFFFFF">
                    <a:lumMod val="65000"/>
                  </a:srgbClr>
                </a:solidFill>
              </a:rPr>
              <a:t>Company Confidential © Capgemini 2026. All rights reserved.</a:t>
            </a:r>
            <a:endParaRPr lang="en-US"/>
          </a:p>
        </p:txBody>
      </p:sp>
      <p:sp>
        <p:nvSpPr>
          <p:cNvPr id="38" name="Slide Number Placeholder 37">
            <a:extLst>
              <a:ext uri="{FF2B5EF4-FFF2-40B4-BE49-F238E27FC236}">
                <a16:creationId xmlns:a16="http://schemas.microsoft.com/office/drawing/2014/main" id="{7AB8C2A9-4C2D-43C3-9F07-0C825FF51364}"/>
              </a:ext>
            </a:extLst>
          </p:cNvPr>
          <p:cNvSpPr>
            <a:spLocks noGrp="1"/>
          </p:cNvSpPr>
          <p:nvPr>
            <p:ph type="sldNum" sz="quarter" idx="4"/>
          </p:nvPr>
        </p:nvSpPr>
        <p:spPr>
          <a:xfrm>
            <a:off x="11778341" y="6650661"/>
            <a:ext cx="232665" cy="123111"/>
          </a:xfrm>
          <a:prstGeom prst="rect">
            <a:avLst/>
          </a:prstGeom>
        </p:spPr>
        <p:txBody>
          <a:bodyPr wrap="square" lIns="0" tIns="0" rIns="0" bIns="0" anchor="ctr" anchorCtr="0">
            <a:spAutoFit/>
          </a:bodyPr>
          <a:lstStyle>
            <a:lvl1pPr>
              <a:defRPr lang="de-DE" sz="800" b="0" i="0" smtClean="0">
                <a:solidFill>
                  <a:schemeClr val="bg1">
                    <a:lumMod val="65000"/>
                  </a:schemeClr>
                </a:solidFill>
                <a:latin typeface="+mn-lt"/>
                <a:cs typeface="Arial" panose="020B0604020202020204" pitchFamily="34" charset="0"/>
              </a:defRPr>
            </a:lvl1pPr>
          </a:lstStyle>
          <a:p>
            <a:pPr algn="r"/>
            <a:fld id="{5D9A5160-6218-4E5A-B9E6-B93E3DAE377C}" type="slidenum">
              <a:rPr lang="en-US" smtClean="0"/>
              <a:pPr algn="r"/>
              <a:t>‹#›</a:t>
            </a:fld>
            <a:endParaRPr lang="en-US"/>
          </a:p>
        </p:txBody>
      </p:sp>
      <p:sp>
        <p:nvSpPr>
          <p:cNvPr id="5" name="Title Placeholder 4">
            <a:extLst>
              <a:ext uri="{FF2B5EF4-FFF2-40B4-BE49-F238E27FC236}">
                <a16:creationId xmlns:a16="http://schemas.microsoft.com/office/drawing/2014/main" id="{D28F27D4-FFE2-4FAB-BA1B-9D013846C4B7}"/>
              </a:ext>
            </a:extLst>
          </p:cNvPr>
          <p:cNvSpPr>
            <a:spLocks noGrp="1"/>
          </p:cNvSpPr>
          <p:nvPr>
            <p:ph type="title"/>
          </p:nvPr>
        </p:nvSpPr>
        <p:spPr>
          <a:xfrm>
            <a:off x="551384" y="549274"/>
            <a:ext cx="11090938" cy="930372"/>
          </a:xfrm>
          <a:prstGeom prst="rect">
            <a:avLst/>
          </a:prstGeom>
        </p:spPr>
        <p:txBody>
          <a:bodyPr vert="horz" lIns="0" tIns="0" rIns="0" bIns="126000" rtlCol="0" anchor="b" anchorCtr="0">
            <a:noAutofit/>
          </a:bodyPr>
          <a:lstStyle/>
          <a:p>
            <a:pPr lvl="0"/>
            <a:r>
              <a:rPr lang="en-US"/>
              <a:t>Click to edit Master title style</a:t>
            </a:r>
            <a:endParaRPr lang="de-DE"/>
          </a:p>
        </p:txBody>
      </p:sp>
      <p:sp>
        <p:nvSpPr>
          <p:cNvPr id="19" name="Footer Placeholder 9">
            <a:extLst>
              <a:ext uri="{FF2B5EF4-FFF2-40B4-BE49-F238E27FC236}">
                <a16:creationId xmlns:a16="http://schemas.microsoft.com/office/drawing/2014/main" id="{D3809B95-B2AA-47A9-8F86-88BF7BDE32FD}"/>
              </a:ext>
            </a:extLst>
          </p:cNvPr>
          <p:cNvSpPr>
            <a:spLocks noGrp="1"/>
          </p:cNvSpPr>
          <p:nvPr>
            <p:ph type="ftr" sz="quarter" idx="3"/>
          </p:nvPr>
        </p:nvSpPr>
        <p:spPr>
          <a:xfrm>
            <a:off x="550863" y="6650661"/>
            <a:ext cx="4716524" cy="123111"/>
          </a:xfrm>
          <a:prstGeom prst="rect">
            <a:avLst/>
          </a:prstGeom>
        </p:spPr>
        <p:txBody>
          <a:bodyPr wrap="none" lIns="0" tIns="0" rIns="0" bIns="0" anchor="ctr" anchorCtr="0">
            <a:noAutofit/>
          </a:bodyPr>
          <a:lstStyle>
            <a:lvl1pPr>
              <a:defRPr lang="de-DE" sz="800">
                <a:solidFill>
                  <a:schemeClr val="bg1">
                    <a:lumMod val="65000"/>
                  </a:schemeClr>
                </a:solidFill>
              </a:defRPr>
            </a:lvl1pPr>
          </a:lstStyle>
          <a:p>
            <a:pPr>
              <a:spcBef>
                <a:spcPts val="1000"/>
              </a:spcBef>
              <a:buFont typeface="Arial" panose="020B0604020202020204" pitchFamily="34" charset="0"/>
              <a:buNone/>
            </a:pPr>
            <a:r>
              <a:rPr lang="en-US"/>
              <a:t>Presentation Title | Author | Date</a:t>
            </a:r>
          </a:p>
        </p:txBody>
      </p:sp>
      <p:sp>
        <p:nvSpPr>
          <p:cNvPr id="20" name="Stickerbox" hidden="1">
            <a:extLst>
              <a:ext uri="{FF2B5EF4-FFF2-40B4-BE49-F238E27FC236}">
                <a16:creationId xmlns:a16="http://schemas.microsoft.com/office/drawing/2014/main" id="{D03A9799-ACDC-4925-8EE1-5C65CCCBD0FA}"/>
              </a:ext>
            </a:extLst>
          </p:cNvPr>
          <p:cNvSpPr>
            <a:spLocks noChangeArrowheads="1"/>
          </p:cNvSpPr>
          <p:nvPr userDrawn="1"/>
        </p:nvSpPr>
        <p:spPr bwMode="gray">
          <a:xfrm>
            <a:off x="11114363" y="1124744"/>
            <a:ext cx="804808" cy="402775"/>
          </a:xfrm>
          <a:prstGeom prst="rect">
            <a:avLst/>
          </a:prstGeom>
          <a:solidFill>
            <a:schemeClr val="accent2"/>
          </a:solidFill>
          <a:ln w="10795">
            <a:noFill/>
            <a:round/>
            <a:headEnd/>
            <a:tailEnd/>
          </a:ln>
          <a:effectLst/>
        </p:spPr>
        <p:txBody>
          <a:bodyPr vert="horz" wrap="none" lIns="108000" tIns="108000" rIns="108000" bIns="108000" anchor="ctr" anchorCtr="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all" spc="0" normalizeH="0" baseline="0" noProof="0">
                <a:ln>
                  <a:noFill/>
                </a:ln>
                <a:solidFill>
                  <a:srgbClr val="FFFFFF">
                    <a:lumMod val="100000"/>
                  </a:srgbClr>
                </a:solidFill>
                <a:effectLst/>
                <a:uLnTx/>
                <a:uFillTx/>
                <a:latin typeface="Ubuntu"/>
                <a:ea typeface="+mn-ea"/>
                <a:cs typeface="+mn-cs"/>
              </a:rPr>
              <a:t>Sticker</a:t>
            </a:r>
          </a:p>
        </p:txBody>
      </p:sp>
      <p:sp>
        <p:nvSpPr>
          <p:cNvPr id="22" name="CapgeminiBox" hidden="1">
            <a:extLst>
              <a:ext uri="{FF2B5EF4-FFF2-40B4-BE49-F238E27FC236}">
                <a16:creationId xmlns:a16="http://schemas.microsoft.com/office/drawing/2014/main" id="{7C293A1E-B461-4AFE-976D-6EE38B2AFEB4}"/>
              </a:ext>
            </a:extLst>
          </p:cNvPr>
          <p:cNvSpPr txBox="1">
            <a:spLocks/>
          </p:cNvSpPr>
          <p:nvPr userDrawn="1"/>
        </p:nvSpPr>
        <p:spPr>
          <a:xfrm>
            <a:off x="9592" y="0"/>
            <a:ext cx="1837661" cy="260350"/>
          </a:xfrm>
          <a:prstGeom prst="rect">
            <a:avLst/>
          </a:prstGeom>
        </p:spPr>
        <p:txBody>
          <a:bodyPr vert="horz" lIns="0" tIns="0" rIns="18000" bIns="0" rtlCol="0">
            <a:normAutofit fontScale="92500"/>
          </a:bodyPr>
          <a:lstStyle>
            <a:lvl1pPr marL="0" indent="0" algn="l" defTabSz="914400" rtl="0" eaLnBrk="1" latinLnBrk="0" hangingPunct="1">
              <a:lnSpc>
                <a:spcPct val="100000"/>
              </a:lnSpc>
              <a:spcBef>
                <a:spcPts val="600"/>
              </a:spcBef>
              <a:buFont typeface="Arial" panose="020B0604020202020204" pitchFamily="34" charset="0"/>
              <a:buNone/>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Clr>
                <a:schemeClr val="tx1"/>
              </a:buClr>
              <a:buFont typeface="Wingdings" panose="05000000000000000000" pitchFamily="2" charset="2"/>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1"/>
              </a:buClr>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tx1"/>
              </a:buClr>
              <a:buFont typeface="Verdana" panose="020B060403050404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a:t>Capgemini </a:t>
            </a:r>
            <a:r>
              <a:rPr lang="fr-FR" err="1"/>
              <a:t>Invent</a:t>
            </a:r>
            <a:r>
              <a:rPr lang="fr-FR"/>
              <a:t> v10.0</a:t>
            </a:r>
          </a:p>
        </p:txBody>
      </p:sp>
      <p:sp>
        <p:nvSpPr>
          <p:cNvPr id="29" name="FootnoteAndSource" hidden="1">
            <a:extLst>
              <a:ext uri="{FF2B5EF4-FFF2-40B4-BE49-F238E27FC236}">
                <a16:creationId xmlns:a16="http://schemas.microsoft.com/office/drawing/2014/main" id="{96E9BC24-418C-4CE4-8E81-3AF9AB04DEAA}"/>
              </a:ext>
            </a:extLst>
          </p:cNvPr>
          <p:cNvSpPr txBox="1"/>
          <p:nvPr userDrawn="1"/>
        </p:nvSpPr>
        <p:spPr>
          <a:xfrm>
            <a:off x="545323" y="6304130"/>
            <a:ext cx="11340000" cy="162096"/>
          </a:xfrm>
          <a:prstGeom prst="rect">
            <a:avLst/>
          </a:prstGeom>
          <a:noFill/>
        </p:spPr>
        <p:txBody>
          <a:bodyPr vert="horz" wrap="square" lIns="0" tIns="25400" rIns="0" bIns="25400" rtlCol="0" anchor="b" anchorCtr="0">
            <a:spAutoFit/>
          </a:bodyPr>
          <a:lstStyle>
            <a:defPPr>
              <a:defRPr lang="pt-PT"/>
            </a:defPPr>
            <a:lvl1pPr marL="429768" indent="-429768">
              <a:lnSpc>
                <a:spcPct val="90000"/>
              </a:lnSpc>
              <a:tabLst>
                <a:tab pos="347472" algn="r"/>
              </a:tabLst>
              <a:defRPr sz="800"/>
            </a:lvl1pPr>
          </a:lstStyle>
          <a:p>
            <a:pPr marL="429768" indent="-429768" defTabSz="914400">
              <a:lnSpc>
                <a:spcPct val="90000"/>
              </a:lnSpc>
              <a:tabLst>
                <a:tab pos="347472" algn="r"/>
              </a:tabLst>
            </a:pPr>
            <a:r>
              <a:rPr lang="de-DE" sz="800"/>
              <a:t>	Source:	Source Text</a:t>
            </a:r>
          </a:p>
        </p:txBody>
      </p:sp>
      <p:grpSp>
        <p:nvGrpSpPr>
          <p:cNvPr id="3" name="Group 37">
            <a:extLst>
              <a:ext uri="{FF2B5EF4-FFF2-40B4-BE49-F238E27FC236}">
                <a16:creationId xmlns:a16="http://schemas.microsoft.com/office/drawing/2014/main" id="{9962DC9F-19EF-0160-1ECB-38EA543386E4}"/>
              </a:ext>
            </a:extLst>
          </p:cNvPr>
          <p:cNvGrpSpPr/>
          <p:nvPr userDrawn="1"/>
        </p:nvGrpSpPr>
        <p:grpSpPr>
          <a:xfrm>
            <a:off x="11770322" y="176700"/>
            <a:ext cx="260230" cy="240782"/>
            <a:chOff x="5481638" y="2859088"/>
            <a:chExt cx="1231900" cy="1139825"/>
          </a:xfrm>
          <a:solidFill>
            <a:schemeClr val="tx2"/>
          </a:solidFill>
        </p:grpSpPr>
        <p:sp>
          <p:nvSpPr>
            <p:cNvPr id="6" name="Freeform 320">
              <a:extLst>
                <a:ext uri="{FF2B5EF4-FFF2-40B4-BE49-F238E27FC236}">
                  <a16:creationId xmlns:a16="http://schemas.microsoft.com/office/drawing/2014/main" id="{9EB66FFA-57EA-AE57-615D-D19F28A47239}"/>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7" name="Freeform 321">
              <a:extLst>
                <a:ext uri="{FF2B5EF4-FFF2-40B4-BE49-F238E27FC236}">
                  <a16:creationId xmlns:a16="http://schemas.microsoft.com/office/drawing/2014/main" id="{FF39CD59-7E45-33C5-FA77-E50FFA28B646}"/>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Text Placeholder 1">
            <a:extLst>
              <a:ext uri="{FF2B5EF4-FFF2-40B4-BE49-F238E27FC236}">
                <a16:creationId xmlns:a16="http://schemas.microsoft.com/office/drawing/2014/main" id="{156439DF-44D6-437D-43F8-6C05612D6564}"/>
              </a:ext>
            </a:extLst>
          </p:cNvPr>
          <p:cNvSpPr>
            <a:spLocks noGrp="1"/>
          </p:cNvSpPr>
          <p:nvPr>
            <p:ph type="body" idx="1"/>
          </p:nvPr>
        </p:nvSpPr>
        <p:spPr>
          <a:xfrm>
            <a:off x="551384" y="1628800"/>
            <a:ext cx="11090938" cy="466863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Tree>
    <p:extLst>
      <p:ext uri="{BB962C8B-B14F-4D97-AF65-F5344CB8AC3E}">
        <p14:creationId xmlns:p14="http://schemas.microsoft.com/office/powerpoint/2010/main" val="63690518"/>
      </p:ext>
    </p:extLst>
  </p:cSld>
  <p:clrMap bg1="lt1" tx1="dk1" bg2="lt2" tx2="dk2" accent1="accent1" accent2="accent2" accent3="accent3" accent4="accent4" accent5="accent5" accent6="accent6" hlink="hlink" folHlink="folHlink"/>
  <p:sldLayoutIdLst>
    <p:sldLayoutId id="2147484707" r:id="rId1"/>
    <p:sldLayoutId id="2147484708" r:id="rId2"/>
    <p:sldLayoutId id="2147484709" r:id="rId3"/>
    <p:sldLayoutId id="2147484710" r:id="rId4"/>
    <p:sldLayoutId id="2147484711" r:id="rId5"/>
    <p:sldLayoutId id="2147484712" r:id="rId6"/>
    <p:sldLayoutId id="2147484713" r:id="rId7"/>
    <p:sldLayoutId id="2147484714" r:id="rId8"/>
    <p:sldLayoutId id="2147484715" r:id="rId9"/>
    <p:sldLayoutId id="2147484716" r:id="rId10"/>
    <p:sldLayoutId id="2147484717" r:id="rId11"/>
    <p:sldLayoutId id="2147484718" r:id="rId12"/>
    <p:sldLayoutId id="2147484719" r:id="rId13"/>
    <p:sldLayoutId id="2147484720" r:id="rId14"/>
    <p:sldLayoutId id="2147484721" r:id="rId15"/>
    <p:sldLayoutId id="2147484769" r:id="rId16"/>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de-DE" sz="3200" b="0" i="0" u="none" strike="noStrike" kern="1200" cap="none" spc="0" normalizeH="0" baseline="0" noProof="0" dirty="0">
          <a:ln>
            <a:noFill/>
          </a:ln>
          <a:solidFill>
            <a:schemeClr val="tx1"/>
          </a:solidFill>
          <a:effectLst/>
          <a:uLnTx/>
          <a:uFillTx/>
          <a:latin typeface="+mj-lt"/>
          <a:ea typeface="+mj-ea"/>
          <a:cs typeface="+mj-cs"/>
        </a:defRPr>
      </a:lvl1pPr>
    </p:titleStyle>
    <p:bodyStyle>
      <a:lvl1pPr marL="0" marR="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Clr>
          <a:schemeClr val="tx2"/>
        </a:buClr>
        <a:buFont typeface="Arial" panose="020B0604020202020204" pitchFamily="34" charset="0"/>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2"/>
        </a:buClr>
        <a:buFont typeface="System Font Regular"/>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accent2"/>
        </a:buClr>
        <a:buFont typeface="Arial" panose="020B0604020202020204" pitchFamily="34" charset="0"/>
        <a:buChar char="•"/>
        <a:tabLst/>
        <a:defRPr sz="14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2"/>
        </a:buClr>
        <a:buFont typeface="System Font Regular"/>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8" orient="horz" pos="709">
          <p15:clr>
            <a:srgbClr val="F26B43"/>
          </p15:clr>
        </p15:guide>
        <p15:guide id="19" orient="horz" pos="4065">
          <p15:clr>
            <a:srgbClr val="F26B43"/>
          </p15:clr>
        </p15:guide>
        <p15:guide id="20" pos="347">
          <p15:clr>
            <a:srgbClr val="F26B43"/>
          </p15:clr>
        </p15:guide>
        <p15:guide id="21" pos="3840">
          <p15:clr>
            <a:srgbClr val="F26B43"/>
          </p15:clr>
        </p15:guide>
        <p15:guide id="22" pos="7333">
          <p15:clr>
            <a:srgbClr val="F26B43"/>
          </p15:clr>
        </p15:guide>
        <p15:guide id="23" orient="horz" pos="164">
          <p15:clr>
            <a:srgbClr val="F26B43"/>
          </p15:clr>
        </p15:guide>
        <p15:guide id="24" orient="horz" pos="1026">
          <p15:clr>
            <a:srgbClr val="F26B43"/>
          </p15:clr>
        </p15:guide>
        <p15:guide id="25" orient="horz" pos="346">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6.bin"/><Relationship Id="rId2" Type="http://schemas.openxmlformats.org/officeDocument/2006/relationships/notesSlide" Target="../notesSlides/notesSlide1.xml"/><Relationship Id="rId1" Type="http://schemas.openxmlformats.org/officeDocument/2006/relationships/slideLayout" Target="../slideLayouts/slideLayout126.xml"/><Relationship Id="rId6" Type="http://schemas.openxmlformats.org/officeDocument/2006/relationships/image" Target="../media/image48.png"/><Relationship Id="rId5" Type="http://schemas.openxmlformats.org/officeDocument/2006/relationships/image" Target="../media/image47.jpeg"/><Relationship Id="rId4" Type="http://schemas.openxmlformats.org/officeDocument/2006/relationships/hyperlink" Target="https://www.rawpixel.com/search/black%20work%20team%20building%20tiff"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6.xml"/></Relationships>
</file>

<file path=ppt/slides/_rels/slide3.xml.rels><?xml version="1.0" encoding="UTF-8" standalone="yes"?>
<Relationships xmlns="http://schemas.openxmlformats.org/package/2006/relationships"><Relationship Id="rId8" Type="http://schemas.openxmlformats.org/officeDocument/2006/relationships/image" Target="../media/image54.jpeg"/><Relationship Id="rId3" Type="http://schemas.openxmlformats.org/officeDocument/2006/relationships/image" Target="../media/image49.jpeg"/><Relationship Id="rId7" Type="http://schemas.openxmlformats.org/officeDocument/2006/relationships/image" Target="../media/image53.svg"/><Relationship Id="rId2" Type="http://schemas.openxmlformats.org/officeDocument/2006/relationships/notesSlide" Target="../notesSlides/notesSlide2.xml"/><Relationship Id="rId1" Type="http://schemas.openxmlformats.org/officeDocument/2006/relationships/slideLayout" Target="../slideLayouts/slideLayout152.xml"/><Relationship Id="rId6" Type="http://schemas.openxmlformats.org/officeDocument/2006/relationships/image" Target="../media/image52.png"/><Relationship Id="rId5" Type="http://schemas.openxmlformats.org/officeDocument/2006/relationships/image" Target="../media/image51.svg"/><Relationship Id="rId4" Type="http://schemas.openxmlformats.org/officeDocument/2006/relationships/image" Target="../media/image50.png"/></Relationships>
</file>

<file path=ppt/slides/_rels/slide4.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68.xml"/><Relationship Id="rId6" Type="http://schemas.openxmlformats.org/officeDocument/2006/relationships/image" Target="../media/image59.jpeg"/><Relationship Id="rId5" Type="http://schemas.openxmlformats.org/officeDocument/2006/relationships/image" Target="../media/image58.jpeg"/><Relationship Id="rId4" Type="http://schemas.openxmlformats.org/officeDocument/2006/relationships/image" Target="../media/image57.svg"/></Relationships>
</file>

<file path=ppt/slides/_rels/slide5.xml.rels><?xml version="1.0" encoding="UTF-8" standalone="yes"?>
<Relationships xmlns="http://schemas.openxmlformats.org/package/2006/relationships"><Relationship Id="rId8" Type="http://schemas.openxmlformats.org/officeDocument/2006/relationships/image" Target="../media/image65.png"/><Relationship Id="rId3" Type="http://schemas.openxmlformats.org/officeDocument/2006/relationships/hyperlink" Target="https://geekalabama.com/2023/05/22/how-to-plan-a-celebration-that-will-be-remembered-forever/" TargetMode="External"/><Relationship Id="rId7" Type="http://schemas.openxmlformats.org/officeDocument/2006/relationships/image" Target="../media/image64.jpeg"/><Relationship Id="rId2" Type="http://schemas.openxmlformats.org/officeDocument/2006/relationships/image" Target="../media/image60.jpeg"/><Relationship Id="rId1" Type="http://schemas.openxmlformats.org/officeDocument/2006/relationships/slideLayout" Target="../slideLayouts/slideLayout75.xml"/><Relationship Id="rId6" Type="http://schemas.openxmlformats.org/officeDocument/2006/relationships/image" Target="../media/image63.jpeg"/><Relationship Id="rId5" Type="http://schemas.openxmlformats.org/officeDocument/2006/relationships/image" Target="../media/image62.jpeg"/><Relationship Id="rId10" Type="http://schemas.openxmlformats.org/officeDocument/2006/relationships/image" Target="../media/image67.png"/><Relationship Id="rId4" Type="http://schemas.openxmlformats.org/officeDocument/2006/relationships/image" Target="../media/image61.png"/><Relationship Id="rId9" Type="http://schemas.openxmlformats.org/officeDocument/2006/relationships/image" Target="../media/image66.svg"/></Relationships>
</file>

<file path=ppt/slides/_rels/slide6.xml.rels><?xml version="1.0" encoding="UTF-8" standalone="yes"?>
<Relationships xmlns="http://schemas.openxmlformats.org/package/2006/relationships"><Relationship Id="rId3" Type="http://schemas.openxmlformats.org/officeDocument/2006/relationships/image" Target="../media/image68.jpeg"/><Relationship Id="rId2" Type="http://schemas.openxmlformats.org/officeDocument/2006/relationships/notesSlide" Target="../notesSlides/notesSlide3.xml"/><Relationship Id="rId1" Type="http://schemas.openxmlformats.org/officeDocument/2006/relationships/slideLayout" Target="../slideLayouts/slideLayout18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6.xml"/></Relationships>
</file>

<file path=ppt/slides/_rels/slide8.xml.rels><?xml version="1.0" encoding="UTF-8" standalone="yes"?>
<Relationships xmlns="http://schemas.openxmlformats.org/package/2006/relationships"><Relationship Id="rId3" Type="http://schemas.openxmlformats.org/officeDocument/2006/relationships/image" Target="../media/image70.svg"/><Relationship Id="rId2" Type="http://schemas.openxmlformats.org/officeDocument/2006/relationships/image" Target="../media/image69.png"/><Relationship Id="rId1" Type="http://schemas.openxmlformats.org/officeDocument/2006/relationships/slideLayout" Target="../slideLayouts/slideLayout76.xml"/><Relationship Id="rId5" Type="http://schemas.openxmlformats.org/officeDocument/2006/relationships/image" Target="../media/image72.svg"/><Relationship Id="rId4" Type="http://schemas.openxmlformats.org/officeDocument/2006/relationships/image" Target="../media/image7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6.xml"/></Relationships>
</file>

<file path=ppt/slides/_rels/slide1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93.xml"/></Relationships>
</file>

<file path=ppt/slides/_rels/slide11.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5.xml"/><Relationship Id="rId1" Type="http://schemas.openxmlformats.org/officeDocument/2006/relationships/slideLayout" Target="../slideLayouts/slideLayout127.xml"/><Relationship Id="rId5" Type="http://schemas.openxmlformats.org/officeDocument/2006/relationships/chart" Target="../charts/chart4.xml"/><Relationship Id="rId4" Type="http://schemas.openxmlformats.org/officeDocument/2006/relationships/chart" Target="../charts/chart3.xml"/></Relationships>
</file>

<file path=ppt/slides/_rels/slide12.xml.rels><?xml version="1.0" encoding="UTF-8" standalone="yes"?>
<Relationships xmlns="http://schemas.openxmlformats.org/package/2006/relationships"><Relationship Id="rId8" Type="http://schemas.openxmlformats.org/officeDocument/2006/relationships/image" Target="../media/image78.png"/><Relationship Id="rId13" Type="http://schemas.openxmlformats.org/officeDocument/2006/relationships/image" Target="../media/image83.png"/><Relationship Id="rId18" Type="http://schemas.openxmlformats.org/officeDocument/2006/relationships/image" Target="../media/image88.png"/><Relationship Id="rId3" Type="http://schemas.openxmlformats.org/officeDocument/2006/relationships/image" Target="../media/image73.png"/><Relationship Id="rId7" Type="http://schemas.openxmlformats.org/officeDocument/2006/relationships/image" Target="../media/image77.png"/><Relationship Id="rId12" Type="http://schemas.openxmlformats.org/officeDocument/2006/relationships/image" Target="../media/image82.png"/><Relationship Id="rId17" Type="http://schemas.openxmlformats.org/officeDocument/2006/relationships/image" Target="../media/image87.png"/><Relationship Id="rId2" Type="http://schemas.openxmlformats.org/officeDocument/2006/relationships/notesSlide" Target="../notesSlides/notesSlide6.xml"/><Relationship Id="rId16" Type="http://schemas.openxmlformats.org/officeDocument/2006/relationships/image" Target="../media/image86.png"/><Relationship Id="rId20" Type="http://schemas.openxmlformats.org/officeDocument/2006/relationships/image" Target="../media/image90.png"/><Relationship Id="rId1" Type="http://schemas.openxmlformats.org/officeDocument/2006/relationships/slideLayout" Target="../slideLayouts/slideLayout93.xml"/><Relationship Id="rId6" Type="http://schemas.openxmlformats.org/officeDocument/2006/relationships/image" Target="../media/image76.jpeg"/><Relationship Id="rId11" Type="http://schemas.openxmlformats.org/officeDocument/2006/relationships/image" Target="../media/image81.jpeg"/><Relationship Id="rId5" Type="http://schemas.openxmlformats.org/officeDocument/2006/relationships/image" Target="../media/image75.jpeg"/><Relationship Id="rId15" Type="http://schemas.openxmlformats.org/officeDocument/2006/relationships/image" Target="../media/image85.png"/><Relationship Id="rId10" Type="http://schemas.openxmlformats.org/officeDocument/2006/relationships/image" Target="../media/image80.png"/><Relationship Id="rId19" Type="http://schemas.openxmlformats.org/officeDocument/2006/relationships/image" Target="../media/image89.png"/><Relationship Id="rId4" Type="http://schemas.openxmlformats.org/officeDocument/2006/relationships/image" Target="../media/image74.png"/><Relationship Id="rId9" Type="http://schemas.openxmlformats.org/officeDocument/2006/relationships/image" Target="../media/image79.png"/><Relationship Id="rId14" Type="http://schemas.openxmlformats.org/officeDocument/2006/relationships/image" Target="../media/image84.png"/></Relationships>
</file>

<file path=ppt/slides/_rels/slide13.xml.rels><?xml version="1.0" encoding="UTF-8" standalone="yes"?>
<Relationships xmlns="http://schemas.openxmlformats.org/package/2006/relationships"><Relationship Id="rId8" Type="http://schemas.openxmlformats.org/officeDocument/2006/relationships/image" Target="../media/image77.png"/><Relationship Id="rId3" Type="http://schemas.openxmlformats.org/officeDocument/2006/relationships/image" Target="../media/image92.png"/><Relationship Id="rId7" Type="http://schemas.openxmlformats.org/officeDocument/2006/relationships/image" Target="../media/image84.png"/><Relationship Id="rId12" Type="http://schemas.openxmlformats.org/officeDocument/2006/relationships/image" Target="../media/image95.png"/><Relationship Id="rId2" Type="http://schemas.openxmlformats.org/officeDocument/2006/relationships/image" Target="../media/image91.png"/><Relationship Id="rId1" Type="http://schemas.openxmlformats.org/officeDocument/2006/relationships/slideLayout" Target="../slideLayouts/slideLayout93.xml"/><Relationship Id="rId6" Type="http://schemas.openxmlformats.org/officeDocument/2006/relationships/image" Target="../media/image93.jpeg"/><Relationship Id="rId11" Type="http://schemas.openxmlformats.org/officeDocument/2006/relationships/image" Target="../media/image89.png"/><Relationship Id="rId5" Type="http://schemas.openxmlformats.org/officeDocument/2006/relationships/image" Target="../media/image83.png"/><Relationship Id="rId10" Type="http://schemas.openxmlformats.org/officeDocument/2006/relationships/image" Target="../media/image78.png"/><Relationship Id="rId4" Type="http://schemas.openxmlformats.org/officeDocument/2006/relationships/image" Target="../media/image80.png"/><Relationship Id="rId9" Type="http://schemas.openxmlformats.org/officeDocument/2006/relationships/image" Target="../media/image94.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6.xml"/></Relationships>
</file>

<file path=ppt/slides/_rels/slide17.xml.rels><?xml version="1.0" encoding="UTF-8" standalone="yes"?>
<Relationships xmlns="http://schemas.openxmlformats.org/package/2006/relationships"><Relationship Id="rId3" Type="http://schemas.microsoft.com/office/2018/10/relationships/comments" Target="../comments/modernComment_7FFFFF74_649959FB.xml"/><Relationship Id="rId2" Type="http://schemas.openxmlformats.org/officeDocument/2006/relationships/notesSlide" Target="../notesSlides/notesSlide8.xml"/><Relationship Id="rId1" Type="http://schemas.openxmlformats.org/officeDocument/2006/relationships/slideLayout" Target="../slideLayouts/slideLayout93.xml"/></Relationships>
</file>

<file path=ppt/slides/_rels/slide18.xml.rels><?xml version="1.0" encoding="UTF-8" standalone="yes"?>
<Relationships xmlns="http://schemas.openxmlformats.org/package/2006/relationships"><Relationship Id="rId13" Type="http://schemas.openxmlformats.org/officeDocument/2006/relationships/image" Target="../media/image94.jpeg"/><Relationship Id="rId18" Type="http://schemas.openxmlformats.org/officeDocument/2006/relationships/image" Target="../media/image105.png"/><Relationship Id="rId26" Type="http://schemas.openxmlformats.org/officeDocument/2006/relationships/image" Target="../media/image110.png"/><Relationship Id="rId39" Type="http://schemas.openxmlformats.org/officeDocument/2006/relationships/image" Target="../media/image117.png"/><Relationship Id="rId21" Type="http://schemas.openxmlformats.org/officeDocument/2006/relationships/image" Target="../media/image77.png"/><Relationship Id="rId34" Type="http://schemas.openxmlformats.org/officeDocument/2006/relationships/image" Target="../media/image81.jpeg"/><Relationship Id="rId7" Type="http://schemas.openxmlformats.org/officeDocument/2006/relationships/image" Target="../media/image83.png"/><Relationship Id="rId2" Type="http://schemas.openxmlformats.org/officeDocument/2006/relationships/image" Target="../media/image80.png"/><Relationship Id="rId16" Type="http://schemas.openxmlformats.org/officeDocument/2006/relationships/image" Target="../media/image103.png"/><Relationship Id="rId20" Type="http://schemas.openxmlformats.org/officeDocument/2006/relationships/image" Target="../media/image106.png"/><Relationship Id="rId29" Type="http://schemas.openxmlformats.org/officeDocument/2006/relationships/image" Target="../media/image112.png"/><Relationship Id="rId41" Type="http://schemas.openxmlformats.org/officeDocument/2006/relationships/image" Target="../media/image119.png"/><Relationship Id="rId1" Type="http://schemas.openxmlformats.org/officeDocument/2006/relationships/slideLayout" Target="../slideLayouts/slideLayout15.xml"/><Relationship Id="rId6" Type="http://schemas.openxmlformats.org/officeDocument/2006/relationships/image" Target="../media/image74.png"/><Relationship Id="rId11" Type="http://schemas.openxmlformats.org/officeDocument/2006/relationships/image" Target="../media/image100.png"/><Relationship Id="rId24" Type="http://schemas.openxmlformats.org/officeDocument/2006/relationships/image" Target="../media/image109.jpeg"/><Relationship Id="rId32" Type="http://schemas.openxmlformats.org/officeDocument/2006/relationships/image" Target="../media/image114.png"/><Relationship Id="rId37" Type="http://schemas.openxmlformats.org/officeDocument/2006/relationships/image" Target="../media/image116.png"/><Relationship Id="rId40" Type="http://schemas.openxmlformats.org/officeDocument/2006/relationships/image" Target="../media/image118.png"/><Relationship Id="rId5" Type="http://schemas.openxmlformats.org/officeDocument/2006/relationships/image" Target="../media/image98.png"/><Relationship Id="rId15" Type="http://schemas.openxmlformats.org/officeDocument/2006/relationships/image" Target="../media/image102.png"/><Relationship Id="rId23" Type="http://schemas.openxmlformats.org/officeDocument/2006/relationships/image" Target="../media/image108.png"/><Relationship Id="rId28" Type="http://schemas.openxmlformats.org/officeDocument/2006/relationships/image" Target="../media/image79.png"/><Relationship Id="rId36" Type="http://schemas.openxmlformats.org/officeDocument/2006/relationships/image" Target="../media/image78.png"/><Relationship Id="rId10" Type="http://schemas.openxmlformats.org/officeDocument/2006/relationships/image" Target="../media/image73.png"/><Relationship Id="rId19" Type="http://schemas.openxmlformats.org/officeDocument/2006/relationships/image" Target="../media/image82.png"/><Relationship Id="rId31" Type="http://schemas.openxmlformats.org/officeDocument/2006/relationships/image" Target="../media/image113.jpeg"/><Relationship Id="rId4" Type="http://schemas.openxmlformats.org/officeDocument/2006/relationships/image" Target="../media/image97.png"/><Relationship Id="rId9" Type="http://schemas.openxmlformats.org/officeDocument/2006/relationships/image" Target="../media/image99.png"/><Relationship Id="rId14" Type="http://schemas.openxmlformats.org/officeDocument/2006/relationships/image" Target="../media/image75.jpeg"/><Relationship Id="rId22" Type="http://schemas.openxmlformats.org/officeDocument/2006/relationships/image" Target="../media/image107.png"/><Relationship Id="rId27" Type="http://schemas.openxmlformats.org/officeDocument/2006/relationships/image" Target="../media/image111.png"/><Relationship Id="rId30" Type="http://schemas.openxmlformats.org/officeDocument/2006/relationships/image" Target="../media/image86.png"/><Relationship Id="rId35" Type="http://schemas.openxmlformats.org/officeDocument/2006/relationships/image" Target="../media/image115.jpeg"/><Relationship Id="rId8" Type="http://schemas.openxmlformats.org/officeDocument/2006/relationships/image" Target="../media/image84.png"/><Relationship Id="rId3" Type="http://schemas.openxmlformats.org/officeDocument/2006/relationships/image" Target="../media/image96.png"/><Relationship Id="rId12" Type="http://schemas.openxmlformats.org/officeDocument/2006/relationships/image" Target="../media/image101.png"/><Relationship Id="rId17" Type="http://schemas.openxmlformats.org/officeDocument/2006/relationships/image" Target="../media/image104.png"/><Relationship Id="rId25" Type="http://schemas.openxmlformats.org/officeDocument/2006/relationships/image" Target="../media/image90.png"/><Relationship Id="rId33" Type="http://schemas.openxmlformats.org/officeDocument/2006/relationships/image" Target="../media/image85.png"/><Relationship Id="rId38" Type="http://schemas.openxmlformats.org/officeDocument/2006/relationships/image" Target="../media/image95.png"/></Relationships>
</file>

<file path=ppt/slides/_rels/slide19.xml.rels><?xml version="1.0" encoding="UTF-8" standalone="yes"?>
<Relationships xmlns="http://schemas.openxmlformats.org/package/2006/relationships"><Relationship Id="rId8" Type="http://schemas.openxmlformats.org/officeDocument/2006/relationships/image" Target="../media/image87.png"/><Relationship Id="rId13" Type="http://schemas.openxmlformats.org/officeDocument/2006/relationships/image" Target="../media/image128.jpeg"/><Relationship Id="rId18" Type="http://schemas.openxmlformats.org/officeDocument/2006/relationships/image" Target="../media/image133.png"/><Relationship Id="rId3" Type="http://schemas.openxmlformats.org/officeDocument/2006/relationships/image" Target="../media/image121.png"/><Relationship Id="rId21" Type="http://schemas.openxmlformats.org/officeDocument/2006/relationships/image" Target="../media/image136.png"/><Relationship Id="rId7" Type="http://schemas.openxmlformats.org/officeDocument/2006/relationships/image" Target="../media/image88.png"/><Relationship Id="rId12" Type="http://schemas.openxmlformats.org/officeDocument/2006/relationships/image" Target="../media/image127.png"/><Relationship Id="rId17" Type="http://schemas.openxmlformats.org/officeDocument/2006/relationships/image" Target="../media/image132.png"/><Relationship Id="rId2" Type="http://schemas.openxmlformats.org/officeDocument/2006/relationships/image" Target="../media/image120.png"/><Relationship Id="rId16" Type="http://schemas.openxmlformats.org/officeDocument/2006/relationships/image" Target="../media/image131.png"/><Relationship Id="rId20" Type="http://schemas.openxmlformats.org/officeDocument/2006/relationships/image" Target="../media/image135.png"/><Relationship Id="rId1" Type="http://schemas.openxmlformats.org/officeDocument/2006/relationships/slideLayout" Target="../slideLayouts/slideLayout15.xml"/><Relationship Id="rId6" Type="http://schemas.openxmlformats.org/officeDocument/2006/relationships/image" Target="../media/image123.png"/><Relationship Id="rId11" Type="http://schemas.openxmlformats.org/officeDocument/2006/relationships/image" Target="../media/image126.jpeg"/><Relationship Id="rId5" Type="http://schemas.openxmlformats.org/officeDocument/2006/relationships/image" Target="../media/image89.png"/><Relationship Id="rId15" Type="http://schemas.openxmlformats.org/officeDocument/2006/relationships/image" Target="../media/image130.png"/><Relationship Id="rId23" Type="http://schemas.openxmlformats.org/officeDocument/2006/relationships/image" Target="../media/image76.jpeg"/><Relationship Id="rId10" Type="http://schemas.openxmlformats.org/officeDocument/2006/relationships/image" Target="../media/image125.png"/><Relationship Id="rId19" Type="http://schemas.openxmlformats.org/officeDocument/2006/relationships/image" Target="../media/image134.png"/><Relationship Id="rId4" Type="http://schemas.openxmlformats.org/officeDocument/2006/relationships/image" Target="../media/image122.jpeg"/><Relationship Id="rId9" Type="http://schemas.openxmlformats.org/officeDocument/2006/relationships/image" Target="../media/image124.png"/><Relationship Id="rId14" Type="http://schemas.openxmlformats.org/officeDocument/2006/relationships/image" Target="../media/image129.png"/><Relationship Id="rId22" Type="http://schemas.openxmlformats.org/officeDocument/2006/relationships/image" Target="../media/image9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6.xml"/></Relationships>
</file>

<file path=ppt/slides/_rels/slide21.xml.rels><?xml version="1.0" encoding="UTF-8" standalone="yes"?>
<Relationships xmlns="http://schemas.openxmlformats.org/package/2006/relationships"><Relationship Id="rId8" Type="http://schemas.openxmlformats.org/officeDocument/2006/relationships/image" Target="../media/image141.png"/><Relationship Id="rId3" Type="http://schemas.openxmlformats.org/officeDocument/2006/relationships/image" Target="../media/image92.png"/><Relationship Id="rId7" Type="http://schemas.openxmlformats.org/officeDocument/2006/relationships/image" Target="../media/image140.png"/><Relationship Id="rId2" Type="http://schemas.openxmlformats.org/officeDocument/2006/relationships/notesSlide" Target="../notesSlides/notesSlide9.xml"/><Relationship Id="rId1" Type="http://schemas.openxmlformats.org/officeDocument/2006/relationships/slideLayout" Target="../slideLayouts/slideLayout77.xml"/><Relationship Id="rId6" Type="http://schemas.openxmlformats.org/officeDocument/2006/relationships/image" Target="../media/image139.png"/><Relationship Id="rId5" Type="http://schemas.openxmlformats.org/officeDocument/2006/relationships/image" Target="../media/image138.png"/><Relationship Id="rId10" Type="http://schemas.openxmlformats.org/officeDocument/2006/relationships/image" Target="../media/image143.png"/><Relationship Id="rId4" Type="http://schemas.openxmlformats.org/officeDocument/2006/relationships/image" Target="../media/image137.png"/><Relationship Id="rId9" Type="http://schemas.openxmlformats.org/officeDocument/2006/relationships/image" Target="../media/image142.png"/></Relationships>
</file>

<file path=ppt/slides/_rels/slide22.xml.rels><?xml version="1.0" encoding="UTF-8" standalone="yes"?>
<Relationships xmlns="http://schemas.openxmlformats.org/package/2006/relationships"><Relationship Id="rId8" Type="http://schemas.openxmlformats.org/officeDocument/2006/relationships/image" Target="../media/image148.png"/><Relationship Id="rId3" Type="http://schemas.openxmlformats.org/officeDocument/2006/relationships/image" Target="../media/image93.jpeg"/><Relationship Id="rId7" Type="http://schemas.openxmlformats.org/officeDocument/2006/relationships/image" Target="../media/image147.jpeg"/><Relationship Id="rId12" Type="http://schemas.openxmlformats.org/officeDocument/2006/relationships/image" Target="../media/image150.png"/><Relationship Id="rId2" Type="http://schemas.openxmlformats.org/officeDocument/2006/relationships/notesSlide" Target="../notesSlides/notesSlide10.xml"/><Relationship Id="rId1" Type="http://schemas.openxmlformats.org/officeDocument/2006/relationships/slideLayout" Target="../slideLayouts/slideLayout77.xml"/><Relationship Id="rId6" Type="http://schemas.openxmlformats.org/officeDocument/2006/relationships/image" Target="../media/image146.png"/><Relationship Id="rId11" Type="http://schemas.openxmlformats.org/officeDocument/2006/relationships/image" Target="../media/image149.png"/><Relationship Id="rId5" Type="http://schemas.openxmlformats.org/officeDocument/2006/relationships/image" Target="../media/image145.png"/><Relationship Id="rId10" Type="http://schemas.openxmlformats.org/officeDocument/2006/relationships/image" Target="../media/image120.png"/><Relationship Id="rId4" Type="http://schemas.openxmlformats.org/officeDocument/2006/relationships/image" Target="../media/image144.png"/><Relationship Id="rId9" Type="http://schemas.openxmlformats.org/officeDocument/2006/relationships/image" Target="../media/image13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6.xml"/></Relationships>
</file>

<file path=ppt/slides/_rels/slide24.xml.rels><?xml version="1.0" encoding="UTF-8" standalone="yes"?>
<Relationships xmlns="http://schemas.openxmlformats.org/package/2006/relationships"><Relationship Id="rId3" Type="http://schemas.openxmlformats.org/officeDocument/2006/relationships/image" Target="../media/image151.png"/><Relationship Id="rId2" Type="http://schemas.openxmlformats.org/officeDocument/2006/relationships/notesSlide" Target="../notesSlides/notesSlide11.xml"/><Relationship Id="rId1" Type="http://schemas.openxmlformats.org/officeDocument/2006/relationships/slideLayout" Target="../slideLayouts/slideLayout94.xml"/><Relationship Id="rId4" Type="http://schemas.openxmlformats.org/officeDocument/2006/relationships/image" Target="../media/image152.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8.xml"/></Relationships>
</file>

<file path=ppt/slides/_rels/slide26.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3.xml"/><Relationship Id="rId1" Type="http://schemas.openxmlformats.org/officeDocument/2006/relationships/slideLayout" Target="../slideLayouts/slideLayout127.xml"/><Relationship Id="rId6" Type="http://schemas.openxmlformats.org/officeDocument/2006/relationships/chart" Target="../charts/chart8.xml"/><Relationship Id="rId5" Type="http://schemas.openxmlformats.org/officeDocument/2006/relationships/chart" Target="../charts/chart7.xml"/><Relationship Id="rId4" Type="http://schemas.openxmlformats.org/officeDocument/2006/relationships/chart" Target="../charts/char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9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95.xml"/></Relationships>
</file>

<file path=ppt/slides/_rels/slide29.xml.rels><?xml version="1.0" encoding="UTF-8" standalone="yes"?>
<Relationships xmlns="http://schemas.openxmlformats.org/package/2006/relationships"><Relationship Id="rId8" Type="http://schemas.openxmlformats.org/officeDocument/2006/relationships/image" Target="../media/image75.jpeg"/><Relationship Id="rId3" Type="http://schemas.openxmlformats.org/officeDocument/2006/relationships/image" Target="../media/image91.png"/><Relationship Id="rId7" Type="http://schemas.openxmlformats.org/officeDocument/2006/relationships/image" Target="../media/image74.png"/><Relationship Id="rId12" Type="http://schemas.openxmlformats.org/officeDocument/2006/relationships/image" Target="../media/image154.png"/><Relationship Id="rId2" Type="http://schemas.openxmlformats.org/officeDocument/2006/relationships/image" Target="../media/image77.png"/><Relationship Id="rId1" Type="http://schemas.openxmlformats.org/officeDocument/2006/relationships/slideLayout" Target="../slideLayouts/slideLayout93.xml"/><Relationship Id="rId6" Type="http://schemas.openxmlformats.org/officeDocument/2006/relationships/image" Target="../media/image94.jpeg"/><Relationship Id="rId11" Type="http://schemas.openxmlformats.org/officeDocument/2006/relationships/image" Target="../media/image153.png"/><Relationship Id="rId5" Type="http://schemas.openxmlformats.org/officeDocument/2006/relationships/image" Target="../media/image78.png"/><Relationship Id="rId10" Type="http://schemas.openxmlformats.org/officeDocument/2006/relationships/image" Target="../media/image84.png"/><Relationship Id="rId4" Type="http://schemas.openxmlformats.org/officeDocument/2006/relationships/image" Target="../media/image81.jpeg"/><Relationship Id="rId9" Type="http://schemas.openxmlformats.org/officeDocument/2006/relationships/image" Target="../media/image7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31.xml.rels><?xml version="1.0" encoding="UTF-8" standalone="yes"?>
<Relationships xmlns="http://schemas.openxmlformats.org/package/2006/relationships"><Relationship Id="rId8" Type="http://schemas.openxmlformats.org/officeDocument/2006/relationships/image" Target="../media/image156.png"/><Relationship Id="rId13" Type="http://schemas.openxmlformats.org/officeDocument/2006/relationships/image" Target="../media/image160.png"/><Relationship Id="rId3" Type="http://schemas.microsoft.com/office/2018/10/relationships/comments" Target="../comments/modernComment_106_7B8C079B.xml"/><Relationship Id="rId7" Type="http://schemas.openxmlformats.org/officeDocument/2006/relationships/image" Target="../media/image144.png"/><Relationship Id="rId12" Type="http://schemas.openxmlformats.org/officeDocument/2006/relationships/image" Target="../media/image138.png"/><Relationship Id="rId2" Type="http://schemas.openxmlformats.org/officeDocument/2006/relationships/notesSlide" Target="../notesSlides/notesSlide16.xml"/><Relationship Id="rId1" Type="http://schemas.openxmlformats.org/officeDocument/2006/relationships/slideLayout" Target="../slideLayouts/slideLayout77.xml"/><Relationship Id="rId6" Type="http://schemas.openxmlformats.org/officeDocument/2006/relationships/image" Target="../media/image137.png"/><Relationship Id="rId11" Type="http://schemas.openxmlformats.org/officeDocument/2006/relationships/image" Target="../media/image159.png"/><Relationship Id="rId5" Type="http://schemas.openxmlformats.org/officeDocument/2006/relationships/image" Target="../media/image155.png"/><Relationship Id="rId10" Type="http://schemas.openxmlformats.org/officeDocument/2006/relationships/image" Target="../media/image158.png"/><Relationship Id="rId4" Type="http://schemas.openxmlformats.org/officeDocument/2006/relationships/image" Target="../media/image92.png"/><Relationship Id="rId9" Type="http://schemas.openxmlformats.org/officeDocument/2006/relationships/image" Target="../media/image157.png"/></Relationships>
</file>

<file path=ppt/slides/_rels/slide32.xml.rels><?xml version="1.0" encoding="UTF-8" standalone="yes"?>
<Relationships xmlns="http://schemas.openxmlformats.org/package/2006/relationships"><Relationship Id="rId8" Type="http://schemas.openxmlformats.org/officeDocument/2006/relationships/image" Target="../media/image148.png"/><Relationship Id="rId3" Type="http://schemas.microsoft.com/office/2018/10/relationships/comments" Target="../comments/modernComment_108_5DE948D5.xml"/><Relationship Id="rId7" Type="http://schemas.openxmlformats.org/officeDocument/2006/relationships/image" Target="../media/image137.png"/><Relationship Id="rId12" Type="http://schemas.openxmlformats.org/officeDocument/2006/relationships/image" Target="../media/image145.png"/><Relationship Id="rId2" Type="http://schemas.openxmlformats.org/officeDocument/2006/relationships/notesSlide" Target="../notesSlides/notesSlide17.xml"/><Relationship Id="rId1" Type="http://schemas.openxmlformats.org/officeDocument/2006/relationships/slideLayout" Target="../slideLayouts/slideLayout77.xml"/><Relationship Id="rId6" Type="http://schemas.openxmlformats.org/officeDocument/2006/relationships/image" Target="../media/image120.png"/><Relationship Id="rId11" Type="http://schemas.openxmlformats.org/officeDocument/2006/relationships/image" Target="../media/image144.png"/><Relationship Id="rId5" Type="http://schemas.openxmlformats.org/officeDocument/2006/relationships/image" Target="../media/image149.png"/><Relationship Id="rId10" Type="http://schemas.openxmlformats.org/officeDocument/2006/relationships/image" Target="../media/image146.png"/><Relationship Id="rId4" Type="http://schemas.openxmlformats.org/officeDocument/2006/relationships/image" Target="../media/image150.png"/><Relationship Id="rId9" Type="http://schemas.openxmlformats.org/officeDocument/2006/relationships/image" Target="../media/image147.jpeg"/></Relationships>
</file>

<file path=ppt/slides/_rels/slide33.xml.rels><?xml version="1.0" encoding="UTF-8" standalone="yes"?>
<Relationships xmlns="http://schemas.openxmlformats.org/package/2006/relationships"><Relationship Id="rId3" Type="http://schemas.openxmlformats.org/officeDocument/2006/relationships/image" Target="../media/image93.jpeg"/><Relationship Id="rId2" Type="http://schemas.openxmlformats.org/officeDocument/2006/relationships/notesSlide" Target="../notesSlides/notesSlide18.xml"/><Relationship Id="rId1" Type="http://schemas.openxmlformats.org/officeDocument/2006/relationships/slideLayout" Target="../slideLayouts/slideLayout77.xml"/><Relationship Id="rId4" Type="http://schemas.openxmlformats.org/officeDocument/2006/relationships/image" Target="../media/image160.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95.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extLst>
              <a:ext uri="{837473B0-CC2E-450A-ABE3-18F120FF3D39}">
                <a1611:picAttrSrcUrl xmlns:a1611="http://schemas.microsoft.com/office/drawing/2016/11/main" r:id="rId4"/>
              </a:ext>
            </a:extLst>
          </a:blip>
          <a:srcRect/>
          <a:stretch>
            <a:fillRect t="-39000" b="-39000"/>
          </a:stretch>
        </a:blipFill>
        <a:effectLst/>
      </p:bgPr>
    </p:bg>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AE64C129-B0DD-B8CF-235D-63CEEDB2DB21}"/>
              </a:ext>
            </a:extLst>
          </p:cNvPr>
          <p:cNvPicPr>
            <a:picLocks noChangeAspect="1"/>
          </p:cNvPicPr>
          <p:nvPr/>
        </p:nvPicPr>
        <p:blipFill>
          <a:blip r:embed="rId5"/>
          <a:stretch>
            <a:fillRect/>
          </a:stretch>
        </p:blipFill>
        <p:spPr>
          <a:xfrm>
            <a:off x="-29498" y="0"/>
            <a:ext cx="12221497" cy="6874592"/>
          </a:xfrm>
          <a:prstGeom prst="rect">
            <a:avLst/>
          </a:prstGeom>
        </p:spPr>
      </p:pic>
      <p:sp>
        <p:nvSpPr>
          <p:cNvPr id="12" name="Subtitle 11">
            <a:extLst>
              <a:ext uri="{FF2B5EF4-FFF2-40B4-BE49-F238E27FC236}">
                <a16:creationId xmlns:a16="http://schemas.microsoft.com/office/drawing/2014/main" id="{B28D4135-3F0B-4D5A-ADA3-87022F8C1959}"/>
              </a:ext>
            </a:extLst>
          </p:cNvPr>
          <p:cNvSpPr>
            <a:spLocks noGrp="1"/>
          </p:cNvSpPr>
          <p:nvPr>
            <p:ph type="subTitle" idx="1"/>
          </p:nvPr>
        </p:nvSpPr>
        <p:spPr>
          <a:xfrm>
            <a:off x="407988" y="4021101"/>
            <a:ext cx="11386134" cy="307777"/>
          </a:xfrm>
        </p:spPr>
        <p:txBody>
          <a:bodyPr/>
          <a:lstStyle/>
          <a:p>
            <a:r>
              <a:rPr lang="en-GB"/>
              <a:t>July</a:t>
            </a:r>
            <a:r>
              <a:rPr lang="en-GB" noProof="0"/>
              <a:t> 2026</a:t>
            </a:r>
          </a:p>
        </p:txBody>
      </p:sp>
      <p:sp>
        <p:nvSpPr>
          <p:cNvPr id="11" name="Title 10">
            <a:extLst>
              <a:ext uri="{FF2B5EF4-FFF2-40B4-BE49-F238E27FC236}">
                <a16:creationId xmlns:a16="http://schemas.microsoft.com/office/drawing/2014/main" id="{33940544-1F8D-47E0-8BF8-BEED038F26D9}"/>
              </a:ext>
            </a:extLst>
          </p:cNvPr>
          <p:cNvSpPr>
            <a:spLocks noGrp="1"/>
          </p:cNvSpPr>
          <p:nvPr>
            <p:ph type="ctrTitle"/>
          </p:nvPr>
        </p:nvSpPr>
        <p:spPr>
          <a:xfrm>
            <a:off x="351170" y="3020586"/>
            <a:ext cx="11386134" cy="553998"/>
          </a:xfrm>
        </p:spPr>
        <p:txBody>
          <a:bodyPr/>
          <a:lstStyle/>
          <a:p>
            <a:r>
              <a:rPr lang="en-US" sz="4000" noProof="0">
                <a:latin typeface="+mj-lt"/>
              </a:rPr>
              <a:t>Invent India TMT – Monthly Updates</a:t>
            </a:r>
          </a:p>
        </p:txBody>
      </p:sp>
      <p:pic>
        <p:nvPicPr>
          <p:cNvPr id="3" name="Picture 2" descr="A black background with white text">
            <a:extLst>
              <a:ext uri="{FF2B5EF4-FFF2-40B4-BE49-F238E27FC236}">
                <a16:creationId xmlns:a16="http://schemas.microsoft.com/office/drawing/2014/main" id="{A8438642-9B40-9362-6E1D-ED5EA62240F2}"/>
              </a:ext>
            </a:extLst>
          </p:cNvPr>
          <p:cNvPicPr>
            <a:picLocks noChangeAspect="1"/>
          </p:cNvPicPr>
          <p:nvPr/>
        </p:nvPicPr>
        <p:blipFill>
          <a:blip r:embed="rId6"/>
          <a:stretch>
            <a:fillRect/>
          </a:stretch>
        </p:blipFill>
        <p:spPr>
          <a:xfrm>
            <a:off x="5392504" y="5052394"/>
            <a:ext cx="6799496" cy="1324461"/>
          </a:xfrm>
          <a:prstGeom prst="rect">
            <a:avLst/>
          </a:prstGeom>
        </p:spPr>
      </p:pic>
      <p:sp>
        <p:nvSpPr>
          <p:cNvPr id="4" name="Rectangle 3">
            <a:extLst>
              <a:ext uri="{FF2B5EF4-FFF2-40B4-BE49-F238E27FC236}">
                <a16:creationId xmlns:a16="http://schemas.microsoft.com/office/drawing/2014/main" id="{565B05BC-F990-5425-AD52-6946D9B691AC}"/>
              </a:ext>
            </a:extLst>
          </p:cNvPr>
          <p:cNvSpPr/>
          <p:nvPr/>
        </p:nvSpPr>
        <p:spPr>
          <a:xfrm rot="16200000">
            <a:off x="-3368495"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1200" cap="none" spc="0" normalizeH="0" baseline="0" noProof="0" err="1">
              <a:ln>
                <a:noFill/>
              </a:ln>
              <a:solidFill>
                <a:srgbClr val="000000"/>
              </a:solidFill>
              <a:effectLst/>
              <a:uLnTx/>
              <a:uFillTx/>
              <a:latin typeface="Ubuntu"/>
              <a:ea typeface="+mn-ea"/>
              <a:cs typeface="+mn-cs"/>
            </a:endParaRPr>
          </a:p>
        </p:txBody>
      </p:sp>
      <p:grpSp>
        <p:nvGrpSpPr>
          <p:cNvPr id="17" name="Group 16">
            <a:extLst>
              <a:ext uri="{FF2B5EF4-FFF2-40B4-BE49-F238E27FC236}">
                <a16:creationId xmlns:a16="http://schemas.microsoft.com/office/drawing/2014/main" id="{C154204B-C7DA-204F-E206-2352BD4B9A1C}"/>
              </a:ext>
            </a:extLst>
          </p:cNvPr>
          <p:cNvGrpSpPr>
            <a:grpSpLocks noChangeAspect="1"/>
          </p:cNvGrpSpPr>
          <p:nvPr/>
        </p:nvGrpSpPr>
        <p:grpSpPr>
          <a:xfrm>
            <a:off x="9193161" y="481145"/>
            <a:ext cx="2702287" cy="607538"/>
            <a:chOff x="5094083" y="5360390"/>
            <a:chExt cx="3039349" cy="683316"/>
          </a:xfrm>
          <a:solidFill>
            <a:schemeClr val="bg1"/>
          </a:solidFill>
        </p:grpSpPr>
        <p:sp>
          <p:nvSpPr>
            <p:cNvPr id="18" name="Freeform: Shape 4">
              <a:extLst>
                <a:ext uri="{FF2B5EF4-FFF2-40B4-BE49-F238E27FC236}">
                  <a16:creationId xmlns:a16="http://schemas.microsoft.com/office/drawing/2014/main" id="{CA616812-A51F-AFB1-1966-AF5C6AB814F3}"/>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19" name="Freeform: Shape 5">
              <a:extLst>
                <a:ext uri="{FF2B5EF4-FFF2-40B4-BE49-F238E27FC236}">
                  <a16:creationId xmlns:a16="http://schemas.microsoft.com/office/drawing/2014/main" id="{DA8DEA5E-30C9-0E71-B652-4BA69AD08E02}"/>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20" name="Freeform: Shape 6">
              <a:extLst>
                <a:ext uri="{FF2B5EF4-FFF2-40B4-BE49-F238E27FC236}">
                  <a16:creationId xmlns:a16="http://schemas.microsoft.com/office/drawing/2014/main" id="{5DD5F2B0-2DE5-B8DF-45A9-14176EB67AF5}"/>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21" name="Freeform: Shape 7">
              <a:extLst>
                <a:ext uri="{FF2B5EF4-FFF2-40B4-BE49-F238E27FC236}">
                  <a16:creationId xmlns:a16="http://schemas.microsoft.com/office/drawing/2014/main" id="{B3740615-966D-5D80-59CE-DF9D35D46AE7}"/>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22" name="Freeform: Shape 8">
              <a:extLst>
                <a:ext uri="{FF2B5EF4-FFF2-40B4-BE49-F238E27FC236}">
                  <a16:creationId xmlns:a16="http://schemas.microsoft.com/office/drawing/2014/main" id="{99F7036D-BABC-3739-FB7A-D0F43E31CF1C}"/>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grpSp>
    </p:spTree>
    <p:extLst>
      <p:ext uri="{BB962C8B-B14F-4D97-AF65-F5344CB8AC3E}">
        <p14:creationId xmlns:p14="http://schemas.microsoft.com/office/powerpoint/2010/main" val="17202048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4BF356-BFB5-67FC-5738-626B1DACA997}"/>
            </a:ext>
          </a:extLst>
        </p:cNvPr>
        <p:cNvGrpSpPr/>
        <p:nvPr/>
      </p:nvGrpSpPr>
      <p:grpSpPr>
        <a:xfrm>
          <a:off x="0" y="0"/>
          <a:ext cx="0" cy="0"/>
          <a:chOff x="0" y="0"/>
          <a:chExt cx="0" cy="0"/>
        </a:xfrm>
      </p:grpSpPr>
      <p:sp>
        <p:nvSpPr>
          <p:cNvPr id="14" name="Titre 13">
            <a:extLst>
              <a:ext uri="{FF2B5EF4-FFF2-40B4-BE49-F238E27FC236}">
                <a16:creationId xmlns:a16="http://schemas.microsoft.com/office/drawing/2014/main" id="{965FC16D-A969-9AA8-641E-972A9E9EA15B}"/>
              </a:ext>
            </a:extLst>
          </p:cNvPr>
          <p:cNvSpPr>
            <a:spLocks noGrp="1"/>
          </p:cNvSpPr>
          <p:nvPr>
            <p:ph type="title"/>
          </p:nvPr>
        </p:nvSpPr>
        <p:spPr/>
        <p:txBody>
          <a:bodyPr/>
          <a:lstStyle/>
          <a:p>
            <a:r>
              <a:rPr lang="en-US"/>
              <a:t>Agenda</a:t>
            </a:r>
          </a:p>
        </p:txBody>
      </p:sp>
      <p:graphicFrame>
        <p:nvGraphicFramePr>
          <p:cNvPr id="15" name="Table Placeholder 4">
            <a:extLst>
              <a:ext uri="{FF2B5EF4-FFF2-40B4-BE49-F238E27FC236}">
                <a16:creationId xmlns:a16="http://schemas.microsoft.com/office/drawing/2014/main" id="{CCEA22A8-0D89-C6C7-FDF9-8EA0EDDEE563}"/>
              </a:ext>
            </a:extLst>
          </p:cNvPr>
          <p:cNvGraphicFramePr>
            <a:graphicFrameLocks/>
          </p:cNvGraphicFramePr>
          <p:nvPr>
            <p:extLst>
              <p:ext uri="{D42A27DB-BD31-4B8C-83A1-F6EECF244321}">
                <p14:modId xmlns:p14="http://schemas.microsoft.com/office/powerpoint/2010/main" val="3143850808"/>
              </p:ext>
            </p:extLst>
          </p:nvPr>
        </p:nvGraphicFramePr>
        <p:xfrm>
          <a:off x="550863" y="1866534"/>
          <a:ext cx="11089754" cy="3769607"/>
        </p:xfrm>
        <a:graphic>
          <a:graphicData uri="http://schemas.openxmlformats.org/drawingml/2006/table">
            <a:tbl>
              <a:tblPr>
                <a:tableStyleId>{5C22544A-7EE6-4342-B048-85BDC9FD1C3A}</a:tableStyleId>
              </a:tblPr>
              <a:tblGrid>
                <a:gridCol w="1006550">
                  <a:extLst>
                    <a:ext uri="{9D8B030D-6E8A-4147-A177-3AD203B41FA5}">
                      <a16:colId xmlns:a16="http://schemas.microsoft.com/office/drawing/2014/main" val="2607851620"/>
                    </a:ext>
                  </a:extLst>
                </a:gridCol>
                <a:gridCol w="10083204">
                  <a:extLst>
                    <a:ext uri="{9D8B030D-6E8A-4147-A177-3AD203B41FA5}">
                      <a16:colId xmlns:a16="http://schemas.microsoft.com/office/drawing/2014/main" val="1243403413"/>
                    </a:ext>
                  </a:extLst>
                </a:gridCol>
              </a:tblGrid>
              <a:tr h="661414">
                <a:tc>
                  <a:txBody>
                    <a:bodyPr/>
                    <a:lstStyle/>
                    <a:p>
                      <a:pPr algn="r"/>
                      <a:r>
                        <a:rPr lang="en-US" sz="1400" b="0" i="0" noProof="0">
                          <a:solidFill>
                            <a:schemeClr val="bg2"/>
                          </a:solidFill>
                          <a:latin typeface="+mn-lt"/>
                        </a:rPr>
                        <a:t>01</a:t>
                      </a:r>
                    </a:p>
                  </a:txBody>
                  <a:tcPr marL="45720" marR="360000" marT="108000" marB="180000">
                    <a:lnL w="12700" cmpd="sng">
                      <a:noFill/>
                    </a:lnL>
                    <a:lnR w="12700" cap="flat" cmpd="sng" algn="ctr">
                      <a:noFill/>
                      <a:prstDash val="solid"/>
                      <a:round/>
                      <a:headEnd type="none" w="med" len="med"/>
                      <a:tailEnd type="none" w="med" len="med"/>
                    </a:lnR>
                    <a:lnT w="38100" cap="flat" cmpd="sng" algn="ctr">
                      <a:solidFill>
                        <a:srgbClr val="FEB100"/>
                      </a:solidFill>
                      <a:prstDash val="solid"/>
                      <a:round/>
                      <a:headEnd type="none" w="med" len="med"/>
                      <a:tailEnd type="none" w="med" len="med"/>
                    </a:lnT>
                    <a:lnB w="38100" cap="flat" cmpd="sng" algn="ctr">
                      <a:solidFill>
                        <a:srgbClr val="FF816E"/>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ts val="1400"/>
                        </a:lnSpc>
                        <a:spcBef>
                          <a:spcPts val="0"/>
                        </a:spcBef>
                        <a:spcAft>
                          <a:spcPts val="0"/>
                        </a:spcAft>
                        <a:buClrTx/>
                        <a:buSzTx/>
                        <a:buFontTx/>
                        <a:buNone/>
                        <a:tabLst/>
                        <a:defRPr/>
                      </a:pPr>
                      <a:r>
                        <a:rPr lang="en-US" sz="1400" b="0" i="0" u="none" strike="noStrike" kern="1200" cap="none" spc="0" normalizeH="0" baseline="0" noProof="0">
                          <a:ln>
                            <a:noFill/>
                          </a:ln>
                          <a:solidFill>
                            <a:schemeClr val="bg2"/>
                          </a:solidFill>
                          <a:effectLst/>
                          <a:uLnTx/>
                          <a:uFillTx/>
                          <a:latin typeface="+mn-lt"/>
                          <a:ea typeface="+mn-ea"/>
                          <a:cs typeface="+mn-cs"/>
                        </a:rPr>
                        <a:t>People's Corner: Welcome New Member, Birthdays, Work Anniversaries and Celebrating Recognitions</a:t>
                      </a:r>
                      <a:endParaRPr kumimoji="0" lang="en-US" sz="1400"/>
                    </a:p>
                    <a:p>
                      <a:pPr lvl="0" algn="l">
                        <a:lnSpc>
                          <a:spcPts val="1400"/>
                        </a:lnSpc>
                        <a:buNone/>
                      </a:pPr>
                      <a:endParaRPr lang="en-US"/>
                    </a:p>
                  </a:txBody>
                  <a:tcPr marL="360000" marR="45720" marT="144000" marB="180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38100" cap="flat" cmpd="sng" algn="ctr">
                      <a:solidFill>
                        <a:srgbClr val="FEB100"/>
                      </a:solidFill>
                      <a:prstDash val="solid"/>
                      <a:round/>
                      <a:headEnd type="none" w="med" len="med"/>
                      <a:tailEnd type="none" w="med" len="med"/>
                    </a:lnT>
                    <a:lnB w="38100" cap="flat" cmpd="sng" algn="ctr">
                      <a:solidFill>
                        <a:srgbClr val="FF816E"/>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885693833"/>
                  </a:ext>
                </a:extLst>
              </a:tr>
              <a:tr h="617646">
                <a:tc>
                  <a:txBody>
                    <a:bodyPr/>
                    <a:lstStyle/>
                    <a:p>
                      <a:pPr algn="r">
                        <a:lnSpc>
                          <a:spcPts val="1400"/>
                        </a:lnSpc>
                      </a:pPr>
                      <a:r>
                        <a:rPr lang="en-US" sz="1400" b="0" i="0" noProof="0">
                          <a:solidFill>
                            <a:schemeClr val="bg2"/>
                          </a:solidFill>
                          <a:latin typeface="+mn-lt"/>
                        </a:rPr>
                        <a:t>02</a:t>
                      </a:r>
                    </a:p>
                  </a:txBody>
                  <a:tcPr marL="45720" marR="360000" marT="144000" marB="180000">
                    <a:lnL w="12700" cmpd="sng">
                      <a:noFill/>
                    </a:lnL>
                    <a:lnR w="12700" cap="flat" cmpd="sng" algn="ctr">
                      <a:noFill/>
                      <a:prstDash val="solid"/>
                      <a:round/>
                      <a:headEnd type="none" w="med" len="med"/>
                      <a:tailEnd type="none" w="med" len="med"/>
                    </a:lnR>
                    <a:lnT w="38100" cap="flat" cmpd="sng" algn="ctr">
                      <a:solidFill>
                        <a:srgbClr val="FF816E"/>
                      </a:solidFill>
                      <a:prstDash val="solid"/>
                      <a:round/>
                      <a:headEnd type="none" w="med" len="med"/>
                      <a:tailEnd type="none" w="med" len="med"/>
                    </a:lnT>
                    <a:lnB w="38100" cap="flat" cmpd="sng" algn="ctr">
                      <a:solidFill>
                        <a:srgbClr val="FF816E"/>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ts val="1400"/>
                        </a:lnSpc>
                        <a:spcBef>
                          <a:spcPts val="0"/>
                        </a:spcBef>
                        <a:spcAft>
                          <a:spcPts val="0"/>
                        </a:spcAft>
                        <a:buClrTx/>
                        <a:buSzTx/>
                        <a:buFontTx/>
                        <a:buNone/>
                        <a:tabLst/>
                        <a:defRPr/>
                      </a:pPr>
                      <a:r>
                        <a:rPr lang="en-US" sz="1400" b="0" i="0" noProof="0" dirty="0">
                          <a:solidFill>
                            <a:schemeClr val="bg2"/>
                          </a:solidFill>
                          <a:latin typeface="+mn-lt"/>
                        </a:rPr>
                        <a:t>2026 Strategic  Ambition: Targets Achieved and The Final Goal</a:t>
                      </a:r>
                      <a:endParaRPr lang="en-US" sz="1400" dirty="0"/>
                    </a:p>
                  </a:txBody>
                  <a:tcPr marL="360000" marR="45720" marT="144000" marB="180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38100" cap="flat" cmpd="sng" algn="ctr">
                      <a:solidFill>
                        <a:srgbClr val="FF816E"/>
                      </a:solidFill>
                      <a:prstDash val="solid"/>
                      <a:round/>
                      <a:headEnd type="none" w="med" len="med"/>
                      <a:tailEnd type="none" w="med" len="med"/>
                    </a:lnT>
                    <a:lnB w="38100" cap="flat" cmpd="sng" algn="ctr">
                      <a:solidFill>
                        <a:srgbClr val="FF816E"/>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7627322"/>
                  </a:ext>
                </a:extLst>
              </a:tr>
              <a:tr h="617646">
                <a:tc>
                  <a:txBody>
                    <a:bodyPr/>
                    <a:lstStyle/>
                    <a:p>
                      <a:pPr algn="r">
                        <a:lnSpc>
                          <a:spcPts val="1400"/>
                        </a:lnSpc>
                      </a:pPr>
                      <a:r>
                        <a:rPr lang="en-US" sz="1400" b="0" i="0" noProof="0">
                          <a:solidFill>
                            <a:schemeClr val="bg2"/>
                          </a:solidFill>
                          <a:latin typeface="+mn-lt"/>
                        </a:rPr>
                        <a:t>03</a:t>
                      </a:r>
                    </a:p>
                  </a:txBody>
                  <a:tcPr marL="45720" marR="360000" marT="144000" marB="180000">
                    <a:lnL w="12700" cmpd="sng">
                      <a:noFill/>
                    </a:lnL>
                    <a:lnR w="12700" cap="flat" cmpd="sng" algn="ctr">
                      <a:noFill/>
                      <a:prstDash val="solid"/>
                      <a:round/>
                      <a:headEnd type="none" w="med" len="med"/>
                      <a:tailEnd type="none" w="med" len="med"/>
                    </a:lnR>
                    <a:lnT w="38100" cap="flat" cmpd="sng" algn="ctr">
                      <a:solidFill>
                        <a:srgbClr val="FF816E"/>
                      </a:solidFill>
                      <a:prstDash val="solid"/>
                      <a:round/>
                      <a:headEnd type="none" w="med" len="med"/>
                      <a:tailEnd type="none" w="med" len="med"/>
                    </a:lnT>
                    <a:lnB w="38100" cap="flat" cmpd="sng" algn="ctr">
                      <a:solidFill>
                        <a:srgbClr val="00D5D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ts val="1400"/>
                        </a:lnSpc>
                        <a:spcBef>
                          <a:spcPts val="0"/>
                        </a:spcBef>
                        <a:spcAft>
                          <a:spcPts val="0"/>
                        </a:spcAft>
                        <a:buClrTx/>
                        <a:buSzTx/>
                        <a:buFontTx/>
                        <a:buNone/>
                        <a:tabLst/>
                        <a:defRPr/>
                      </a:pPr>
                      <a:r>
                        <a:rPr lang="en-US" sz="1400" b="0" i="0" u="none" strike="noStrike" kern="1200" cap="none" spc="0" normalizeH="0" baseline="0" noProof="0">
                          <a:ln>
                            <a:noFill/>
                          </a:ln>
                          <a:solidFill>
                            <a:schemeClr val="bg2"/>
                          </a:solidFill>
                          <a:effectLst/>
                          <a:uLnTx/>
                          <a:uFillTx/>
                          <a:latin typeface="+mn-lt"/>
                          <a:ea typeface="+mn-ea"/>
                          <a:cs typeface="+mn-cs"/>
                        </a:rPr>
                        <a:t>Progress Snapshot: Where We Stand Today</a:t>
                      </a:r>
                      <a:endParaRPr kumimoji="0" lang="en-US" sz="1400" b="0" i="0" u="none" strike="noStrike" kern="1200" cap="none" spc="0" normalizeH="0" baseline="0" noProof="0">
                        <a:ln>
                          <a:noFill/>
                        </a:ln>
                        <a:solidFill>
                          <a:schemeClr val="bg2"/>
                        </a:solidFill>
                        <a:effectLst/>
                        <a:uLnTx/>
                        <a:uFillTx/>
                        <a:latin typeface="+mn-lt"/>
                        <a:ea typeface="+mn-ea"/>
                        <a:cs typeface="+mn-cs"/>
                      </a:endParaRPr>
                    </a:p>
                  </a:txBody>
                  <a:tcPr marL="360000" marR="45720" marT="144000" marB="180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38100" cap="flat" cmpd="sng" algn="ctr">
                      <a:solidFill>
                        <a:srgbClr val="FF816E"/>
                      </a:solidFill>
                      <a:prstDash val="solid"/>
                      <a:round/>
                      <a:headEnd type="none" w="med" len="med"/>
                      <a:tailEnd type="none" w="med" len="med"/>
                    </a:lnT>
                    <a:lnB w="38100" cap="flat" cmpd="sng" algn="ctr">
                      <a:solidFill>
                        <a:srgbClr val="00D5D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90348787"/>
                  </a:ext>
                </a:extLst>
              </a:tr>
              <a:tr h="617646">
                <a:tc>
                  <a:txBody>
                    <a:bodyPr/>
                    <a:lstStyle/>
                    <a:p>
                      <a:pPr algn="r">
                        <a:lnSpc>
                          <a:spcPts val="1400"/>
                        </a:lnSpc>
                      </a:pPr>
                      <a:r>
                        <a:rPr lang="en-US" sz="1400" b="0" i="0" noProof="0">
                          <a:solidFill>
                            <a:schemeClr val="bg2"/>
                          </a:solidFill>
                          <a:latin typeface="+mn-lt"/>
                        </a:rPr>
                        <a:t>04</a:t>
                      </a:r>
                    </a:p>
                  </a:txBody>
                  <a:tcPr marL="45720" marR="360000" marT="144000" marB="180000">
                    <a:lnL w="12700" cmpd="sng">
                      <a:noFill/>
                    </a:lnL>
                    <a:lnR w="12700" cap="flat" cmpd="sng" algn="ctr">
                      <a:noFill/>
                      <a:prstDash val="solid"/>
                      <a:round/>
                      <a:headEnd type="none" w="med" len="med"/>
                      <a:tailEnd type="none" w="med" len="med"/>
                    </a:lnR>
                    <a:lnT w="38100" cap="flat" cmpd="sng" algn="ctr">
                      <a:solidFill>
                        <a:srgbClr val="00D5D0"/>
                      </a:solidFill>
                      <a:prstDash val="solid"/>
                      <a:round/>
                      <a:headEnd type="none" w="med" len="med"/>
                      <a:tailEnd type="none" w="med" len="med"/>
                    </a:lnT>
                    <a:lnB w="38100" cap="flat" cmpd="sng" algn="ctr">
                      <a:solidFill>
                        <a:srgbClr val="D4D5F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ts val="1400"/>
                        </a:lnSpc>
                        <a:spcBef>
                          <a:spcPts val="0"/>
                        </a:spcBef>
                        <a:spcAft>
                          <a:spcPts val="0"/>
                        </a:spcAft>
                        <a:buClrTx/>
                        <a:buSzTx/>
                        <a:buFontTx/>
                        <a:buNone/>
                        <a:tabLst/>
                        <a:defRPr/>
                      </a:pPr>
                      <a:r>
                        <a:rPr lang="en-US" sz="1400" b="0" i="0" noProof="0">
                          <a:solidFill>
                            <a:schemeClr val="bg2"/>
                          </a:solidFill>
                          <a:latin typeface="+mn-lt"/>
                        </a:rPr>
                        <a:t>Execution Blueprint: Strategic Approach and Key Initiatives to Achieve Our Target</a:t>
                      </a:r>
                    </a:p>
                  </a:txBody>
                  <a:tcPr marL="360000" marR="45720" marT="144000" marB="180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38100" cap="flat" cmpd="sng" algn="ctr">
                      <a:solidFill>
                        <a:srgbClr val="00D5D0"/>
                      </a:solidFill>
                      <a:prstDash val="solid"/>
                      <a:round/>
                      <a:headEnd type="none" w="med" len="med"/>
                      <a:tailEnd type="none" w="med" len="med"/>
                    </a:lnT>
                    <a:lnB w="38100" cap="flat" cmpd="sng" algn="ctr">
                      <a:solidFill>
                        <a:srgbClr val="D4D5F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74772154"/>
                  </a:ext>
                </a:extLst>
              </a:tr>
              <a:tr h="617645">
                <a:tc>
                  <a:txBody>
                    <a:bodyPr/>
                    <a:lstStyle/>
                    <a:p>
                      <a:pPr lvl="0" algn="r">
                        <a:lnSpc>
                          <a:spcPts val="1400"/>
                        </a:lnSpc>
                        <a:buNone/>
                      </a:pPr>
                      <a:r>
                        <a:rPr lang="en-US" sz="1400" b="0" i="0" noProof="0">
                          <a:solidFill>
                            <a:schemeClr val="bg2"/>
                          </a:solidFill>
                          <a:latin typeface="+mn-lt"/>
                        </a:rPr>
                        <a:t>05</a:t>
                      </a:r>
                    </a:p>
                  </a:txBody>
                  <a:tcPr marL="45720" marR="360000" marT="144000" marB="180000">
                    <a:lnL w="0">
                      <a:noFill/>
                    </a:lnL>
                    <a:lnR w="0">
                      <a:noFill/>
                    </a:lnR>
                    <a:lnT w="38100" cap="flat" cmpd="sng" algn="ctr">
                      <a:solidFill>
                        <a:srgbClr val="D4D5F2"/>
                      </a:solidFill>
                      <a:prstDash val="solid"/>
                      <a:round/>
                      <a:headEnd type="none" w="med" len="med"/>
                      <a:tailEnd type="none" w="med" len="med"/>
                    </a:lnT>
                    <a:lnB w="38099">
                      <a:solidFill>
                        <a:srgbClr val="D4D5F2"/>
                      </a:solidFill>
                    </a:lnB>
                    <a:lnTlToBr w="0">
                      <a:noFill/>
                    </a:lnTlToBr>
                    <a:lnBlToTr w="0">
                      <a:noFill/>
                    </a:lnBlToTr>
                    <a:noFill/>
                  </a:tcPr>
                </a:tc>
                <a:tc>
                  <a:txBody>
                    <a:bodyPr/>
                    <a:lstStyle/>
                    <a:p>
                      <a:pPr marL="0" lvl="0" indent="0" algn="l">
                        <a:lnSpc>
                          <a:spcPts val="1400"/>
                        </a:lnSpc>
                        <a:spcBef>
                          <a:spcPts val="0"/>
                        </a:spcBef>
                        <a:spcAft>
                          <a:spcPts val="0"/>
                        </a:spcAft>
                        <a:buNone/>
                      </a:pPr>
                      <a:r>
                        <a:rPr lang="en-US" sz="1400" b="0" i="0" u="none" strike="noStrike" kern="1200" cap="none" spc="0" normalizeH="0" baseline="0" noProof="0">
                          <a:ln>
                            <a:noFill/>
                          </a:ln>
                          <a:solidFill>
                            <a:schemeClr val="bg2"/>
                          </a:solidFill>
                          <a:effectLst/>
                          <a:uLnTx/>
                          <a:uFillTx/>
                          <a:latin typeface="+mn-lt"/>
                          <a:ea typeface="+mn-ea"/>
                          <a:cs typeface="+mn-cs"/>
                        </a:rPr>
                        <a:t>TMT Focus Areas- Where We Are Investing Efforts and Driving Market Impact</a:t>
                      </a:r>
                      <a:endParaRPr kumimoji="0" lang="en-US" sz="1400" b="0" i="0" u="none" strike="noStrike" kern="1200" cap="none" spc="0" normalizeH="0" baseline="0" noProof="0">
                        <a:ln>
                          <a:noFill/>
                        </a:ln>
                        <a:solidFill>
                          <a:schemeClr val="bg2"/>
                        </a:solidFill>
                        <a:effectLst/>
                        <a:uLnTx/>
                        <a:uFillTx/>
                        <a:latin typeface="+mn-lt"/>
                        <a:ea typeface="+mn-ea"/>
                        <a:cs typeface="+mn-cs"/>
                      </a:endParaRPr>
                    </a:p>
                  </a:txBody>
                  <a:tcPr marL="360000" marR="45720" marT="144000" marB="180000">
                    <a:lnL w="0">
                      <a:noFill/>
                    </a:lnL>
                    <a:lnR w="0">
                      <a:noFill/>
                    </a:lnR>
                    <a:lnT w="38100" cap="flat" cmpd="sng" algn="ctr">
                      <a:solidFill>
                        <a:srgbClr val="D4D5F2"/>
                      </a:solidFill>
                      <a:prstDash val="solid"/>
                      <a:round/>
                      <a:headEnd type="none" w="med" len="med"/>
                      <a:tailEnd type="none" w="med" len="med"/>
                    </a:lnT>
                    <a:lnB w="38099">
                      <a:solidFill>
                        <a:srgbClr val="D4D5F2"/>
                      </a:solidFill>
                    </a:lnB>
                    <a:lnTlToBr w="0">
                      <a:noFill/>
                    </a:lnTlToBr>
                    <a:lnBlToTr w="0">
                      <a:noFill/>
                    </a:lnBlToTr>
                    <a:noFill/>
                  </a:tcPr>
                </a:tc>
                <a:extLst>
                  <a:ext uri="{0D108BD9-81ED-4DB2-BD59-A6C34878D82A}">
                    <a16:rowId xmlns:a16="http://schemas.microsoft.com/office/drawing/2014/main" val="2529927498"/>
                  </a:ext>
                </a:extLst>
              </a:tr>
              <a:tr h="617646">
                <a:tc>
                  <a:txBody>
                    <a:bodyPr/>
                    <a:lstStyle/>
                    <a:p>
                      <a:pPr algn="r">
                        <a:lnSpc>
                          <a:spcPts val="1400"/>
                        </a:lnSpc>
                      </a:pPr>
                      <a:r>
                        <a:rPr lang="en-US" sz="1400" b="0" i="0" noProof="0">
                          <a:solidFill>
                            <a:schemeClr val="bg2"/>
                          </a:solidFill>
                          <a:latin typeface="+mn-lt"/>
                        </a:rPr>
                        <a:t>06</a:t>
                      </a:r>
                    </a:p>
                  </a:txBody>
                  <a:tcPr marL="45720" marR="360000" marT="144000" marB="180000">
                    <a:lnL w="12700" cmpd="sng">
                      <a:noFill/>
                    </a:lnL>
                    <a:lnR w="12700" cap="flat" cmpd="sng" algn="ctr">
                      <a:noFill/>
                      <a:prstDash val="solid"/>
                      <a:round/>
                      <a:headEnd type="none" w="med" len="med"/>
                      <a:tailEnd type="none" w="med" len="med"/>
                    </a:lnR>
                    <a:lnT w="38099" cap="flat" cmpd="sng" algn="ctr">
                      <a:solidFill>
                        <a:srgbClr val="D4D5F2"/>
                      </a:solidFill>
                      <a:prstDash val="solid"/>
                      <a:round/>
                      <a:headEnd type="none" w="med" len="med"/>
                      <a:tailEnd type="none" w="med" len="med"/>
                    </a:lnT>
                    <a:lnB w="38100" cap="flat" cmpd="sng" algn="ctr">
                      <a:solidFill>
                        <a:srgbClr val="D4D5F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eaLnBrk="1" fontAlgn="auto" latinLnBrk="0" hangingPunct="1">
                        <a:lnSpc>
                          <a:spcPts val="1400"/>
                        </a:lnSpc>
                        <a:spcBef>
                          <a:spcPts val="0"/>
                        </a:spcBef>
                        <a:spcAft>
                          <a:spcPts val="0"/>
                        </a:spcAft>
                        <a:buClrTx/>
                        <a:buSzTx/>
                        <a:buFontTx/>
                        <a:buNone/>
                      </a:pPr>
                      <a:r>
                        <a:rPr lang="en-US" sz="1400" b="0" i="0" u="none" strike="noStrike" kern="1200" cap="none" spc="0" normalizeH="0" baseline="0" noProof="0" dirty="0">
                          <a:ln>
                            <a:noFill/>
                          </a:ln>
                          <a:solidFill>
                            <a:schemeClr val="bg2"/>
                          </a:solidFill>
                          <a:effectLst/>
                          <a:uLnTx/>
                          <a:uFillTx/>
                          <a:latin typeface="+mn-lt"/>
                          <a:ea typeface="+mn-ea"/>
                          <a:cs typeface="+mn-cs"/>
                        </a:rPr>
                        <a:t>Industry insights &amp; Knowledge Sharing : Demo of Co-pilot Driven Dashboard</a:t>
                      </a:r>
                      <a:endParaRPr kumimoji="0" lang="en-US" sz="1400" dirty="0"/>
                    </a:p>
                  </a:txBody>
                  <a:tcPr marL="360000" marR="45720" marT="144000" marB="180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38099" cap="flat" cmpd="sng" algn="ctr">
                      <a:solidFill>
                        <a:srgbClr val="D4D5F2"/>
                      </a:solidFill>
                      <a:prstDash val="solid"/>
                      <a:round/>
                      <a:headEnd type="none" w="med" len="med"/>
                      <a:tailEnd type="none" w="med" len="med"/>
                    </a:lnT>
                    <a:lnB w="38100" cap="flat" cmpd="sng" algn="ctr">
                      <a:solidFill>
                        <a:srgbClr val="D4D5F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67503373"/>
                  </a:ext>
                </a:extLst>
              </a:tr>
            </a:tbl>
          </a:graphicData>
        </a:graphic>
      </p:graphicFrame>
      <p:sp>
        <p:nvSpPr>
          <p:cNvPr id="11" name="Slide Number Placeholder 10">
            <a:extLst>
              <a:ext uri="{FF2B5EF4-FFF2-40B4-BE49-F238E27FC236}">
                <a16:creationId xmlns:a16="http://schemas.microsoft.com/office/drawing/2014/main" id="{FA0B2EA0-931E-CDC9-F559-B600C61C6EF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9A5160-6218-4E5A-B9E6-B93E3DAE377C}" type="slidenum">
              <a:rPr kumimoji="0" lang="en-US" sz="800" b="0" i="0" u="none" strike="noStrike" kern="1200" cap="none" spc="0" normalizeH="0" baseline="0" noProof="0" smtClean="0">
                <a:ln>
                  <a:noFill/>
                </a:ln>
                <a:solidFill>
                  <a:srgbClr val="FFFFFF">
                    <a:lumMod val="65000"/>
                  </a:srgbClr>
                </a:solidFill>
                <a:effectLst/>
                <a:uLnTx/>
                <a:uFillTx/>
                <a:latin typeface="Ubuntu"/>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800" b="0" i="0" u="none" strike="noStrike" kern="1200" cap="none" spc="0" normalizeH="0" baseline="0" noProof="0">
              <a:ln>
                <a:noFill/>
              </a:ln>
              <a:solidFill>
                <a:srgbClr val="FFFFFF">
                  <a:lumMod val="65000"/>
                </a:srgbClr>
              </a:solidFill>
              <a:effectLst/>
              <a:uLnTx/>
              <a:uFillTx/>
              <a:latin typeface="Ubuntu"/>
              <a:ea typeface="+mn-ea"/>
              <a:cs typeface="Arial" panose="020B0604020202020204" pitchFamily="34" charset="0"/>
            </a:endParaRPr>
          </a:p>
        </p:txBody>
      </p:sp>
      <p:sp>
        <p:nvSpPr>
          <p:cNvPr id="2" name="Footer Placeholder 17">
            <a:extLst>
              <a:ext uri="{FF2B5EF4-FFF2-40B4-BE49-F238E27FC236}">
                <a16:creationId xmlns:a16="http://schemas.microsoft.com/office/drawing/2014/main" id="{945C4C58-D84D-9C3D-F63A-596B4A2E6BD4}"/>
              </a:ext>
            </a:extLst>
          </p:cNvPr>
          <p:cNvSpPr>
            <a:spLocks noGrp="1"/>
          </p:cNvSpPr>
          <p:nvPr>
            <p:ph type="ftr" sz="quarter" idx="11"/>
          </p:nvPr>
        </p:nvSpPr>
        <p:spPr>
          <a:xfrm>
            <a:off x="550863" y="6650661"/>
            <a:ext cx="4716524" cy="123111"/>
          </a:xfrm>
        </p:spPr>
        <p:txBody>
          <a:bodyPr/>
          <a:lstStyle/>
          <a:p>
            <a:pPr>
              <a:spcBef>
                <a:spcPts val="1000"/>
              </a:spcBef>
              <a:buFont typeface="Arial" panose="020B0604020202020204" pitchFamily="34" charset="0"/>
              <a:buNone/>
            </a:pPr>
            <a:r>
              <a:rPr lang="en-US"/>
              <a:t>TMT Monthly Update |  July 2026</a:t>
            </a:r>
          </a:p>
        </p:txBody>
      </p:sp>
      <p:sp>
        <p:nvSpPr>
          <p:cNvPr id="3" name="Date Placeholder 16">
            <a:extLst>
              <a:ext uri="{FF2B5EF4-FFF2-40B4-BE49-F238E27FC236}">
                <a16:creationId xmlns:a16="http://schemas.microsoft.com/office/drawing/2014/main" id="{2B67FA04-7992-C88B-91FF-48C376F89A49}"/>
              </a:ext>
            </a:extLst>
          </p:cNvPr>
          <p:cNvSpPr>
            <a:spLocks noGrp="1"/>
          </p:cNvSpPr>
          <p:nvPr>
            <p:ph type="dt" sz="half" idx="10"/>
          </p:nvPr>
        </p:nvSpPr>
        <p:spPr>
          <a:xfrm>
            <a:off x="8803758" y="6650661"/>
            <a:ext cx="2837379" cy="123111"/>
          </a:xfrm>
        </p:spPr>
        <p:txBody>
          <a:bodyPr/>
          <a:lstStyle/>
          <a:p>
            <a:pPr marL="0" marR="0" lvl="0" indent="0" algn="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sz="800" b="0" i="0" u="none" strike="noStrike" kern="1200" cap="none" spc="0" normalizeH="0" baseline="0" noProof="0">
                <a:ln>
                  <a:noFill/>
                </a:ln>
                <a:solidFill>
                  <a:srgbClr val="FFFFFF">
                    <a:lumMod val="65000"/>
                  </a:srgbClr>
                </a:solidFill>
                <a:effectLst/>
                <a:uLnTx/>
                <a:uFillTx/>
                <a:latin typeface="Ubuntu"/>
                <a:ea typeface="+mn-ea"/>
                <a:cs typeface="+mn-cs"/>
              </a:rPr>
              <a:t>Company Confidential © Capgemini 2026. All rights reserved.</a:t>
            </a:r>
          </a:p>
        </p:txBody>
      </p:sp>
    </p:spTree>
    <p:extLst>
      <p:ext uri="{BB962C8B-B14F-4D97-AF65-F5344CB8AC3E}">
        <p14:creationId xmlns:p14="http://schemas.microsoft.com/office/powerpoint/2010/main" val="29499792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descr="Person holding out hand">
            <a:extLst>
              <a:ext uri="{FF2B5EF4-FFF2-40B4-BE49-F238E27FC236}">
                <a16:creationId xmlns:a16="http://schemas.microsoft.com/office/drawing/2014/main" id="{1E9C77E9-0BF4-F2B7-C8F1-A1A45EF4934C}"/>
              </a:ext>
            </a:extLst>
          </p:cNvPr>
          <p:cNvPicPr>
            <a:picLocks noChangeAspect="1"/>
          </p:cNvPicPr>
          <p:nvPr/>
        </p:nvPicPr>
        <p:blipFill>
          <a:blip r:embed="rId3"/>
          <a:stretch>
            <a:fillRect/>
          </a:stretch>
        </p:blipFill>
        <p:spPr>
          <a:xfrm>
            <a:off x="-28800" y="0"/>
            <a:ext cx="12220800" cy="7840608"/>
          </a:xfrm>
          <a:prstGeom prst="rect">
            <a:avLst/>
          </a:prstGeom>
        </p:spPr>
      </p:pic>
      <p:sp>
        <p:nvSpPr>
          <p:cNvPr id="16" name="Rectangle 15">
            <a:extLst>
              <a:ext uri="{FF2B5EF4-FFF2-40B4-BE49-F238E27FC236}">
                <a16:creationId xmlns:a16="http://schemas.microsoft.com/office/drawing/2014/main" id="{C7791627-ED62-4710-9C84-A8B19227628D}"/>
              </a:ext>
            </a:extLst>
          </p:cNvPr>
          <p:cNvSpPr/>
          <p:nvPr/>
        </p:nvSpPr>
        <p:spPr>
          <a:xfrm>
            <a:off x="0" y="-2"/>
            <a:ext cx="12192000" cy="7840607"/>
          </a:xfrm>
          <a:prstGeom prst="rect">
            <a:avLst/>
          </a:prstGeom>
          <a:solidFill>
            <a:schemeClr val="bg2">
              <a:lumMod val="50000"/>
              <a:alpha val="7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sz="1400">
              <a:solidFill>
                <a:schemeClr val="bg1"/>
              </a:solidFill>
            </a:endParaRPr>
          </a:p>
        </p:txBody>
      </p:sp>
      <p:sp>
        <p:nvSpPr>
          <p:cNvPr id="18" name="Rectangle 17">
            <a:extLst>
              <a:ext uri="{FF2B5EF4-FFF2-40B4-BE49-F238E27FC236}">
                <a16:creationId xmlns:a16="http://schemas.microsoft.com/office/drawing/2014/main" id="{2949A88D-B114-8330-CE7C-74046B28F9E0}"/>
              </a:ext>
            </a:extLst>
          </p:cNvPr>
          <p:cNvSpPr/>
          <p:nvPr/>
        </p:nvSpPr>
        <p:spPr>
          <a:xfrm>
            <a:off x="-20510" y="0"/>
            <a:ext cx="4292513" cy="784060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Ubuntu"/>
              <a:ea typeface="+mn-ea"/>
              <a:cs typeface="+mn-cs"/>
            </a:endParaRPr>
          </a:p>
        </p:txBody>
      </p:sp>
      <p:pic>
        <p:nvPicPr>
          <p:cNvPr id="12" name="Graphic 11" descr="Cake outline">
            <a:extLst>
              <a:ext uri="{FF2B5EF4-FFF2-40B4-BE49-F238E27FC236}">
                <a16:creationId xmlns:a16="http://schemas.microsoft.com/office/drawing/2014/main" id="{FAA14876-E647-F8DC-9F7F-4C568498740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03934" y="5038387"/>
            <a:ext cx="604126" cy="604126"/>
          </a:xfrm>
          <a:prstGeom prst="rect">
            <a:avLst/>
          </a:prstGeom>
        </p:spPr>
      </p:pic>
      <p:grpSp>
        <p:nvGrpSpPr>
          <p:cNvPr id="4" name="Group 3">
            <a:extLst>
              <a:ext uri="{FF2B5EF4-FFF2-40B4-BE49-F238E27FC236}">
                <a16:creationId xmlns:a16="http://schemas.microsoft.com/office/drawing/2014/main" id="{99971756-06B6-FE3C-5631-68706D969E4C}"/>
              </a:ext>
            </a:extLst>
          </p:cNvPr>
          <p:cNvGrpSpPr/>
          <p:nvPr/>
        </p:nvGrpSpPr>
        <p:grpSpPr>
          <a:xfrm>
            <a:off x="519753" y="5232460"/>
            <a:ext cx="3714249" cy="293852"/>
            <a:chOff x="393633" y="5232460"/>
            <a:chExt cx="3714249" cy="293852"/>
          </a:xfrm>
        </p:grpSpPr>
        <p:sp>
          <p:nvSpPr>
            <p:cNvPr id="8" name="Text Placeholder 1">
              <a:extLst>
                <a:ext uri="{FF2B5EF4-FFF2-40B4-BE49-F238E27FC236}">
                  <a16:creationId xmlns:a16="http://schemas.microsoft.com/office/drawing/2014/main" id="{8F469611-EBDB-B749-70BC-6DC9B731250E}"/>
                </a:ext>
              </a:extLst>
            </p:cNvPr>
            <p:cNvSpPr txBox="1">
              <a:spLocks/>
            </p:cNvSpPr>
            <p:nvPr/>
          </p:nvSpPr>
          <p:spPr>
            <a:xfrm>
              <a:off x="2068054" y="5232460"/>
              <a:ext cx="2039828" cy="293852"/>
            </a:xfrm>
            <a:prstGeom prst="rect">
              <a:avLst/>
            </a:prstGeom>
          </p:spPr>
          <p:txBody>
            <a:bodyPr lIns="0" tIns="0" rIns="0" bIns="0" anchor="b">
              <a:noAutofit/>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ctr">
                <a:buClr>
                  <a:srgbClr val="0070AD"/>
                </a:buClr>
                <a:defRPr/>
              </a:pPr>
              <a:r>
                <a:rPr lang="en-IN" b="1">
                  <a:solidFill>
                    <a:srgbClr val="FFFFFF"/>
                  </a:solidFill>
                  <a:latin typeface="Ubuntu"/>
                  <a:cs typeface="Calibri"/>
                </a:rPr>
                <a:t>04</a:t>
              </a:r>
              <a:r>
                <a:rPr lang="en-IN" b="1" baseline="30000">
                  <a:solidFill>
                    <a:srgbClr val="FFFFFF"/>
                  </a:solidFill>
                  <a:latin typeface="Ubuntu"/>
                  <a:cs typeface="Calibri"/>
                </a:rPr>
                <a:t>th</a:t>
              </a:r>
              <a:r>
                <a:rPr kumimoji="0" lang="en-US" sz="2000" b="1" i="0" u="none" strike="noStrike" kern="1200" cap="none" spc="0" normalizeH="0" baseline="0" noProof="0">
                  <a:ln>
                    <a:noFill/>
                  </a:ln>
                  <a:solidFill>
                    <a:srgbClr val="FFFFFF"/>
                  </a:solidFill>
                  <a:effectLst/>
                  <a:uLnTx/>
                  <a:uFillTx/>
                  <a:latin typeface="Ubuntu"/>
                  <a:ea typeface="+mn-ea"/>
                  <a:cs typeface="Calibri"/>
                </a:rPr>
                <a:t> </a:t>
              </a:r>
              <a:r>
                <a:rPr lang="en-US" b="1">
                  <a:solidFill>
                    <a:srgbClr val="FFFFFF"/>
                  </a:solidFill>
                  <a:latin typeface="Ubuntu"/>
                  <a:cs typeface="Calibri"/>
                </a:rPr>
                <a:t>Aug</a:t>
              </a:r>
              <a:endParaRPr kumimoji="0" lang="en-IN" sz="2000" b="1" i="0" u="none" strike="noStrike" kern="1200" cap="none" spc="0" normalizeH="0" baseline="0" noProof="0">
                <a:ln>
                  <a:noFill/>
                </a:ln>
                <a:solidFill>
                  <a:srgbClr val="FFFFFF"/>
                </a:solidFill>
                <a:effectLst/>
                <a:uLnTx/>
                <a:uFillTx/>
                <a:latin typeface="Ubuntu"/>
                <a:ea typeface="+mn-ea"/>
                <a:cs typeface="Calibri" panose="020F0502020204030204" pitchFamily="34" charset="0"/>
              </a:endParaRPr>
            </a:p>
          </p:txBody>
        </p:sp>
        <p:sp>
          <p:nvSpPr>
            <p:cNvPr id="13" name="Text Placeholder 1">
              <a:extLst>
                <a:ext uri="{FF2B5EF4-FFF2-40B4-BE49-F238E27FC236}">
                  <a16:creationId xmlns:a16="http://schemas.microsoft.com/office/drawing/2014/main" id="{34B493E4-10C4-9F24-86CE-8E6304413F64}"/>
                </a:ext>
              </a:extLst>
            </p:cNvPr>
            <p:cNvSpPr txBox="1">
              <a:spLocks/>
            </p:cNvSpPr>
            <p:nvPr/>
          </p:nvSpPr>
          <p:spPr>
            <a:xfrm>
              <a:off x="393633" y="5232460"/>
              <a:ext cx="2039828" cy="293852"/>
            </a:xfrm>
            <a:prstGeom prst="rect">
              <a:avLst/>
            </a:prstGeom>
          </p:spPr>
          <p:txBody>
            <a:bodyPr lIns="0" tIns="0" rIns="0" bIns="0" anchor="t">
              <a:noAutofit/>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600"/>
                </a:spcAft>
                <a:buClr>
                  <a:srgbClr val="0070AD"/>
                </a:buClr>
                <a:buSzTx/>
                <a:buFont typeface="Arial" panose="020B0604020202020204" pitchFamily="34" charset="0"/>
                <a:buNone/>
                <a:tabLst/>
                <a:defRPr/>
              </a:pPr>
              <a:r>
                <a:rPr kumimoji="0" lang="en-US" sz="2000" b="1" i="0" u="none" strike="noStrike" kern="1200" cap="none" spc="0" normalizeH="0" baseline="0" noProof="0">
                  <a:ln>
                    <a:noFill/>
                  </a:ln>
                  <a:solidFill>
                    <a:srgbClr val="FFFFFF"/>
                  </a:solidFill>
                  <a:effectLst/>
                  <a:uLnTx/>
                  <a:uFillTx/>
                  <a:latin typeface="Ubuntu"/>
                  <a:ea typeface="+mn-ea"/>
                  <a:cs typeface="Calibri" panose="020F0502020204030204" pitchFamily="34" charset="0"/>
                </a:rPr>
                <a:t>Birthday</a:t>
              </a:r>
              <a:endParaRPr kumimoji="0" lang="en-IN" sz="2000" b="1" i="0" u="none" strike="noStrike" kern="1200" cap="none" spc="0" normalizeH="0" baseline="0" noProof="0">
                <a:ln>
                  <a:noFill/>
                </a:ln>
                <a:solidFill>
                  <a:srgbClr val="FFFFFF"/>
                </a:solidFill>
                <a:effectLst/>
                <a:uLnTx/>
                <a:uFillTx/>
                <a:latin typeface="Ubuntu"/>
                <a:ea typeface="+mn-ea"/>
                <a:cs typeface="Calibri" panose="020F0502020204030204" pitchFamily="34" charset="0"/>
              </a:endParaRPr>
            </a:p>
          </p:txBody>
        </p:sp>
      </p:grpSp>
      <p:grpSp>
        <p:nvGrpSpPr>
          <p:cNvPr id="5" name="Group 4">
            <a:extLst>
              <a:ext uri="{FF2B5EF4-FFF2-40B4-BE49-F238E27FC236}">
                <a16:creationId xmlns:a16="http://schemas.microsoft.com/office/drawing/2014/main" id="{A0AADDB4-400B-DF07-2BE3-02B68E65CD6E}"/>
              </a:ext>
            </a:extLst>
          </p:cNvPr>
          <p:cNvGrpSpPr/>
          <p:nvPr/>
        </p:nvGrpSpPr>
        <p:grpSpPr>
          <a:xfrm>
            <a:off x="519753" y="5887212"/>
            <a:ext cx="3699735" cy="293852"/>
            <a:chOff x="393633" y="5967807"/>
            <a:chExt cx="3699735" cy="293852"/>
          </a:xfrm>
        </p:grpSpPr>
        <p:sp>
          <p:nvSpPr>
            <p:cNvPr id="9" name="Text Placeholder 1">
              <a:extLst>
                <a:ext uri="{FF2B5EF4-FFF2-40B4-BE49-F238E27FC236}">
                  <a16:creationId xmlns:a16="http://schemas.microsoft.com/office/drawing/2014/main" id="{7A437239-0BF3-CB2B-12D6-639A4E1B5904}"/>
                </a:ext>
              </a:extLst>
            </p:cNvPr>
            <p:cNvSpPr txBox="1">
              <a:spLocks/>
            </p:cNvSpPr>
            <p:nvPr/>
          </p:nvSpPr>
          <p:spPr>
            <a:xfrm>
              <a:off x="2053540" y="5967807"/>
              <a:ext cx="2039828" cy="293852"/>
            </a:xfrm>
            <a:prstGeom prst="rect">
              <a:avLst/>
            </a:prstGeom>
          </p:spPr>
          <p:txBody>
            <a:bodyPr lIns="0" tIns="0" rIns="0" bIns="0" anchor="t">
              <a:noAutofit/>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600"/>
                </a:spcAft>
                <a:buClr>
                  <a:srgbClr val="0070AD"/>
                </a:buClr>
                <a:buSzTx/>
                <a:buFont typeface="Arial" panose="020B0604020202020204" pitchFamily="34" charset="0"/>
                <a:buNone/>
                <a:tabLst/>
                <a:defRPr/>
              </a:pPr>
              <a:r>
                <a:rPr kumimoji="0" lang="en-US" sz="2000" b="1" i="0" u="none" strike="noStrike" kern="1200" cap="none" spc="0" normalizeH="0" baseline="0" noProof="0">
                  <a:ln>
                    <a:noFill/>
                  </a:ln>
                  <a:solidFill>
                    <a:srgbClr val="FFFFFF"/>
                  </a:solidFill>
                  <a:effectLst/>
                  <a:uLnTx/>
                  <a:uFillTx/>
                  <a:latin typeface="Ubuntu"/>
                  <a:ea typeface="+mn-ea"/>
                  <a:cs typeface="Calibri" panose="020F0502020204030204" pitchFamily="34" charset="0"/>
                </a:rPr>
                <a:t>Noida</a:t>
              </a:r>
              <a:endParaRPr kumimoji="0" lang="en-IN" sz="2000" b="1" i="0" u="none" strike="noStrike" kern="1200" cap="none" spc="0" normalizeH="0" baseline="0" noProof="0">
                <a:ln>
                  <a:noFill/>
                </a:ln>
                <a:solidFill>
                  <a:srgbClr val="FFFFFF"/>
                </a:solidFill>
                <a:effectLst/>
                <a:uLnTx/>
                <a:uFillTx/>
                <a:latin typeface="Ubuntu"/>
                <a:ea typeface="+mn-ea"/>
                <a:cs typeface="Calibri" panose="020F0502020204030204" pitchFamily="34" charset="0"/>
              </a:endParaRPr>
            </a:p>
          </p:txBody>
        </p:sp>
        <p:sp>
          <p:nvSpPr>
            <p:cNvPr id="15" name="Text Placeholder 1">
              <a:extLst>
                <a:ext uri="{FF2B5EF4-FFF2-40B4-BE49-F238E27FC236}">
                  <a16:creationId xmlns:a16="http://schemas.microsoft.com/office/drawing/2014/main" id="{18828D3E-0585-7F27-511B-4B0FB688FF85}"/>
                </a:ext>
              </a:extLst>
            </p:cNvPr>
            <p:cNvSpPr txBox="1">
              <a:spLocks/>
            </p:cNvSpPr>
            <p:nvPr/>
          </p:nvSpPr>
          <p:spPr>
            <a:xfrm>
              <a:off x="393633" y="5967807"/>
              <a:ext cx="2039828" cy="293852"/>
            </a:xfrm>
            <a:prstGeom prst="rect">
              <a:avLst/>
            </a:prstGeom>
          </p:spPr>
          <p:txBody>
            <a:bodyPr lIns="0" tIns="0" rIns="0" bIns="0" anchor="t">
              <a:noAutofit/>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600"/>
                </a:spcAft>
                <a:buClr>
                  <a:srgbClr val="0070AD"/>
                </a:buClr>
                <a:buSzTx/>
                <a:buFont typeface="Arial" panose="020B0604020202020204" pitchFamily="34" charset="0"/>
                <a:buNone/>
                <a:tabLst/>
                <a:defRPr/>
              </a:pPr>
              <a:r>
                <a:rPr kumimoji="0" lang="en-US" sz="2000" b="1" i="0" u="none" strike="noStrike" kern="1200" cap="none" spc="0" normalizeH="0" baseline="0" noProof="0">
                  <a:ln>
                    <a:noFill/>
                  </a:ln>
                  <a:solidFill>
                    <a:srgbClr val="FFFFFF"/>
                  </a:solidFill>
                  <a:effectLst/>
                  <a:uLnTx/>
                  <a:uFillTx/>
                  <a:latin typeface="Ubuntu"/>
                  <a:ea typeface="+mn-ea"/>
                  <a:cs typeface="Calibri" panose="020F0502020204030204" pitchFamily="34" charset="0"/>
                </a:rPr>
                <a:t>Location</a:t>
              </a:r>
              <a:endParaRPr kumimoji="0" lang="en-IN" sz="2000" b="1" i="0" u="none" strike="noStrike" kern="1200" cap="none" spc="0" normalizeH="0" baseline="0" noProof="0">
                <a:ln>
                  <a:noFill/>
                </a:ln>
                <a:solidFill>
                  <a:srgbClr val="FFFFFF"/>
                </a:solidFill>
                <a:effectLst/>
                <a:uLnTx/>
                <a:uFillTx/>
                <a:latin typeface="Ubuntu"/>
                <a:ea typeface="+mn-ea"/>
                <a:cs typeface="Calibri" panose="020F0502020204030204" pitchFamily="34" charset="0"/>
              </a:endParaRPr>
            </a:p>
          </p:txBody>
        </p:sp>
      </p:grpSp>
      <p:pic>
        <p:nvPicPr>
          <p:cNvPr id="17" name="Graphic 16" descr="Marker with solid fill">
            <a:extLst>
              <a:ext uri="{FF2B5EF4-FFF2-40B4-BE49-F238E27FC236}">
                <a16:creationId xmlns:a16="http://schemas.microsoft.com/office/drawing/2014/main" id="{E4C35D78-2F8F-026A-83F9-AB68B129715E}"/>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13192" y="5808733"/>
            <a:ext cx="612000" cy="612000"/>
          </a:xfrm>
          <a:prstGeom prst="rect">
            <a:avLst/>
          </a:prstGeom>
        </p:spPr>
      </p:pic>
      <p:sp>
        <p:nvSpPr>
          <p:cNvPr id="43" name="Freeform 124">
            <a:extLst>
              <a:ext uri="{FF2B5EF4-FFF2-40B4-BE49-F238E27FC236}">
                <a16:creationId xmlns:a16="http://schemas.microsoft.com/office/drawing/2014/main" id="{9E91626E-4537-D450-D5CE-A7527D7CC271}"/>
              </a:ext>
            </a:extLst>
          </p:cNvPr>
          <p:cNvSpPr>
            <a:spLocks/>
          </p:cNvSpPr>
          <p:nvPr/>
        </p:nvSpPr>
        <p:spPr bwMode="auto">
          <a:xfrm>
            <a:off x="4669445" y="1569895"/>
            <a:ext cx="913245" cy="860030"/>
          </a:xfrm>
          <a:custGeom>
            <a:avLst/>
            <a:gdLst>
              <a:gd name="T0" fmla="*/ 63 w 438"/>
              <a:gd name="T1" fmla="*/ 320 h 410"/>
              <a:gd name="T2" fmla="*/ 105 w 438"/>
              <a:gd name="T3" fmla="*/ 61 h 410"/>
              <a:gd name="T4" fmla="*/ 375 w 438"/>
              <a:gd name="T5" fmla="*/ 99 h 410"/>
              <a:gd name="T6" fmla="*/ 326 w 438"/>
              <a:gd name="T7" fmla="*/ 348 h 410"/>
              <a:gd name="T8" fmla="*/ 63 w 438"/>
              <a:gd name="T9" fmla="*/ 320 h 410"/>
            </a:gdLst>
            <a:ahLst/>
            <a:cxnLst>
              <a:cxn ang="0">
                <a:pos x="T0" y="T1"/>
              </a:cxn>
              <a:cxn ang="0">
                <a:pos x="T2" y="T3"/>
              </a:cxn>
              <a:cxn ang="0">
                <a:pos x="T4" y="T5"/>
              </a:cxn>
              <a:cxn ang="0">
                <a:pos x="T6" y="T7"/>
              </a:cxn>
              <a:cxn ang="0">
                <a:pos x="T8" y="T9"/>
              </a:cxn>
            </a:cxnLst>
            <a:rect l="0" t="0" r="r" b="b"/>
            <a:pathLst>
              <a:path w="438" h="410">
                <a:moveTo>
                  <a:pt x="63" y="320"/>
                </a:moveTo>
                <a:cubicBezTo>
                  <a:pt x="0" y="238"/>
                  <a:pt x="19" y="122"/>
                  <a:pt x="105" y="61"/>
                </a:cubicBezTo>
                <a:cubicBezTo>
                  <a:pt x="191" y="0"/>
                  <a:pt x="312" y="17"/>
                  <a:pt x="375" y="99"/>
                </a:cubicBezTo>
                <a:cubicBezTo>
                  <a:pt x="438" y="181"/>
                  <a:pt x="412" y="287"/>
                  <a:pt x="326" y="348"/>
                </a:cubicBezTo>
                <a:cubicBezTo>
                  <a:pt x="240" y="410"/>
                  <a:pt x="126" y="402"/>
                  <a:pt x="63" y="320"/>
                </a:cubicBezTo>
              </a:path>
            </a:pathLst>
          </a:custGeom>
          <a:solidFill>
            <a:schemeClr val="accent1"/>
          </a:solidFill>
          <a:ln>
            <a:noFill/>
          </a:ln>
        </p:spPr>
        <p:txBody>
          <a:bodyPr vert="horz" wrap="square" lIns="74295" tIns="37148" rIns="74295" bIns="37148" numCol="1" anchor="t" anchorCtr="0" compatLnSpc="1">
            <a:prstTxWarp prst="textNoShape">
              <a:avLst/>
            </a:prstTxWarp>
          </a:bodyPr>
          <a:lstStyle/>
          <a:p>
            <a:pPr marL="0" marR="0" lvl="0" indent="0" algn="l" defTabSz="74295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Verdana"/>
              <a:ea typeface="+mn-ea"/>
              <a:cs typeface="+mn-cs"/>
            </a:endParaRPr>
          </a:p>
        </p:txBody>
      </p:sp>
      <p:sp>
        <p:nvSpPr>
          <p:cNvPr id="44" name="Freeform 124">
            <a:extLst>
              <a:ext uri="{FF2B5EF4-FFF2-40B4-BE49-F238E27FC236}">
                <a16:creationId xmlns:a16="http://schemas.microsoft.com/office/drawing/2014/main" id="{C8993E9D-602B-0AD6-EC95-812E690392EB}"/>
              </a:ext>
            </a:extLst>
          </p:cNvPr>
          <p:cNvSpPr>
            <a:spLocks/>
          </p:cNvSpPr>
          <p:nvPr/>
        </p:nvSpPr>
        <p:spPr bwMode="auto">
          <a:xfrm>
            <a:off x="4669447" y="3257702"/>
            <a:ext cx="913245" cy="860030"/>
          </a:xfrm>
          <a:custGeom>
            <a:avLst/>
            <a:gdLst>
              <a:gd name="T0" fmla="*/ 63 w 438"/>
              <a:gd name="T1" fmla="*/ 320 h 410"/>
              <a:gd name="T2" fmla="*/ 105 w 438"/>
              <a:gd name="T3" fmla="*/ 61 h 410"/>
              <a:gd name="T4" fmla="*/ 375 w 438"/>
              <a:gd name="T5" fmla="*/ 99 h 410"/>
              <a:gd name="T6" fmla="*/ 326 w 438"/>
              <a:gd name="T7" fmla="*/ 348 h 410"/>
              <a:gd name="T8" fmla="*/ 63 w 438"/>
              <a:gd name="T9" fmla="*/ 320 h 410"/>
            </a:gdLst>
            <a:ahLst/>
            <a:cxnLst>
              <a:cxn ang="0">
                <a:pos x="T0" y="T1"/>
              </a:cxn>
              <a:cxn ang="0">
                <a:pos x="T2" y="T3"/>
              </a:cxn>
              <a:cxn ang="0">
                <a:pos x="T4" y="T5"/>
              </a:cxn>
              <a:cxn ang="0">
                <a:pos x="T6" y="T7"/>
              </a:cxn>
              <a:cxn ang="0">
                <a:pos x="T8" y="T9"/>
              </a:cxn>
            </a:cxnLst>
            <a:rect l="0" t="0" r="r" b="b"/>
            <a:pathLst>
              <a:path w="438" h="410">
                <a:moveTo>
                  <a:pt x="63" y="320"/>
                </a:moveTo>
                <a:cubicBezTo>
                  <a:pt x="0" y="238"/>
                  <a:pt x="19" y="122"/>
                  <a:pt x="105" y="61"/>
                </a:cubicBezTo>
                <a:cubicBezTo>
                  <a:pt x="191" y="0"/>
                  <a:pt x="312" y="17"/>
                  <a:pt x="375" y="99"/>
                </a:cubicBezTo>
                <a:cubicBezTo>
                  <a:pt x="438" y="181"/>
                  <a:pt x="412" y="287"/>
                  <a:pt x="326" y="348"/>
                </a:cubicBezTo>
                <a:cubicBezTo>
                  <a:pt x="240" y="410"/>
                  <a:pt x="126" y="402"/>
                  <a:pt x="63" y="320"/>
                </a:cubicBezTo>
              </a:path>
            </a:pathLst>
          </a:custGeom>
          <a:solidFill>
            <a:schemeClr val="accent1"/>
          </a:solidFill>
          <a:ln>
            <a:noFill/>
          </a:ln>
        </p:spPr>
        <p:txBody>
          <a:bodyPr vert="horz" wrap="square" lIns="74295" tIns="37148" rIns="74295" bIns="37148" numCol="1" anchor="t" anchorCtr="0" compatLnSpc="1">
            <a:prstTxWarp prst="textNoShape">
              <a:avLst/>
            </a:prstTxWarp>
          </a:bodyPr>
          <a:lstStyle/>
          <a:p>
            <a:pPr marL="0" marR="0" lvl="0" indent="0" algn="l" defTabSz="74295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Verdana"/>
              <a:ea typeface="+mn-ea"/>
              <a:cs typeface="+mn-cs"/>
            </a:endParaRPr>
          </a:p>
        </p:txBody>
      </p:sp>
      <p:sp>
        <p:nvSpPr>
          <p:cNvPr id="45" name="Freeform 124">
            <a:extLst>
              <a:ext uri="{FF2B5EF4-FFF2-40B4-BE49-F238E27FC236}">
                <a16:creationId xmlns:a16="http://schemas.microsoft.com/office/drawing/2014/main" id="{100EBFBF-22D7-59C0-FDD7-D60334C06DE5}"/>
              </a:ext>
            </a:extLst>
          </p:cNvPr>
          <p:cNvSpPr>
            <a:spLocks/>
          </p:cNvSpPr>
          <p:nvPr/>
        </p:nvSpPr>
        <p:spPr bwMode="auto">
          <a:xfrm>
            <a:off x="4669447" y="5097908"/>
            <a:ext cx="913245" cy="860030"/>
          </a:xfrm>
          <a:custGeom>
            <a:avLst/>
            <a:gdLst>
              <a:gd name="T0" fmla="*/ 63 w 438"/>
              <a:gd name="T1" fmla="*/ 320 h 410"/>
              <a:gd name="T2" fmla="*/ 105 w 438"/>
              <a:gd name="T3" fmla="*/ 61 h 410"/>
              <a:gd name="T4" fmla="*/ 375 w 438"/>
              <a:gd name="T5" fmla="*/ 99 h 410"/>
              <a:gd name="T6" fmla="*/ 326 w 438"/>
              <a:gd name="T7" fmla="*/ 348 h 410"/>
              <a:gd name="T8" fmla="*/ 63 w 438"/>
              <a:gd name="T9" fmla="*/ 320 h 410"/>
            </a:gdLst>
            <a:ahLst/>
            <a:cxnLst>
              <a:cxn ang="0">
                <a:pos x="T0" y="T1"/>
              </a:cxn>
              <a:cxn ang="0">
                <a:pos x="T2" y="T3"/>
              </a:cxn>
              <a:cxn ang="0">
                <a:pos x="T4" y="T5"/>
              </a:cxn>
              <a:cxn ang="0">
                <a:pos x="T6" y="T7"/>
              </a:cxn>
              <a:cxn ang="0">
                <a:pos x="T8" y="T9"/>
              </a:cxn>
            </a:cxnLst>
            <a:rect l="0" t="0" r="r" b="b"/>
            <a:pathLst>
              <a:path w="438" h="410">
                <a:moveTo>
                  <a:pt x="63" y="320"/>
                </a:moveTo>
                <a:cubicBezTo>
                  <a:pt x="0" y="238"/>
                  <a:pt x="19" y="122"/>
                  <a:pt x="105" y="61"/>
                </a:cubicBezTo>
                <a:cubicBezTo>
                  <a:pt x="191" y="0"/>
                  <a:pt x="312" y="17"/>
                  <a:pt x="375" y="99"/>
                </a:cubicBezTo>
                <a:cubicBezTo>
                  <a:pt x="438" y="181"/>
                  <a:pt x="412" y="287"/>
                  <a:pt x="326" y="348"/>
                </a:cubicBezTo>
                <a:cubicBezTo>
                  <a:pt x="240" y="410"/>
                  <a:pt x="126" y="402"/>
                  <a:pt x="63" y="320"/>
                </a:cubicBezTo>
              </a:path>
            </a:pathLst>
          </a:custGeom>
          <a:solidFill>
            <a:schemeClr val="accent1"/>
          </a:solidFill>
          <a:ln>
            <a:noFill/>
          </a:ln>
        </p:spPr>
        <p:txBody>
          <a:bodyPr vert="horz" wrap="square" lIns="74295" tIns="37148" rIns="74295" bIns="37148" numCol="1" anchor="t" anchorCtr="0" compatLnSpc="1">
            <a:prstTxWarp prst="textNoShape">
              <a:avLst/>
            </a:prstTxWarp>
          </a:bodyPr>
          <a:lstStyle/>
          <a:p>
            <a:pPr marL="0" marR="0" lvl="0" indent="0" algn="l" defTabSz="74295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Verdana"/>
              <a:ea typeface="+mn-ea"/>
              <a:cs typeface="+mn-cs"/>
            </a:endParaRPr>
          </a:p>
        </p:txBody>
      </p:sp>
      <p:sp>
        <p:nvSpPr>
          <p:cNvPr id="59" name="Text Placeholder 1">
            <a:extLst>
              <a:ext uri="{FF2B5EF4-FFF2-40B4-BE49-F238E27FC236}">
                <a16:creationId xmlns:a16="http://schemas.microsoft.com/office/drawing/2014/main" id="{662DEC80-43F3-D185-E5DE-085BF13E7EB0}"/>
              </a:ext>
            </a:extLst>
          </p:cNvPr>
          <p:cNvSpPr txBox="1">
            <a:spLocks/>
          </p:cNvSpPr>
          <p:nvPr/>
        </p:nvSpPr>
        <p:spPr>
          <a:xfrm>
            <a:off x="5755431" y="1732076"/>
            <a:ext cx="5368291" cy="535668"/>
          </a:xfrm>
          <a:prstGeom prst="rect">
            <a:avLst/>
          </a:prstGeom>
        </p:spPr>
        <p:txBody>
          <a:bodyPr lIns="0" tIns="0" rIns="0" bIns="0" anchor="ctr">
            <a:noAutofit/>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buClr>
                <a:srgbClr val="0070AD"/>
              </a:buClr>
              <a:defRPr/>
            </a:pPr>
            <a:r>
              <a:rPr kumimoji="0" lang="en-IN" sz="1400" b="0" i="0" u="none" strike="noStrike" kern="1200" cap="none" spc="0" normalizeH="0" baseline="0" noProof="0">
                <a:ln>
                  <a:noFill/>
                </a:ln>
                <a:solidFill>
                  <a:prstClr val="black"/>
                </a:solidFill>
                <a:effectLst/>
                <a:uLnTx/>
                <a:uFillTx/>
                <a:latin typeface="Ubuntu"/>
                <a:ea typeface="+mn-ea"/>
                <a:cs typeface="Calibri"/>
              </a:rPr>
              <a:t>Sachin has done </a:t>
            </a:r>
            <a:r>
              <a:rPr kumimoji="0" lang="en-IN" sz="1400" b="1" i="0" u="none" strike="noStrike" kern="1200" cap="none" spc="0" normalizeH="0" baseline="0" noProof="0">
                <a:ln>
                  <a:noFill/>
                </a:ln>
                <a:solidFill>
                  <a:schemeClr val="bg1"/>
                </a:solidFill>
                <a:effectLst/>
                <a:uLnTx/>
                <a:uFillTx/>
                <a:latin typeface="Ubuntu"/>
                <a:ea typeface="+mn-ea"/>
                <a:cs typeface="Calibri"/>
              </a:rPr>
              <a:t>Bachelor of Engineering</a:t>
            </a:r>
            <a:r>
              <a:rPr kumimoji="0" lang="en-IN" sz="1400" b="0" i="0" u="none" strike="noStrike" kern="1200" cap="none" spc="0" normalizeH="0" baseline="0" noProof="0">
                <a:ln>
                  <a:noFill/>
                </a:ln>
                <a:solidFill>
                  <a:schemeClr val="bg1"/>
                </a:solidFill>
                <a:effectLst/>
                <a:uLnTx/>
                <a:uFillTx/>
                <a:latin typeface="Ubuntu"/>
                <a:ea typeface="+mn-ea"/>
                <a:cs typeface="Calibri"/>
              </a:rPr>
              <a:t> </a:t>
            </a:r>
            <a:r>
              <a:rPr lang="en-IN" sz="1400">
                <a:solidFill>
                  <a:prstClr val="black"/>
                </a:solidFill>
                <a:latin typeface="Ubuntu"/>
                <a:cs typeface="Calibri"/>
              </a:rPr>
              <a:t>from</a:t>
            </a:r>
            <a:r>
              <a:rPr lang="en-IN" sz="1400" b="1">
                <a:solidFill>
                  <a:srgbClr val="0070AD"/>
                </a:solidFill>
                <a:latin typeface="Ubuntu"/>
                <a:cs typeface="Calibri"/>
              </a:rPr>
              <a:t> </a:t>
            </a:r>
            <a:r>
              <a:rPr lang="en-IN" sz="1400" b="1">
                <a:solidFill>
                  <a:schemeClr val="bg1"/>
                </a:solidFill>
                <a:latin typeface="Ubuntu"/>
                <a:cs typeface="Calibri"/>
              </a:rPr>
              <a:t>SRMCEM </a:t>
            </a:r>
            <a:r>
              <a:rPr kumimoji="0" lang="en-IN" sz="1400" b="1" i="0" u="none" strike="noStrike" kern="1200" cap="none" spc="0" normalizeH="0" baseline="0" noProof="0">
                <a:ln>
                  <a:noFill/>
                </a:ln>
                <a:solidFill>
                  <a:schemeClr val="bg1"/>
                </a:solidFill>
                <a:effectLst/>
                <a:uLnTx/>
                <a:uFillTx/>
                <a:latin typeface="Ubuntu"/>
                <a:ea typeface="+mn-ea"/>
                <a:cs typeface="Calibri"/>
              </a:rPr>
              <a:t>College, </a:t>
            </a:r>
            <a:r>
              <a:rPr lang="en-IN" sz="1400" b="1">
                <a:solidFill>
                  <a:schemeClr val="bg1"/>
                </a:solidFill>
                <a:latin typeface="Ubuntu"/>
                <a:cs typeface="Calibri"/>
              </a:rPr>
              <a:t>GBTU </a:t>
            </a:r>
            <a:r>
              <a:rPr kumimoji="0" lang="en-IN" sz="1400" b="1" i="0" u="none" strike="noStrike" kern="1200" cap="none" spc="0" normalizeH="0" baseline="0" noProof="0">
                <a:ln>
                  <a:noFill/>
                </a:ln>
                <a:solidFill>
                  <a:schemeClr val="bg1"/>
                </a:solidFill>
                <a:effectLst/>
                <a:uLnTx/>
                <a:uFillTx/>
                <a:latin typeface="Ubuntu"/>
                <a:ea typeface="+mn-ea"/>
                <a:cs typeface="Calibri"/>
              </a:rPr>
              <a:t>University.</a:t>
            </a:r>
            <a:endParaRPr lang="en-IN" sz="1400" b="0" i="0" u="none" strike="noStrike" kern="1200" cap="none" spc="0" normalizeH="0" baseline="0" noProof="0">
              <a:ln>
                <a:noFill/>
              </a:ln>
              <a:solidFill>
                <a:schemeClr val="bg1"/>
              </a:solidFill>
              <a:effectLst/>
              <a:uLnTx/>
              <a:uFillTx/>
              <a:latin typeface="Ubuntu"/>
              <a:cs typeface="Calibri"/>
            </a:endParaRPr>
          </a:p>
        </p:txBody>
      </p:sp>
      <p:sp>
        <p:nvSpPr>
          <p:cNvPr id="63" name="Text Placeholder 1">
            <a:extLst>
              <a:ext uri="{FF2B5EF4-FFF2-40B4-BE49-F238E27FC236}">
                <a16:creationId xmlns:a16="http://schemas.microsoft.com/office/drawing/2014/main" id="{D5E8D78A-6F05-6BF9-ABAC-3F2B17BE0E2A}"/>
              </a:ext>
            </a:extLst>
          </p:cNvPr>
          <p:cNvSpPr txBox="1">
            <a:spLocks/>
          </p:cNvSpPr>
          <p:nvPr/>
        </p:nvSpPr>
        <p:spPr>
          <a:xfrm>
            <a:off x="5755431" y="2849517"/>
            <a:ext cx="5368291" cy="2006262"/>
          </a:xfrm>
          <a:prstGeom prst="rect">
            <a:avLst/>
          </a:prstGeom>
        </p:spPr>
        <p:txBody>
          <a:bodyPr lIns="0" tIns="0" rIns="0" bIns="0" anchor="t">
            <a:noAutofit/>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buClr>
                <a:srgbClr val="0070AD"/>
              </a:buClr>
            </a:pPr>
            <a:r>
              <a:rPr kumimoji="0" lang="en-IN" sz="1400" b="0" i="0" u="none" strike="noStrike" kern="1200" cap="none" spc="0" normalizeH="0" baseline="0" noProof="0">
                <a:ln>
                  <a:noFill/>
                </a:ln>
                <a:solidFill>
                  <a:prstClr val="black"/>
                </a:solidFill>
                <a:effectLst/>
                <a:uLnTx/>
                <a:uFillTx/>
                <a:latin typeface="Ubuntu"/>
                <a:ea typeface="+mn-ea"/>
                <a:cs typeface="Calibri"/>
              </a:rPr>
              <a:t>He is joining us with </a:t>
            </a:r>
            <a:r>
              <a:rPr lang="en-IN" sz="1400" b="1">
                <a:solidFill>
                  <a:schemeClr val="bg1"/>
                </a:solidFill>
                <a:latin typeface="Ubuntu"/>
                <a:cs typeface="Calibri"/>
              </a:rPr>
              <a:t>8.6+ </a:t>
            </a:r>
            <a:r>
              <a:rPr kumimoji="0" lang="en-IN" sz="1400" b="0" i="0" u="none" strike="noStrike" kern="1200" cap="none" spc="0" normalizeH="0" baseline="0" noProof="0">
                <a:ln>
                  <a:noFill/>
                </a:ln>
                <a:solidFill>
                  <a:prstClr val="black"/>
                </a:solidFill>
                <a:effectLst/>
                <a:uLnTx/>
                <a:uFillTx/>
                <a:latin typeface="Ubuntu"/>
                <a:ea typeface="+mn-ea"/>
                <a:cs typeface="Calibri"/>
              </a:rPr>
              <a:t>years of experience in </a:t>
            </a:r>
            <a:r>
              <a:rPr kumimoji="0" lang="en-US" sz="1400" b="0" i="0" u="none" strike="noStrike" kern="1200" cap="none" spc="0" normalizeH="0" baseline="0" noProof="0">
                <a:ln>
                  <a:noFill/>
                </a:ln>
                <a:solidFill>
                  <a:schemeClr val="bg1"/>
                </a:solidFill>
                <a:effectLst/>
                <a:uLnTx/>
                <a:uFillTx/>
                <a:latin typeface="Ubuntu Medium"/>
                <a:ea typeface="+mn-ea"/>
                <a:cs typeface="Arial"/>
              </a:rPr>
              <a:t>Business &amp; </a:t>
            </a:r>
            <a:r>
              <a:rPr lang="en-US" sz="1400" b="1">
                <a:solidFill>
                  <a:schemeClr val="bg1"/>
                </a:solidFill>
                <a:latin typeface="Ubuntu"/>
                <a:cs typeface="Calibri"/>
              </a:rPr>
              <a:t>Telecom process consulting, digital transformation, management consulting and agile project management.</a:t>
            </a:r>
          </a:p>
          <a:p>
            <a:pPr marL="0" marR="0" lvl="0" indent="0" defTabSz="914400" rtl="0" eaLnBrk="1" fontAlgn="auto" latinLnBrk="0" hangingPunct="1">
              <a:lnSpc>
                <a:spcPct val="100000"/>
              </a:lnSpc>
              <a:spcBef>
                <a:spcPts val="0"/>
              </a:spcBef>
              <a:spcAft>
                <a:spcPts val="600"/>
              </a:spcAft>
              <a:buClr>
                <a:srgbClr val="0070AD"/>
              </a:buClr>
              <a:buSzTx/>
              <a:buFont typeface="Arial" panose="020B0604020202020204" pitchFamily="34" charset="0"/>
              <a:buNone/>
              <a:tabLst/>
              <a:defRPr/>
            </a:pPr>
            <a:r>
              <a:rPr kumimoji="0" lang="en-IN" sz="1400" b="0" i="0" u="none" strike="noStrike" kern="1200" cap="none" spc="0" normalizeH="0" baseline="0" noProof="0">
                <a:ln>
                  <a:noFill/>
                </a:ln>
                <a:solidFill>
                  <a:prstClr val="black"/>
                </a:solidFill>
                <a:effectLst/>
                <a:uLnTx/>
                <a:uFillTx/>
                <a:latin typeface="Ubuntu"/>
                <a:ea typeface="+mn-ea"/>
                <a:cs typeface="Calibri" panose="020F0502020204030204" pitchFamily="34" charset="0"/>
              </a:rPr>
              <a:t>Worked primarily in the Telecommunication domain.</a:t>
            </a:r>
            <a:endParaRPr kumimoji="0" lang="en-IN" sz="1400" b="0" i="0" u="none" strike="noStrike" kern="1200" cap="none" spc="0" normalizeH="0" baseline="0" noProof="0">
              <a:ln>
                <a:noFill/>
              </a:ln>
              <a:solidFill>
                <a:srgbClr val="4CAAD6"/>
              </a:solidFill>
              <a:effectLst/>
              <a:uLnTx/>
              <a:uFillTx/>
              <a:latin typeface="Ubuntu"/>
              <a:ea typeface="+mn-ea"/>
              <a:cs typeface="Calibri" panose="020F0502020204030204" pitchFamily="34" charset="0"/>
            </a:endParaRPr>
          </a:p>
          <a:p>
            <a:pPr algn="just">
              <a:buClr>
                <a:srgbClr val="0070AD"/>
              </a:buClr>
              <a:defRPr/>
            </a:pPr>
            <a:r>
              <a:rPr lang="en-IN" sz="1400">
                <a:solidFill>
                  <a:prstClr val="black"/>
                </a:solidFill>
                <a:latin typeface="Ubuntu"/>
                <a:cs typeface="Calibri"/>
              </a:rPr>
              <a:t>He has</a:t>
            </a:r>
            <a:r>
              <a:rPr kumimoji="0" lang="en-IN" sz="1400" b="0" i="0" u="none" strike="noStrike" kern="1200" cap="none" spc="0" normalizeH="0" baseline="0" noProof="0">
                <a:ln>
                  <a:noFill/>
                </a:ln>
                <a:solidFill>
                  <a:prstClr val="black"/>
                </a:solidFill>
                <a:effectLst/>
                <a:uLnTx/>
                <a:uFillTx/>
                <a:latin typeface="Ubuntu"/>
                <a:ea typeface="+mn-ea"/>
                <a:cs typeface="Calibri"/>
              </a:rPr>
              <a:t> been previously been associated with firms involving </a:t>
            </a:r>
            <a:r>
              <a:rPr kumimoji="0" lang="en-IN" sz="1400" b="1" i="0" u="none" strike="noStrike" kern="1200" cap="none" spc="0" normalizeH="0" baseline="0" noProof="0">
                <a:ln>
                  <a:noFill/>
                </a:ln>
                <a:solidFill>
                  <a:schemeClr val="bg1"/>
                </a:solidFill>
                <a:effectLst/>
                <a:uLnTx/>
                <a:uFillTx/>
                <a:latin typeface="Ubuntu"/>
                <a:ea typeface="+mn-ea"/>
                <a:cs typeface="Calibri"/>
              </a:rPr>
              <a:t>IT</a:t>
            </a:r>
            <a:r>
              <a:rPr kumimoji="0" lang="en-IN" sz="1400" b="1" i="0" u="none" strike="noStrike" kern="1200" cap="none" spc="0" normalizeH="0" baseline="0" noProof="0">
                <a:ln>
                  <a:noFill/>
                </a:ln>
                <a:solidFill>
                  <a:srgbClr val="0070AD"/>
                </a:solidFill>
                <a:effectLst/>
                <a:uLnTx/>
                <a:uFillTx/>
                <a:latin typeface="Ubuntu"/>
                <a:ea typeface="+mn-ea"/>
                <a:cs typeface="Calibri"/>
              </a:rPr>
              <a:t> </a:t>
            </a:r>
            <a:r>
              <a:rPr kumimoji="0" lang="en-IN" sz="1400" b="1" i="0" u="none" strike="noStrike" kern="1200" cap="none" spc="0" normalizeH="0" baseline="0" noProof="0">
                <a:ln>
                  <a:noFill/>
                </a:ln>
                <a:solidFill>
                  <a:schemeClr val="bg1"/>
                </a:solidFill>
                <a:effectLst/>
                <a:uLnTx/>
                <a:uFillTx/>
                <a:latin typeface="Ubuntu"/>
                <a:ea typeface="+mn-ea"/>
                <a:cs typeface="Calibri"/>
              </a:rPr>
              <a:t>and Service </a:t>
            </a:r>
            <a:r>
              <a:rPr kumimoji="0" lang="en-IN" sz="1400" b="0" i="0" u="none" strike="noStrike" kern="1200" cap="none" spc="0" normalizeH="0" baseline="0" noProof="0">
                <a:ln>
                  <a:noFill/>
                </a:ln>
                <a:solidFill>
                  <a:prstClr val="black"/>
                </a:solidFill>
                <a:effectLst/>
                <a:uLnTx/>
                <a:uFillTx/>
                <a:latin typeface="Ubuntu"/>
                <a:ea typeface="+mn-ea"/>
                <a:cs typeface="Calibri"/>
              </a:rPr>
              <a:t>and worked with Telecom throughout for major Telco's in  </a:t>
            </a:r>
            <a:r>
              <a:rPr kumimoji="0" lang="en-IN" sz="1400" b="1" i="0" u="none" strike="noStrike" kern="1200" cap="none" spc="0" normalizeH="0" baseline="0" noProof="0">
                <a:ln>
                  <a:noFill/>
                </a:ln>
                <a:solidFill>
                  <a:schemeClr val="bg1"/>
                </a:solidFill>
                <a:effectLst/>
                <a:uLnTx/>
                <a:uFillTx/>
                <a:latin typeface="Ubuntu"/>
                <a:ea typeface="+mn-ea"/>
                <a:cs typeface="Calibri"/>
              </a:rPr>
              <a:t>UK, Europe and LATAM geography</a:t>
            </a:r>
            <a:endParaRPr lang="en-IN" sz="1400" b="1" i="0" u="none" strike="noStrike" kern="1200" cap="none" spc="0" normalizeH="0" baseline="0" noProof="0">
              <a:ln>
                <a:noFill/>
              </a:ln>
              <a:solidFill>
                <a:schemeClr val="bg1"/>
              </a:solidFill>
              <a:effectLst/>
              <a:uLnTx/>
              <a:uFillTx/>
              <a:latin typeface="Ubuntu"/>
              <a:cs typeface="Calibri"/>
            </a:endParaRPr>
          </a:p>
        </p:txBody>
      </p:sp>
      <p:sp>
        <p:nvSpPr>
          <p:cNvPr id="65" name="Text Placeholder 1">
            <a:extLst>
              <a:ext uri="{FF2B5EF4-FFF2-40B4-BE49-F238E27FC236}">
                <a16:creationId xmlns:a16="http://schemas.microsoft.com/office/drawing/2014/main" id="{279B3E69-5479-F14D-1C44-42A5D224AAF7}"/>
              </a:ext>
            </a:extLst>
          </p:cNvPr>
          <p:cNvSpPr txBox="1">
            <a:spLocks/>
          </p:cNvSpPr>
          <p:nvPr/>
        </p:nvSpPr>
        <p:spPr>
          <a:xfrm>
            <a:off x="5755431" y="5021708"/>
            <a:ext cx="5368291" cy="1012430"/>
          </a:xfrm>
          <a:prstGeom prst="rect">
            <a:avLst/>
          </a:prstGeom>
        </p:spPr>
        <p:txBody>
          <a:bodyPr lIns="0" tIns="0" rIns="0" bIns="0" anchor="ctr">
            <a:noAutofit/>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defRPr/>
            </a:pPr>
            <a:r>
              <a:rPr lang="en-US" sz="1400">
                <a:latin typeface="Ubuntu"/>
                <a:cs typeface="Segoe UI"/>
              </a:rPr>
              <a:t>Outside work, he enjoys </a:t>
            </a:r>
            <a:r>
              <a:rPr lang="en-US" sz="1400" b="1">
                <a:solidFill>
                  <a:schemeClr val="bg1"/>
                </a:solidFill>
                <a:latin typeface="Ubuntu"/>
                <a:cs typeface="Segoe UI"/>
              </a:rPr>
              <a:t>exploring new places</a:t>
            </a:r>
            <a:r>
              <a:rPr lang="en-US" sz="1400">
                <a:latin typeface="Ubuntu"/>
                <a:cs typeface="Segoe UI"/>
              </a:rPr>
              <a:t>—both within the city and while travelling—as a way to </a:t>
            </a:r>
            <a:r>
              <a:rPr lang="en-US" sz="1400" b="1">
                <a:solidFill>
                  <a:schemeClr val="bg1"/>
                </a:solidFill>
                <a:latin typeface="Ubuntu"/>
                <a:cs typeface="Segoe UI"/>
              </a:rPr>
              <a:t>discover different cultures</a:t>
            </a:r>
            <a:r>
              <a:rPr lang="en-US" sz="1400">
                <a:latin typeface="Ubuntu"/>
                <a:cs typeface="Segoe UI"/>
              </a:rPr>
              <a:t>, </a:t>
            </a:r>
            <a:r>
              <a:rPr lang="en-US" sz="1400" b="1">
                <a:solidFill>
                  <a:schemeClr val="bg1"/>
                </a:solidFill>
                <a:latin typeface="Ubuntu"/>
                <a:cs typeface="Segoe UI"/>
              </a:rPr>
              <a:t>experiences</a:t>
            </a:r>
            <a:r>
              <a:rPr lang="en-US" sz="1400">
                <a:latin typeface="Ubuntu"/>
                <a:cs typeface="Segoe UI"/>
              </a:rPr>
              <a:t>, and </a:t>
            </a:r>
            <a:r>
              <a:rPr lang="en-US" sz="1400" b="1">
                <a:solidFill>
                  <a:schemeClr val="bg1"/>
                </a:solidFill>
                <a:latin typeface="Ubuntu"/>
                <a:cs typeface="Segoe UI"/>
              </a:rPr>
              <a:t>perspectives</a:t>
            </a:r>
            <a:r>
              <a:rPr lang="en-US" sz="1400">
                <a:latin typeface="Ubuntu"/>
                <a:cs typeface="Segoe UI"/>
              </a:rPr>
              <a:t>. He also enjoy keeping up with </a:t>
            </a:r>
            <a:r>
              <a:rPr lang="en-US" sz="1400" b="1">
                <a:solidFill>
                  <a:schemeClr val="bg1"/>
                </a:solidFill>
                <a:latin typeface="Ubuntu"/>
                <a:cs typeface="Segoe UI"/>
              </a:rPr>
              <a:t>technology</a:t>
            </a:r>
            <a:r>
              <a:rPr lang="en-US" sz="1400">
                <a:latin typeface="Ubuntu"/>
                <a:cs typeface="Segoe UI"/>
              </a:rPr>
              <a:t> and </a:t>
            </a:r>
            <a:r>
              <a:rPr lang="en-US" sz="1400" b="1">
                <a:solidFill>
                  <a:schemeClr val="bg1"/>
                </a:solidFill>
                <a:latin typeface="Ubuntu"/>
                <a:cs typeface="Segoe UI"/>
              </a:rPr>
              <a:t>business transformation trends</a:t>
            </a:r>
            <a:endParaRPr lang="en-US" sz="1400" b="1">
              <a:solidFill>
                <a:schemeClr val="bg1"/>
              </a:solidFill>
              <a:latin typeface="Ubuntu"/>
              <a:cs typeface="Calibri" panose="020F0502020204030204" pitchFamily="34" charset="0"/>
            </a:endParaRPr>
          </a:p>
        </p:txBody>
      </p:sp>
      <p:sp>
        <p:nvSpPr>
          <p:cNvPr id="66" name="Freeform 9">
            <a:extLst>
              <a:ext uri="{FF2B5EF4-FFF2-40B4-BE49-F238E27FC236}">
                <a16:creationId xmlns:a16="http://schemas.microsoft.com/office/drawing/2014/main" id="{147094CC-7D2A-8BCD-4129-0186729ACC35}"/>
              </a:ext>
            </a:extLst>
          </p:cNvPr>
          <p:cNvSpPr>
            <a:spLocks noEditPoints="1"/>
          </p:cNvSpPr>
          <p:nvPr/>
        </p:nvSpPr>
        <p:spPr bwMode="auto">
          <a:xfrm>
            <a:off x="4853714" y="1885031"/>
            <a:ext cx="541844" cy="229758"/>
          </a:xfrm>
          <a:custGeom>
            <a:avLst/>
            <a:gdLst>
              <a:gd name="T0" fmla="*/ 371 w 475"/>
              <a:gd name="T1" fmla="*/ 76 h 201"/>
              <a:gd name="T2" fmla="*/ 371 w 475"/>
              <a:gd name="T3" fmla="*/ 119 h 201"/>
              <a:gd name="T4" fmla="*/ 368 w 475"/>
              <a:gd name="T5" fmla="*/ 122 h 201"/>
              <a:gd name="T6" fmla="*/ 368 w 475"/>
              <a:gd name="T7" fmla="*/ 128 h 201"/>
              <a:gd name="T8" fmla="*/ 371 w 475"/>
              <a:gd name="T9" fmla="*/ 135 h 201"/>
              <a:gd name="T10" fmla="*/ 370 w 475"/>
              <a:gd name="T11" fmla="*/ 140 h 201"/>
              <a:gd name="T12" fmla="*/ 368 w 475"/>
              <a:gd name="T13" fmla="*/ 147 h 201"/>
              <a:gd name="T14" fmla="*/ 360 w 475"/>
              <a:gd name="T15" fmla="*/ 195 h 201"/>
              <a:gd name="T16" fmla="*/ 395 w 475"/>
              <a:gd name="T17" fmla="*/ 195 h 201"/>
              <a:gd name="T18" fmla="*/ 388 w 475"/>
              <a:gd name="T19" fmla="*/ 147 h 201"/>
              <a:gd name="T20" fmla="*/ 386 w 475"/>
              <a:gd name="T21" fmla="*/ 140 h 201"/>
              <a:gd name="T22" fmla="*/ 385 w 475"/>
              <a:gd name="T23" fmla="*/ 135 h 201"/>
              <a:gd name="T24" fmla="*/ 388 w 475"/>
              <a:gd name="T25" fmla="*/ 128 h 201"/>
              <a:gd name="T26" fmla="*/ 388 w 475"/>
              <a:gd name="T27" fmla="*/ 122 h 201"/>
              <a:gd name="T28" fmla="*/ 384 w 475"/>
              <a:gd name="T29" fmla="*/ 119 h 201"/>
              <a:gd name="T30" fmla="*/ 384 w 475"/>
              <a:gd name="T31" fmla="*/ 79 h 201"/>
              <a:gd name="T32" fmla="*/ 472 w 475"/>
              <a:gd name="T33" fmla="*/ 63 h 201"/>
              <a:gd name="T34" fmla="*/ 472 w 475"/>
              <a:gd name="T35" fmla="*/ 60 h 201"/>
              <a:gd name="T36" fmla="*/ 357 w 475"/>
              <a:gd name="T37" fmla="*/ 27 h 201"/>
              <a:gd name="T38" fmla="*/ 269 w 475"/>
              <a:gd name="T39" fmla="*/ 1 h 201"/>
              <a:gd name="T40" fmla="*/ 256 w 475"/>
              <a:gd name="T41" fmla="*/ 0 h 201"/>
              <a:gd name="T42" fmla="*/ 144 w 475"/>
              <a:gd name="T43" fmla="*/ 10 h 201"/>
              <a:gd name="T44" fmla="*/ 4 w 475"/>
              <a:gd name="T45" fmla="*/ 21 h 201"/>
              <a:gd name="T46" fmla="*/ 4 w 475"/>
              <a:gd name="T47" fmla="*/ 26 h 201"/>
              <a:gd name="T48" fmla="*/ 69 w 475"/>
              <a:gd name="T49" fmla="*/ 61 h 201"/>
              <a:gd name="T50" fmla="*/ 167 w 475"/>
              <a:gd name="T51" fmla="*/ 112 h 201"/>
              <a:gd name="T52" fmla="*/ 182 w 475"/>
              <a:gd name="T53" fmla="*/ 114 h 201"/>
              <a:gd name="T54" fmla="*/ 362 w 475"/>
              <a:gd name="T55" fmla="*/ 83 h 201"/>
              <a:gd name="T56" fmla="*/ 358 w 475"/>
              <a:gd name="T57" fmla="*/ 79 h 201"/>
              <a:gd name="T58" fmla="*/ 219 w 475"/>
              <a:gd name="T59" fmla="*/ 56 h 201"/>
              <a:gd name="T60" fmla="*/ 216 w 475"/>
              <a:gd name="T61" fmla="*/ 46 h 201"/>
              <a:gd name="T62" fmla="*/ 367 w 475"/>
              <a:gd name="T63" fmla="*/ 71 h 201"/>
              <a:gd name="T64" fmla="*/ 371 w 475"/>
              <a:gd name="T65" fmla="*/ 76 h 201"/>
              <a:gd name="T66" fmla="*/ 334 w 475"/>
              <a:gd name="T67" fmla="*/ 98 h 201"/>
              <a:gd name="T68" fmla="*/ 334 w 475"/>
              <a:gd name="T69" fmla="*/ 150 h 201"/>
              <a:gd name="T70" fmla="*/ 110 w 475"/>
              <a:gd name="T71" fmla="*/ 150 h 201"/>
              <a:gd name="T72" fmla="*/ 110 w 475"/>
              <a:gd name="T73" fmla="*/ 94 h 201"/>
              <a:gd name="T74" fmla="*/ 162 w 475"/>
              <a:gd name="T75" fmla="*/ 121 h 201"/>
              <a:gd name="T76" fmla="*/ 184 w 475"/>
              <a:gd name="T77" fmla="*/ 124 h 201"/>
              <a:gd name="T78" fmla="*/ 334 w 475"/>
              <a:gd name="T79" fmla="*/ 98 h 2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75" h="201">
                <a:moveTo>
                  <a:pt x="371" y="76"/>
                </a:moveTo>
                <a:cubicBezTo>
                  <a:pt x="371" y="119"/>
                  <a:pt x="371" y="119"/>
                  <a:pt x="371" y="119"/>
                </a:cubicBezTo>
                <a:cubicBezTo>
                  <a:pt x="370" y="120"/>
                  <a:pt x="368" y="121"/>
                  <a:pt x="368" y="122"/>
                </a:cubicBezTo>
                <a:cubicBezTo>
                  <a:pt x="368" y="128"/>
                  <a:pt x="368" y="128"/>
                  <a:pt x="368" y="128"/>
                </a:cubicBezTo>
                <a:cubicBezTo>
                  <a:pt x="368" y="131"/>
                  <a:pt x="371" y="133"/>
                  <a:pt x="371" y="135"/>
                </a:cubicBezTo>
                <a:cubicBezTo>
                  <a:pt x="370" y="140"/>
                  <a:pt x="370" y="140"/>
                  <a:pt x="370" y="140"/>
                </a:cubicBezTo>
                <a:cubicBezTo>
                  <a:pt x="370" y="142"/>
                  <a:pt x="368" y="144"/>
                  <a:pt x="368" y="147"/>
                </a:cubicBezTo>
                <a:cubicBezTo>
                  <a:pt x="360" y="195"/>
                  <a:pt x="360" y="195"/>
                  <a:pt x="360" y="195"/>
                </a:cubicBezTo>
                <a:cubicBezTo>
                  <a:pt x="363" y="201"/>
                  <a:pt x="392" y="201"/>
                  <a:pt x="395" y="195"/>
                </a:cubicBezTo>
                <a:cubicBezTo>
                  <a:pt x="388" y="147"/>
                  <a:pt x="388" y="147"/>
                  <a:pt x="388" y="147"/>
                </a:cubicBezTo>
                <a:cubicBezTo>
                  <a:pt x="388" y="144"/>
                  <a:pt x="386" y="143"/>
                  <a:pt x="386" y="140"/>
                </a:cubicBezTo>
                <a:cubicBezTo>
                  <a:pt x="385" y="135"/>
                  <a:pt x="385" y="135"/>
                  <a:pt x="385" y="135"/>
                </a:cubicBezTo>
                <a:cubicBezTo>
                  <a:pt x="385" y="132"/>
                  <a:pt x="388" y="132"/>
                  <a:pt x="388" y="128"/>
                </a:cubicBezTo>
                <a:cubicBezTo>
                  <a:pt x="388" y="122"/>
                  <a:pt x="388" y="122"/>
                  <a:pt x="388" y="122"/>
                </a:cubicBezTo>
                <a:cubicBezTo>
                  <a:pt x="388" y="121"/>
                  <a:pt x="386" y="120"/>
                  <a:pt x="384" y="119"/>
                </a:cubicBezTo>
                <a:cubicBezTo>
                  <a:pt x="384" y="76"/>
                  <a:pt x="384" y="126"/>
                  <a:pt x="384" y="79"/>
                </a:cubicBezTo>
                <a:cubicBezTo>
                  <a:pt x="472" y="63"/>
                  <a:pt x="472" y="63"/>
                  <a:pt x="472" y="63"/>
                </a:cubicBezTo>
                <a:cubicBezTo>
                  <a:pt x="474" y="63"/>
                  <a:pt x="475" y="61"/>
                  <a:pt x="472" y="60"/>
                </a:cubicBezTo>
                <a:cubicBezTo>
                  <a:pt x="430" y="48"/>
                  <a:pt x="392" y="37"/>
                  <a:pt x="357" y="27"/>
                </a:cubicBezTo>
                <a:cubicBezTo>
                  <a:pt x="325" y="17"/>
                  <a:pt x="296" y="9"/>
                  <a:pt x="269" y="1"/>
                </a:cubicBezTo>
                <a:cubicBezTo>
                  <a:pt x="264" y="0"/>
                  <a:pt x="261" y="0"/>
                  <a:pt x="256" y="0"/>
                </a:cubicBezTo>
                <a:cubicBezTo>
                  <a:pt x="221" y="3"/>
                  <a:pt x="184" y="6"/>
                  <a:pt x="144" y="10"/>
                </a:cubicBezTo>
                <a:cubicBezTo>
                  <a:pt x="100" y="13"/>
                  <a:pt x="54" y="17"/>
                  <a:pt x="4" y="21"/>
                </a:cubicBezTo>
                <a:cubicBezTo>
                  <a:pt x="0" y="22"/>
                  <a:pt x="1" y="25"/>
                  <a:pt x="4" y="26"/>
                </a:cubicBezTo>
                <a:cubicBezTo>
                  <a:pt x="24" y="37"/>
                  <a:pt x="45" y="48"/>
                  <a:pt x="69" y="61"/>
                </a:cubicBezTo>
                <a:cubicBezTo>
                  <a:pt x="98" y="76"/>
                  <a:pt x="130" y="93"/>
                  <a:pt x="167" y="112"/>
                </a:cubicBezTo>
                <a:cubicBezTo>
                  <a:pt x="170" y="114"/>
                  <a:pt x="177" y="115"/>
                  <a:pt x="182" y="114"/>
                </a:cubicBezTo>
                <a:cubicBezTo>
                  <a:pt x="242" y="103"/>
                  <a:pt x="302" y="93"/>
                  <a:pt x="362" y="83"/>
                </a:cubicBezTo>
                <a:cubicBezTo>
                  <a:pt x="361" y="81"/>
                  <a:pt x="361" y="79"/>
                  <a:pt x="358" y="79"/>
                </a:cubicBezTo>
                <a:cubicBezTo>
                  <a:pt x="219" y="56"/>
                  <a:pt x="219" y="56"/>
                  <a:pt x="219" y="56"/>
                </a:cubicBezTo>
                <a:cubicBezTo>
                  <a:pt x="206" y="54"/>
                  <a:pt x="209" y="45"/>
                  <a:pt x="216" y="46"/>
                </a:cubicBezTo>
                <a:cubicBezTo>
                  <a:pt x="367" y="71"/>
                  <a:pt x="367" y="71"/>
                  <a:pt x="367" y="71"/>
                </a:cubicBezTo>
                <a:cubicBezTo>
                  <a:pt x="370" y="71"/>
                  <a:pt x="371" y="73"/>
                  <a:pt x="371" y="76"/>
                </a:cubicBezTo>
                <a:close/>
                <a:moveTo>
                  <a:pt x="334" y="98"/>
                </a:moveTo>
                <a:cubicBezTo>
                  <a:pt x="334" y="150"/>
                  <a:pt x="334" y="150"/>
                  <a:pt x="334" y="150"/>
                </a:cubicBezTo>
                <a:cubicBezTo>
                  <a:pt x="334" y="194"/>
                  <a:pt x="110" y="194"/>
                  <a:pt x="110" y="150"/>
                </a:cubicBezTo>
                <a:cubicBezTo>
                  <a:pt x="110" y="94"/>
                  <a:pt x="110" y="94"/>
                  <a:pt x="110" y="94"/>
                </a:cubicBezTo>
                <a:cubicBezTo>
                  <a:pt x="127" y="103"/>
                  <a:pt x="145" y="112"/>
                  <a:pt x="162" y="121"/>
                </a:cubicBezTo>
                <a:cubicBezTo>
                  <a:pt x="168" y="125"/>
                  <a:pt x="177" y="125"/>
                  <a:pt x="184" y="124"/>
                </a:cubicBezTo>
                <a:cubicBezTo>
                  <a:pt x="234" y="115"/>
                  <a:pt x="284" y="106"/>
                  <a:pt x="334" y="98"/>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Ubuntu"/>
              <a:ea typeface="+mn-ea"/>
              <a:cs typeface="+mn-cs"/>
            </a:endParaRPr>
          </a:p>
        </p:txBody>
      </p:sp>
      <p:grpSp>
        <p:nvGrpSpPr>
          <p:cNvPr id="67" name="Group 66">
            <a:extLst>
              <a:ext uri="{FF2B5EF4-FFF2-40B4-BE49-F238E27FC236}">
                <a16:creationId xmlns:a16="http://schemas.microsoft.com/office/drawing/2014/main" id="{F601DF2C-06E2-1441-D5A0-739CB3298B7B}"/>
              </a:ext>
            </a:extLst>
          </p:cNvPr>
          <p:cNvGrpSpPr/>
          <p:nvPr/>
        </p:nvGrpSpPr>
        <p:grpSpPr>
          <a:xfrm>
            <a:off x="4956128" y="3462088"/>
            <a:ext cx="339884" cy="451258"/>
            <a:chOff x="5278438" y="3052763"/>
            <a:chExt cx="280988" cy="373062"/>
          </a:xfrm>
        </p:grpSpPr>
        <p:sp>
          <p:nvSpPr>
            <p:cNvPr id="68" name="Freeform 5">
              <a:extLst>
                <a:ext uri="{FF2B5EF4-FFF2-40B4-BE49-F238E27FC236}">
                  <a16:creationId xmlns:a16="http://schemas.microsoft.com/office/drawing/2014/main" id="{6A691D5A-7986-BB2F-B920-93F602B561D3}"/>
                </a:ext>
              </a:extLst>
            </p:cNvPr>
            <p:cNvSpPr>
              <a:spLocks/>
            </p:cNvSpPr>
            <p:nvPr/>
          </p:nvSpPr>
          <p:spPr bwMode="auto">
            <a:xfrm>
              <a:off x="5291138" y="3203575"/>
              <a:ext cx="261938" cy="122238"/>
            </a:xfrm>
            <a:custGeom>
              <a:avLst/>
              <a:gdLst>
                <a:gd name="T0" fmla="*/ 63 w 133"/>
                <a:gd name="T1" fmla="*/ 0 h 62"/>
                <a:gd name="T2" fmla="*/ 0 w 133"/>
                <a:gd name="T3" fmla="*/ 60 h 62"/>
                <a:gd name="T4" fmla="*/ 133 w 133"/>
                <a:gd name="T5" fmla="*/ 60 h 62"/>
                <a:gd name="T6" fmla="*/ 63 w 133"/>
                <a:gd name="T7" fmla="*/ 0 h 62"/>
              </a:gdLst>
              <a:ahLst/>
              <a:cxnLst>
                <a:cxn ang="0">
                  <a:pos x="T0" y="T1"/>
                </a:cxn>
                <a:cxn ang="0">
                  <a:pos x="T2" y="T3"/>
                </a:cxn>
                <a:cxn ang="0">
                  <a:pos x="T4" y="T5"/>
                </a:cxn>
                <a:cxn ang="0">
                  <a:pos x="T6" y="T7"/>
                </a:cxn>
              </a:cxnLst>
              <a:rect l="0" t="0" r="r" b="b"/>
              <a:pathLst>
                <a:path w="133" h="62">
                  <a:moveTo>
                    <a:pt x="63" y="0"/>
                  </a:moveTo>
                  <a:cubicBezTo>
                    <a:pt x="29" y="0"/>
                    <a:pt x="1" y="27"/>
                    <a:pt x="0" y="60"/>
                  </a:cubicBezTo>
                  <a:cubicBezTo>
                    <a:pt x="60" y="60"/>
                    <a:pt x="60" y="62"/>
                    <a:pt x="133" y="60"/>
                  </a:cubicBezTo>
                  <a:cubicBezTo>
                    <a:pt x="131" y="27"/>
                    <a:pt x="97" y="0"/>
                    <a:pt x="63"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Ubuntu"/>
                <a:ea typeface="+mn-ea"/>
                <a:cs typeface="+mn-cs"/>
              </a:endParaRPr>
            </a:p>
          </p:txBody>
        </p:sp>
        <p:sp>
          <p:nvSpPr>
            <p:cNvPr id="69" name="Freeform 6">
              <a:extLst>
                <a:ext uri="{FF2B5EF4-FFF2-40B4-BE49-F238E27FC236}">
                  <a16:creationId xmlns:a16="http://schemas.microsoft.com/office/drawing/2014/main" id="{5CA340A3-3E5A-F60C-288A-684B0F029C05}"/>
                </a:ext>
              </a:extLst>
            </p:cNvPr>
            <p:cNvSpPr>
              <a:spLocks/>
            </p:cNvSpPr>
            <p:nvPr/>
          </p:nvSpPr>
          <p:spPr bwMode="auto">
            <a:xfrm>
              <a:off x="5368925" y="3192463"/>
              <a:ext cx="95250" cy="95250"/>
            </a:xfrm>
            <a:custGeom>
              <a:avLst/>
              <a:gdLst>
                <a:gd name="T0" fmla="*/ 0 w 60"/>
                <a:gd name="T1" fmla="*/ 0 h 60"/>
                <a:gd name="T2" fmla="*/ 30 w 60"/>
                <a:gd name="T3" fmla="*/ 60 h 60"/>
                <a:gd name="T4" fmla="*/ 60 w 60"/>
                <a:gd name="T5" fmla="*/ 0 h 60"/>
                <a:gd name="T6" fmla="*/ 0 w 60"/>
                <a:gd name="T7" fmla="*/ 0 h 60"/>
              </a:gdLst>
              <a:ahLst/>
              <a:cxnLst>
                <a:cxn ang="0">
                  <a:pos x="T0" y="T1"/>
                </a:cxn>
                <a:cxn ang="0">
                  <a:pos x="T2" y="T3"/>
                </a:cxn>
                <a:cxn ang="0">
                  <a:pos x="T4" y="T5"/>
                </a:cxn>
                <a:cxn ang="0">
                  <a:pos x="T6" y="T7"/>
                </a:cxn>
              </a:cxnLst>
              <a:rect l="0" t="0" r="r" b="b"/>
              <a:pathLst>
                <a:path w="60" h="60">
                  <a:moveTo>
                    <a:pt x="0" y="0"/>
                  </a:moveTo>
                  <a:lnTo>
                    <a:pt x="30" y="60"/>
                  </a:lnTo>
                  <a:lnTo>
                    <a:pt x="6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Ubuntu"/>
                <a:ea typeface="+mn-ea"/>
                <a:cs typeface="+mn-cs"/>
              </a:endParaRPr>
            </a:p>
          </p:txBody>
        </p:sp>
        <p:sp>
          <p:nvSpPr>
            <p:cNvPr id="70" name="Freeform 7">
              <a:extLst>
                <a:ext uri="{FF2B5EF4-FFF2-40B4-BE49-F238E27FC236}">
                  <a16:creationId xmlns:a16="http://schemas.microsoft.com/office/drawing/2014/main" id="{61C8AE2F-AEE8-1F5D-AC2C-492E53055A7E}"/>
                </a:ext>
              </a:extLst>
            </p:cNvPr>
            <p:cNvSpPr>
              <a:spLocks/>
            </p:cNvSpPr>
            <p:nvPr/>
          </p:nvSpPr>
          <p:spPr bwMode="auto">
            <a:xfrm>
              <a:off x="5340350" y="3068638"/>
              <a:ext cx="152400" cy="160338"/>
            </a:xfrm>
            <a:custGeom>
              <a:avLst/>
              <a:gdLst>
                <a:gd name="T0" fmla="*/ 71 w 77"/>
                <a:gd name="T1" fmla="*/ 41 h 82"/>
                <a:gd name="T2" fmla="*/ 38 w 77"/>
                <a:gd name="T3" fmla="*/ 82 h 82"/>
                <a:gd name="T4" fmla="*/ 4 w 77"/>
                <a:gd name="T5" fmla="*/ 41 h 82"/>
                <a:gd name="T6" fmla="*/ 38 w 77"/>
                <a:gd name="T7" fmla="*/ 0 h 82"/>
                <a:gd name="T8" fmla="*/ 71 w 77"/>
                <a:gd name="T9" fmla="*/ 41 h 82"/>
              </a:gdLst>
              <a:ahLst/>
              <a:cxnLst>
                <a:cxn ang="0">
                  <a:pos x="T0" y="T1"/>
                </a:cxn>
                <a:cxn ang="0">
                  <a:pos x="T2" y="T3"/>
                </a:cxn>
                <a:cxn ang="0">
                  <a:pos x="T4" y="T5"/>
                </a:cxn>
                <a:cxn ang="0">
                  <a:pos x="T6" y="T7"/>
                </a:cxn>
                <a:cxn ang="0">
                  <a:pos x="T8" y="T9"/>
                </a:cxn>
              </a:cxnLst>
              <a:rect l="0" t="0" r="r" b="b"/>
              <a:pathLst>
                <a:path w="77" h="82">
                  <a:moveTo>
                    <a:pt x="71" y="41"/>
                  </a:moveTo>
                  <a:cubicBezTo>
                    <a:pt x="66" y="63"/>
                    <a:pt x="56" y="82"/>
                    <a:pt x="38" y="82"/>
                  </a:cubicBezTo>
                  <a:cubicBezTo>
                    <a:pt x="19" y="82"/>
                    <a:pt x="9" y="63"/>
                    <a:pt x="4" y="41"/>
                  </a:cubicBezTo>
                  <a:cubicBezTo>
                    <a:pt x="0" y="17"/>
                    <a:pt x="15" y="1"/>
                    <a:pt x="38" y="0"/>
                  </a:cubicBezTo>
                  <a:cubicBezTo>
                    <a:pt x="60" y="0"/>
                    <a:pt x="77" y="15"/>
                    <a:pt x="71" y="41"/>
                  </a:cubicBezTo>
                  <a:close/>
                </a:path>
              </a:pathLst>
            </a:custGeom>
            <a:solidFill>
              <a:srgbClr val="4CAAD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Ubuntu"/>
                <a:ea typeface="+mn-ea"/>
                <a:cs typeface="+mn-cs"/>
              </a:endParaRPr>
            </a:p>
          </p:txBody>
        </p:sp>
        <p:sp>
          <p:nvSpPr>
            <p:cNvPr id="74" name="Freeform 8">
              <a:extLst>
                <a:ext uri="{FF2B5EF4-FFF2-40B4-BE49-F238E27FC236}">
                  <a16:creationId xmlns:a16="http://schemas.microsoft.com/office/drawing/2014/main" id="{5C36F344-81C1-3F62-D212-9D8DFDD9CD9A}"/>
                </a:ext>
              </a:extLst>
            </p:cNvPr>
            <p:cNvSpPr>
              <a:spLocks/>
            </p:cNvSpPr>
            <p:nvPr/>
          </p:nvSpPr>
          <p:spPr bwMode="auto">
            <a:xfrm>
              <a:off x="5348288" y="3052763"/>
              <a:ext cx="136525" cy="160338"/>
            </a:xfrm>
            <a:custGeom>
              <a:avLst/>
              <a:gdLst>
                <a:gd name="T0" fmla="*/ 64 w 69"/>
                <a:gd name="T1" fmla="*/ 42 h 82"/>
                <a:gd name="T2" fmla="*/ 34 w 69"/>
                <a:gd name="T3" fmla="*/ 82 h 82"/>
                <a:gd name="T4" fmla="*/ 4 w 69"/>
                <a:gd name="T5" fmla="*/ 42 h 82"/>
                <a:gd name="T6" fmla="*/ 34 w 69"/>
                <a:gd name="T7" fmla="*/ 1 h 82"/>
                <a:gd name="T8" fmla="*/ 64 w 69"/>
                <a:gd name="T9" fmla="*/ 42 h 82"/>
              </a:gdLst>
              <a:ahLst/>
              <a:cxnLst>
                <a:cxn ang="0">
                  <a:pos x="T0" y="T1"/>
                </a:cxn>
                <a:cxn ang="0">
                  <a:pos x="T2" y="T3"/>
                </a:cxn>
                <a:cxn ang="0">
                  <a:pos x="T4" y="T5"/>
                </a:cxn>
                <a:cxn ang="0">
                  <a:pos x="T6" y="T7"/>
                </a:cxn>
                <a:cxn ang="0">
                  <a:pos x="T8" y="T9"/>
                </a:cxn>
              </a:cxnLst>
              <a:rect l="0" t="0" r="r" b="b"/>
              <a:pathLst>
                <a:path w="69" h="82">
                  <a:moveTo>
                    <a:pt x="64" y="42"/>
                  </a:moveTo>
                  <a:cubicBezTo>
                    <a:pt x="60" y="64"/>
                    <a:pt x="51" y="82"/>
                    <a:pt x="34" y="82"/>
                  </a:cubicBezTo>
                  <a:cubicBezTo>
                    <a:pt x="18" y="82"/>
                    <a:pt x="8" y="64"/>
                    <a:pt x="4" y="42"/>
                  </a:cubicBezTo>
                  <a:cubicBezTo>
                    <a:pt x="0" y="18"/>
                    <a:pt x="14" y="1"/>
                    <a:pt x="34" y="1"/>
                  </a:cubicBezTo>
                  <a:cubicBezTo>
                    <a:pt x="54" y="0"/>
                    <a:pt x="69" y="16"/>
                    <a:pt x="64" y="42"/>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Ubuntu"/>
                <a:ea typeface="+mn-ea"/>
                <a:cs typeface="+mn-cs"/>
              </a:endParaRPr>
            </a:p>
          </p:txBody>
        </p:sp>
        <p:sp>
          <p:nvSpPr>
            <p:cNvPr id="75" name="Freeform 9">
              <a:extLst>
                <a:ext uri="{FF2B5EF4-FFF2-40B4-BE49-F238E27FC236}">
                  <a16:creationId xmlns:a16="http://schemas.microsoft.com/office/drawing/2014/main" id="{38B55788-DEA2-1C89-963F-41E081E6CC23}"/>
                </a:ext>
              </a:extLst>
            </p:cNvPr>
            <p:cNvSpPr>
              <a:spLocks/>
            </p:cNvSpPr>
            <p:nvPr/>
          </p:nvSpPr>
          <p:spPr bwMode="auto">
            <a:xfrm>
              <a:off x="5464175" y="3111500"/>
              <a:ext cx="20638" cy="47625"/>
            </a:xfrm>
            <a:custGeom>
              <a:avLst/>
              <a:gdLst>
                <a:gd name="T0" fmla="*/ 10 w 10"/>
                <a:gd name="T1" fmla="*/ 8 h 24"/>
                <a:gd name="T2" fmla="*/ 5 w 10"/>
                <a:gd name="T3" fmla="*/ 22 h 24"/>
                <a:gd name="T4" fmla="*/ 0 w 10"/>
                <a:gd name="T5" fmla="*/ 16 h 24"/>
                <a:gd name="T6" fmla="*/ 5 w 10"/>
                <a:gd name="T7" fmla="*/ 2 h 24"/>
                <a:gd name="T8" fmla="*/ 10 w 10"/>
                <a:gd name="T9" fmla="*/ 8 h 24"/>
              </a:gdLst>
              <a:ahLst/>
              <a:cxnLst>
                <a:cxn ang="0">
                  <a:pos x="T0" y="T1"/>
                </a:cxn>
                <a:cxn ang="0">
                  <a:pos x="T2" y="T3"/>
                </a:cxn>
                <a:cxn ang="0">
                  <a:pos x="T4" y="T5"/>
                </a:cxn>
                <a:cxn ang="0">
                  <a:pos x="T6" y="T7"/>
                </a:cxn>
                <a:cxn ang="0">
                  <a:pos x="T8" y="T9"/>
                </a:cxn>
              </a:cxnLst>
              <a:rect l="0" t="0" r="r" b="b"/>
              <a:pathLst>
                <a:path w="10" h="24">
                  <a:moveTo>
                    <a:pt x="10" y="8"/>
                  </a:moveTo>
                  <a:cubicBezTo>
                    <a:pt x="10" y="13"/>
                    <a:pt x="8" y="19"/>
                    <a:pt x="5" y="22"/>
                  </a:cubicBezTo>
                  <a:cubicBezTo>
                    <a:pt x="2" y="24"/>
                    <a:pt x="0" y="21"/>
                    <a:pt x="0" y="16"/>
                  </a:cubicBezTo>
                  <a:cubicBezTo>
                    <a:pt x="0" y="11"/>
                    <a:pt x="2" y="4"/>
                    <a:pt x="5" y="2"/>
                  </a:cubicBezTo>
                  <a:cubicBezTo>
                    <a:pt x="8" y="0"/>
                    <a:pt x="10" y="3"/>
                    <a:pt x="10" y="8"/>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Ubuntu"/>
                <a:ea typeface="+mn-ea"/>
                <a:cs typeface="+mn-cs"/>
              </a:endParaRPr>
            </a:p>
          </p:txBody>
        </p:sp>
        <p:sp>
          <p:nvSpPr>
            <p:cNvPr id="78" name="Freeform 10">
              <a:extLst>
                <a:ext uri="{FF2B5EF4-FFF2-40B4-BE49-F238E27FC236}">
                  <a16:creationId xmlns:a16="http://schemas.microsoft.com/office/drawing/2014/main" id="{26AB0640-9E33-64AF-D79B-51A528623444}"/>
                </a:ext>
              </a:extLst>
            </p:cNvPr>
            <p:cNvSpPr>
              <a:spLocks/>
            </p:cNvSpPr>
            <p:nvPr/>
          </p:nvSpPr>
          <p:spPr bwMode="auto">
            <a:xfrm>
              <a:off x="5348288" y="3111500"/>
              <a:ext cx="17463" cy="44450"/>
            </a:xfrm>
            <a:custGeom>
              <a:avLst/>
              <a:gdLst>
                <a:gd name="T0" fmla="*/ 0 w 9"/>
                <a:gd name="T1" fmla="*/ 7 h 23"/>
                <a:gd name="T2" fmla="*/ 5 w 9"/>
                <a:gd name="T3" fmla="*/ 21 h 23"/>
                <a:gd name="T4" fmla="*/ 9 w 9"/>
                <a:gd name="T5" fmla="*/ 15 h 23"/>
                <a:gd name="T6" fmla="*/ 5 w 9"/>
                <a:gd name="T7" fmla="*/ 2 h 23"/>
                <a:gd name="T8" fmla="*/ 0 w 9"/>
                <a:gd name="T9" fmla="*/ 7 h 23"/>
              </a:gdLst>
              <a:ahLst/>
              <a:cxnLst>
                <a:cxn ang="0">
                  <a:pos x="T0" y="T1"/>
                </a:cxn>
                <a:cxn ang="0">
                  <a:pos x="T2" y="T3"/>
                </a:cxn>
                <a:cxn ang="0">
                  <a:pos x="T4" y="T5"/>
                </a:cxn>
                <a:cxn ang="0">
                  <a:pos x="T6" y="T7"/>
                </a:cxn>
                <a:cxn ang="0">
                  <a:pos x="T8" y="T9"/>
                </a:cxn>
              </a:cxnLst>
              <a:rect l="0" t="0" r="r" b="b"/>
              <a:pathLst>
                <a:path w="9" h="23">
                  <a:moveTo>
                    <a:pt x="0" y="7"/>
                  </a:moveTo>
                  <a:cubicBezTo>
                    <a:pt x="0" y="13"/>
                    <a:pt x="2" y="19"/>
                    <a:pt x="5" y="21"/>
                  </a:cubicBezTo>
                  <a:cubicBezTo>
                    <a:pt x="7" y="23"/>
                    <a:pt x="9" y="21"/>
                    <a:pt x="9" y="15"/>
                  </a:cubicBezTo>
                  <a:cubicBezTo>
                    <a:pt x="9" y="10"/>
                    <a:pt x="7" y="4"/>
                    <a:pt x="5" y="2"/>
                  </a:cubicBezTo>
                  <a:cubicBezTo>
                    <a:pt x="2" y="0"/>
                    <a:pt x="0" y="2"/>
                    <a:pt x="0" y="7"/>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Ubuntu"/>
                <a:ea typeface="+mn-ea"/>
                <a:cs typeface="+mn-cs"/>
              </a:endParaRPr>
            </a:p>
          </p:txBody>
        </p:sp>
        <p:sp>
          <p:nvSpPr>
            <p:cNvPr id="79" name="Freeform 11">
              <a:extLst>
                <a:ext uri="{FF2B5EF4-FFF2-40B4-BE49-F238E27FC236}">
                  <a16:creationId xmlns:a16="http://schemas.microsoft.com/office/drawing/2014/main" id="{6BB9409A-0C16-2B7B-F7B2-9A1362CD9655}"/>
                </a:ext>
              </a:extLst>
            </p:cNvPr>
            <p:cNvSpPr>
              <a:spLocks/>
            </p:cNvSpPr>
            <p:nvPr/>
          </p:nvSpPr>
          <p:spPr bwMode="auto">
            <a:xfrm>
              <a:off x="5395913" y="3219450"/>
              <a:ext cx="36513" cy="25400"/>
            </a:xfrm>
            <a:custGeom>
              <a:avLst/>
              <a:gdLst>
                <a:gd name="T0" fmla="*/ 19 w 19"/>
                <a:gd name="T1" fmla="*/ 0 h 13"/>
                <a:gd name="T2" fmla="*/ 9 w 19"/>
                <a:gd name="T3" fmla="*/ 13 h 13"/>
                <a:gd name="T4" fmla="*/ 0 w 19"/>
                <a:gd name="T5" fmla="*/ 0 h 13"/>
                <a:gd name="T6" fmla="*/ 19 w 19"/>
                <a:gd name="T7" fmla="*/ 0 h 13"/>
              </a:gdLst>
              <a:ahLst/>
              <a:cxnLst>
                <a:cxn ang="0">
                  <a:pos x="T0" y="T1"/>
                </a:cxn>
                <a:cxn ang="0">
                  <a:pos x="T2" y="T3"/>
                </a:cxn>
                <a:cxn ang="0">
                  <a:pos x="T4" y="T5"/>
                </a:cxn>
                <a:cxn ang="0">
                  <a:pos x="T6" y="T7"/>
                </a:cxn>
              </a:cxnLst>
              <a:rect l="0" t="0" r="r" b="b"/>
              <a:pathLst>
                <a:path w="19" h="13">
                  <a:moveTo>
                    <a:pt x="19" y="0"/>
                  </a:moveTo>
                  <a:cubicBezTo>
                    <a:pt x="9" y="13"/>
                    <a:pt x="9" y="13"/>
                    <a:pt x="9" y="13"/>
                  </a:cubicBezTo>
                  <a:cubicBezTo>
                    <a:pt x="0" y="0"/>
                    <a:pt x="0" y="0"/>
                    <a:pt x="0" y="0"/>
                  </a:cubicBezTo>
                  <a:cubicBezTo>
                    <a:pt x="8" y="2"/>
                    <a:pt x="11" y="2"/>
                    <a:pt x="19" y="0"/>
                  </a:cubicBezTo>
                  <a:close/>
                </a:path>
              </a:pathLst>
            </a:custGeom>
            <a:solidFill>
              <a:srgbClr val="4CAAD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Ubuntu"/>
                <a:ea typeface="+mn-ea"/>
                <a:cs typeface="+mn-cs"/>
              </a:endParaRPr>
            </a:p>
          </p:txBody>
        </p:sp>
        <p:sp>
          <p:nvSpPr>
            <p:cNvPr id="80" name="Freeform 12">
              <a:extLst>
                <a:ext uri="{FF2B5EF4-FFF2-40B4-BE49-F238E27FC236}">
                  <a16:creationId xmlns:a16="http://schemas.microsoft.com/office/drawing/2014/main" id="{163CDC8B-1BAD-9FDA-EFA0-E6B4790976BE}"/>
                </a:ext>
              </a:extLst>
            </p:cNvPr>
            <p:cNvSpPr>
              <a:spLocks/>
            </p:cNvSpPr>
            <p:nvPr/>
          </p:nvSpPr>
          <p:spPr bwMode="auto">
            <a:xfrm>
              <a:off x="5395913" y="3230563"/>
              <a:ext cx="41275" cy="74613"/>
            </a:xfrm>
            <a:custGeom>
              <a:avLst/>
              <a:gdLst>
                <a:gd name="T0" fmla="*/ 10 w 21"/>
                <a:gd name="T1" fmla="*/ 0 h 38"/>
                <a:gd name="T2" fmla="*/ 19 w 21"/>
                <a:gd name="T3" fmla="*/ 33 h 38"/>
                <a:gd name="T4" fmla="*/ 10 w 21"/>
                <a:gd name="T5" fmla="*/ 38 h 38"/>
                <a:gd name="T6" fmla="*/ 3 w 21"/>
                <a:gd name="T7" fmla="*/ 34 h 38"/>
                <a:gd name="T8" fmla="*/ 10 w 21"/>
                <a:gd name="T9" fmla="*/ 0 h 38"/>
              </a:gdLst>
              <a:ahLst/>
              <a:cxnLst>
                <a:cxn ang="0">
                  <a:pos x="T0" y="T1"/>
                </a:cxn>
                <a:cxn ang="0">
                  <a:pos x="T2" y="T3"/>
                </a:cxn>
                <a:cxn ang="0">
                  <a:pos x="T4" y="T5"/>
                </a:cxn>
                <a:cxn ang="0">
                  <a:pos x="T6" y="T7"/>
                </a:cxn>
                <a:cxn ang="0">
                  <a:pos x="T8" y="T9"/>
                </a:cxn>
              </a:cxnLst>
              <a:rect l="0" t="0" r="r" b="b"/>
              <a:pathLst>
                <a:path w="21" h="38">
                  <a:moveTo>
                    <a:pt x="10" y="0"/>
                  </a:moveTo>
                  <a:cubicBezTo>
                    <a:pt x="21" y="23"/>
                    <a:pt x="15" y="9"/>
                    <a:pt x="19" y="33"/>
                  </a:cubicBezTo>
                  <a:cubicBezTo>
                    <a:pt x="10" y="38"/>
                    <a:pt x="10" y="38"/>
                    <a:pt x="10" y="38"/>
                  </a:cubicBezTo>
                  <a:cubicBezTo>
                    <a:pt x="3" y="34"/>
                    <a:pt x="3" y="34"/>
                    <a:pt x="3" y="34"/>
                  </a:cubicBezTo>
                  <a:cubicBezTo>
                    <a:pt x="7" y="10"/>
                    <a:pt x="0" y="22"/>
                    <a:pt x="10" y="0"/>
                  </a:cubicBezTo>
                  <a:close/>
                </a:path>
              </a:pathLst>
            </a:custGeom>
            <a:solidFill>
              <a:srgbClr val="4CAAD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Ubuntu"/>
                <a:ea typeface="+mn-ea"/>
                <a:cs typeface="+mn-cs"/>
              </a:endParaRPr>
            </a:p>
          </p:txBody>
        </p:sp>
        <p:sp>
          <p:nvSpPr>
            <p:cNvPr id="82" name="Freeform 13">
              <a:extLst>
                <a:ext uri="{FF2B5EF4-FFF2-40B4-BE49-F238E27FC236}">
                  <a16:creationId xmlns:a16="http://schemas.microsoft.com/office/drawing/2014/main" id="{D071DEBF-3C8B-2726-23C2-E17C4A9F8A10}"/>
                </a:ext>
              </a:extLst>
            </p:cNvPr>
            <p:cNvSpPr>
              <a:spLocks/>
            </p:cNvSpPr>
            <p:nvPr/>
          </p:nvSpPr>
          <p:spPr bwMode="auto">
            <a:xfrm>
              <a:off x="5281613" y="3246438"/>
              <a:ext cx="276225" cy="152400"/>
            </a:xfrm>
            <a:custGeom>
              <a:avLst/>
              <a:gdLst>
                <a:gd name="T0" fmla="*/ 13 w 140"/>
                <a:gd name="T1" fmla="*/ 0 h 77"/>
                <a:gd name="T2" fmla="*/ 127 w 140"/>
                <a:gd name="T3" fmla="*/ 0 h 77"/>
                <a:gd name="T4" fmla="*/ 140 w 140"/>
                <a:gd name="T5" fmla="*/ 13 h 77"/>
                <a:gd name="T6" fmla="*/ 140 w 140"/>
                <a:gd name="T7" fmla="*/ 64 h 77"/>
                <a:gd name="T8" fmla="*/ 127 w 140"/>
                <a:gd name="T9" fmla="*/ 77 h 77"/>
                <a:gd name="T10" fmla="*/ 13 w 140"/>
                <a:gd name="T11" fmla="*/ 77 h 77"/>
                <a:gd name="T12" fmla="*/ 0 w 140"/>
                <a:gd name="T13" fmla="*/ 64 h 77"/>
                <a:gd name="T14" fmla="*/ 0 w 140"/>
                <a:gd name="T15" fmla="*/ 13 h 77"/>
                <a:gd name="T16" fmla="*/ 13 w 140"/>
                <a:gd name="T17" fmla="*/ 0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0" h="77">
                  <a:moveTo>
                    <a:pt x="13" y="0"/>
                  </a:moveTo>
                  <a:cubicBezTo>
                    <a:pt x="127" y="0"/>
                    <a:pt x="127" y="0"/>
                    <a:pt x="127" y="0"/>
                  </a:cubicBezTo>
                  <a:cubicBezTo>
                    <a:pt x="134" y="0"/>
                    <a:pt x="140" y="6"/>
                    <a:pt x="140" y="13"/>
                  </a:cubicBezTo>
                  <a:cubicBezTo>
                    <a:pt x="140" y="64"/>
                    <a:pt x="140" y="64"/>
                    <a:pt x="140" y="64"/>
                  </a:cubicBezTo>
                  <a:cubicBezTo>
                    <a:pt x="140" y="71"/>
                    <a:pt x="134" y="77"/>
                    <a:pt x="127" y="77"/>
                  </a:cubicBezTo>
                  <a:cubicBezTo>
                    <a:pt x="13" y="77"/>
                    <a:pt x="13" y="77"/>
                    <a:pt x="13" y="77"/>
                  </a:cubicBezTo>
                  <a:cubicBezTo>
                    <a:pt x="6" y="77"/>
                    <a:pt x="0" y="71"/>
                    <a:pt x="0" y="64"/>
                  </a:cubicBezTo>
                  <a:cubicBezTo>
                    <a:pt x="0" y="13"/>
                    <a:pt x="0" y="13"/>
                    <a:pt x="0" y="13"/>
                  </a:cubicBezTo>
                  <a:cubicBezTo>
                    <a:pt x="0" y="6"/>
                    <a:pt x="6" y="0"/>
                    <a:pt x="13" y="0"/>
                  </a:cubicBezTo>
                  <a:close/>
                </a:path>
              </a:pathLst>
            </a:custGeom>
            <a:solidFill>
              <a:srgbClr val="FFFFFF"/>
            </a:solidFill>
            <a:ln w="6350" cap="flat">
              <a:solidFill>
                <a:srgbClr val="4CAAD6"/>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Ubuntu"/>
                <a:ea typeface="+mn-ea"/>
                <a:cs typeface="+mn-cs"/>
              </a:endParaRPr>
            </a:p>
          </p:txBody>
        </p:sp>
        <p:sp>
          <p:nvSpPr>
            <p:cNvPr id="83" name="Freeform 14">
              <a:extLst>
                <a:ext uri="{FF2B5EF4-FFF2-40B4-BE49-F238E27FC236}">
                  <a16:creationId xmlns:a16="http://schemas.microsoft.com/office/drawing/2014/main" id="{8924BEBE-C3F9-4A04-ECFB-40BDBFF2E897}"/>
                </a:ext>
              </a:extLst>
            </p:cNvPr>
            <p:cNvSpPr>
              <a:spLocks/>
            </p:cNvSpPr>
            <p:nvPr/>
          </p:nvSpPr>
          <p:spPr bwMode="auto">
            <a:xfrm>
              <a:off x="5278438" y="3406775"/>
              <a:ext cx="280988" cy="19050"/>
            </a:xfrm>
            <a:custGeom>
              <a:avLst/>
              <a:gdLst>
                <a:gd name="T0" fmla="*/ 5 w 142"/>
                <a:gd name="T1" fmla="*/ 0 h 10"/>
                <a:gd name="T2" fmla="*/ 137 w 142"/>
                <a:gd name="T3" fmla="*/ 0 h 10"/>
                <a:gd name="T4" fmla="*/ 142 w 142"/>
                <a:gd name="T5" fmla="*/ 5 h 10"/>
                <a:gd name="T6" fmla="*/ 137 w 142"/>
                <a:gd name="T7" fmla="*/ 10 h 10"/>
                <a:gd name="T8" fmla="*/ 5 w 142"/>
                <a:gd name="T9" fmla="*/ 10 h 10"/>
                <a:gd name="T10" fmla="*/ 0 w 142"/>
                <a:gd name="T11" fmla="*/ 5 h 10"/>
                <a:gd name="T12" fmla="*/ 5 w 142"/>
                <a:gd name="T13" fmla="*/ 0 h 10"/>
              </a:gdLst>
              <a:ahLst/>
              <a:cxnLst>
                <a:cxn ang="0">
                  <a:pos x="T0" y="T1"/>
                </a:cxn>
                <a:cxn ang="0">
                  <a:pos x="T2" y="T3"/>
                </a:cxn>
                <a:cxn ang="0">
                  <a:pos x="T4" y="T5"/>
                </a:cxn>
                <a:cxn ang="0">
                  <a:pos x="T6" y="T7"/>
                </a:cxn>
                <a:cxn ang="0">
                  <a:pos x="T8" y="T9"/>
                </a:cxn>
                <a:cxn ang="0">
                  <a:pos x="T10" y="T11"/>
                </a:cxn>
                <a:cxn ang="0">
                  <a:pos x="T12" y="T13"/>
                </a:cxn>
              </a:cxnLst>
              <a:rect l="0" t="0" r="r" b="b"/>
              <a:pathLst>
                <a:path w="142" h="10">
                  <a:moveTo>
                    <a:pt x="5" y="0"/>
                  </a:moveTo>
                  <a:cubicBezTo>
                    <a:pt x="137" y="0"/>
                    <a:pt x="137" y="0"/>
                    <a:pt x="137" y="0"/>
                  </a:cubicBezTo>
                  <a:cubicBezTo>
                    <a:pt x="140" y="0"/>
                    <a:pt x="142" y="2"/>
                    <a:pt x="142" y="5"/>
                  </a:cubicBezTo>
                  <a:cubicBezTo>
                    <a:pt x="142" y="8"/>
                    <a:pt x="140" y="10"/>
                    <a:pt x="137" y="10"/>
                  </a:cubicBezTo>
                  <a:cubicBezTo>
                    <a:pt x="5" y="10"/>
                    <a:pt x="5" y="10"/>
                    <a:pt x="5" y="10"/>
                  </a:cubicBezTo>
                  <a:cubicBezTo>
                    <a:pt x="2" y="10"/>
                    <a:pt x="0" y="8"/>
                    <a:pt x="0" y="5"/>
                  </a:cubicBezTo>
                  <a:cubicBezTo>
                    <a:pt x="0" y="2"/>
                    <a:pt x="2" y="0"/>
                    <a:pt x="5"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Ubuntu"/>
                <a:ea typeface="+mn-ea"/>
                <a:cs typeface="+mn-cs"/>
              </a:endParaRPr>
            </a:p>
          </p:txBody>
        </p:sp>
      </p:grpSp>
      <p:sp>
        <p:nvSpPr>
          <p:cNvPr id="86" name="Freeform 18">
            <a:extLst>
              <a:ext uri="{FF2B5EF4-FFF2-40B4-BE49-F238E27FC236}">
                <a16:creationId xmlns:a16="http://schemas.microsoft.com/office/drawing/2014/main" id="{537DBB26-74F2-4842-39EA-B6C1A71F1D9A}"/>
              </a:ext>
            </a:extLst>
          </p:cNvPr>
          <p:cNvSpPr>
            <a:spLocks/>
          </p:cNvSpPr>
          <p:nvPr/>
        </p:nvSpPr>
        <p:spPr bwMode="auto">
          <a:xfrm>
            <a:off x="4927712" y="5342186"/>
            <a:ext cx="400050" cy="371475"/>
          </a:xfrm>
          <a:custGeom>
            <a:avLst/>
            <a:gdLst>
              <a:gd name="T0" fmla="*/ 75 w 149"/>
              <a:gd name="T1" fmla="*/ 138 h 138"/>
              <a:gd name="T2" fmla="*/ 134 w 149"/>
              <a:gd name="T3" fmla="*/ 74 h 138"/>
              <a:gd name="T4" fmla="*/ 137 w 149"/>
              <a:gd name="T5" fmla="*/ 21 h 138"/>
              <a:gd name="T6" fmla="*/ 75 w 149"/>
              <a:gd name="T7" fmla="*/ 26 h 138"/>
              <a:gd name="T8" fmla="*/ 14 w 149"/>
              <a:gd name="T9" fmla="*/ 20 h 138"/>
              <a:gd name="T10" fmla="*/ 15 w 149"/>
              <a:gd name="T11" fmla="*/ 75 h 138"/>
              <a:gd name="T12" fmla="*/ 75 w 149"/>
              <a:gd name="T13" fmla="*/ 138 h 138"/>
            </a:gdLst>
            <a:ahLst/>
            <a:cxnLst>
              <a:cxn ang="0">
                <a:pos x="T0" y="T1"/>
              </a:cxn>
              <a:cxn ang="0">
                <a:pos x="T2" y="T3"/>
              </a:cxn>
              <a:cxn ang="0">
                <a:pos x="T4" y="T5"/>
              </a:cxn>
              <a:cxn ang="0">
                <a:pos x="T6" y="T7"/>
              </a:cxn>
              <a:cxn ang="0">
                <a:pos x="T8" y="T9"/>
              </a:cxn>
              <a:cxn ang="0">
                <a:pos x="T10" y="T11"/>
              </a:cxn>
              <a:cxn ang="0">
                <a:pos x="T12" y="T13"/>
              </a:cxn>
            </a:cxnLst>
            <a:rect l="0" t="0" r="r" b="b"/>
            <a:pathLst>
              <a:path w="149" h="138">
                <a:moveTo>
                  <a:pt x="75" y="138"/>
                </a:moveTo>
                <a:cubicBezTo>
                  <a:pt x="97" y="119"/>
                  <a:pt x="118" y="98"/>
                  <a:pt x="134" y="74"/>
                </a:cubicBezTo>
                <a:cubicBezTo>
                  <a:pt x="145" y="58"/>
                  <a:pt x="149" y="38"/>
                  <a:pt x="137" y="21"/>
                </a:cubicBezTo>
                <a:cubicBezTo>
                  <a:pt x="122" y="0"/>
                  <a:pt x="88" y="4"/>
                  <a:pt x="75" y="26"/>
                </a:cubicBezTo>
                <a:cubicBezTo>
                  <a:pt x="63" y="4"/>
                  <a:pt x="29" y="1"/>
                  <a:pt x="14" y="20"/>
                </a:cubicBezTo>
                <a:cubicBezTo>
                  <a:pt x="0" y="37"/>
                  <a:pt x="4" y="58"/>
                  <a:pt x="15" y="75"/>
                </a:cubicBezTo>
                <a:cubicBezTo>
                  <a:pt x="31" y="99"/>
                  <a:pt x="54" y="119"/>
                  <a:pt x="75" y="138"/>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Ubuntu"/>
              <a:ea typeface="+mn-ea"/>
              <a:cs typeface="+mn-cs"/>
            </a:endParaRPr>
          </a:p>
        </p:txBody>
      </p:sp>
      <p:sp>
        <p:nvSpPr>
          <p:cNvPr id="87" name="Text Placeholder 1">
            <a:extLst>
              <a:ext uri="{FF2B5EF4-FFF2-40B4-BE49-F238E27FC236}">
                <a16:creationId xmlns:a16="http://schemas.microsoft.com/office/drawing/2014/main" id="{D30C27AD-3AF8-9754-ADE7-26B7C149214A}"/>
              </a:ext>
            </a:extLst>
          </p:cNvPr>
          <p:cNvSpPr txBox="1">
            <a:spLocks/>
          </p:cNvSpPr>
          <p:nvPr/>
        </p:nvSpPr>
        <p:spPr>
          <a:xfrm>
            <a:off x="-20510" y="4504716"/>
            <a:ext cx="4452933" cy="835734"/>
          </a:xfrm>
          <a:prstGeom prst="rect">
            <a:avLst/>
          </a:prstGeom>
        </p:spPr>
        <p:txBody>
          <a:bodyPr lIns="0" tIns="0" rIns="0" bIns="0" anchor="t">
            <a:noAutofit/>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buClr>
                <a:srgbClr val="0070AD"/>
              </a:buClr>
              <a:defRPr/>
            </a:pPr>
            <a:r>
              <a:rPr kumimoji="0" lang="en-IN" sz="2000" b="1" i="0" u="none" strike="noStrike" kern="1200" cap="none" spc="0" normalizeH="0" baseline="0" noProof="0">
                <a:ln>
                  <a:noFill/>
                </a:ln>
                <a:solidFill>
                  <a:srgbClr val="FFFFFF"/>
                </a:solidFill>
                <a:effectLst/>
                <a:uLnTx/>
                <a:uFillTx/>
                <a:latin typeface="Ubuntu"/>
                <a:ea typeface="+mn-ea"/>
                <a:cs typeface="Calibri"/>
              </a:rPr>
              <a:t>Joined us on </a:t>
            </a:r>
            <a:r>
              <a:rPr lang="en-IN" b="1">
                <a:solidFill>
                  <a:srgbClr val="FFFFFF"/>
                </a:solidFill>
                <a:latin typeface="Ubuntu"/>
                <a:cs typeface="Calibri"/>
              </a:rPr>
              <a:t>22</a:t>
            </a:r>
            <a:r>
              <a:rPr lang="en-IN" b="1" baseline="30000">
                <a:solidFill>
                  <a:srgbClr val="FFFFFF"/>
                </a:solidFill>
                <a:latin typeface="Ubuntu"/>
                <a:cs typeface="Calibri"/>
              </a:rPr>
              <a:t>nd</a:t>
            </a:r>
            <a:r>
              <a:rPr kumimoji="0" lang="en-IN" sz="2000" b="1" i="0" u="none" strike="noStrike" kern="1200" cap="none" spc="0" normalizeH="0" baseline="0" noProof="0">
                <a:ln>
                  <a:noFill/>
                </a:ln>
                <a:solidFill>
                  <a:srgbClr val="FFFFFF"/>
                </a:solidFill>
                <a:effectLst/>
                <a:uLnTx/>
                <a:uFillTx/>
                <a:latin typeface="Ubuntu"/>
                <a:ea typeface="+mn-ea"/>
                <a:cs typeface="Calibri"/>
              </a:rPr>
              <a:t> </a:t>
            </a:r>
            <a:r>
              <a:rPr lang="en-IN" b="1">
                <a:solidFill>
                  <a:srgbClr val="FFFFFF"/>
                </a:solidFill>
                <a:latin typeface="Ubuntu"/>
                <a:cs typeface="Calibri"/>
              </a:rPr>
              <a:t>June</a:t>
            </a:r>
            <a:endParaRPr lang="en-IN" sz="1800" b="1" i="0" u="none" strike="noStrike" kern="1200" cap="none" spc="0" normalizeH="0" baseline="0" noProof="0">
              <a:ln>
                <a:noFill/>
              </a:ln>
              <a:solidFill>
                <a:srgbClr val="FFFFFF"/>
              </a:solidFill>
              <a:effectLst/>
              <a:uLnTx/>
              <a:uFillTx/>
              <a:latin typeface="Ubuntu"/>
              <a:cs typeface="Calibri" panose="020F0502020204030204" pitchFamily="34" charset="0"/>
            </a:endParaRPr>
          </a:p>
        </p:txBody>
      </p:sp>
      <p:sp>
        <p:nvSpPr>
          <p:cNvPr id="2" name="Text Placeholder 1">
            <a:extLst>
              <a:ext uri="{FF2B5EF4-FFF2-40B4-BE49-F238E27FC236}">
                <a16:creationId xmlns:a16="http://schemas.microsoft.com/office/drawing/2014/main" id="{6D4A7D4D-A417-BD82-325A-F2F2C6596DD5}"/>
              </a:ext>
            </a:extLst>
          </p:cNvPr>
          <p:cNvSpPr txBox="1">
            <a:spLocks/>
          </p:cNvSpPr>
          <p:nvPr/>
        </p:nvSpPr>
        <p:spPr>
          <a:xfrm>
            <a:off x="4471894" y="1118595"/>
            <a:ext cx="7720106" cy="581345"/>
          </a:xfrm>
          <a:prstGeom prst="rect">
            <a:avLst/>
          </a:prstGeom>
        </p:spPr>
        <p:txBody>
          <a:bodyPr lIns="0" tIns="0" rIns="0" bIns="0" anchor="t">
            <a:noAutofit/>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600"/>
              </a:spcAft>
              <a:buClr>
                <a:srgbClr val="0070AD"/>
              </a:buClr>
              <a:buSzTx/>
              <a:buFont typeface="Arial" panose="020B0604020202020204" pitchFamily="34" charset="0"/>
              <a:buNone/>
              <a:tabLst/>
              <a:defRPr/>
            </a:pPr>
            <a:endParaRPr kumimoji="0" lang="en-IN" sz="3200" b="1" i="0" u="none" strike="noStrike" kern="1200" cap="none" spc="0" normalizeH="0" baseline="0" noProof="0">
              <a:ln>
                <a:noFill/>
              </a:ln>
              <a:solidFill>
                <a:prstClr val="black"/>
              </a:solidFill>
              <a:effectLst/>
              <a:uLnTx/>
              <a:uFillTx/>
              <a:latin typeface="Ubuntu"/>
              <a:ea typeface="+mn-ea"/>
              <a:cs typeface="Calibri" panose="020F0502020204030204" pitchFamily="34" charset="0"/>
            </a:endParaRPr>
          </a:p>
        </p:txBody>
      </p:sp>
      <p:sp>
        <p:nvSpPr>
          <p:cNvPr id="3" name="Title 2">
            <a:extLst>
              <a:ext uri="{FF2B5EF4-FFF2-40B4-BE49-F238E27FC236}">
                <a16:creationId xmlns:a16="http://schemas.microsoft.com/office/drawing/2014/main" id="{5A64244F-4028-2098-1C61-45AA341C20C4}"/>
              </a:ext>
            </a:extLst>
          </p:cNvPr>
          <p:cNvSpPr>
            <a:spLocks noGrp="1"/>
          </p:cNvSpPr>
          <p:nvPr>
            <p:ph type="title"/>
          </p:nvPr>
        </p:nvSpPr>
        <p:spPr>
          <a:xfrm>
            <a:off x="372441" y="295383"/>
            <a:ext cx="11008413" cy="631070"/>
          </a:xfrm>
        </p:spPr>
        <p:txBody>
          <a:bodyPr anchor="t" anchorCtr="0"/>
          <a:lstStyle/>
          <a:p>
            <a:pPr>
              <a:buClr>
                <a:schemeClr val="accent1"/>
              </a:buClr>
            </a:pPr>
            <a:r>
              <a:rPr lang="en-US" sz="3200" b="1" cap="all" dirty="0">
                <a:solidFill>
                  <a:schemeClr val="bg1"/>
                </a:solidFill>
                <a:cs typeface="Calibri" panose="020F0502020204030204" pitchFamily="34" charset="0"/>
              </a:rPr>
              <a:t>Welcome to Invent India Telco Team !!</a:t>
            </a:r>
            <a:endParaRPr lang="en-IN" sz="3200" b="1" cap="all" dirty="0">
              <a:solidFill>
                <a:schemeClr val="bg1"/>
              </a:solidFill>
              <a:cs typeface="Calibri" panose="020F0502020204030204" pitchFamily="34" charset="0"/>
            </a:endParaRPr>
          </a:p>
        </p:txBody>
      </p:sp>
      <p:sp>
        <p:nvSpPr>
          <p:cNvPr id="10" name="Oval 9">
            <a:extLst>
              <a:ext uri="{FF2B5EF4-FFF2-40B4-BE49-F238E27FC236}">
                <a16:creationId xmlns:a16="http://schemas.microsoft.com/office/drawing/2014/main" id="{25ECBC4D-8EBA-7C3D-00A2-C55116D9AF43}"/>
              </a:ext>
            </a:extLst>
          </p:cNvPr>
          <p:cNvSpPr/>
          <p:nvPr/>
        </p:nvSpPr>
        <p:spPr>
          <a:xfrm>
            <a:off x="1058937" y="1825230"/>
            <a:ext cx="2209800" cy="2209800"/>
          </a:xfrm>
          <a:prstGeom prst="ellipse">
            <a:avLst/>
          </a:prstGeom>
          <a:solidFill>
            <a:schemeClr val="bg2">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err="1">
              <a:ln>
                <a:noFill/>
              </a:ln>
              <a:solidFill>
                <a:srgbClr val="FFFFFF"/>
              </a:solidFill>
              <a:effectLst/>
              <a:uLnTx/>
              <a:uFillTx/>
              <a:latin typeface="Ubuntu"/>
              <a:ea typeface="+mn-ea"/>
              <a:cs typeface="+mn-cs"/>
            </a:endParaRPr>
          </a:p>
        </p:txBody>
      </p:sp>
      <p:sp>
        <p:nvSpPr>
          <p:cNvPr id="11" name="Text Placeholder 1">
            <a:extLst>
              <a:ext uri="{FF2B5EF4-FFF2-40B4-BE49-F238E27FC236}">
                <a16:creationId xmlns:a16="http://schemas.microsoft.com/office/drawing/2014/main" id="{100F0A37-98AF-EFF5-1984-FFE4E6CB1D34}"/>
              </a:ext>
            </a:extLst>
          </p:cNvPr>
          <p:cNvSpPr txBox="1">
            <a:spLocks/>
          </p:cNvSpPr>
          <p:nvPr/>
        </p:nvSpPr>
        <p:spPr>
          <a:xfrm>
            <a:off x="591367" y="1085479"/>
            <a:ext cx="3176586" cy="581345"/>
          </a:xfrm>
          <a:prstGeom prst="rect">
            <a:avLst/>
          </a:prstGeom>
        </p:spPr>
        <p:txBody>
          <a:bodyPr lIns="0" tIns="0" rIns="0" bIns="0" anchor="ctr" anchorCtr="0">
            <a:noAutofit/>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2000" b="1" i="0" u="none" strike="noStrike" kern="1200" cap="none" spc="0" normalizeH="0" baseline="0" noProof="0">
                <a:ln>
                  <a:noFill/>
                </a:ln>
                <a:solidFill>
                  <a:srgbClr val="FFFFFF"/>
                </a:solidFill>
                <a:effectLst/>
                <a:uLnTx/>
                <a:uFillTx/>
                <a:latin typeface="Ubuntu"/>
                <a:ea typeface="+mn-ea"/>
                <a:cs typeface="Calibri"/>
              </a:rPr>
              <a:t>Sachin Tewari </a:t>
            </a:r>
            <a:endParaRPr kumimoji="0" lang="en-US" sz="2000" b="0" i="0" u="none" strike="noStrike" kern="1200" cap="none" spc="0" normalizeH="0" baseline="0" noProof="0">
              <a:ln>
                <a:noFill/>
              </a:ln>
              <a:solidFill>
                <a:srgbClr val="FFFFFF"/>
              </a:solidFill>
              <a:effectLst/>
              <a:uLnTx/>
              <a:uFillTx/>
              <a:latin typeface="Ubuntu" panose="020B0504030602030204" pitchFamily="34" charset="0"/>
              <a:ea typeface="+mn-ea"/>
              <a:cs typeface="+mn-cs"/>
            </a:endParaRPr>
          </a:p>
        </p:txBody>
      </p:sp>
      <p:sp>
        <p:nvSpPr>
          <p:cNvPr id="6" name="Footer Placeholder 17">
            <a:extLst>
              <a:ext uri="{FF2B5EF4-FFF2-40B4-BE49-F238E27FC236}">
                <a16:creationId xmlns:a16="http://schemas.microsoft.com/office/drawing/2014/main" id="{224E4C57-2518-E35D-96B2-ADE55C4BE3E7}"/>
              </a:ext>
            </a:extLst>
          </p:cNvPr>
          <p:cNvSpPr txBox="1">
            <a:spLocks/>
          </p:cNvSpPr>
          <p:nvPr/>
        </p:nvSpPr>
        <p:spPr>
          <a:xfrm>
            <a:off x="611238" y="7613293"/>
            <a:ext cx="4716524" cy="123111"/>
          </a:xfrm>
          <a:prstGeom prst="rect">
            <a:avLst/>
          </a:prstGeom>
        </p:spPr>
        <p:txBody>
          <a:bodyPr/>
          <a:lstStyle>
            <a:defPPr>
              <a:defRPr lang="en-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ts val="1000"/>
              </a:spcBef>
              <a:buFont typeface="Arial" panose="020B0604020202020204" pitchFamily="34" charset="0"/>
              <a:buNone/>
            </a:pPr>
            <a:r>
              <a:rPr lang="en-US" sz="800"/>
              <a:t>TMT Monthly Update |  July 2026</a:t>
            </a:r>
          </a:p>
        </p:txBody>
      </p:sp>
      <p:pic>
        <p:nvPicPr>
          <p:cNvPr id="7" name="Picture 6">
            <a:extLst>
              <a:ext uri="{FF2B5EF4-FFF2-40B4-BE49-F238E27FC236}">
                <a16:creationId xmlns:a16="http://schemas.microsoft.com/office/drawing/2014/main" id="{050C5CC5-F61B-4BF5-3C8F-03F66A97C9D4}"/>
              </a:ext>
            </a:extLst>
          </p:cNvPr>
          <p:cNvPicPr>
            <a:picLocks noChangeAspect="1"/>
          </p:cNvPicPr>
          <p:nvPr/>
        </p:nvPicPr>
        <p:blipFill>
          <a:blip r:embed="rId8"/>
          <a:stretch>
            <a:fillRect/>
          </a:stretch>
        </p:blipFill>
        <p:spPr>
          <a:xfrm>
            <a:off x="1049627" y="1756229"/>
            <a:ext cx="2240515" cy="2344058"/>
          </a:xfrm>
          <a:prstGeom prst="ellipse">
            <a:avLst/>
          </a:prstGeom>
          <a:solidFill>
            <a:schemeClr val="bg1"/>
          </a:solidFill>
          <a:ln w="57150">
            <a:solidFill>
              <a:schemeClr val="bg1"/>
            </a:solidFill>
          </a:ln>
        </p:spPr>
      </p:pic>
    </p:spTree>
    <p:extLst>
      <p:ext uri="{BB962C8B-B14F-4D97-AF65-F5344CB8AC3E}">
        <p14:creationId xmlns:p14="http://schemas.microsoft.com/office/powerpoint/2010/main" val="3839679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D7FD685-8D6C-2178-2F5F-851D9C84A2A5}"/>
              </a:ext>
            </a:extLst>
          </p:cNvPr>
          <p:cNvPicPr>
            <a:picLocks noChangeAspect="1"/>
          </p:cNvPicPr>
          <p:nvPr/>
        </p:nvPicPr>
        <p:blipFill>
          <a:blip r:embed="rId2"/>
          <a:srcRect/>
          <a:stretch>
            <a:fillRect/>
          </a:stretch>
        </p:blipFill>
        <p:spPr>
          <a:xfrm>
            <a:off x="20" y="10"/>
            <a:ext cx="12191980" cy="685799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noFill/>
        </p:spPr>
      </p:pic>
      <p:sp>
        <p:nvSpPr>
          <p:cNvPr id="3" name="Date Placeholder 2" hidden="1">
            <a:extLst>
              <a:ext uri="{FF2B5EF4-FFF2-40B4-BE49-F238E27FC236}">
                <a16:creationId xmlns:a16="http://schemas.microsoft.com/office/drawing/2014/main" id="{8374F9EF-657E-78BA-3C9C-F3420E895853}"/>
              </a:ext>
            </a:extLst>
          </p:cNvPr>
          <p:cNvSpPr>
            <a:spLocks noGrp="1"/>
          </p:cNvSpPr>
          <p:nvPr>
            <p:ph type="dt" sz="half" idx="4294967295"/>
          </p:nvPr>
        </p:nvSpPr>
        <p:spPr>
          <a:xfrm>
            <a:off x="9876614" y="6650661"/>
            <a:ext cx="1764000" cy="123111"/>
          </a:xfrm>
        </p:spPr>
        <p:txBody>
          <a:bodyPr/>
          <a:lstStyle/>
          <a:p>
            <a:pPr>
              <a:spcBef>
                <a:spcPts val="1000"/>
              </a:spcBef>
              <a:buFont typeface="Arial" panose="020B0604020202020204" pitchFamily="34" charset="0"/>
              <a:buNone/>
            </a:pPr>
            <a:r>
              <a:rPr lang="de-DE"/>
              <a:t>© Capgemini 2026. All rights reserved.</a:t>
            </a:r>
            <a:endParaRPr lang="en-US"/>
          </a:p>
        </p:txBody>
      </p:sp>
      <p:sp>
        <p:nvSpPr>
          <p:cNvPr id="6" name="Rectangle 5">
            <a:extLst>
              <a:ext uri="{FF2B5EF4-FFF2-40B4-BE49-F238E27FC236}">
                <a16:creationId xmlns:a16="http://schemas.microsoft.com/office/drawing/2014/main" id="{D2EC7456-664F-AEA8-AAE4-0E4B83C85DB1}"/>
              </a:ext>
            </a:extLst>
          </p:cNvPr>
          <p:cNvSpPr/>
          <p:nvPr/>
        </p:nvSpPr>
        <p:spPr>
          <a:xfrm>
            <a:off x="0" y="0"/>
            <a:ext cx="12192000" cy="6858000"/>
          </a:xfrm>
          <a:prstGeom prst="rect">
            <a:avLst/>
          </a:prstGeom>
          <a:solidFill>
            <a:schemeClr val="bg2">
              <a:lumMod val="75000"/>
              <a:alpha val="16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sz="1400">
              <a:solidFill>
                <a:schemeClr val="tx1"/>
              </a:solidFill>
            </a:endParaRPr>
          </a:p>
        </p:txBody>
      </p:sp>
      <p:grpSp>
        <p:nvGrpSpPr>
          <p:cNvPr id="7" name="Group 6">
            <a:extLst>
              <a:ext uri="{FF2B5EF4-FFF2-40B4-BE49-F238E27FC236}">
                <a16:creationId xmlns:a16="http://schemas.microsoft.com/office/drawing/2014/main" id="{43D31248-59E0-35CB-DA0F-DDE7AAA6972D}"/>
              </a:ext>
            </a:extLst>
          </p:cNvPr>
          <p:cNvGrpSpPr/>
          <p:nvPr/>
        </p:nvGrpSpPr>
        <p:grpSpPr>
          <a:xfrm>
            <a:off x="6480229" y="4030239"/>
            <a:ext cx="2977251" cy="1596448"/>
            <a:chOff x="-3340101" y="5592066"/>
            <a:chExt cx="2977251" cy="1596448"/>
          </a:xfrm>
        </p:grpSpPr>
        <p:pic>
          <p:nvPicPr>
            <p:cNvPr id="11" name="Graphic 10" descr="Cake with solid fill">
              <a:extLst>
                <a:ext uri="{FF2B5EF4-FFF2-40B4-BE49-F238E27FC236}">
                  <a16:creationId xmlns:a16="http://schemas.microsoft.com/office/drawing/2014/main" id="{99358E37-9267-5129-E4D5-4E446958AEB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340101" y="5592066"/>
              <a:ext cx="2977251" cy="1596448"/>
            </a:xfrm>
            <a:prstGeom prst="rect">
              <a:avLst/>
            </a:prstGeom>
          </p:spPr>
        </p:pic>
        <p:sp>
          <p:nvSpPr>
            <p:cNvPr id="12" name="TextBox 11">
              <a:extLst>
                <a:ext uri="{FF2B5EF4-FFF2-40B4-BE49-F238E27FC236}">
                  <a16:creationId xmlns:a16="http://schemas.microsoft.com/office/drawing/2014/main" id="{7BCD26EB-105F-4DB3-C1AB-6298CFC94E00}"/>
                </a:ext>
              </a:extLst>
            </p:cNvPr>
            <p:cNvSpPr txBox="1"/>
            <p:nvPr/>
          </p:nvSpPr>
          <p:spPr>
            <a:xfrm>
              <a:off x="-2937752" y="6202637"/>
              <a:ext cx="2172552" cy="738664"/>
            </a:xfrm>
            <a:prstGeom prst="rect">
              <a:avLst/>
            </a:prstGeom>
            <a:noFill/>
          </p:spPr>
          <p:txBody>
            <a:bodyPr wrap="square" rtlCol="0">
              <a:spAutoFit/>
            </a:bodyPr>
            <a:lstStyle/>
            <a:p>
              <a:pPr algn="ctr"/>
              <a:r>
                <a:rPr lang="en-IN" sz="1400" b="1">
                  <a:solidFill>
                    <a:schemeClr val="bg1"/>
                  </a:solidFill>
                  <a:latin typeface="Avenir Next LT Pro" panose="020B0504020202020204" pitchFamily="34" charset="0"/>
                </a:rPr>
                <a:t>Rajendra Singh</a:t>
              </a:r>
            </a:p>
            <a:p>
              <a:pPr algn="ctr"/>
              <a:endParaRPr lang="en-IN" sz="1400" b="1">
                <a:solidFill>
                  <a:schemeClr val="bg1"/>
                </a:solidFill>
                <a:latin typeface="Avenir Next LT Pro" panose="020B0504020202020204" pitchFamily="34" charset="0"/>
              </a:endParaRPr>
            </a:p>
            <a:p>
              <a:pPr algn="ctr"/>
              <a:r>
                <a:rPr lang="en-IN" sz="1400" b="1">
                  <a:solidFill>
                    <a:schemeClr val="bg1"/>
                  </a:solidFill>
                  <a:latin typeface="Avenir Next LT Pro" panose="020B0504020202020204" pitchFamily="34" charset="0"/>
                </a:rPr>
                <a:t>20</a:t>
              </a:r>
              <a:r>
                <a:rPr lang="en-IN" sz="1400" b="1" baseline="30000">
                  <a:solidFill>
                    <a:schemeClr val="bg1"/>
                  </a:solidFill>
                  <a:latin typeface="Avenir Next LT Pro" panose="020B0504020202020204" pitchFamily="34" charset="0"/>
                </a:rPr>
                <a:t>th</a:t>
              </a:r>
              <a:r>
                <a:rPr lang="en-IN" sz="1400" b="1">
                  <a:solidFill>
                    <a:schemeClr val="bg1"/>
                  </a:solidFill>
                  <a:latin typeface="Avenir Next LT Pro" panose="020B0504020202020204" pitchFamily="34" charset="0"/>
                </a:rPr>
                <a:t> Jul</a:t>
              </a:r>
            </a:p>
          </p:txBody>
        </p:sp>
      </p:grpSp>
      <p:grpSp>
        <p:nvGrpSpPr>
          <p:cNvPr id="8" name="Group 7">
            <a:extLst>
              <a:ext uri="{FF2B5EF4-FFF2-40B4-BE49-F238E27FC236}">
                <a16:creationId xmlns:a16="http://schemas.microsoft.com/office/drawing/2014/main" id="{84C0C3A8-0669-44A2-2EAC-145802DAC55A}"/>
              </a:ext>
            </a:extLst>
          </p:cNvPr>
          <p:cNvGrpSpPr/>
          <p:nvPr/>
        </p:nvGrpSpPr>
        <p:grpSpPr>
          <a:xfrm>
            <a:off x="2162458" y="1432460"/>
            <a:ext cx="2977251" cy="4217544"/>
            <a:chOff x="1389533" y="1060551"/>
            <a:chExt cx="2977251" cy="4217544"/>
          </a:xfrm>
        </p:grpSpPr>
        <p:grpSp>
          <p:nvGrpSpPr>
            <p:cNvPr id="14" name="Group 13">
              <a:extLst>
                <a:ext uri="{FF2B5EF4-FFF2-40B4-BE49-F238E27FC236}">
                  <a16:creationId xmlns:a16="http://schemas.microsoft.com/office/drawing/2014/main" id="{629706EB-22D6-6FFD-A649-78C000883923}"/>
                </a:ext>
              </a:extLst>
            </p:cNvPr>
            <p:cNvGrpSpPr/>
            <p:nvPr/>
          </p:nvGrpSpPr>
          <p:grpSpPr>
            <a:xfrm>
              <a:off x="1389533" y="3681647"/>
              <a:ext cx="2977251" cy="1596448"/>
              <a:chOff x="-3340101" y="5592066"/>
              <a:chExt cx="2977251" cy="1596448"/>
            </a:xfrm>
          </p:grpSpPr>
          <p:pic>
            <p:nvPicPr>
              <p:cNvPr id="15" name="Graphic 14" descr="Cake with solid fill">
                <a:extLst>
                  <a:ext uri="{FF2B5EF4-FFF2-40B4-BE49-F238E27FC236}">
                    <a16:creationId xmlns:a16="http://schemas.microsoft.com/office/drawing/2014/main" id="{127AEEF0-A01E-8607-6AF6-5DB45E791E0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340101" y="5592066"/>
                <a:ext cx="2977251" cy="1596448"/>
              </a:xfrm>
              <a:prstGeom prst="rect">
                <a:avLst/>
              </a:prstGeom>
            </p:spPr>
          </p:pic>
          <p:sp>
            <p:nvSpPr>
              <p:cNvPr id="16" name="TextBox 15">
                <a:extLst>
                  <a:ext uri="{FF2B5EF4-FFF2-40B4-BE49-F238E27FC236}">
                    <a16:creationId xmlns:a16="http://schemas.microsoft.com/office/drawing/2014/main" id="{AD7D1600-698A-1329-8AEB-4B6840E55023}"/>
                  </a:ext>
                </a:extLst>
              </p:cNvPr>
              <p:cNvSpPr txBox="1"/>
              <p:nvPr/>
            </p:nvSpPr>
            <p:spPr>
              <a:xfrm>
                <a:off x="-2937752" y="6202637"/>
                <a:ext cx="2172552" cy="738664"/>
              </a:xfrm>
              <a:prstGeom prst="rect">
                <a:avLst/>
              </a:prstGeom>
              <a:noFill/>
            </p:spPr>
            <p:txBody>
              <a:bodyPr wrap="square" rtlCol="0">
                <a:spAutoFit/>
              </a:bodyPr>
              <a:lstStyle/>
              <a:p>
                <a:pPr algn="ctr"/>
                <a:r>
                  <a:rPr lang="en-IN" sz="1400" b="1">
                    <a:solidFill>
                      <a:schemeClr val="bg1"/>
                    </a:solidFill>
                    <a:latin typeface="Avenir Next LT Pro" panose="020B0504020202020204" pitchFamily="34" charset="0"/>
                  </a:rPr>
                  <a:t>Apurva More</a:t>
                </a:r>
              </a:p>
              <a:p>
                <a:pPr algn="ctr"/>
                <a:endParaRPr lang="en-IN" sz="1400" b="1">
                  <a:solidFill>
                    <a:schemeClr val="bg1"/>
                  </a:solidFill>
                  <a:latin typeface="Avenir Next LT Pro" panose="020B0504020202020204" pitchFamily="34" charset="0"/>
                </a:endParaRPr>
              </a:p>
              <a:p>
                <a:pPr algn="ctr"/>
                <a:r>
                  <a:rPr lang="en-IN" sz="1400" b="1">
                    <a:solidFill>
                      <a:schemeClr val="bg1"/>
                    </a:solidFill>
                    <a:latin typeface="Avenir Next LT Pro" panose="020B0504020202020204" pitchFamily="34" charset="0"/>
                  </a:rPr>
                  <a:t>9</a:t>
                </a:r>
                <a:r>
                  <a:rPr lang="en-IN" sz="1400" b="1" baseline="30000">
                    <a:solidFill>
                      <a:schemeClr val="bg1"/>
                    </a:solidFill>
                    <a:latin typeface="Avenir Next LT Pro" panose="020B0504020202020204" pitchFamily="34" charset="0"/>
                  </a:rPr>
                  <a:t>th</a:t>
                </a:r>
                <a:r>
                  <a:rPr lang="en-IN" sz="1400" b="1">
                    <a:solidFill>
                      <a:schemeClr val="bg1"/>
                    </a:solidFill>
                    <a:latin typeface="Avenir Next LT Pro" panose="020B0504020202020204" pitchFamily="34" charset="0"/>
                  </a:rPr>
                  <a:t> Jul</a:t>
                </a:r>
              </a:p>
            </p:txBody>
          </p:sp>
        </p:grpSp>
        <p:pic>
          <p:nvPicPr>
            <p:cNvPr id="9" name="Picture 8">
              <a:extLst>
                <a:ext uri="{FF2B5EF4-FFF2-40B4-BE49-F238E27FC236}">
                  <a16:creationId xmlns:a16="http://schemas.microsoft.com/office/drawing/2014/main" id="{F7BA8EC9-1E07-89E2-CF4C-8E58AAFBF1BA}"/>
                </a:ext>
              </a:extLst>
            </p:cNvPr>
            <p:cNvPicPr>
              <a:picLocks noChangeAspect="1"/>
            </p:cNvPicPr>
            <p:nvPr/>
          </p:nvPicPr>
          <p:blipFill>
            <a:blip r:embed="rId5"/>
            <a:stretch>
              <a:fillRect/>
            </a:stretch>
          </p:blipFill>
          <p:spPr>
            <a:xfrm>
              <a:off x="1692534" y="1060551"/>
              <a:ext cx="2378236" cy="2389199"/>
            </a:xfrm>
            <a:prstGeom prst="ellipse">
              <a:avLst/>
            </a:prstGeom>
            <a:ln w="63500" cap="rnd">
              <a:solidFill>
                <a:schemeClr val="accent1"/>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grpSp>
      <p:pic>
        <p:nvPicPr>
          <p:cNvPr id="1026" name="Picture 2">
            <a:extLst>
              <a:ext uri="{FF2B5EF4-FFF2-40B4-BE49-F238E27FC236}">
                <a16:creationId xmlns:a16="http://schemas.microsoft.com/office/drawing/2014/main" id="{0196BEE6-8E4D-3350-AED3-F91314D0DC3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29509" y="1396525"/>
            <a:ext cx="2225621" cy="2375168"/>
          </a:xfrm>
          <a:prstGeom prst="ellipse">
            <a:avLst/>
          </a:prstGeom>
          <a:ln w="63500" cap="rnd">
            <a:solidFill>
              <a:schemeClr val="accent1"/>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a:extLst>
            <a:ext uri="{909E8E84-426E-40DD-AFC4-6F175D3DCCD1}">
              <a14:hiddenFill xmlns:a14="http://schemas.microsoft.com/office/drawing/2010/main">
                <a:solidFill>
                  <a:srgbClr val="FFFFFF"/>
                </a:solidFill>
              </a14:hiddenFill>
            </a:ext>
          </a:extLst>
        </p:spPr>
      </p:pic>
      <p:sp>
        <p:nvSpPr>
          <p:cNvPr id="10" name="Title 4">
            <a:extLst>
              <a:ext uri="{FF2B5EF4-FFF2-40B4-BE49-F238E27FC236}">
                <a16:creationId xmlns:a16="http://schemas.microsoft.com/office/drawing/2014/main" id="{649690DF-0E9F-E84A-71F4-57D391157A61}"/>
              </a:ext>
            </a:extLst>
          </p:cNvPr>
          <p:cNvSpPr>
            <a:spLocks noGrp="1"/>
          </p:cNvSpPr>
          <p:nvPr>
            <p:ph type="title"/>
          </p:nvPr>
        </p:nvSpPr>
        <p:spPr>
          <a:xfrm>
            <a:off x="298225" y="404937"/>
            <a:ext cx="11090938" cy="381017"/>
          </a:xfrm>
        </p:spPr>
        <p:txBody>
          <a:bodyPr/>
          <a:lstStyle/>
          <a:p>
            <a:r>
              <a:rPr lang="en-IN" b="1"/>
              <a:t>Birthday Wishes to our Team Members</a:t>
            </a:r>
            <a:endParaRPr lang="en-US" b="1"/>
          </a:p>
        </p:txBody>
      </p:sp>
    </p:spTree>
    <p:extLst>
      <p:ext uri="{BB962C8B-B14F-4D97-AF65-F5344CB8AC3E}">
        <p14:creationId xmlns:p14="http://schemas.microsoft.com/office/powerpoint/2010/main" val="9310328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extLst>
              <a:ext uri="{837473B0-CC2E-450A-ABE3-18F120FF3D39}">
                <a1611:picAttrSrcUrl xmlns:a1611="http://schemas.microsoft.com/office/drawing/2016/11/main" r:id="rId3"/>
              </a:ext>
            </a:extLst>
          </a:blip>
          <a:srcRect/>
          <a:stretch>
            <a:fillRect t="-9000" b="-9000"/>
          </a:stretch>
        </a:blipFill>
        <a:effectLst/>
      </p:bgPr>
    </p:bg>
    <p:spTree>
      <p:nvGrpSpPr>
        <p:cNvPr id="1" name="">
          <a:extLst>
            <a:ext uri="{FF2B5EF4-FFF2-40B4-BE49-F238E27FC236}">
              <a16:creationId xmlns:a16="http://schemas.microsoft.com/office/drawing/2014/main" id="{EFD0F03A-4600-2BA2-A267-BD85559526E5}"/>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F2BD9CCE-E8DE-E51F-0838-8ACF6054E699}"/>
              </a:ext>
            </a:extLst>
          </p:cNvPr>
          <p:cNvSpPr/>
          <p:nvPr/>
        </p:nvSpPr>
        <p:spPr>
          <a:xfrm>
            <a:off x="-28800" y="0"/>
            <a:ext cx="12220800" cy="6858000"/>
          </a:xfrm>
          <a:prstGeom prst="rect">
            <a:avLst/>
          </a:prstGeom>
          <a:solidFill>
            <a:schemeClr val="bg2">
              <a:lumMod val="75000"/>
              <a:alpha val="52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sz="1400">
              <a:solidFill>
                <a:schemeClr val="tx1"/>
              </a:solidFill>
            </a:endParaRPr>
          </a:p>
        </p:txBody>
      </p:sp>
      <p:sp>
        <p:nvSpPr>
          <p:cNvPr id="19" name="Slide Number Placeholder 18">
            <a:extLst>
              <a:ext uri="{FF2B5EF4-FFF2-40B4-BE49-F238E27FC236}">
                <a16:creationId xmlns:a16="http://schemas.microsoft.com/office/drawing/2014/main" id="{7612C570-807C-6954-FC02-18181D46D57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9A5160-6218-4E5A-B9E6-B93E3DAE377C}" type="slidenum">
              <a:rPr kumimoji="0" lang="en-US" sz="800" b="0" i="0" u="none" strike="noStrike" kern="1200" cap="none" spc="0" normalizeH="0" baseline="0" noProof="0" smtClean="0">
                <a:ln>
                  <a:noFill/>
                </a:ln>
                <a:solidFill>
                  <a:srgbClr val="FFFFFF">
                    <a:lumMod val="65000"/>
                  </a:srgbClr>
                </a:solidFill>
                <a:effectLst/>
                <a:uLnTx/>
                <a:uFillTx/>
                <a:latin typeface="Ubuntu"/>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800" b="0" i="0" u="none" strike="noStrike" kern="1200" cap="none" spc="0" normalizeH="0" baseline="0" noProof="0">
              <a:ln>
                <a:noFill/>
              </a:ln>
              <a:solidFill>
                <a:srgbClr val="FFFFFF">
                  <a:lumMod val="65000"/>
                </a:srgbClr>
              </a:solidFill>
              <a:effectLst/>
              <a:uLnTx/>
              <a:uFillTx/>
              <a:latin typeface="Ubuntu"/>
              <a:ea typeface="+mn-ea"/>
              <a:cs typeface="Arial" panose="020B0604020202020204" pitchFamily="34" charset="0"/>
            </a:endParaRPr>
          </a:p>
        </p:txBody>
      </p:sp>
      <p:sp>
        <p:nvSpPr>
          <p:cNvPr id="3" name="Date Placeholder 16">
            <a:extLst>
              <a:ext uri="{FF2B5EF4-FFF2-40B4-BE49-F238E27FC236}">
                <a16:creationId xmlns:a16="http://schemas.microsoft.com/office/drawing/2014/main" id="{82C09DBD-9864-F46E-F2B6-4F6166E08EEC}"/>
              </a:ext>
            </a:extLst>
          </p:cNvPr>
          <p:cNvSpPr>
            <a:spLocks noGrp="1"/>
          </p:cNvSpPr>
          <p:nvPr>
            <p:ph type="dt" sz="half" idx="10"/>
          </p:nvPr>
        </p:nvSpPr>
        <p:spPr>
          <a:xfrm>
            <a:off x="8803758" y="6650661"/>
            <a:ext cx="2837379" cy="123111"/>
          </a:xfrm>
        </p:spPr>
        <p:txBody>
          <a:bodyPr/>
          <a:lstStyle/>
          <a:p>
            <a:pPr marL="0" marR="0" lvl="0" indent="0" algn="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sz="800" b="0" i="0" u="none" strike="noStrike" kern="1200" cap="none" spc="0" normalizeH="0" baseline="0" noProof="0">
                <a:ln>
                  <a:noFill/>
                </a:ln>
                <a:solidFill>
                  <a:srgbClr val="FFFFFF">
                    <a:lumMod val="65000"/>
                  </a:srgbClr>
                </a:solidFill>
                <a:effectLst/>
                <a:uLnTx/>
                <a:uFillTx/>
                <a:latin typeface="Ubuntu"/>
                <a:ea typeface="+mn-ea"/>
                <a:cs typeface="+mn-cs"/>
              </a:rPr>
              <a:t>Company Confidential © Capgemini 2026. All rights reserved.</a:t>
            </a:r>
          </a:p>
        </p:txBody>
      </p:sp>
      <p:sp>
        <p:nvSpPr>
          <p:cNvPr id="6" name="Footer Placeholder 17">
            <a:extLst>
              <a:ext uri="{FF2B5EF4-FFF2-40B4-BE49-F238E27FC236}">
                <a16:creationId xmlns:a16="http://schemas.microsoft.com/office/drawing/2014/main" id="{2137D995-8FCB-3CAC-2D43-AFCDDFB82BC1}"/>
              </a:ext>
            </a:extLst>
          </p:cNvPr>
          <p:cNvSpPr>
            <a:spLocks noGrp="1"/>
          </p:cNvSpPr>
          <p:nvPr>
            <p:ph type="ftr" sz="quarter" idx="11"/>
          </p:nvPr>
        </p:nvSpPr>
        <p:spPr>
          <a:xfrm>
            <a:off x="550863" y="6650661"/>
            <a:ext cx="4716524" cy="123111"/>
          </a:xfrm>
        </p:spPr>
        <p:txBody>
          <a:bodyPr/>
          <a:lstStyle/>
          <a:p>
            <a:pPr>
              <a:spcBef>
                <a:spcPts val="1000"/>
              </a:spcBef>
              <a:buFont typeface="Arial" panose="020B0604020202020204" pitchFamily="34" charset="0"/>
              <a:buNone/>
            </a:pPr>
            <a:r>
              <a:rPr lang="en-US"/>
              <a:t>TMT Monthly Update |  July 2026</a:t>
            </a:r>
          </a:p>
        </p:txBody>
      </p:sp>
      <p:sp>
        <p:nvSpPr>
          <p:cNvPr id="12" name="Title 4">
            <a:extLst>
              <a:ext uri="{FF2B5EF4-FFF2-40B4-BE49-F238E27FC236}">
                <a16:creationId xmlns:a16="http://schemas.microsoft.com/office/drawing/2014/main" id="{A79D6BC4-E75E-0927-4257-EDBF2E34D0C4}"/>
              </a:ext>
            </a:extLst>
          </p:cNvPr>
          <p:cNvSpPr>
            <a:spLocks noGrp="1"/>
          </p:cNvSpPr>
          <p:nvPr>
            <p:ph type="title"/>
          </p:nvPr>
        </p:nvSpPr>
        <p:spPr>
          <a:xfrm>
            <a:off x="148527" y="211188"/>
            <a:ext cx="11090938" cy="560232"/>
          </a:xfrm>
        </p:spPr>
        <p:txBody>
          <a:bodyPr/>
          <a:lstStyle/>
          <a:p>
            <a:r>
              <a:rPr lang="en-IN" b="1"/>
              <a:t>Work Anniversary of our Team Member</a:t>
            </a:r>
            <a:endParaRPr lang="en-US" b="1"/>
          </a:p>
        </p:txBody>
      </p:sp>
      <p:sp>
        <p:nvSpPr>
          <p:cNvPr id="15" name="Rectangle 14">
            <a:extLst>
              <a:ext uri="{FF2B5EF4-FFF2-40B4-BE49-F238E27FC236}">
                <a16:creationId xmlns:a16="http://schemas.microsoft.com/office/drawing/2014/main" id="{AED10615-CB9F-11B8-2DBB-7235D4278F85}"/>
              </a:ext>
            </a:extLst>
          </p:cNvPr>
          <p:cNvSpPr/>
          <p:nvPr/>
        </p:nvSpPr>
        <p:spPr>
          <a:xfrm>
            <a:off x="2708439" y="5936996"/>
            <a:ext cx="2160000" cy="361710"/>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b="1">
              <a:solidFill>
                <a:schemeClr val="bg2"/>
              </a:solidFill>
            </a:endParaRPr>
          </a:p>
        </p:txBody>
      </p:sp>
      <p:sp>
        <p:nvSpPr>
          <p:cNvPr id="21" name="Rectangle 20">
            <a:extLst>
              <a:ext uri="{FF2B5EF4-FFF2-40B4-BE49-F238E27FC236}">
                <a16:creationId xmlns:a16="http://schemas.microsoft.com/office/drawing/2014/main" id="{BA4E13D1-1A82-E14D-8DB8-9FB588A09E6B}"/>
              </a:ext>
            </a:extLst>
          </p:cNvPr>
          <p:cNvSpPr/>
          <p:nvPr/>
        </p:nvSpPr>
        <p:spPr>
          <a:xfrm>
            <a:off x="5023560" y="3398420"/>
            <a:ext cx="2160000" cy="360000"/>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b="1">
              <a:solidFill>
                <a:schemeClr val="bg2"/>
              </a:solidFill>
            </a:endParaRPr>
          </a:p>
        </p:txBody>
      </p:sp>
      <p:sp>
        <p:nvSpPr>
          <p:cNvPr id="26" name="Rectangle 25">
            <a:extLst>
              <a:ext uri="{FF2B5EF4-FFF2-40B4-BE49-F238E27FC236}">
                <a16:creationId xmlns:a16="http://schemas.microsoft.com/office/drawing/2014/main" id="{1946E467-1CDC-EBD3-D88F-7398D84B1F04}"/>
              </a:ext>
            </a:extLst>
          </p:cNvPr>
          <p:cNvSpPr/>
          <p:nvPr/>
        </p:nvSpPr>
        <p:spPr>
          <a:xfrm>
            <a:off x="9568460" y="3372773"/>
            <a:ext cx="2322840" cy="378821"/>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b="1">
              <a:solidFill>
                <a:schemeClr val="bg2"/>
              </a:solidFill>
            </a:endParaRPr>
          </a:p>
        </p:txBody>
      </p:sp>
      <p:sp>
        <p:nvSpPr>
          <p:cNvPr id="31" name="Rectangle 30">
            <a:extLst>
              <a:ext uri="{FF2B5EF4-FFF2-40B4-BE49-F238E27FC236}">
                <a16:creationId xmlns:a16="http://schemas.microsoft.com/office/drawing/2014/main" id="{7490E593-F1B2-C619-C359-EFB40BB352E5}"/>
              </a:ext>
            </a:extLst>
          </p:cNvPr>
          <p:cNvSpPr/>
          <p:nvPr/>
        </p:nvSpPr>
        <p:spPr>
          <a:xfrm>
            <a:off x="7324810" y="5933437"/>
            <a:ext cx="2160000" cy="360000"/>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b="1">
              <a:solidFill>
                <a:schemeClr val="bg2"/>
              </a:solidFill>
            </a:endParaRPr>
          </a:p>
        </p:txBody>
      </p:sp>
      <p:pic>
        <p:nvPicPr>
          <p:cNvPr id="30" name="Picture 4">
            <a:extLst>
              <a:ext uri="{FF2B5EF4-FFF2-40B4-BE49-F238E27FC236}">
                <a16:creationId xmlns:a16="http://schemas.microsoft.com/office/drawing/2014/main" id="{0804FEF7-491F-993F-AD65-5594B9A2A23C}"/>
              </a:ext>
            </a:extLst>
          </p:cNvPr>
          <p:cNvPicPr>
            <a:picLocks noChangeAspect="1" noChangeArrowheads="1"/>
          </p:cNvPicPr>
          <p:nvPr/>
        </p:nvPicPr>
        <p:blipFill>
          <a:blip r:embed="rId4"/>
          <a:srcRect t="11078" b="11078"/>
          <a:stretch/>
        </p:blipFill>
        <p:spPr bwMode="auto">
          <a:xfrm>
            <a:off x="7324810" y="3639658"/>
            <a:ext cx="2102400" cy="2102400"/>
          </a:xfrm>
          <a:prstGeom prst="ellipse">
            <a:avLst/>
          </a:prstGeom>
          <a:ln w="63500" cap="rnd">
            <a:solidFill>
              <a:schemeClr val="accent1"/>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a:extLst>
            <a:ext uri="{909E8E84-426E-40DD-AFC4-6F175D3DCCD1}">
              <a14:hiddenFill xmlns:a14="http://schemas.microsoft.com/office/drawing/2010/main">
                <a:solidFill>
                  <a:srgbClr val="FFFFFF"/>
                </a:solidFill>
              </a14:hiddenFill>
            </a:ext>
          </a:extLst>
        </p:spPr>
      </p:pic>
      <p:sp>
        <p:nvSpPr>
          <p:cNvPr id="34" name="TextBox 33">
            <a:extLst>
              <a:ext uri="{FF2B5EF4-FFF2-40B4-BE49-F238E27FC236}">
                <a16:creationId xmlns:a16="http://schemas.microsoft.com/office/drawing/2014/main" id="{3A492A6C-168C-D2D6-4BDA-BC308229D737}"/>
              </a:ext>
            </a:extLst>
          </p:cNvPr>
          <p:cNvSpPr txBox="1"/>
          <p:nvPr/>
        </p:nvSpPr>
        <p:spPr>
          <a:xfrm>
            <a:off x="215729" y="3393754"/>
            <a:ext cx="2520239" cy="369332"/>
          </a:xfrm>
          <a:prstGeom prst="rect">
            <a:avLst/>
          </a:prstGeom>
          <a:noFill/>
        </p:spPr>
        <p:txBody>
          <a:bodyPr wrap="square">
            <a:spAutoFit/>
          </a:bodyPr>
          <a:lstStyle/>
          <a:p>
            <a:pPr algn="ctr"/>
            <a:r>
              <a:rPr lang="en-IN" b="1">
                <a:solidFill>
                  <a:schemeClr val="bg1"/>
                </a:solidFill>
                <a:latin typeface="Avenir Next LT Pro" panose="020B0504020202020204" pitchFamily="34" charset="0"/>
              </a:rPr>
              <a:t>Praveen Kutty</a:t>
            </a:r>
            <a:endParaRPr lang="en-IN" sz="1800" b="1">
              <a:solidFill>
                <a:schemeClr val="bg1"/>
              </a:solidFill>
              <a:latin typeface="Avenir Next LT Pro" panose="020B0504020202020204" pitchFamily="34" charset="0"/>
            </a:endParaRPr>
          </a:p>
        </p:txBody>
      </p:sp>
      <p:sp>
        <p:nvSpPr>
          <p:cNvPr id="35" name="TextBox 34">
            <a:extLst>
              <a:ext uri="{FF2B5EF4-FFF2-40B4-BE49-F238E27FC236}">
                <a16:creationId xmlns:a16="http://schemas.microsoft.com/office/drawing/2014/main" id="{20706FE0-2226-43B5-6683-693FA9828656}"/>
              </a:ext>
            </a:extLst>
          </p:cNvPr>
          <p:cNvSpPr txBox="1"/>
          <p:nvPr/>
        </p:nvSpPr>
        <p:spPr>
          <a:xfrm>
            <a:off x="4775749" y="3393754"/>
            <a:ext cx="2520239" cy="369332"/>
          </a:xfrm>
          <a:prstGeom prst="rect">
            <a:avLst/>
          </a:prstGeom>
          <a:noFill/>
        </p:spPr>
        <p:txBody>
          <a:bodyPr wrap="square">
            <a:spAutoFit/>
          </a:bodyPr>
          <a:lstStyle/>
          <a:p>
            <a:pPr algn="ctr"/>
            <a:r>
              <a:rPr lang="en-IN" sz="1800" b="1">
                <a:solidFill>
                  <a:schemeClr val="bg1"/>
                </a:solidFill>
                <a:latin typeface="Avenir Next LT Pro" panose="020B0504020202020204" pitchFamily="34" charset="0"/>
              </a:rPr>
              <a:t>Atanu Basu</a:t>
            </a:r>
          </a:p>
        </p:txBody>
      </p:sp>
      <p:sp>
        <p:nvSpPr>
          <p:cNvPr id="36" name="TextBox 35">
            <a:extLst>
              <a:ext uri="{FF2B5EF4-FFF2-40B4-BE49-F238E27FC236}">
                <a16:creationId xmlns:a16="http://schemas.microsoft.com/office/drawing/2014/main" id="{C3AF3E15-886F-9022-6A28-8B539709C509}"/>
              </a:ext>
            </a:extLst>
          </p:cNvPr>
          <p:cNvSpPr txBox="1"/>
          <p:nvPr/>
        </p:nvSpPr>
        <p:spPr>
          <a:xfrm>
            <a:off x="9456032" y="3385619"/>
            <a:ext cx="2520239" cy="369332"/>
          </a:xfrm>
          <a:prstGeom prst="rect">
            <a:avLst/>
          </a:prstGeom>
          <a:noFill/>
        </p:spPr>
        <p:txBody>
          <a:bodyPr wrap="square">
            <a:spAutoFit/>
          </a:bodyPr>
          <a:lstStyle/>
          <a:p>
            <a:pPr algn="ctr"/>
            <a:r>
              <a:rPr lang="en-IN" b="1">
                <a:solidFill>
                  <a:schemeClr val="bg1"/>
                </a:solidFill>
                <a:latin typeface="Avenir Next LT Pro" panose="020B0504020202020204" pitchFamily="34" charset="0"/>
              </a:rPr>
              <a:t>Abhishek Chaudhari</a:t>
            </a:r>
            <a:endParaRPr lang="en-IN" sz="1800" b="1">
              <a:solidFill>
                <a:schemeClr val="bg1"/>
              </a:solidFill>
              <a:latin typeface="Avenir Next LT Pro" panose="020B0504020202020204" pitchFamily="34" charset="0"/>
            </a:endParaRPr>
          </a:p>
        </p:txBody>
      </p:sp>
      <p:sp>
        <p:nvSpPr>
          <p:cNvPr id="37" name="TextBox 36">
            <a:extLst>
              <a:ext uri="{FF2B5EF4-FFF2-40B4-BE49-F238E27FC236}">
                <a16:creationId xmlns:a16="http://schemas.microsoft.com/office/drawing/2014/main" id="{F747CF59-4468-8402-625C-84C6D595DA19}"/>
              </a:ext>
            </a:extLst>
          </p:cNvPr>
          <p:cNvSpPr txBox="1"/>
          <p:nvPr/>
        </p:nvSpPr>
        <p:spPr>
          <a:xfrm>
            <a:off x="2528319" y="5948519"/>
            <a:ext cx="2520239" cy="369332"/>
          </a:xfrm>
          <a:prstGeom prst="rect">
            <a:avLst/>
          </a:prstGeom>
          <a:noFill/>
        </p:spPr>
        <p:txBody>
          <a:bodyPr wrap="square">
            <a:spAutoFit/>
          </a:bodyPr>
          <a:lstStyle/>
          <a:p>
            <a:pPr algn="ctr"/>
            <a:r>
              <a:rPr lang="en-IN" sz="1800" b="1">
                <a:solidFill>
                  <a:schemeClr val="bg1"/>
                </a:solidFill>
                <a:latin typeface="Avenir Next LT Pro" panose="020B0504020202020204" pitchFamily="34" charset="0"/>
              </a:rPr>
              <a:t>Shikha Singh</a:t>
            </a:r>
          </a:p>
        </p:txBody>
      </p:sp>
      <p:sp>
        <p:nvSpPr>
          <p:cNvPr id="38" name="TextBox 37">
            <a:extLst>
              <a:ext uri="{FF2B5EF4-FFF2-40B4-BE49-F238E27FC236}">
                <a16:creationId xmlns:a16="http://schemas.microsoft.com/office/drawing/2014/main" id="{14D51EF0-4245-44F4-8CF1-395B00926F62}"/>
              </a:ext>
            </a:extLst>
          </p:cNvPr>
          <p:cNvSpPr txBox="1"/>
          <p:nvPr/>
        </p:nvSpPr>
        <p:spPr>
          <a:xfrm>
            <a:off x="7143444" y="5917392"/>
            <a:ext cx="2520239" cy="369332"/>
          </a:xfrm>
          <a:prstGeom prst="rect">
            <a:avLst/>
          </a:prstGeom>
          <a:noFill/>
        </p:spPr>
        <p:txBody>
          <a:bodyPr wrap="square">
            <a:spAutoFit/>
          </a:bodyPr>
          <a:lstStyle/>
          <a:p>
            <a:pPr algn="ctr"/>
            <a:r>
              <a:rPr lang="en-IN" b="1">
                <a:solidFill>
                  <a:schemeClr val="bg1"/>
                </a:solidFill>
                <a:latin typeface="Avenir Next LT Pro" panose="020B0504020202020204" pitchFamily="34" charset="0"/>
              </a:rPr>
              <a:t>Kajal Dasani</a:t>
            </a:r>
            <a:endParaRPr lang="en-IN" sz="1800" b="1">
              <a:solidFill>
                <a:schemeClr val="bg1"/>
              </a:solidFill>
              <a:latin typeface="Avenir Next LT Pro" panose="020B0504020202020204" pitchFamily="34" charset="0"/>
            </a:endParaRPr>
          </a:p>
        </p:txBody>
      </p:sp>
      <p:pic>
        <p:nvPicPr>
          <p:cNvPr id="1026" name="Picture 2">
            <a:extLst>
              <a:ext uri="{FF2B5EF4-FFF2-40B4-BE49-F238E27FC236}">
                <a16:creationId xmlns:a16="http://schemas.microsoft.com/office/drawing/2014/main" id="{FCD45FFF-EDDA-EECC-775B-AB98CED1908C}"/>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1537" r="14939"/>
          <a:stretch>
            <a:fillRect/>
          </a:stretch>
        </p:blipFill>
        <p:spPr bwMode="auto">
          <a:xfrm>
            <a:off x="455764" y="1099975"/>
            <a:ext cx="2102400" cy="2107066"/>
          </a:xfrm>
          <a:prstGeom prst="ellipse">
            <a:avLst/>
          </a:prstGeom>
          <a:ln w="63500" cap="rnd">
            <a:solidFill>
              <a:schemeClr val="accent1"/>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883442EF-30D1-345E-748B-59CAF99E6CD8}"/>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609" t="11560" r="609"/>
          <a:stretch>
            <a:fillRect/>
          </a:stretch>
        </p:blipFill>
        <p:spPr bwMode="auto">
          <a:xfrm>
            <a:off x="4973710" y="1106346"/>
            <a:ext cx="2107066" cy="2107066"/>
          </a:xfrm>
          <a:prstGeom prst="ellipse">
            <a:avLst/>
          </a:prstGeom>
          <a:ln w="63500" cap="rnd">
            <a:solidFill>
              <a:schemeClr val="accent1"/>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B6E3BCFE-A94C-E0F6-956B-808F7B0A81D4}"/>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14803" t="4821" r="9740"/>
          <a:stretch>
            <a:fillRect/>
          </a:stretch>
        </p:blipFill>
        <p:spPr bwMode="auto">
          <a:xfrm>
            <a:off x="9603220" y="1099976"/>
            <a:ext cx="2133016" cy="2107065"/>
          </a:xfrm>
          <a:prstGeom prst="ellipse">
            <a:avLst/>
          </a:prstGeom>
          <a:ln w="63500" cap="rnd">
            <a:solidFill>
              <a:schemeClr val="accent1"/>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a:extLst>
            <a:ext uri="{909E8E84-426E-40DD-AFC4-6F175D3DCCD1}">
              <a14:hiddenFill xmlns:a14="http://schemas.microsoft.com/office/drawing/2010/main">
                <a:solidFill>
                  <a:srgbClr val="FFFFFF"/>
                </a:solidFill>
              </a14:hiddenFill>
            </a:ext>
          </a:extLst>
        </p:spPr>
      </p:pic>
      <p:sp>
        <p:nvSpPr>
          <p:cNvPr id="11" name="Rectangle 10">
            <a:extLst>
              <a:ext uri="{FF2B5EF4-FFF2-40B4-BE49-F238E27FC236}">
                <a16:creationId xmlns:a16="http://schemas.microsoft.com/office/drawing/2014/main" id="{9A1A1172-945F-C324-F7F0-45936A66AE17}"/>
              </a:ext>
            </a:extLst>
          </p:cNvPr>
          <p:cNvSpPr/>
          <p:nvPr/>
        </p:nvSpPr>
        <p:spPr>
          <a:xfrm>
            <a:off x="428780" y="3398420"/>
            <a:ext cx="2160000" cy="360000"/>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b="1">
              <a:solidFill>
                <a:schemeClr val="bg2"/>
              </a:solidFill>
            </a:endParaRPr>
          </a:p>
        </p:txBody>
      </p:sp>
      <p:grpSp>
        <p:nvGrpSpPr>
          <p:cNvPr id="44" name="Group 43">
            <a:extLst>
              <a:ext uri="{FF2B5EF4-FFF2-40B4-BE49-F238E27FC236}">
                <a16:creationId xmlns:a16="http://schemas.microsoft.com/office/drawing/2014/main" id="{0A439067-667F-8964-C565-DD938CC8ABCF}"/>
              </a:ext>
            </a:extLst>
          </p:cNvPr>
          <p:cNvGrpSpPr/>
          <p:nvPr/>
        </p:nvGrpSpPr>
        <p:grpSpPr>
          <a:xfrm>
            <a:off x="521321" y="3751594"/>
            <a:ext cx="1909053" cy="434712"/>
            <a:chOff x="476782" y="3734290"/>
            <a:chExt cx="1909053" cy="434712"/>
          </a:xfrm>
        </p:grpSpPr>
        <p:pic>
          <p:nvPicPr>
            <p:cNvPr id="13" name="Graphic 12" descr="Star with solid fill">
              <a:extLst>
                <a:ext uri="{FF2B5EF4-FFF2-40B4-BE49-F238E27FC236}">
                  <a16:creationId xmlns:a16="http://schemas.microsoft.com/office/drawing/2014/main" id="{9D133262-9D11-962F-4A79-EDD5C6E38309}"/>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213952" y="3734290"/>
              <a:ext cx="434712" cy="434712"/>
            </a:xfrm>
            <a:prstGeom prst="rect">
              <a:avLst/>
            </a:prstGeom>
          </p:spPr>
        </p:pic>
        <p:pic>
          <p:nvPicPr>
            <p:cNvPr id="39" name="Graphic 38" descr="Star with solid fill">
              <a:extLst>
                <a:ext uri="{FF2B5EF4-FFF2-40B4-BE49-F238E27FC236}">
                  <a16:creationId xmlns:a16="http://schemas.microsoft.com/office/drawing/2014/main" id="{74BAACE4-26D2-ED0D-7370-A70AD5F001F5}"/>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582537" y="3734290"/>
              <a:ext cx="434712" cy="434712"/>
            </a:xfrm>
            <a:prstGeom prst="rect">
              <a:avLst/>
            </a:prstGeom>
          </p:spPr>
        </p:pic>
        <p:pic>
          <p:nvPicPr>
            <p:cNvPr id="40" name="Graphic 39" descr="Star with solid fill">
              <a:extLst>
                <a:ext uri="{FF2B5EF4-FFF2-40B4-BE49-F238E27FC236}">
                  <a16:creationId xmlns:a16="http://schemas.microsoft.com/office/drawing/2014/main" id="{3BFCE8BB-FDD8-A59D-D9A0-B69F487922ED}"/>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76782" y="3734290"/>
              <a:ext cx="434712" cy="434712"/>
            </a:xfrm>
            <a:prstGeom prst="rect">
              <a:avLst/>
            </a:prstGeom>
          </p:spPr>
        </p:pic>
        <p:pic>
          <p:nvPicPr>
            <p:cNvPr id="41" name="Graphic 40" descr="Star with solid fill">
              <a:extLst>
                <a:ext uri="{FF2B5EF4-FFF2-40B4-BE49-F238E27FC236}">
                  <a16:creationId xmlns:a16="http://schemas.microsoft.com/office/drawing/2014/main" id="{5FAAA00B-4C86-F310-1E37-2A73FA96D908}"/>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951123" y="3734290"/>
              <a:ext cx="434712" cy="434712"/>
            </a:xfrm>
            <a:prstGeom prst="rect">
              <a:avLst/>
            </a:prstGeom>
          </p:spPr>
        </p:pic>
        <p:pic>
          <p:nvPicPr>
            <p:cNvPr id="42" name="Graphic 41" descr="Star with solid fill">
              <a:extLst>
                <a:ext uri="{FF2B5EF4-FFF2-40B4-BE49-F238E27FC236}">
                  <a16:creationId xmlns:a16="http://schemas.microsoft.com/office/drawing/2014/main" id="{A0E6E060-828F-0A2F-570A-BEB015368C36}"/>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45367" y="3734290"/>
              <a:ext cx="434712" cy="434712"/>
            </a:xfrm>
            <a:prstGeom prst="rect">
              <a:avLst/>
            </a:prstGeom>
          </p:spPr>
        </p:pic>
      </p:grpSp>
      <p:grpSp>
        <p:nvGrpSpPr>
          <p:cNvPr id="45" name="Group 44">
            <a:extLst>
              <a:ext uri="{FF2B5EF4-FFF2-40B4-BE49-F238E27FC236}">
                <a16:creationId xmlns:a16="http://schemas.microsoft.com/office/drawing/2014/main" id="{6FEBC0CC-39CF-5526-8110-FCC19002D047}"/>
              </a:ext>
            </a:extLst>
          </p:cNvPr>
          <p:cNvGrpSpPr/>
          <p:nvPr/>
        </p:nvGrpSpPr>
        <p:grpSpPr>
          <a:xfrm>
            <a:off x="5184698" y="3738866"/>
            <a:ext cx="1909053" cy="434712"/>
            <a:chOff x="476782" y="3734290"/>
            <a:chExt cx="1909053" cy="434712"/>
          </a:xfrm>
        </p:grpSpPr>
        <p:pic>
          <p:nvPicPr>
            <p:cNvPr id="46" name="Graphic 45" descr="Star with solid fill">
              <a:extLst>
                <a:ext uri="{FF2B5EF4-FFF2-40B4-BE49-F238E27FC236}">
                  <a16:creationId xmlns:a16="http://schemas.microsoft.com/office/drawing/2014/main" id="{D5B55614-5BA9-CE56-DFF2-A40808E1659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213952" y="3734290"/>
              <a:ext cx="434712" cy="434712"/>
            </a:xfrm>
            <a:prstGeom prst="rect">
              <a:avLst/>
            </a:prstGeom>
          </p:spPr>
        </p:pic>
        <p:pic>
          <p:nvPicPr>
            <p:cNvPr id="47" name="Graphic 46" descr="Star with solid fill">
              <a:extLst>
                <a:ext uri="{FF2B5EF4-FFF2-40B4-BE49-F238E27FC236}">
                  <a16:creationId xmlns:a16="http://schemas.microsoft.com/office/drawing/2014/main" id="{68AC3B88-99C6-1679-AC44-9D277A8FBBAC}"/>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582537" y="3734290"/>
              <a:ext cx="434712" cy="434712"/>
            </a:xfrm>
            <a:prstGeom prst="rect">
              <a:avLst/>
            </a:prstGeom>
          </p:spPr>
        </p:pic>
        <p:pic>
          <p:nvPicPr>
            <p:cNvPr id="48" name="Graphic 47" descr="Star with solid fill">
              <a:extLst>
                <a:ext uri="{FF2B5EF4-FFF2-40B4-BE49-F238E27FC236}">
                  <a16:creationId xmlns:a16="http://schemas.microsoft.com/office/drawing/2014/main" id="{B5CDFD19-BDFE-24E7-A27C-A53D0103E4E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76782" y="3734290"/>
              <a:ext cx="434712" cy="434712"/>
            </a:xfrm>
            <a:prstGeom prst="rect">
              <a:avLst/>
            </a:prstGeom>
          </p:spPr>
        </p:pic>
        <p:pic>
          <p:nvPicPr>
            <p:cNvPr id="49" name="Graphic 48" descr="Star with solid fill">
              <a:extLst>
                <a:ext uri="{FF2B5EF4-FFF2-40B4-BE49-F238E27FC236}">
                  <a16:creationId xmlns:a16="http://schemas.microsoft.com/office/drawing/2014/main" id="{A8D90782-346E-5643-2249-ACADC0641A5D}"/>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951123" y="3734290"/>
              <a:ext cx="434712" cy="434712"/>
            </a:xfrm>
            <a:prstGeom prst="rect">
              <a:avLst/>
            </a:prstGeom>
          </p:spPr>
        </p:pic>
        <p:pic>
          <p:nvPicPr>
            <p:cNvPr id="50" name="Graphic 49" descr="Star with solid fill">
              <a:extLst>
                <a:ext uri="{FF2B5EF4-FFF2-40B4-BE49-F238E27FC236}">
                  <a16:creationId xmlns:a16="http://schemas.microsoft.com/office/drawing/2014/main" id="{3D8BF688-287D-E3A0-AAC6-8734155D9A22}"/>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45367" y="3734290"/>
              <a:ext cx="434712" cy="434712"/>
            </a:xfrm>
            <a:prstGeom prst="rect">
              <a:avLst/>
            </a:prstGeom>
          </p:spPr>
        </p:pic>
      </p:grpSp>
      <p:grpSp>
        <p:nvGrpSpPr>
          <p:cNvPr id="57" name="Group 56">
            <a:extLst>
              <a:ext uri="{FF2B5EF4-FFF2-40B4-BE49-F238E27FC236}">
                <a16:creationId xmlns:a16="http://schemas.microsoft.com/office/drawing/2014/main" id="{13C7352E-FE94-FDD4-9442-FC5D7BA2C194}"/>
              </a:ext>
            </a:extLst>
          </p:cNvPr>
          <p:cNvGrpSpPr/>
          <p:nvPr/>
        </p:nvGrpSpPr>
        <p:grpSpPr>
          <a:xfrm>
            <a:off x="9941129" y="3738866"/>
            <a:ext cx="1540467" cy="434712"/>
            <a:chOff x="9658269" y="3758420"/>
            <a:chExt cx="1540467" cy="434712"/>
          </a:xfrm>
        </p:grpSpPr>
        <p:pic>
          <p:nvPicPr>
            <p:cNvPr id="52" name="Graphic 51" descr="Star with solid fill">
              <a:extLst>
                <a:ext uri="{FF2B5EF4-FFF2-40B4-BE49-F238E27FC236}">
                  <a16:creationId xmlns:a16="http://schemas.microsoft.com/office/drawing/2014/main" id="{7ECE4774-7838-F730-FFF1-71F9C822C680}"/>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0395439" y="3758420"/>
              <a:ext cx="434712" cy="434712"/>
            </a:xfrm>
            <a:prstGeom prst="rect">
              <a:avLst/>
            </a:prstGeom>
          </p:spPr>
        </p:pic>
        <p:pic>
          <p:nvPicPr>
            <p:cNvPr id="53" name="Graphic 52" descr="Star with solid fill">
              <a:extLst>
                <a:ext uri="{FF2B5EF4-FFF2-40B4-BE49-F238E27FC236}">
                  <a16:creationId xmlns:a16="http://schemas.microsoft.com/office/drawing/2014/main" id="{AF255C1B-FFF6-5A51-F2C6-D3D6A4CBE8EA}"/>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0764024" y="3758420"/>
              <a:ext cx="434712" cy="434712"/>
            </a:xfrm>
            <a:prstGeom prst="rect">
              <a:avLst/>
            </a:prstGeom>
          </p:spPr>
        </p:pic>
        <p:pic>
          <p:nvPicPr>
            <p:cNvPr id="54" name="Graphic 53" descr="Star with solid fill">
              <a:extLst>
                <a:ext uri="{FF2B5EF4-FFF2-40B4-BE49-F238E27FC236}">
                  <a16:creationId xmlns:a16="http://schemas.microsoft.com/office/drawing/2014/main" id="{A79B8099-E2B7-3900-0ED0-A8C91CD9E37E}"/>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658269" y="3758420"/>
              <a:ext cx="434712" cy="434712"/>
            </a:xfrm>
            <a:prstGeom prst="rect">
              <a:avLst/>
            </a:prstGeom>
          </p:spPr>
        </p:pic>
        <p:pic>
          <p:nvPicPr>
            <p:cNvPr id="56" name="Graphic 55" descr="Star with solid fill">
              <a:extLst>
                <a:ext uri="{FF2B5EF4-FFF2-40B4-BE49-F238E27FC236}">
                  <a16:creationId xmlns:a16="http://schemas.microsoft.com/office/drawing/2014/main" id="{683BA9E1-4CA4-16F0-E34A-ECEDC19E6A59}"/>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0026854" y="3758420"/>
              <a:ext cx="434712" cy="434712"/>
            </a:xfrm>
            <a:prstGeom prst="rect">
              <a:avLst/>
            </a:prstGeom>
          </p:spPr>
        </p:pic>
      </p:grpSp>
      <p:grpSp>
        <p:nvGrpSpPr>
          <p:cNvPr id="58" name="Group 57">
            <a:extLst>
              <a:ext uri="{FF2B5EF4-FFF2-40B4-BE49-F238E27FC236}">
                <a16:creationId xmlns:a16="http://schemas.microsoft.com/office/drawing/2014/main" id="{6860196E-E605-19BA-EB0F-AE06348A9874}"/>
              </a:ext>
            </a:extLst>
          </p:cNvPr>
          <p:cNvGrpSpPr/>
          <p:nvPr/>
        </p:nvGrpSpPr>
        <p:grpSpPr>
          <a:xfrm>
            <a:off x="3018204" y="6293437"/>
            <a:ext cx="1540467" cy="434712"/>
            <a:chOff x="9658269" y="3758420"/>
            <a:chExt cx="1540467" cy="434712"/>
          </a:xfrm>
        </p:grpSpPr>
        <p:pic>
          <p:nvPicPr>
            <p:cNvPr id="59" name="Graphic 58" descr="Star with solid fill">
              <a:extLst>
                <a:ext uri="{FF2B5EF4-FFF2-40B4-BE49-F238E27FC236}">
                  <a16:creationId xmlns:a16="http://schemas.microsoft.com/office/drawing/2014/main" id="{8654A4F8-126B-4E38-F45F-B8974173F72D}"/>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0395439" y="3758420"/>
              <a:ext cx="434712" cy="434712"/>
            </a:xfrm>
            <a:prstGeom prst="rect">
              <a:avLst/>
            </a:prstGeom>
          </p:spPr>
        </p:pic>
        <p:pic>
          <p:nvPicPr>
            <p:cNvPr id="60" name="Graphic 59" descr="Star with solid fill">
              <a:extLst>
                <a:ext uri="{FF2B5EF4-FFF2-40B4-BE49-F238E27FC236}">
                  <a16:creationId xmlns:a16="http://schemas.microsoft.com/office/drawing/2014/main" id="{5BAEF0DD-DE25-79B5-4C99-05E0EE62343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0764024" y="3758420"/>
              <a:ext cx="434712" cy="434712"/>
            </a:xfrm>
            <a:prstGeom prst="rect">
              <a:avLst/>
            </a:prstGeom>
          </p:spPr>
        </p:pic>
        <p:pic>
          <p:nvPicPr>
            <p:cNvPr id="61" name="Graphic 60" descr="Star with solid fill">
              <a:extLst>
                <a:ext uri="{FF2B5EF4-FFF2-40B4-BE49-F238E27FC236}">
                  <a16:creationId xmlns:a16="http://schemas.microsoft.com/office/drawing/2014/main" id="{2FA33558-DE55-989F-048C-C55040059FB7}"/>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658269" y="3758420"/>
              <a:ext cx="434712" cy="434712"/>
            </a:xfrm>
            <a:prstGeom prst="rect">
              <a:avLst/>
            </a:prstGeom>
          </p:spPr>
        </p:pic>
        <p:pic>
          <p:nvPicPr>
            <p:cNvPr id="62" name="Graphic 61" descr="Star with solid fill">
              <a:extLst>
                <a:ext uri="{FF2B5EF4-FFF2-40B4-BE49-F238E27FC236}">
                  <a16:creationId xmlns:a16="http://schemas.microsoft.com/office/drawing/2014/main" id="{D5BFE36C-E1D6-D553-BF13-A5C8D055F9DC}"/>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0026854" y="3758420"/>
              <a:ext cx="434712" cy="434712"/>
            </a:xfrm>
            <a:prstGeom prst="rect">
              <a:avLst/>
            </a:prstGeom>
          </p:spPr>
        </p:pic>
      </p:grpSp>
      <p:grpSp>
        <p:nvGrpSpPr>
          <p:cNvPr id="1024" name="Group 1023">
            <a:extLst>
              <a:ext uri="{FF2B5EF4-FFF2-40B4-BE49-F238E27FC236}">
                <a16:creationId xmlns:a16="http://schemas.microsoft.com/office/drawing/2014/main" id="{E550B191-4E56-DA51-9DB2-BB82170AB132}"/>
              </a:ext>
            </a:extLst>
          </p:cNvPr>
          <p:cNvGrpSpPr/>
          <p:nvPr/>
        </p:nvGrpSpPr>
        <p:grpSpPr>
          <a:xfrm>
            <a:off x="7987973" y="6286724"/>
            <a:ext cx="776074" cy="434712"/>
            <a:chOff x="8187454" y="6293437"/>
            <a:chExt cx="776074" cy="434712"/>
          </a:xfrm>
        </p:grpSpPr>
        <p:pic>
          <p:nvPicPr>
            <p:cNvPr id="32" name="Graphic 31" descr="Star with solid fill">
              <a:extLst>
                <a:ext uri="{FF2B5EF4-FFF2-40B4-BE49-F238E27FC236}">
                  <a16:creationId xmlns:a16="http://schemas.microsoft.com/office/drawing/2014/main" id="{A02B15AA-BBC7-6459-82E9-5F74E2786ED0}"/>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187454" y="6293437"/>
              <a:ext cx="434712" cy="434712"/>
            </a:xfrm>
            <a:prstGeom prst="rect">
              <a:avLst/>
            </a:prstGeom>
          </p:spPr>
        </p:pic>
        <p:pic>
          <p:nvPicPr>
            <p:cNvPr id="63" name="Graphic 62" descr="Star with solid fill">
              <a:extLst>
                <a:ext uri="{FF2B5EF4-FFF2-40B4-BE49-F238E27FC236}">
                  <a16:creationId xmlns:a16="http://schemas.microsoft.com/office/drawing/2014/main" id="{166B7A9A-FECE-38C7-3F31-E5B101741C9D}"/>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528816" y="6293437"/>
              <a:ext cx="434712" cy="434712"/>
            </a:xfrm>
            <a:prstGeom prst="rect">
              <a:avLst/>
            </a:prstGeom>
          </p:spPr>
        </p:pic>
      </p:grpSp>
      <p:pic>
        <p:nvPicPr>
          <p:cNvPr id="1031" name="Picture 1030">
            <a:extLst>
              <a:ext uri="{FF2B5EF4-FFF2-40B4-BE49-F238E27FC236}">
                <a16:creationId xmlns:a16="http://schemas.microsoft.com/office/drawing/2014/main" id="{75C65C16-1747-D2E2-1B37-7440F42F1EA0}"/>
              </a:ext>
            </a:extLst>
          </p:cNvPr>
          <p:cNvPicPr>
            <a:picLocks noChangeAspect="1"/>
          </p:cNvPicPr>
          <p:nvPr/>
        </p:nvPicPr>
        <p:blipFill>
          <a:blip r:embed="rId10"/>
          <a:srcRect l="30698" t="41831" r="9585" b="1"/>
          <a:stretch>
            <a:fillRect/>
          </a:stretch>
        </p:blipFill>
        <p:spPr>
          <a:xfrm>
            <a:off x="2734853" y="3651902"/>
            <a:ext cx="2102400" cy="2128879"/>
          </a:xfrm>
          <a:prstGeom prst="ellipse">
            <a:avLst/>
          </a:prstGeom>
          <a:ln w="63500" cap="rnd">
            <a:solidFill>
              <a:schemeClr val="accent1"/>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1032" name="TextBox 1031">
            <a:extLst>
              <a:ext uri="{FF2B5EF4-FFF2-40B4-BE49-F238E27FC236}">
                <a16:creationId xmlns:a16="http://schemas.microsoft.com/office/drawing/2014/main" id="{C7C4E92E-86BB-C8C3-9FE6-763EE813D56A}"/>
              </a:ext>
            </a:extLst>
          </p:cNvPr>
          <p:cNvSpPr txBox="1"/>
          <p:nvPr/>
        </p:nvSpPr>
        <p:spPr>
          <a:xfrm>
            <a:off x="236001" y="3382262"/>
            <a:ext cx="2520239" cy="369332"/>
          </a:xfrm>
          <a:prstGeom prst="rect">
            <a:avLst/>
          </a:prstGeom>
          <a:noFill/>
        </p:spPr>
        <p:txBody>
          <a:bodyPr wrap="square">
            <a:spAutoFit/>
          </a:bodyPr>
          <a:lstStyle/>
          <a:p>
            <a:pPr algn="ctr"/>
            <a:r>
              <a:rPr lang="en-IN" b="1">
                <a:solidFill>
                  <a:schemeClr val="bg1"/>
                </a:solidFill>
                <a:latin typeface="Avenir Next LT Pro" panose="020B0504020202020204" pitchFamily="34" charset="0"/>
              </a:rPr>
              <a:t>Praveen Kutty</a:t>
            </a:r>
            <a:endParaRPr lang="en-IN" sz="1800" b="1">
              <a:solidFill>
                <a:schemeClr val="bg1"/>
              </a:solidFill>
              <a:latin typeface="Avenir Next LT Pro" panose="020B0504020202020204" pitchFamily="34" charset="0"/>
            </a:endParaRPr>
          </a:p>
        </p:txBody>
      </p:sp>
    </p:spTree>
    <p:extLst>
      <p:ext uri="{BB962C8B-B14F-4D97-AF65-F5344CB8AC3E}">
        <p14:creationId xmlns:p14="http://schemas.microsoft.com/office/powerpoint/2010/main" val="1016913637"/>
      </p:ext>
    </p:extLst>
  </p:cSld>
  <p:clrMapOvr>
    <a:masterClrMapping/>
  </p:clrMapOvr>
  <p:transition spd="med">
    <p:pull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person holding a star&#10;&#10;AI-generated content may be incorrect.">
            <a:extLst>
              <a:ext uri="{FF2B5EF4-FFF2-40B4-BE49-F238E27FC236}">
                <a16:creationId xmlns:a16="http://schemas.microsoft.com/office/drawing/2014/main" id="{10C4367A-7BF5-42EF-4E65-7B0F164AFC7C}"/>
              </a:ext>
            </a:extLst>
          </p:cNvPr>
          <p:cNvPicPr>
            <a:picLocks noChangeAspect="1"/>
          </p:cNvPicPr>
          <p:nvPr/>
        </p:nvPicPr>
        <p:blipFill>
          <a:blip r:embed="rId3" cstate="print">
            <a:extLst>
              <a:ext uri="{28A0092B-C50C-407E-A947-70E740481C1C}">
                <a14:useLocalDpi xmlns:a14="http://schemas.microsoft.com/office/drawing/2010/main"/>
              </a:ext>
            </a:extLst>
          </a:blip>
          <a:srcRect/>
          <a:stretch>
            <a:fillRect/>
          </a:stretch>
        </p:blipFill>
        <p:spPr>
          <a:xfrm>
            <a:off x="0" y="-43641"/>
            <a:ext cx="12458864" cy="7008111"/>
          </a:xfrm>
          <a:prstGeom prst="rect">
            <a:avLst/>
          </a:prstGeom>
        </p:spPr>
      </p:pic>
      <p:sp>
        <p:nvSpPr>
          <p:cNvPr id="2" name="Date Placeholder 1">
            <a:extLst>
              <a:ext uri="{FF2B5EF4-FFF2-40B4-BE49-F238E27FC236}">
                <a16:creationId xmlns:a16="http://schemas.microsoft.com/office/drawing/2014/main" id="{6449FC12-CF68-E723-90E6-90E49CBA15FB}"/>
              </a:ext>
            </a:extLst>
          </p:cNvPr>
          <p:cNvSpPr>
            <a:spLocks noGrp="1"/>
          </p:cNvSpPr>
          <p:nvPr>
            <p:ph type="dt" sz="half" idx="28"/>
          </p:nvPr>
        </p:nvSpPr>
        <p:spPr/>
        <p:txBody>
          <a:bodyPr/>
          <a:lstStyle/>
          <a:p>
            <a:pPr marL="0" marR="0" lvl="0" indent="0" algn="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pl-PL" sz="800" b="0" i="0" u="none" strike="noStrike" kern="1200" cap="none" spc="0" normalizeH="0" baseline="0" noProof="0">
                <a:ln>
                  <a:noFill/>
                </a:ln>
                <a:solidFill>
                  <a:srgbClr val="FFFFFF">
                    <a:lumMod val="65000"/>
                  </a:srgbClr>
                </a:solidFill>
                <a:effectLst/>
                <a:uLnTx/>
                <a:uFillTx/>
                <a:latin typeface="Ubuntu"/>
                <a:ea typeface="+mn-ea"/>
                <a:cs typeface="+mn-cs"/>
              </a:rPr>
              <a:t>Company Confidential © Capgemini 2026. All rights reserved.</a:t>
            </a:r>
            <a:endParaRPr kumimoji="0" lang="en-US" sz="800" b="0" i="0" u="none" strike="noStrike" kern="1200" cap="none" spc="0" normalizeH="0" baseline="0" noProof="0">
              <a:ln>
                <a:noFill/>
              </a:ln>
              <a:solidFill>
                <a:srgbClr val="FFFFFF">
                  <a:lumMod val="65000"/>
                </a:srgbClr>
              </a:solidFill>
              <a:effectLst/>
              <a:uLnTx/>
              <a:uFillTx/>
              <a:latin typeface="Ubuntu"/>
              <a:ea typeface="+mn-ea"/>
              <a:cs typeface="+mn-cs"/>
            </a:endParaRPr>
          </a:p>
        </p:txBody>
      </p:sp>
      <p:sp>
        <p:nvSpPr>
          <p:cNvPr id="4" name="Slide Number Placeholder 3">
            <a:extLst>
              <a:ext uri="{FF2B5EF4-FFF2-40B4-BE49-F238E27FC236}">
                <a16:creationId xmlns:a16="http://schemas.microsoft.com/office/drawing/2014/main" id="{13D7AD44-9CC7-AA51-9CEA-61B002600648}"/>
              </a:ext>
            </a:extLst>
          </p:cNvPr>
          <p:cNvSpPr>
            <a:spLocks noGrp="1"/>
          </p:cNvSpPr>
          <p:nvPr>
            <p:ph type="sldNum" sz="quarter" idx="3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9A5160-6218-4E5A-B9E6-B93E3DAE377C}" type="slidenum">
              <a:rPr kumimoji="0" lang="en-US" sz="800" b="0" i="0" u="none" strike="noStrike" kern="1200" cap="none" spc="0" normalizeH="0" baseline="0" noProof="0" smtClean="0">
                <a:ln>
                  <a:noFill/>
                </a:ln>
                <a:solidFill>
                  <a:srgbClr val="FFFFFF">
                    <a:lumMod val="65000"/>
                  </a:srgbClr>
                </a:solidFill>
                <a:effectLst/>
                <a:uLnTx/>
                <a:uFillTx/>
                <a:latin typeface="Ubuntu"/>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800" b="0" i="0" u="none" strike="noStrike" kern="1200" cap="none" spc="0" normalizeH="0" baseline="0" noProof="0">
              <a:ln>
                <a:noFill/>
              </a:ln>
              <a:solidFill>
                <a:srgbClr val="FFFFFF">
                  <a:lumMod val="65000"/>
                </a:srgbClr>
              </a:solidFill>
              <a:effectLst/>
              <a:uLnTx/>
              <a:uFillTx/>
              <a:latin typeface="Ubuntu"/>
              <a:ea typeface="+mn-ea"/>
              <a:cs typeface="Arial" panose="020B0604020202020204" pitchFamily="34" charset="0"/>
            </a:endParaRPr>
          </a:p>
        </p:txBody>
      </p:sp>
      <p:sp>
        <p:nvSpPr>
          <p:cNvPr id="5" name="Title 4">
            <a:extLst>
              <a:ext uri="{FF2B5EF4-FFF2-40B4-BE49-F238E27FC236}">
                <a16:creationId xmlns:a16="http://schemas.microsoft.com/office/drawing/2014/main" id="{0BCF3771-DA07-E90D-4802-EF71E17201CB}"/>
              </a:ext>
            </a:extLst>
          </p:cNvPr>
          <p:cNvSpPr>
            <a:spLocks noGrp="1"/>
          </p:cNvSpPr>
          <p:nvPr>
            <p:ph type="title"/>
          </p:nvPr>
        </p:nvSpPr>
        <p:spPr>
          <a:xfrm>
            <a:off x="243145" y="176853"/>
            <a:ext cx="11090938" cy="724224"/>
          </a:xfrm>
        </p:spPr>
        <p:txBody>
          <a:bodyPr/>
          <a:lstStyle/>
          <a:p>
            <a:r>
              <a:rPr lang="en-US"/>
              <a:t>Awards and Recognition</a:t>
            </a:r>
          </a:p>
        </p:txBody>
      </p:sp>
      <p:sp>
        <p:nvSpPr>
          <p:cNvPr id="7" name="TextBox 6">
            <a:extLst>
              <a:ext uri="{FF2B5EF4-FFF2-40B4-BE49-F238E27FC236}">
                <a16:creationId xmlns:a16="http://schemas.microsoft.com/office/drawing/2014/main" id="{1B7C769A-B748-98E1-6D55-ECC7C34D05A6}"/>
              </a:ext>
            </a:extLst>
          </p:cNvPr>
          <p:cNvSpPr txBox="1"/>
          <p:nvPr/>
        </p:nvSpPr>
        <p:spPr>
          <a:xfrm>
            <a:off x="6565738" y="670080"/>
            <a:ext cx="6097772" cy="646331"/>
          </a:xfrm>
          <a:prstGeom prst="rect">
            <a:avLst/>
          </a:prstGeom>
          <a:noFill/>
        </p:spPr>
        <p:txBody>
          <a:bodyPr wrap="square" lIns="91440" tIns="45720" rIns="91440" bIns="4572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3600" b="1" i="0" u="none" strike="noStrike" kern="1200" cap="none" spc="0" normalizeH="0" baseline="0" noProof="0">
                <a:ln>
                  <a:noFill/>
                </a:ln>
                <a:solidFill>
                  <a:srgbClr val="FFFFFF"/>
                </a:solidFill>
                <a:effectLst/>
                <a:uLnTx/>
                <a:uFillTx/>
                <a:latin typeface="Ubuntu"/>
                <a:ea typeface="+mn-ea"/>
                <a:cs typeface="+mn-cs"/>
              </a:rPr>
              <a:t>Shoutouts &amp; Kudos</a:t>
            </a:r>
          </a:p>
        </p:txBody>
      </p:sp>
      <p:grpSp>
        <p:nvGrpSpPr>
          <p:cNvPr id="9" name="Groupe 16">
            <a:extLst>
              <a:ext uri="{FF2B5EF4-FFF2-40B4-BE49-F238E27FC236}">
                <a16:creationId xmlns:a16="http://schemas.microsoft.com/office/drawing/2014/main" id="{8581A458-9932-877A-7442-B84A6E91E708}"/>
              </a:ext>
            </a:extLst>
          </p:cNvPr>
          <p:cNvGrpSpPr/>
          <p:nvPr/>
        </p:nvGrpSpPr>
        <p:grpSpPr>
          <a:xfrm>
            <a:off x="10029008" y="1734329"/>
            <a:ext cx="1656174" cy="1547573"/>
            <a:chOff x="1420686" y="5661000"/>
            <a:chExt cx="770526" cy="720000"/>
          </a:xfrm>
        </p:grpSpPr>
        <p:sp>
          <p:nvSpPr>
            <p:cNvPr id="10" name="Freeform 42">
              <a:extLst>
                <a:ext uri="{FF2B5EF4-FFF2-40B4-BE49-F238E27FC236}">
                  <a16:creationId xmlns:a16="http://schemas.microsoft.com/office/drawing/2014/main" id="{4C253E64-5CEA-A8E8-EE95-CEE39BB1175F}"/>
                </a:ext>
              </a:extLst>
            </p:cNvPr>
            <p:cNvSpPr>
              <a:spLocks/>
            </p:cNvSpPr>
            <p:nvPr/>
          </p:nvSpPr>
          <p:spPr bwMode="auto">
            <a:xfrm>
              <a:off x="1420686" y="5661000"/>
              <a:ext cx="770526" cy="720000"/>
            </a:xfrm>
            <a:custGeom>
              <a:avLst/>
              <a:gdLst>
                <a:gd name="T0" fmla="*/ 33 w 232"/>
                <a:gd name="T1" fmla="*/ 170 h 217"/>
                <a:gd name="T2" fmla="*/ 55 w 232"/>
                <a:gd name="T3" fmla="*/ 33 h 217"/>
                <a:gd name="T4" fmla="*/ 198 w 232"/>
                <a:gd name="T5" fmla="*/ 53 h 217"/>
                <a:gd name="T6" fmla="*/ 172 w 232"/>
                <a:gd name="T7" fmla="*/ 185 h 217"/>
                <a:gd name="T8" fmla="*/ 33 w 232"/>
                <a:gd name="T9" fmla="*/ 170 h 217"/>
              </a:gdLst>
              <a:ahLst/>
              <a:cxnLst>
                <a:cxn ang="0">
                  <a:pos x="T0" y="T1"/>
                </a:cxn>
                <a:cxn ang="0">
                  <a:pos x="T2" y="T3"/>
                </a:cxn>
                <a:cxn ang="0">
                  <a:pos x="T4" y="T5"/>
                </a:cxn>
                <a:cxn ang="0">
                  <a:pos x="T6" y="T7"/>
                </a:cxn>
                <a:cxn ang="0">
                  <a:pos x="T8" y="T9"/>
                </a:cxn>
              </a:cxnLst>
              <a:rect l="0" t="0" r="r" b="b"/>
              <a:pathLst>
                <a:path w="232" h="217">
                  <a:moveTo>
                    <a:pt x="33" y="170"/>
                  </a:moveTo>
                  <a:cubicBezTo>
                    <a:pt x="0" y="126"/>
                    <a:pt x="10" y="65"/>
                    <a:pt x="55" y="33"/>
                  </a:cubicBezTo>
                  <a:cubicBezTo>
                    <a:pt x="101" y="0"/>
                    <a:pt x="165" y="9"/>
                    <a:pt x="198" y="53"/>
                  </a:cubicBezTo>
                  <a:cubicBezTo>
                    <a:pt x="232" y="96"/>
                    <a:pt x="218" y="153"/>
                    <a:pt x="172" y="185"/>
                  </a:cubicBezTo>
                  <a:cubicBezTo>
                    <a:pt x="127" y="217"/>
                    <a:pt x="66" y="213"/>
                    <a:pt x="33" y="170"/>
                  </a:cubicBezTo>
                </a:path>
              </a:pathLst>
            </a:custGeom>
            <a:solidFill>
              <a:srgbClr val="0075B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Ubuntu"/>
                <a:ea typeface="+mn-ea"/>
                <a:cs typeface="+mn-cs"/>
              </a:endParaRPr>
            </a:p>
          </p:txBody>
        </p:sp>
        <p:sp>
          <p:nvSpPr>
            <p:cNvPr id="11" name="Freeform 6">
              <a:extLst>
                <a:ext uri="{FF2B5EF4-FFF2-40B4-BE49-F238E27FC236}">
                  <a16:creationId xmlns:a16="http://schemas.microsoft.com/office/drawing/2014/main" id="{2C682CD5-9AD5-DD73-96EA-25955373F7B3}"/>
                </a:ext>
              </a:extLst>
            </p:cNvPr>
            <p:cNvSpPr>
              <a:spLocks noEditPoints="1"/>
            </p:cNvSpPr>
            <p:nvPr/>
          </p:nvSpPr>
          <p:spPr bwMode="auto">
            <a:xfrm>
              <a:off x="1575084" y="5854100"/>
              <a:ext cx="438118" cy="394932"/>
            </a:xfrm>
            <a:custGeom>
              <a:avLst/>
              <a:gdLst>
                <a:gd name="T0" fmla="*/ 1 w 89"/>
                <a:gd name="T1" fmla="*/ 4 h 89"/>
                <a:gd name="T2" fmla="*/ 1 w 89"/>
                <a:gd name="T3" fmla="*/ 6 h 89"/>
                <a:gd name="T4" fmla="*/ 4 w 89"/>
                <a:gd name="T5" fmla="*/ 25 h 89"/>
                <a:gd name="T6" fmla="*/ 30 w 89"/>
                <a:gd name="T7" fmla="*/ 48 h 89"/>
                <a:gd name="T8" fmla="*/ 32 w 89"/>
                <a:gd name="T9" fmla="*/ 49 h 89"/>
                <a:gd name="T10" fmla="*/ 42 w 89"/>
                <a:gd name="T11" fmla="*/ 56 h 89"/>
                <a:gd name="T12" fmla="*/ 41 w 89"/>
                <a:gd name="T13" fmla="*/ 67 h 89"/>
                <a:gd name="T14" fmla="*/ 37 w 89"/>
                <a:gd name="T15" fmla="*/ 69 h 89"/>
                <a:gd name="T16" fmla="*/ 36 w 89"/>
                <a:gd name="T17" fmla="*/ 71 h 89"/>
                <a:gd name="T18" fmla="*/ 35 w 89"/>
                <a:gd name="T19" fmla="*/ 71 h 89"/>
                <a:gd name="T20" fmla="*/ 33 w 89"/>
                <a:gd name="T21" fmla="*/ 89 h 89"/>
                <a:gd name="T22" fmla="*/ 46 w 89"/>
                <a:gd name="T23" fmla="*/ 88 h 89"/>
                <a:gd name="T24" fmla="*/ 59 w 89"/>
                <a:gd name="T25" fmla="*/ 88 h 89"/>
                <a:gd name="T26" fmla="*/ 57 w 89"/>
                <a:gd name="T27" fmla="*/ 70 h 89"/>
                <a:gd name="T28" fmla="*/ 56 w 89"/>
                <a:gd name="T29" fmla="*/ 70 h 89"/>
                <a:gd name="T30" fmla="*/ 55 w 89"/>
                <a:gd name="T31" fmla="*/ 68 h 89"/>
                <a:gd name="T32" fmla="*/ 52 w 89"/>
                <a:gd name="T33" fmla="*/ 67 h 89"/>
                <a:gd name="T34" fmla="*/ 49 w 89"/>
                <a:gd name="T35" fmla="*/ 56 h 89"/>
                <a:gd name="T36" fmla="*/ 59 w 89"/>
                <a:gd name="T37" fmla="*/ 48 h 89"/>
                <a:gd name="T38" fmla="*/ 61 w 89"/>
                <a:gd name="T39" fmla="*/ 47 h 89"/>
                <a:gd name="T40" fmla="*/ 86 w 89"/>
                <a:gd name="T41" fmla="*/ 23 h 89"/>
                <a:gd name="T42" fmla="*/ 89 w 89"/>
                <a:gd name="T43" fmla="*/ 4 h 89"/>
                <a:gd name="T44" fmla="*/ 89 w 89"/>
                <a:gd name="T45" fmla="*/ 2 h 89"/>
                <a:gd name="T46" fmla="*/ 74 w 89"/>
                <a:gd name="T47" fmla="*/ 3 h 89"/>
                <a:gd name="T48" fmla="*/ 68 w 89"/>
                <a:gd name="T49" fmla="*/ 9 h 89"/>
                <a:gd name="T50" fmla="*/ 68 w 89"/>
                <a:gd name="T51" fmla="*/ 3 h 89"/>
                <a:gd name="T52" fmla="*/ 45 w 89"/>
                <a:gd name="T53" fmla="*/ 0 h 89"/>
                <a:gd name="T54" fmla="*/ 21 w 89"/>
                <a:gd name="T55" fmla="*/ 4 h 89"/>
                <a:gd name="T56" fmla="*/ 22 w 89"/>
                <a:gd name="T57" fmla="*/ 10 h 89"/>
                <a:gd name="T58" fmla="*/ 15 w 89"/>
                <a:gd name="T59" fmla="*/ 4 h 89"/>
                <a:gd name="T60" fmla="*/ 1 w 89"/>
                <a:gd name="T61" fmla="*/ 4 h 89"/>
                <a:gd name="T62" fmla="*/ 62 w 89"/>
                <a:gd name="T63" fmla="*/ 43 h 89"/>
                <a:gd name="T64" fmla="*/ 68 w 89"/>
                <a:gd name="T65" fmla="*/ 16 h 89"/>
                <a:gd name="T66" fmla="*/ 68 w 89"/>
                <a:gd name="T67" fmla="*/ 16 h 89"/>
                <a:gd name="T68" fmla="*/ 76 w 89"/>
                <a:gd name="T69" fmla="*/ 6 h 89"/>
                <a:gd name="T70" fmla="*/ 85 w 89"/>
                <a:gd name="T71" fmla="*/ 6 h 89"/>
                <a:gd name="T72" fmla="*/ 85 w 89"/>
                <a:gd name="T73" fmla="*/ 8 h 89"/>
                <a:gd name="T74" fmla="*/ 62 w 89"/>
                <a:gd name="T75" fmla="*/ 43 h 89"/>
                <a:gd name="T76" fmla="*/ 62 w 89"/>
                <a:gd name="T77" fmla="*/ 43 h 89"/>
                <a:gd name="T78" fmla="*/ 62 w 89"/>
                <a:gd name="T79" fmla="*/ 43 h 89"/>
                <a:gd name="T80" fmla="*/ 28 w 89"/>
                <a:gd name="T81" fmla="*/ 6 h 89"/>
                <a:gd name="T82" fmla="*/ 38 w 89"/>
                <a:gd name="T83" fmla="*/ 49 h 89"/>
                <a:gd name="T84" fmla="*/ 23 w 89"/>
                <a:gd name="T85" fmla="*/ 7 h 89"/>
                <a:gd name="T86" fmla="*/ 28 w 89"/>
                <a:gd name="T87" fmla="*/ 6 h 89"/>
                <a:gd name="T88" fmla="*/ 22 w 89"/>
                <a:gd name="T89" fmla="*/ 17 h 89"/>
                <a:gd name="T90" fmla="*/ 22 w 89"/>
                <a:gd name="T91" fmla="*/ 17 h 89"/>
                <a:gd name="T92" fmla="*/ 29 w 89"/>
                <a:gd name="T93" fmla="*/ 44 h 89"/>
                <a:gd name="T94" fmla="*/ 29 w 89"/>
                <a:gd name="T95" fmla="*/ 44 h 89"/>
                <a:gd name="T96" fmla="*/ 8 w 89"/>
                <a:gd name="T97" fmla="*/ 23 h 89"/>
                <a:gd name="T98" fmla="*/ 5 w 89"/>
                <a:gd name="T99" fmla="*/ 8 h 89"/>
                <a:gd name="T100" fmla="*/ 14 w 89"/>
                <a:gd name="T101" fmla="*/ 8 h 89"/>
                <a:gd name="T102" fmla="*/ 22 w 89"/>
                <a:gd name="T103" fmla="*/ 17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89" h="89">
                  <a:moveTo>
                    <a:pt x="1" y="4"/>
                  </a:moveTo>
                  <a:cubicBezTo>
                    <a:pt x="1" y="6"/>
                    <a:pt x="1" y="6"/>
                    <a:pt x="1" y="6"/>
                  </a:cubicBezTo>
                  <a:cubicBezTo>
                    <a:pt x="1" y="6"/>
                    <a:pt x="0" y="15"/>
                    <a:pt x="4" y="25"/>
                  </a:cubicBezTo>
                  <a:cubicBezTo>
                    <a:pt x="8" y="38"/>
                    <a:pt x="17" y="46"/>
                    <a:pt x="30" y="48"/>
                  </a:cubicBezTo>
                  <a:cubicBezTo>
                    <a:pt x="32" y="49"/>
                    <a:pt x="32" y="49"/>
                    <a:pt x="32" y="49"/>
                  </a:cubicBezTo>
                  <a:cubicBezTo>
                    <a:pt x="35" y="53"/>
                    <a:pt x="39" y="55"/>
                    <a:pt x="42" y="56"/>
                  </a:cubicBezTo>
                  <a:cubicBezTo>
                    <a:pt x="43" y="60"/>
                    <a:pt x="42" y="64"/>
                    <a:pt x="41" y="67"/>
                  </a:cubicBezTo>
                  <a:cubicBezTo>
                    <a:pt x="38" y="68"/>
                    <a:pt x="37" y="68"/>
                    <a:pt x="37" y="69"/>
                  </a:cubicBezTo>
                  <a:cubicBezTo>
                    <a:pt x="36" y="71"/>
                    <a:pt x="36" y="71"/>
                    <a:pt x="36" y="71"/>
                  </a:cubicBezTo>
                  <a:cubicBezTo>
                    <a:pt x="35" y="71"/>
                    <a:pt x="35" y="71"/>
                    <a:pt x="35" y="71"/>
                  </a:cubicBezTo>
                  <a:cubicBezTo>
                    <a:pt x="33" y="89"/>
                    <a:pt x="33" y="89"/>
                    <a:pt x="33" y="89"/>
                  </a:cubicBezTo>
                  <a:cubicBezTo>
                    <a:pt x="46" y="88"/>
                    <a:pt x="46" y="88"/>
                    <a:pt x="46" y="88"/>
                  </a:cubicBezTo>
                  <a:cubicBezTo>
                    <a:pt x="59" y="88"/>
                    <a:pt x="59" y="88"/>
                    <a:pt x="59" y="88"/>
                  </a:cubicBezTo>
                  <a:cubicBezTo>
                    <a:pt x="57" y="70"/>
                    <a:pt x="57" y="70"/>
                    <a:pt x="57" y="70"/>
                  </a:cubicBezTo>
                  <a:cubicBezTo>
                    <a:pt x="56" y="70"/>
                    <a:pt x="56" y="70"/>
                    <a:pt x="56" y="70"/>
                  </a:cubicBezTo>
                  <a:cubicBezTo>
                    <a:pt x="55" y="68"/>
                    <a:pt x="55" y="68"/>
                    <a:pt x="55" y="68"/>
                  </a:cubicBezTo>
                  <a:cubicBezTo>
                    <a:pt x="55" y="68"/>
                    <a:pt x="54" y="67"/>
                    <a:pt x="52" y="67"/>
                  </a:cubicBezTo>
                  <a:cubicBezTo>
                    <a:pt x="50" y="64"/>
                    <a:pt x="49" y="60"/>
                    <a:pt x="49" y="56"/>
                  </a:cubicBezTo>
                  <a:cubicBezTo>
                    <a:pt x="53" y="55"/>
                    <a:pt x="56" y="52"/>
                    <a:pt x="59" y="48"/>
                  </a:cubicBezTo>
                  <a:cubicBezTo>
                    <a:pt x="61" y="47"/>
                    <a:pt x="61" y="47"/>
                    <a:pt x="61" y="47"/>
                  </a:cubicBezTo>
                  <a:cubicBezTo>
                    <a:pt x="73" y="45"/>
                    <a:pt x="82" y="36"/>
                    <a:pt x="86" y="23"/>
                  </a:cubicBezTo>
                  <a:cubicBezTo>
                    <a:pt x="89" y="13"/>
                    <a:pt x="89" y="4"/>
                    <a:pt x="89" y="4"/>
                  </a:cubicBezTo>
                  <a:cubicBezTo>
                    <a:pt x="89" y="2"/>
                    <a:pt x="89" y="2"/>
                    <a:pt x="89" y="2"/>
                  </a:cubicBezTo>
                  <a:cubicBezTo>
                    <a:pt x="74" y="3"/>
                    <a:pt x="74" y="3"/>
                    <a:pt x="74" y="3"/>
                  </a:cubicBezTo>
                  <a:cubicBezTo>
                    <a:pt x="68" y="9"/>
                    <a:pt x="68" y="9"/>
                    <a:pt x="68" y="9"/>
                  </a:cubicBezTo>
                  <a:cubicBezTo>
                    <a:pt x="68" y="7"/>
                    <a:pt x="68" y="5"/>
                    <a:pt x="68" y="3"/>
                  </a:cubicBezTo>
                  <a:cubicBezTo>
                    <a:pt x="68" y="3"/>
                    <a:pt x="58" y="0"/>
                    <a:pt x="45" y="0"/>
                  </a:cubicBezTo>
                  <a:cubicBezTo>
                    <a:pt x="31" y="0"/>
                    <a:pt x="21" y="4"/>
                    <a:pt x="21" y="4"/>
                  </a:cubicBezTo>
                  <a:cubicBezTo>
                    <a:pt x="21" y="6"/>
                    <a:pt x="21" y="8"/>
                    <a:pt x="22" y="10"/>
                  </a:cubicBezTo>
                  <a:cubicBezTo>
                    <a:pt x="15" y="4"/>
                    <a:pt x="15" y="4"/>
                    <a:pt x="15" y="4"/>
                  </a:cubicBezTo>
                  <a:lnTo>
                    <a:pt x="1" y="4"/>
                  </a:lnTo>
                  <a:close/>
                  <a:moveTo>
                    <a:pt x="62" y="43"/>
                  </a:moveTo>
                  <a:cubicBezTo>
                    <a:pt x="65" y="36"/>
                    <a:pt x="67" y="27"/>
                    <a:pt x="68" y="16"/>
                  </a:cubicBezTo>
                  <a:cubicBezTo>
                    <a:pt x="68" y="16"/>
                    <a:pt x="68" y="16"/>
                    <a:pt x="68" y="16"/>
                  </a:cubicBezTo>
                  <a:cubicBezTo>
                    <a:pt x="76" y="6"/>
                    <a:pt x="76" y="6"/>
                    <a:pt x="76" y="6"/>
                  </a:cubicBezTo>
                  <a:cubicBezTo>
                    <a:pt x="85" y="6"/>
                    <a:pt x="85" y="6"/>
                    <a:pt x="85" y="6"/>
                  </a:cubicBezTo>
                  <a:cubicBezTo>
                    <a:pt x="85" y="7"/>
                    <a:pt x="85" y="7"/>
                    <a:pt x="85" y="8"/>
                  </a:cubicBezTo>
                  <a:cubicBezTo>
                    <a:pt x="84" y="16"/>
                    <a:pt x="81" y="37"/>
                    <a:pt x="62" y="43"/>
                  </a:cubicBezTo>
                  <a:cubicBezTo>
                    <a:pt x="62" y="43"/>
                    <a:pt x="62" y="43"/>
                    <a:pt x="62" y="43"/>
                  </a:cubicBezTo>
                  <a:cubicBezTo>
                    <a:pt x="62" y="43"/>
                    <a:pt x="62" y="43"/>
                    <a:pt x="62" y="43"/>
                  </a:cubicBezTo>
                  <a:close/>
                  <a:moveTo>
                    <a:pt x="28" y="6"/>
                  </a:moveTo>
                  <a:cubicBezTo>
                    <a:pt x="29" y="38"/>
                    <a:pt x="38" y="49"/>
                    <a:pt x="38" y="49"/>
                  </a:cubicBezTo>
                  <a:cubicBezTo>
                    <a:pt x="24" y="42"/>
                    <a:pt x="23" y="7"/>
                    <a:pt x="23" y="7"/>
                  </a:cubicBezTo>
                  <a:lnTo>
                    <a:pt x="28" y="6"/>
                  </a:lnTo>
                  <a:close/>
                  <a:moveTo>
                    <a:pt x="22" y="17"/>
                  </a:moveTo>
                  <a:cubicBezTo>
                    <a:pt x="22" y="17"/>
                    <a:pt x="22" y="17"/>
                    <a:pt x="22" y="17"/>
                  </a:cubicBezTo>
                  <a:cubicBezTo>
                    <a:pt x="23" y="28"/>
                    <a:pt x="25" y="37"/>
                    <a:pt x="29" y="44"/>
                  </a:cubicBezTo>
                  <a:cubicBezTo>
                    <a:pt x="29" y="44"/>
                    <a:pt x="29" y="44"/>
                    <a:pt x="29" y="44"/>
                  </a:cubicBezTo>
                  <a:cubicBezTo>
                    <a:pt x="19" y="41"/>
                    <a:pt x="11" y="34"/>
                    <a:pt x="8" y="23"/>
                  </a:cubicBezTo>
                  <a:cubicBezTo>
                    <a:pt x="5" y="17"/>
                    <a:pt x="5" y="11"/>
                    <a:pt x="5" y="8"/>
                  </a:cubicBezTo>
                  <a:cubicBezTo>
                    <a:pt x="14" y="8"/>
                    <a:pt x="14" y="8"/>
                    <a:pt x="14" y="8"/>
                  </a:cubicBezTo>
                  <a:lnTo>
                    <a:pt x="22" y="17"/>
                  </a:lnTo>
                  <a:close/>
                </a:path>
              </a:pathLst>
            </a:custGeom>
            <a:solidFill>
              <a:srgbClr val="C8FF16"/>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a:ln>
                  <a:noFill/>
                </a:ln>
                <a:solidFill>
                  <a:prstClr val="black"/>
                </a:solidFill>
                <a:effectLst/>
                <a:uLnTx/>
                <a:uFillTx/>
                <a:latin typeface="Ubuntu"/>
                <a:ea typeface="+mn-ea"/>
                <a:cs typeface="+mn-cs"/>
              </a:endParaRPr>
            </a:p>
          </p:txBody>
        </p:sp>
      </p:grpSp>
      <p:sp>
        <p:nvSpPr>
          <p:cNvPr id="12" name="TextBox 11">
            <a:extLst>
              <a:ext uri="{FF2B5EF4-FFF2-40B4-BE49-F238E27FC236}">
                <a16:creationId xmlns:a16="http://schemas.microsoft.com/office/drawing/2014/main" id="{EDAAF195-94C7-FBC2-2980-B8803893565D}"/>
              </a:ext>
            </a:extLst>
          </p:cNvPr>
          <p:cNvSpPr txBox="1"/>
          <p:nvPr/>
        </p:nvSpPr>
        <p:spPr>
          <a:xfrm>
            <a:off x="589751" y="6447961"/>
            <a:ext cx="8233890" cy="4001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FFFFFF">
                    <a:lumMod val="95000"/>
                  </a:srgbClr>
                </a:solidFill>
                <a:effectLst/>
                <a:uLnTx/>
                <a:uFillTx/>
                <a:latin typeface="Ubuntu"/>
                <a:ea typeface="+mn-ea"/>
                <a:cs typeface="+mn-cs"/>
              </a:rPr>
              <a:t>Your excellence lit up — let’s keep the fire burning!</a:t>
            </a:r>
            <a:endParaRPr kumimoji="0" lang="en-IN" sz="2000" b="0" i="0" u="none" strike="noStrike" kern="1200" cap="none" spc="0" normalizeH="0" baseline="0" noProof="0">
              <a:ln>
                <a:noFill/>
              </a:ln>
              <a:solidFill>
                <a:srgbClr val="FFFFFF">
                  <a:lumMod val="95000"/>
                </a:srgbClr>
              </a:solidFill>
              <a:effectLst/>
              <a:uLnTx/>
              <a:uFillTx/>
              <a:latin typeface="Ubuntu"/>
              <a:ea typeface="+mn-ea"/>
              <a:cs typeface="+mn-cs"/>
            </a:endParaRPr>
          </a:p>
        </p:txBody>
      </p:sp>
      <p:grpSp>
        <p:nvGrpSpPr>
          <p:cNvPr id="13" name="Group 12">
            <a:extLst>
              <a:ext uri="{FF2B5EF4-FFF2-40B4-BE49-F238E27FC236}">
                <a16:creationId xmlns:a16="http://schemas.microsoft.com/office/drawing/2014/main" id="{51D680B1-3768-2C80-9C18-0B610C0D5668}"/>
              </a:ext>
            </a:extLst>
          </p:cNvPr>
          <p:cNvGrpSpPr/>
          <p:nvPr/>
        </p:nvGrpSpPr>
        <p:grpSpPr>
          <a:xfrm>
            <a:off x="229436" y="6201755"/>
            <a:ext cx="371872" cy="492412"/>
            <a:chOff x="-3047491" y="928360"/>
            <a:chExt cx="1124915" cy="1354138"/>
          </a:xfrm>
          <a:solidFill>
            <a:schemeClr val="accent5"/>
          </a:solidFill>
        </p:grpSpPr>
        <p:sp>
          <p:nvSpPr>
            <p:cNvPr id="14" name="Freeform 5">
              <a:extLst>
                <a:ext uri="{FF2B5EF4-FFF2-40B4-BE49-F238E27FC236}">
                  <a16:creationId xmlns:a16="http://schemas.microsoft.com/office/drawing/2014/main" id="{5F9122BC-2ADB-C1AC-4B8B-08C965609D26}"/>
                </a:ext>
              </a:extLst>
            </p:cNvPr>
            <p:cNvSpPr>
              <a:spLocks/>
            </p:cNvSpPr>
            <p:nvPr/>
          </p:nvSpPr>
          <p:spPr bwMode="auto">
            <a:xfrm>
              <a:off x="-2414701" y="928360"/>
              <a:ext cx="492125" cy="1354138"/>
            </a:xfrm>
            <a:custGeom>
              <a:avLst/>
              <a:gdLst>
                <a:gd name="T0" fmla="*/ 198 w 198"/>
                <a:gd name="T1" fmla="*/ 0 h 551"/>
                <a:gd name="T2" fmla="*/ 198 w 198"/>
                <a:gd name="T3" fmla="*/ 0 h 551"/>
                <a:gd name="T4" fmla="*/ 1 w 198"/>
                <a:gd name="T5" fmla="*/ 296 h 551"/>
                <a:gd name="T6" fmla="*/ 1 w 198"/>
                <a:gd name="T7" fmla="*/ 527 h 551"/>
                <a:gd name="T8" fmla="*/ 2 w 198"/>
                <a:gd name="T9" fmla="*/ 541 h 551"/>
                <a:gd name="T10" fmla="*/ 23 w 198"/>
                <a:gd name="T11" fmla="*/ 538 h 551"/>
                <a:gd name="T12" fmla="*/ 111 w 198"/>
                <a:gd name="T13" fmla="*/ 547 h 551"/>
                <a:gd name="T14" fmla="*/ 187 w 198"/>
                <a:gd name="T15" fmla="*/ 529 h 551"/>
                <a:gd name="T16" fmla="*/ 187 w 198"/>
                <a:gd name="T17" fmla="*/ 298 h 551"/>
                <a:gd name="T18" fmla="*/ 94 w 198"/>
                <a:gd name="T19" fmla="*/ 298 h 551"/>
                <a:gd name="T20" fmla="*/ 198 w 198"/>
                <a:gd name="T21" fmla="*/ 0 h 5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8" h="551">
                  <a:moveTo>
                    <a:pt x="198" y="0"/>
                  </a:moveTo>
                  <a:cubicBezTo>
                    <a:pt x="198" y="0"/>
                    <a:pt x="198" y="0"/>
                    <a:pt x="198" y="0"/>
                  </a:cubicBezTo>
                  <a:cubicBezTo>
                    <a:pt x="63" y="37"/>
                    <a:pt x="3" y="170"/>
                    <a:pt x="1" y="296"/>
                  </a:cubicBezTo>
                  <a:cubicBezTo>
                    <a:pt x="1" y="296"/>
                    <a:pt x="0" y="470"/>
                    <a:pt x="1" y="527"/>
                  </a:cubicBezTo>
                  <a:cubicBezTo>
                    <a:pt x="1" y="534"/>
                    <a:pt x="0" y="538"/>
                    <a:pt x="2" y="541"/>
                  </a:cubicBezTo>
                  <a:cubicBezTo>
                    <a:pt x="8" y="537"/>
                    <a:pt x="15" y="538"/>
                    <a:pt x="23" y="538"/>
                  </a:cubicBezTo>
                  <a:cubicBezTo>
                    <a:pt x="59" y="538"/>
                    <a:pt x="92" y="546"/>
                    <a:pt x="111" y="547"/>
                  </a:cubicBezTo>
                  <a:cubicBezTo>
                    <a:pt x="125" y="548"/>
                    <a:pt x="186" y="551"/>
                    <a:pt x="187" y="529"/>
                  </a:cubicBezTo>
                  <a:cubicBezTo>
                    <a:pt x="187" y="298"/>
                    <a:pt x="187" y="298"/>
                    <a:pt x="187" y="298"/>
                  </a:cubicBezTo>
                  <a:cubicBezTo>
                    <a:pt x="94" y="298"/>
                    <a:pt x="94" y="298"/>
                    <a:pt x="94" y="298"/>
                  </a:cubicBezTo>
                  <a:cubicBezTo>
                    <a:pt x="72" y="175"/>
                    <a:pt x="123" y="26"/>
                    <a:pt x="198" y="0"/>
                  </a:cubicBezTo>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Ubuntu"/>
                <a:ea typeface="+mn-ea"/>
                <a:cs typeface="+mn-cs"/>
              </a:endParaRPr>
            </a:p>
          </p:txBody>
        </p:sp>
        <p:sp>
          <p:nvSpPr>
            <p:cNvPr id="15" name="Freeform 5">
              <a:extLst>
                <a:ext uri="{FF2B5EF4-FFF2-40B4-BE49-F238E27FC236}">
                  <a16:creationId xmlns:a16="http://schemas.microsoft.com/office/drawing/2014/main" id="{28AE2772-F939-B580-26E5-A2506B14F868}"/>
                </a:ext>
              </a:extLst>
            </p:cNvPr>
            <p:cNvSpPr>
              <a:spLocks/>
            </p:cNvSpPr>
            <p:nvPr/>
          </p:nvSpPr>
          <p:spPr bwMode="auto">
            <a:xfrm>
              <a:off x="-3047491" y="928360"/>
              <a:ext cx="492125" cy="1354138"/>
            </a:xfrm>
            <a:custGeom>
              <a:avLst/>
              <a:gdLst>
                <a:gd name="T0" fmla="*/ 198 w 198"/>
                <a:gd name="T1" fmla="*/ 0 h 551"/>
                <a:gd name="T2" fmla="*/ 198 w 198"/>
                <a:gd name="T3" fmla="*/ 0 h 551"/>
                <a:gd name="T4" fmla="*/ 1 w 198"/>
                <a:gd name="T5" fmla="*/ 296 h 551"/>
                <a:gd name="T6" fmla="*/ 1 w 198"/>
                <a:gd name="T7" fmla="*/ 527 h 551"/>
                <a:gd name="T8" fmla="*/ 2 w 198"/>
                <a:gd name="T9" fmla="*/ 541 h 551"/>
                <a:gd name="T10" fmla="*/ 23 w 198"/>
                <a:gd name="T11" fmla="*/ 538 h 551"/>
                <a:gd name="T12" fmla="*/ 111 w 198"/>
                <a:gd name="T13" fmla="*/ 547 h 551"/>
                <a:gd name="T14" fmla="*/ 187 w 198"/>
                <a:gd name="T15" fmla="*/ 529 h 551"/>
                <a:gd name="T16" fmla="*/ 187 w 198"/>
                <a:gd name="T17" fmla="*/ 298 h 551"/>
                <a:gd name="T18" fmla="*/ 94 w 198"/>
                <a:gd name="T19" fmla="*/ 298 h 551"/>
                <a:gd name="T20" fmla="*/ 198 w 198"/>
                <a:gd name="T21" fmla="*/ 0 h 5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8" h="551">
                  <a:moveTo>
                    <a:pt x="198" y="0"/>
                  </a:moveTo>
                  <a:cubicBezTo>
                    <a:pt x="198" y="0"/>
                    <a:pt x="198" y="0"/>
                    <a:pt x="198" y="0"/>
                  </a:cubicBezTo>
                  <a:cubicBezTo>
                    <a:pt x="63" y="37"/>
                    <a:pt x="3" y="170"/>
                    <a:pt x="1" y="296"/>
                  </a:cubicBezTo>
                  <a:cubicBezTo>
                    <a:pt x="1" y="296"/>
                    <a:pt x="0" y="470"/>
                    <a:pt x="1" y="527"/>
                  </a:cubicBezTo>
                  <a:cubicBezTo>
                    <a:pt x="1" y="534"/>
                    <a:pt x="0" y="538"/>
                    <a:pt x="2" y="541"/>
                  </a:cubicBezTo>
                  <a:cubicBezTo>
                    <a:pt x="8" y="537"/>
                    <a:pt x="15" y="538"/>
                    <a:pt x="23" y="538"/>
                  </a:cubicBezTo>
                  <a:cubicBezTo>
                    <a:pt x="59" y="538"/>
                    <a:pt x="92" y="546"/>
                    <a:pt x="111" y="547"/>
                  </a:cubicBezTo>
                  <a:cubicBezTo>
                    <a:pt x="125" y="548"/>
                    <a:pt x="186" y="551"/>
                    <a:pt x="187" y="529"/>
                  </a:cubicBezTo>
                  <a:cubicBezTo>
                    <a:pt x="187" y="298"/>
                    <a:pt x="187" y="298"/>
                    <a:pt x="187" y="298"/>
                  </a:cubicBezTo>
                  <a:cubicBezTo>
                    <a:pt x="94" y="298"/>
                    <a:pt x="94" y="298"/>
                    <a:pt x="94" y="298"/>
                  </a:cubicBezTo>
                  <a:cubicBezTo>
                    <a:pt x="72" y="175"/>
                    <a:pt x="123" y="26"/>
                    <a:pt x="198" y="0"/>
                  </a:cubicBezTo>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Ubuntu"/>
                <a:ea typeface="+mn-ea"/>
                <a:cs typeface="+mn-cs"/>
              </a:endParaRPr>
            </a:p>
          </p:txBody>
        </p:sp>
      </p:grpSp>
      <p:grpSp>
        <p:nvGrpSpPr>
          <p:cNvPr id="16" name="Group 15">
            <a:extLst>
              <a:ext uri="{FF2B5EF4-FFF2-40B4-BE49-F238E27FC236}">
                <a16:creationId xmlns:a16="http://schemas.microsoft.com/office/drawing/2014/main" id="{BDDF656E-16DC-06BB-5C7B-B2899E011EEE}"/>
              </a:ext>
            </a:extLst>
          </p:cNvPr>
          <p:cNvGrpSpPr/>
          <p:nvPr/>
        </p:nvGrpSpPr>
        <p:grpSpPr>
          <a:xfrm>
            <a:off x="6927737" y="6381750"/>
            <a:ext cx="310583" cy="392245"/>
            <a:chOff x="-1672213" y="1402546"/>
            <a:chExt cx="1072213" cy="1354138"/>
          </a:xfrm>
          <a:solidFill>
            <a:schemeClr val="accent5"/>
          </a:solidFill>
        </p:grpSpPr>
        <p:sp>
          <p:nvSpPr>
            <p:cNvPr id="17" name="Freeform 5">
              <a:extLst>
                <a:ext uri="{FF2B5EF4-FFF2-40B4-BE49-F238E27FC236}">
                  <a16:creationId xmlns:a16="http://schemas.microsoft.com/office/drawing/2014/main" id="{00AE8270-C023-9FAA-8A62-37973FA53382}"/>
                </a:ext>
              </a:extLst>
            </p:cNvPr>
            <p:cNvSpPr>
              <a:spLocks/>
            </p:cNvSpPr>
            <p:nvPr/>
          </p:nvSpPr>
          <p:spPr bwMode="auto">
            <a:xfrm flipH="1" flipV="1">
              <a:off x="-1672213" y="1402546"/>
              <a:ext cx="492125" cy="1354138"/>
            </a:xfrm>
            <a:custGeom>
              <a:avLst/>
              <a:gdLst>
                <a:gd name="T0" fmla="*/ 198 w 198"/>
                <a:gd name="T1" fmla="*/ 0 h 551"/>
                <a:gd name="T2" fmla="*/ 198 w 198"/>
                <a:gd name="T3" fmla="*/ 0 h 551"/>
                <a:gd name="T4" fmla="*/ 1 w 198"/>
                <a:gd name="T5" fmla="*/ 296 h 551"/>
                <a:gd name="T6" fmla="*/ 1 w 198"/>
                <a:gd name="T7" fmla="*/ 527 h 551"/>
                <a:gd name="T8" fmla="*/ 2 w 198"/>
                <a:gd name="T9" fmla="*/ 541 h 551"/>
                <a:gd name="T10" fmla="*/ 23 w 198"/>
                <a:gd name="T11" fmla="*/ 538 h 551"/>
                <a:gd name="T12" fmla="*/ 111 w 198"/>
                <a:gd name="T13" fmla="*/ 547 h 551"/>
                <a:gd name="T14" fmla="*/ 187 w 198"/>
                <a:gd name="T15" fmla="*/ 529 h 551"/>
                <a:gd name="T16" fmla="*/ 187 w 198"/>
                <a:gd name="T17" fmla="*/ 298 h 551"/>
                <a:gd name="T18" fmla="*/ 94 w 198"/>
                <a:gd name="T19" fmla="*/ 298 h 551"/>
                <a:gd name="T20" fmla="*/ 198 w 198"/>
                <a:gd name="T21" fmla="*/ 0 h 5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8" h="551">
                  <a:moveTo>
                    <a:pt x="198" y="0"/>
                  </a:moveTo>
                  <a:cubicBezTo>
                    <a:pt x="198" y="0"/>
                    <a:pt x="198" y="0"/>
                    <a:pt x="198" y="0"/>
                  </a:cubicBezTo>
                  <a:cubicBezTo>
                    <a:pt x="63" y="37"/>
                    <a:pt x="3" y="170"/>
                    <a:pt x="1" y="296"/>
                  </a:cubicBezTo>
                  <a:cubicBezTo>
                    <a:pt x="1" y="296"/>
                    <a:pt x="0" y="470"/>
                    <a:pt x="1" y="527"/>
                  </a:cubicBezTo>
                  <a:cubicBezTo>
                    <a:pt x="1" y="534"/>
                    <a:pt x="0" y="538"/>
                    <a:pt x="2" y="541"/>
                  </a:cubicBezTo>
                  <a:cubicBezTo>
                    <a:pt x="8" y="537"/>
                    <a:pt x="15" y="538"/>
                    <a:pt x="23" y="538"/>
                  </a:cubicBezTo>
                  <a:cubicBezTo>
                    <a:pt x="59" y="538"/>
                    <a:pt x="92" y="546"/>
                    <a:pt x="111" y="547"/>
                  </a:cubicBezTo>
                  <a:cubicBezTo>
                    <a:pt x="125" y="548"/>
                    <a:pt x="186" y="551"/>
                    <a:pt x="187" y="529"/>
                  </a:cubicBezTo>
                  <a:cubicBezTo>
                    <a:pt x="187" y="298"/>
                    <a:pt x="187" y="298"/>
                    <a:pt x="187" y="298"/>
                  </a:cubicBezTo>
                  <a:cubicBezTo>
                    <a:pt x="94" y="298"/>
                    <a:pt x="94" y="298"/>
                    <a:pt x="94" y="298"/>
                  </a:cubicBezTo>
                  <a:cubicBezTo>
                    <a:pt x="72" y="175"/>
                    <a:pt x="123" y="26"/>
                    <a:pt x="198" y="0"/>
                  </a:cubicBezTo>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Ubuntu"/>
                <a:ea typeface="+mn-ea"/>
                <a:cs typeface="+mn-cs"/>
              </a:endParaRPr>
            </a:p>
          </p:txBody>
        </p:sp>
        <p:sp>
          <p:nvSpPr>
            <p:cNvPr id="18" name="Freeform 5">
              <a:extLst>
                <a:ext uri="{FF2B5EF4-FFF2-40B4-BE49-F238E27FC236}">
                  <a16:creationId xmlns:a16="http://schemas.microsoft.com/office/drawing/2014/main" id="{D008E55B-3460-5406-7CED-AB749374FA2B}"/>
                </a:ext>
              </a:extLst>
            </p:cNvPr>
            <p:cNvSpPr>
              <a:spLocks/>
            </p:cNvSpPr>
            <p:nvPr/>
          </p:nvSpPr>
          <p:spPr bwMode="auto">
            <a:xfrm flipH="1" flipV="1">
              <a:off x="-1092125" y="1402546"/>
              <a:ext cx="492125" cy="1354138"/>
            </a:xfrm>
            <a:custGeom>
              <a:avLst/>
              <a:gdLst>
                <a:gd name="T0" fmla="*/ 198 w 198"/>
                <a:gd name="T1" fmla="*/ 0 h 551"/>
                <a:gd name="T2" fmla="*/ 198 w 198"/>
                <a:gd name="T3" fmla="*/ 0 h 551"/>
                <a:gd name="T4" fmla="*/ 1 w 198"/>
                <a:gd name="T5" fmla="*/ 296 h 551"/>
                <a:gd name="T6" fmla="*/ 1 w 198"/>
                <a:gd name="T7" fmla="*/ 527 h 551"/>
                <a:gd name="T8" fmla="*/ 2 w 198"/>
                <a:gd name="T9" fmla="*/ 541 h 551"/>
                <a:gd name="T10" fmla="*/ 23 w 198"/>
                <a:gd name="T11" fmla="*/ 538 h 551"/>
                <a:gd name="T12" fmla="*/ 111 w 198"/>
                <a:gd name="T13" fmla="*/ 547 h 551"/>
                <a:gd name="T14" fmla="*/ 187 w 198"/>
                <a:gd name="T15" fmla="*/ 529 h 551"/>
                <a:gd name="T16" fmla="*/ 187 w 198"/>
                <a:gd name="T17" fmla="*/ 298 h 551"/>
                <a:gd name="T18" fmla="*/ 94 w 198"/>
                <a:gd name="T19" fmla="*/ 298 h 551"/>
                <a:gd name="T20" fmla="*/ 198 w 198"/>
                <a:gd name="T21" fmla="*/ 0 h 5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8" h="551">
                  <a:moveTo>
                    <a:pt x="198" y="0"/>
                  </a:moveTo>
                  <a:cubicBezTo>
                    <a:pt x="198" y="0"/>
                    <a:pt x="198" y="0"/>
                    <a:pt x="198" y="0"/>
                  </a:cubicBezTo>
                  <a:cubicBezTo>
                    <a:pt x="63" y="37"/>
                    <a:pt x="3" y="170"/>
                    <a:pt x="1" y="296"/>
                  </a:cubicBezTo>
                  <a:cubicBezTo>
                    <a:pt x="1" y="296"/>
                    <a:pt x="0" y="470"/>
                    <a:pt x="1" y="527"/>
                  </a:cubicBezTo>
                  <a:cubicBezTo>
                    <a:pt x="1" y="534"/>
                    <a:pt x="0" y="538"/>
                    <a:pt x="2" y="541"/>
                  </a:cubicBezTo>
                  <a:cubicBezTo>
                    <a:pt x="8" y="537"/>
                    <a:pt x="15" y="538"/>
                    <a:pt x="23" y="538"/>
                  </a:cubicBezTo>
                  <a:cubicBezTo>
                    <a:pt x="59" y="538"/>
                    <a:pt x="92" y="546"/>
                    <a:pt x="111" y="547"/>
                  </a:cubicBezTo>
                  <a:cubicBezTo>
                    <a:pt x="125" y="548"/>
                    <a:pt x="186" y="551"/>
                    <a:pt x="187" y="529"/>
                  </a:cubicBezTo>
                  <a:cubicBezTo>
                    <a:pt x="187" y="298"/>
                    <a:pt x="187" y="298"/>
                    <a:pt x="187" y="298"/>
                  </a:cubicBezTo>
                  <a:cubicBezTo>
                    <a:pt x="94" y="298"/>
                    <a:pt x="94" y="298"/>
                    <a:pt x="94" y="298"/>
                  </a:cubicBezTo>
                  <a:cubicBezTo>
                    <a:pt x="72" y="175"/>
                    <a:pt x="123" y="26"/>
                    <a:pt x="198" y="0"/>
                  </a:cubicBezTo>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Ubuntu"/>
                <a:ea typeface="+mn-ea"/>
                <a:cs typeface="+mn-cs"/>
              </a:endParaRPr>
            </a:p>
          </p:txBody>
        </p:sp>
      </p:grpSp>
      <p:sp>
        <p:nvSpPr>
          <p:cNvPr id="19" name="TextBox 18">
            <a:extLst>
              <a:ext uri="{FF2B5EF4-FFF2-40B4-BE49-F238E27FC236}">
                <a16:creationId xmlns:a16="http://schemas.microsoft.com/office/drawing/2014/main" id="{0B0AEDCF-93B8-17F4-6E0B-716E98261ECC}"/>
              </a:ext>
            </a:extLst>
          </p:cNvPr>
          <p:cNvSpPr txBox="1"/>
          <p:nvPr/>
        </p:nvSpPr>
        <p:spPr>
          <a:xfrm>
            <a:off x="243145" y="682154"/>
            <a:ext cx="6706050" cy="1323439"/>
          </a:xfrm>
          <a:prstGeom prst="rect">
            <a:avLst/>
          </a:prstGeom>
          <a:solidFill>
            <a:schemeClr val="bg1">
              <a:alpha val="50000"/>
            </a:schemeClr>
          </a:solidFill>
          <a:ln>
            <a:noFill/>
          </a:ln>
        </p:spPr>
        <p:style>
          <a:lnRef idx="0">
            <a:scrgbClr r="0" g="0" b="0"/>
          </a:lnRef>
          <a:fillRef idx="0">
            <a:scrgbClr r="0" g="0" b="0"/>
          </a:fillRef>
          <a:effectRef idx="0">
            <a:scrgbClr r="0" g="0" b="0"/>
          </a:effectRef>
          <a:fontRef idx="minor">
            <a:schemeClr val="lt1"/>
          </a:fontRef>
        </p:style>
        <p:txBody>
          <a:bodyPr wrap="square" lIns="91440" tIns="45720" rIns="91440" bIns="45720" anchor="t">
            <a:spAutoFit/>
          </a:bodyPr>
          <a:lstStyle/>
          <a:p>
            <a:pPr>
              <a:defRPr/>
            </a:pPr>
            <a:r>
              <a:rPr lang="en-US" sz="2000" b="1" dirty="0">
                <a:solidFill>
                  <a:srgbClr val="0058AB"/>
                </a:solidFill>
                <a:latin typeface="Ubuntu"/>
              </a:rPr>
              <a:t>Srishti (Telia)</a:t>
            </a:r>
          </a:p>
          <a:p>
            <a:pPr>
              <a:defRPr/>
            </a:pPr>
            <a:r>
              <a:rPr lang="en-IN" sz="1200" b="1" dirty="0">
                <a:solidFill>
                  <a:srgbClr val="000000"/>
                </a:solidFill>
                <a:latin typeface="Ubuntu"/>
              </a:rPr>
              <a:t>Received appreciation for her hard work, strong ownership, and confidence in driving discussions as an ITBA in a complex B2B transformation.</a:t>
            </a:r>
          </a:p>
          <a:p>
            <a:pPr>
              <a:defRPr/>
            </a:pPr>
            <a:r>
              <a:rPr lang="en-IN" sz="1200" b="1" dirty="0">
                <a:solidFill>
                  <a:srgbClr val="000000"/>
                </a:solidFill>
                <a:latin typeface="Ubuntu"/>
              </a:rPr>
              <a:t>Also recognized for proactively learning Figma and creating order capture journey visualizations, demonstrating continuous learning and growth.</a:t>
            </a:r>
          </a:p>
          <a:p>
            <a:pPr>
              <a:defRPr/>
            </a:pPr>
            <a:endParaRPr lang="en-IN" sz="1200" b="1" dirty="0">
              <a:solidFill>
                <a:srgbClr val="000000"/>
              </a:solidFill>
              <a:latin typeface="Ubuntu"/>
            </a:endParaRPr>
          </a:p>
        </p:txBody>
      </p:sp>
      <p:cxnSp>
        <p:nvCxnSpPr>
          <p:cNvPr id="8" name="Straight Connector 7">
            <a:extLst>
              <a:ext uri="{FF2B5EF4-FFF2-40B4-BE49-F238E27FC236}">
                <a16:creationId xmlns:a16="http://schemas.microsoft.com/office/drawing/2014/main" id="{64C2BA34-EA80-0B0B-C362-08EC9B8D2E6A}"/>
              </a:ext>
            </a:extLst>
          </p:cNvPr>
          <p:cNvCxnSpPr>
            <a:cxnSpLocks/>
          </p:cNvCxnSpPr>
          <p:nvPr/>
        </p:nvCxnSpPr>
        <p:spPr>
          <a:xfrm>
            <a:off x="121572" y="570857"/>
            <a:ext cx="0" cy="6079804"/>
          </a:xfrm>
          <a:prstGeom prst="line">
            <a:avLst/>
          </a:prstGeom>
          <a:ln w="19050"/>
        </p:spPr>
        <p:style>
          <a:lnRef idx="1">
            <a:schemeClr val="dk1"/>
          </a:lnRef>
          <a:fillRef idx="0">
            <a:schemeClr val="dk1"/>
          </a:fillRef>
          <a:effectRef idx="0">
            <a:schemeClr val="dk1"/>
          </a:effectRef>
          <a:fontRef idx="minor">
            <a:schemeClr val="tx1"/>
          </a:fontRef>
        </p:style>
      </p:cxnSp>
      <p:sp>
        <p:nvSpPr>
          <p:cNvPr id="22" name="TextBox 21">
            <a:extLst>
              <a:ext uri="{FF2B5EF4-FFF2-40B4-BE49-F238E27FC236}">
                <a16:creationId xmlns:a16="http://schemas.microsoft.com/office/drawing/2014/main" id="{CE176302-91DE-B76F-68B2-910A6E60499D}"/>
              </a:ext>
            </a:extLst>
          </p:cNvPr>
          <p:cNvSpPr txBox="1"/>
          <p:nvPr/>
        </p:nvSpPr>
        <p:spPr>
          <a:xfrm>
            <a:off x="220135" y="2068493"/>
            <a:ext cx="6729054" cy="1323439"/>
          </a:xfrm>
          <a:prstGeom prst="rect">
            <a:avLst/>
          </a:prstGeom>
          <a:solidFill>
            <a:schemeClr val="bg1">
              <a:alpha val="50000"/>
            </a:schemeClr>
          </a:solidFill>
          <a:ln>
            <a:noFill/>
          </a:ln>
        </p:spPr>
        <p:style>
          <a:lnRef idx="0">
            <a:scrgbClr r="0" g="0" b="0"/>
          </a:lnRef>
          <a:fillRef idx="0">
            <a:scrgbClr r="0" g="0" b="0"/>
          </a:fillRef>
          <a:effectRef idx="0">
            <a:scrgbClr r="0" g="0" b="0"/>
          </a:effectRef>
          <a:fontRef idx="minor">
            <a:schemeClr val="lt1"/>
          </a:fontRef>
        </p:style>
        <p:txBody>
          <a:bodyPr wrap="square" lIns="91440" tIns="45720" rIns="91440" bIns="45720" anchor="t">
            <a:spAutoFit/>
          </a:bodyPr>
          <a:lstStyle/>
          <a:p>
            <a:pPr>
              <a:defRPr/>
            </a:pPr>
            <a:r>
              <a:rPr lang="en-US" sz="2000" b="1" dirty="0">
                <a:solidFill>
                  <a:srgbClr val="0058AB"/>
                </a:solidFill>
                <a:latin typeface="Ubuntu"/>
              </a:rPr>
              <a:t>Prabhatha (</a:t>
            </a:r>
            <a:r>
              <a:rPr lang="en-US" sz="2000" b="1" dirty="0" err="1">
                <a:solidFill>
                  <a:srgbClr val="0058AB"/>
                </a:solidFill>
                <a:latin typeface="Ubuntu"/>
              </a:rPr>
              <a:t>Nuuday</a:t>
            </a:r>
            <a:r>
              <a:rPr lang="en-US" sz="2000" b="1" dirty="0">
                <a:solidFill>
                  <a:srgbClr val="0058AB"/>
                </a:solidFill>
                <a:latin typeface="Ubuntu"/>
              </a:rPr>
              <a:t>)</a:t>
            </a:r>
            <a:endParaRPr lang="en-US" sz="2000" b="1" i="0" u="none" strike="noStrike" kern="1200" cap="none" spc="0" normalizeH="0" baseline="0" noProof="0" dirty="0">
              <a:ln>
                <a:noFill/>
              </a:ln>
              <a:solidFill>
                <a:srgbClr val="0058AB"/>
              </a:solidFill>
              <a:effectLst/>
              <a:uLnTx/>
              <a:uFillTx/>
              <a:latin typeface="Ubuntu"/>
            </a:endParaRPr>
          </a:p>
          <a:p>
            <a:pPr>
              <a:defRPr/>
            </a:pPr>
            <a:r>
              <a:rPr lang="en-IN" sz="1200" b="1" dirty="0">
                <a:solidFill>
                  <a:srgbClr val="000000"/>
                </a:solidFill>
                <a:latin typeface="Ubuntu"/>
              </a:rPr>
              <a:t>Appreciated by stakeholders for outstanding contributions to TDC Brands and the successful delivery of the Hansen Carveout program. Recognized for being a dependable team member, providing strategic guidance, driving collaboration, and consistently supporting the team during critical project milestones and decision-making.</a:t>
            </a:r>
          </a:p>
          <a:p>
            <a:pPr>
              <a:defRPr/>
            </a:pPr>
            <a:endParaRPr lang="en-IN" sz="1200" b="1" i="0" u="none" strike="noStrike" kern="1200" cap="none" spc="0" normalizeH="0" baseline="0" noProof="0" dirty="0">
              <a:ln>
                <a:noFill/>
              </a:ln>
              <a:solidFill>
                <a:srgbClr val="000000"/>
              </a:solidFill>
              <a:effectLst/>
              <a:uLnTx/>
              <a:uFillTx/>
              <a:latin typeface="Ubuntu"/>
            </a:endParaRPr>
          </a:p>
        </p:txBody>
      </p:sp>
      <p:sp>
        <p:nvSpPr>
          <p:cNvPr id="24" name="TextBox 23">
            <a:extLst>
              <a:ext uri="{FF2B5EF4-FFF2-40B4-BE49-F238E27FC236}">
                <a16:creationId xmlns:a16="http://schemas.microsoft.com/office/drawing/2014/main" id="{97636F51-69F1-011F-98B4-FA3390904BF6}"/>
              </a:ext>
            </a:extLst>
          </p:cNvPr>
          <p:cNvSpPr txBox="1"/>
          <p:nvPr/>
        </p:nvSpPr>
        <p:spPr>
          <a:xfrm>
            <a:off x="243145" y="3435609"/>
            <a:ext cx="6706043" cy="1446550"/>
          </a:xfrm>
          <a:prstGeom prst="rect">
            <a:avLst/>
          </a:prstGeom>
          <a:solidFill>
            <a:schemeClr val="bg1">
              <a:alpha val="50000"/>
            </a:schemeClr>
          </a:solidFill>
          <a:ln>
            <a:noFill/>
          </a:ln>
        </p:spPr>
        <p:style>
          <a:lnRef idx="0">
            <a:scrgbClr r="0" g="0" b="0"/>
          </a:lnRef>
          <a:fillRef idx="0">
            <a:scrgbClr r="0" g="0" b="0"/>
          </a:fillRef>
          <a:effectRef idx="0">
            <a:scrgbClr r="0" g="0" b="0"/>
          </a:effectRef>
          <a:fontRef idx="minor">
            <a:schemeClr val="lt1"/>
          </a:fontRef>
        </p:style>
        <p:txBody>
          <a:bodyPr wrap="square" lIns="91440" tIns="45720" rIns="91440" bIns="45720" anchor="t">
            <a:spAutoFit/>
          </a:bodyPr>
          <a:lstStyle/>
          <a:p>
            <a:pPr>
              <a:defRPr/>
            </a:pPr>
            <a:r>
              <a:rPr lang="en-US" sz="2000" b="1">
                <a:solidFill>
                  <a:srgbClr val="0058AB"/>
                </a:solidFill>
                <a:latin typeface="Ubuntu"/>
              </a:rPr>
              <a:t>Amit, Himanshu, Parth (Vodafone Autonomous Networks Win)</a:t>
            </a:r>
          </a:p>
          <a:p>
            <a:pPr>
              <a:defRPr/>
            </a:pPr>
            <a:r>
              <a:rPr lang="en-IN" sz="1200" b="1">
                <a:solidFill>
                  <a:srgbClr val="000000"/>
                </a:solidFill>
                <a:latin typeface="Ubuntu"/>
              </a:rPr>
              <a:t>Secured a $700K Vodafone Group Autonomous Networks engagement. Invent India share up to $100K in the initial assessment phase. Supporting Vodafone’s journey to AI-driven Level 4 Autonomous Networks.</a:t>
            </a:r>
            <a:endParaRPr lang="en-US" sz="1200" b="1">
              <a:solidFill>
                <a:srgbClr val="000000"/>
              </a:solidFill>
              <a:latin typeface="Ubuntu"/>
            </a:endParaRPr>
          </a:p>
          <a:p>
            <a:pPr>
              <a:defRPr/>
            </a:pPr>
            <a:endParaRPr lang="en-IN" sz="1200" b="1" i="0" u="none" strike="noStrike" kern="1200" cap="none" spc="0" normalizeH="0" baseline="0" noProof="0">
              <a:ln>
                <a:noFill/>
              </a:ln>
              <a:solidFill>
                <a:srgbClr val="000000"/>
              </a:solidFill>
              <a:effectLst/>
              <a:uLnTx/>
              <a:uFillTx/>
              <a:latin typeface="Ubuntu"/>
            </a:endParaRPr>
          </a:p>
        </p:txBody>
      </p:sp>
      <p:sp>
        <p:nvSpPr>
          <p:cNvPr id="20" name="Rectangle 19">
            <a:extLst>
              <a:ext uri="{FF2B5EF4-FFF2-40B4-BE49-F238E27FC236}">
                <a16:creationId xmlns:a16="http://schemas.microsoft.com/office/drawing/2014/main" id="{8A44AFB8-DAAF-93AA-7392-F7E9F9C935E6}"/>
              </a:ext>
            </a:extLst>
          </p:cNvPr>
          <p:cNvSpPr/>
          <p:nvPr/>
        </p:nvSpPr>
        <p:spPr>
          <a:xfrm>
            <a:off x="-17978" y="-46064"/>
            <a:ext cx="12456000" cy="109034"/>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400" b="0" i="0" u="none" strike="noStrike" kern="1200" cap="none" spc="0" normalizeH="0" baseline="0" noProof="0" err="1">
              <a:ln>
                <a:noFill/>
              </a:ln>
              <a:solidFill>
                <a:srgbClr val="000000"/>
              </a:solidFill>
              <a:effectLst/>
              <a:uLnTx/>
              <a:uFillTx/>
              <a:latin typeface="Ubuntu"/>
              <a:ea typeface="+mn-ea"/>
              <a:cs typeface="+mn-cs"/>
            </a:endParaRPr>
          </a:p>
        </p:txBody>
      </p:sp>
      <p:sp>
        <p:nvSpPr>
          <p:cNvPr id="23" name="TextBox 22">
            <a:extLst>
              <a:ext uri="{FF2B5EF4-FFF2-40B4-BE49-F238E27FC236}">
                <a16:creationId xmlns:a16="http://schemas.microsoft.com/office/drawing/2014/main" id="{5473E75E-5E49-42E6-75E6-283D6DDF22CC}"/>
              </a:ext>
            </a:extLst>
          </p:cNvPr>
          <p:cNvSpPr txBox="1"/>
          <p:nvPr/>
        </p:nvSpPr>
        <p:spPr>
          <a:xfrm>
            <a:off x="243145" y="4947599"/>
            <a:ext cx="6691536" cy="1323439"/>
          </a:xfrm>
          <a:prstGeom prst="rect">
            <a:avLst/>
          </a:prstGeom>
          <a:solidFill>
            <a:schemeClr val="bg1">
              <a:alpha val="50000"/>
            </a:schemeClr>
          </a:solidFill>
          <a:ln>
            <a:noFill/>
          </a:ln>
        </p:spPr>
        <p:style>
          <a:lnRef idx="0">
            <a:scrgbClr r="0" g="0" b="0"/>
          </a:lnRef>
          <a:fillRef idx="0">
            <a:scrgbClr r="0" g="0" b="0"/>
          </a:fillRef>
          <a:effectRef idx="0">
            <a:scrgbClr r="0" g="0" b="0"/>
          </a:effectRef>
          <a:fontRef idx="minor">
            <a:schemeClr val="lt1"/>
          </a:fontRef>
        </p:style>
        <p:txBody>
          <a:bodyPr wrap="square" lIns="91440" tIns="45720" rIns="91440" bIns="45720" anchor="t">
            <a:spAutoFit/>
          </a:bodyPr>
          <a:lstStyle/>
          <a:p>
            <a:pPr>
              <a:defRPr/>
            </a:pPr>
            <a:r>
              <a:rPr lang="en-US" sz="2000" b="1">
                <a:solidFill>
                  <a:srgbClr val="0058AB"/>
                </a:solidFill>
                <a:latin typeface="Ubuntu"/>
              </a:rPr>
              <a:t>Vikas (CMA CGA)</a:t>
            </a:r>
          </a:p>
          <a:p>
            <a:pPr>
              <a:defRPr/>
            </a:pPr>
            <a:r>
              <a:rPr lang="en-IN" sz="1200" b="1">
                <a:solidFill>
                  <a:srgbClr val="000000"/>
                </a:solidFill>
                <a:latin typeface="Ubuntu"/>
              </a:rPr>
              <a:t>Strengthened the CMA CGM partnership through leadership engagement in Marseille. Supported the growth of the Capgemini Invent India-led R&amp;D Hub across AI, Digital Twins, and Robotics. Showcased Digital Twin solutions at </a:t>
            </a:r>
            <a:r>
              <a:rPr lang="en-IN" sz="1200" b="1" err="1">
                <a:solidFill>
                  <a:srgbClr val="000000"/>
                </a:solidFill>
                <a:latin typeface="Ubuntu"/>
              </a:rPr>
              <a:t>VivaTech</a:t>
            </a:r>
            <a:r>
              <a:rPr lang="en-IN" sz="1200" b="1">
                <a:solidFill>
                  <a:srgbClr val="000000"/>
                </a:solidFill>
                <a:latin typeface="Ubuntu"/>
              </a:rPr>
              <a:t> 2026, highlighting our global innovation impact.</a:t>
            </a:r>
            <a:endParaRPr lang="en-US" sz="1200" b="1">
              <a:solidFill>
                <a:srgbClr val="000000"/>
              </a:solidFill>
              <a:latin typeface="Ubuntu"/>
            </a:endParaRPr>
          </a:p>
          <a:p>
            <a:pPr>
              <a:defRPr/>
            </a:pPr>
            <a:endParaRPr lang="en-IN" sz="1200" b="1" i="0" u="none" strike="noStrike" kern="1200" cap="none" spc="0" normalizeH="0" baseline="0" noProof="0">
              <a:ln>
                <a:noFill/>
              </a:ln>
              <a:solidFill>
                <a:srgbClr val="000000"/>
              </a:solidFill>
              <a:effectLst/>
              <a:uLnTx/>
              <a:uFillTx/>
              <a:latin typeface="Ubuntu"/>
            </a:endParaRPr>
          </a:p>
        </p:txBody>
      </p:sp>
    </p:spTree>
    <p:extLst>
      <p:ext uri="{BB962C8B-B14F-4D97-AF65-F5344CB8AC3E}">
        <p14:creationId xmlns:p14="http://schemas.microsoft.com/office/powerpoint/2010/main" val="804524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right)">
                                      <p:cBhvr>
                                        <p:cTn id="7" dur="750"/>
                                        <p:tgtEl>
                                          <p:spTgt spid="13"/>
                                        </p:tgtEl>
                                      </p:cBhvr>
                                    </p:animEffect>
                                  </p:childTnLst>
                                </p:cTn>
                              </p:par>
                              <p:par>
                                <p:cTn id="8" presetID="35" presetClass="path" presetSubtype="0" decel="100000" fill="hold" nodeType="withEffect">
                                  <p:stCondLst>
                                    <p:cond delay="0"/>
                                  </p:stCondLst>
                                  <p:childTnLst>
                                    <p:animMotion origin="layout" path="M 3.125E-6 -3.7037E-6 L -0.25 -3.7037E-6 " pathEditMode="relative" rAng="0" ptsTypes="AA">
                                      <p:cBhvr>
                                        <p:cTn id="9" dur="750" spd="-100000" fill="hold"/>
                                        <p:tgtEl>
                                          <p:spTgt spid="13"/>
                                        </p:tgtEl>
                                        <p:attrNameLst>
                                          <p:attrName>ppt_x</p:attrName>
                                          <p:attrName>ppt_y</p:attrName>
                                        </p:attrNameLst>
                                      </p:cBhvr>
                                      <p:rCtr x="-12500" y="0"/>
                                    </p:animMotion>
                                  </p:childTnLst>
                                </p:cTn>
                              </p:par>
                              <p:par>
                                <p:cTn id="10" presetID="22" presetClass="entr" presetSubtype="8" fill="hold" nodeType="with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wipe(left)">
                                      <p:cBhvr>
                                        <p:cTn id="12" dur="750"/>
                                        <p:tgtEl>
                                          <p:spTgt spid="16"/>
                                        </p:tgtEl>
                                      </p:cBhvr>
                                    </p:animEffect>
                                  </p:childTnLst>
                                </p:cTn>
                              </p:par>
                              <p:par>
                                <p:cTn id="13" presetID="35" presetClass="path" presetSubtype="0" decel="100000" fill="hold" nodeType="withEffect">
                                  <p:stCondLst>
                                    <p:cond delay="0"/>
                                  </p:stCondLst>
                                  <p:childTnLst>
                                    <p:animMotion origin="layout" path="M 3.125E-6 -1.11111E-6 L 0.23021 -1.11111E-6 " pathEditMode="relative" rAng="0" ptsTypes="AA">
                                      <p:cBhvr>
                                        <p:cTn id="14" dur="750" spd="-100000" fill="hold"/>
                                        <p:tgtEl>
                                          <p:spTgt spid="16"/>
                                        </p:tgtEl>
                                        <p:attrNameLst>
                                          <p:attrName>ppt_x</p:attrName>
                                          <p:attrName>ppt_y</p:attrName>
                                        </p:attrNameLst>
                                      </p:cBhvr>
                                      <p:rCtr x="11510"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486474-BBBF-3C79-4779-36B0CFD52A25}"/>
            </a:ext>
          </a:extLst>
        </p:cNvPr>
        <p:cNvGrpSpPr/>
        <p:nvPr/>
      </p:nvGrpSpPr>
      <p:grpSpPr>
        <a:xfrm>
          <a:off x="0" y="0"/>
          <a:ext cx="0" cy="0"/>
          <a:chOff x="0" y="0"/>
          <a:chExt cx="0" cy="0"/>
        </a:xfrm>
      </p:grpSpPr>
      <p:sp>
        <p:nvSpPr>
          <p:cNvPr id="14" name="Titre 13">
            <a:extLst>
              <a:ext uri="{FF2B5EF4-FFF2-40B4-BE49-F238E27FC236}">
                <a16:creationId xmlns:a16="http://schemas.microsoft.com/office/drawing/2014/main" id="{E9AB5BC4-0B74-9C87-9AFA-1F6D6D931F0A}"/>
              </a:ext>
            </a:extLst>
          </p:cNvPr>
          <p:cNvSpPr>
            <a:spLocks noGrp="1"/>
          </p:cNvSpPr>
          <p:nvPr>
            <p:ph type="title"/>
          </p:nvPr>
        </p:nvSpPr>
        <p:spPr/>
        <p:txBody>
          <a:bodyPr/>
          <a:lstStyle/>
          <a:p>
            <a:r>
              <a:rPr lang="en-US"/>
              <a:t>Agenda</a:t>
            </a:r>
          </a:p>
        </p:txBody>
      </p:sp>
      <p:graphicFrame>
        <p:nvGraphicFramePr>
          <p:cNvPr id="15" name="Table Placeholder 4">
            <a:extLst>
              <a:ext uri="{FF2B5EF4-FFF2-40B4-BE49-F238E27FC236}">
                <a16:creationId xmlns:a16="http://schemas.microsoft.com/office/drawing/2014/main" id="{A7BB72C4-4EF7-EF15-BF44-48D0FC84953A}"/>
              </a:ext>
            </a:extLst>
          </p:cNvPr>
          <p:cNvGraphicFramePr>
            <a:graphicFrameLocks/>
          </p:cNvGraphicFramePr>
          <p:nvPr>
            <p:extLst>
              <p:ext uri="{D42A27DB-BD31-4B8C-83A1-F6EECF244321}">
                <p14:modId xmlns:p14="http://schemas.microsoft.com/office/powerpoint/2010/main" val="1068043983"/>
              </p:ext>
            </p:extLst>
          </p:nvPr>
        </p:nvGraphicFramePr>
        <p:xfrm>
          <a:off x="550863" y="1866534"/>
          <a:ext cx="11089754" cy="3749643"/>
        </p:xfrm>
        <a:graphic>
          <a:graphicData uri="http://schemas.openxmlformats.org/drawingml/2006/table">
            <a:tbl>
              <a:tblPr>
                <a:tableStyleId>{5C22544A-7EE6-4342-B048-85BDC9FD1C3A}</a:tableStyleId>
              </a:tblPr>
              <a:tblGrid>
                <a:gridCol w="1150346">
                  <a:extLst>
                    <a:ext uri="{9D8B030D-6E8A-4147-A177-3AD203B41FA5}">
                      <a16:colId xmlns:a16="http://schemas.microsoft.com/office/drawing/2014/main" val="2607851620"/>
                    </a:ext>
                  </a:extLst>
                </a:gridCol>
                <a:gridCol w="9939408">
                  <a:extLst>
                    <a:ext uri="{9D8B030D-6E8A-4147-A177-3AD203B41FA5}">
                      <a16:colId xmlns:a16="http://schemas.microsoft.com/office/drawing/2014/main" val="1243403413"/>
                    </a:ext>
                  </a:extLst>
                </a:gridCol>
              </a:tblGrid>
              <a:tr h="661414">
                <a:tc>
                  <a:txBody>
                    <a:bodyPr/>
                    <a:lstStyle/>
                    <a:p>
                      <a:pPr algn="r"/>
                      <a:r>
                        <a:rPr lang="en-US" sz="1400" b="0" i="0" noProof="0">
                          <a:solidFill>
                            <a:schemeClr val="bg2"/>
                          </a:solidFill>
                          <a:latin typeface="+mn-lt"/>
                        </a:rPr>
                        <a:t>01</a:t>
                      </a:r>
                    </a:p>
                  </a:txBody>
                  <a:tcPr marL="45720" marR="360000" marT="108000" marB="180000">
                    <a:lnL w="12700" cmpd="sng">
                      <a:noFill/>
                    </a:lnL>
                    <a:lnR w="12700" cap="flat" cmpd="sng" algn="ctr">
                      <a:noFill/>
                      <a:prstDash val="solid"/>
                      <a:round/>
                      <a:headEnd type="none" w="med" len="med"/>
                      <a:tailEnd type="none" w="med" len="med"/>
                    </a:lnR>
                    <a:lnT w="38100" cap="flat" cmpd="sng" algn="ctr">
                      <a:solidFill>
                        <a:srgbClr val="FEB100"/>
                      </a:solidFill>
                      <a:prstDash val="solid"/>
                      <a:round/>
                      <a:headEnd type="none" w="med" len="med"/>
                      <a:tailEnd type="none" w="med" len="med"/>
                    </a:lnT>
                    <a:lnB w="38100" cap="flat" cmpd="sng" algn="ctr">
                      <a:solidFill>
                        <a:srgbClr val="FF816E"/>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ts val="1400"/>
                        </a:lnSpc>
                        <a:spcBef>
                          <a:spcPts val="0"/>
                        </a:spcBef>
                        <a:spcAft>
                          <a:spcPts val="0"/>
                        </a:spcAft>
                        <a:buClrTx/>
                        <a:buSzTx/>
                        <a:buFontTx/>
                        <a:buNone/>
                        <a:tabLst/>
                        <a:defRPr/>
                      </a:pPr>
                      <a:r>
                        <a:rPr lang="en-US" sz="1400" b="0" i="0" u="none" strike="noStrike" kern="1200" cap="none" spc="0" normalizeH="0" baseline="0" noProof="0">
                          <a:ln>
                            <a:noFill/>
                          </a:ln>
                          <a:solidFill>
                            <a:schemeClr val="bg2"/>
                          </a:solidFill>
                          <a:effectLst/>
                          <a:uLnTx/>
                          <a:uFillTx/>
                          <a:latin typeface="+mn-lt"/>
                          <a:ea typeface="+mn-ea"/>
                          <a:cs typeface="+mn-cs"/>
                        </a:rPr>
                        <a:t>People's Corner: Welcome New Member, Birthdays, Work Anniversaries and Celebrating Recognitions</a:t>
                      </a:r>
                      <a:endParaRPr kumimoji="0" lang="en-US" sz="1400"/>
                    </a:p>
                  </a:txBody>
                  <a:tcPr marL="360000" marR="45720" marT="144000" marB="180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38100" cap="flat" cmpd="sng" algn="ctr">
                      <a:solidFill>
                        <a:srgbClr val="FEB100"/>
                      </a:solidFill>
                      <a:prstDash val="solid"/>
                      <a:round/>
                      <a:headEnd type="none" w="med" len="med"/>
                      <a:tailEnd type="none" w="med" len="med"/>
                    </a:lnT>
                    <a:lnB w="38100" cap="flat" cmpd="sng" algn="ctr">
                      <a:solidFill>
                        <a:srgbClr val="FF816E"/>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85693833"/>
                  </a:ext>
                </a:extLst>
              </a:tr>
              <a:tr h="617646">
                <a:tc>
                  <a:txBody>
                    <a:bodyPr/>
                    <a:lstStyle/>
                    <a:p>
                      <a:pPr algn="r">
                        <a:lnSpc>
                          <a:spcPts val="1400"/>
                        </a:lnSpc>
                      </a:pPr>
                      <a:r>
                        <a:rPr lang="en-US" sz="1400" b="0" i="0" noProof="0">
                          <a:solidFill>
                            <a:schemeClr val="bg2"/>
                          </a:solidFill>
                          <a:latin typeface="+mn-lt"/>
                        </a:rPr>
                        <a:t>02</a:t>
                      </a:r>
                    </a:p>
                  </a:txBody>
                  <a:tcPr marL="45720" marR="360000" marT="144000" marB="180000">
                    <a:lnL w="12700" cmpd="sng">
                      <a:noFill/>
                    </a:lnL>
                    <a:lnR w="12700" cap="flat" cmpd="sng" algn="ctr">
                      <a:noFill/>
                      <a:prstDash val="solid"/>
                      <a:round/>
                      <a:headEnd type="none" w="med" len="med"/>
                      <a:tailEnd type="none" w="med" len="med"/>
                    </a:lnR>
                    <a:lnT w="38100" cap="flat" cmpd="sng" algn="ctr">
                      <a:solidFill>
                        <a:srgbClr val="FF816E"/>
                      </a:solidFill>
                      <a:prstDash val="solid"/>
                      <a:round/>
                      <a:headEnd type="none" w="med" len="med"/>
                      <a:tailEnd type="none" w="med" len="med"/>
                    </a:lnT>
                    <a:lnB w="38100" cap="flat" cmpd="sng" algn="ctr">
                      <a:solidFill>
                        <a:srgbClr val="FF816E"/>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ts val="1400"/>
                        </a:lnSpc>
                        <a:spcBef>
                          <a:spcPts val="0"/>
                        </a:spcBef>
                        <a:spcAft>
                          <a:spcPts val="0"/>
                        </a:spcAft>
                        <a:buClrTx/>
                        <a:buSzTx/>
                        <a:buFontTx/>
                        <a:buNone/>
                        <a:tabLst/>
                        <a:defRPr/>
                      </a:pPr>
                      <a:r>
                        <a:rPr lang="en-US" sz="1400" b="0" i="0" noProof="0" dirty="0">
                          <a:solidFill>
                            <a:schemeClr val="bg2"/>
                          </a:solidFill>
                          <a:latin typeface="+mn-lt"/>
                        </a:rPr>
                        <a:t>2026 Strategic  Ambition: Targets Achieved and The Final Goal</a:t>
                      </a:r>
                      <a:endParaRPr lang="en-US" sz="1400" dirty="0"/>
                    </a:p>
                  </a:txBody>
                  <a:tcPr marL="360000" marR="45720" marT="144000" marB="180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38100" cap="flat" cmpd="sng" algn="ctr">
                      <a:solidFill>
                        <a:srgbClr val="FF816E"/>
                      </a:solidFill>
                      <a:prstDash val="solid"/>
                      <a:round/>
                      <a:headEnd type="none" w="med" len="med"/>
                      <a:tailEnd type="none" w="med" len="med"/>
                    </a:lnT>
                    <a:lnB w="38100" cap="flat" cmpd="sng" algn="ctr">
                      <a:solidFill>
                        <a:srgbClr val="FF816E"/>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307627322"/>
                  </a:ext>
                </a:extLst>
              </a:tr>
              <a:tr h="617646">
                <a:tc>
                  <a:txBody>
                    <a:bodyPr/>
                    <a:lstStyle/>
                    <a:p>
                      <a:pPr algn="r">
                        <a:lnSpc>
                          <a:spcPts val="1400"/>
                        </a:lnSpc>
                      </a:pPr>
                      <a:r>
                        <a:rPr lang="en-US" sz="1400" b="0" i="0" noProof="0">
                          <a:solidFill>
                            <a:schemeClr val="bg2"/>
                          </a:solidFill>
                          <a:latin typeface="+mn-lt"/>
                        </a:rPr>
                        <a:t>03</a:t>
                      </a:r>
                    </a:p>
                  </a:txBody>
                  <a:tcPr marL="45720" marR="360000" marT="144000" marB="180000">
                    <a:lnL w="12700" cmpd="sng">
                      <a:noFill/>
                    </a:lnL>
                    <a:lnR w="12700" cap="flat" cmpd="sng" algn="ctr">
                      <a:noFill/>
                      <a:prstDash val="solid"/>
                      <a:round/>
                      <a:headEnd type="none" w="med" len="med"/>
                      <a:tailEnd type="none" w="med" len="med"/>
                    </a:lnR>
                    <a:lnT w="38100" cap="flat" cmpd="sng" algn="ctr">
                      <a:solidFill>
                        <a:srgbClr val="FF816E"/>
                      </a:solidFill>
                      <a:prstDash val="solid"/>
                      <a:round/>
                      <a:headEnd type="none" w="med" len="med"/>
                      <a:tailEnd type="none" w="med" len="med"/>
                    </a:lnT>
                    <a:lnB w="38100" cap="flat" cmpd="sng" algn="ctr">
                      <a:solidFill>
                        <a:srgbClr val="00D5D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ts val="1400"/>
                        </a:lnSpc>
                        <a:spcBef>
                          <a:spcPts val="0"/>
                        </a:spcBef>
                        <a:spcAft>
                          <a:spcPts val="0"/>
                        </a:spcAft>
                        <a:buClrTx/>
                        <a:buSzTx/>
                        <a:buFontTx/>
                        <a:buNone/>
                        <a:tabLst/>
                        <a:defRPr/>
                      </a:pPr>
                      <a:r>
                        <a:rPr lang="en-US" sz="1400" b="0" i="0" u="none" strike="noStrike" kern="1200" cap="none" spc="0" normalizeH="0" baseline="0" noProof="0">
                          <a:ln>
                            <a:noFill/>
                          </a:ln>
                          <a:solidFill>
                            <a:schemeClr val="bg2"/>
                          </a:solidFill>
                          <a:effectLst/>
                          <a:uLnTx/>
                          <a:uFillTx/>
                          <a:latin typeface="+mn-lt"/>
                          <a:ea typeface="+mn-ea"/>
                          <a:cs typeface="+mn-cs"/>
                        </a:rPr>
                        <a:t>Progress Snapshot: Where We Stand Today</a:t>
                      </a:r>
                      <a:endParaRPr kumimoji="0" lang="en-US" sz="1400" b="0" i="0" u="none" strike="noStrike" kern="1200" cap="none" spc="0" normalizeH="0" baseline="0" noProof="0">
                        <a:ln>
                          <a:noFill/>
                        </a:ln>
                        <a:solidFill>
                          <a:schemeClr val="bg2"/>
                        </a:solidFill>
                        <a:effectLst/>
                        <a:uLnTx/>
                        <a:uFillTx/>
                        <a:latin typeface="+mn-lt"/>
                        <a:ea typeface="+mn-ea"/>
                        <a:cs typeface="+mn-cs"/>
                      </a:endParaRPr>
                    </a:p>
                  </a:txBody>
                  <a:tcPr marL="360000" marR="45720" marT="144000" marB="180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38100" cap="flat" cmpd="sng" algn="ctr">
                      <a:solidFill>
                        <a:srgbClr val="FF816E"/>
                      </a:solidFill>
                      <a:prstDash val="solid"/>
                      <a:round/>
                      <a:headEnd type="none" w="med" len="med"/>
                      <a:tailEnd type="none" w="med" len="med"/>
                    </a:lnT>
                    <a:lnB w="38100" cap="flat" cmpd="sng" algn="ctr">
                      <a:solidFill>
                        <a:srgbClr val="00D5D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90348787"/>
                  </a:ext>
                </a:extLst>
              </a:tr>
              <a:tr h="617646">
                <a:tc>
                  <a:txBody>
                    <a:bodyPr/>
                    <a:lstStyle/>
                    <a:p>
                      <a:pPr algn="r">
                        <a:lnSpc>
                          <a:spcPts val="1400"/>
                        </a:lnSpc>
                      </a:pPr>
                      <a:r>
                        <a:rPr lang="en-US" sz="1400" b="0" i="0" noProof="0">
                          <a:solidFill>
                            <a:schemeClr val="bg2"/>
                          </a:solidFill>
                          <a:latin typeface="+mn-lt"/>
                        </a:rPr>
                        <a:t>04</a:t>
                      </a:r>
                    </a:p>
                  </a:txBody>
                  <a:tcPr marL="45720" marR="360000" marT="144000" marB="180000">
                    <a:lnL w="12700" cmpd="sng">
                      <a:noFill/>
                    </a:lnL>
                    <a:lnR w="12700" cap="flat" cmpd="sng" algn="ctr">
                      <a:noFill/>
                      <a:prstDash val="solid"/>
                      <a:round/>
                      <a:headEnd type="none" w="med" len="med"/>
                      <a:tailEnd type="none" w="med" len="med"/>
                    </a:lnR>
                    <a:lnT w="38100" cap="flat" cmpd="sng" algn="ctr">
                      <a:solidFill>
                        <a:srgbClr val="00D5D0"/>
                      </a:solidFill>
                      <a:prstDash val="solid"/>
                      <a:round/>
                      <a:headEnd type="none" w="med" len="med"/>
                      <a:tailEnd type="none" w="med" len="med"/>
                    </a:lnT>
                    <a:lnB w="38100" cap="flat" cmpd="sng" algn="ctr">
                      <a:solidFill>
                        <a:srgbClr val="D4D5F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ts val="1400"/>
                        </a:lnSpc>
                        <a:spcBef>
                          <a:spcPts val="0"/>
                        </a:spcBef>
                        <a:spcAft>
                          <a:spcPts val="0"/>
                        </a:spcAft>
                        <a:buClrTx/>
                        <a:buSzTx/>
                        <a:buFontTx/>
                        <a:buNone/>
                        <a:tabLst/>
                        <a:defRPr/>
                      </a:pPr>
                      <a:r>
                        <a:rPr lang="en-US" sz="1400" b="0" i="0" noProof="0">
                          <a:solidFill>
                            <a:schemeClr val="bg2"/>
                          </a:solidFill>
                          <a:latin typeface="+mn-lt"/>
                        </a:rPr>
                        <a:t>Execution Blueprint: Strategic Approach and Key Initiatives to Achieve Our Target</a:t>
                      </a:r>
                    </a:p>
                  </a:txBody>
                  <a:tcPr marL="360000" marR="45720" marT="144000" marB="180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38100" cap="flat" cmpd="sng" algn="ctr">
                      <a:solidFill>
                        <a:srgbClr val="00D5D0"/>
                      </a:solidFill>
                      <a:prstDash val="solid"/>
                      <a:round/>
                      <a:headEnd type="none" w="med" len="med"/>
                      <a:tailEnd type="none" w="med" len="med"/>
                    </a:lnT>
                    <a:lnB w="38100" cap="flat" cmpd="sng" algn="ctr">
                      <a:solidFill>
                        <a:srgbClr val="D4D5F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74772154"/>
                  </a:ext>
                </a:extLst>
              </a:tr>
              <a:tr h="617645">
                <a:tc>
                  <a:txBody>
                    <a:bodyPr/>
                    <a:lstStyle/>
                    <a:p>
                      <a:pPr lvl="0" algn="r">
                        <a:lnSpc>
                          <a:spcPts val="1400"/>
                        </a:lnSpc>
                        <a:buNone/>
                      </a:pPr>
                      <a:r>
                        <a:rPr lang="en-US" sz="1400" b="0" i="0" noProof="0">
                          <a:solidFill>
                            <a:schemeClr val="bg2"/>
                          </a:solidFill>
                          <a:latin typeface="+mn-lt"/>
                        </a:rPr>
                        <a:t>05</a:t>
                      </a:r>
                    </a:p>
                  </a:txBody>
                  <a:tcPr marL="45720" marR="360000" marT="144000" marB="180000">
                    <a:lnL w="0">
                      <a:noFill/>
                    </a:lnL>
                    <a:lnR w="0">
                      <a:noFill/>
                    </a:lnR>
                    <a:lnT w="38100" cap="flat" cmpd="sng" algn="ctr">
                      <a:solidFill>
                        <a:srgbClr val="D4D5F2"/>
                      </a:solidFill>
                      <a:prstDash val="solid"/>
                      <a:round/>
                      <a:headEnd type="none" w="med" len="med"/>
                      <a:tailEnd type="none" w="med" len="med"/>
                    </a:lnT>
                    <a:lnB w="38099">
                      <a:solidFill>
                        <a:srgbClr val="D4D5F2"/>
                      </a:solidFill>
                    </a:lnB>
                    <a:lnTlToBr w="0">
                      <a:noFill/>
                    </a:lnTlToBr>
                    <a:lnBlToTr w="0">
                      <a:noFill/>
                    </a:lnBlToTr>
                    <a:noFill/>
                  </a:tcPr>
                </a:tc>
                <a:tc>
                  <a:txBody>
                    <a:bodyPr/>
                    <a:lstStyle/>
                    <a:p>
                      <a:pPr marL="0" lvl="0" indent="0" algn="l">
                        <a:lnSpc>
                          <a:spcPts val="1400"/>
                        </a:lnSpc>
                        <a:spcBef>
                          <a:spcPts val="0"/>
                        </a:spcBef>
                        <a:spcAft>
                          <a:spcPts val="0"/>
                        </a:spcAft>
                        <a:buNone/>
                      </a:pPr>
                      <a:r>
                        <a:rPr lang="en-US" sz="1400" b="0" i="0" u="none" strike="noStrike" kern="1200" cap="none" spc="0" normalizeH="0" baseline="0" noProof="0" dirty="0">
                          <a:ln>
                            <a:noFill/>
                          </a:ln>
                          <a:solidFill>
                            <a:schemeClr val="bg2"/>
                          </a:solidFill>
                          <a:effectLst/>
                          <a:uLnTx/>
                          <a:uFillTx/>
                          <a:latin typeface="+mn-lt"/>
                          <a:ea typeface="+mn-ea"/>
                          <a:cs typeface="+mn-cs"/>
                        </a:rPr>
                        <a:t>TMT Focus Areas- Where We Are Investing Efforts and Driving Market Impact</a:t>
                      </a:r>
                      <a:endParaRPr kumimoji="0" lang="en-US" sz="1400" b="0" i="0" u="none" strike="noStrike" kern="1200" cap="none" spc="0" normalizeH="0" baseline="0" noProof="0" dirty="0">
                        <a:ln>
                          <a:noFill/>
                        </a:ln>
                        <a:solidFill>
                          <a:schemeClr val="bg2"/>
                        </a:solidFill>
                        <a:effectLst/>
                        <a:uLnTx/>
                        <a:uFillTx/>
                        <a:latin typeface="+mn-lt"/>
                        <a:ea typeface="+mn-ea"/>
                        <a:cs typeface="+mn-cs"/>
                      </a:endParaRPr>
                    </a:p>
                  </a:txBody>
                  <a:tcPr marL="360000" marR="45720" marT="144000" marB="180000">
                    <a:lnL w="0">
                      <a:noFill/>
                    </a:lnL>
                    <a:lnR w="0">
                      <a:noFill/>
                    </a:lnR>
                    <a:lnT w="38100" cap="flat" cmpd="sng" algn="ctr">
                      <a:solidFill>
                        <a:srgbClr val="D4D5F2"/>
                      </a:solidFill>
                      <a:prstDash val="solid"/>
                      <a:round/>
                      <a:headEnd type="none" w="med" len="med"/>
                      <a:tailEnd type="none" w="med" len="med"/>
                    </a:lnT>
                    <a:lnB w="38099">
                      <a:solidFill>
                        <a:srgbClr val="D4D5F2"/>
                      </a:solidFill>
                    </a:lnB>
                    <a:lnTlToBr w="0">
                      <a:noFill/>
                    </a:lnTlToBr>
                    <a:lnBlToTr w="0">
                      <a:noFill/>
                    </a:lnBlToTr>
                    <a:noFill/>
                  </a:tcPr>
                </a:tc>
                <a:extLst>
                  <a:ext uri="{0D108BD9-81ED-4DB2-BD59-A6C34878D82A}">
                    <a16:rowId xmlns:a16="http://schemas.microsoft.com/office/drawing/2014/main" val="2529927498"/>
                  </a:ext>
                </a:extLst>
              </a:tr>
              <a:tr h="617646">
                <a:tc>
                  <a:txBody>
                    <a:bodyPr/>
                    <a:lstStyle/>
                    <a:p>
                      <a:pPr algn="r">
                        <a:lnSpc>
                          <a:spcPts val="1400"/>
                        </a:lnSpc>
                      </a:pPr>
                      <a:r>
                        <a:rPr lang="en-US" sz="1400" b="0" i="0" noProof="0">
                          <a:solidFill>
                            <a:schemeClr val="bg2"/>
                          </a:solidFill>
                          <a:latin typeface="+mn-lt"/>
                        </a:rPr>
                        <a:t>06</a:t>
                      </a:r>
                    </a:p>
                  </a:txBody>
                  <a:tcPr marL="45720" marR="360000" marT="144000" marB="180000">
                    <a:lnL w="12700" cmpd="sng">
                      <a:noFill/>
                    </a:lnL>
                    <a:lnR w="12700" cap="flat" cmpd="sng" algn="ctr">
                      <a:noFill/>
                      <a:prstDash val="solid"/>
                      <a:round/>
                      <a:headEnd type="none" w="med" len="med"/>
                      <a:tailEnd type="none" w="med" len="med"/>
                    </a:lnR>
                    <a:lnT w="38099" cap="flat" cmpd="sng" algn="ctr">
                      <a:solidFill>
                        <a:srgbClr val="D4D5F2"/>
                      </a:solidFill>
                      <a:prstDash val="solid"/>
                      <a:round/>
                      <a:headEnd type="none" w="med" len="med"/>
                      <a:tailEnd type="none" w="med" len="med"/>
                    </a:lnT>
                    <a:lnB w="38100" cap="flat" cmpd="sng" algn="ctr">
                      <a:solidFill>
                        <a:srgbClr val="D4D5F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eaLnBrk="1" fontAlgn="auto" latinLnBrk="0" hangingPunct="1">
                        <a:lnSpc>
                          <a:spcPts val="1400"/>
                        </a:lnSpc>
                        <a:spcBef>
                          <a:spcPts val="0"/>
                        </a:spcBef>
                        <a:spcAft>
                          <a:spcPts val="0"/>
                        </a:spcAft>
                        <a:buClrTx/>
                        <a:buSzTx/>
                        <a:buFontTx/>
                        <a:buNone/>
                      </a:pPr>
                      <a:r>
                        <a:rPr lang="en-US" sz="1400" b="0" i="0" u="none" strike="noStrike" kern="1200" cap="none" spc="0" normalizeH="0" baseline="0" noProof="0" dirty="0">
                          <a:ln>
                            <a:noFill/>
                          </a:ln>
                          <a:solidFill>
                            <a:schemeClr val="bg2"/>
                          </a:solidFill>
                          <a:effectLst/>
                          <a:uLnTx/>
                          <a:uFillTx/>
                          <a:latin typeface="+mn-lt"/>
                          <a:ea typeface="+mn-ea"/>
                          <a:cs typeface="+mn-cs"/>
                        </a:rPr>
                        <a:t>Industry insights &amp; Knowledge Sharing : Demo of Co-pilot Driven Dashboard</a:t>
                      </a:r>
                      <a:endParaRPr kumimoji="0" lang="en-US" sz="1400" dirty="0"/>
                    </a:p>
                  </a:txBody>
                  <a:tcPr marL="360000" marR="45720" marT="144000" marB="180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38099" cap="flat" cmpd="sng" algn="ctr">
                      <a:solidFill>
                        <a:srgbClr val="D4D5F2"/>
                      </a:solidFill>
                      <a:prstDash val="solid"/>
                      <a:round/>
                      <a:headEnd type="none" w="med" len="med"/>
                      <a:tailEnd type="none" w="med" len="med"/>
                    </a:lnT>
                    <a:lnB w="38100" cap="flat" cmpd="sng" algn="ctr">
                      <a:solidFill>
                        <a:srgbClr val="D4D5F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67503373"/>
                  </a:ext>
                </a:extLst>
              </a:tr>
            </a:tbl>
          </a:graphicData>
        </a:graphic>
      </p:graphicFrame>
      <p:sp>
        <p:nvSpPr>
          <p:cNvPr id="11" name="Slide Number Placeholder 10">
            <a:extLst>
              <a:ext uri="{FF2B5EF4-FFF2-40B4-BE49-F238E27FC236}">
                <a16:creationId xmlns:a16="http://schemas.microsoft.com/office/drawing/2014/main" id="{B31B8F0A-FF8A-B445-F842-D8FB82A603B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9A5160-6218-4E5A-B9E6-B93E3DAE377C}" type="slidenum">
              <a:rPr kumimoji="0" lang="en-US" sz="800" b="0" i="0" u="none" strike="noStrike" kern="1200" cap="none" spc="0" normalizeH="0" baseline="0" noProof="0" smtClean="0">
                <a:ln>
                  <a:noFill/>
                </a:ln>
                <a:solidFill>
                  <a:srgbClr val="FFFFFF">
                    <a:lumMod val="65000"/>
                  </a:srgbClr>
                </a:solidFill>
                <a:effectLst/>
                <a:uLnTx/>
                <a:uFillTx/>
                <a:latin typeface="Ubuntu"/>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800" b="0" i="0" u="none" strike="noStrike" kern="1200" cap="none" spc="0" normalizeH="0" baseline="0" noProof="0">
              <a:ln>
                <a:noFill/>
              </a:ln>
              <a:solidFill>
                <a:srgbClr val="FFFFFF">
                  <a:lumMod val="65000"/>
                </a:srgbClr>
              </a:solidFill>
              <a:effectLst/>
              <a:uLnTx/>
              <a:uFillTx/>
              <a:latin typeface="Ubuntu"/>
              <a:ea typeface="+mn-ea"/>
              <a:cs typeface="Arial" panose="020B0604020202020204" pitchFamily="34" charset="0"/>
            </a:endParaRPr>
          </a:p>
        </p:txBody>
      </p:sp>
      <p:sp>
        <p:nvSpPr>
          <p:cNvPr id="3" name="Date Placeholder 16">
            <a:extLst>
              <a:ext uri="{FF2B5EF4-FFF2-40B4-BE49-F238E27FC236}">
                <a16:creationId xmlns:a16="http://schemas.microsoft.com/office/drawing/2014/main" id="{B001FCCF-74A7-460E-31F8-8A3FF0E84809}"/>
              </a:ext>
            </a:extLst>
          </p:cNvPr>
          <p:cNvSpPr>
            <a:spLocks noGrp="1"/>
          </p:cNvSpPr>
          <p:nvPr>
            <p:ph type="dt" sz="half" idx="10"/>
          </p:nvPr>
        </p:nvSpPr>
        <p:spPr>
          <a:xfrm>
            <a:off x="8803758" y="6650661"/>
            <a:ext cx="2837379" cy="123111"/>
          </a:xfrm>
        </p:spPr>
        <p:txBody>
          <a:bodyPr/>
          <a:lstStyle/>
          <a:p>
            <a:pPr marL="0" marR="0" lvl="0" indent="0" algn="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sz="800" b="0" i="0" u="none" strike="noStrike" kern="1200" cap="none" spc="0" normalizeH="0" baseline="0" noProof="0">
                <a:ln>
                  <a:noFill/>
                </a:ln>
                <a:solidFill>
                  <a:srgbClr val="FFFFFF">
                    <a:lumMod val="65000"/>
                  </a:srgbClr>
                </a:solidFill>
                <a:effectLst/>
                <a:uLnTx/>
                <a:uFillTx/>
                <a:latin typeface="Ubuntu"/>
                <a:ea typeface="+mn-ea"/>
                <a:cs typeface="+mn-cs"/>
              </a:rPr>
              <a:t>Company Confidential © Capgemini 2026. All rights reserved.</a:t>
            </a:r>
          </a:p>
        </p:txBody>
      </p:sp>
      <p:sp>
        <p:nvSpPr>
          <p:cNvPr id="4" name="Footer Placeholder 17">
            <a:extLst>
              <a:ext uri="{FF2B5EF4-FFF2-40B4-BE49-F238E27FC236}">
                <a16:creationId xmlns:a16="http://schemas.microsoft.com/office/drawing/2014/main" id="{CA4C5FDB-60B4-F804-D45F-9F0B03714F9F}"/>
              </a:ext>
            </a:extLst>
          </p:cNvPr>
          <p:cNvSpPr>
            <a:spLocks noGrp="1"/>
          </p:cNvSpPr>
          <p:nvPr>
            <p:ph type="ftr" sz="quarter" idx="11"/>
          </p:nvPr>
        </p:nvSpPr>
        <p:spPr>
          <a:xfrm>
            <a:off x="550863" y="6650661"/>
            <a:ext cx="4716524" cy="123111"/>
          </a:xfrm>
        </p:spPr>
        <p:txBody>
          <a:bodyPr/>
          <a:lstStyle/>
          <a:p>
            <a:pPr>
              <a:spcBef>
                <a:spcPts val="1000"/>
              </a:spcBef>
              <a:buFont typeface="Arial" panose="020B0604020202020204" pitchFamily="34" charset="0"/>
              <a:buNone/>
            </a:pPr>
            <a:r>
              <a:rPr lang="en-US"/>
              <a:t>TMT Monthly Update |  July 2026</a:t>
            </a:r>
          </a:p>
        </p:txBody>
      </p:sp>
    </p:spTree>
    <p:extLst>
      <p:ext uri="{BB962C8B-B14F-4D97-AF65-F5344CB8AC3E}">
        <p14:creationId xmlns:p14="http://schemas.microsoft.com/office/powerpoint/2010/main" val="6365174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8" name="Rectangle 67">
            <a:extLst>
              <a:ext uri="{FF2B5EF4-FFF2-40B4-BE49-F238E27FC236}">
                <a16:creationId xmlns:a16="http://schemas.microsoft.com/office/drawing/2014/main" id="{65E83EC6-9D98-417F-6462-3D8988724B1C}"/>
              </a:ext>
            </a:extLst>
          </p:cNvPr>
          <p:cNvSpPr/>
          <p:nvPr/>
        </p:nvSpPr>
        <p:spPr>
          <a:xfrm>
            <a:off x="-24000" y="6782398"/>
            <a:ext cx="12240000" cy="109034"/>
          </a:xfrm>
          <a:prstGeom prst="rect">
            <a:avLst/>
          </a:prstGeom>
          <a:solidFill>
            <a:srgbClr val="00D5D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sz="1400" err="1">
              <a:solidFill>
                <a:schemeClr val="tx1"/>
              </a:solidFill>
            </a:endParaRPr>
          </a:p>
        </p:txBody>
      </p:sp>
      <p:sp>
        <p:nvSpPr>
          <p:cNvPr id="2" name="Title 1">
            <a:extLst>
              <a:ext uri="{FF2B5EF4-FFF2-40B4-BE49-F238E27FC236}">
                <a16:creationId xmlns:a16="http://schemas.microsoft.com/office/drawing/2014/main" id="{4ED8F0AF-CE97-0E3F-6941-7E2B32975A77}"/>
              </a:ext>
            </a:extLst>
          </p:cNvPr>
          <p:cNvSpPr>
            <a:spLocks noGrp="1"/>
          </p:cNvSpPr>
          <p:nvPr>
            <p:ph type="title"/>
          </p:nvPr>
        </p:nvSpPr>
        <p:spPr>
          <a:xfrm>
            <a:off x="551384" y="549274"/>
            <a:ext cx="11089754" cy="797520"/>
          </a:xfrm>
          <a:noFill/>
        </p:spPr>
        <p:txBody>
          <a:bodyPr/>
          <a:lstStyle/>
          <a:p>
            <a:r>
              <a:rPr lang="en-US" dirty="0">
                <a:solidFill>
                  <a:schemeClr val="tx1"/>
                </a:solidFill>
              </a:rPr>
              <a:t>2026 Growth Objectives: Bookings &amp; Revenue</a:t>
            </a:r>
            <a:endParaRPr lang="en-IN" dirty="0">
              <a:solidFill>
                <a:schemeClr val="tx1"/>
              </a:solidFill>
            </a:endParaRPr>
          </a:p>
        </p:txBody>
      </p:sp>
      <p:sp>
        <p:nvSpPr>
          <p:cNvPr id="5" name="Slide Number Placeholder 4">
            <a:extLst>
              <a:ext uri="{FF2B5EF4-FFF2-40B4-BE49-F238E27FC236}">
                <a16:creationId xmlns:a16="http://schemas.microsoft.com/office/drawing/2014/main" id="{29C8A34D-2469-A668-742A-35E78F811B36}"/>
              </a:ext>
            </a:extLst>
          </p:cNvPr>
          <p:cNvSpPr>
            <a:spLocks noGrp="1"/>
          </p:cNvSpPr>
          <p:nvPr>
            <p:ph type="sldNum" sz="quarter" idx="12"/>
          </p:nvPr>
        </p:nvSpPr>
        <p:spPr/>
        <p:txBody>
          <a:bodyPr/>
          <a:lstStyle/>
          <a:p>
            <a:pPr algn="r"/>
            <a:fld id="{5D9A5160-6218-4E5A-B9E6-B93E3DAE377C}" type="slidenum">
              <a:rPr lang="en-US" smtClean="0"/>
              <a:pPr algn="r"/>
              <a:t>8</a:t>
            </a:fld>
            <a:endParaRPr lang="en-US"/>
          </a:p>
        </p:txBody>
      </p:sp>
      <p:cxnSp>
        <p:nvCxnSpPr>
          <p:cNvPr id="6" name="Straight Connector 5">
            <a:extLst>
              <a:ext uri="{FF2B5EF4-FFF2-40B4-BE49-F238E27FC236}">
                <a16:creationId xmlns:a16="http://schemas.microsoft.com/office/drawing/2014/main" id="{FC4A1963-D9CA-560A-EE79-0C73AE2C4F4B}"/>
              </a:ext>
            </a:extLst>
          </p:cNvPr>
          <p:cNvCxnSpPr>
            <a:cxnSpLocks/>
          </p:cNvCxnSpPr>
          <p:nvPr/>
        </p:nvCxnSpPr>
        <p:spPr>
          <a:xfrm>
            <a:off x="1631515" y="2605261"/>
            <a:ext cx="0" cy="2376000"/>
          </a:xfrm>
          <a:prstGeom prst="line">
            <a:avLst/>
          </a:prstGeom>
          <a:ln w="57150"/>
        </p:spPr>
        <p:style>
          <a:lnRef idx="3">
            <a:schemeClr val="dk1"/>
          </a:lnRef>
          <a:fillRef idx="0">
            <a:schemeClr val="dk1"/>
          </a:fillRef>
          <a:effectRef idx="2">
            <a:schemeClr val="dk1"/>
          </a:effectRef>
          <a:fontRef idx="minor">
            <a:schemeClr val="tx1"/>
          </a:fontRef>
        </p:style>
      </p:cxnSp>
      <p:cxnSp>
        <p:nvCxnSpPr>
          <p:cNvPr id="7" name="Straight Connector 6">
            <a:extLst>
              <a:ext uri="{FF2B5EF4-FFF2-40B4-BE49-F238E27FC236}">
                <a16:creationId xmlns:a16="http://schemas.microsoft.com/office/drawing/2014/main" id="{268FD9F9-AF54-4A44-EDE8-2DE167EC14C8}"/>
              </a:ext>
            </a:extLst>
          </p:cNvPr>
          <p:cNvCxnSpPr>
            <a:cxnSpLocks/>
          </p:cNvCxnSpPr>
          <p:nvPr/>
        </p:nvCxnSpPr>
        <p:spPr>
          <a:xfrm>
            <a:off x="4324679" y="2605261"/>
            <a:ext cx="0" cy="2376000"/>
          </a:xfrm>
          <a:prstGeom prst="line">
            <a:avLst/>
          </a:prstGeom>
          <a:ln w="19050" cap="flat" cmpd="sng" algn="ctr">
            <a:solidFill>
              <a:schemeClr val="bg1">
                <a:lumMod val="65000"/>
              </a:schemeClr>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8" name="Straight Connector 7">
            <a:extLst>
              <a:ext uri="{FF2B5EF4-FFF2-40B4-BE49-F238E27FC236}">
                <a16:creationId xmlns:a16="http://schemas.microsoft.com/office/drawing/2014/main" id="{678D0B19-0828-60C5-0B01-D11D740880FA}"/>
              </a:ext>
            </a:extLst>
          </p:cNvPr>
          <p:cNvCxnSpPr>
            <a:cxnSpLocks/>
          </p:cNvCxnSpPr>
          <p:nvPr/>
        </p:nvCxnSpPr>
        <p:spPr>
          <a:xfrm>
            <a:off x="2552239" y="2605261"/>
            <a:ext cx="0" cy="2376000"/>
          </a:xfrm>
          <a:prstGeom prst="line">
            <a:avLst/>
          </a:prstGeom>
          <a:ln w="19050" cap="flat" cmpd="sng" algn="ctr">
            <a:solidFill>
              <a:schemeClr val="bg1">
                <a:lumMod val="65000"/>
              </a:schemeClr>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9" name="Straight Connector 8">
            <a:extLst>
              <a:ext uri="{FF2B5EF4-FFF2-40B4-BE49-F238E27FC236}">
                <a16:creationId xmlns:a16="http://schemas.microsoft.com/office/drawing/2014/main" id="{ACFE5911-9D9C-F61D-E447-3CE43093AD08}"/>
              </a:ext>
            </a:extLst>
          </p:cNvPr>
          <p:cNvCxnSpPr>
            <a:cxnSpLocks/>
          </p:cNvCxnSpPr>
          <p:nvPr/>
        </p:nvCxnSpPr>
        <p:spPr>
          <a:xfrm>
            <a:off x="3438459" y="2605261"/>
            <a:ext cx="0" cy="2376000"/>
          </a:xfrm>
          <a:prstGeom prst="line">
            <a:avLst/>
          </a:prstGeom>
          <a:ln w="19050" cap="flat" cmpd="sng" algn="ctr">
            <a:solidFill>
              <a:schemeClr val="bg1">
                <a:lumMod val="65000"/>
              </a:schemeClr>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0" name="Straight Connector 9">
            <a:extLst>
              <a:ext uri="{FF2B5EF4-FFF2-40B4-BE49-F238E27FC236}">
                <a16:creationId xmlns:a16="http://schemas.microsoft.com/office/drawing/2014/main" id="{0448199B-D5D5-BFD3-6212-F7EE20B33FC5}"/>
              </a:ext>
            </a:extLst>
          </p:cNvPr>
          <p:cNvCxnSpPr>
            <a:cxnSpLocks/>
          </p:cNvCxnSpPr>
          <p:nvPr/>
        </p:nvCxnSpPr>
        <p:spPr>
          <a:xfrm>
            <a:off x="5210899" y="2605261"/>
            <a:ext cx="0" cy="2376000"/>
          </a:xfrm>
          <a:prstGeom prst="line">
            <a:avLst/>
          </a:prstGeom>
          <a:ln w="19050" cap="flat" cmpd="sng" algn="ctr">
            <a:solidFill>
              <a:schemeClr val="bg1">
                <a:lumMod val="65000"/>
              </a:schemeClr>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nvGrpSpPr>
          <p:cNvPr id="11" name="Group 10">
            <a:extLst>
              <a:ext uri="{FF2B5EF4-FFF2-40B4-BE49-F238E27FC236}">
                <a16:creationId xmlns:a16="http://schemas.microsoft.com/office/drawing/2014/main" id="{4027AB7E-CADC-DDC7-6B7C-5D984A03D352}"/>
              </a:ext>
            </a:extLst>
          </p:cNvPr>
          <p:cNvGrpSpPr/>
          <p:nvPr/>
        </p:nvGrpSpPr>
        <p:grpSpPr>
          <a:xfrm>
            <a:off x="692184" y="2712062"/>
            <a:ext cx="4212705" cy="396000"/>
            <a:chOff x="217740" y="2712062"/>
            <a:chExt cx="4212705" cy="396000"/>
          </a:xfrm>
        </p:grpSpPr>
        <p:sp>
          <p:nvSpPr>
            <p:cNvPr id="12" name="Rectangle 11">
              <a:extLst>
                <a:ext uri="{FF2B5EF4-FFF2-40B4-BE49-F238E27FC236}">
                  <a16:creationId xmlns:a16="http://schemas.microsoft.com/office/drawing/2014/main" id="{8B3491B2-FA5B-1D34-5FA0-5746EF54C9C2}"/>
                </a:ext>
              </a:extLst>
            </p:cNvPr>
            <p:cNvSpPr/>
            <p:nvPr/>
          </p:nvSpPr>
          <p:spPr>
            <a:xfrm>
              <a:off x="1191576" y="2772040"/>
              <a:ext cx="1138686" cy="276045"/>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IN" sz="1200">
                  <a:solidFill>
                    <a:schemeClr val="bg2"/>
                  </a:solidFill>
                </a:rPr>
                <a:t>3.6</a:t>
              </a:r>
            </a:p>
          </p:txBody>
        </p:sp>
        <p:sp>
          <p:nvSpPr>
            <p:cNvPr id="13" name="Rectangle 12">
              <a:extLst>
                <a:ext uri="{FF2B5EF4-FFF2-40B4-BE49-F238E27FC236}">
                  <a16:creationId xmlns:a16="http://schemas.microsoft.com/office/drawing/2014/main" id="{77CA35E7-DF26-D8FD-DDCC-5D5CA2801AA9}"/>
                </a:ext>
              </a:extLst>
            </p:cNvPr>
            <p:cNvSpPr/>
            <p:nvPr/>
          </p:nvSpPr>
          <p:spPr>
            <a:xfrm>
              <a:off x="2330262" y="2772040"/>
              <a:ext cx="1035170" cy="276045"/>
            </a:xfrm>
            <a:prstGeom prst="rect">
              <a:avLst/>
            </a:prstGeom>
            <a:solidFill>
              <a:schemeClr val="accent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IN" sz="1200">
                  <a:solidFill>
                    <a:schemeClr val="bg2"/>
                  </a:solidFill>
                </a:rPr>
                <a:t>3.3</a:t>
              </a:r>
            </a:p>
          </p:txBody>
        </p:sp>
        <p:sp>
          <p:nvSpPr>
            <p:cNvPr id="14" name="TextBox 13">
              <a:extLst>
                <a:ext uri="{FF2B5EF4-FFF2-40B4-BE49-F238E27FC236}">
                  <a16:creationId xmlns:a16="http://schemas.microsoft.com/office/drawing/2014/main" id="{E848DBDC-0843-FDEA-CD1A-4B4BA5EA6AF3}"/>
                </a:ext>
              </a:extLst>
            </p:cNvPr>
            <p:cNvSpPr txBox="1"/>
            <p:nvPr/>
          </p:nvSpPr>
          <p:spPr>
            <a:xfrm>
              <a:off x="3365432" y="2770472"/>
              <a:ext cx="1065013" cy="279180"/>
            </a:xfrm>
            <a:prstGeom prst="rect">
              <a:avLst/>
            </a:prstGeom>
            <a:solidFill>
              <a:schemeClr val="bg2"/>
            </a:solidFill>
          </p:spPr>
          <p:txBody>
            <a:bodyPr vert="horz" wrap="none" lIns="90000" tIns="46800" rIns="90000" bIns="46800" rtlCol="0" anchor="ctr">
              <a:spAutoFit/>
            </a:bodyPr>
            <a:lstStyle/>
            <a:p>
              <a:pPr algn="l">
                <a:spcBef>
                  <a:spcPct val="0"/>
                </a:spcBef>
              </a:pPr>
              <a:r>
                <a:rPr lang="en-IN" sz="1200"/>
                <a:t>TMT: 6.9 ME</a:t>
              </a:r>
            </a:p>
          </p:txBody>
        </p:sp>
        <p:sp>
          <p:nvSpPr>
            <p:cNvPr id="15" name="TextBox 14">
              <a:extLst>
                <a:ext uri="{FF2B5EF4-FFF2-40B4-BE49-F238E27FC236}">
                  <a16:creationId xmlns:a16="http://schemas.microsoft.com/office/drawing/2014/main" id="{CD6AEF65-3E88-886B-6A5B-DBBE74766AEA}"/>
                </a:ext>
              </a:extLst>
            </p:cNvPr>
            <p:cNvSpPr txBox="1"/>
            <p:nvPr/>
          </p:nvSpPr>
          <p:spPr>
            <a:xfrm>
              <a:off x="541973" y="2755083"/>
              <a:ext cx="592127" cy="309958"/>
            </a:xfrm>
            <a:prstGeom prst="rect">
              <a:avLst/>
            </a:prstGeom>
            <a:noFill/>
          </p:spPr>
          <p:txBody>
            <a:bodyPr vert="horz" wrap="none" lIns="90000" tIns="46800" rIns="90000" bIns="46800" rtlCol="0" anchor="ctr">
              <a:spAutoFit/>
            </a:bodyPr>
            <a:lstStyle/>
            <a:p>
              <a:pPr algn="l">
                <a:spcBef>
                  <a:spcPct val="0"/>
                </a:spcBef>
              </a:pPr>
              <a:r>
                <a:rPr lang="en-IN" sz="1400" b="1"/>
                <a:t>2024</a:t>
              </a:r>
            </a:p>
          </p:txBody>
        </p:sp>
        <p:pic>
          <p:nvPicPr>
            <p:cNvPr id="16" name="Graphic 15" descr="Checkbox Checked with solid fill">
              <a:extLst>
                <a:ext uri="{FF2B5EF4-FFF2-40B4-BE49-F238E27FC236}">
                  <a16:creationId xmlns:a16="http://schemas.microsoft.com/office/drawing/2014/main" id="{6BB8A2CE-4FD5-C490-B629-03E8B9C8EEA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17740" y="2712062"/>
              <a:ext cx="396000" cy="396000"/>
            </a:xfrm>
            <a:prstGeom prst="rect">
              <a:avLst/>
            </a:prstGeom>
          </p:spPr>
        </p:pic>
      </p:grpSp>
      <p:grpSp>
        <p:nvGrpSpPr>
          <p:cNvPr id="17" name="Group 16">
            <a:extLst>
              <a:ext uri="{FF2B5EF4-FFF2-40B4-BE49-F238E27FC236}">
                <a16:creationId xmlns:a16="http://schemas.microsoft.com/office/drawing/2014/main" id="{B151F71F-1D90-56D6-70F3-5B094670A8AE}"/>
              </a:ext>
            </a:extLst>
          </p:cNvPr>
          <p:cNvGrpSpPr/>
          <p:nvPr/>
        </p:nvGrpSpPr>
        <p:grpSpPr>
          <a:xfrm>
            <a:off x="686838" y="3283492"/>
            <a:ext cx="5094342" cy="907242"/>
            <a:chOff x="212394" y="3283492"/>
            <a:chExt cx="5094342" cy="907242"/>
          </a:xfrm>
        </p:grpSpPr>
        <p:sp>
          <p:nvSpPr>
            <p:cNvPr id="18" name="Rectangle 17">
              <a:extLst>
                <a:ext uri="{FF2B5EF4-FFF2-40B4-BE49-F238E27FC236}">
                  <a16:creationId xmlns:a16="http://schemas.microsoft.com/office/drawing/2014/main" id="{F0B7CE53-67AD-63F7-A7F7-5D0D986E79B1}"/>
                </a:ext>
              </a:extLst>
            </p:cNvPr>
            <p:cNvSpPr/>
            <p:nvPr/>
          </p:nvSpPr>
          <p:spPr>
            <a:xfrm>
              <a:off x="1191576" y="3324765"/>
              <a:ext cx="1317480" cy="276045"/>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IN" sz="1200">
                  <a:solidFill>
                    <a:schemeClr val="bg2"/>
                  </a:solidFill>
                </a:rPr>
                <a:t>4.3</a:t>
              </a:r>
            </a:p>
          </p:txBody>
        </p:sp>
        <p:sp>
          <p:nvSpPr>
            <p:cNvPr id="19" name="Rectangle 18">
              <a:extLst>
                <a:ext uri="{FF2B5EF4-FFF2-40B4-BE49-F238E27FC236}">
                  <a16:creationId xmlns:a16="http://schemas.microsoft.com/office/drawing/2014/main" id="{5E59B954-C3BC-A000-5B38-C67D40D04924}"/>
                </a:ext>
              </a:extLst>
            </p:cNvPr>
            <p:cNvSpPr/>
            <p:nvPr/>
          </p:nvSpPr>
          <p:spPr>
            <a:xfrm>
              <a:off x="2506238" y="3324765"/>
              <a:ext cx="1165199" cy="276045"/>
            </a:xfrm>
            <a:prstGeom prst="rect">
              <a:avLst/>
            </a:prstGeom>
            <a:solidFill>
              <a:schemeClr val="accent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IN" sz="1200">
                  <a:solidFill>
                    <a:schemeClr val="bg2"/>
                  </a:solidFill>
                </a:rPr>
                <a:t>3.9</a:t>
              </a:r>
            </a:p>
          </p:txBody>
        </p:sp>
        <p:sp>
          <p:nvSpPr>
            <p:cNvPr id="20" name="TextBox 19">
              <a:extLst>
                <a:ext uri="{FF2B5EF4-FFF2-40B4-BE49-F238E27FC236}">
                  <a16:creationId xmlns:a16="http://schemas.microsoft.com/office/drawing/2014/main" id="{7F0A0BAF-4C90-E1AF-4704-10AE31157322}"/>
                </a:ext>
              </a:extLst>
            </p:cNvPr>
            <p:cNvSpPr txBox="1"/>
            <p:nvPr/>
          </p:nvSpPr>
          <p:spPr>
            <a:xfrm>
              <a:off x="3688688" y="3325399"/>
              <a:ext cx="1618048" cy="279180"/>
            </a:xfrm>
            <a:prstGeom prst="rect">
              <a:avLst/>
            </a:prstGeom>
            <a:solidFill>
              <a:schemeClr val="bg2"/>
            </a:solidFill>
          </p:spPr>
          <p:txBody>
            <a:bodyPr vert="horz" wrap="none" lIns="90000" tIns="46800" rIns="90000" bIns="46800" rtlCol="0" anchor="ctr">
              <a:spAutoFit/>
            </a:bodyPr>
            <a:lstStyle/>
            <a:p>
              <a:pPr algn="l">
                <a:spcBef>
                  <a:spcPct val="0"/>
                </a:spcBef>
              </a:pPr>
              <a:r>
                <a:rPr lang="en-IN" sz="1200"/>
                <a:t>TMT: 8.2 ME </a:t>
              </a:r>
              <a:r>
                <a:rPr lang="en-IN" sz="1200">
                  <a:solidFill>
                    <a:srgbClr val="00B050"/>
                  </a:solidFill>
                </a:rPr>
                <a:t>(+18%)</a:t>
              </a:r>
            </a:p>
          </p:txBody>
        </p:sp>
        <p:sp>
          <p:nvSpPr>
            <p:cNvPr id="21" name="TextBox 20">
              <a:extLst>
                <a:ext uri="{FF2B5EF4-FFF2-40B4-BE49-F238E27FC236}">
                  <a16:creationId xmlns:a16="http://schemas.microsoft.com/office/drawing/2014/main" id="{2F902385-C0B6-F828-27F3-4ADD34C314C0}"/>
                </a:ext>
              </a:extLst>
            </p:cNvPr>
            <p:cNvSpPr txBox="1"/>
            <p:nvPr/>
          </p:nvSpPr>
          <p:spPr>
            <a:xfrm>
              <a:off x="534415" y="3321510"/>
              <a:ext cx="592127" cy="309958"/>
            </a:xfrm>
            <a:prstGeom prst="rect">
              <a:avLst/>
            </a:prstGeom>
            <a:noFill/>
          </p:spPr>
          <p:txBody>
            <a:bodyPr vert="horz" wrap="none" lIns="90000" tIns="46800" rIns="90000" bIns="46800" rtlCol="0" anchor="ctr">
              <a:spAutoFit/>
            </a:bodyPr>
            <a:lstStyle/>
            <a:p>
              <a:pPr algn="l">
                <a:spcBef>
                  <a:spcPct val="0"/>
                </a:spcBef>
              </a:pPr>
              <a:r>
                <a:rPr lang="en-IN" sz="1400" b="1"/>
                <a:t>2025</a:t>
              </a:r>
            </a:p>
          </p:txBody>
        </p:sp>
        <p:pic>
          <p:nvPicPr>
            <p:cNvPr id="22" name="Graphic 21" descr="Checkbox Checked with solid fill">
              <a:extLst>
                <a:ext uri="{FF2B5EF4-FFF2-40B4-BE49-F238E27FC236}">
                  <a16:creationId xmlns:a16="http://schemas.microsoft.com/office/drawing/2014/main" id="{AC753054-CB91-66B4-85EF-7FC4CA5A60C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12394" y="3283492"/>
              <a:ext cx="396000" cy="396000"/>
            </a:xfrm>
            <a:prstGeom prst="rect">
              <a:avLst/>
            </a:prstGeom>
          </p:spPr>
        </p:pic>
        <p:sp>
          <p:nvSpPr>
            <p:cNvPr id="23" name="Rectangle 22">
              <a:extLst>
                <a:ext uri="{FF2B5EF4-FFF2-40B4-BE49-F238E27FC236}">
                  <a16:creationId xmlns:a16="http://schemas.microsoft.com/office/drawing/2014/main" id="{62DCC37D-823B-DBE2-669C-9F9D8C66A328}"/>
                </a:ext>
              </a:extLst>
            </p:cNvPr>
            <p:cNvSpPr/>
            <p:nvPr/>
          </p:nvSpPr>
          <p:spPr>
            <a:xfrm>
              <a:off x="2566626" y="3914689"/>
              <a:ext cx="1183152" cy="276045"/>
            </a:xfrm>
            <a:prstGeom prst="rect">
              <a:avLst/>
            </a:prstGeom>
            <a:solidFill>
              <a:schemeClr val="accent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IN" sz="1200">
                  <a:solidFill>
                    <a:schemeClr val="bg2"/>
                  </a:solidFill>
                </a:rPr>
                <a:t>3.9</a:t>
              </a:r>
            </a:p>
          </p:txBody>
        </p:sp>
      </p:grpSp>
      <p:grpSp>
        <p:nvGrpSpPr>
          <p:cNvPr id="24" name="Group 23">
            <a:extLst>
              <a:ext uri="{FF2B5EF4-FFF2-40B4-BE49-F238E27FC236}">
                <a16:creationId xmlns:a16="http://schemas.microsoft.com/office/drawing/2014/main" id="{64C79A5C-9218-414E-25CB-19D921A03695}"/>
              </a:ext>
            </a:extLst>
          </p:cNvPr>
          <p:cNvGrpSpPr/>
          <p:nvPr/>
        </p:nvGrpSpPr>
        <p:grpSpPr>
          <a:xfrm>
            <a:off x="689998" y="3880326"/>
            <a:ext cx="4617777" cy="360000"/>
            <a:chOff x="226829" y="3874299"/>
            <a:chExt cx="4617777" cy="360000"/>
          </a:xfrm>
        </p:grpSpPr>
        <p:sp>
          <p:nvSpPr>
            <p:cNvPr id="25" name="Rectangle 24">
              <a:extLst>
                <a:ext uri="{FF2B5EF4-FFF2-40B4-BE49-F238E27FC236}">
                  <a16:creationId xmlns:a16="http://schemas.microsoft.com/office/drawing/2014/main" id="{8A513923-D825-C327-EA42-E19FF1BC21BF}"/>
                </a:ext>
              </a:extLst>
            </p:cNvPr>
            <p:cNvSpPr/>
            <p:nvPr/>
          </p:nvSpPr>
          <p:spPr>
            <a:xfrm>
              <a:off x="1174297" y="3885347"/>
              <a:ext cx="1415830" cy="300625"/>
            </a:xfrm>
            <a:prstGeom prst="rect">
              <a:avLst/>
            </a:prstGeom>
            <a:pattFill prst="pct20">
              <a:fgClr>
                <a:schemeClr val="accent1">
                  <a:lumMod val="60000"/>
                  <a:lumOff val="40000"/>
                </a:schemeClr>
              </a:fgClr>
              <a:bgClr>
                <a:schemeClr val="accent1"/>
              </a:bgClr>
            </a:patt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IN" sz="1200" b="1">
                  <a:solidFill>
                    <a:schemeClr val="bg2"/>
                  </a:solidFill>
                </a:rPr>
                <a:t>4.4</a:t>
              </a:r>
            </a:p>
          </p:txBody>
        </p:sp>
        <p:sp>
          <p:nvSpPr>
            <p:cNvPr id="26" name="TextBox 25">
              <a:extLst>
                <a:ext uri="{FF2B5EF4-FFF2-40B4-BE49-F238E27FC236}">
                  <a16:creationId xmlns:a16="http://schemas.microsoft.com/office/drawing/2014/main" id="{8FC71790-F113-F937-C384-B9703B7923AC}"/>
                </a:ext>
              </a:extLst>
            </p:cNvPr>
            <p:cNvSpPr txBox="1"/>
            <p:nvPr/>
          </p:nvSpPr>
          <p:spPr>
            <a:xfrm>
              <a:off x="3777991" y="3906241"/>
              <a:ext cx="1066615" cy="279180"/>
            </a:xfrm>
            <a:prstGeom prst="rect">
              <a:avLst/>
            </a:prstGeom>
            <a:solidFill>
              <a:schemeClr val="bg2"/>
            </a:solidFill>
          </p:spPr>
          <p:txBody>
            <a:bodyPr vert="horz" wrap="none" lIns="90000" tIns="46800" rIns="90000" bIns="46800" rtlCol="0" anchor="ctr">
              <a:spAutoFit/>
            </a:bodyPr>
            <a:lstStyle/>
            <a:p>
              <a:pPr algn="l">
                <a:spcBef>
                  <a:spcPct val="0"/>
                </a:spcBef>
              </a:pPr>
              <a:r>
                <a:rPr lang="en-IN" sz="1200" b="1"/>
                <a:t>TMT: 8.3 ME</a:t>
              </a:r>
            </a:p>
          </p:txBody>
        </p:sp>
        <p:sp>
          <p:nvSpPr>
            <p:cNvPr id="27" name="TextBox 26">
              <a:extLst>
                <a:ext uri="{FF2B5EF4-FFF2-40B4-BE49-F238E27FC236}">
                  <a16:creationId xmlns:a16="http://schemas.microsoft.com/office/drawing/2014/main" id="{9BE42999-7BFC-C3AE-4F0D-26D8BD2DFFA7}"/>
                </a:ext>
              </a:extLst>
            </p:cNvPr>
            <p:cNvSpPr txBox="1"/>
            <p:nvPr/>
          </p:nvSpPr>
          <p:spPr>
            <a:xfrm>
              <a:off x="529653" y="3899320"/>
              <a:ext cx="681895" cy="309958"/>
            </a:xfrm>
            <a:prstGeom prst="rect">
              <a:avLst/>
            </a:prstGeom>
            <a:noFill/>
          </p:spPr>
          <p:txBody>
            <a:bodyPr vert="horz" wrap="none" lIns="90000" tIns="46800" rIns="90000" bIns="46800" rtlCol="0" anchor="ctr">
              <a:spAutoFit/>
            </a:bodyPr>
            <a:lstStyle/>
            <a:p>
              <a:pPr algn="l">
                <a:spcBef>
                  <a:spcPct val="0"/>
                </a:spcBef>
              </a:pPr>
              <a:r>
                <a:rPr lang="en-IN" sz="1400" b="1"/>
                <a:t>2026*</a:t>
              </a:r>
            </a:p>
          </p:txBody>
        </p:sp>
        <p:pic>
          <p:nvPicPr>
            <p:cNvPr id="28" name="Graphic 27" descr="Target with solid fill">
              <a:extLst>
                <a:ext uri="{FF2B5EF4-FFF2-40B4-BE49-F238E27FC236}">
                  <a16:creationId xmlns:a16="http://schemas.microsoft.com/office/drawing/2014/main" id="{4B8DF557-353E-D1DC-EB26-D0781FD6567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26829" y="3874299"/>
              <a:ext cx="360000" cy="360000"/>
            </a:xfrm>
            <a:prstGeom prst="rect">
              <a:avLst/>
            </a:prstGeom>
          </p:spPr>
        </p:pic>
      </p:grpSp>
      <p:sp>
        <p:nvSpPr>
          <p:cNvPr id="29" name="TextBox 28">
            <a:extLst>
              <a:ext uri="{FF2B5EF4-FFF2-40B4-BE49-F238E27FC236}">
                <a16:creationId xmlns:a16="http://schemas.microsoft.com/office/drawing/2014/main" id="{195382B9-D5DE-C504-49F8-9DA8372233B6}"/>
              </a:ext>
            </a:extLst>
          </p:cNvPr>
          <p:cNvSpPr txBox="1"/>
          <p:nvPr/>
        </p:nvSpPr>
        <p:spPr>
          <a:xfrm>
            <a:off x="550863" y="1839020"/>
            <a:ext cx="1367980" cy="371513"/>
          </a:xfrm>
          <a:prstGeom prst="rect">
            <a:avLst/>
          </a:prstGeom>
          <a:noFill/>
        </p:spPr>
        <p:txBody>
          <a:bodyPr vert="horz" wrap="none" lIns="90000" tIns="46800" rIns="90000" bIns="46800" rtlCol="0" anchor="ctr">
            <a:spAutoFit/>
          </a:bodyPr>
          <a:lstStyle/>
          <a:p>
            <a:pPr algn="l">
              <a:spcBef>
                <a:spcPct val="0"/>
              </a:spcBef>
            </a:pPr>
            <a:r>
              <a:rPr lang="en-IN">
                <a:latin typeface="+mj-lt"/>
              </a:rPr>
              <a:t>BOOKINGS</a:t>
            </a:r>
          </a:p>
        </p:txBody>
      </p:sp>
      <p:cxnSp>
        <p:nvCxnSpPr>
          <p:cNvPr id="30" name="Straight Connector 29">
            <a:extLst>
              <a:ext uri="{FF2B5EF4-FFF2-40B4-BE49-F238E27FC236}">
                <a16:creationId xmlns:a16="http://schemas.microsoft.com/office/drawing/2014/main" id="{94A67F78-DE36-9381-EA02-F187C0B900F6}"/>
              </a:ext>
            </a:extLst>
          </p:cNvPr>
          <p:cNvCxnSpPr>
            <a:cxnSpLocks/>
          </p:cNvCxnSpPr>
          <p:nvPr/>
        </p:nvCxnSpPr>
        <p:spPr>
          <a:xfrm>
            <a:off x="6288657" y="1820174"/>
            <a:ext cx="0" cy="3259826"/>
          </a:xfrm>
          <a:prstGeom prst="line">
            <a:avLst/>
          </a:prstGeom>
          <a:ln w="381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85E19357-A198-EE30-4B68-71A59EDBEB91}"/>
              </a:ext>
            </a:extLst>
          </p:cNvPr>
          <p:cNvSpPr txBox="1"/>
          <p:nvPr/>
        </p:nvSpPr>
        <p:spPr>
          <a:xfrm>
            <a:off x="6680830" y="1839019"/>
            <a:ext cx="1223710" cy="371513"/>
          </a:xfrm>
          <a:prstGeom prst="rect">
            <a:avLst/>
          </a:prstGeom>
          <a:noFill/>
        </p:spPr>
        <p:txBody>
          <a:bodyPr vert="horz" wrap="none" lIns="90000" tIns="46800" rIns="90000" bIns="46800" rtlCol="0" anchor="ctr">
            <a:spAutoFit/>
          </a:bodyPr>
          <a:lstStyle/>
          <a:p>
            <a:pPr algn="l">
              <a:spcBef>
                <a:spcPct val="0"/>
              </a:spcBef>
            </a:pPr>
            <a:r>
              <a:rPr lang="en-IN">
                <a:latin typeface="+mj-lt"/>
              </a:rPr>
              <a:t>REVENUE</a:t>
            </a:r>
          </a:p>
        </p:txBody>
      </p:sp>
      <p:sp>
        <p:nvSpPr>
          <p:cNvPr id="32" name="TextBox 31">
            <a:extLst>
              <a:ext uri="{FF2B5EF4-FFF2-40B4-BE49-F238E27FC236}">
                <a16:creationId xmlns:a16="http://schemas.microsoft.com/office/drawing/2014/main" id="{E5EC0269-E2F3-1338-BF72-CC5831019B0F}"/>
              </a:ext>
            </a:extLst>
          </p:cNvPr>
          <p:cNvSpPr txBox="1"/>
          <p:nvPr/>
        </p:nvSpPr>
        <p:spPr>
          <a:xfrm>
            <a:off x="2311850" y="2395963"/>
            <a:ext cx="463886" cy="248402"/>
          </a:xfrm>
          <a:prstGeom prst="rect">
            <a:avLst/>
          </a:prstGeom>
          <a:noFill/>
        </p:spPr>
        <p:txBody>
          <a:bodyPr vert="horz" wrap="none" lIns="90000" tIns="46800" rIns="90000" bIns="46800" rtlCol="0" anchor="ctr">
            <a:spAutoFit/>
          </a:bodyPr>
          <a:lstStyle/>
          <a:p>
            <a:pPr algn="l">
              <a:spcBef>
                <a:spcPct val="0"/>
              </a:spcBef>
            </a:pPr>
            <a:r>
              <a:rPr lang="en-IN" sz="1000" i="1">
                <a:solidFill>
                  <a:schemeClr val="tx1">
                    <a:lumMod val="50000"/>
                    <a:lumOff val="50000"/>
                  </a:schemeClr>
                </a:solidFill>
              </a:rPr>
              <a:t>3 ME</a:t>
            </a:r>
          </a:p>
        </p:txBody>
      </p:sp>
      <p:sp>
        <p:nvSpPr>
          <p:cNvPr id="33" name="TextBox 32">
            <a:extLst>
              <a:ext uri="{FF2B5EF4-FFF2-40B4-BE49-F238E27FC236}">
                <a16:creationId xmlns:a16="http://schemas.microsoft.com/office/drawing/2014/main" id="{39137341-D050-E5FF-2433-625323AA1154}"/>
              </a:ext>
            </a:extLst>
          </p:cNvPr>
          <p:cNvSpPr txBox="1"/>
          <p:nvPr/>
        </p:nvSpPr>
        <p:spPr>
          <a:xfrm>
            <a:off x="3206516" y="2395963"/>
            <a:ext cx="463886" cy="248402"/>
          </a:xfrm>
          <a:prstGeom prst="rect">
            <a:avLst/>
          </a:prstGeom>
          <a:noFill/>
        </p:spPr>
        <p:txBody>
          <a:bodyPr vert="horz" wrap="none" lIns="90000" tIns="46800" rIns="90000" bIns="46800" rtlCol="0" anchor="ctr">
            <a:spAutoFit/>
          </a:bodyPr>
          <a:lstStyle/>
          <a:p>
            <a:pPr algn="l">
              <a:spcBef>
                <a:spcPct val="0"/>
              </a:spcBef>
            </a:pPr>
            <a:r>
              <a:rPr lang="en-IN" sz="1000" i="1">
                <a:solidFill>
                  <a:schemeClr val="tx1">
                    <a:lumMod val="50000"/>
                    <a:lumOff val="50000"/>
                  </a:schemeClr>
                </a:solidFill>
              </a:rPr>
              <a:t>6 ME</a:t>
            </a:r>
          </a:p>
        </p:txBody>
      </p:sp>
      <p:sp>
        <p:nvSpPr>
          <p:cNvPr id="34" name="TextBox 33">
            <a:extLst>
              <a:ext uri="{FF2B5EF4-FFF2-40B4-BE49-F238E27FC236}">
                <a16:creationId xmlns:a16="http://schemas.microsoft.com/office/drawing/2014/main" id="{1B3FBB06-F0C5-F229-37DE-2A17D446E648}"/>
              </a:ext>
            </a:extLst>
          </p:cNvPr>
          <p:cNvSpPr txBox="1"/>
          <p:nvPr/>
        </p:nvSpPr>
        <p:spPr>
          <a:xfrm>
            <a:off x="4125361" y="2395963"/>
            <a:ext cx="463886" cy="248402"/>
          </a:xfrm>
          <a:prstGeom prst="rect">
            <a:avLst/>
          </a:prstGeom>
          <a:noFill/>
        </p:spPr>
        <p:txBody>
          <a:bodyPr vert="horz" wrap="none" lIns="90000" tIns="46800" rIns="90000" bIns="46800" rtlCol="0" anchor="ctr">
            <a:spAutoFit/>
          </a:bodyPr>
          <a:lstStyle/>
          <a:p>
            <a:pPr algn="l">
              <a:spcBef>
                <a:spcPct val="0"/>
              </a:spcBef>
            </a:pPr>
            <a:r>
              <a:rPr lang="en-IN" sz="1000" i="1">
                <a:solidFill>
                  <a:schemeClr val="tx1">
                    <a:lumMod val="50000"/>
                    <a:lumOff val="50000"/>
                  </a:schemeClr>
                </a:solidFill>
              </a:rPr>
              <a:t>9 ME</a:t>
            </a:r>
          </a:p>
        </p:txBody>
      </p:sp>
      <p:sp>
        <p:nvSpPr>
          <p:cNvPr id="35" name="TextBox 34">
            <a:extLst>
              <a:ext uri="{FF2B5EF4-FFF2-40B4-BE49-F238E27FC236}">
                <a16:creationId xmlns:a16="http://schemas.microsoft.com/office/drawing/2014/main" id="{52A137A4-9AA6-55AD-6AE3-CB5BCC2CF293}"/>
              </a:ext>
            </a:extLst>
          </p:cNvPr>
          <p:cNvSpPr txBox="1"/>
          <p:nvPr/>
        </p:nvSpPr>
        <p:spPr>
          <a:xfrm>
            <a:off x="4939444" y="2395963"/>
            <a:ext cx="536022" cy="248402"/>
          </a:xfrm>
          <a:prstGeom prst="rect">
            <a:avLst/>
          </a:prstGeom>
          <a:noFill/>
        </p:spPr>
        <p:txBody>
          <a:bodyPr vert="horz" wrap="none" lIns="90000" tIns="46800" rIns="90000" bIns="46800" rtlCol="0" anchor="ctr">
            <a:spAutoFit/>
          </a:bodyPr>
          <a:lstStyle/>
          <a:p>
            <a:pPr algn="l">
              <a:spcBef>
                <a:spcPct val="0"/>
              </a:spcBef>
            </a:pPr>
            <a:r>
              <a:rPr lang="en-IN" sz="1000" i="1">
                <a:solidFill>
                  <a:schemeClr val="tx1">
                    <a:lumMod val="50000"/>
                    <a:lumOff val="50000"/>
                  </a:schemeClr>
                </a:solidFill>
              </a:rPr>
              <a:t>12 ME</a:t>
            </a:r>
          </a:p>
        </p:txBody>
      </p:sp>
      <p:cxnSp>
        <p:nvCxnSpPr>
          <p:cNvPr id="36" name="Straight Connector 35">
            <a:extLst>
              <a:ext uri="{FF2B5EF4-FFF2-40B4-BE49-F238E27FC236}">
                <a16:creationId xmlns:a16="http://schemas.microsoft.com/office/drawing/2014/main" id="{3E41C845-D871-215D-EE9A-42652DD41A0C}"/>
              </a:ext>
            </a:extLst>
          </p:cNvPr>
          <p:cNvCxnSpPr>
            <a:cxnSpLocks/>
          </p:cNvCxnSpPr>
          <p:nvPr/>
        </p:nvCxnSpPr>
        <p:spPr>
          <a:xfrm>
            <a:off x="7407577" y="2602392"/>
            <a:ext cx="0" cy="2376000"/>
          </a:xfrm>
          <a:prstGeom prst="line">
            <a:avLst/>
          </a:prstGeom>
          <a:ln w="57150"/>
        </p:spPr>
        <p:style>
          <a:lnRef idx="3">
            <a:schemeClr val="dk1"/>
          </a:lnRef>
          <a:fillRef idx="0">
            <a:schemeClr val="dk1"/>
          </a:fillRef>
          <a:effectRef idx="2">
            <a:schemeClr val="dk1"/>
          </a:effectRef>
          <a:fontRef idx="minor">
            <a:schemeClr val="tx1"/>
          </a:fontRef>
        </p:style>
      </p:cxnSp>
      <p:cxnSp>
        <p:nvCxnSpPr>
          <p:cNvPr id="37" name="Straight Connector 36">
            <a:extLst>
              <a:ext uri="{FF2B5EF4-FFF2-40B4-BE49-F238E27FC236}">
                <a16:creationId xmlns:a16="http://schemas.microsoft.com/office/drawing/2014/main" id="{8272D441-7F59-EF36-FC78-A59FC365E937}"/>
              </a:ext>
            </a:extLst>
          </p:cNvPr>
          <p:cNvCxnSpPr>
            <a:cxnSpLocks/>
          </p:cNvCxnSpPr>
          <p:nvPr/>
        </p:nvCxnSpPr>
        <p:spPr>
          <a:xfrm>
            <a:off x="10100741" y="2602392"/>
            <a:ext cx="0" cy="2376000"/>
          </a:xfrm>
          <a:prstGeom prst="line">
            <a:avLst/>
          </a:prstGeom>
          <a:ln w="19050" cap="flat" cmpd="sng" algn="ctr">
            <a:solidFill>
              <a:schemeClr val="bg1">
                <a:lumMod val="65000"/>
              </a:schemeClr>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38" name="Straight Connector 37">
            <a:extLst>
              <a:ext uri="{FF2B5EF4-FFF2-40B4-BE49-F238E27FC236}">
                <a16:creationId xmlns:a16="http://schemas.microsoft.com/office/drawing/2014/main" id="{E29C78F3-3533-1A19-12B5-8BC389BF0454}"/>
              </a:ext>
            </a:extLst>
          </p:cNvPr>
          <p:cNvCxnSpPr>
            <a:cxnSpLocks/>
          </p:cNvCxnSpPr>
          <p:nvPr/>
        </p:nvCxnSpPr>
        <p:spPr>
          <a:xfrm>
            <a:off x="8328301" y="2602392"/>
            <a:ext cx="0" cy="2376000"/>
          </a:xfrm>
          <a:prstGeom prst="line">
            <a:avLst/>
          </a:prstGeom>
          <a:ln w="19050" cap="flat" cmpd="sng" algn="ctr">
            <a:solidFill>
              <a:schemeClr val="bg1">
                <a:lumMod val="65000"/>
              </a:schemeClr>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39" name="Straight Connector 38">
            <a:extLst>
              <a:ext uri="{FF2B5EF4-FFF2-40B4-BE49-F238E27FC236}">
                <a16:creationId xmlns:a16="http://schemas.microsoft.com/office/drawing/2014/main" id="{600EBBFB-F359-6191-0D7D-B5AA02A55EF8}"/>
              </a:ext>
            </a:extLst>
          </p:cNvPr>
          <p:cNvCxnSpPr>
            <a:cxnSpLocks/>
          </p:cNvCxnSpPr>
          <p:nvPr/>
        </p:nvCxnSpPr>
        <p:spPr>
          <a:xfrm>
            <a:off x="9214521" y="2602392"/>
            <a:ext cx="0" cy="2376000"/>
          </a:xfrm>
          <a:prstGeom prst="line">
            <a:avLst/>
          </a:prstGeom>
          <a:ln w="19050" cap="flat" cmpd="sng" algn="ctr">
            <a:solidFill>
              <a:schemeClr val="bg1">
                <a:lumMod val="65000"/>
              </a:schemeClr>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0" name="Straight Connector 39">
            <a:extLst>
              <a:ext uri="{FF2B5EF4-FFF2-40B4-BE49-F238E27FC236}">
                <a16:creationId xmlns:a16="http://schemas.microsoft.com/office/drawing/2014/main" id="{E9DD1073-4D33-22E7-C791-4585663B5568}"/>
              </a:ext>
            </a:extLst>
          </p:cNvPr>
          <p:cNvCxnSpPr>
            <a:cxnSpLocks/>
          </p:cNvCxnSpPr>
          <p:nvPr/>
        </p:nvCxnSpPr>
        <p:spPr>
          <a:xfrm>
            <a:off x="10986961" y="2602392"/>
            <a:ext cx="0" cy="2376000"/>
          </a:xfrm>
          <a:prstGeom prst="line">
            <a:avLst/>
          </a:prstGeom>
          <a:ln w="19050" cap="flat" cmpd="sng" algn="ctr">
            <a:solidFill>
              <a:schemeClr val="bg1">
                <a:lumMod val="65000"/>
              </a:schemeClr>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nvGrpSpPr>
          <p:cNvPr id="41" name="Group 40">
            <a:extLst>
              <a:ext uri="{FF2B5EF4-FFF2-40B4-BE49-F238E27FC236}">
                <a16:creationId xmlns:a16="http://schemas.microsoft.com/office/drawing/2014/main" id="{DE26D456-32F2-0C3B-019A-C867B1F04767}"/>
              </a:ext>
            </a:extLst>
          </p:cNvPr>
          <p:cNvGrpSpPr/>
          <p:nvPr/>
        </p:nvGrpSpPr>
        <p:grpSpPr>
          <a:xfrm>
            <a:off x="6462900" y="3477269"/>
            <a:ext cx="4579182" cy="396000"/>
            <a:chOff x="6462900" y="3280623"/>
            <a:chExt cx="4579182" cy="396000"/>
          </a:xfrm>
        </p:grpSpPr>
        <p:sp>
          <p:nvSpPr>
            <p:cNvPr id="42" name="Rectangle 41">
              <a:extLst>
                <a:ext uri="{FF2B5EF4-FFF2-40B4-BE49-F238E27FC236}">
                  <a16:creationId xmlns:a16="http://schemas.microsoft.com/office/drawing/2014/main" id="{D7AA1475-CFBC-9BE8-9D24-095B0B0C1AED}"/>
                </a:ext>
              </a:extLst>
            </p:cNvPr>
            <p:cNvSpPr/>
            <p:nvPr/>
          </p:nvSpPr>
          <p:spPr>
            <a:xfrm>
              <a:off x="7442082" y="3321896"/>
              <a:ext cx="3600000" cy="276045"/>
            </a:xfrm>
            <a:prstGeom prst="rect">
              <a:avLst/>
            </a:prstGeom>
            <a:gradFill flip="none" rotWithShape="1">
              <a:gsLst>
                <a:gs pos="47000">
                  <a:schemeClr val="accent1"/>
                </a:gs>
                <a:gs pos="63000">
                  <a:schemeClr val="accent2"/>
                </a:gs>
              </a:gsLst>
              <a:lin ang="0" scaled="1"/>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IN" sz="1200">
                  <a:solidFill>
                    <a:schemeClr val="bg2"/>
                  </a:solidFill>
                </a:rPr>
                <a:t>TMT: 2.1 ME (+34%)</a:t>
              </a:r>
            </a:p>
          </p:txBody>
        </p:sp>
        <p:sp>
          <p:nvSpPr>
            <p:cNvPr id="43" name="TextBox 42">
              <a:extLst>
                <a:ext uri="{FF2B5EF4-FFF2-40B4-BE49-F238E27FC236}">
                  <a16:creationId xmlns:a16="http://schemas.microsoft.com/office/drawing/2014/main" id="{34F513D7-F750-59BD-9CC6-51CF37F263C2}"/>
                </a:ext>
              </a:extLst>
            </p:cNvPr>
            <p:cNvSpPr txBox="1"/>
            <p:nvPr/>
          </p:nvSpPr>
          <p:spPr>
            <a:xfrm>
              <a:off x="6784921" y="3318641"/>
              <a:ext cx="592127" cy="309958"/>
            </a:xfrm>
            <a:prstGeom prst="rect">
              <a:avLst/>
            </a:prstGeom>
            <a:noFill/>
          </p:spPr>
          <p:txBody>
            <a:bodyPr vert="horz" wrap="none" lIns="90000" tIns="46800" rIns="90000" bIns="46800" rtlCol="0" anchor="ctr">
              <a:spAutoFit/>
            </a:bodyPr>
            <a:lstStyle/>
            <a:p>
              <a:pPr algn="l">
                <a:spcBef>
                  <a:spcPct val="0"/>
                </a:spcBef>
              </a:pPr>
              <a:r>
                <a:rPr lang="en-IN" sz="1400" b="1"/>
                <a:t>2025</a:t>
              </a:r>
            </a:p>
          </p:txBody>
        </p:sp>
        <p:pic>
          <p:nvPicPr>
            <p:cNvPr id="44" name="Graphic 43" descr="Checkbox Checked with solid fill">
              <a:extLst>
                <a:ext uri="{FF2B5EF4-FFF2-40B4-BE49-F238E27FC236}">
                  <a16:creationId xmlns:a16="http://schemas.microsoft.com/office/drawing/2014/main" id="{27EBBC8C-FDDF-E8E0-ED56-8F5DF53B9E4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462900" y="3280623"/>
              <a:ext cx="396000" cy="396000"/>
            </a:xfrm>
            <a:prstGeom prst="rect">
              <a:avLst/>
            </a:prstGeom>
          </p:spPr>
        </p:pic>
      </p:grpSp>
      <p:sp>
        <p:nvSpPr>
          <p:cNvPr id="45" name="TextBox 44">
            <a:extLst>
              <a:ext uri="{FF2B5EF4-FFF2-40B4-BE49-F238E27FC236}">
                <a16:creationId xmlns:a16="http://schemas.microsoft.com/office/drawing/2014/main" id="{724D6EE5-00A2-C0D5-2374-6C99816AEB7D}"/>
              </a:ext>
            </a:extLst>
          </p:cNvPr>
          <p:cNvSpPr txBox="1"/>
          <p:nvPr/>
        </p:nvSpPr>
        <p:spPr>
          <a:xfrm>
            <a:off x="8087912" y="2382956"/>
            <a:ext cx="568082" cy="248402"/>
          </a:xfrm>
          <a:prstGeom prst="rect">
            <a:avLst/>
          </a:prstGeom>
          <a:noFill/>
        </p:spPr>
        <p:txBody>
          <a:bodyPr vert="horz" wrap="none" lIns="90000" tIns="46800" rIns="90000" bIns="46800" rtlCol="0" anchor="ctr">
            <a:spAutoFit/>
          </a:bodyPr>
          <a:lstStyle/>
          <a:p>
            <a:pPr algn="l">
              <a:spcBef>
                <a:spcPct val="0"/>
              </a:spcBef>
            </a:pPr>
            <a:r>
              <a:rPr lang="en-IN" sz="1000" i="1">
                <a:solidFill>
                  <a:schemeClr val="tx1">
                    <a:lumMod val="50000"/>
                    <a:lumOff val="50000"/>
                  </a:schemeClr>
                </a:solidFill>
              </a:rPr>
              <a:t>0.5 ME</a:t>
            </a:r>
          </a:p>
        </p:txBody>
      </p:sp>
      <p:sp>
        <p:nvSpPr>
          <p:cNvPr id="46" name="TextBox 45">
            <a:extLst>
              <a:ext uri="{FF2B5EF4-FFF2-40B4-BE49-F238E27FC236}">
                <a16:creationId xmlns:a16="http://schemas.microsoft.com/office/drawing/2014/main" id="{9F9FB3E9-7B4C-8174-90B0-A1405D57CD91}"/>
              </a:ext>
            </a:extLst>
          </p:cNvPr>
          <p:cNvSpPr txBox="1"/>
          <p:nvPr/>
        </p:nvSpPr>
        <p:spPr>
          <a:xfrm>
            <a:off x="8982578" y="2382956"/>
            <a:ext cx="463886" cy="248402"/>
          </a:xfrm>
          <a:prstGeom prst="rect">
            <a:avLst/>
          </a:prstGeom>
          <a:noFill/>
        </p:spPr>
        <p:txBody>
          <a:bodyPr vert="horz" wrap="none" lIns="90000" tIns="46800" rIns="90000" bIns="46800" rtlCol="0" anchor="ctr">
            <a:spAutoFit/>
          </a:bodyPr>
          <a:lstStyle/>
          <a:p>
            <a:pPr algn="l">
              <a:spcBef>
                <a:spcPct val="0"/>
              </a:spcBef>
            </a:pPr>
            <a:r>
              <a:rPr lang="en-IN" sz="1000" i="1">
                <a:solidFill>
                  <a:schemeClr val="tx1">
                    <a:lumMod val="50000"/>
                    <a:lumOff val="50000"/>
                  </a:schemeClr>
                </a:solidFill>
              </a:rPr>
              <a:t>1 ME</a:t>
            </a:r>
          </a:p>
        </p:txBody>
      </p:sp>
      <p:sp>
        <p:nvSpPr>
          <p:cNvPr id="47" name="TextBox 46">
            <a:extLst>
              <a:ext uri="{FF2B5EF4-FFF2-40B4-BE49-F238E27FC236}">
                <a16:creationId xmlns:a16="http://schemas.microsoft.com/office/drawing/2014/main" id="{679C6DE1-081B-2190-1B76-5726130BF1C0}"/>
              </a:ext>
            </a:extLst>
          </p:cNvPr>
          <p:cNvSpPr txBox="1"/>
          <p:nvPr/>
        </p:nvSpPr>
        <p:spPr>
          <a:xfrm>
            <a:off x="9806776" y="2382956"/>
            <a:ext cx="568082" cy="248402"/>
          </a:xfrm>
          <a:prstGeom prst="rect">
            <a:avLst/>
          </a:prstGeom>
          <a:noFill/>
        </p:spPr>
        <p:txBody>
          <a:bodyPr vert="horz" wrap="none" lIns="90000" tIns="46800" rIns="90000" bIns="46800" rtlCol="0" anchor="ctr">
            <a:spAutoFit/>
          </a:bodyPr>
          <a:lstStyle/>
          <a:p>
            <a:pPr algn="l">
              <a:spcBef>
                <a:spcPct val="0"/>
              </a:spcBef>
            </a:pPr>
            <a:r>
              <a:rPr lang="en-IN" sz="1000" i="1">
                <a:solidFill>
                  <a:schemeClr val="tx1">
                    <a:lumMod val="50000"/>
                    <a:lumOff val="50000"/>
                  </a:schemeClr>
                </a:solidFill>
              </a:rPr>
              <a:t>1.5 ME</a:t>
            </a:r>
          </a:p>
        </p:txBody>
      </p:sp>
      <p:sp>
        <p:nvSpPr>
          <p:cNvPr id="48" name="TextBox 47">
            <a:extLst>
              <a:ext uri="{FF2B5EF4-FFF2-40B4-BE49-F238E27FC236}">
                <a16:creationId xmlns:a16="http://schemas.microsoft.com/office/drawing/2014/main" id="{19CCD281-E65F-BBAC-F365-14054DF0DE26}"/>
              </a:ext>
            </a:extLst>
          </p:cNvPr>
          <p:cNvSpPr txBox="1"/>
          <p:nvPr/>
        </p:nvSpPr>
        <p:spPr>
          <a:xfrm>
            <a:off x="10715506" y="2382956"/>
            <a:ext cx="463886" cy="248402"/>
          </a:xfrm>
          <a:prstGeom prst="rect">
            <a:avLst/>
          </a:prstGeom>
          <a:noFill/>
        </p:spPr>
        <p:txBody>
          <a:bodyPr vert="horz" wrap="none" lIns="90000" tIns="46800" rIns="90000" bIns="46800" rtlCol="0" anchor="ctr">
            <a:spAutoFit/>
          </a:bodyPr>
          <a:lstStyle/>
          <a:p>
            <a:pPr algn="l">
              <a:spcBef>
                <a:spcPct val="0"/>
              </a:spcBef>
            </a:pPr>
            <a:r>
              <a:rPr lang="en-IN" sz="1000" i="1">
                <a:solidFill>
                  <a:schemeClr val="tx1">
                    <a:lumMod val="50000"/>
                    <a:lumOff val="50000"/>
                  </a:schemeClr>
                </a:solidFill>
              </a:rPr>
              <a:t>2 ME</a:t>
            </a:r>
          </a:p>
        </p:txBody>
      </p:sp>
      <p:grpSp>
        <p:nvGrpSpPr>
          <p:cNvPr id="49" name="Group 48">
            <a:extLst>
              <a:ext uri="{FF2B5EF4-FFF2-40B4-BE49-F238E27FC236}">
                <a16:creationId xmlns:a16="http://schemas.microsoft.com/office/drawing/2014/main" id="{D712D280-A834-2B75-3BD3-53306EBBA280}"/>
              </a:ext>
            </a:extLst>
          </p:cNvPr>
          <p:cNvGrpSpPr/>
          <p:nvPr/>
        </p:nvGrpSpPr>
        <p:grpSpPr>
          <a:xfrm>
            <a:off x="6471424" y="2942586"/>
            <a:ext cx="3742658" cy="360000"/>
            <a:chOff x="6471424" y="2745940"/>
            <a:chExt cx="3742658" cy="360000"/>
          </a:xfrm>
        </p:grpSpPr>
        <p:sp>
          <p:nvSpPr>
            <p:cNvPr id="50" name="Rectangle 49">
              <a:extLst>
                <a:ext uri="{FF2B5EF4-FFF2-40B4-BE49-F238E27FC236}">
                  <a16:creationId xmlns:a16="http://schemas.microsoft.com/office/drawing/2014/main" id="{7FDFBBF9-F5E0-60D3-410E-821E4678D414}"/>
                </a:ext>
              </a:extLst>
            </p:cNvPr>
            <p:cNvSpPr/>
            <p:nvPr/>
          </p:nvSpPr>
          <p:spPr>
            <a:xfrm>
              <a:off x="7442082" y="2769171"/>
              <a:ext cx="2772000" cy="276045"/>
            </a:xfrm>
            <a:prstGeom prst="rect">
              <a:avLst/>
            </a:prstGeom>
            <a:gradFill flip="none" rotWithShape="1">
              <a:gsLst>
                <a:gs pos="47000">
                  <a:schemeClr val="accent1"/>
                </a:gs>
                <a:gs pos="63000">
                  <a:schemeClr val="accent2"/>
                </a:gs>
              </a:gsLst>
              <a:lin ang="0" scaled="1"/>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IN" sz="1200">
                  <a:solidFill>
                    <a:schemeClr val="bg2"/>
                  </a:solidFill>
                </a:rPr>
                <a:t>TMT: 1.58 ME</a:t>
              </a:r>
            </a:p>
          </p:txBody>
        </p:sp>
        <p:sp>
          <p:nvSpPr>
            <p:cNvPr id="51" name="TextBox 50">
              <a:extLst>
                <a:ext uri="{FF2B5EF4-FFF2-40B4-BE49-F238E27FC236}">
                  <a16:creationId xmlns:a16="http://schemas.microsoft.com/office/drawing/2014/main" id="{E667C41C-3FEE-9E9C-BFF4-F1CD4DCEC6C8}"/>
                </a:ext>
              </a:extLst>
            </p:cNvPr>
            <p:cNvSpPr txBox="1"/>
            <p:nvPr/>
          </p:nvSpPr>
          <p:spPr>
            <a:xfrm>
              <a:off x="6792479" y="2752214"/>
              <a:ext cx="592127" cy="309958"/>
            </a:xfrm>
            <a:prstGeom prst="rect">
              <a:avLst/>
            </a:prstGeom>
            <a:noFill/>
          </p:spPr>
          <p:txBody>
            <a:bodyPr vert="horz" wrap="none" lIns="90000" tIns="46800" rIns="90000" bIns="46800" rtlCol="0" anchor="ctr">
              <a:spAutoFit/>
            </a:bodyPr>
            <a:lstStyle/>
            <a:p>
              <a:pPr algn="l">
                <a:spcBef>
                  <a:spcPct val="0"/>
                </a:spcBef>
              </a:pPr>
              <a:r>
                <a:rPr lang="en-IN" sz="1400" b="1"/>
                <a:t>2024</a:t>
              </a:r>
            </a:p>
          </p:txBody>
        </p:sp>
        <p:pic>
          <p:nvPicPr>
            <p:cNvPr id="52" name="Graphic 51" descr="Target with solid fill">
              <a:extLst>
                <a:ext uri="{FF2B5EF4-FFF2-40B4-BE49-F238E27FC236}">
                  <a16:creationId xmlns:a16="http://schemas.microsoft.com/office/drawing/2014/main" id="{B237BAE6-445F-5AA7-E0FB-77FF044CF19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471424" y="2745940"/>
              <a:ext cx="360000" cy="360000"/>
            </a:xfrm>
            <a:prstGeom prst="rect">
              <a:avLst/>
            </a:prstGeom>
          </p:spPr>
        </p:pic>
      </p:grpSp>
      <p:cxnSp>
        <p:nvCxnSpPr>
          <p:cNvPr id="53" name="Straight Connector 52">
            <a:extLst>
              <a:ext uri="{FF2B5EF4-FFF2-40B4-BE49-F238E27FC236}">
                <a16:creationId xmlns:a16="http://schemas.microsoft.com/office/drawing/2014/main" id="{B28431B7-D6DF-F45D-CE4B-563A4229E4B4}"/>
              </a:ext>
            </a:extLst>
          </p:cNvPr>
          <p:cNvCxnSpPr>
            <a:cxnSpLocks/>
          </p:cNvCxnSpPr>
          <p:nvPr/>
        </p:nvCxnSpPr>
        <p:spPr>
          <a:xfrm>
            <a:off x="11798121" y="2597476"/>
            <a:ext cx="0" cy="2376000"/>
          </a:xfrm>
          <a:prstGeom prst="line">
            <a:avLst/>
          </a:prstGeom>
          <a:ln w="19050" cap="flat" cmpd="sng" algn="ctr">
            <a:solidFill>
              <a:schemeClr val="bg1">
                <a:lumMod val="65000"/>
              </a:schemeClr>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54" name="TextBox 53">
            <a:extLst>
              <a:ext uri="{FF2B5EF4-FFF2-40B4-BE49-F238E27FC236}">
                <a16:creationId xmlns:a16="http://schemas.microsoft.com/office/drawing/2014/main" id="{586ABE29-3E07-5461-43D0-72FD46CE6163}"/>
              </a:ext>
            </a:extLst>
          </p:cNvPr>
          <p:cNvSpPr txBox="1"/>
          <p:nvPr/>
        </p:nvSpPr>
        <p:spPr>
          <a:xfrm>
            <a:off x="11526666" y="2378040"/>
            <a:ext cx="568082" cy="248402"/>
          </a:xfrm>
          <a:prstGeom prst="rect">
            <a:avLst/>
          </a:prstGeom>
          <a:noFill/>
        </p:spPr>
        <p:txBody>
          <a:bodyPr vert="horz" wrap="none" lIns="90000" tIns="46800" rIns="90000" bIns="46800" rtlCol="0" anchor="ctr">
            <a:spAutoFit/>
          </a:bodyPr>
          <a:lstStyle/>
          <a:p>
            <a:pPr algn="l">
              <a:spcBef>
                <a:spcPct val="0"/>
              </a:spcBef>
            </a:pPr>
            <a:r>
              <a:rPr lang="en-IN" sz="1000" i="1">
                <a:solidFill>
                  <a:schemeClr val="tx1">
                    <a:lumMod val="50000"/>
                    <a:lumOff val="50000"/>
                  </a:schemeClr>
                </a:solidFill>
              </a:rPr>
              <a:t>2.5 ME</a:t>
            </a:r>
          </a:p>
        </p:txBody>
      </p:sp>
      <p:grpSp>
        <p:nvGrpSpPr>
          <p:cNvPr id="55" name="Group 54">
            <a:extLst>
              <a:ext uri="{FF2B5EF4-FFF2-40B4-BE49-F238E27FC236}">
                <a16:creationId xmlns:a16="http://schemas.microsoft.com/office/drawing/2014/main" id="{DBC99D93-828C-01B1-4FEE-5596DDE9C930}"/>
              </a:ext>
            </a:extLst>
          </p:cNvPr>
          <p:cNvGrpSpPr/>
          <p:nvPr/>
        </p:nvGrpSpPr>
        <p:grpSpPr>
          <a:xfrm>
            <a:off x="6477335" y="4087740"/>
            <a:ext cx="5212743" cy="360000"/>
            <a:chOff x="6477335" y="3891094"/>
            <a:chExt cx="5212743" cy="360000"/>
          </a:xfrm>
        </p:grpSpPr>
        <p:sp>
          <p:nvSpPr>
            <p:cNvPr id="56" name="Rectangle 55">
              <a:extLst>
                <a:ext uri="{FF2B5EF4-FFF2-40B4-BE49-F238E27FC236}">
                  <a16:creationId xmlns:a16="http://schemas.microsoft.com/office/drawing/2014/main" id="{5FAA67F3-B6B9-1686-06C0-99E641714614}"/>
                </a:ext>
              </a:extLst>
            </p:cNvPr>
            <p:cNvSpPr/>
            <p:nvPr/>
          </p:nvSpPr>
          <p:spPr>
            <a:xfrm>
              <a:off x="10034078" y="3913530"/>
              <a:ext cx="1656000" cy="276045"/>
            </a:xfrm>
            <a:prstGeom prst="rect">
              <a:avLst/>
            </a:prstGeom>
            <a:pattFill prst="pct20">
              <a:fgClr>
                <a:schemeClr val="accent2">
                  <a:lumMod val="50000"/>
                </a:schemeClr>
              </a:fgClr>
              <a:bgClr>
                <a:schemeClr val="accent2"/>
              </a:bgClr>
            </a:patt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sz="1200">
                <a:solidFill>
                  <a:schemeClr val="bg2"/>
                </a:solidFill>
              </a:endParaRPr>
            </a:p>
          </p:txBody>
        </p:sp>
        <p:grpSp>
          <p:nvGrpSpPr>
            <p:cNvPr id="57" name="Group 56">
              <a:extLst>
                <a:ext uri="{FF2B5EF4-FFF2-40B4-BE49-F238E27FC236}">
                  <a16:creationId xmlns:a16="http://schemas.microsoft.com/office/drawing/2014/main" id="{4E69847D-034F-B74D-896A-01F01482F2E0}"/>
                </a:ext>
              </a:extLst>
            </p:cNvPr>
            <p:cNvGrpSpPr/>
            <p:nvPr/>
          </p:nvGrpSpPr>
          <p:grpSpPr>
            <a:xfrm>
              <a:off x="6477335" y="3891094"/>
              <a:ext cx="3556744" cy="360000"/>
              <a:chOff x="6477335" y="3891094"/>
              <a:chExt cx="3556744" cy="360000"/>
            </a:xfrm>
          </p:grpSpPr>
          <p:sp>
            <p:nvSpPr>
              <p:cNvPr id="59" name="Rectangle 58">
                <a:extLst>
                  <a:ext uri="{FF2B5EF4-FFF2-40B4-BE49-F238E27FC236}">
                    <a16:creationId xmlns:a16="http://schemas.microsoft.com/office/drawing/2014/main" id="{430A80F0-7647-E58A-C9A7-BA4AE7A0787E}"/>
                  </a:ext>
                </a:extLst>
              </p:cNvPr>
              <p:cNvSpPr/>
              <p:nvPr/>
            </p:nvSpPr>
            <p:spPr>
              <a:xfrm>
                <a:off x="7442079" y="3913796"/>
                <a:ext cx="2592000" cy="276045"/>
              </a:xfrm>
              <a:prstGeom prst="rect">
                <a:avLst/>
              </a:prstGeom>
              <a:pattFill prst="pct20">
                <a:fgClr>
                  <a:schemeClr val="accent1">
                    <a:lumMod val="60000"/>
                    <a:lumOff val="40000"/>
                  </a:schemeClr>
                </a:fgClr>
                <a:bgClr>
                  <a:schemeClr val="accent1"/>
                </a:bgClr>
              </a:patt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sz="1200">
                  <a:solidFill>
                    <a:schemeClr val="bg2"/>
                  </a:solidFill>
                </a:endParaRPr>
              </a:p>
            </p:txBody>
          </p:sp>
          <p:sp>
            <p:nvSpPr>
              <p:cNvPr id="60" name="TextBox 59">
                <a:extLst>
                  <a:ext uri="{FF2B5EF4-FFF2-40B4-BE49-F238E27FC236}">
                    <a16:creationId xmlns:a16="http://schemas.microsoft.com/office/drawing/2014/main" id="{9A82C3E1-8CCF-01A7-0BCB-09886456BC61}"/>
                  </a:ext>
                </a:extLst>
              </p:cNvPr>
              <p:cNvSpPr txBox="1"/>
              <p:nvPr/>
            </p:nvSpPr>
            <p:spPr>
              <a:xfrm>
                <a:off x="6780159" y="3916115"/>
                <a:ext cx="592127" cy="309958"/>
              </a:xfrm>
              <a:prstGeom prst="rect">
                <a:avLst/>
              </a:prstGeom>
              <a:noFill/>
            </p:spPr>
            <p:txBody>
              <a:bodyPr vert="horz" wrap="none" lIns="90000" tIns="46800" rIns="90000" bIns="46800" rtlCol="0" anchor="ctr">
                <a:spAutoFit/>
              </a:bodyPr>
              <a:lstStyle/>
              <a:p>
                <a:pPr algn="l">
                  <a:spcBef>
                    <a:spcPct val="0"/>
                  </a:spcBef>
                </a:pPr>
                <a:r>
                  <a:rPr lang="en-IN" sz="1400" b="1"/>
                  <a:t>2026</a:t>
                </a:r>
              </a:p>
            </p:txBody>
          </p:sp>
          <p:pic>
            <p:nvPicPr>
              <p:cNvPr id="61" name="Graphic 60" descr="Target with solid fill">
                <a:extLst>
                  <a:ext uri="{FF2B5EF4-FFF2-40B4-BE49-F238E27FC236}">
                    <a16:creationId xmlns:a16="http://schemas.microsoft.com/office/drawing/2014/main" id="{62FE2430-3795-3557-36B4-2940676C7CF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477335" y="3891094"/>
                <a:ext cx="360000" cy="360000"/>
              </a:xfrm>
              <a:prstGeom prst="rect">
                <a:avLst/>
              </a:prstGeom>
            </p:spPr>
          </p:pic>
        </p:grpSp>
        <p:sp>
          <p:nvSpPr>
            <p:cNvPr id="58" name="TextBox 57">
              <a:extLst>
                <a:ext uri="{FF2B5EF4-FFF2-40B4-BE49-F238E27FC236}">
                  <a16:creationId xmlns:a16="http://schemas.microsoft.com/office/drawing/2014/main" id="{E16A4E76-D531-F75D-AD46-684A5923EAA5}"/>
                </a:ext>
              </a:extLst>
            </p:cNvPr>
            <p:cNvSpPr txBox="1"/>
            <p:nvPr/>
          </p:nvSpPr>
          <p:spPr>
            <a:xfrm>
              <a:off x="9214520" y="3911962"/>
              <a:ext cx="1066615" cy="279180"/>
            </a:xfrm>
            <a:prstGeom prst="rect">
              <a:avLst/>
            </a:prstGeom>
            <a:noFill/>
          </p:spPr>
          <p:txBody>
            <a:bodyPr vert="horz" wrap="none" lIns="90000" tIns="46800" rIns="90000" bIns="46800" rtlCol="0" anchor="ctr">
              <a:spAutoFit/>
            </a:bodyPr>
            <a:lstStyle/>
            <a:p>
              <a:pPr algn="l">
                <a:spcBef>
                  <a:spcPct val="0"/>
                </a:spcBef>
              </a:pPr>
              <a:r>
                <a:rPr lang="en-IN" sz="1200" b="1">
                  <a:solidFill>
                    <a:schemeClr val="bg2"/>
                  </a:solidFill>
                </a:rPr>
                <a:t>TMT: 2.4 ME</a:t>
              </a:r>
            </a:p>
          </p:txBody>
        </p:sp>
      </p:grpSp>
      <p:grpSp>
        <p:nvGrpSpPr>
          <p:cNvPr id="62" name="Group 61">
            <a:extLst>
              <a:ext uri="{FF2B5EF4-FFF2-40B4-BE49-F238E27FC236}">
                <a16:creationId xmlns:a16="http://schemas.microsoft.com/office/drawing/2014/main" id="{C401373A-446B-62E1-35FD-64364B144DA7}"/>
              </a:ext>
            </a:extLst>
          </p:cNvPr>
          <p:cNvGrpSpPr/>
          <p:nvPr/>
        </p:nvGrpSpPr>
        <p:grpSpPr>
          <a:xfrm>
            <a:off x="4317888" y="6069331"/>
            <a:ext cx="3950772" cy="276073"/>
            <a:chOff x="4386712" y="6069331"/>
            <a:chExt cx="3950772" cy="276073"/>
          </a:xfrm>
        </p:grpSpPr>
        <p:sp>
          <p:nvSpPr>
            <p:cNvPr id="63" name="Rectangle 62">
              <a:extLst>
                <a:ext uri="{FF2B5EF4-FFF2-40B4-BE49-F238E27FC236}">
                  <a16:creationId xmlns:a16="http://schemas.microsoft.com/office/drawing/2014/main" id="{D9C2DF61-33B9-14F2-2B2A-75B48BA96828}"/>
                </a:ext>
              </a:extLst>
            </p:cNvPr>
            <p:cNvSpPr/>
            <p:nvPr/>
          </p:nvSpPr>
          <p:spPr>
            <a:xfrm>
              <a:off x="4386712" y="6069331"/>
              <a:ext cx="1800000" cy="276045"/>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IN" sz="1200">
                  <a:solidFill>
                    <a:schemeClr val="bg2"/>
                  </a:solidFill>
                </a:rPr>
                <a:t>Telco</a:t>
              </a:r>
            </a:p>
          </p:txBody>
        </p:sp>
        <p:sp>
          <p:nvSpPr>
            <p:cNvPr id="64" name="Rectangle 63">
              <a:extLst>
                <a:ext uri="{FF2B5EF4-FFF2-40B4-BE49-F238E27FC236}">
                  <a16:creationId xmlns:a16="http://schemas.microsoft.com/office/drawing/2014/main" id="{417D3B5D-97A1-45C5-F614-DF5C6404ADFF}"/>
                </a:ext>
              </a:extLst>
            </p:cNvPr>
            <p:cNvSpPr/>
            <p:nvPr/>
          </p:nvSpPr>
          <p:spPr>
            <a:xfrm>
              <a:off x="6537484" y="6069359"/>
              <a:ext cx="1800000" cy="276045"/>
            </a:xfrm>
            <a:prstGeom prst="rect">
              <a:avLst/>
            </a:prstGeom>
            <a:solidFill>
              <a:schemeClr val="accent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IN" sz="1200">
                  <a:solidFill>
                    <a:schemeClr val="bg2"/>
                  </a:solidFill>
                </a:rPr>
                <a:t>Media &amp; Tech.</a:t>
              </a:r>
            </a:p>
          </p:txBody>
        </p:sp>
      </p:grpSp>
      <p:sp>
        <p:nvSpPr>
          <p:cNvPr id="65" name="Date Placeholder 16">
            <a:extLst>
              <a:ext uri="{FF2B5EF4-FFF2-40B4-BE49-F238E27FC236}">
                <a16:creationId xmlns:a16="http://schemas.microsoft.com/office/drawing/2014/main" id="{6BAE4C39-10C8-3A34-A1A1-5EF1FEBCF2DD}"/>
              </a:ext>
            </a:extLst>
          </p:cNvPr>
          <p:cNvSpPr>
            <a:spLocks noGrp="1"/>
          </p:cNvSpPr>
          <p:nvPr>
            <p:ph type="dt" sz="half" idx="10"/>
          </p:nvPr>
        </p:nvSpPr>
        <p:spPr>
          <a:xfrm>
            <a:off x="8803758" y="6650661"/>
            <a:ext cx="2837379" cy="123111"/>
          </a:xfrm>
        </p:spPr>
        <p:txBody>
          <a:bodyPr/>
          <a:lstStyle/>
          <a:p>
            <a:pPr marL="0" marR="0" lvl="0" indent="0" algn="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sz="800" b="0" i="0" u="none" strike="noStrike" kern="1200" cap="none" spc="0" normalizeH="0" baseline="0" noProof="0">
                <a:ln>
                  <a:noFill/>
                </a:ln>
                <a:solidFill>
                  <a:srgbClr val="FFFFFF">
                    <a:lumMod val="65000"/>
                  </a:srgbClr>
                </a:solidFill>
                <a:effectLst/>
                <a:uLnTx/>
                <a:uFillTx/>
                <a:latin typeface="Ubuntu"/>
                <a:ea typeface="+mn-ea"/>
                <a:cs typeface="+mn-cs"/>
              </a:rPr>
              <a:t>Company Confidential © Capgemini 2026. All rights reserved.</a:t>
            </a:r>
          </a:p>
        </p:txBody>
      </p:sp>
      <p:sp>
        <p:nvSpPr>
          <p:cNvPr id="3" name="Footer Placeholder 17">
            <a:extLst>
              <a:ext uri="{FF2B5EF4-FFF2-40B4-BE49-F238E27FC236}">
                <a16:creationId xmlns:a16="http://schemas.microsoft.com/office/drawing/2014/main" id="{B4130CE0-FECF-37C7-924E-0BADC552F39D}"/>
              </a:ext>
            </a:extLst>
          </p:cNvPr>
          <p:cNvSpPr>
            <a:spLocks noGrp="1"/>
          </p:cNvSpPr>
          <p:nvPr>
            <p:ph type="ftr" sz="quarter" idx="11"/>
          </p:nvPr>
        </p:nvSpPr>
        <p:spPr>
          <a:xfrm>
            <a:off x="550863" y="6650661"/>
            <a:ext cx="4716524" cy="123111"/>
          </a:xfrm>
        </p:spPr>
        <p:txBody>
          <a:bodyPr/>
          <a:lstStyle/>
          <a:p>
            <a:pPr>
              <a:spcBef>
                <a:spcPts val="1000"/>
              </a:spcBef>
              <a:buFont typeface="Arial" panose="020B0604020202020204" pitchFamily="34" charset="0"/>
              <a:buNone/>
            </a:pPr>
            <a:r>
              <a:rPr lang="en-US">
                <a:solidFill>
                  <a:schemeClr val="tx1"/>
                </a:solidFill>
              </a:rPr>
              <a:t>TMT Monthly Update |  July 2026</a:t>
            </a:r>
          </a:p>
        </p:txBody>
      </p:sp>
      <p:sp>
        <p:nvSpPr>
          <p:cNvPr id="4" name="Rectangle 3">
            <a:extLst>
              <a:ext uri="{FF2B5EF4-FFF2-40B4-BE49-F238E27FC236}">
                <a16:creationId xmlns:a16="http://schemas.microsoft.com/office/drawing/2014/main" id="{92CA99F0-0C2E-0E2B-970A-1E40030B5955}"/>
              </a:ext>
            </a:extLst>
          </p:cNvPr>
          <p:cNvSpPr/>
          <p:nvPr/>
        </p:nvSpPr>
        <p:spPr>
          <a:xfrm>
            <a:off x="-17978" y="-5872"/>
            <a:ext cx="12240000" cy="109034"/>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sz="1400" err="1">
              <a:solidFill>
                <a:schemeClr val="tx1"/>
              </a:solidFill>
            </a:endParaRPr>
          </a:p>
        </p:txBody>
      </p:sp>
      <p:sp>
        <p:nvSpPr>
          <p:cNvPr id="66" name="Rectangle 65">
            <a:extLst>
              <a:ext uri="{FF2B5EF4-FFF2-40B4-BE49-F238E27FC236}">
                <a16:creationId xmlns:a16="http://schemas.microsoft.com/office/drawing/2014/main" id="{87825367-D27D-9089-CC57-402486A5A9C9}"/>
              </a:ext>
            </a:extLst>
          </p:cNvPr>
          <p:cNvSpPr/>
          <p:nvPr/>
        </p:nvSpPr>
        <p:spPr>
          <a:xfrm>
            <a:off x="12112414" y="35169"/>
            <a:ext cx="108000" cy="6858000"/>
          </a:xfrm>
          <a:prstGeom prst="rect">
            <a:avLst/>
          </a:prstGeom>
          <a:gradFill>
            <a:gsLst>
              <a:gs pos="0">
                <a:schemeClr val="accent1"/>
              </a:gs>
              <a:gs pos="56000">
                <a:schemeClr val="accent2"/>
              </a:gs>
              <a:gs pos="83000">
                <a:schemeClr val="accent4"/>
              </a:gs>
            </a:gsLst>
            <a:lin ang="5400000" scaled="1"/>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sz="1400" err="1">
              <a:solidFill>
                <a:schemeClr val="tx1"/>
              </a:solidFill>
            </a:endParaRPr>
          </a:p>
        </p:txBody>
      </p:sp>
      <p:sp>
        <p:nvSpPr>
          <p:cNvPr id="67" name="Rectangle 66">
            <a:extLst>
              <a:ext uri="{FF2B5EF4-FFF2-40B4-BE49-F238E27FC236}">
                <a16:creationId xmlns:a16="http://schemas.microsoft.com/office/drawing/2014/main" id="{C79AEEF5-629E-62ED-67B5-9F3EEAD8E162}"/>
              </a:ext>
            </a:extLst>
          </p:cNvPr>
          <p:cNvSpPr/>
          <p:nvPr/>
        </p:nvSpPr>
        <p:spPr>
          <a:xfrm>
            <a:off x="-8665" y="35169"/>
            <a:ext cx="108000" cy="6858000"/>
          </a:xfrm>
          <a:prstGeom prst="rect">
            <a:avLst/>
          </a:prstGeom>
          <a:gradFill>
            <a:gsLst>
              <a:gs pos="0">
                <a:schemeClr val="accent1"/>
              </a:gs>
              <a:gs pos="56000">
                <a:schemeClr val="accent2"/>
              </a:gs>
              <a:gs pos="83000">
                <a:schemeClr val="accent4"/>
              </a:gs>
            </a:gsLst>
            <a:lin ang="5400000" scaled="1"/>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sz="1400" err="1">
              <a:solidFill>
                <a:schemeClr val="tx1"/>
              </a:solidFill>
            </a:endParaRPr>
          </a:p>
        </p:txBody>
      </p:sp>
      <p:sp>
        <p:nvSpPr>
          <p:cNvPr id="70" name="Rectangle 69">
            <a:extLst>
              <a:ext uri="{FF2B5EF4-FFF2-40B4-BE49-F238E27FC236}">
                <a16:creationId xmlns:a16="http://schemas.microsoft.com/office/drawing/2014/main" id="{E2E68F05-EECD-9721-F314-6146EDB934D6}"/>
              </a:ext>
            </a:extLst>
          </p:cNvPr>
          <p:cNvSpPr/>
          <p:nvPr/>
        </p:nvSpPr>
        <p:spPr>
          <a:xfrm>
            <a:off x="2375351" y="5178560"/>
            <a:ext cx="7788890" cy="714571"/>
          </a:xfrm>
          <a:prstGeom prst="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b="1" dirty="0">
                <a:solidFill>
                  <a:schemeClr val="accent1"/>
                </a:solidFill>
              </a:rPr>
              <a:t>Mid-Year Assessment : Distance to Target!</a:t>
            </a:r>
          </a:p>
          <a:p>
            <a:pPr algn="ctr"/>
            <a:r>
              <a:rPr lang="en-IN" sz="1400" dirty="0">
                <a:solidFill>
                  <a:schemeClr val="tx1"/>
                </a:solidFill>
              </a:rPr>
              <a:t>Bookings: 4420 KE				Revenue: 1291 KE</a:t>
            </a:r>
            <a:endParaRPr lang="en-US" sz="1400" dirty="0">
              <a:solidFill>
                <a:schemeClr val="tx1"/>
              </a:solidFill>
            </a:endParaRPr>
          </a:p>
        </p:txBody>
      </p:sp>
    </p:spTree>
    <p:extLst>
      <p:ext uri="{BB962C8B-B14F-4D97-AF65-F5344CB8AC3E}">
        <p14:creationId xmlns:p14="http://schemas.microsoft.com/office/powerpoint/2010/main" val="2711566474"/>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1000"/>
                                        <p:tgtEl>
                                          <p:spTgt spid="17"/>
                                        </p:tgtEl>
                                      </p:cBhvr>
                                    </p:animEffect>
                                    <p:anim calcmode="lin" valueType="num">
                                      <p:cBhvr>
                                        <p:cTn id="13" dur="1000" fill="hold"/>
                                        <p:tgtEl>
                                          <p:spTgt spid="17"/>
                                        </p:tgtEl>
                                        <p:attrNameLst>
                                          <p:attrName>ppt_x</p:attrName>
                                        </p:attrNameLst>
                                      </p:cBhvr>
                                      <p:tavLst>
                                        <p:tav tm="0">
                                          <p:val>
                                            <p:strVal val="#ppt_x"/>
                                          </p:val>
                                        </p:tav>
                                        <p:tav tm="100000">
                                          <p:val>
                                            <p:strVal val="#ppt_x"/>
                                          </p:val>
                                        </p:tav>
                                      </p:tavLst>
                                    </p:anim>
                                    <p:anim calcmode="lin" valueType="num">
                                      <p:cBhvr>
                                        <p:cTn id="14" dur="1000" fill="hold"/>
                                        <p:tgtEl>
                                          <p:spTgt spid="17"/>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24"/>
                                        </p:tgtEl>
                                        <p:attrNameLst>
                                          <p:attrName>style.visibility</p:attrName>
                                        </p:attrNameLst>
                                      </p:cBhvr>
                                      <p:to>
                                        <p:strVal val="visible"/>
                                      </p:to>
                                    </p:set>
                                    <p:animEffect transition="in" filter="fade">
                                      <p:cBhvr>
                                        <p:cTn id="17" dur="1000"/>
                                        <p:tgtEl>
                                          <p:spTgt spid="24"/>
                                        </p:tgtEl>
                                      </p:cBhvr>
                                    </p:animEffect>
                                    <p:anim calcmode="lin" valueType="num">
                                      <p:cBhvr>
                                        <p:cTn id="18" dur="1000" fill="hold"/>
                                        <p:tgtEl>
                                          <p:spTgt spid="24"/>
                                        </p:tgtEl>
                                        <p:attrNameLst>
                                          <p:attrName>ppt_x</p:attrName>
                                        </p:attrNameLst>
                                      </p:cBhvr>
                                      <p:tavLst>
                                        <p:tav tm="0">
                                          <p:val>
                                            <p:strVal val="#ppt_x"/>
                                          </p:val>
                                        </p:tav>
                                        <p:tav tm="100000">
                                          <p:val>
                                            <p:strVal val="#ppt_x"/>
                                          </p:val>
                                        </p:tav>
                                      </p:tavLst>
                                    </p:anim>
                                    <p:anim calcmode="lin" valueType="num">
                                      <p:cBhvr>
                                        <p:cTn id="19" dur="1000" fill="hold"/>
                                        <p:tgtEl>
                                          <p:spTgt spid="24"/>
                                        </p:tgtEl>
                                        <p:attrNameLst>
                                          <p:attrName>ppt_y</p:attrName>
                                        </p:attrNameLst>
                                      </p:cBhvr>
                                      <p:tavLst>
                                        <p:tav tm="0">
                                          <p:val>
                                            <p:strVal val="#ppt_y+.1"/>
                                          </p:val>
                                        </p:tav>
                                        <p:tav tm="100000">
                                          <p:val>
                                            <p:strVal val="#ppt_y"/>
                                          </p:val>
                                        </p:tav>
                                      </p:tavLst>
                                    </p:anim>
                                  </p:childTnLst>
                                </p:cTn>
                              </p:par>
                            </p:childTnLst>
                          </p:cTn>
                        </p:par>
                        <p:par>
                          <p:cTn id="20" fill="hold">
                            <p:stCondLst>
                              <p:cond delay="1000"/>
                            </p:stCondLst>
                            <p:childTnLst>
                              <p:par>
                                <p:cTn id="21" presetID="42" presetClass="entr" presetSubtype="0" fill="hold" nodeType="afterEffect">
                                  <p:stCondLst>
                                    <p:cond delay="0"/>
                                  </p:stCondLst>
                                  <p:childTnLst>
                                    <p:set>
                                      <p:cBhvr>
                                        <p:cTn id="22" dur="1" fill="hold">
                                          <p:stCondLst>
                                            <p:cond delay="0"/>
                                          </p:stCondLst>
                                        </p:cTn>
                                        <p:tgtEl>
                                          <p:spTgt spid="49"/>
                                        </p:tgtEl>
                                        <p:attrNameLst>
                                          <p:attrName>style.visibility</p:attrName>
                                        </p:attrNameLst>
                                      </p:cBhvr>
                                      <p:to>
                                        <p:strVal val="visible"/>
                                      </p:to>
                                    </p:set>
                                    <p:animEffect transition="in" filter="fade">
                                      <p:cBhvr>
                                        <p:cTn id="23" dur="1000"/>
                                        <p:tgtEl>
                                          <p:spTgt spid="49"/>
                                        </p:tgtEl>
                                      </p:cBhvr>
                                    </p:animEffect>
                                    <p:anim calcmode="lin" valueType="num">
                                      <p:cBhvr>
                                        <p:cTn id="24" dur="1000" fill="hold"/>
                                        <p:tgtEl>
                                          <p:spTgt spid="49"/>
                                        </p:tgtEl>
                                        <p:attrNameLst>
                                          <p:attrName>ppt_x</p:attrName>
                                        </p:attrNameLst>
                                      </p:cBhvr>
                                      <p:tavLst>
                                        <p:tav tm="0">
                                          <p:val>
                                            <p:strVal val="#ppt_x"/>
                                          </p:val>
                                        </p:tav>
                                        <p:tav tm="100000">
                                          <p:val>
                                            <p:strVal val="#ppt_x"/>
                                          </p:val>
                                        </p:tav>
                                      </p:tavLst>
                                    </p:anim>
                                    <p:anim calcmode="lin" valueType="num">
                                      <p:cBhvr>
                                        <p:cTn id="25" dur="1000" fill="hold"/>
                                        <p:tgtEl>
                                          <p:spTgt spid="49"/>
                                        </p:tgtEl>
                                        <p:attrNameLst>
                                          <p:attrName>ppt_y</p:attrName>
                                        </p:attrNameLst>
                                      </p:cBhvr>
                                      <p:tavLst>
                                        <p:tav tm="0">
                                          <p:val>
                                            <p:strVal val="#ppt_y+.1"/>
                                          </p:val>
                                        </p:tav>
                                        <p:tav tm="100000">
                                          <p:val>
                                            <p:strVal val="#ppt_y"/>
                                          </p:val>
                                        </p:tav>
                                      </p:tavLst>
                                    </p:anim>
                                  </p:childTnLst>
                                </p:cTn>
                              </p:par>
                              <p:par>
                                <p:cTn id="26" presetID="42" presetClass="entr" presetSubtype="0" fill="hold" nodeType="withEffect">
                                  <p:stCondLst>
                                    <p:cond delay="0"/>
                                  </p:stCondLst>
                                  <p:childTnLst>
                                    <p:set>
                                      <p:cBhvr>
                                        <p:cTn id="27" dur="1" fill="hold">
                                          <p:stCondLst>
                                            <p:cond delay="0"/>
                                          </p:stCondLst>
                                        </p:cTn>
                                        <p:tgtEl>
                                          <p:spTgt spid="41"/>
                                        </p:tgtEl>
                                        <p:attrNameLst>
                                          <p:attrName>style.visibility</p:attrName>
                                        </p:attrNameLst>
                                      </p:cBhvr>
                                      <p:to>
                                        <p:strVal val="visible"/>
                                      </p:to>
                                    </p:set>
                                    <p:animEffect transition="in" filter="fade">
                                      <p:cBhvr>
                                        <p:cTn id="28" dur="1000"/>
                                        <p:tgtEl>
                                          <p:spTgt spid="41"/>
                                        </p:tgtEl>
                                      </p:cBhvr>
                                    </p:animEffect>
                                    <p:anim calcmode="lin" valueType="num">
                                      <p:cBhvr>
                                        <p:cTn id="29" dur="1000" fill="hold"/>
                                        <p:tgtEl>
                                          <p:spTgt spid="41"/>
                                        </p:tgtEl>
                                        <p:attrNameLst>
                                          <p:attrName>ppt_x</p:attrName>
                                        </p:attrNameLst>
                                      </p:cBhvr>
                                      <p:tavLst>
                                        <p:tav tm="0">
                                          <p:val>
                                            <p:strVal val="#ppt_x"/>
                                          </p:val>
                                        </p:tav>
                                        <p:tav tm="100000">
                                          <p:val>
                                            <p:strVal val="#ppt_x"/>
                                          </p:val>
                                        </p:tav>
                                      </p:tavLst>
                                    </p:anim>
                                    <p:anim calcmode="lin" valueType="num">
                                      <p:cBhvr>
                                        <p:cTn id="30" dur="1000" fill="hold"/>
                                        <p:tgtEl>
                                          <p:spTgt spid="41"/>
                                        </p:tgtEl>
                                        <p:attrNameLst>
                                          <p:attrName>ppt_y</p:attrName>
                                        </p:attrNameLst>
                                      </p:cBhvr>
                                      <p:tavLst>
                                        <p:tav tm="0">
                                          <p:val>
                                            <p:strVal val="#ppt_y+.1"/>
                                          </p:val>
                                        </p:tav>
                                        <p:tav tm="100000">
                                          <p:val>
                                            <p:strVal val="#ppt_y"/>
                                          </p:val>
                                        </p:tav>
                                      </p:tavLst>
                                    </p:anim>
                                  </p:childTnLst>
                                </p:cTn>
                              </p:par>
                              <p:par>
                                <p:cTn id="31" presetID="42" presetClass="entr" presetSubtype="0" fill="hold" nodeType="withEffect">
                                  <p:stCondLst>
                                    <p:cond delay="0"/>
                                  </p:stCondLst>
                                  <p:childTnLst>
                                    <p:set>
                                      <p:cBhvr>
                                        <p:cTn id="32" dur="1" fill="hold">
                                          <p:stCondLst>
                                            <p:cond delay="0"/>
                                          </p:stCondLst>
                                        </p:cTn>
                                        <p:tgtEl>
                                          <p:spTgt spid="55"/>
                                        </p:tgtEl>
                                        <p:attrNameLst>
                                          <p:attrName>style.visibility</p:attrName>
                                        </p:attrNameLst>
                                      </p:cBhvr>
                                      <p:to>
                                        <p:strVal val="visible"/>
                                      </p:to>
                                    </p:set>
                                    <p:animEffect transition="in" filter="fade">
                                      <p:cBhvr>
                                        <p:cTn id="33" dur="1000"/>
                                        <p:tgtEl>
                                          <p:spTgt spid="55"/>
                                        </p:tgtEl>
                                      </p:cBhvr>
                                    </p:animEffect>
                                    <p:anim calcmode="lin" valueType="num">
                                      <p:cBhvr>
                                        <p:cTn id="34" dur="1000" fill="hold"/>
                                        <p:tgtEl>
                                          <p:spTgt spid="55"/>
                                        </p:tgtEl>
                                        <p:attrNameLst>
                                          <p:attrName>ppt_x</p:attrName>
                                        </p:attrNameLst>
                                      </p:cBhvr>
                                      <p:tavLst>
                                        <p:tav tm="0">
                                          <p:val>
                                            <p:strVal val="#ppt_x"/>
                                          </p:val>
                                        </p:tav>
                                        <p:tav tm="100000">
                                          <p:val>
                                            <p:strVal val="#ppt_x"/>
                                          </p:val>
                                        </p:tav>
                                      </p:tavLst>
                                    </p:anim>
                                    <p:anim calcmode="lin" valueType="num">
                                      <p:cBhvr>
                                        <p:cTn id="35" dur="1000" fill="hold"/>
                                        <p:tgtEl>
                                          <p:spTgt spid="55"/>
                                        </p:tgtEl>
                                        <p:attrNameLst>
                                          <p:attrName>ppt_y</p:attrName>
                                        </p:attrNameLst>
                                      </p:cBhvr>
                                      <p:tavLst>
                                        <p:tav tm="0">
                                          <p:val>
                                            <p:strVal val="#ppt_y+.1"/>
                                          </p:val>
                                        </p:tav>
                                        <p:tav tm="100000">
                                          <p:val>
                                            <p:strVal val="#ppt_y"/>
                                          </p:val>
                                        </p:tav>
                                      </p:tavLst>
                                    </p:anim>
                                  </p:childTnLst>
                                </p:cTn>
                              </p:par>
                            </p:childTnLst>
                          </p:cTn>
                        </p:par>
                        <p:par>
                          <p:cTn id="36" fill="hold">
                            <p:stCondLst>
                              <p:cond delay="2000"/>
                            </p:stCondLst>
                            <p:childTnLst>
                              <p:par>
                                <p:cTn id="37" presetID="42" presetClass="entr" presetSubtype="0" fill="hold" nodeType="afterEffect">
                                  <p:stCondLst>
                                    <p:cond delay="0"/>
                                  </p:stCondLst>
                                  <p:childTnLst>
                                    <p:set>
                                      <p:cBhvr>
                                        <p:cTn id="38" dur="1" fill="hold">
                                          <p:stCondLst>
                                            <p:cond delay="0"/>
                                          </p:stCondLst>
                                        </p:cTn>
                                        <p:tgtEl>
                                          <p:spTgt spid="62"/>
                                        </p:tgtEl>
                                        <p:attrNameLst>
                                          <p:attrName>style.visibility</p:attrName>
                                        </p:attrNameLst>
                                      </p:cBhvr>
                                      <p:to>
                                        <p:strVal val="visible"/>
                                      </p:to>
                                    </p:set>
                                    <p:animEffect transition="in" filter="fade">
                                      <p:cBhvr>
                                        <p:cTn id="39" dur="1000"/>
                                        <p:tgtEl>
                                          <p:spTgt spid="62"/>
                                        </p:tgtEl>
                                      </p:cBhvr>
                                    </p:animEffect>
                                    <p:anim calcmode="lin" valueType="num">
                                      <p:cBhvr>
                                        <p:cTn id="40" dur="1000" fill="hold"/>
                                        <p:tgtEl>
                                          <p:spTgt spid="62"/>
                                        </p:tgtEl>
                                        <p:attrNameLst>
                                          <p:attrName>ppt_x</p:attrName>
                                        </p:attrNameLst>
                                      </p:cBhvr>
                                      <p:tavLst>
                                        <p:tav tm="0">
                                          <p:val>
                                            <p:strVal val="#ppt_x"/>
                                          </p:val>
                                        </p:tav>
                                        <p:tav tm="100000">
                                          <p:val>
                                            <p:strVal val="#ppt_x"/>
                                          </p:val>
                                        </p:tav>
                                      </p:tavLst>
                                    </p:anim>
                                    <p:anim calcmode="lin" valueType="num">
                                      <p:cBhvr>
                                        <p:cTn id="41" dur="1000" fill="hold"/>
                                        <p:tgtEl>
                                          <p:spTgt spid="6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1D5FE-6DA1-CFEF-54A5-B4A7F9F1D641}"/>
            </a:ext>
          </a:extLst>
        </p:cNvPr>
        <p:cNvGrpSpPr/>
        <p:nvPr/>
      </p:nvGrpSpPr>
      <p:grpSpPr>
        <a:xfrm>
          <a:off x="0" y="0"/>
          <a:ext cx="0" cy="0"/>
          <a:chOff x="0" y="0"/>
          <a:chExt cx="0" cy="0"/>
        </a:xfrm>
      </p:grpSpPr>
      <p:sp>
        <p:nvSpPr>
          <p:cNvPr id="14" name="Titre 13">
            <a:extLst>
              <a:ext uri="{FF2B5EF4-FFF2-40B4-BE49-F238E27FC236}">
                <a16:creationId xmlns:a16="http://schemas.microsoft.com/office/drawing/2014/main" id="{AFDA9805-B848-D553-8026-705615612D39}"/>
              </a:ext>
            </a:extLst>
          </p:cNvPr>
          <p:cNvSpPr>
            <a:spLocks noGrp="1"/>
          </p:cNvSpPr>
          <p:nvPr>
            <p:ph type="title"/>
          </p:nvPr>
        </p:nvSpPr>
        <p:spPr/>
        <p:txBody>
          <a:bodyPr/>
          <a:lstStyle/>
          <a:p>
            <a:r>
              <a:rPr lang="en-US"/>
              <a:t>Agenda</a:t>
            </a:r>
          </a:p>
        </p:txBody>
      </p:sp>
      <p:graphicFrame>
        <p:nvGraphicFramePr>
          <p:cNvPr id="15" name="Table Placeholder 4">
            <a:extLst>
              <a:ext uri="{FF2B5EF4-FFF2-40B4-BE49-F238E27FC236}">
                <a16:creationId xmlns:a16="http://schemas.microsoft.com/office/drawing/2014/main" id="{723B556F-DB6C-5A2B-90DA-0B77CE84701D}"/>
              </a:ext>
            </a:extLst>
          </p:cNvPr>
          <p:cNvGraphicFramePr>
            <a:graphicFrameLocks/>
          </p:cNvGraphicFramePr>
          <p:nvPr>
            <p:extLst>
              <p:ext uri="{D42A27DB-BD31-4B8C-83A1-F6EECF244321}">
                <p14:modId xmlns:p14="http://schemas.microsoft.com/office/powerpoint/2010/main" val="885787208"/>
              </p:ext>
            </p:extLst>
          </p:nvPr>
        </p:nvGraphicFramePr>
        <p:xfrm>
          <a:off x="550863" y="1866534"/>
          <a:ext cx="11089754" cy="3749643"/>
        </p:xfrm>
        <a:graphic>
          <a:graphicData uri="http://schemas.openxmlformats.org/drawingml/2006/table">
            <a:tbl>
              <a:tblPr>
                <a:tableStyleId>{5C22544A-7EE6-4342-B048-85BDC9FD1C3A}</a:tableStyleId>
              </a:tblPr>
              <a:tblGrid>
                <a:gridCol w="1006550">
                  <a:extLst>
                    <a:ext uri="{9D8B030D-6E8A-4147-A177-3AD203B41FA5}">
                      <a16:colId xmlns:a16="http://schemas.microsoft.com/office/drawing/2014/main" val="2607851620"/>
                    </a:ext>
                  </a:extLst>
                </a:gridCol>
                <a:gridCol w="10083204">
                  <a:extLst>
                    <a:ext uri="{9D8B030D-6E8A-4147-A177-3AD203B41FA5}">
                      <a16:colId xmlns:a16="http://schemas.microsoft.com/office/drawing/2014/main" val="1243403413"/>
                    </a:ext>
                  </a:extLst>
                </a:gridCol>
              </a:tblGrid>
              <a:tr h="661414">
                <a:tc>
                  <a:txBody>
                    <a:bodyPr/>
                    <a:lstStyle/>
                    <a:p>
                      <a:pPr algn="r"/>
                      <a:r>
                        <a:rPr lang="en-US" sz="1400" b="0" i="0" noProof="0">
                          <a:solidFill>
                            <a:schemeClr val="bg2"/>
                          </a:solidFill>
                          <a:latin typeface="+mn-lt"/>
                        </a:rPr>
                        <a:t>01</a:t>
                      </a:r>
                    </a:p>
                  </a:txBody>
                  <a:tcPr marL="45720" marR="360000" marT="108000" marB="180000">
                    <a:lnL w="12700" cmpd="sng">
                      <a:noFill/>
                    </a:lnL>
                    <a:lnR w="12700" cap="flat" cmpd="sng" algn="ctr">
                      <a:noFill/>
                      <a:prstDash val="solid"/>
                      <a:round/>
                      <a:headEnd type="none" w="med" len="med"/>
                      <a:tailEnd type="none" w="med" len="med"/>
                    </a:lnR>
                    <a:lnT w="38100" cap="flat" cmpd="sng" algn="ctr">
                      <a:solidFill>
                        <a:srgbClr val="FEB100"/>
                      </a:solidFill>
                      <a:prstDash val="solid"/>
                      <a:round/>
                      <a:headEnd type="none" w="med" len="med"/>
                      <a:tailEnd type="none" w="med" len="med"/>
                    </a:lnT>
                    <a:lnB w="38100" cap="flat" cmpd="sng" algn="ctr">
                      <a:solidFill>
                        <a:srgbClr val="FF816E"/>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ts val="1400"/>
                        </a:lnSpc>
                        <a:spcBef>
                          <a:spcPts val="0"/>
                        </a:spcBef>
                        <a:spcAft>
                          <a:spcPts val="0"/>
                        </a:spcAft>
                        <a:buClrTx/>
                        <a:buSzTx/>
                        <a:buFontTx/>
                        <a:buNone/>
                        <a:tabLst/>
                        <a:defRPr/>
                      </a:pPr>
                      <a:r>
                        <a:rPr lang="en-US" sz="1400" b="0" i="0" u="none" strike="noStrike" kern="1200" cap="none" spc="0" normalizeH="0" baseline="0" noProof="0">
                          <a:ln>
                            <a:noFill/>
                          </a:ln>
                          <a:solidFill>
                            <a:schemeClr val="bg2"/>
                          </a:solidFill>
                          <a:effectLst/>
                          <a:uLnTx/>
                          <a:uFillTx/>
                          <a:latin typeface="+mn-lt"/>
                          <a:ea typeface="+mn-ea"/>
                          <a:cs typeface="+mn-cs"/>
                        </a:rPr>
                        <a:t>People's Corner: Welcome New Member, Birthdays, Work Anniversaries and Celebrating Recognitions</a:t>
                      </a:r>
                      <a:endParaRPr kumimoji="0" lang="en-US" sz="1400"/>
                    </a:p>
                  </a:txBody>
                  <a:tcPr marL="360000" marR="45720" marT="144000" marB="180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38100" cap="flat" cmpd="sng" algn="ctr">
                      <a:solidFill>
                        <a:srgbClr val="FEB100"/>
                      </a:solidFill>
                      <a:prstDash val="solid"/>
                      <a:round/>
                      <a:headEnd type="none" w="med" len="med"/>
                      <a:tailEnd type="none" w="med" len="med"/>
                    </a:lnT>
                    <a:lnB w="38100" cap="flat" cmpd="sng" algn="ctr">
                      <a:solidFill>
                        <a:srgbClr val="FF816E"/>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85693833"/>
                  </a:ext>
                </a:extLst>
              </a:tr>
              <a:tr h="617646">
                <a:tc>
                  <a:txBody>
                    <a:bodyPr/>
                    <a:lstStyle/>
                    <a:p>
                      <a:pPr algn="r">
                        <a:lnSpc>
                          <a:spcPts val="1400"/>
                        </a:lnSpc>
                      </a:pPr>
                      <a:r>
                        <a:rPr lang="en-US" sz="1400" b="0" i="0" noProof="0">
                          <a:solidFill>
                            <a:schemeClr val="bg2"/>
                          </a:solidFill>
                          <a:latin typeface="+mn-lt"/>
                        </a:rPr>
                        <a:t>02</a:t>
                      </a:r>
                    </a:p>
                  </a:txBody>
                  <a:tcPr marL="45720" marR="360000" marT="144000" marB="180000">
                    <a:lnL w="12700" cmpd="sng">
                      <a:noFill/>
                    </a:lnL>
                    <a:lnR w="12700" cap="flat" cmpd="sng" algn="ctr">
                      <a:noFill/>
                      <a:prstDash val="solid"/>
                      <a:round/>
                      <a:headEnd type="none" w="med" len="med"/>
                      <a:tailEnd type="none" w="med" len="med"/>
                    </a:lnR>
                    <a:lnT w="38100" cap="flat" cmpd="sng" algn="ctr">
                      <a:solidFill>
                        <a:srgbClr val="FF816E"/>
                      </a:solidFill>
                      <a:prstDash val="solid"/>
                      <a:round/>
                      <a:headEnd type="none" w="med" len="med"/>
                      <a:tailEnd type="none" w="med" len="med"/>
                    </a:lnT>
                    <a:lnB w="38100" cap="flat" cmpd="sng" algn="ctr">
                      <a:solidFill>
                        <a:srgbClr val="FF816E"/>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ts val="1400"/>
                        </a:lnSpc>
                        <a:spcBef>
                          <a:spcPts val="0"/>
                        </a:spcBef>
                        <a:spcAft>
                          <a:spcPts val="0"/>
                        </a:spcAft>
                        <a:buClrTx/>
                        <a:buSzTx/>
                        <a:buFontTx/>
                        <a:buNone/>
                        <a:tabLst/>
                        <a:defRPr/>
                      </a:pPr>
                      <a:r>
                        <a:rPr lang="en-US" sz="1400" b="0" i="0" noProof="0" dirty="0">
                          <a:solidFill>
                            <a:schemeClr val="bg2"/>
                          </a:solidFill>
                          <a:latin typeface="+mn-lt"/>
                        </a:rPr>
                        <a:t>2026 Strategic  Ambition: Targets Achieved and The Final Goal</a:t>
                      </a:r>
                      <a:endParaRPr lang="en-US" sz="1400" dirty="0"/>
                    </a:p>
                  </a:txBody>
                  <a:tcPr marL="360000" marR="45720" marT="144000" marB="180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38100" cap="flat" cmpd="sng" algn="ctr">
                      <a:solidFill>
                        <a:srgbClr val="FF816E"/>
                      </a:solidFill>
                      <a:prstDash val="solid"/>
                      <a:round/>
                      <a:headEnd type="none" w="med" len="med"/>
                      <a:tailEnd type="none" w="med" len="med"/>
                    </a:lnT>
                    <a:lnB w="38100" cap="flat" cmpd="sng" algn="ctr">
                      <a:solidFill>
                        <a:srgbClr val="FF816E"/>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7627322"/>
                  </a:ext>
                </a:extLst>
              </a:tr>
              <a:tr h="617646">
                <a:tc>
                  <a:txBody>
                    <a:bodyPr/>
                    <a:lstStyle/>
                    <a:p>
                      <a:pPr algn="r">
                        <a:lnSpc>
                          <a:spcPts val="1400"/>
                        </a:lnSpc>
                      </a:pPr>
                      <a:r>
                        <a:rPr lang="en-US" sz="1400" b="0" i="0" noProof="0">
                          <a:solidFill>
                            <a:schemeClr val="bg2"/>
                          </a:solidFill>
                          <a:latin typeface="+mn-lt"/>
                        </a:rPr>
                        <a:t>03</a:t>
                      </a:r>
                    </a:p>
                  </a:txBody>
                  <a:tcPr marL="45720" marR="360000" marT="144000" marB="180000">
                    <a:lnL w="12700" cmpd="sng">
                      <a:noFill/>
                    </a:lnL>
                    <a:lnR w="12700" cap="flat" cmpd="sng" algn="ctr">
                      <a:noFill/>
                      <a:prstDash val="solid"/>
                      <a:round/>
                      <a:headEnd type="none" w="med" len="med"/>
                      <a:tailEnd type="none" w="med" len="med"/>
                    </a:lnR>
                    <a:lnT w="38100" cap="flat" cmpd="sng" algn="ctr">
                      <a:solidFill>
                        <a:srgbClr val="FF816E"/>
                      </a:solidFill>
                      <a:prstDash val="solid"/>
                      <a:round/>
                      <a:headEnd type="none" w="med" len="med"/>
                      <a:tailEnd type="none" w="med" len="med"/>
                    </a:lnT>
                    <a:lnB w="38100" cap="flat" cmpd="sng" algn="ctr">
                      <a:solidFill>
                        <a:srgbClr val="00D5D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ts val="1400"/>
                        </a:lnSpc>
                        <a:spcBef>
                          <a:spcPts val="0"/>
                        </a:spcBef>
                        <a:spcAft>
                          <a:spcPts val="0"/>
                        </a:spcAft>
                        <a:buClrTx/>
                        <a:buSzTx/>
                        <a:buFontTx/>
                        <a:buNone/>
                        <a:tabLst/>
                        <a:defRPr/>
                      </a:pPr>
                      <a:r>
                        <a:rPr lang="en-US" sz="1400" b="0" i="0" u="none" strike="noStrike" kern="1200" cap="none" spc="0" normalizeH="0" baseline="0" noProof="0" dirty="0">
                          <a:ln>
                            <a:noFill/>
                          </a:ln>
                          <a:solidFill>
                            <a:schemeClr val="bg2"/>
                          </a:solidFill>
                          <a:effectLst/>
                          <a:uLnTx/>
                          <a:uFillTx/>
                          <a:latin typeface="+mn-lt"/>
                          <a:ea typeface="+mn-ea"/>
                          <a:cs typeface="+mn-cs"/>
                        </a:rPr>
                        <a:t>Progress Snapshot: Where We Stand Today</a:t>
                      </a:r>
                      <a:endParaRPr kumimoji="0" lang="en-US" sz="1400" b="0" i="0" u="none" strike="noStrike" kern="1200" cap="none" spc="0" normalizeH="0" baseline="0" noProof="0" dirty="0">
                        <a:ln>
                          <a:noFill/>
                        </a:ln>
                        <a:solidFill>
                          <a:schemeClr val="bg2"/>
                        </a:solidFill>
                        <a:effectLst/>
                        <a:uLnTx/>
                        <a:uFillTx/>
                        <a:latin typeface="+mn-lt"/>
                        <a:ea typeface="+mn-ea"/>
                        <a:cs typeface="+mn-cs"/>
                      </a:endParaRPr>
                    </a:p>
                  </a:txBody>
                  <a:tcPr marL="360000" marR="45720" marT="144000" marB="180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38100" cap="flat" cmpd="sng" algn="ctr">
                      <a:solidFill>
                        <a:srgbClr val="FF816E"/>
                      </a:solidFill>
                      <a:prstDash val="solid"/>
                      <a:round/>
                      <a:headEnd type="none" w="med" len="med"/>
                      <a:tailEnd type="none" w="med" len="med"/>
                    </a:lnT>
                    <a:lnB w="38100" cap="flat" cmpd="sng" algn="ctr">
                      <a:solidFill>
                        <a:srgbClr val="00D5D0"/>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3590348787"/>
                  </a:ext>
                </a:extLst>
              </a:tr>
              <a:tr h="617646">
                <a:tc>
                  <a:txBody>
                    <a:bodyPr/>
                    <a:lstStyle/>
                    <a:p>
                      <a:pPr algn="r">
                        <a:lnSpc>
                          <a:spcPts val="1400"/>
                        </a:lnSpc>
                      </a:pPr>
                      <a:r>
                        <a:rPr lang="en-US" sz="1400" b="0" i="0" noProof="0">
                          <a:solidFill>
                            <a:schemeClr val="bg2"/>
                          </a:solidFill>
                          <a:latin typeface="+mn-lt"/>
                        </a:rPr>
                        <a:t>04</a:t>
                      </a:r>
                    </a:p>
                  </a:txBody>
                  <a:tcPr marL="45720" marR="360000" marT="144000" marB="180000">
                    <a:lnL w="12700" cmpd="sng">
                      <a:noFill/>
                    </a:lnL>
                    <a:lnR w="12700" cap="flat" cmpd="sng" algn="ctr">
                      <a:noFill/>
                      <a:prstDash val="solid"/>
                      <a:round/>
                      <a:headEnd type="none" w="med" len="med"/>
                      <a:tailEnd type="none" w="med" len="med"/>
                    </a:lnR>
                    <a:lnT w="38100" cap="flat" cmpd="sng" algn="ctr">
                      <a:solidFill>
                        <a:srgbClr val="00D5D0"/>
                      </a:solidFill>
                      <a:prstDash val="solid"/>
                      <a:round/>
                      <a:headEnd type="none" w="med" len="med"/>
                      <a:tailEnd type="none" w="med" len="med"/>
                    </a:lnT>
                    <a:lnB w="38100" cap="flat" cmpd="sng" algn="ctr">
                      <a:solidFill>
                        <a:srgbClr val="D4D5F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ts val="1400"/>
                        </a:lnSpc>
                        <a:spcBef>
                          <a:spcPts val="0"/>
                        </a:spcBef>
                        <a:spcAft>
                          <a:spcPts val="0"/>
                        </a:spcAft>
                        <a:buClrTx/>
                        <a:buSzTx/>
                        <a:buFontTx/>
                        <a:buNone/>
                        <a:tabLst/>
                        <a:defRPr/>
                      </a:pPr>
                      <a:r>
                        <a:rPr lang="en-US" sz="1400" b="0" i="0" noProof="0" dirty="0">
                          <a:solidFill>
                            <a:schemeClr val="bg2"/>
                          </a:solidFill>
                          <a:latin typeface="+mn-lt"/>
                        </a:rPr>
                        <a:t>Execution Blueprint: Strategic Approach and Key Initiatives to Achieve Our Target</a:t>
                      </a:r>
                    </a:p>
                  </a:txBody>
                  <a:tcPr marL="360000" marR="45720" marT="144000" marB="180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38100" cap="flat" cmpd="sng" algn="ctr">
                      <a:solidFill>
                        <a:srgbClr val="00D5D0"/>
                      </a:solidFill>
                      <a:prstDash val="solid"/>
                      <a:round/>
                      <a:headEnd type="none" w="med" len="med"/>
                      <a:tailEnd type="none" w="med" len="med"/>
                    </a:lnT>
                    <a:lnB w="38100" cap="flat" cmpd="sng" algn="ctr">
                      <a:solidFill>
                        <a:srgbClr val="D4D5F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74772154"/>
                  </a:ext>
                </a:extLst>
              </a:tr>
              <a:tr h="617645">
                <a:tc>
                  <a:txBody>
                    <a:bodyPr/>
                    <a:lstStyle/>
                    <a:p>
                      <a:pPr lvl="0" algn="r">
                        <a:lnSpc>
                          <a:spcPts val="1400"/>
                        </a:lnSpc>
                        <a:buNone/>
                      </a:pPr>
                      <a:r>
                        <a:rPr lang="en-US" sz="1400" b="0" i="0" noProof="0">
                          <a:solidFill>
                            <a:schemeClr val="bg2"/>
                          </a:solidFill>
                          <a:latin typeface="+mn-lt"/>
                        </a:rPr>
                        <a:t>05</a:t>
                      </a:r>
                    </a:p>
                  </a:txBody>
                  <a:tcPr marL="45720" marR="360000" marT="144000" marB="180000">
                    <a:lnL w="0">
                      <a:noFill/>
                    </a:lnL>
                    <a:lnR w="0">
                      <a:noFill/>
                    </a:lnR>
                    <a:lnT w="38100" cap="flat" cmpd="sng" algn="ctr">
                      <a:solidFill>
                        <a:srgbClr val="D4D5F2"/>
                      </a:solidFill>
                      <a:prstDash val="solid"/>
                      <a:round/>
                      <a:headEnd type="none" w="med" len="med"/>
                      <a:tailEnd type="none" w="med" len="med"/>
                    </a:lnT>
                    <a:lnB w="38099">
                      <a:solidFill>
                        <a:srgbClr val="D4D5F2"/>
                      </a:solidFill>
                    </a:lnB>
                    <a:lnTlToBr w="0">
                      <a:noFill/>
                    </a:lnTlToBr>
                    <a:lnBlToTr w="0">
                      <a:noFill/>
                    </a:lnBlToTr>
                    <a:noFill/>
                  </a:tcPr>
                </a:tc>
                <a:tc>
                  <a:txBody>
                    <a:bodyPr/>
                    <a:lstStyle/>
                    <a:p>
                      <a:pPr marL="0" lvl="0" indent="0" algn="l">
                        <a:lnSpc>
                          <a:spcPts val="1400"/>
                        </a:lnSpc>
                        <a:spcBef>
                          <a:spcPts val="0"/>
                        </a:spcBef>
                        <a:spcAft>
                          <a:spcPts val="0"/>
                        </a:spcAft>
                        <a:buNone/>
                      </a:pPr>
                      <a:r>
                        <a:rPr lang="en-US" sz="1400" b="0" i="0" u="none" strike="noStrike" kern="1200" cap="none" spc="0" normalizeH="0" baseline="0" noProof="0" dirty="0">
                          <a:ln>
                            <a:noFill/>
                          </a:ln>
                          <a:solidFill>
                            <a:schemeClr val="bg2"/>
                          </a:solidFill>
                          <a:effectLst/>
                          <a:uLnTx/>
                          <a:uFillTx/>
                          <a:latin typeface="+mn-lt"/>
                          <a:ea typeface="+mn-ea"/>
                          <a:cs typeface="+mn-cs"/>
                        </a:rPr>
                        <a:t>TMT Focus Areas- Where We Are Investing Efforts and Driving Market Impact</a:t>
                      </a:r>
                      <a:endParaRPr kumimoji="0" lang="en-US" sz="1400" b="0" i="0" u="none" strike="noStrike" kern="1200" cap="none" spc="0" normalizeH="0" baseline="0" noProof="0" dirty="0">
                        <a:ln>
                          <a:noFill/>
                        </a:ln>
                        <a:solidFill>
                          <a:schemeClr val="bg2"/>
                        </a:solidFill>
                        <a:effectLst/>
                        <a:uLnTx/>
                        <a:uFillTx/>
                        <a:latin typeface="+mn-lt"/>
                        <a:ea typeface="+mn-ea"/>
                        <a:cs typeface="+mn-cs"/>
                      </a:endParaRPr>
                    </a:p>
                  </a:txBody>
                  <a:tcPr marL="360000" marR="45720" marT="144000" marB="180000">
                    <a:lnL w="0">
                      <a:noFill/>
                    </a:lnL>
                    <a:lnR w="0">
                      <a:noFill/>
                    </a:lnR>
                    <a:lnT w="38100" cap="flat" cmpd="sng" algn="ctr">
                      <a:solidFill>
                        <a:srgbClr val="D4D5F2"/>
                      </a:solidFill>
                      <a:prstDash val="solid"/>
                      <a:round/>
                      <a:headEnd type="none" w="med" len="med"/>
                      <a:tailEnd type="none" w="med" len="med"/>
                    </a:lnT>
                    <a:lnB w="38099">
                      <a:solidFill>
                        <a:srgbClr val="D4D5F2"/>
                      </a:solidFill>
                    </a:lnB>
                    <a:lnTlToBr w="0">
                      <a:noFill/>
                    </a:lnTlToBr>
                    <a:lnBlToTr w="0">
                      <a:noFill/>
                    </a:lnBlToTr>
                    <a:noFill/>
                  </a:tcPr>
                </a:tc>
                <a:extLst>
                  <a:ext uri="{0D108BD9-81ED-4DB2-BD59-A6C34878D82A}">
                    <a16:rowId xmlns:a16="http://schemas.microsoft.com/office/drawing/2014/main" val="2529927498"/>
                  </a:ext>
                </a:extLst>
              </a:tr>
              <a:tr h="617646">
                <a:tc>
                  <a:txBody>
                    <a:bodyPr/>
                    <a:lstStyle/>
                    <a:p>
                      <a:pPr algn="r">
                        <a:lnSpc>
                          <a:spcPts val="1400"/>
                        </a:lnSpc>
                      </a:pPr>
                      <a:r>
                        <a:rPr lang="en-US" sz="1400" b="0" i="0" noProof="0">
                          <a:solidFill>
                            <a:schemeClr val="bg2"/>
                          </a:solidFill>
                          <a:latin typeface="+mn-lt"/>
                        </a:rPr>
                        <a:t>06</a:t>
                      </a:r>
                    </a:p>
                  </a:txBody>
                  <a:tcPr marL="45720" marR="360000" marT="144000" marB="180000">
                    <a:lnL w="12700" cmpd="sng">
                      <a:noFill/>
                    </a:lnL>
                    <a:lnR w="12700" cap="flat" cmpd="sng" algn="ctr">
                      <a:noFill/>
                      <a:prstDash val="solid"/>
                      <a:round/>
                      <a:headEnd type="none" w="med" len="med"/>
                      <a:tailEnd type="none" w="med" len="med"/>
                    </a:lnR>
                    <a:lnT w="38099" cap="flat" cmpd="sng" algn="ctr">
                      <a:solidFill>
                        <a:srgbClr val="D4D5F2"/>
                      </a:solidFill>
                      <a:prstDash val="solid"/>
                      <a:round/>
                      <a:headEnd type="none" w="med" len="med"/>
                      <a:tailEnd type="none" w="med" len="med"/>
                    </a:lnT>
                    <a:lnB w="38100" cap="flat" cmpd="sng" algn="ctr">
                      <a:solidFill>
                        <a:srgbClr val="D4D5F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eaLnBrk="1" fontAlgn="auto" latinLnBrk="0" hangingPunct="1">
                        <a:lnSpc>
                          <a:spcPts val="1400"/>
                        </a:lnSpc>
                        <a:spcBef>
                          <a:spcPts val="0"/>
                        </a:spcBef>
                        <a:spcAft>
                          <a:spcPts val="0"/>
                        </a:spcAft>
                        <a:buClrTx/>
                        <a:buSzTx/>
                        <a:buFontTx/>
                        <a:buNone/>
                      </a:pPr>
                      <a:r>
                        <a:rPr lang="en-US" sz="1400" b="0" i="0" u="none" strike="noStrike" kern="1200" cap="none" spc="0" normalizeH="0" baseline="0" noProof="0" dirty="0">
                          <a:ln>
                            <a:noFill/>
                          </a:ln>
                          <a:solidFill>
                            <a:schemeClr val="bg2"/>
                          </a:solidFill>
                          <a:effectLst/>
                          <a:uLnTx/>
                          <a:uFillTx/>
                          <a:latin typeface="+mn-lt"/>
                          <a:ea typeface="+mn-ea"/>
                          <a:cs typeface="+mn-cs"/>
                        </a:rPr>
                        <a:t>Industry insights &amp; Knowledge Sharing : Demo of Co-pilot Driven Dashboard</a:t>
                      </a:r>
                      <a:endParaRPr kumimoji="0" lang="en-US" sz="1400" dirty="0"/>
                    </a:p>
                  </a:txBody>
                  <a:tcPr marL="360000" marR="45720" marT="144000" marB="180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38099" cap="flat" cmpd="sng" algn="ctr">
                      <a:solidFill>
                        <a:srgbClr val="D4D5F2"/>
                      </a:solidFill>
                      <a:prstDash val="solid"/>
                      <a:round/>
                      <a:headEnd type="none" w="med" len="med"/>
                      <a:tailEnd type="none" w="med" len="med"/>
                    </a:lnT>
                    <a:lnB w="38100" cap="flat" cmpd="sng" algn="ctr">
                      <a:solidFill>
                        <a:srgbClr val="D4D5F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67503373"/>
                  </a:ext>
                </a:extLst>
              </a:tr>
            </a:tbl>
          </a:graphicData>
        </a:graphic>
      </p:graphicFrame>
      <p:sp>
        <p:nvSpPr>
          <p:cNvPr id="9" name="Date Placeholder 8">
            <a:extLst>
              <a:ext uri="{FF2B5EF4-FFF2-40B4-BE49-F238E27FC236}">
                <a16:creationId xmlns:a16="http://schemas.microsoft.com/office/drawing/2014/main" id="{8FE625A4-0390-B362-53AD-B4076315EEEC}"/>
              </a:ext>
            </a:extLst>
          </p:cNvPr>
          <p:cNvSpPr>
            <a:spLocks noGrp="1"/>
          </p:cNvSpPr>
          <p:nvPr>
            <p:ph type="dt" sz="half" idx="10"/>
          </p:nvPr>
        </p:nvSpPr>
        <p:spPr/>
        <p:txBody>
          <a:bodyPr/>
          <a:lstStyle/>
          <a:p>
            <a:pPr marL="0" marR="0" lvl="0" indent="0" algn="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de-DE" sz="800" b="0" i="0" u="none" strike="noStrike" kern="1200" cap="none" spc="0" normalizeH="0" baseline="0" noProof="0">
                <a:ln>
                  <a:noFill/>
                </a:ln>
                <a:solidFill>
                  <a:srgbClr val="FFFFFF">
                    <a:lumMod val="65000"/>
                  </a:srgbClr>
                </a:solidFill>
                <a:effectLst/>
                <a:uLnTx/>
                <a:uFillTx/>
                <a:latin typeface="Ubuntu"/>
                <a:ea typeface="+mn-ea"/>
                <a:cs typeface="+mn-cs"/>
              </a:rPr>
              <a:t>© Capgemini 2026. All rights reserved.</a:t>
            </a:r>
            <a:endParaRPr kumimoji="0" lang="en-US" sz="800" b="0" i="0" u="none" strike="noStrike" kern="1200" cap="none" spc="0" normalizeH="0" baseline="0" noProof="0">
              <a:ln>
                <a:noFill/>
              </a:ln>
              <a:solidFill>
                <a:srgbClr val="FFFFFF">
                  <a:lumMod val="65000"/>
                </a:srgbClr>
              </a:solidFill>
              <a:effectLst/>
              <a:uLnTx/>
              <a:uFillTx/>
              <a:latin typeface="Ubuntu"/>
              <a:ea typeface="+mn-ea"/>
              <a:cs typeface="+mn-cs"/>
            </a:endParaRPr>
          </a:p>
        </p:txBody>
      </p:sp>
      <p:sp>
        <p:nvSpPr>
          <p:cNvPr id="11" name="Slide Number Placeholder 10">
            <a:extLst>
              <a:ext uri="{FF2B5EF4-FFF2-40B4-BE49-F238E27FC236}">
                <a16:creationId xmlns:a16="http://schemas.microsoft.com/office/drawing/2014/main" id="{7EF3F69F-23B2-1FC1-76B4-558E36DFF03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9A5160-6218-4E5A-B9E6-B93E3DAE377C}" type="slidenum">
              <a:rPr kumimoji="0" lang="en-US" sz="800" b="0" i="0" u="none" strike="noStrike" kern="1200" cap="none" spc="0" normalizeH="0" baseline="0" noProof="0" smtClean="0">
                <a:ln>
                  <a:noFill/>
                </a:ln>
                <a:solidFill>
                  <a:srgbClr val="FFFFFF">
                    <a:lumMod val="65000"/>
                  </a:srgbClr>
                </a:solidFill>
                <a:effectLst/>
                <a:uLnTx/>
                <a:uFillTx/>
                <a:latin typeface="Ubuntu"/>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800" b="0" i="0" u="none" strike="noStrike" kern="1200" cap="none" spc="0" normalizeH="0" baseline="0" noProof="0">
              <a:ln>
                <a:noFill/>
              </a:ln>
              <a:solidFill>
                <a:srgbClr val="FFFFFF">
                  <a:lumMod val="65000"/>
                </a:srgbClr>
              </a:solidFill>
              <a:effectLst/>
              <a:uLnTx/>
              <a:uFillTx/>
              <a:latin typeface="Ubuntu"/>
              <a:ea typeface="+mn-ea"/>
              <a:cs typeface="Arial" panose="020B0604020202020204" pitchFamily="34" charset="0"/>
            </a:endParaRPr>
          </a:p>
        </p:txBody>
      </p:sp>
      <p:sp>
        <p:nvSpPr>
          <p:cNvPr id="2" name="Footer Placeholder 17">
            <a:extLst>
              <a:ext uri="{FF2B5EF4-FFF2-40B4-BE49-F238E27FC236}">
                <a16:creationId xmlns:a16="http://schemas.microsoft.com/office/drawing/2014/main" id="{20B8EB44-0845-8C03-C2C9-B437DF21A240}"/>
              </a:ext>
            </a:extLst>
          </p:cNvPr>
          <p:cNvSpPr>
            <a:spLocks noGrp="1"/>
          </p:cNvSpPr>
          <p:nvPr>
            <p:ph type="ftr" sz="quarter" idx="11"/>
          </p:nvPr>
        </p:nvSpPr>
        <p:spPr>
          <a:xfrm>
            <a:off x="550863" y="6650661"/>
            <a:ext cx="4716524" cy="123111"/>
          </a:xfrm>
        </p:spPr>
        <p:txBody>
          <a:bodyPr/>
          <a:lstStyle/>
          <a:p>
            <a:pPr>
              <a:spcBef>
                <a:spcPts val="1000"/>
              </a:spcBef>
              <a:buFont typeface="Arial" panose="020B0604020202020204" pitchFamily="34" charset="0"/>
              <a:buNone/>
            </a:pPr>
            <a:r>
              <a:rPr lang="en-US"/>
              <a:t>TMT Monthly Update |  July 2026</a:t>
            </a:r>
          </a:p>
        </p:txBody>
      </p:sp>
    </p:spTree>
    <p:extLst>
      <p:ext uri="{BB962C8B-B14F-4D97-AF65-F5344CB8AC3E}">
        <p14:creationId xmlns:p14="http://schemas.microsoft.com/office/powerpoint/2010/main" val="27783181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06E939-624A-E8BB-A413-64D11B53E95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B85108F0-69A4-0528-E2D7-E57412A2987B}"/>
              </a:ext>
            </a:extLst>
          </p:cNvPr>
          <p:cNvSpPr>
            <a:spLocks noGrp="1"/>
          </p:cNvSpPr>
          <p:nvPr>
            <p:ph type="title"/>
          </p:nvPr>
        </p:nvSpPr>
        <p:spPr>
          <a:xfrm>
            <a:off x="550863" y="608268"/>
            <a:ext cx="11090938" cy="930372"/>
          </a:xfrm>
        </p:spPr>
        <p:txBody>
          <a:bodyPr/>
          <a:lstStyle/>
          <a:p>
            <a:r>
              <a:rPr lang="en-US"/>
              <a:t>June 2026 Performance Dashboard</a:t>
            </a:r>
            <a:br>
              <a:rPr lang="en-US"/>
            </a:br>
            <a:r>
              <a:rPr lang="en-US">
                <a:solidFill>
                  <a:schemeClr val="accent1"/>
                </a:solidFill>
              </a:rPr>
              <a:t>(Booking &amp; Pipeline)</a:t>
            </a:r>
          </a:p>
        </p:txBody>
      </p:sp>
      <p:sp>
        <p:nvSpPr>
          <p:cNvPr id="17" name="Date Placeholder 16">
            <a:extLst>
              <a:ext uri="{FF2B5EF4-FFF2-40B4-BE49-F238E27FC236}">
                <a16:creationId xmlns:a16="http://schemas.microsoft.com/office/drawing/2014/main" id="{35A796BD-4E8C-3F91-D33D-A5950FA43B31}"/>
              </a:ext>
            </a:extLst>
          </p:cNvPr>
          <p:cNvSpPr>
            <a:spLocks noGrp="1"/>
          </p:cNvSpPr>
          <p:nvPr>
            <p:ph type="dt" sz="half" idx="10"/>
          </p:nvPr>
        </p:nvSpPr>
        <p:spPr/>
        <p:txBody>
          <a:bodyPr/>
          <a:lstStyle/>
          <a:p>
            <a:pPr marL="0" marR="0" lvl="0" indent="0" algn="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sz="800" b="0" i="0" u="none" strike="noStrike" kern="1200" cap="none" spc="0" normalizeH="0" baseline="0" noProof="0">
                <a:ln>
                  <a:noFill/>
                </a:ln>
                <a:solidFill>
                  <a:srgbClr val="FFFFFF">
                    <a:lumMod val="65000"/>
                  </a:srgbClr>
                </a:solidFill>
                <a:effectLst/>
                <a:uLnTx/>
                <a:uFillTx/>
                <a:latin typeface="Ubuntu"/>
                <a:ea typeface="+mn-ea"/>
                <a:cs typeface="+mn-cs"/>
              </a:rPr>
              <a:t>Company Confidential © Capgemini 2026. All rights reserved.</a:t>
            </a:r>
          </a:p>
        </p:txBody>
      </p:sp>
      <p:sp>
        <p:nvSpPr>
          <p:cNvPr id="18" name="Footer Placeholder 17">
            <a:extLst>
              <a:ext uri="{FF2B5EF4-FFF2-40B4-BE49-F238E27FC236}">
                <a16:creationId xmlns:a16="http://schemas.microsoft.com/office/drawing/2014/main" id="{9930A836-2D84-01DD-CBA6-D09CFA7E60D6}"/>
              </a:ext>
            </a:extLst>
          </p:cNvPr>
          <p:cNvSpPr>
            <a:spLocks noGrp="1"/>
          </p:cNvSpPr>
          <p:nvPr>
            <p:ph type="ftr" sz="quarter" idx="11"/>
          </p:nvPr>
        </p:nvSpPr>
        <p:spPr/>
        <p:txBody>
          <a:bodyPr/>
          <a:lstStyle/>
          <a:p>
            <a:pPr>
              <a:spcBef>
                <a:spcPts val="1000"/>
              </a:spcBef>
              <a:buFont typeface="Arial" panose="020B0604020202020204" pitchFamily="34" charset="0"/>
              <a:buNone/>
            </a:pPr>
            <a:r>
              <a:rPr lang="en-US"/>
              <a:t>TMT Monthly Update | July 2026</a:t>
            </a:r>
          </a:p>
        </p:txBody>
      </p:sp>
      <p:sp>
        <p:nvSpPr>
          <p:cNvPr id="19" name="Slide Number Placeholder 18">
            <a:extLst>
              <a:ext uri="{FF2B5EF4-FFF2-40B4-BE49-F238E27FC236}">
                <a16:creationId xmlns:a16="http://schemas.microsoft.com/office/drawing/2014/main" id="{45895959-04F9-71B4-2729-66B0F791437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9A5160-6218-4E5A-B9E6-B93E3DAE377C}" type="slidenum">
              <a:rPr kumimoji="0" lang="en-US" sz="800" b="0" i="0" u="none" strike="noStrike" kern="1200" cap="none" spc="0" normalizeH="0" baseline="0" noProof="0" smtClean="0">
                <a:ln>
                  <a:noFill/>
                </a:ln>
                <a:solidFill>
                  <a:srgbClr val="FFFFFF">
                    <a:lumMod val="65000"/>
                  </a:srgbClr>
                </a:solidFill>
                <a:effectLst/>
                <a:uLnTx/>
                <a:uFillTx/>
                <a:latin typeface="Ubuntu"/>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800" b="0" i="0" u="none" strike="noStrike" kern="1200" cap="none" spc="0" normalizeH="0" baseline="0" noProof="0">
              <a:ln>
                <a:noFill/>
              </a:ln>
              <a:solidFill>
                <a:srgbClr val="FFFFFF">
                  <a:lumMod val="65000"/>
                </a:srgbClr>
              </a:solidFill>
              <a:effectLst/>
              <a:uLnTx/>
              <a:uFillTx/>
              <a:latin typeface="Ubuntu"/>
              <a:ea typeface="+mn-ea"/>
              <a:cs typeface="Arial" panose="020B0604020202020204" pitchFamily="34" charset="0"/>
            </a:endParaRPr>
          </a:p>
        </p:txBody>
      </p:sp>
      <p:sp>
        <p:nvSpPr>
          <p:cNvPr id="121" name="Rectangle 120">
            <a:extLst>
              <a:ext uri="{FF2B5EF4-FFF2-40B4-BE49-F238E27FC236}">
                <a16:creationId xmlns:a16="http://schemas.microsoft.com/office/drawing/2014/main" id="{791AD7C0-6568-7508-9146-4122D2AFBCE2}"/>
              </a:ext>
            </a:extLst>
          </p:cNvPr>
          <p:cNvSpPr/>
          <p:nvPr/>
        </p:nvSpPr>
        <p:spPr>
          <a:xfrm>
            <a:off x="-17978" y="-5872"/>
            <a:ext cx="12240000" cy="109034"/>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sz="1400" err="1">
              <a:solidFill>
                <a:schemeClr val="tx1"/>
              </a:solidFill>
            </a:endParaRPr>
          </a:p>
        </p:txBody>
      </p:sp>
      <p:sp>
        <p:nvSpPr>
          <p:cNvPr id="11" name="Partial Circle 10">
            <a:extLst>
              <a:ext uri="{FF2B5EF4-FFF2-40B4-BE49-F238E27FC236}">
                <a16:creationId xmlns:a16="http://schemas.microsoft.com/office/drawing/2014/main" id="{EE7921AA-19CE-88F0-AAB8-B7867039D1E4}"/>
              </a:ext>
            </a:extLst>
          </p:cNvPr>
          <p:cNvSpPr/>
          <p:nvPr/>
        </p:nvSpPr>
        <p:spPr>
          <a:xfrm>
            <a:off x="854484" y="1932741"/>
            <a:ext cx="4378399" cy="3875050"/>
          </a:xfrm>
          <a:prstGeom prst="pie">
            <a:avLst>
              <a:gd name="adj1" fmla="val 10722483"/>
              <a:gd name="adj2" fmla="val 47258"/>
            </a:avLst>
          </a:prstGeom>
          <a:solidFill>
            <a:srgbClr val="758BAB">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2" name="Partial Circle 11">
            <a:extLst>
              <a:ext uri="{FF2B5EF4-FFF2-40B4-BE49-F238E27FC236}">
                <a16:creationId xmlns:a16="http://schemas.microsoft.com/office/drawing/2014/main" id="{2E99889E-EF1C-8489-A67C-8D4460C38DF8}"/>
              </a:ext>
            </a:extLst>
          </p:cNvPr>
          <p:cNvSpPr/>
          <p:nvPr/>
        </p:nvSpPr>
        <p:spPr>
          <a:xfrm>
            <a:off x="888988" y="1932741"/>
            <a:ext cx="4378399" cy="3875050"/>
          </a:xfrm>
          <a:prstGeom prst="pie">
            <a:avLst>
              <a:gd name="adj1" fmla="val 10722483"/>
              <a:gd name="adj2" fmla="val 15881486"/>
            </a:avLst>
          </a:prstGeom>
          <a:gradFill>
            <a:gsLst>
              <a:gs pos="0">
                <a:srgbClr val="3AAAFF"/>
              </a:gs>
              <a:gs pos="100000">
                <a:srgbClr val="044FA3"/>
              </a:gs>
            </a:gsLst>
            <a:lin ang="5400000" scaled="1"/>
          </a:gradFill>
          <a:ln>
            <a:noFill/>
          </a:ln>
          <a:effectLst>
            <a:glow rad="63500">
              <a:schemeClr val="accent1">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3" name="Graphic 23">
            <a:extLst>
              <a:ext uri="{FF2B5EF4-FFF2-40B4-BE49-F238E27FC236}">
                <a16:creationId xmlns:a16="http://schemas.microsoft.com/office/drawing/2014/main" id="{F6EFEFD1-7BA8-16F8-28AA-98D0DC24BA4B}"/>
              </a:ext>
            </a:extLst>
          </p:cNvPr>
          <p:cNvSpPr/>
          <p:nvPr/>
        </p:nvSpPr>
        <p:spPr>
          <a:xfrm>
            <a:off x="796669" y="1878162"/>
            <a:ext cx="4489322" cy="2114813"/>
          </a:xfrm>
          <a:custGeom>
            <a:avLst/>
            <a:gdLst>
              <a:gd name="connsiteX0" fmla="*/ 1071563 w 2143125"/>
              <a:gd name="connsiteY0" fmla="*/ 0 h 1140714"/>
              <a:gd name="connsiteX1" fmla="*/ 0 w 2143125"/>
              <a:gd name="connsiteY1" fmla="*/ 1071563 h 1140714"/>
              <a:gd name="connsiteX2" fmla="*/ 2286 w 2143125"/>
              <a:gd name="connsiteY2" fmla="*/ 1140714 h 1140714"/>
              <a:gd name="connsiteX3" fmla="*/ 2140839 w 2143125"/>
              <a:gd name="connsiteY3" fmla="*/ 1140714 h 1140714"/>
              <a:gd name="connsiteX4" fmla="*/ 2143125 w 2143125"/>
              <a:gd name="connsiteY4" fmla="*/ 1071563 h 1140714"/>
              <a:gd name="connsiteX5" fmla="*/ 1071563 w 2143125"/>
              <a:gd name="connsiteY5" fmla="*/ 0 h 1140714"/>
              <a:gd name="connsiteX6" fmla="*/ 400907 w 2143125"/>
              <a:gd name="connsiteY6" fmla="*/ 1019175 h 1140714"/>
              <a:gd name="connsiteX7" fmla="*/ 352616 w 2143125"/>
              <a:gd name="connsiteY7" fmla="*/ 1063943 h 1140714"/>
              <a:gd name="connsiteX8" fmla="*/ 140494 w 2143125"/>
              <a:gd name="connsiteY8" fmla="*/ 1063943 h 1140714"/>
              <a:gd name="connsiteX9" fmla="*/ 74962 w 2143125"/>
              <a:gd name="connsiteY9" fmla="*/ 993172 h 1140714"/>
              <a:gd name="connsiteX10" fmla="*/ 74962 w 2143125"/>
              <a:gd name="connsiteY10" fmla="*/ 993172 h 1140714"/>
              <a:gd name="connsiteX11" fmla="*/ 150590 w 2143125"/>
              <a:gd name="connsiteY11" fmla="*/ 933450 h 1140714"/>
              <a:gd name="connsiteX12" fmla="*/ 360236 w 2143125"/>
              <a:gd name="connsiteY12" fmla="*/ 966692 h 1140714"/>
              <a:gd name="connsiteX13" fmla="*/ 400907 w 2143125"/>
              <a:gd name="connsiteY13" fmla="*/ 1018318 h 1140714"/>
              <a:gd name="connsiteX14" fmla="*/ 400907 w 2143125"/>
              <a:gd name="connsiteY14" fmla="*/ 1019270 h 1140714"/>
              <a:gd name="connsiteX15" fmla="*/ 417481 w 2143125"/>
              <a:gd name="connsiteY15" fmla="*/ 913829 h 1140714"/>
              <a:gd name="connsiteX16" fmla="*/ 417290 w 2143125"/>
              <a:gd name="connsiteY16" fmla="*/ 914781 h 1140714"/>
              <a:gd name="connsiteX17" fmla="*/ 362522 w 2143125"/>
              <a:gd name="connsiteY17" fmla="*/ 951548 h 1140714"/>
              <a:gd name="connsiteX18" fmla="*/ 152305 w 2143125"/>
              <a:gd name="connsiteY18" fmla="*/ 918210 h 1140714"/>
              <a:gd name="connsiteX19" fmla="*/ 99251 w 2143125"/>
              <a:gd name="connsiteY19" fmla="*/ 838867 h 1140714"/>
              <a:gd name="connsiteX20" fmla="*/ 99632 w 2143125"/>
              <a:gd name="connsiteY20" fmla="*/ 837438 h 1140714"/>
              <a:gd name="connsiteX21" fmla="*/ 182880 w 2143125"/>
              <a:gd name="connsiteY21" fmla="*/ 790765 h 1140714"/>
              <a:gd name="connsiteX22" fmla="*/ 385382 w 2143125"/>
              <a:gd name="connsiteY22" fmla="*/ 856583 h 1140714"/>
              <a:gd name="connsiteX23" fmla="*/ 417576 w 2143125"/>
              <a:gd name="connsiteY23" fmla="*/ 913829 h 1140714"/>
              <a:gd name="connsiteX24" fmla="*/ 450151 w 2143125"/>
              <a:gd name="connsiteY24" fmla="*/ 813626 h 1140714"/>
              <a:gd name="connsiteX25" fmla="*/ 449771 w 2143125"/>
              <a:gd name="connsiteY25" fmla="*/ 814483 h 1140714"/>
              <a:gd name="connsiteX26" fmla="*/ 390049 w 2143125"/>
              <a:gd name="connsiteY26" fmla="*/ 842105 h 1140714"/>
              <a:gd name="connsiteX27" fmla="*/ 188214 w 2143125"/>
              <a:gd name="connsiteY27" fmla="*/ 776573 h 1140714"/>
              <a:gd name="connsiteX28" fmla="*/ 147828 w 2143125"/>
              <a:gd name="connsiteY28" fmla="*/ 688848 h 1140714"/>
              <a:gd name="connsiteX29" fmla="*/ 238220 w 2143125"/>
              <a:gd name="connsiteY29" fmla="*/ 655511 h 1140714"/>
              <a:gd name="connsiteX30" fmla="*/ 427387 w 2143125"/>
              <a:gd name="connsiteY30" fmla="*/ 751904 h 1140714"/>
              <a:gd name="connsiteX31" fmla="*/ 450151 w 2143125"/>
              <a:gd name="connsiteY31" fmla="*/ 813626 h 1140714"/>
              <a:gd name="connsiteX32" fmla="*/ 498158 w 2143125"/>
              <a:gd name="connsiteY32" fmla="*/ 719709 h 1140714"/>
              <a:gd name="connsiteX33" fmla="*/ 497681 w 2143125"/>
              <a:gd name="connsiteY33" fmla="*/ 720471 h 1140714"/>
              <a:gd name="connsiteX34" fmla="*/ 434340 w 2143125"/>
              <a:gd name="connsiteY34" fmla="*/ 738283 h 1140714"/>
              <a:gd name="connsiteX35" fmla="*/ 245269 w 2143125"/>
              <a:gd name="connsiteY35" fmla="*/ 641985 h 1140714"/>
              <a:gd name="connsiteX36" fmla="*/ 219075 w 2143125"/>
              <a:gd name="connsiteY36" fmla="*/ 549021 h 1140714"/>
              <a:gd name="connsiteX37" fmla="*/ 219075 w 2143125"/>
              <a:gd name="connsiteY37" fmla="*/ 549021 h 1140714"/>
              <a:gd name="connsiteX38" fmla="*/ 313563 w 2143125"/>
              <a:gd name="connsiteY38" fmla="*/ 530257 h 1140714"/>
              <a:gd name="connsiteX39" fmla="*/ 485299 w 2143125"/>
              <a:gd name="connsiteY39" fmla="*/ 655034 h 1140714"/>
              <a:gd name="connsiteX40" fmla="*/ 498062 w 2143125"/>
              <a:gd name="connsiteY40" fmla="*/ 719614 h 1140714"/>
              <a:gd name="connsiteX41" fmla="*/ 560261 w 2143125"/>
              <a:gd name="connsiteY41" fmla="*/ 634365 h 1140714"/>
              <a:gd name="connsiteX42" fmla="*/ 559689 w 2143125"/>
              <a:gd name="connsiteY42" fmla="*/ 635032 h 1140714"/>
              <a:gd name="connsiteX43" fmla="*/ 494443 w 2143125"/>
              <a:gd name="connsiteY43" fmla="*/ 642747 h 1140714"/>
              <a:gd name="connsiteX44" fmla="*/ 322231 w 2143125"/>
              <a:gd name="connsiteY44" fmla="*/ 517684 h 1140714"/>
              <a:gd name="connsiteX45" fmla="*/ 310991 w 2143125"/>
              <a:gd name="connsiteY45" fmla="*/ 422815 h 1140714"/>
              <a:gd name="connsiteX46" fmla="*/ 311944 w 2143125"/>
              <a:gd name="connsiteY46" fmla="*/ 421767 h 1140714"/>
              <a:gd name="connsiteX47" fmla="*/ 407289 w 2143125"/>
              <a:gd name="connsiteY47" fmla="*/ 418052 h 1140714"/>
              <a:gd name="connsiteX48" fmla="*/ 557784 w 2143125"/>
              <a:gd name="connsiteY48" fmla="*/ 568547 h 1140714"/>
              <a:gd name="connsiteX49" fmla="*/ 560261 w 2143125"/>
              <a:gd name="connsiteY49" fmla="*/ 634365 h 1140714"/>
              <a:gd name="connsiteX50" fmla="*/ 635127 w 2143125"/>
              <a:gd name="connsiteY50" fmla="*/ 559594 h 1140714"/>
              <a:gd name="connsiteX51" fmla="*/ 634460 w 2143125"/>
              <a:gd name="connsiteY51" fmla="*/ 560165 h 1140714"/>
              <a:gd name="connsiteX52" fmla="*/ 568643 w 2143125"/>
              <a:gd name="connsiteY52" fmla="*/ 557689 h 1140714"/>
              <a:gd name="connsiteX53" fmla="*/ 418148 w 2143125"/>
              <a:gd name="connsiteY53" fmla="*/ 407194 h 1140714"/>
              <a:gd name="connsiteX54" fmla="*/ 421862 w 2143125"/>
              <a:gd name="connsiteY54" fmla="*/ 311849 h 1140714"/>
              <a:gd name="connsiteX55" fmla="*/ 422910 w 2143125"/>
              <a:gd name="connsiteY55" fmla="*/ 310896 h 1140714"/>
              <a:gd name="connsiteX56" fmla="*/ 517779 w 2143125"/>
              <a:gd name="connsiteY56" fmla="*/ 322136 h 1140714"/>
              <a:gd name="connsiteX57" fmla="*/ 642842 w 2143125"/>
              <a:gd name="connsiteY57" fmla="*/ 494348 h 1140714"/>
              <a:gd name="connsiteX58" fmla="*/ 635127 w 2143125"/>
              <a:gd name="connsiteY58" fmla="*/ 559594 h 1140714"/>
              <a:gd name="connsiteX59" fmla="*/ 720566 w 2143125"/>
              <a:gd name="connsiteY59" fmla="*/ 497681 h 1140714"/>
              <a:gd name="connsiteX60" fmla="*/ 719804 w 2143125"/>
              <a:gd name="connsiteY60" fmla="*/ 498158 h 1140714"/>
              <a:gd name="connsiteX61" fmla="*/ 655225 w 2143125"/>
              <a:gd name="connsiteY61" fmla="*/ 485394 h 1140714"/>
              <a:gd name="connsiteX62" fmla="*/ 530543 w 2143125"/>
              <a:gd name="connsiteY62" fmla="*/ 313754 h 1140714"/>
              <a:gd name="connsiteX63" fmla="*/ 549307 w 2143125"/>
              <a:gd name="connsiteY63" fmla="*/ 219075 h 1140714"/>
              <a:gd name="connsiteX64" fmla="*/ 549878 w 2143125"/>
              <a:gd name="connsiteY64" fmla="*/ 218694 h 1140714"/>
              <a:gd name="connsiteX65" fmla="*/ 641795 w 2143125"/>
              <a:gd name="connsiteY65" fmla="*/ 244602 h 1140714"/>
              <a:gd name="connsiteX66" fmla="*/ 738473 w 2143125"/>
              <a:gd name="connsiteY66" fmla="*/ 434340 h 1140714"/>
              <a:gd name="connsiteX67" fmla="*/ 720662 w 2143125"/>
              <a:gd name="connsiteY67" fmla="*/ 497681 h 1140714"/>
              <a:gd name="connsiteX68" fmla="*/ 814483 w 2143125"/>
              <a:gd name="connsiteY68" fmla="*/ 449771 h 1140714"/>
              <a:gd name="connsiteX69" fmla="*/ 813626 w 2143125"/>
              <a:gd name="connsiteY69" fmla="*/ 450151 h 1140714"/>
              <a:gd name="connsiteX70" fmla="*/ 751904 w 2143125"/>
              <a:gd name="connsiteY70" fmla="*/ 427387 h 1140714"/>
              <a:gd name="connsiteX71" fmla="*/ 655225 w 2143125"/>
              <a:gd name="connsiteY71" fmla="*/ 237554 h 1140714"/>
              <a:gd name="connsiteX72" fmla="*/ 688181 w 2143125"/>
              <a:gd name="connsiteY72" fmla="*/ 148019 h 1140714"/>
              <a:gd name="connsiteX73" fmla="*/ 689515 w 2143125"/>
              <a:gd name="connsiteY73" fmla="*/ 147447 h 1140714"/>
              <a:gd name="connsiteX74" fmla="*/ 776288 w 2143125"/>
              <a:gd name="connsiteY74" fmla="*/ 187357 h 1140714"/>
              <a:gd name="connsiteX75" fmla="*/ 842105 w 2143125"/>
              <a:gd name="connsiteY75" fmla="*/ 389954 h 1140714"/>
              <a:gd name="connsiteX76" fmla="*/ 814483 w 2143125"/>
              <a:gd name="connsiteY76" fmla="*/ 449675 h 1140714"/>
              <a:gd name="connsiteX77" fmla="*/ 914781 w 2143125"/>
              <a:gd name="connsiteY77" fmla="*/ 417195 h 1140714"/>
              <a:gd name="connsiteX78" fmla="*/ 913829 w 2143125"/>
              <a:gd name="connsiteY78" fmla="*/ 417386 h 1140714"/>
              <a:gd name="connsiteX79" fmla="*/ 856583 w 2143125"/>
              <a:gd name="connsiteY79" fmla="*/ 385191 h 1140714"/>
              <a:gd name="connsiteX80" fmla="*/ 790765 w 2143125"/>
              <a:gd name="connsiteY80" fmla="*/ 182690 h 1140714"/>
              <a:gd name="connsiteX81" fmla="*/ 837438 w 2143125"/>
              <a:gd name="connsiteY81" fmla="*/ 99441 h 1140714"/>
              <a:gd name="connsiteX82" fmla="*/ 838867 w 2143125"/>
              <a:gd name="connsiteY82" fmla="*/ 99060 h 1140714"/>
              <a:gd name="connsiteX83" fmla="*/ 918210 w 2143125"/>
              <a:gd name="connsiteY83" fmla="*/ 152114 h 1140714"/>
              <a:gd name="connsiteX84" fmla="*/ 951548 w 2143125"/>
              <a:gd name="connsiteY84" fmla="*/ 362331 h 1140714"/>
              <a:gd name="connsiteX85" fmla="*/ 914781 w 2143125"/>
              <a:gd name="connsiteY85" fmla="*/ 417100 h 1140714"/>
              <a:gd name="connsiteX86" fmla="*/ 1063943 w 2143125"/>
              <a:gd name="connsiteY86" fmla="*/ 352520 h 1140714"/>
              <a:gd name="connsiteX87" fmla="*/ 1019175 w 2143125"/>
              <a:gd name="connsiteY87" fmla="*/ 400812 h 1140714"/>
              <a:gd name="connsiteX88" fmla="*/ 1018223 w 2143125"/>
              <a:gd name="connsiteY88" fmla="*/ 400812 h 1140714"/>
              <a:gd name="connsiteX89" fmla="*/ 966597 w 2143125"/>
              <a:gd name="connsiteY89" fmla="*/ 360140 h 1140714"/>
              <a:gd name="connsiteX90" fmla="*/ 933260 w 2143125"/>
              <a:gd name="connsiteY90" fmla="*/ 149828 h 1140714"/>
              <a:gd name="connsiteX91" fmla="*/ 992410 w 2143125"/>
              <a:gd name="connsiteY91" fmla="*/ 74867 h 1140714"/>
              <a:gd name="connsiteX92" fmla="*/ 993077 w 2143125"/>
              <a:gd name="connsiteY92" fmla="*/ 74867 h 1140714"/>
              <a:gd name="connsiteX93" fmla="*/ 1063847 w 2143125"/>
              <a:gd name="connsiteY93" fmla="*/ 140303 h 1140714"/>
              <a:gd name="connsiteX94" fmla="*/ 1063847 w 2143125"/>
              <a:gd name="connsiteY94" fmla="*/ 352425 h 1140714"/>
              <a:gd name="connsiteX95" fmla="*/ 1124903 w 2143125"/>
              <a:gd name="connsiteY95" fmla="*/ 400907 h 1140714"/>
              <a:gd name="connsiteX96" fmla="*/ 1123950 w 2143125"/>
              <a:gd name="connsiteY96" fmla="*/ 400907 h 1140714"/>
              <a:gd name="connsiteX97" fmla="*/ 1079183 w 2143125"/>
              <a:gd name="connsiteY97" fmla="*/ 352616 h 1140714"/>
              <a:gd name="connsiteX98" fmla="*/ 1079183 w 2143125"/>
              <a:gd name="connsiteY98" fmla="*/ 139732 h 1140714"/>
              <a:gd name="connsiteX99" fmla="*/ 1149191 w 2143125"/>
              <a:gd name="connsiteY99" fmla="*/ 74867 h 1140714"/>
              <a:gd name="connsiteX100" fmla="*/ 1150620 w 2143125"/>
              <a:gd name="connsiteY100" fmla="*/ 74867 h 1140714"/>
              <a:gd name="connsiteX101" fmla="*/ 1209770 w 2143125"/>
              <a:gd name="connsiteY101" fmla="*/ 149924 h 1140714"/>
              <a:gd name="connsiteX102" fmla="*/ 1176433 w 2143125"/>
              <a:gd name="connsiteY102" fmla="*/ 360236 h 1140714"/>
              <a:gd name="connsiteX103" fmla="*/ 1124807 w 2143125"/>
              <a:gd name="connsiteY103" fmla="*/ 400907 h 1140714"/>
              <a:gd name="connsiteX104" fmla="*/ 1229297 w 2143125"/>
              <a:gd name="connsiteY104" fmla="*/ 417386 h 1140714"/>
              <a:gd name="connsiteX105" fmla="*/ 1228344 w 2143125"/>
              <a:gd name="connsiteY105" fmla="*/ 417195 h 1140714"/>
              <a:gd name="connsiteX106" fmla="*/ 1191578 w 2143125"/>
              <a:gd name="connsiteY106" fmla="*/ 362426 h 1140714"/>
              <a:gd name="connsiteX107" fmla="*/ 1224915 w 2143125"/>
              <a:gd name="connsiteY107" fmla="*/ 152210 h 1140714"/>
              <a:gd name="connsiteX108" fmla="*/ 1304258 w 2143125"/>
              <a:gd name="connsiteY108" fmla="*/ 99155 h 1140714"/>
              <a:gd name="connsiteX109" fmla="*/ 1305687 w 2143125"/>
              <a:gd name="connsiteY109" fmla="*/ 99536 h 1140714"/>
              <a:gd name="connsiteX110" fmla="*/ 1352360 w 2143125"/>
              <a:gd name="connsiteY110" fmla="*/ 182785 h 1140714"/>
              <a:gd name="connsiteX111" fmla="*/ 1286542 w 2143125"/>
              <a:gd name="connsiteY111" fmla="*/ 385286 h 1140714"/>
              <a:gd name="connsiteX112" fmla="*/ 1229297 w 2143125"/>
              <a:gd name="connsiteY112" fmla="*/ 417481 h 1140714"/>
              <a:gd name="connsiteX113" fmla="*/ 1329500 w 2143125"/>
              <a:gd name="connsiteY113" fmla="*/ 450151 h 1140714"/>
              <a:gd name="connsiteX114" fmla="*/ 1328642 w 2143125"/>
              <a:gd name="connsiteY114" fmla="*/ 449771 h 1140714"/>
              <a:gd name="connsiteX115" fmla="*/ 1301020 w 2143125"/>
              <a:gd name="connsiteY115" fmla="*/ 390049 h 1140714"/>
              <a:gd name="connsiteX116" fmla="*/ 1366838 w 2143125"/>
              <a:gd name="connsiteY116" fmla="*/ 187452 h 1140714"/>
              <a:gd name="connsiteX117" fmla="*/ 1453610 w 2143125"/>
              <a:gd name="connsiteY117" fmla="*/ 147542 h 1140714"/>
              <a:gd name="connsiteX118" fmla="*/ 1454944 w 2143125"/>
              <a:gd name="connsiteY118" fmla="*/ 148114 h 1140714"/>
              <a:gd name="connsiteX119" fmla="*/ 1487900 w 2143125"/>
              <a:gd name="connsiteY119" fmla="*/ 237649 h 1140714"/>
              <a:gd name="connsiteX120" fmla="*/ 1391222 w 2143125"/>
              <a:gd name="connsiteY120" fmla="*/ 427482 h 1140714"/>
              <a:gd name="connsiteX121" fmla="*/ 1329500 w 2143125"/>
              <a:gd name="connsiteY121" fmla="*/ 450247 h 1140714"/>
              <a:gd name="connsiteX122" fmla="*/ 1423416 w 2143125"/>
              <a:gd name="connsiteY122" fmla="*/ 498158 h 1140714"/>
              <a:gd name="connsiteX123" fmla="*/ 1422654 w 2143125"/>
              <a:gd name="connsiteY123" fmla="*/ 497681 h 1140714"/>
              <a:gd name="connsiteX124" fmla="*/ 1404842 w 2143125"/>
              <a:gd name="connsiteY124" fmla="*/ 434340 h 1140714"/>
              <a:gd name="connsiteX125" fmla="*/ 1501521 w 2143125"/>
              <a:gd name="connsiteY125" fmla="*/ 244602 h 1140714"/>
              <a:gd name="connsiteX126" fmla="*/ 1593437 w 2143125"/>
              <a:gd name="connsiteY126" fmla="*/ 218694 h 1140714"/>
              <a:gd name="connsiteX127" fmla="*/ 1594676 w 2143125"/>
              <a:gd name="connsiteY127" fmla="*/ 219456 h 1140714"/>
              <a:gd name="connsiteX128" fmla="*/ 1613249 w 2143125"/>
              <a:gd name="connsiteY128" fmla="*/ 313087 h 1140714"/>
              <a:gd name="connsiteX129" fmla="*/ 1488091 w 2143125"/>
              <a:gd name="connsiteY129" fmla="*/ 485394 h 1140714"/>
              <a:gd name="connsiteX130" fmla="*/ 1423511 w 2143125"/>
              <a:gd name="connsiteY130" fmla="*/ 498158 h 1140714"/>
              <a:gd name="connsiteX131" fmla="*/ 1508760 w 2143125"/>
              <a:gd name="connsiteY131" fmla="*/ 560165 h 1140714"/>
              <a:gd name="connsiteX132" fmla="*/ 1508093 w 2143125"/>
              <a:gd name="connsiteY132" fmla="*/ 559594 h 1140714"/>
              <a:gd name="connsiteX133" fmla="*/ 1500378 w 2143125"/>
              <a:gd name="connsiteY133" fmla="*/ 494348 h 1140714"/>
              <a:gd name="connsiteX134" fmla="*/ 1625441 w 2143125"/>
              <a:gd name="connsiteY134" fmla="*/ 322136 h 1140714"/>
              <a:gd name="connsiteX135" fmla="*/ 1720310 w 2143125"/>
              <a:gd name="connsiteY135" fmla="*/ 310896 h 1140714"/>
              <a:gd name="connsiteX136" fmla="*/ 1720787 w 2143125"/>
              <a:gd name="connsiteY136" fmla="*/ 311277 h 1140714"/>
              <a:gd name="connsiteX137" fmla="*/ 1724501 w 2143125"/>
              <a:gd name="connsiteY137" fmla="*/ 407670 h 1140714"/>
              <a:gd name="connsiteX138" fmla="*/ 1574578 w 2143125"/>
              <a:gd name="connsiteY138" fmla="*/ 557594 h 1140714"/>
              <a:gd name="connsiteX139" fmla="*/ 1508760 w 2143125"/>
              <a:gd name="connsiteY139" fmla="*/ 560070 h 1140714"/>
              <a:gd name="connsiteX140" fmla="*/ 1583531 w 2143125"/>
              <a:gd name="connsiteY140" fmla="*/ 635032 h 1140714"/>
              <a:gd name="connsiteX141" fmla="*/ 1582960 w 2143125"/>
              <a:gd name="connsiteY141" fmla="*/ 634365 h 1140714"/>
              <a:gd name="connsiteX142" fmla="*/ 1585436 w 2143125"/>
              <a:gd name="connsiteY142" fmla="*/ 568547 h 1140714"/>
              <a:gd name="connsiteX143" fmla="*/ 1735931 w 2143125"/>
              <a:gd name="connsiteY143" fmla="*/ 418052 h 1140714"/>
              <a:gd name="connsiteX144" fmla="*/ 1831277 w 2143125"/>
              <a:gd name="connsiteY144" fmla="*/ 421767 h 1140714"/>
              <a:gd name="connsiteX145" fmla="*/ 1832229 w 2143125"/>
              <a:gd name="connsiteY145" fmla="*/ 422815 h 1140714"/>
              <a:gd name="connsiteX146" fmla="*/ 1820989 w 2143125"/>
              <a:gd name="connsiteY146" fmla="*/ 517684 h 1140714"/>
              <a:gd name="connsiteX147" fmla="*/ 1648778 w 2143125"/>
              <a:gd name="connsiteY147" fmla="*/ 642747 h 1140714"/>
              <a:gd name="connsiteX148" fmla="*/ 1583531 w 2143125"/>
              <a:gd name="connsiteY148" fmla="*/ 635032 h 1140714"/>
              <a:gd name="connsiteX149" fmla="*/ 1645444 w 2143125"/>
              <a:gd name="connsiteY149" fmla="*/ 720471 h 1140714"/>
              <a:gd name="connsiteX150" fmla="*/ 1644968 w 2143125"/>
              <a:gd name="connsiteY150" fmla="*/ 719709 h 1140714"/>
              <a:gd name="connsiteX151" fmla="*/ 1657731 w 2143125"/>
              <a:gd name="connsiteY151" fmla="*/ 655130 h 1140714"/>
              <a:gd name="connsiteX152" fmla="*/ 1829372 w 2143125"/>
              <a:gd name="connsiteY152" fmla="*/ 530447 h 1140714"/>
              <a:gd name="connsiteX153" fmla="*/ 1924050 w 2143125"/>
              <a:gd name="connsiteY153" fmla="*/ 549212 h 1140714"/>
              <a:gd name="connsiteX154" fmla="*/ 1924431 w 2143125"/>
              <a:gd name="connsiteY154" fmla="*/ 549783 h 1140714"/>
              <a:gd name="connsiteX155" fmla="*/ 1898523 w 2143125"/>
              <a:gd name="connsiteY155" fmla="*/ 641699 h 1140714"/>
              <a:gd name="connsiteX156" fmla="*/ 1708785 w 2143125"/>
              <a:gd name="connsiteY156" fmla="*/ 738378 h 1140714"/>
              <a:gd name="connsiteX157" fmla="*/ 1645444 w 2143125"/>
              <a:gd name="connsiteY157" fmla="*/ 720566 h 1140714"/>
              <a:gd name="connsiteX158" fmla="*/ 1693355 w 2143125"/>
              <a:gd name="connsiteY158" fmla="*/ 814483 h 1140714"/>
              <a:gd name="connsiteX159" fmla="*/ 1692974 w 2143125"/>
              <a:gd name="connsiteY159" fmla="*/ 813626 h 1140714"/>
              <a:gd name="connsiteX160" fmla="*/ 1715738 w 2143125"/>
              <a:gd name="connsiteY160" fmla="*/ 751904 h 1140714"/>
              <a:gd name="connsiteX161" fmla="*/ 1904810 w 2143125"/>
              <a:gd name="connsiteY161" fmla="*/ 655606 h 1140714"/>
              <a:gd name="connsiteX162" fmla="*/ 1995297 w 2143125"/>
              <a:gd name="connsiteY162" fmla="*/ 688943 h 1140714"/>
              <a:gd name="connsiteX163" fmla="*/ 1954911 w 2143125"/>
              <a:gd name="connsiteY163" fmla="*/ 776573 h 1140714"/>
              <a:gd name="connsiteX164" fmla="*/ 1752981 w 2143125"/>
              <a:gd name="connsiteY164" fmla="*/ 842201 h 1140714"/>
              <a:gd name="connsiteX165" fmla="*/ 1693259 w 2143125"/>
              <a:gd name="connsiteY165" fmla="*/ 814578 h 1140714"/>
              <a:gd name="connsiteX166" fmla="*/ 1725930 w 2143125"/>
              <a:gd name="connsiteY166" fmla="*/ 914781 h 1140714"/>
              <a:gd name="connsiteX167" fmla="*/ 1725739 w 2143125"/>
              <a:gd name="connsiteY167" fmla="*/ 913829 h 1140714"/>
              <a:gd name="connsiteX168" fmla="*/ 1757934 w 2143125"/>
              <a:gd name="connsiteY168" fmla="*/ 856583 h 1140714"/>
              <a:gd name="connsiteX169" fmla="*/ 1959674 w 2143125"/>
              <a:gd name="connsiteY169" fmla="*/ 791051 h 1140714"/>
              <a:gd name="connsiteX170" fmla="*/ 2043875 w 2143125"/>
              <a:gd name="connsiteY170" fmla="*/ 838295 h 1140714"/>
              <a:gd name="connsiteX171" fmla="*/ 2043875 w 2143125"/>
              <a:gd name="connsiteY171" fmla="*/ 838295 h 1140714"/>
              <a:gd name="connsiteX172" fmla="*/ 1990344 w 2143125"/>
              <a:gd name="connsiteY172" fmla="*/ 918401 h 1140714"/>
              <a:gd name="connsiteX173" fmla="*/ 1780794 w 2143125"/>
              <a:gd name="connsiteY173" fmla="*/ 951643 h 1140714"/>
              <a:gd name="connsiteX174" fmla="*/ 1726025 w 2143125"/>
              <a:gd name="connsiteY174" fmla="*/ 914876 h 1140714"/>
              <a:gd name="connsiteX175" fmla="*/ 2002822 w 2143125"/>
              <a:gd name="connsiteY175" fmla="*/ 1063943 h 1140714"/>
              <a:gd name="connsiteX176" fmla="*/ 1790605 w 2143125"/>
              <a:gd name="connsiteY176" fmla="*/ 1063943 h 1140714"/>
              <a:gd name="connsiteX177" fmla="*/ 1742313 w 2143125"/>
              <a:gd name="connsiteY177" fmla="*/ 1019175 h 1140714"/>
              <a:gd name="connsiteX178" fmla="*/ 1742313 w 2143125"/>
              <a:gd name="connsiteY178" fmla="*/ 1018223 h 1140714"/>
              <a:gd name="connsiteX179" fmla="*/ 1782985 w 2143125"/>
              <a:gd name="connsiteY179" fmla="*/ 966597 h 1140714"/>
              <a:gd name="connsiteX180" fmla="*/ 1992439 w 2143125"/>
              <a:gd name="connsiteY180" fmla="*/ 933450 h 1140714"/>
              <a:gd name="connsiteX181" fmla="*/ 2068259 w 2143125"/>
              <a:gd name="connsiteY181" fmla="*/ 993267 h 1140714"/>
              <a:gd name="connsiteX182" fmla="*/ 2002822 w 2143125"/>
              <a:gd name="connsiteY182" fmla="*/ 1063943 h 1140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Lst>
            <a:rect l="l" t="t" r="r" b="b"/>
            <a:pathLst>
              <a:path w="2143125" h="1140714">
                <a:moveTo>
                  <a:pt x="1071563" y="0"/>
                </a:moveTo>
                <a:cubicBezTo>
                  <a:pt x="479774" y="0"/>
                  <a:pt x="0" y="479774"/>
                  <a:pt x="0" y="1071563"/>
                </a:cubicBezTo>
                <a:cubicBezTo>
                  <a:pt x="0" y="1094804"/>
                  <a:pt x="762" y="1117854"/>
                  <a:pt x="2286" y="1140714"/>
                </a:cubicBezTo>
                <a:lnTo>
                  <a:pt x="2140839" y="1140714"/>
                </a:lnTo>
                <a:cubicBezTo>
                  <a:pt x="2142363" y="1117854"/>
                  <a:pt x="2143125" y="1094804"/>
                  <a:pt x="2143125" y="1071563"/>
                </a:cubicBezTo>
                <a:cubicBezTo>
                  <a:pt x="2143125" y="479774"/>
                  <a:pt x="1663446" y="0"/>
                  <a:pt x="1071563" y="0"/>
                </a:cubicBezTo>
                <a:close/>
                <a:moveTo>
                  <a:pt x="400907" y="1019175"/>
                </a:moveTo>
                <a:cubicBezTo>
                  <a:pt x="399002" y="1044416"/>
                  <a:pt x="377952" y="1063943"/>
                  <a:pt x="352616" y="1063943"/>
                </a:cubicBezTo>
                <a:lnTo>
                  <a:pt x="140494" y="1063943"/>
                </a:lnTo>
                <a:cubicBezTo>
                  <a:pt x="102203" y="1063943"/>
                  <a:pt x="72009" y="1031367"/>
                  <a:pt x="74962" y="993172"/>
                </a:cubicBezTo>
                <a:lnTo>
                  <a:pt x="74962" y="993172"/>
                </a:lnTo>
                <a:cubicBezTo>
                  <a:pt x="77915" y="954977"/>
                  <a:pt x="112776" y="927449"/>
                  <a:pt x="150590" y="933450"/>
                </a:cubicBezTo>
                <a:lnTo>
                  <a:pt x="360236" y="966692"/>
                </a:lnTo>
                <a:cubicBezTo>
                  <a:pt x="385191" y="970693"/>
                  <a:pt x="402908" y="993077"/>
                  <a:pt x="400907" y="1018318"/>
                </a:cubicBezTo>
                <a:cubicBezTo>
                  <a:pt x="400907" y="1018604"/>
                  <a:pt x="400907" y="1018889"/>
                  <a:pt x="400907" y="1019270"/>
                </a:cubicBezTo>
                <a:close/>
                <a:moveTo>
                  <a:pt x="417481" y="913829"/>
                </a:moveTo>
                <a:cubicBezTo>
                  <a:pt x="417481" y="913829"/>
                  <a:pt x="417386" y="914400"/>
                  <a:pt x="417290" y="914781"/>
                </a:cubicBezTo>
                <a:cubicBezTo>
                  <a:pt x="411480" y="939451"/>
                  <a:pt x="387572" y="955548"/>
                  <a:pt x="362522" y="951548"/>
                </a:cubicBezTo>
                <a:lnTo>
                  <a:pt x="152305" y="918210"/>
                </a:lnTo>
                <a:cubicBezTo>
                  <a:pt x="114872" y="912305"/>
                  <a:pt x="90392" y="875729"/>
                  <a:pt x="99251" y="838867"/>
                </a:cubicBezTo>
                <a:lnTo>
                  <a:pt x="99632" y="837438"/>
                </a:lnTo>
                <a:cubicBezTo>
                  <a:pt x="108395" y="800576"/>
                  <a:pt x="146876" y="779050"/>
                  <a:pt x="182880" y="790765"/>
                </a:cubicBezTo>
                <a:lnTo>
                  <a:pt x="385382" y="856583"/>
                </a:lnTo>
                <a:cubicBezTo>
                  <a:pt x="409385" y="864394"/>
                  <a:pt x="423386" y="889254"/>
                  <a:pt x="417576" y="913829"/>
                </a:cubicBezTo>
                <a:close/>
                <a:moveTo>
                  <a:pt x="450151" y="813626"/>
                </a:moveTo>
                <a:cubicBezTo>
                  <a:pt x="450151" y="813626"/>
                  <a:pt x="449961" y="814197"/>
                  <a:pt x="449771" y="814483"/>
                </a:cubicBezTo>
                <a:cubicBezTo>
                  <a:pt x="440150" y="837914"/>
                  <a:pt x="414052" y="849916"/>
                  <a:pt x="390049" y="842105"/>
                </a:cubicBezTo>
                <a:lnTo>
                  <a:pt x="188214" y="776573"/>
                </a:lnTo>
                <a:cubicBezTo>
                  <a:pt x="151733" y="764762"/>
                  <a:pt x="133160" y="724281"/>
                  <a:pt x="147828" y="688848"/>
                </a:cubicBezTo>
                <a:cubicBezTo>
                  <a:pt x="162497" y="653510"/>
                  <a:pt x="204121" y="638175"/>
                  <a:pt x="238220" y="655511"/>
                </a:cubicBezTo>
                <a:lnTo>
                  <a:pt x="427387" y="751904"/>
                </a:lnTo>
                <a:cubicBezTo>
                  <a:pt x="449961" y="763429"/>
                  <a:pt x="459867" y="790289"/>
                  <a:pt x="450151" y="813626"/>
                </a:cubicBezTo>
                <a:close/>
                <a:moveTo>
                  <a:pt x="498158" y="719709"/>
                </a:moveTo>
                <a:cubicBezTo>
                  <a:pt x="498158" y="719709"/>
                  <a:pt x="497872" y="720185"/>
                  <a:pt x="497681" y="720471"/>
                </a:cubicBezTo>
                <a:cubicBezTo>
                  <a:pt x="484442" y="741998"/>
                  <a:pt x="456914" y="749808"/>
                  <a:pt x="434340" y="738283"/>
                </a:cubicBezTo>
                <a:lnTo>
                  <a:pt x="245269" y="641985"/>
                </a:lnTo>
                <a:cubicBezTo>
                  <a:pt x="211074" y="624554"/>
                  <a:pt x="199073" y="581692"/>
                  <a:pt x="219075" y="549021"/>
                </a:cubicBezTo>
                <a:lnTo>
                  <a:pt x="219075" y="549021"/>
                </a:lnTo>
                <a:cubicBezTo>
                  <a:pt x="239078" y="516446"/>
                  <a:pt x="282607" y="507778"/>
                  <a:pt x="313563" y="530257"/>
                </a:cubicBezTo>
                <a:lnTo>
                  <a:pt x="485299" y="655034"/>
                </a:lnTo>
                <a:cubicBezTo>
                  <a:pt x="505778" y="669893"/>
                  <a:pt x="511302" y="698087"/>
                  <a:pt x="498062" y="719614"/>
                </a:cubicBezTo>
                <a:close/>
                <a:moveTo>
                  <a:pt x="560261" y="634365"/>
                </a:moveTo>
                <a:cubicBezTo>
                  <a:pt x="560261" y="634365"/>
                  <a:pt x="559880" y="634841"/>
                  <a:pt x="559689" y="635032"/>
                </a:cubicBezTo>
                <a:cubicBezTo>
                  <a:pt x="543211" y="654177"/>
                  <a:pt x="514826" y="657606"/>
                  <a:pt x="494443" y="642747"/>
                </a:cubicBezTo>
                <a:lnTo>
                  <a:pt x="322231" y="517684"/>
                </a:lnTo>
                <a:cubicBezTo>
                  <a:pt x="291560" y="495395"/>
                  <a:pt x="286417" y="451675"/>
                  <a:pt x="310991" y="422815"/>
                </a:cubicBezTo>
                <a:lnTo>
                  <a:pt x="311944" y="421767"/>
                </a:lnTo>
                <a:cubicBezTo>
                  <a:pt x="336614" y="393001"/>
                  <a:pt x="380524" y="391287"/>
                  <a:pt x="407289" y="418052"/>
                </a:cubicBezTo>
                <a:lnTo>
                  <a:pt x="557784" y="568547"/>
                </a:lnTo>
                <a:cubicBezTo>
                  <a:pt x="575691" y="586454"/>
                  <a:pt x="576739" y="615125"/>
                  <a:pt x="560261" y="634365"/>
                </a:cubicBezTo>
                <a:close/>
                <a:moveTo>
                  <a:pt x="635127" y="559594"/>
                </a:moveTo>
                <a:cubicBezTo>
                  <a:pt x="635127" y="559594"/>
                  <a:pt x="634651" y="559975"/>
                  <a:pt x="634460" y="560165"/>
                </a:cubicBezTo>
                <a:cubicBezTo>
                  <a:pt x="615220" y="576644"/>
                  <a:pt x="586550" y="575596"/>
                  <a:pt x="568643" y="557689"/>
                </a:cubicBezTo>
                <a:lnTo>
                  <a:pt x="418148" y="407194"/>
                </a:lnTo>
                <a:cubicBezTo>
                  <a:pt x="391382" y="380429"/>
                  <a:pt x="393097" y="336423"/>
                  <a:pt x="421862" y="311849"/>
                </a:cubicBezTo>
                <a:lnTo>
                  <a:pt x="422910" y="310896"/>
                </a:lnTo>
                <a:cubicBezTo>
                  <a:pt x="451771" y="286226"/>
                  <a:pt x="495491" y="291370"/>
                  <a:pt x="517779" y="322136"/>
                </a:cubicBezTo>
                <a:lnTo>
                  <a:pt x="642842" y="494348"/>
                </a:lnTo>
                <a:cubicBezTo>
                  <a:pt x="657701" y="514826"/>
                  <a:pt x="654368" y="543211"/>
                  <a:pt x="635127" y="559594"/>
                </a:cubicBezTo>
                <a:close/>
                <a:moveTo>
                  <a:pt x="720566" y="497681"/>
                </a:moveTo>
                <a:cubicBezTo>
                  <a:pt x="720566" y="497681"/>
                  <a:pt x="720090" y="497967"/>
                  <a:pt x="719804" y="498158"/>
                </a:cubicBezTo>
                <a:cubicBezTo>
                  <a:pt x="698183" y="511397"/>
                  <a:pt x="670084" y="505873"/>
                  <a:pt x="655225" y="485394"/>
                </a:cubicBezTo>
                <a:lnTo>
                  <a:pt x="530543" y="313754"/>
                </a:lnTo>
                <a:cubicBezTo>
                  <a:pt x="508064" y="282797"/>
                  <a:pt x="516636" y="239173"/>
                  <a:pt x="549307" y="219075"/>
                </a:cubicBezTo>
                <a:lnTo>
                  <a:pt x="549878" y="218694"/>
                </a:lnTo>
                <a:cubicBezTo>
                  <a:pt x="582168" y="198882"/>
                  <a:pt x="624554" y="210788"/>
                  <a:pt x="641795" y="244602"/>
                </a:cubicBezTo>
                <a:lnTo>
                  <a:pt x="738473" y="434340"/>
                </a:lnTo>
                <a:cubicBezTo>
                  <a:pt x="749999" y="456914"/>
                  <a:pt x="742188" y="484442"/>
                  <a:pt x="720662" y="497681"/>
                </a:cubicBezTo>
                <a:close/>
                <a:moveTo>
                  <a:pt x="814483" y="449771"/>
                </a:moveTo>
                <a:cubicBezTo>
                  <a:pt x="814483" y="449771"/>
                  <a:pt x="813911" y="449961"/>
                  <a:pt x="813626" y="450151"/>
                </a:cubicBezTo>
                <a:cubicBezTo>
                  <a:pt x="790289" y="459867"/>
                  <a:pt x="763334" y="449961"/>
                  <a:pt x="751904" y="427387"/>
                </a:cubicBezTo>
                <a:lnTo>
                  <a:pt x="655225" y="237554"/>
                </a:lnTo>
                <a:cubicBezTo>
                  <a:pt x="637985" y="203835"/>
                  <a:pt x="653225" y="162592"/>
                  <a:pt x="688181" y="148019"/>
                </a:cubicBezTo>
                <a:lnTo>
                  <a:pt x="689515" y="147447"/>
                </a:lnTo>
                <a:cubicBezTo>
                  <a:pt x="724567" y="132874"/>
                  <a:pt x="764572" y="151352"/>
                  <a:pt x="776288" y="187357"/>
                </a:cubicBezTo>
                <a:lnTo>
                  <a:pt x="842105" y="389954"/>
                </a:lnTo>
                <a:cubicBezTo>
                  <a:pt x="849916" y="414052"/>
                  <a:pt x="837914" y="440055"/>
                  <a:pt x="814483" y="449675"/>
                </a:cubicBezTo>
                <a:close/>
                <a:moveTo>
                  <a:pt x="914781" y="417195"/>
                </a:moveTo>
                <a:cubicBezTo>
                  <a:pt x="914781" y="417195"/>
                  <a:pt x="914210" y="417386"/>
                  <a:pt x="913829" y="417386"/>
                </a:cubicBezTo>
                <a:cubicBezTo>
                  <a:pt x="889254" y="423196"/>
                  <a:pt x="864394" y="409289"/>
                  <a:pt x="856583" y="385191"/>
                </a:cubicBezTo>
                <a:lnTo>
                  <a:pt x="790765" y="182690"/>
                </a:lnTo>
                <a:cubicBezTo>
                  <a:pt x="779050" y="146590"/>
                  <a:pt x="800576" y="108204"/>
                  <a:pt x="837438" y="99441"/>
                </a:cubicBezTo>
                <a:lnTo>
                  <a:pt x="838867" y="99060"/>
                </a:lnTo>
                <a:cubicBezTo>
                  <a:pt x="875729" y="90297"/>
                  <a:pt x="912305" y="114681"/>
                  <a:pt x="918210" y="152114"/>
                </a:cubicBezTo>
                <a:lnTo>
                  <a:pt x="951548" y="362331"/>
                </a:lnTo>
                <a:cubicBezTo>
                  <a:pt x="955548" y="387382"/>
                  <a:pt x="939451" y="411290"/>
                  <a:pt x="914781" y="417100"/>
                </a:cubicBezTo>
                <a:close/>
                <a:moveTo>
                  <a:pt x="1063943" y="352520"/>
                </a:moveTo>
                <a:cubicBezTo>
                  <a:pt x="1063943" y="377857"/>
                  <a:pt x="1044416" y="398907"/>
                  <a:pt x="1019175" y="400812"/>
                </a:cubicBezTo>
                <a:cubicBezTo>
                  <a:pt x="1018889" y="400812"/>
                  <a:pt x="1018604" y="400812"/>
                  <a:pt x="1018223" y="400812"/>
                </a:cubicBezTo>
                <a:cubicBezTo>
                  <a:pt x="992981" y="402812"/>
                  <a:pt x="970502" y="385096"/>
                  <a:pt x="966597" y="360140"/>
                </a:cubicBezTo>
                <a:lnTo>
                  <a:pt x="933260" y="149828"/>
                </a:lnTo>
                <a:cubicBezTo>
                  <a:pt x="927354" y="112395"/>
                  <a:pt x="954596" y="77819"/>
                  <a:pt x="992410" y="74867"/>
                </a:cubicBezTo>
                <a:lnTo>
                  <a:pt x="993077" y="74867"/>
                </a:lnTo>
                <a:cubicBezTo>
                  <a:pt x="1031272" y="71819"/>
                  <a:pt x="1063847" y="102013"/>
                  <a:pt x="1063847" y="140303"/>
                </a:cubicBezTo>
                <a:lnTo>
                  <a:pt x="1063847" y="352425"/>
                </a:lnTo>
                <a:close/>
                <a:moveTo>
                  <a:pt x="1124903" y="400907"/>
                </a:moveTo>
                <a:cubicBezTo>
                  <a:pt x="1124903" y="400907"/>
                  <a:pt x="1124331" y="400907"/>
                  <a:pt x="1123950" y="400907"/>
                </a:cubicBezTo>
                <a:cubicBezTo>
                  <a:pt x="1098709" y="399002"/>
                  <a:pt x="1079183" y="377952"/>
                  <a:pt x="1079183" y="352616"/>
                </a:cubicBezTo>
                <a:lnTo>
                  <a:pt x="1079183" y="139732"/>
                </a:lnTo>
                <a:cubicBezTo>
                  <a:pt x="1079183" y="101822"/>
                  <a:pt x="1111472" y="72009"/>
                  <a:pt x="1149191" y="74867"/>
                </a:cubicBezTo>
                <a:lnTo>
                  <a:pt x="1150620" y="74867"/>
                </a:lnTo>
                <a:cubicBezTo>
                  <a:pt x="1188434" y="77915"/>
                  <a:pt x="1215676" y="112490"/>
                  <a:pt x="1209770" y="149924"/>
                </a:cubicBezTo>
                <a:lnTo>
                  <a:pt x="1176433" y="360236"/>
                </a:lnTo>
                <a:cubicBezTo>
                  <a:pt x="1172432" y="385191"/>
                  <a:pt x="1150049" y="402908"/>
                  <a:pt x="1124807" y="400907"/>
                </a:cubicBezTo>
                <a:close/>
                <a:moveTo>
                  <a:pt x="1229297" y="417386"/>
                </a:moveTo>
                <a:cubicBezTo>
                  <a:pt x="1229297" y="417386"/>
                  <a:pt x="1228725" y="417195"/>
                  <a:pt x="1228344" y="417195"/>
                </a:cubicBezTo>
                <a:cubicBezTo>
                  <a:pt x="1203674" y="411385"/>
                  <a:pt x="1187577" y="387477"/>
                  <a:pt x="1191578" y="362426"/>
                </a:cubicBezTo>
                <a:lnTo>
                  <a:pt x="1224915" y="152210"/>
                </a:lnTo>
                <a:cubicBezTo>
                  <a:pt x="1230821" y="114776"/>
                  <a:pt x="1267397" y="90297"/>
                  <a:pt x="1304258" y="99155"/>
                </a:cubicBezTo>
                <a:lnTo>
                  <a:pt x="1305687" y="99536"/>
                </a:lnTo>
                <a:cubicBezTo>
                  <a:pt x="1342549" y="108299"/>
                  <a:pt x="1364075" y="146780"/>
                  <a:pt x="1352360" y="182785"/>
                </a:cubicBezTo>
                <a:lnTo>
                  <a:pt x="1286542" y="385286"/>
                </a:lnTo>
                <a:cubicBezTo>
                  <a:pt x="1278731" y="409289"/>
                  <a:pt x="1253871" y="423291"/>
                  <a:pt x="1229297" y="417481"/>
                </a:cubicBezTo>
                <a:close/>
                <a:moveTo>
                  <a:pt x="1329500" y="450151"/>
                </a:moveTo>
                <a:cubicBezTo>
                  <a:pt x="1329500" y="450151"/>
                  <a:pt x="1328928" y="449961"/>
                  <a:pt x="1328642" y="449771"/>
                </a:cubicBezTo>
                <a:cubicBezTo>
                  <a:pt x="1305211" y="440150"/>
                  <a:pt x="1293209" y="414052"/>
                  <a:pt x="1301020" y="390049"/>
                </a:cubicBezTo>
                <a:lnTo>
                  <a:pt x="1366838" y="187452"/>
                </a:lnTo>
                <a:cubicBezTo>
                  <a:pt x="1378553" y="151352"/>
                  <a:pt x="1418558" y="132969"/>
                  <a:pt x="1453610" y="147542"/>
                </a:cubicBezTo>
                <a:lnTo>
                  <a:pt x="1454944" y="148114"/>
                </a:lnTo>
                <a:cubicBezTo>
                  <a:pt x="1489901" y="162592"/>
                  <a:pt x="1505141" y="203930"/>
                  <a:pt x="1487900" y="237649"/>
                </a:cubicBezTo>
                <a:lnTo>
                  <a:pt x="1391222" y="427482"/>
                </a:lnTo>
                <a:cubicBezTo>
                  <a:pt x="1379696" y="450056"/>
                  <a:pt x="1352836" y="459962"/>
                  <a:pt x="1329500" y="450247"/>
                </a:cubicBezTo>
                <a:close/>
                <a:moveTo>
                  <a:pt x="1423416" y="498158"/>
                </a:moveTo>
                <a:cubicBezTo>
                  <a:pt x="1423416" y="498158"/>
                  <a:pt x="1422940" y="497872"/>
                  <a:pt x="1422654" y="497681"/>
                </a:cubicBezTo>
                <a:cubicBezTo>
                  <a:pt x="1401128" y="484442"/>
                  <a:pt x="1393317" y="456914"/>
                  <a:pt x="1404842" y="434340"/>
                </a:cubicBezTo>
                <a:lnTo>
                  <a:pt x="1501521" y="244602"/>
                </a:lnTo>
                <a:cubicBezTo>
                  <a:pt x="1518761" y="210788"/>
                  <a:pt x="1561148" y="198882"/>
                  <a:pt x="1593437" y="218694"/>
                </a:cubicBezTo>
                <a:lnTo>
                  <a:pt x="1594676" y="219456"/>
                </a:lnTo>
                <a:cubicBezTo>
                  <a:pt x="1626965" y="239268"/>
                  <a:pt x="1635538" y="282416"/>
                  <a:pt x="1613249" y="313087"/>
                </a:cubicBezTo>
                <a:lnTo>
                  <a:pt x="1488091" y="485394"/>
                </a:lnTo>
                <a:cubicBezTo>
                  <a:pt x="1473232" y="505873"/>
                  <a:pt x="1445038" y="511397"/>
                  <a:pt x="1423511" y="498158"/>
                </a:cubicBezTo>
                <a:close/>
                <a:moveTo>
                  <a:pt x="1508760" y="560165"/>
                </a:moveTo>
                <a:cubicBezTo>
                  <a:pt x="1508760" y="560165"/>
                  <a:pt x="1508284" y="559784"/>
                  <a:pt x="1508093" y="559594"/>
                </a:cubicBezTo>
                <a:cubicBezTo>
                  <a:pt x="1488948" y="543116"/>
                  <a:pt x="1485519" y="514731"/>
                  <a:pt x="1500378" y="494348"/>
                </a:cubicBezTo>
                <a:lnTo>
                  <a:pt x="1625441" y="322136"/>
                </a:lnTo>
                <a:cubicBezTo>
                  <a:pt x="1647730" y="291465"/>
                  <a:pt x="1691450" y="286322"/>
                  <a:pt x="1720310" y="310896"/>
                </a:cubicBezTo>
                <a:lnTo>
                  <a:pt x="1720787" y="311277"/>
                </a:lnTo>
                <a:cubicBezTo>
                  <a:pt x="1749933" y="336137"/>
                  <a:pt x="1751648" y="380619"/>
                  <a:pt x="1724501" y="407670"/>
                </a:cubicBezTo>
                <a:lnTo>
                  <a:pt x="1574578" y="557594"/>
                </a:lnTo>
                <a:cubicBezTo>
                  <a:pt x="1556671" y="575501"/>
                  <a:pt x="1528001" y="576548"/>
                  <a:pt x="1508760" y="560070"/>
                </a:cubicBezTo>
                <a:close/>
                <a:moveTo>
                  <a:pt x="1583531" y="635032"/>
                </a:moveTo>
                <a:cubicBezTo>
                  <a:pt x="1583531" y="635032"/>
                  <a:pt x="1583150" y="634556"/>
                  <a:pt x="1582960" y="634365"/>
                </a:cubicBezTo>
                <a:cubicBezTo>
                  <a:pt x="1566482" y="615125"/>
                  <a:pt x="1567529" y="586454"/>
                  <a:pt x="1585436" y="568547"/>
                </a:cubicBezTo>
                <a:lnTo>
                  <a:pt x="1735931" y="418052"/>
                </a:lnTo>
                <a:cubicBezTo>
                  <a:pt x="1762697" y="391287"/>
                  <a:pt x="1806702" y="393001"/>
                  <a:pt x="1831277" y="421767"/>
                </a:cubicBezTo>
                <a:lnTo>
                  <a:pt x="1832229" y="422815"/>
                </a:lnTo>
                <a:cubicBezTo>
                  <a:pt x="1856899" y="451675"/>
                  <a:pt x="1851755" y="495395"/>
                  <a:pt x="1820989" y="517684"/>
                </a:cubicBezTo>
                <a:lnTo>
                  <a:pt x="1648778" y="642747"/>
                </a:lnTo>
                <a:cubicBezTo>
                  <a:pt x="1628299" y="657606"/>
                  <a:pt x="1599914" y="654272"/>
                  <a:pt x="1583531" y="635032"/>
                </a:cubicBezTo>
                <a:close/>
                <a:moveTo>
                  <a:pt x="1645444" y="720471"/>
                </a:moveTo>
                <a:cubicBezTo>
                  <a:pt x="1645444" y="720471"/>
                  <a:pt x="1645158" y="719995"/>
                  <a:pt x="1644968" y="719709"/>
                </a:cubicBezTo>
                <a:cubicBezTo>
                  <a:pt x="1631728" y="698087"/>
                  <a:pt x="1637252" y="669988"/>
                  <a:pt x="1657731" y="655130"/>
                </a:cubicBezTo>
                <a:lnTo>
                  <a:pt x="1829372" y="530447"/>
                </a:lnTo>
                <a:cubicBezTo>
                  <a:pt x="1860328" y="507968"/>
                  <a:pt x="1903952" y="516541"/>
                  <a:pt x="1924050" y="549212"/>
                </a:cubicBezTo>
                <a:lnTo>
                  <a:pt x="1924431" y="549783"/>
                </a:lnTo>
                <a:cubicBezTo>
                  <a:pt x="1944243" y="582073"/>
                  <a:pt x="1932337" y="624459"/>
                  <a:pt x="1898523" y="641699"/>
                </a:cubicBezTo>
                <a:lnTo>
                  <a:pt x="1708785" y="738378"/>
                </a:lnTo>
                <a:cubicBezTo>
                  <a:pt x="1686211" y="749903"/>
                  <a:pt x="1658684" y="742093"/>
                  <a:pt x="1645444" y="720566"/>
                </a:cubicBezTo>
                <a:close/>
                <a:moveTo>
                  <a:pt x="1693355" y="814483"/>
                </a:moveTo>
                <a:cubicBezTo>
                  <a:pt x="1693355" y="814483"/>
                  <a:pt x="1693164" y="813911"/>
                  <a:pt x="1692974" y="813626"/>
                </a:cubicBezTo>
                <a:cubicBezTo>
                  <a:pt x="1683258" y="790289"/>
                  <a:pt x="1693164" y="763334"/>
                  <a:pt x="1715738" y="751904"/>
                </a:cubicBezTo>
                <a:lnTo>
                  <a:pt x="1904810" y="655606"/>
                </a:lnTo>
                <a:cubicBezTo>
                  <a:pt x="1938909" y="638175"/>
                  <a:pt x="1980629" y="653606"/>
                  <a:pt x="1995297" y="688943"/>
                </a:cubicBezTo>
                <a:cubicBezTo>
                  <a:pt x="2009966" y="724281"/>
                  <a:pt x="1991392" y="764667"/>
                  <a:pt x="1954911" y="776573"/>
                </a:cubicBezTo>
                <a:lnTo>
                  <a:pt x="1752981" y="842201"/>
                </a:lnTo>
                <a:cubicBezTo>
                  <a:pt x="1728883" y="850011"/>
                  <a:pt x="1702880" y="838010"/>
                  <a:pt x="1693259" y="814578"/>
                </a:cubicBezTo>
                <a:close/>
                <a:moveTo>
                  <a:pt x="1725930" y="914781"/>
                </a:moveTo>
                <a:cubicBezTo>
                  <a:pt x="1725930" y="914781"/>
                  <a:pt x="1725739" y="914210"/>
                  <a:pt x="1725739" y="913829"/>
                </a:cubicBezTo>
                <a:cubicBezTo>
                  <a:pt x="1719929" y="889254"/>
                  <a:pt x="1733836" y="864394"/>
                  <a:pt x="1757934" y="856583"/>
                </a:cubicBezTo>
                <a:lnTo>
                  <a:pt x="1959674" y="791051"/>
                </a:lnTo>
                <a:cubicBezTo>
                  <a:pt x="1996154" y="779240"/>
                  <a:pt x="2035016" y="800957"/>
                  <a:pt x="2043875" y="838295"/>
                </a:cubicBezTo>
                <a:lnTo>
                  <a:pt x="2043875" y="838295"/>
                </a:lnTo>
                <a:cubicBezTo>
                  <a:pt x="2052733" y="875538"/>
                  <a:pt x="2028063" y="912400"/>
                  <a:pt x="1990344" y="918401"/>
                </a:cubicBezTo>
                <a:lnTo>
                  <a:pt x="1780794" y="951643"/>
                </a:lnTo>
                <a:cubicBezTo>
                  <a:pt x="1755743" y="955643"/>
                  <a:pt x="1731836" y="939546"/>
                  <a:pt x="1726025" y="914876"/>
                </a:cubicBezTo>
                <a:close/>
                <a:moveTo>
                  <a:pt x="2002822" y="1063943"/>
                </a:moveTo>
                <a:lnTo>
                  <a:pt x="1790605" y="1063943"/>
                </a:lnTo>
                <a:cubicBezTo>
                  <a:pt x="1765268" y="1063943"/>
                  <a:pt x="1744218" y="1044416"/>
                  <a:pt x="1742313" y="1019175"/>
                </a:cubicBezTo>
                <a:lnTo>
                  <a:pt x="1742313" y="1018223"/>
                </a:lnTo>
                <a:cubicBezTo>
                  <a:pt x="1740313" y="992981"/>
                  <a:pt x="1758029" y="970502"/>
                  <a:pt x="1782985" y="966597"/>
                </a:cubicBezTo>
                <a:lnTo>
                  <a:pt x="1992439" y="933450"/>
                </a:lnTo>
                <a:cubicBezTo>
                  <a:pt x="2030349" y="927449"/>
                  <a:pt x="2065306" y="955072"/>
                  <a:pt x="2068259" y="993267"/>
                </a:cubicBezTo>
                <a:cubicBezTo>
                  <a:pt x="2071211" y="1031367"/>
                  <a:pt x="2041112" y="1063943"/>
                  <a:pt x="2002822" y="1063943"/>
                </a:cubicBezTo>
                <a:close/>
              </a:path>
            </a:pathLst>
          </a:custGeom>
          <a:solidFill>
            <a:srgbClr val="E9EEF4"/>
          </a:solidFill>
          <a:ln w="9525" cap="flat">
            <a:noFill/>
            <a:prstDash val="solid"/>
            <a:miter/>
          </a:ln>
          <a:effectLst>
            <a:outerShdw blurRad="63500" sx="102000" sy="102000" algn="ctr" rotWithShape="0">
              <a:prstClr val="black">
                <a:alpha val="40000"/>
              </a:prst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6" name="TextBox 15">
            <a:extLst>
              <a:ext uri="{FF2B5EF4-FFF2-40B4-BE49-F238E27FC236}">
                <a16:creationId xmlns:a16="http://schemas.microsoft.com/office/drawing/2014/main" id="{6AEC5CA0-A831-6C55-84FB-3F214BC56036}"/>
              </a:ext>
            </a:extLst>
          </p:cNvPr>
          <p:cNvSpPr txBox="1"/>
          <p:nvPr/>
        </p:nvSpPr>
        <p:spPr>
          <a:xfrm>
            <a:off x="2388482" y="2886986"/>
            <a:ext cx="1309974" cy="769441"/>
          </a:xfrm>
          <a:prstGeom prst="rect">
            <a:avLst/>
          </a:prstGeom>
          <a:noFill/>
          <a:effectLst>
            <a:outerShdw blurRad="50800" dist="38100" dir="5400000" algn="t" rotWithShape="0">
              <a:prstClr val="black">
                <a:alpha val="40000"/>
              </a:prstClr>
            </a:outerShdw>
          </a:effectLst>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4400" b="1" dirty="0">
                <a:gradFill>
                  <a:gsLst>
                    <a:gs pos="0">
                      <a:srgbClr val="3AAAFF"/>
                    </a:gs>
                    <a:gs pos="100000">
                      <a:srgbClr val="044FA3"/>
                    </a:gs>
                  </a:gsLst>
                  <a:lin ang="5400000" scaled="1"/>
                </a:gradFill>
                <a:latin typeface="+mj-lt"/>
              </a:rPr>
              <a:t>47</a:t>
            </a:r>
            <a:r>
              <a:rPr kumimoji="0" lang="en-US" sz="4400" b="1" i="0" u="none" strike="noStrike" kern="1200" cap="none" spc="0" normalizeH="0" baseline="0" noProof="0" dirty="0">
                <a:ln>
                  <a:noFill/>
                </a:ln>
                <a:gradFill>
                  <a:gsLst>
                    <a:gs pos="0">
                      <a:srgbClr val="3AAAFF"/>
                    </a:gs>
                    <a:gs pos="100000">
                      <a:srgbClr val="044FA3"/>
                    </a:gs>
                  </a:gsLst>
                  <a:lin ang="5400000" scaled="1"/>
                </a:gradFill>
                <a:effectLst/>
                <a:uLnTx/>
                <a:uFillTx/>
                <a:latin typeface="+mj-lt"/>
                <a:ea typeface="+mn-ea"/>
                <a:cs typeface="+mn-cs"/>
              </a:rPr>
              <a:t>%</a:t>
            </a:r>
          </a:p>
        </p:txBody>
      </p:sp>
      <p:sp>
        <p:nvSpPr>
          <p:cNvPr id="20" name="TextBox 19">
            <a:extLst>
              <a:ext uri="{FF2B5EF4-FFF2-40B4-BE49-F238E27FC236}">
                <a16:creationId xmlns:a16="http://schemas.microsoft.com/office/drawing/2014/main" id="{2F6F2AA2-B2BB-60E3-A091-33FC36A70325}"/>
              </a:ext>
            </a:extLst>
          </p:cNvPr>
          <p:cNvSpPr txBox="1"/>
          <p:nvPr/>
        </p:nvSpPr>
        <p:spPr>
          <a:xfrm>
            <a:off x="2047046" y="3541808"/>
            <a:ext cx="1992854" cy="3693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noProof="0" dirty="0">
                <a:solidFill>
                  <a:schemeClr val="accent1"/>
                </a:solidFill>
                <a:latin typeface="+mj-lt"/>
              </a:rPr>
              <a:t>3880</a:t>
            </a:r>
            <a:r>
              <a:rPr kumimoji="0" lang="en-US" i="0" u="none" strike="noStrike" kern="1200" cap="none" spc="0" normalizeH="0" baseline="0" noProof="0" dirty="0">
                <a:ln>
                  <a:noFill/>
                </a:ln>
                <a:solidFill>
                  <a:schemeClr val="accent1"/>
                </a:solidFill>
                <a:effectLst/>
                <a:uLnTx/>
                <a:uFillTx/>
                <a:latin typeface="+mj-lt"/>
                <a:ea typeface="+mn-ea"/>
                <a:cs typeface="+mn-cs"/>
              </a:rPr>
              <a:t> KE Booking</a:t>
            </a:r>
          </a:p>
        </p:txBody>
      </p:sp>
      <p:grpSp>
        <p:nvGrpSpPr>
          <p:cNvPr id="30" name="Group 29">
            <a:extLst>
              <a:ext uri="{FF2B5EF4-FFF2-40B4-BE49-F238E27FC236}">
                <a16:creationId xmlns:a16="http://schemas.microsoft.com/office/drawing/2014/main" id="{B1D0E880-30E6-484A-25E9-A6E77D6C9447}"/>
              </a:ext>
            </a:extLst>
          </p:cNvPr>
          <p:cNvGrpSpPr/>
          <p:nvPr/>
        </p:nvGrpSpPr>
        <p:grpSpPr>
          <a:xfrm>
            <a:off x="856915" y="4317562"/>
            <a:ext cx="4375968" cy="1811445"/>
            <a:chOff x="866762" y="4527840"/>
            <a:chExt cx="3857523" cy="1692966"/>
          </a:xfrm>
        </p:grpSpPr>
        <p:graphicFrame>
          <p:nvGraphicFramePr>
            <p:cNvPr id="27" name="Chart 26">
              <a:extLst>
                <a:ext uri="{FF2B5EF4-FFF2-40B4-BE49-F238E27FC236}">
                  <a16:creationId xmlns:a16="http://schemas.microsoft.com/office/drawing/2014/main" id="{7E77704A-86D0-263C-A28B-AABAF1E64DE1}"/>
                </a:ext>
              </a:extLst>
            </p:cNvPr>
            <p:cNvGraphicFramePr/>
            <p:nvPr>
              <p:extLst>
                <p:ext uri="{D42A27DB-BD31-4B8C-83A1-F6EECF244321}">
                  <p14:modId xmlns:p14="http://schemas.microsoft.com/office/powerpoint/2010/main" val="581509030"/>
                </p:ext>
              </p:extLst>
            </p:nvPr>
          </p:nvGraphicFramePr>
          <p:xfrm>
            <a:off x="866762" y="4527840"/>
            <a:ext cx="3857523" cy="1692966"/>
          </p:xfrm>
          <a:graphic>
            <a:graphicData uri="http://schemas.openxmlformats.org/drawingml/2006/chart">
              <c:chart xmlns:c="http://schemas.openxmlformats.org/drawingml/2006/chart" xmlns:r="http://schemas.openxmlformats.org/officeDocument/2006/relationships" r:id="rId3"/>
            </a:graphicData>
          </a:graphic>
        </p:graphicFrame>
        <p:sp>
          <p:nvSpPr>
            <p:cNvPr id="28" name="TextBox 27">
              <a:extLst>
                <a:ext uri="{FF2B5EF4-FFF2-40B4-BE49-F238E27FC236}">
                  <a16:creationId xmlns:a16="http://schemas.microsoft.com/office/drawing/2014/main" id="{08E67759-976C-E28F-CE2E-55D85523C939}"/>
                </a:ext>
              </a:extLst>
            </p:cNvPr>
            <p:cNvSpPr txBox="1"/>
            <p:nvPr/>
          </p:nvSpPr>
          <p:spPr>
            <a:xfrm>
              <a:off x="939439" y="5412124"/>
              <a:ext cx="765025" cy="256382"/>
            </a:xfrm>
            <a:prstGeom prst="rect">
              <a:avLst/>
            </a:prstGeom>
            <a:noFill/>
          </p:spPr>
          <p:txBody>
            <a:bodyPr vert="horz" wrap="none" lIns="90000" tIns="46800" rIns="90000" bIns="46800" rtlCol="0" anchor="ctr">
              <a:spAutoFit/>
            </a:bodyPr>
            <a:lstStyle/>
            <a:p>
              <a:pPr algn="l">
                <a:spcBef>
                  <a:spcPct val="0"/>
                </a:spcBef>
              </a:pPr>
              <a:r>
                <a:rPr lang="en-IN" sz="1400" b="1">
                  <a:solidFill>
                    <a:schemeClr val="accent2"/>
                  </a:solidFill>
                </a:rPr>
                <a:t>1877 KE</a:t>
              </a:r>
            </a:p>
          </p:txBody>
        </p:sp>
        <p:sp>
          <p:nvSpPr>
            <p:cNvPr id="29" name="TextBox 28">
              <a:extLst>
                <a:ext uri="{FF2B5EF4-FFF2-40B4-BE49-F238E27FC236}">
                  <a16:creationId xmlns:a16="http://schemas.microsoft.com/office/drawing/2014/main" id="{5087A11D-266E-A7CE-B3A2-38830497E361}"/>
                </a:ext>
              </a:extLst>
            </p:cNvPr>
            <p:cNvSpPr txBox="1"/>
            <p:nvPr/>
          </p:nvSpPr>
          <p:spPr>
            <a:xfrm>
              <a:off x="3811133" y="5702459"/>
              <a:ext cx="765025" cy="256382"/>
            </a:xfrm>
            <a:prstGeom prst="rect">
              <a:avLst/>
            </a:prstGeom>
            <a:noFill/>
          </p:spPr>
          <p:txBody>
            <a:bodyPr vert="horz" wrap="none" lIns="90000" tIns="46800" rIns="90000" bIns="46800" rtlCol="0" anchor="ctr">
              <a:spAutoFit/>
            </a:bodyPr>
            <a:lstStyle/>
            <a:p>
              <a:pPr algn="l">
                <a:spcBef>
                  <a:spcPct val="0"/>
                </a:spcBef>
              </a:pPr>
              <a:r>
                <a:rPr lang="en-IN" sz="1400" b="1" dirty="0">
                  <a:solidFill>
                    <a:schemeClr val="accent1"/>
                  </a:solidFill>
                </a:rPr>
                <a:t>2003 KE</a:t>
              </a:r>
            </a:p>
          </p:txBody>
        </p:sp>
      </p:grpSp>
      <p:cxnSp>
        <p:nvCxnSpPr>
          <p:cNvPr id="31" name="Straight Connector 30">
            <a:extLst>
              <a:ext uri="{FF2B5EF4-FFF2-40B4-BE49-F238E27FC236}">
                <a16:creationId xmlns:a16="http://schemas.microsoft.com/office/drawing/2014/main" id="{B16EBE55-79E7-29A1-463F-E80893821C93}"/>
              </a:ext>
            </a:extLst>
          </p:cNvPr>
          <p:cNvCxnSpPr>
            <a:cxnSpLocks/>
          </p:cNvCxnSpPr>
          <p:nvPr/>
        </p:nvCxnSpPr>
        <p:spPr>
          <a:xfrm>
            <a:off x="6135329" y="1435012"/>
            <a:ext cx="0" cy="5081317"/>
          </a:xfrm>
          <a:prstGeom prst="line">
            <a:avLst/>
          </a:prstGeom>
          <a:ln w="38100">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sp>
        <p:nvSpPr>
          <p:cNvPr id="96" name="Down Arrow 211">
            <a:extLst>
              <a:ext uri="{FF2B5EF4-FFF2-40B4-BE49-F238E27FC236}">
                <a16:creationId xmlns:a16="http://schemas.microsoft.com/office/drawing/2014/main" id="{E9C8089F-66A9-D17E-93AD-B114DC864154}"/>
              </a:ext>
            </a:extLst>
          </p:cNvPr>
          <p:cNvSpPr>
            <a:spLocks/>
          </p:cNvSpPr>
          <p:nvPr/>
        </p:nvSpPr>
        <p:spPr>
          <a:xfrm>
            <a:off x="9064387" y="5072353"/>
            <a:ext cx="610616" cy="532575"/>
          </a:xfrm>
          <a:prstGeom prst="downArrow">
            <a:avLst/>
          </a:prstGeom>
          <a:gradFill flip="none" rotWithShape="1">
            <a:gsLst>
              <a:gs pos="0">
                <a:schemeClr val="accent4">
                  <a:lumMod val="50000"/>
                </a:schemeClr>
              </a:gs>
              <a:gs pos="71000">
                <a:schemeClr val="accent4">
                  <a:lumMod val="75000"/>
                </a:schemeClr>
              </a:gs>
            </a:gsLst>
            <a:lin ang="16200000" scaled="1"/>
            <a:tileRect/>
          </a:gradFill>
          <a:ln>
            <a:noFill/>
          </a:ln>
        </p:spPr>
        <p:style>
          <a:lnRef idx="2">
            <a:scrgbClr r="0" g="0" b="0"/>
          </a:lnRef>
          <a:fillRef idx="1">
            <a:scrgbClr r="0" g="0" b="0"/>
          </a:fillRef>
          <a:effectRef idx="0">
            <a:schemeClr val="accent1">
              <a:tint val="60000"/>
              <a:hueOff val="0"/>
              <a:satOff val="0"/>
              <a:lumOff val="0"/>
              <a:alphaOff val="0"/>
            </a:schemeClr>
          </a:effectRef>
          <a:fontRef idx="minor">
            <a:schemeClr val="dk1">
              <a:hueOff val="0"/>
              <a:satOff val="0"/>
              <a:lumOff val="0"/>
              <a:alphaOff val="0"/>
            </a:schemeClr>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hueOff val="0"/>
                  <a:satOff val="0"/>
                  <a:lumOff val="0"/>
                  <a:alphaOff val="0"/>
                </a:prstClr>
              </a:solidFill>
              <a:effectLst/>
              <a:uLnTx/>
              <a:uFillTx/>
              <a:ea typeface="+mn-ea"/>
              <a:cs typeface="+mn-cs"/>
            </a:endParaRPr>
          </a:p>
        </p:txBody>
      </p:sp>
      <p:sp>
        <p:nvSpPr>
          <p:cNvPr id="97" name="Oval 96">
            <a:extLst>
              <a:ext uri="{FF2B5EF4-FFF2-40B4-BE49-F238E27FC236}">
                <a16:creationId xmlns:a16="http://schemas.microsoft.com/office/drawing/2014/main" id="{5322D864-25C3-B92A-EBD9-28B9A50BB52D}"/>
              </a:ext>
            </a:extLst>
          </p:cNvPr>
          <p:cNvSpPr>
            <a:spLocks/>
          </p:cNvSpPr>
          <p:nvPr/>
        </p:nvSpPr>
        <p:spPr>
          <a:xfrm>
            <a:off x="7789420" y="2915333"/>
            <a:ext cx="3150786" cy="947991"/>
          </a:xfrm>
          <a:prstGeom prst="ellipse">
            <a:avLst/>
          </a:prstGeom>
          <a:solidFill>
            <a:srgbClr val="CFDBE9"/>
          </a:solidFill>
          <a:effectLst>
            <a:glow rad="63500">
              <a:schemeClr val="accent1">
                <a:satMod val="175000"/>
                <a:alpha val="40000"/>
              </a:schemeClr>
            </a:glow>
            <a:outerShdw blurRad="63500" sx="102000" sy="102000" algn="ctr" rotWithShape="0">
              <a:prstClr val="black">
                <a:alpha val="40000"/>
              </a:prstClr>
            </a:outerShdw>
          </a:effectLst>
        </p:spPr>
        <p:style>
          <a:lnRef idx="0">
            <a:schemeClr val="accent1">
              <a:hueOff val="0"/>
              <a:satOff val="0"/>
              <a:lumOff val="0"/>
              <a:alphaOff val="0"/>
            </a:schemeClr>
          </a:lnRef>
          <a:fillRef idx="1">
            <a:scrgbClr r="0" g="0" b="0"/>
          </a:fillRef>
          <a:effectRef idx="0">
            <a:schemeClr val="accent1">
              <a:tint val="50000"/>
              <a:alpha val="40000"/>
              <a:hueOff val="0"/>
              <a:satOff val="0"/>
              <a:lumOff val="0"/>
              <a:alphaOff val="0"/>
            </a:schemeClr>
          </a:effectRef>
          <a:fontRef idx="minor">
            <a:schemeClr val="lt1">
              <a:hueOff val="0"/>
              <a:satOff val="0"/>
              <a:lumOff val="0"/>
              <a:alphaOff val="0"/>
            </a:schemeClr>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hueOff val="0"/>
                  <a:satOff val="0"/>
                  <a:lumOff val="0"/>
                  <a:alphaOff val="0"/>
                </a:prstClr>
              </a:solidFill>
              <a:effectLst/>
              <a:uLnTx/>
              <a:uFillTx/>
              <a:ea typeface="+mn-ea"/>
              <a:cs typeface="+mn-cs"/>
            </a:endParaRPr>
          </a:p>
        </p:txBody>
      </p:sp>
      <p:sp>
        <p:nvSpPr>
          <p:cNvPr id="101" name="Freeform 213">
            <a:extLst>
              <a:ext uri="{FF2B5EF4-FFF2-40B4-BE49-F238E27FC236}">
                <a16:creationId xmlns:a16="http://schemas.microsoft.com/office/drawing/2014/main" id="{BA9EC547-C665-1A0D-CD42-71E260465CC7}"/>
              </a:ext>
            </a:extLst>
          </p:cNvPr>
          <p:cNvSpPr>
            <a:spLocks noChangeAspect="1"/>
          </p:cNvSpPr>
          <p:nvPr/>
        </p:nvSpPr>
        <p:spPr>
          <a:xfrm>
            <a:off x="8850992" y="3291015"/>
            <a:ext cx="605568" cy="572309"/>
          </a:xfrm>
          <a:custGeom>
            <a:avLst/>
            <a:gdLst>
              <a:gd name="connsiteX0" fmla="*/ 0 w 1367306"/>
              <a:gd name="connsiteY0" fmla="*/ 683653 h 1367306"/>
              <a:gd name="connsiteX1" fmla="*/ 683653 w 1367306"/>
              <a:gd name="connsiteY1" fmla="*/ 0 h 1367306"/>
              <a:gd name="connsiteX2" fmla="*/ 1367306 w 1367306"/>
              <a:gd name="connsiteY2" fmla="*/ 683653 h 1367306"/>
              <a:gd name="connsiteX3" fmla="*/ 683653 w 1367306"/>
              <a:gd name="connsiteY3" fmla="*/ 1367306 h 1367306"/>
              <a:gd name="connsiteX4" fmla="*/ 0 w 1367306"/>
              <a:gd name="connsiteY4" fmla="*/ 683653 h 13673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7306" h="1367306">
                <a:moveTo>
                  <a:pt x="0" y="683653"/>
                </a:moveTo>
                <a:cubicBezTo>
                  <a:pt x="0" y="306082"/>
                  <a:pt x="306082" y="0"/>
                  <a:pt x="683653" y="0"/>
                </a:cubicBezTo>
                <a:cubicBezTo>
                  <a:pt x="1061224" y="0"/>
                  <a:pt x="1367306" y="306082"/>
                  <a:pt x="1367306" y="683653"/>
                </a:cubicBezTo>
                <a:cubicBezTo>
                  <a:pt x="1367306" y="1061224"/>
                  <a:pt x="1061224" y="1367306"/>
                  <a:pt x="683653" y="1367306"/>
                </a:cubicBezTo>
                <a:cubicBezTo>
                  <a:pt x="306082" y="1367306"/>
                  <a:pt x="0" y="1061224"/>
                  <a:pt x="0" y="683653"/>
                </a:cubicBezTo>
                <a:close/>
              </a:path>
            </a:pathLst>
          </a:custGeom>
          <a:gradFill rotWithShape="0">
            <a:gsLst>
              <a:gs pos="27000">
                <a:schemeClr val="tx2">
                  <a:lumMod val="50000"/>
                  <a:lumOff val="50000"/>
                </a:schemeClr>
              </a:gs>
              <a:gs pos="100000">
                <a:schemeClr val="tx2">
                  <a:lumMod val="75000"/>
                  <a:lumOff val="25000"/>
                </a:schemeClr>
              </a:gs>
            </a:gsLst>
            <a:path path="circle">
              <a:fillToRect r="100000" b="100000"/>
            </a:path>
          </a:gradFill>
          <a:ln w="12700">
            <a:solidFill>
              <a:schemeClr val="tx2">
                <a:lumMod val="50000"/>
                <a:lumOff val="50000"/>
              </a:schemeClr>
            </a:solidFill>
          </a:ln>
          <a:effectLst>
            <a:glow rad="63500">
              <a:schemeClr val="accent1">
                <a:satMod val="175000"/>
                <a:alpha val="40000"/>
              </a:schemeClr>
            </a:glow>
            <a:outerShdw blurRad="63500" sx="102000" sy="102000" algn="ctr" rotWithShape="0">
              <a:prstClr val="black">
                <a:alpha val="40000"/>
              </a:prstClr>
            </a:outerShdw>
          </a:effectLst>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200237" tIns="200237" rIns="200237" bIns="200237" numCol="1" spcCol="1270" anchor="ctr" anchorCtr="0">
            <a:noAutofit/>
          </a:bodyPr>
          <a:lstStyle/>
          <a:p>
            <a:pPr marL="0" marR="0" lvl="0" indent="0" algn="ctr" defTabSz="488950" rtl="0" eaLnBrk="1" fontAlgn="auto" latinLnBrk="0" hangingPunct="1">
              <a:lnSpc>
                <a:spcPts val="1400"/>
              </a:lnSpc>
              <a:spcBef>
                <a:spcPct val="0"/>
              </a:spcBef>
              <a:spcAft>
                <a:spcPct val="35000"/>
              </a:spcAft>
              <a:buClrTx/>
              <a:buSzTx/>
              <a:buFontTx/>
              <a:buNone/>
              <a:tabLst/>
              <a:defRPr/>
            </a:pPr>
            <a:endParaRPr kumimoji="0" lang="en-US" sz="1100" b="0" i="0" u="none" strike="noStrike" kern="1200" cap="none" spc="0" normalizeH="0" baseline="0" noProof="0">
              <a:ln>
                <a:noFill/>
              </a:ln>
              <a:solidFill>
                <a:prstClr val="white"/>
              </a:solidFill>
              <a:effectLst/>
              <a:uLnTx/>
              <a:uFillTx/>
              <a:ea typeface="+mn-ea"/>
              <a:cs typeface="+mn-cs"/>
            </a:endParaRPr>
          </a:p>
        </p:txBody>
      </p:sp>
      <p:sp>
        <p:nvSpPr>
          <p:cNvPr id="102" name="Shape 101">
            <a:extLst>
              <a:ext uri="{FF2B5EF4-FFF2-40B4-BE49-F238E27FC236}">
                <a16:creationId xmlns:a16="http://schemas.microsoft.com/office/drawing/2014/main" id="{5937CABB-B1F3-1D18-2EF6-12A4DCD08FDF}"/>
              </a:ext>
            </a:extLst>
          </p:cNvPr>
          <p:cNvSpPr>
            <a:spLocks/>
          </p:cNvSpPr>
          <p:nvPr/>
        </p:nvSpPr>
        <p:spPr>
          <a:xfrm>
            <a:off x="7637742" y="2803495"/>
            <a:ext cx="3419457" cy="2369980"/>
          </a:xfrm>
          <a:prstGeom prst="funnel">
            <a:avLst/>
          </a:prstGeom>
          <a:gradFill rotWithShape="0">
            <a:gsLst>
              <a:gs pos="21000">
                <a:schemeClr val="accent4"/>
              </a:gs>
              <a:gs pos="89000">
                <a:schemeClr val="accent4">
                  <a:lumMod val="20000"/>
                  <a:lumOff val="80000"/>
                </a:schemeClr>
              </a:gs>
            </a:gsLst>
            <a:path path="circle">
              <a:fillToRect r="100000" b="100000"/>
            </a:path>
          </a:gradFill>
          <a:ln>
            <a:solidFill>
              <a:schemeClr val="bg1"/>
            </a:solidFill>
          </a:ln>
          <a:effectLst>
            <a:outerShdw blurRad="50800" dist="38100" dir="5400000" algn="t" rotWithShape="0">
              <a:prstClr val="black">
                <a:alpha val="40000"/>
              </a:prstClr>
            </a:outerShdw>
          </a:effectLst>
        </p:spPr>
        <p:style>
          <a:lnRef idx="1">
            <a:scrgbClr r="0" g="0" b="0"/>
          </a:lnRef>
          <a:fillRef idx="1">
            <a:scrgbClr r="0" g="0" b="0"/>
          </a:fillRef>
          <a:effectRef idx="0">
            <a:schemeClr val="lt1">
              <a:alpha val="40000"/>
              <a:hueOff val="0"/>
              <a:satOff val="0"/>
              <a:lumOff val="0"/>
              <a:alphaOff val="0"/>
            </a:schemeClr>
          </a:effectRef>
          <a:fontRef idx="minor">
            <a:schemeClr val="dk1">
              <a:hueOff val="0"/>
              <a:satOff val="0"/>
              <a:lumOff val="0"/>
              <a:alphaOff val="0"/>
            </a:schemeClr>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hueOff val="0"/>
                  <a:satOff val="0"/>
                  <a:lumOff val="0"/>
                  <a:alphaOff val="0"/>
                </a:prstClr>
              </a:solidFill>
              <a:effectLst/>
              <a:uLnTx/>
              <a:uFillTx/>
              <a:ea typeface="+mn-ea"/>
              <a:cs typeface="+mn-cs"/>
            </a:endParaRPr>
          </a:p>
        </p:txBody>
      </p:sp>
      <p:sp>
        <p:nvSpPr>
          <p:cNvPr id="103" name="Freeform 212">
            <a:extLst>
              <a:ext uri="{FF2B5EF4-FFF2-40B4-BE49-F238E27FC236}">
                <a16:creationId xmlns:a16="http://schemas.microsoft.com/office/drawing/2014/main" id="{5B0A7113-2CA2-2AC8-CA1A-9B715771B5E3}"/>
              </a:ext>
            </a:extLst>
          </p:cNvPr>
          <p:cNvSpPr>
            <a:spLocks/>
          </p:cNvSpPr>
          <p:nvPr/>
        </p:nvSpPr>
        <p:spPr>
          <a:xfrm>
            <a:off x="7306630" y="5626039"/>
            <a:ext cx="4157876" cy="788007"/>
          </a:xfrm>
          <a:custGeom>
            <a:avLst/>
            <a:gdLst>
              <a:gd name="connsiteX0" fmla="*/ 0 w 3017837"/>
              <a:gd name="connsiteY0" fmla="*/ 0 h 754459"/>
              <a:gd name="connsiteX1" fmla="*/ 3017837 w 3017837"/>
              <a:gd name="connsiteY1" fmla="*/ 0 h 754459"/>
              <a:gd name="connsiteX2" fmla="*/ 3017837 w 3017837"/>
              <a:gd name="connsiteY2" fmla="*/ 754459 h 754459"/>
              <a:gd name="connsiteX3" fmla="*/ 0 w 3017837"/>
              <a:gd name="connsiteY3" fmla="*/ 754459 h 754459"/>
              <a:gd name="connsiteX4" fmla="*/ 0 w 3017837"/>
              <a:gd name="connsiteY4" fmla="*/ 0 h 7544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17837" h="754459">
                <a:moveTo>
                  <a:pt x="0" y="0"/>
                </a:moveTo>
                <a:lnTo>
                  <a:pt x="3017837" y="0"/>
                </a:lnTo>
                <a:lnTo>
                  <a:pt x="3017837" y="754459"/>
                </a:lnTo>
                <a:lnTo>
                  <a:pt x="0" y="754459"/>
                </a:lnTo>
                <a:lnTo>
                  <a:pt x="0" y="0"/>
                </a:lnTo>
                <a:close/>
              </a:path>
            </a:pathLst>
          </a:cu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dirty="0">
                <a:solidFill>
                  <a:schemeClr val="tx2">
                    <a:lumMod val="60000"/>
                    <a:lumOff val="40000"/>
                  </a:schemeClr>
                </a:solidFill>
              </a:rPr>
              <a:t>3263 KE in Pipeline (</a:t>
            </a:r>
            <a:r>
              <a:rPr lang="en-US" sz="1400" dirty="0" err="1">
                <a:solidFill>
                  <a:schemeClr val="tx2">
                    <a:lumMod val="60000"/>
                    <a:lumOff val="40000"/>
                  </a:schemeClr>
                </a:solidFill>
              </a:rPr>
              <a:t>Wtd</a:t>
            </a:r>
            <a:r>
              <a:rPr lang="en-US" sz="1400" dirty="0">
                <a:solidFill>
                  <a:schemeClr val="tx2">
                    <a:lumMod val="60000"/>
                    <a:lumOff val="40000"/>
                  </a:schemeClr>
                </a:solidFill>
              </a:rPr>
              <a:t>.)</a:t>
            </a:r>
          </a:p>
          <a:p>
            <a:pPr algn="ctr"/>
            <a:r>
              <a:rPr lang="en-US" sz="1400" dirty="0">
                <a:solidFill>
                  <a:schemeClr val="tx2">
                    <a:lumMod val="60000"/>
                    <a:lumOff val="40000"/>
                  </a:schemeClr>
                </a:solidFill>
              </a:rPr>
              <a:t>5212 KE in Pipeline (TCV)</a:t>
            </a:r>
          </a:p>
        </p:txBody>
      </p:sp>
      <p:sp>
        <p:nvSpPr>
          <p:cNvPr id="105" name="Freeform 216">
            <a:extLst>
              <a:ext uri="{FF2B5EF4-FFF2-40B4-BE49-F238E27FC236}">
                <a16:creationId xmlns:a16="http://schemas.microsoft.com/office/drawing/2014/main" id="{F73F4F51-5257-E18B-3815-67AB2DC8BF81}"/>
              </a:ext>
            </a:extLst>
          </p:cNvPr>
          <p:cNvSpPr>
            <a:spLocks noChangeAspect="1"/>
          </p:cNvSpPr>
          <p:nvPr/>
        </p:nvSpPr>
        <p:spPr>
          <a:xfrm>
            <a:off x="9723252" y="3133618"/>
            <a:ext cx="720000" cy="720000"/>
          </a:xfrm>
          <a:custGeom>
            <a:avLst/>
            <a:gdLst>
              <a:gd name="connsiteX0" fmla="*/ 0 w 1131688"/>
              <a:gd name="connsiteY0" fmla="*/ 565844 h 1131688"/>
              <a:gd name="connsiteX1" fmla="*/ 565844 w 1131688"/>
              <a:gd name="connsiteY1" fmla="*/ 0 h 1131688"/>
              <a:gd name="connsiteX2" fmla="*/ 1131688 w 1131688"/>
              <a:gd name="connsiteY2" fmla="*/ 565844 h 1131688"/>
              <a:gd name="connsiteX3" fmla="*/ 565844 w 1131688"/>
              <a:gd name="connsiteY3" fmla="*/ 1131688 h 1131688"/>
              <a:gd name="connsiteX4" fmla="*/ 0 w 1131688"/>
              <a:gd name="connsiteY4" fmla="*/ 565844 h 11316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1688" h="1131688">
                <a:moveTo>
                  <a:pt x="0" y="565844"/>
                </a:moveTo>
                <a:cubicBezTo>
                  <a:pt x="0" y="253337"/>
                  <a:pt x="253337" y="0"/>
                  <a:pt x="565844" y="0"/>
                </a:cubicBezTo>
                <a:cubicBezTo>
                  <a:pt x="878351" y="0"/>
                  <a:pt x="1131688" y="253337"/>
                  <a:pt x="1131688" y="565844"/>
                </a:cubicBezTo>
                <a:cubicBezTo>
                  <a:pt x="1131688" y="878351"/>
                  <a:pt x="878351" y="1131688"/>
                  <a:pt x="565844" y="1131688"/>
                </a:cubicBezTo>
                <a:cubicBezTo>
                  <a:pt x="253337" y="1131688"/>
                  <a:pt x="0" y="878351"/>
                  <a:pt x="0" y="565844"/>
                </a:cubicBezTo>
                <a:close/>
              </a:path>
            </a:pathLst>
          </a:custGeom>
          <a:gradFill rotWithShape="0">
            <a:gsLst>
              <a:gs pos="38000">
                <a:srgbClr val="85CBFF"/>
              </a:gs>
              <a:gs pos="91000">
                <a:srgbClr val="37A6FA"/>
              </a:gs>
            </a:gsLst>
            <a:path path="circle">
              <a:fillToRect r="100000" b="100000"/>
            </a:path>
          </a:gradFill>
          <a:ln w="12700">
            <a:solidFill>
              <a:srgbClr val="85CBFF"/>
            </a:solidFill>
          </a:ln>
          <a:effectLst>
            <a:glow rad="63500">
              <a:schemeClr val="accent1">
                <a:satMod val="175000"/>
                <a:alpha val="40000"/>
              </a:schemeClr>
            </a:glow>
            <a:outerShdw blurRad="63500" sx="102000" sy="102000" algn="ctr" rotWithShape="0">
              <a:prstClr val="black">
                <a:alpha val="40000"/>
              </a:prstClr>
            </a:outerShdw>
          </a:effectLst>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165732" tIns="165732" rIns="165732" bIns="165732" numCol="1" spcCol="1270" anchor="ctr" anchorCtr="0">
            <a:noAutofit/>
          </a:bodyPr>
          <a:lstStyle/>
          <a:p>
            <a:pPr marL="0" marR="0" lvl="0" indent="0" algn="ctr" defTabSz="488950" rtl="0" eaLnBrk="1" fontAlgn="auto" latinLnBrk="0" hangingPunct="1">
              <a:lnSpc>
                <a:spcPts val="1400"/>
              </a:lnSpc>
              <a:spcBef>
                <a:spcPct val="0"/>
              </a:spcBef>
              <a:spcAft>
                <a:spcPct val="35000"/>
              </a:spcAft>
              <a:buClrTx/>
              <a:buSzTx/>
              <a:buFontTx/>
              <a:buNone/>
              <a:tabLst/>
              <a:defRPr/>
            </a:pPr>
            <a:endParaRPr kumimoji="0" lang="en-US" sz="1100" b="0" i="0" u="none" strike="noStrike" kern="1200" cap="none" spc="0" normalizeH="0" baseline="0" noProof="0">
              <a:ln>
                <a:noFill/>
              </a:ln>
              <a:solidFill>
                <a:prstClr val="white"/>
              </a:solidFill>
              <a:effectLst/>
              <a:uLnTx/>
              <a:uFillTx/>
              <a:ea typeface="+mn-ea"/>
              <a:cs typeface="+mn-cs"/>
            </a:endParaRPr>
          </a:p>
        </p:txBody>
      </p:sp>
      <p:sp>
        <p:nvSpPr>
          <p:cNvPr id="106" name="Freeform 217">
            <a:extLst>
              <a:ext uri="{FF2B5EF4-FFF2-40B4-BE49-F238E27FC236}">
                <a16:creationId xmlns:a16="http://schemas.microsoft.com/office/drawing/2014/main" id="{6B54CB02-450C-471D-A0B2-A1EFDA94F62D}"/>
              </a:ext>
            </a:extLst>
          </p:cNvPr>
          <p:cNvSpPr>
            <a:spLocks noChangeAspect="1"/>
          </p:cNvSpPr>
          <p:nvPr/>
        </p:nvSpPr>
        <p:spPr>
          <a:xfrm>
            <a:off x="7780694" y="2465204"/>
            <a:ext cx="1080000" cy="1080000"/>
          </a:xfrm>
          <a:custGeom>
            <a:avLst/>
            <a:gdLst>
              <a:gd name="connsiteX0" fmla="*/ 0 w 1131688"/>
              <a:gd name="connsiteY0" fmla="*/ 565844 h 1131688"/>
              <a:gd name="connsiteX1" fmla="*/ 565844 w 1131688"/>
              <a:gd name="connsiteY1" fmla="*/ 0 h 1131688"/>
              <a:gd name="connsiteX2" fmla="*/ 1131688 w 1131688"/>
              <a:gd name="connsiteY2" fmla="*/ 565844 h 1131688"/>
              <a:gd name="connsiteX3" fmla="*/ 565844 w 1131688"/>
              <a:gd name="connsiteY3" fmla="*/ 1131688 h 1131688"/>
              <a:gd name="connsiteX4" fmla="*/ 0 w 1131688"/>
              <a:gd name="connsiteY4" fmla="*/ 565844 h 11316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1688" h="1131688">
                <a:moveTo>
                  <a:pt x="0" y="565844"/>
                </a:moveTo>
                <a:cubicBezTo>
                  <a:pt x="0" y="253337"/>
                  <a:pt x="253337" y="0"/>
                  <a:pt x="565844" y="0"/>
                </a:cubicBezTo>
                <a:cubicBezTo>
                  <a:pt x="878351" y="0"/>
                  <a:pt x="1131688" y="253337"/>
                  <a:pt x="1131688" y="565844"/>
                </a:cubicBezTo>
                <a:cubicBezTo>
                  <a:pt x="1131688" y="878351"/>
                  <a:pt x="878351" y="1131688"/>
                  <a:pt x="565844" y="1131688"/>
                </a:cubicBezTo>
                <a:cubicBezTo>
                  <a:pt x="253337" y="1131688"/>
                  <a:pt x="0" y="878351"/>
                  <a:pt x="0" y="565844"/>
                </a:cubicBezTo>
                <a:close/>
              </a:path>
            </a:pathLst>
          </a:custGeom>
          <a:gradFill rotWithShape="0">
            <a:gsLst>
              <a:gs pos="38000">
                <a:srgbClr val="85CBFF"/>
              </a:gs>
              <a:gs pos="91000">
                <a:srgbClr val="37A6FA"/>
              </a:gs>
            </a:gsLst>
            <a:path path="circle">
              <a:fillToRect r="100000" b="100000"/>
            </a:path>
          </a:gradFill>
          <a:ln w="12700">
            <a:solidFill>
              <a:srgbClr val="85CBFF"/>
            </a:solidFill>
          </a:ln>
          <a:effectLst>
            <a:glow rad="63500">
              <a:schemeClr val="accent1">
                <a:satMod val="175000"/>
                <a:alpha val="40000"/>
              </a:schemeClr>
            </a:glow>
            <a:outerShdw blurRad="63500" sx="102000" sy="102000" algn="ctr" rotWithShape="0">
              <a:prstClr val="black">
                <a:alpha val="40000"/>
              </a:prstClr>
            </a:outerShdw>
          </a:effectLst>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165732" tIns="165732" rIns="165732" bIns="165732" numCol="1" spcCol="1270" anchor="ctr" anchorCtr="0">
            <a:noAutofit/>
          </a:bodyPr>
          <a:lstStyle/>
          <a:p>
            <a:pPr marL="0" marR="0" lvl="0" indent="0" algn="ctr" defTabSz="488950" rtl="0" eaLnBrk="1" fontAlgn="auto" latinLnBrk="0" hangingPunct="1">
              <a:lnSpc>
                <a:spcPts val="1400"/>
              </a:lnSpc>
              <a:spcBef>
                <a:spcPct val="0"/>
              </a:spcBef>
              <a:spcAft>
                <a:spcPct val="35000"/>
              </a:spcAft>
              <a:buClrTx/>
              <a:buSzTx/>
              <a:buFontTx/>
              <a:buNone/>
              <a:tabLst/>
              <a:defRPr/>
            </a:pPr>
            <a:endParaRPr kumimoji="0" lang="en-US" sz="1100" b="0" i="0" u="none" strike="noStrike" kern="1200" cap="none" spc="0" normalizeH="0" baseline="0" noProof="0">
              <a:ln>
                <a:noFill/>
              </a:ln>
              <a:solidFill>
                <a:prstClr val="white"/>
              </a:solidFill>
              <a:effectLst/>
              <a:uLnTx/>
              <a:uFillTx/>
              <a:ea typeface="+mn-ea"/>
              <a:cs typeface="+mn-cs"/>
            </a:endParaRPr>
          </a:p>
        </p:txBody>
      </p:sp>
      <p:sp>
        <p:nvSpPr>
          <p:cNvPr id="114" name="Freeform 213">
            <a:extLst>
              <a:ext uri="{FF2B5EF4-FFF2-40B4-BE49-F238E27FC236}">
                <a16:creationId xmlns:a16="http://schemas.microsoft.com/office/drawing/2014/main" id="{F1D30B6F-876C-E1A8-D5AA-6F53897077D8}"/>
              </a:ext>
            </a:extLst>
          </p:cNvPr>
          <p:cNvSpPr>
            <a:spLocks noChangeAspect="1"/>
          </p:cNvSpPr>
          <p:nvPr/>
        </p:nvSpPr>
        <p:spPr>
          <a:xfrm>
            <a:off x="9069435" y="2430681"/>
            <a:ext cx="605568" cy="572309"/>
          </a:xfrm>
          <a:custGeom>
            <a:avLst/>
            <a:gdLst>
              <a:gd name="connsiteX0" fmla="*/ 0 w 1367306"/>
              <a:gd name="connsiteY0" fmla="*/ 683653 h 1367306"/>
              <a:gd name="connsiteX1" fmla="*/ 683653 w 1367306"/>
              <a:gd name="connsiteY1" fmla="*/ 0 h 1367306"/>
              <a:gd name="connsiteX2" fmla="*/ 1367306 w 1367306"/>
              <a:gd name="connsiteY2" fmla="*/ 683653 h 1367306"/>
              <a:gd name="connsiteX3" fmla="*/ 683653 w 1367306"/>
              <a:gd name="connsiteY3" fmla="*/ 1367306 h 1367306"/>
              <a:gd name="connsiteX4" fmla="*/ 0 w 1367306"/>
              <a:gd name="connsiteY4" fmla="*/ 683653 h 13673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7306" h="1367306">
                <a:moveTo>
                  <a:pt x="0" y="683653"/>
                </a:moveTo>
                <a:cubicBezTo>
                  <a:pt x="0" y="306082"/>
                  <a:pt x="306082" y="0"/>
                  <a:pt x="683653" y="0"/>
                </a:cubicBezTo>
                <a:cubicBezTo>
                  <a:pt x="1061224" y="0"/>
                  <a:pt x="1367306" y="306082"/>
                  <a:pt x="1367306" y="683653"/>
                </a:cubicBezTo>
                <a:cubicBezTo>
                  <a:pt x="1367306" y="1061224"/>
                  <a:pt x="1061224" y="1367306"/>
                  <a:pt x="683653" y="1367306"/>
                </a:cubicBezTo>
                <a:cubicBezTo>
                  <a:pt x="306082" y="1367306"/>
                  <a:pt x="0" y="1061224"/>
                  <a:pt x="0" y="683653"/>
                </a:cubicBezTo>
                <a:close/>
              </a:path>
            </a:pathLst>
          </a:custGeom>
          <a:gradFill rotWithShape="0">
            <a:gsLst>
              <a:gs pos="27000">
                <a:schemeClr val="tx2">
                  <a:lumMod val="50000"/>
                  <a:lumOff val="50000"/>
                </a:schemeClr>
              </a:gs>
              <a:gs pos="100000">
                <a:schemeClr val="tx2">
                  <a:lumMod val="75000"/>
                  <a:lumOff val="25000"/>
                </a:schemeClr>
              </a:gs>
            </a:gsLst>
            <a:path path="circle">
              <a:fillToRect r="100000" b="100000"/>
            </a:path>
          </a:gradFill>
          <a:ln w="12700">
            <a:solidFill>
              <a:schemeClr val="tx2">
                <a:lumMod val="50000"/>
                <a:lumOff val="50000"/>
              </a:schemeClr>
            </a:solidFill>
          </a:ln>
          <a:effectLst>
            <a:glow rad="63500">
              <a:schemeClr val="accent1">
                <a:satMod val="175000"/>
                <a:alpha val="40000"/>
              </a:schemeClr>
            </a:glow>
            <a:outerShdw blurRad="63500" sx="102000" sy="102000" algn="ctr" rotWithShape="0">
              <a:prstClr val="black">
                <a:alpha val="40000"/>
              </a:prstClr>
            </a:outerShdw>
          </a:effectLst>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200237" tIns="200237" rIns="200237" bIns="200237" numCol="1" spcCol="1270" anchor="ctr" anchorCtr="0">
            <a:noAutofit/>
          </a:bodyPr>
          <a:lstStyle/>
          <a:p>
            <a:pPr marL="0" marR="0" lvl="0" indent="0" algn="ctr" defTabSz="488950" rtl="0" eaLnBrk="1" fontAlgn="auto" latinLnBrk="0" hangingPunct="1">
              <a:lnSpc>
                <a:spcPts val="1400"/>
              </a:lnSpc>
              <a:spcBef>
                <a:spcPct val="0"/>
              </a:spcBef>
              <a:spcAft>
                <a:spcPct val="35000"/>
              </a:spcAft>
              <a:buClrTx/>
              <a:buSzTx/>
              <a:buFontTx/>
              <a:buNone/>
              <a:tabLst/>
              <a:defRPr/>
            </a:pPr>
            <a:endParaRPr kumimoji="0" lang="en-US" sz="1100" b="0" i="0" u="none" strike="noStrike" kern="1200" cap="none" spc="0" normalizeH="0" baseline="0" noProof="0">
              <a:ln>
                <a:noFill/>
              </a:ln>
              <a:solidFill>
                <a:prstClr val="white"/>
              </a:solidFill>
              <a:effectLst/>
              <a:uLnTx/>
              <a:uFillTx/>
              <a:ea typeface="+mn-ea"/>
              <a:cs typeface="+mn-cs"/>
            </a:endParaRPr>
          </a:p>
        </p:txBody>
      </p:sp>
      <p:sp>
        <p:nvSpPr>
          <p:cNvPr id="115" name="Freeform 216">
            <a:extLst>
              <a:ext uri="{FF2B5EF4-FFF2-40B4-BE49-F238E27FC236}">
                <a16:creationId xmlns:a16="http://schemas.microsoft.com/office/drawing/2014/main" id="{786C30FE-7156-26FE-65BF-A90D74559EAD}"/>
              </a:ext>
            </a:extLst>
          </p:cNvPr>
          <p:cNvSpPr>
            <a:spLocks noChangeAspect="1"/>
          </p:cNvSpPr>
          <p:nvPr/>
        </p:nvSpPr>
        <p:spPr>
          <a:xfrm>
            <a:off x="9643964" y="2273283"/>
            <a:ext cx="1017731" cy="1017731"/>
          </a:xfrm>
          <a:custGeom>
            <a:avLst/>
            <a:gdLst>
              <a:gd name="connsiteX0" fmla="*/ 0 w 1131688"/>
              <a:gd name="connsiteY0" fmla="*/ 565844 h 1131688"/>
              <a:gd name="connsiteX1" fmla="*/ 565844 w 1131688"/>
              <a:gd name="connsiteY1" fmla="*/ 0 h 1131688"/>
              <a:gd name="connsiteX2" fmla="*/ 1131688 w 1131688"/>
              <a:gd name="connsiteY2" fmla="*/ 565844 h 1131688"/>
              <a:gd name="connsiteX3" fmla="*/ 565844 w 1131688"/>
              <a:gd name="connsiteY3" fmla="*/ 1131688 h 1131688"/>
              <a:gd name="connsiteX4" fmla="*/ 0 w 1131688"/>
              <a:gd name="connsiteY4" fmla="*/ 565844 h 11316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1688" h="1131688">
                <a:moveTo>
                  <a:pt x="0" y="565844"/>
                </a:moveTo>
                <a:cubicBezTo>
                  <a:pt x="0" y="253337"/>
                  <a:pt x="253337" y="0"/>
                  <a:pt x="565844" y="0"/>
                </a:cubicBezTo>
                <a:cubicBezTo>
                  <a:pt x="878351" y="0"/>
                  <a:pt x="1131688" y="253337"/>
                  <a:pt x="1131688" y="565844"/>
                </a:cubicBezTo>
                <a:cubicBezTo>
                  <a:pt x="1131688" y="878351"/>
                  <a:pt x="878351" y="1131688"/>
                  <a:pt x="565844" y="1131688"/>
                </a:cubicBezTo>
                <a:cubicBezTo>
                  <a:pt x="253337" y="1131688"/>
                  <a:pt x="0" y="878351"/>
                  <a:pt x="0" y="565844"/>
                </a:cubicBezTo>
                <a:close/>
              </a:path>
            </a:pathLst>
          </a:custGeom>
          <a:gradFill rotWithShape="0">
            <a:gsLst>
              <a:gs pos="38000">
                <a:srgbClr val="85CBFF"/>
              </a:gs>
              <a:gs pos="91000">
                <a:srgbClr val="37A6FA"/>
              </a:gs>
            </a:gsLst>
            <a:path path="circle">
              <a:fillToRect r="100000" b="100000"/>
            </a:path>
          </a:gradFill>
          <a:ln w="12700">
            <a:solidFill>
              <a:srgbClr val="85CBFF"/>
            </a:solidFill>
          </a:ln>
          <a:effectLst>
            <a:glow rad="63500">
              <a:schemeClr val="accent1">
                <a:satMod val="175000"/>
                <a:alpha val="40000"/>
              </a:schemeClr>
            </a:glow>
            <a:outerShdw blurRad="63500" sx="102000" sy="102000" algn="ctr" rotWithShape="0">
              <a:prstClr val="black">
                <a:alpha val="40000"/>
              </a:prstClr>
            </a:outerShdw>
          </a:effectLst>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165732" tIns="165732" rIns="165732" bIns="165732" numCol="1" spcCol="1270" anchor="ctr" anchorCtr="0">
            <a:noAutofit/>
          </a:bodyPr>
          <a:lstStyle/>
          <a:p>
            <a:pPr marL="0" marR="0" lvl="0" indent="0" algn="ctr" defTabSz="488950" rtl="0" eaLnBrk="1" fontAlgn="auto" latinLnBrk="0" hangingPunct="1">
              <a:lnSpc>
                <a:spcPts val="1400"/>
              </a:lnSpc>
              <a:spcBef>
                <a:spcPct val="0"/>
              </a:spcBef>
              <a:spcAft>
                <a:spcPct val="35000"/>
              </a:spcAft>
              <a:buClrTx/>
              <a:buSzTx/>
              <a:buFontTx/>
              <a:buNone/>
              <a:tabLst/>
              <a:defRPr/>
            </a:pPr>
            <a:endParaRPr kumimoji="0" lang="en-US" sz="1100" b="0" i="0" u="none" strike="noStrike" kern="1200" cap="none" spc="0" normalizeH="0" baseline="0" noProof="0">
              <a:ln>
                <a:noFill/>
              </a:ln>
              <a:solidFill>
                <a:prstClr val="white"/>
              </a:solidFill>
              <a:effectLst/>
              <a:uLnTx/>
              <a:uFillTx/>
              <a:ea typeface="+mn-ea"/>
              <a:cs typeface="+mn-cs"/>
            </a:endParaRPr>
          </a:p>
        </p:txBody>
      </p:sp>
      <p:sp>
        <p:nvSpPr>
          <p:cNvPr id="116" name="Freeform 217">
            <a:extLst>
              <a:ext uri="{FF2B5EF4-FFF2-40B4-BE49-F238E27FC236}">
                <a16:creationId xmlns:a16="http://schemas.microsoft.com/office/drawing/2014/main" id="{6209FAB1-0387-1CFF-0C7C-196C1A010DB2}"/>
              </a:ext>
            </a:extLst>
          </p:cNvPr>
          <p:cNvSpPr>
            <a:spLocks noChangeAspect="1"/>
          </p:cNvSpPr>
          <p:nvPr/>
        </p:nvSpPr>
        <p:spPr>
          <a:xfrm>
            <a:off x="8620074" y="2601841"/>
            <a:ext cx="1014624" cy="879028"/>
          </a:xfrm>
          <a:custGeom>
            <a:avLst/>
            <a:gdLst>
              <a:gd name="connsiteX0" fmla="*/ 0 w 1131688"/>
              <a:gd name="connsiteY0" fmla="*/ 565844 h 1131688"/>
              <a:gd name="connsiteX1" fmla="*/ 565844 w 1131688"/>
              <a:gd name="connsiteY1" fmla="*/ 0 h 1131688"/>
              <a:gd name="connsiteX2" fmla="*/ 1131688 w 1131688"/>
              <a:gd name="connsiteY2" fmla="*/ 565844 h 1131688"/>
              <a:gd name="connsiteX3" fmla="*/ 565844 w 1131688"/>
              <a:gd name="connsiteY3" fmla="*/ 1131688 h 1131688"/>
              <a:gd name="connsiteX4" fmla="*/ 0 w 1131688"/>
              <a:gd name="connsiteY4" fmla="*/ 565844 h 11316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1688" h="1131688">
                <a:moveTo>
                  <a:pt x="0" y="565844"/>
                </a:moveTo>
                <a:cubicBezTo>
                  <a:pt x="0" y="253337"/>
                  <a:pt x="253337" y="0"/>
                  <a:pt x="565844" y="0"/>
                </a:cubicBezTo>
                <a:cubicBezTo>
                  <a:pt x="878351" y="0"/>
                  <a:pt x="1131688" y="253337"/>
                  <a:pt x="1131688" y="565844"/>
                </a:cubicBezTo>
                <a:cubicBezTo>
                  <a:pt x="1131688" y="878351"/>
                  <a:pt x="878351" y="1131688"/>
                  <a:pt x="565844" y="1131688"/>
                </a:cubicBezTo>
                <a:cubicBezTo>
                  <a:pt x="253337" y="1131688"/>
                  <a:pt x="0" y="878351"/>
                  <a:pt x="0" y="565844"/>
                </a:cubicBezTo>
                <a:close/>
              </a:path>
            </a:pathLst>
          </a:custGeom>
          <a:gradFill rotWithShape="0">
            <a:gsLst>
              <a:gs pos="38000">
                <a:srgbClr val="85CBFF"/>
              </a:gs>
              <a:gs pos="91000">
                <a:srgbClr val="37A6FA"/>
              </a:gs>
            </a:gsLst>
            <a:path path="circle">
              <a:fillToRect r="100000" b="100000"/>
            </a:path>
          </a:gradFill>
          <a:ln w="12700">
            <a:solidFill>
              <a:srgbClr val="85CBFF"/>
            </a:solidFill>
          </a:ln>
          <a:effectLst>
            <a:glow rad="63500">
              <a:schemeClr val="accent1">
                <a:satMod val="175000"/>
                <a:alpha val="40000"/>
              </a:schemeClr>
            </a:glow>
            <a:outerShdw blurRad="63500" sx="102000" sy="102000" algn="ctr" rotWithShape="0">
              <a:prstClr val="black">
                <a:alpha val="40000"/>
              </a:prstClr>
            </a:outerShdw>
          </a:effectLst>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165732" tIns="165732" rIns="165732" bIns="165732" numCol="1" spcCol="1270" anchor="ctr" anchorCtr="0">
            <a:noAutofit/>
          </a:bodyPr>
          <a:lstStyle/>
          <a:p>
            <a:pPr marL="0" marR="0" lvl="0" indent="0" algn="ctr" defTabSz="488950" rtl="0" eaLnBrk="1" fontAlgn="auto" latinLnBrk="0" hangingPunct="1">
              <a:lnSpc>
                <a:spcPts val="1400"/>
              </a:lnSpc>
              <a:spcBef>
                <a:spcPct val="0"/>
              </a:spcBef>
              <a:spcAft>
                <a:spcPct val="35000"/>
              </a:spcAft>
              <a:buClrTx/>
              <a:buSzTx/>
              <a:buFontTx/>
              <a:buNone/>
              <a:tabLst/>
              <a:defRPr/>
            </a:pPr>
            <a:endParaRPr kumimoji="0" lang="en-US" sz="1100" b="0" i="0" u="none" strike="noStrike" kern="1200" cap="none" spc="0" normalizeH="0" baseline="0" noProof="0">
              <a:ln>
                <a:noFill/>
              </a:ln>
              <a:solidFill>
                <a:prstClr val="white"/>
              </a:solidFill>
              <a:effectLst/>
              <a:uLnTx/>
              <a:uFillTx/>
              <a:ea typeface="+mn-ea"/>
              <a:cs typeface="+mn-cs"/>
            </a:endParaRPr>
          </a:p>
        </p:txBody>
      </p:sp>
      <p:sp>
        <p:nvSpPr>
          <p:cNvPr id="117" name="Freeform 213">
            <a:extLst>
              <a:ext uri="{FF2B5EF4-FFF2-40B4-BE49-F238E27FC236}">
                <a16:creationId xmlns:a16="http://schemas.microsoft.com/office/drawing/2014/main" id="{2159C92C-2737-8F15-4144-5B57ABB2748C}"/>
              </a:ext>
            </a:extLst>
          </p:cNvPr>
          <p:cNvSpPr>
            <a:spLocks noChangeAspect="1"/>
          </p:cNvSpPr>
          <p:nvPr/>
        </p:nvSpPr>
        <p:spPr>
          <a:xfrm>
            <a:off x="10795194" y="2511768"/>
            <a:ext cx="605568" cy="572309"/>
          </a:xfrm>
          <a:custGeom>
            <a:avLst/>
            <a:gdLst>
              <a:gd name="connsiteX0" fmla="*/ 0 w 1367306"/>
              <a:gd name="connsiteY0" fmla="*/ 683653 h 1367306"/>
              <a:gd name="connsiteX1" fmla="*/ 683653 w 1367306"/>
              <a:gd name="connsiteY1" fmla="*/ 0 h 1367306"/>
              <a:gd name="connsiteX2" fmla="*/ 1367306 w 1367306"/>
              <a:gd name="connsiteY2" fmla="*/ 683653 h 1367306"/>
              <a:gd name="connsiteX3" fmla="*/ 683653 w 1367306"/>
              <a:gd name="connsiteY3" fmla="*/ 1367306 h 1367306"/>
              <a:gd name="connsiteX4" fmla="*/ 0 w 1367306"/>
              <a:gd name="connsiteY4" fmla="*/ 683653 h 13673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7306" h="1367306">
                <a:moveTo>
                  <a:pt x="0" y="683653"/>
                </a:moveTo>
                <a:cubicBezTo>
                  <a:pt x="0" y="306082"/>
                  <a:pt x="306082" y="0"/>
                  <a:pt x="683653" y="0"/>
                </a:cubicBezTo>
                <a:cubicBezTo>
                  <a:pt x="1061224" y="0"/>
                  <a:pt x="1367306" y="306082"/>
                  <a:pt x="1367306" y="683653"/>
                </a:cubicBezTo>
                <a:cubicBezTo>
                  <a:pt x="1367306" y="1061224"/>
                  <a:pt x="1061224" y="1367306"/>
                  <a:pt x="683653" y="1367306"/>
                </a:cubicBezTo>
                <a:cubicBezTo>
                  <a:pt x="306082" y="1367306"/>
                  <a:pt x="0" y="1061224"/>
                  <a:pt x="0" y="683653"/>
                </a:cubicBezTo>
                <a:close/>
              </a:path>
            </a:pathLst>
          </a:custGeom>
          <a:gradFill rotWithShape="0">
            <a:gsLst>
              <a:gs pos="27000">
                <a:schemeClr val="tx2">
                  <a:lumMod val="50000"/>
                  <a:lumOff val="50000"/>
                </a:schemeClr>
              </a:gs>
              <a:gs pos="100000">
                <a:schemeClr val="tx2">
                  <a:lumMod val="75000"/>
                  <a:lumOff val="25000"/>
                </a:schemeClr>
              </a:gs>
            </a:gsLst>
            <a:path path="circle">
              <a:fillToRect r="100000" b="100000"/>
            </a:path>
          </a:gradFill>
          <a:ln w="12700">
            <a:solidFill>
              <a:schemeClr val="tx2">
                <a:lumMod val="50000"/>
                <a:lumOff val="50000"/>
              </a:schemeClr>
            </a:solidFill>
          </a:ln>
          <a:effectLst>
            <a:glow rad="63500">
              <a:schemeClr val="accent1">
                <a:satMod val="175000"/>
                <a:alpha val="40000"/>
              </a:schemeClr>
            </a:glow>
            <a:outerShdw blurRad="63500" sx="102000" sy="102000" algn="ctr" rotWithShape="0">
              <a:prstClr val="black">
                <a:alpha val="40000"/>
              </a:prstClr>
            </a:outerShdw>
          </a:effectLst>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200237" tIns="200237" rIns="200237" bIns="200237" numCol="1" spcCol="1270" anchor="ctr" anchorCtr="0">
            <a:noAutofit/>
          </a:bodyPr>
          <a:lstStyle/>
          <a:p>
            <a:pPr marL="0" marR="0" lvl="0" indent="0" algn="ctr" defTabSz="488950" rtl="0" eaLnBrk="1" fontAlgn="auto" latinLnBrk="0" hangingPunct="1">
              <a:lnSpc>
                <a:spcPts val="1400"/>
              </a:lnSpc>
              <a:spcBef>
                <a:spcPct val="0"/>
              </a:spcBef>
              <a:spcAft>
                <a:spcPct val="35000"/>
              </a:spcAft>
              <a:buClrTx/>
              <a:buSzTx/>
              <a:buFontTx/>
              <a:buNone/>
              <a:tabLst/>
              <a:defRPr/>
            </a:pPr>
            <a:endParaRPr kumimoji="0" lang="en-US" sz="1100" b="0" i="0" u="none" strike="noStrike" kern="1200" cap="none" spc="0" normalizeH="0" baseline="0" noProof="0">
              <a:ln>
                <a:noFill/>
              </a:ln>
              <a:solidFill>
                <a:prstClr val="white"/>
              </a:solidFill>
              <a:effectLst/>
              <a:uLnTx/>
              <a:uFillTx/>
              <a:ea typeface="+mn-ea"/>
              <a:cs typeface="+mn-cs"/>
            </a:endParaRPr>
          </a:p>
        </p:txBody>
      </p:sp>
      <p:sp>
        <p:nvSpPr>
          <p:cNvPr id="118" name="Freeform 213">
            <a:extLst>
              <a:ext uri="{FF2B5EF4-FFF2-40B4-BE49-F238E27FC236}">
                <a16:creationId xmlns:a16="http://schemas.microsoft.com/office/drawing/2014/main" id="{5B372C60-D91B-EB6C-FC15-F2D38CBA66B1}"/>
              </a:ext>
            </a:extLst>
          </p:cNvPr>
          <p:cNvSpPr>
            <a:spLocks noChangeAspect="1"/>
          </p:cNvSpPr>
          <p:nvPr/>
        </p:nvSpPr>
        <p:spPr>
          <a:xfrm>
            <a:off x="7306629" y="2160300"/>
            <a:ext cx="605568" cy="572309"/>
          </a:xfrm>
          <a:custGeom>
            <a:avLst/>
            <a:gdLst>
              <a:gd name="connsiteX0" fmla="*/ 0 w 1367306"/>
              <a:gd name="connsiteY0" fmla="*/ 683653 h 1367306"/>
              <a:gd name="connsiteX1" fmla="*/ 683653 w 1367306"/>
              <a:gd name="connsiteY1" fmla="*/ 0 h 1367306"/>
              <a:gd name="connsiteX2" fmla="*/ 1367306 w 1367306"/>
              <a:gd name="connsiteY2" fmla="*/ 683653 h 1367306"/>
              <a:gd name="connsiteX3" fmla="*/ 683653 w 1367306"/>
              <a:gd name="connsiteY3" fmla="*/ 1367306 h 1367306"/>
              <a:gd name="connsiteX4" fmla="*/ 0 w 1367306"/>
              <a:gd name="connsiteY4" fmla="*/ 683653 h 13673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7306" h="1367306">
                <a:moveTo>
                  <a:pt x="0" y="683653"/>
                </a:moveTo>
                <a:cubicBezTo>
                  <a:pt x="0" y="306082"/>
                  <a:pt x="306082" y="0"/>
                  <a:pt x="683653" y="0"/>
                </a:cubicBezTo>
                <a:cubicBezTo>
                  <a:pt x="1061224" y="0"/>
                  <a:pt x="1367306" y="306082"/>
                  <a:pt x="1367306" y="683653"/>
                </a:cubicBezTo>
                <a:cubicBezTo>
                  <a:pt x="1367306" y="1061224"/>
                  <a:pt x="1061224" y="1367306"/>
                  <a:pt x="683653" y="1367306"/>
                </a:cubicBezTo>
                <a:cubicBezTo>
                  <a:pt x="306082" y="1367306"/>
                  <a:pt x="0" y="1061224"/>
                  <a:pt x="0" y="683653"/>
                </a:cubicBezTo>
                <a:close/>
              </a:path>
            </a:pathLst>
          </a:custGeom>
          <a:gradFill rotWithShape="0">
            <a:gsLst>
              <a:gs pos="27000">
                <a:schemeClr val="tx2">
                  <a:lumMod val="50000"/>
                  <a:lumOff val="50000"/>
                </a:schemeClr>
              </a:gs>
              <a:gs pos="100000">
                <a:schemeClr val="tx2">
                  <a:lumMod val="75000"/>
                  <a:lumOff val="25000"/>
                </a:schemeClr>
              </a:gs>
            </a:gsLst>
            <a:path path="circle">
              <a:fillToRect r="100000" b="100000"/>
            </a:path>
          </a:gradFill>
          <a:ln w="12700">
            <a:solidFill>
              <a:schemeClr val="tx2">
                <a:lumMod val="50000"/>
                <a:lumOff val="50000"/>
              </a:schemeClr>
            </a:solidFill>
          </a:ln>
          <a:effectLst>
            <a:glow rad="63500">
              <a:schemeClr val="accent1">
                <a:satMod val="175000"/>
                <a:alpha val="40000"/>
              </a:schemeClr>
            </a:glow>
            <a:outerShdw blurRad="63500" sx="102000" sy="102000" algn="ctr" rotWithShape="0">
              <a:prstClr val="black">
                <a:alpha val="40000"/>
              </a:prstClr>
            </a:outerShdw>
          </a:effectLst>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200237" tIns="200237" rIns="200237" bIns="200237" numCol="1" spcCol="1270" anchor="ctr" anchorCtr="0">
            <a:noAutofit/>
          </a:bodyPr>
          <a:lstStyle/>
          <a:p>
            <a:pPr marL="0" marR="0" lvl="0" indent="0" algn="ctr" defTabSz="488950" rtl="0" eaLnBrk="1" fontAlgn="auto" latinLnBrk="0" hangingPunct="1">
              <a:lnSpc>
                <a:spcPts val="1400"/>
              </a:lnSpc>
              <a:spcBef>
                <a:spcPct val="0"/>
              </a:spcBef>
              <a:spcAft>
                <a:spcPct val="35000"/>
              </a:spcAft>
              <a:buClrTx/>
              <a:buSzTx/>
              <a:buFontTx/>
              <a:buNone/>
              <a:tabLst/>
              <a:defRPr/>
            </a:pPr>
            <a:endParaRPr kumimoji="0" lang="en-US" sz="1100" b="0" i="0" u="none" strike="noStrike" kern="1200" cap="none" spc="0" normalizeH="0" baseline="0" noProof="0">
              <a:ln>
                <a:noFill/>
              </a:ln>
              <a:solidFill>
                <a:prstClr val="white"/>
              </a:solidFill>
              <a:effectLst/>
              <a:uLnTx/>
              <a:uFillTx/>
              <a:ea typeface="+mn-ea"/>
              <a:cs typeface="+mn-cs"/>
            </a:endParaRPr>
          </a:p>
        </p:txBody>
      </p:sp>
      <p:sp>
        <p:nvSpPr>
          <p:cNvPr id="119" name="Freeform 213">
            <a:extLst>
              <a:ext uri="{FF2B5EF4-FFF2-40B4-BE49-F238E27FC236}">
                <a16:creationId xmlns:a16="http://schemas.microsoft.com/office/drawing/2014/main" id="{41285205-A202-7D25-222B-E96DA74A349D}"/>
              </a:ext>
            </a:extLst>
          </p:cNvPr>
          <p:cNvSpPr>
            <a:spLocks noChangeAspect="1"/>
          </p:cNvSpPr>
          <p:nvPr/>
        </p:nvSpPr>
        <p:spPr>
          <a:xfrm>
            <a:off x="8230359" y="3041701"/>
            <a:ext cx="605568" cy="572309"/>
          </a:xfrm>
          <a:custGeom>
            <a:avLst/>
            <a:gdLst>
              <a:gd name="connsiteX0" fmla="*/ 0 w 1367306"/>
              <a:gd name="connsiteY0" fmla="*/ 683653 h 1367306"/>
              <a:gd name="connsiteX1" fmla="*/ 683653 w 1367306"/>
              <a:gd name="connsiteY1" fmla="*/ 0 h 1367306"/>
              <a:gd name="connsiteX2" fmla="*/ 1367306 w 1367306"/>
              <a:gd name="connsiteY2" fmla="*/ 683653 h 1367306"/>
              <a:gd name="connsiteX3" fmla="*/ 683653 w 1367306"/>
              <a:gd name="connsiteY3" fmla="*/ 1367306 h 1367306"/>
              <a:gd name="connsiteX4" fmla="*/ 0 w 1367306"/>
              <a:gd name="connsiteY4" fmla="*/ 683653 h 13673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7306" h="1367306">
                <a:moveTo>
                  <a:pt x="0" y="683653"/>
                </a:moveTo>
                <a:cubicBezTo>
                  <a:pt x="0" y="306082"/>
                  <a:pt x="306082" y="0"/>
                  <a:pt x="683653" y="0"/>
                </a:cubicBezTo>
                <a:cubicBezTo>
                  <a:pt x="1061224" y="0"/>
                  <a:pt x="1367306" y="306082"/>
                  <a:pt x="1367306" y="683653"/>
                </a:cubicBezTo>
                <a:cubicBezTo>
                  <a:pt x="1367306" y="1061224"/>
                  <a:pt x="1061224" y="1367306"/>
                  <a:pt x="683653" y="1367306"/>
                </a:cubicBezTo>
                <a:cubicBezTo>
                  <a:pt x="306082" y="1367306"/>
                  <a:pt x="0" y="1061224"/>
                  <a:pt x="0" y="683653"/>
                </a:cubicBezTo>
                <a:close/>
              </a:path>
            </a:pathLst>
          </a:custGeom>
          <a:gradFill rotWithShape="0">
            <a:gsLst>
              <a:gs pos="27000">
                <a:schemeClr val="tx2">
                  <a:lumMod val="50000"/>
                  <a:lumOff val="50000"/>
                </a:schemeClr>
              </a:gs>
              <a:gs pos="100000">
                <a:schemeClr val="tx2">
                  <a:lumMod val="75000"/>
                  <a:lumOff val="25000"/>
                </a:schemeClr>
              </a:gs>
            </a:gsLst>
            <a:path path="circle">
              <a:fillToRect r="100000" b="100000"/>
            </a:path>
          </a:gradFill>
          <a:ln w="12700">
            <a:solidFill>
              <a:schemeClr val="tx2">
                <a:lumMod val="50000"/>
                <a:lumOff val="50000"/>
              </a:schemeClr>
            </a:solidFill>
          </a:ln>
          <a:effectLst>
            <a:glow rad="63500">
              <a:schemeClr val="accent1">
                <a:satMod val="175000"/>
                <a:alpha val="40000"/>
              </a:schemeClr>
            </a:glow>
            <a:outerShdw blurRad="63500" sx="102000" sy="102000" algn="ctr" rotWithShape="0">
              <a:prstClr val="black">
                <a:alpha val="40000"/>
              </a:prstClr>
            </a:outerShdw>
          </a:effectLst>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200237" tIns="200237" rIns="200237" bIns="200237" numCol="1" spcCol="1270" anchor="ctr" anchorCtr="0">
            <a:noAutofit/>
          </a:bodyPr>
          <a:lstStyle/>
          <a:p>
            <a:pPr marL="0" marR="0" lvl="0" indent="0" algn="ctr" defTabSz="488950" rtl="0" eaLnBrk="1" fontAlgn="auto" latinLnBrk="0" hangingPunct="1">
              <a:lnSpc>
                <a:spcPts val="1400"/>
              </a:lnSpc>
              <a:spcBef>
                <a:spcPct val="0"/>
              </a:spcBef>
              <a:spcAft>
                <a:spcPct val="35000"/>
              </a:spcAft>
              <a:buClrTx/>
              <a:buSzTx/>
              <a:buFontTx/>
              <a:buNone/>
              <a:tabLst/>
              <a:defRPr/>
            </a:pPr>
            <a:endParaRPr kumimoji="0" lang="en-US" sz="1100" b="0" i="0" u="none" strike="noStrike" kern="1200" cap="none" spc="0" normalizeH="0" baseline="0" noProof="0">
              <a:ln>
                <a:noFill/>
              </a:ln>
              <a:solidFill>
                <a:prstClr val="white"/>
              </a:solidFill>
              <a:effectLst/>
              <a:uLnTx/>
              <a:uFillTx/>
              <a:ea typeface="+mn-ea"/>
              <a:cs typeface="+mn-cs"/>
            </a:endParaRPr>
          </a:p>
        </p:txBody>
      </p:sp>
      <p:sp>
        <p:nvSpPr>
          <p:cNvPr id="120" name="Freeform 213">
            <a:extLst>
              <a:ext uri="{FF2B5EF4-FFF2-40B4-BE49-F238E27FC236}">
                <a16:creationId xmlns:a16="http://schemas.microsoft.com/office/drawing/2014/main" id="{26FB53FD-E100-6AEE-9E6D-45A9E301D186}"/>
              </a:ext>
            </a:extLst>
          </p:cNvPr>
          <p:cNvSpPr>
            <a:spLocks noChangeAspect="1"/>
          </p:cNvSpPr>
          <p:nvPr/>
        </p:nvSpPr>
        <p:spPr>
          <a:xfrm>
            <a:off x="8448802" y="2181367"/>
            <a:ext cx="605568" cy="572309"/>
          </a:xfrm>
          <a:custGeom>
            <a:avLst/>
            <a:gdLst>
              <a:gd name="connsiteX0" fmla="*/ 0 w 1367306"/>
              <a:gd name="connsiteY0" fmla="*/ 683653 h 1367306"/>
              <a:gd name="connsiteX1" fmla="*/ 683653 w 1367306"/>
              <a:gd name="connsiteY1" fmla="*/ 0 h 1367306"/>
              <a:gd name="connsiteX2" fmla="*/ 1367306 w 1367306"/>
              <a:gd name="connsiteY2" fmla="*/ 683653 h 1367306"/>
              <a:gd name="connsiteX3" fmla="*/ 683653 w 1367306"/>
              <a:gd name="connsiteY3" fmla="*/ 1367306 h 1367306"/>
              <a:gd name="connsiteX4" fmla="*/ 0 w 1367306"/>
              <a:gd name="connsiteY4" fmla="*/ 683653 h 13673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7306" h="1367306">
                <a:moveTo>
                  <a:pt x="0" y="683653"/>
                </a:moveTo>
                <a:cubicBezTo>
                  <a:pt x="0" y="306082"/>
                  <a:pt x="306082" y="0"/>
                  <a:pt x="683653" y="0"/>
                </a:cubicBezTo>
                <a:cubicBezTo>
                  <a:pt x="1061224" y="0"/>
                  <a:pt x="1367306" y="306082"/>
                  <a:pt x="1367306" y="683653"/>
                </a:cubicBezTo>
                <a:cubicBezTo>
                  <a:pt x="1367306" y="1061224"/>
                  <a:pt x="1061224" y="1367306"/>
                  <a:pt x="683653" y="1367306"/>
                </a:cubicBezTo>
                <a:cubicBezTo>
                  <a:pt x="306082" y="1367306"/>
                  <a:pt x="0" y="1061224"/>
                  <a:pt x="0" y="683653"/>
                </a:cubicBezTo>
                <a:close/>
              </a:path>
            </a:pathLst>
          </a:custGeom>
          <a:gradFill rotWithShape="0">
            <a:gsLst>
              <a:gs pos="27000">
                <a:schemeClr val="tx2">
                  <a:lumMod val="50000"/>
                  <a:lumOff val="50000"/>
                </a:schemeClr>
              </a:gs>
              <a:gs pos="100000">
                <a:schemeClr val="tx2">
                  <a:lumMod val="75000"/>
                  <a:lumOff val="25000"/>
                </a:schemeClr>
              </a:gs>
            </a:gsLst>
            <a:path path="circle">
              <a:fillToRect r="100000" b="100000"/>
            </a:path>
          </a:gradFill>
          <a:ln w="12700">
            <a:solidFill>
              <a:schemeClr val="tx2">
                <a:lumMod val="50000"/>
                <a:lumOff val="50000"/>
              </a:schemeClr>
            </a:solidFill>
          </a:ln>
          <a:effectLst>
            <a:glow rad="63500">
              <a:schemeClr val="accent1">
                <a:satMod val="175000"/>
                <a:alpha val="40000"/>
              </a:schemeClr>
            </a:glow>
            <a:outerShdw blurRad="63500" sx="102000" sy="102000" algn="ctr" rotWithShape="0">
              <a:prstClr val="black">
                <a:alpha val="40000"/>
              </a:prstClr>
            </a:outerShdw>
          </a:effectLst>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200237" tIns="200237" rIns="200237" bIns="200237" numCol="1" spcCol="1270" anchor="ctr" anchorCtr="0">
            <a:noAutofit/>
          </a:bodyPr>
          <a:lstStyle/>
          <a:p>
            <a:pPr marL="0" marR="0" lvl="0" indent="0" algn="ctr" defTabSz="488950" rtl="0" eaLnBrk="1" fontAlgn="auto" latinLnBrk="0" hangingPunct="1">
              <a:lnSpc>
                <a:spcPts val="1400"/>
              </a:lnSpc>
              <a:spcBef>
                <a:spcPct val="0"/>
              </a:spcBef>
              <a:spcAft>
                <a:spcPct val="35000"/>
              </a:spcAft>
              <a:buClrTx/>
              <a:buSzTx/>
              <a:buFontTx/>
              <a:buNone/>
              <a:tabLst/>
              <a:defRPr/>
            </a:pPr>
            <a:endParaRPr kumimoji="0" lang="en-US" sz="1100" b="0" i="0" u="none" strike="noStrike" kern="1200" cap="none" spc="0" normalizeH="0" baseline="0" noProof="0">
              <a:ln>
                <a:noFill/>
              </a:ln>
              <a:solidFill>
                <a:prstClr val="white"/>
              </a:solidFill>
              <a:effectLst/>
              <a:uLnTx/>
              <a:uFillTx/>
              <a:ea typeface="+mn-ea"/>
              <a:cs typeface="+mn-cs"/>
            </a:endParaRPr>
          </a:p>
        </p:txBody>
      </p:sp>
      <p:sp>
        <p:nvSpPr>
          <p:cNvPr id="122" name="Freeform 213">
            <a:extLst>
              <a:ext uri="{FF2B5EF4-FFF2-40B4-BE49-F238E27FC236}">
                <a16:creationId xmlns:a16="http://schemas.microsoft.com/office/drawing/2014/main" id="{D889436E-11BA-DAB0-2320-D0DEF9C22181}"/>
              </a:ext>
            </a:extLst>
          </p:cNvPr>
          <p:cNvSpPr>
            <a:spLocks noChangeAspect="1"/>
          </p:cNvSpPr>
          <p:nvPr/>
        </p:nvSpPr>
        <p:spPr>
          <a:xfrm>
            <a:off x="10174561" y="2262454"/>
            <a:ext cx="605568" cy="572309"/>
          </a:xfrm>
          <a:custGeom>
            <a:avLst/>
            <a:gdLst>
              <a:gd name="connsiteX0" fmla="*/ 0 w 1367306"/>
              <a:gd name="connsiteY0" fmla="*/ 683653 h 1367306"/>
              <a:gd name="connsiteX1" fmla="*/ 683653 w 1367306"/>
              <a:gd name="connsiteY1" fmla="*/ 0 h 1367306"/>
              <a:gd name="connsiteX2" fmla="*/ 1367306 w 1367306"/>
              <a:gd name="connsiteY2" fmla="*/ 683653 h 1367306"/>
              <a:gd name="connsiteX3" fmla="*/ 683653 w 1367306"/>
              <a:gd name="connsiteY3" fmla="*/ 1367306 h 1367306"/>
              <a:gd name="connsiteX4" fmla="*/ 0 w 1367306"/>
              <a:gd name="connsiteY4" fmla="*/ 683653 h 13673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7306" h="1367306">
                <a:moveTo>
                  <a:pt x="0" y="683653"/>
                </a:moveTo>
                <a:cubicBezTo>
                  <a:pt x="0" y="306082"/>
                  <a:pt x="306082" y="0"/>
                  <a:pt x="683653" y="0"/>
                </a:cubicBezTo>
                <a:cubicBezTo>
                  <a:pt x="1061224" y="0"/>
                  <a:pt x="1367306" y="306082"/>
                  <a:pt x="1367306" y="683653"/>
                </a:cubicBezTo>
                <a:cubicBezTo>
                  <a:pt x="1367306" y="1061224"/>
                  <a:pt x="1061224" y="1367306"/>
                  <a:pt x="683653" y="1367306"/>
                </a:cubicBezTo>
                <a:cubicBezTo>
                  <a:pt x="306082" y="1367306"/>
                  <a:pt x="0" y="1061224"/>
                  <a:pt x="0" y="683653"/>
                </a:cubicBezTo>
                <a:close/>
              </a:path>
            </a:pathLst>
          </a:custGeom>
          <a:gradFill rotWithShape="0">
            <a:gsLst>
              <a:gs pos="27000">
                <a:schemeClr val="tx2">
                  <a:lumMod val="50000"/>
                  <a:lumOff val="50000"/>
                </a:schemeClr>
              </a:gs>
              <a:gs pos="100000">
                <a:schemeClr val="tx2">
                  <a:lumMod val="75000"/>
                  <a:lumOff val="25000"/>
                </a:schemeClr>
              </a:gs>
            </a:gsLst>
            <a:path path="circle">
              <a:fillToRect r="100000" b="100000"/>
            </a:path>
          </a:gradFill>
          <a:ln w="12700">
            <a:solidFill>
              <a:schemeClr val="tx2">
                <a:lumMod val="50000"/>
                <a:lumOff val="50000"/>
              </a:schemeClr>
            </a:solidFill>
          </a:ln>
          <a:effectLst>
            <a:glow rad="63500">
              <a:schemeClr val="accent1">
                <a:satMod val="175000"/>
                <a:alpha val="40000"/>
              </a:schemeClr>
            </a:glow>
            <a:outerShdw blurRad="63500" sx="102000" sy="102000" algn="ctr" rotWithShape="0">
              <a:prstClr val="black">
                <a:alpha val="40000"/>
              </a:prstClr>
            </a:outerShdw>
          </a:effectLst>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200237" tIns="200237" rIns="200237" bIns="200237" numCol="1" spcCol="1270" anchor="ctr" anchorCtr="0">
            <a:noAutofit/>
          </a:bodyPr>
          <a:lstStyle/>
          <a:p>
            <a:pPr marL="0" marR="0" lvl="0" indent="0" algn="ctr" defTabSz="488950" rtl="0" eaLnBrk="1" fontAlgn="auto" latinLnBrk="0" hangingPunct="1">
              <a:lnSpc>
                <a:spcPts val="1400"/>
              </a:lnSpc>
              <a:spcBef>
                <a:spcPct val="0"/>
              </a:spcBef>
              <a:spcAft>
                <a:spcPct val="35000"/>
              </a:spcAft>
              <a:buClrTx/>
              <a:buSzTx/>
              <a:buFontTx/>
              <a:buNone/>
              <a:tabLst/>
              <a:defRPr/>
            </a:pPr>
            <a:endParaRPr kumimoji="0" lang="en-US" sz="1100" b="0" i="0" u="none" strike="noStrike" kern="1200" cap="none" spc="0" normalizeH="0" baseline="0" noProof="0">
              <a:ln>
                <a:noFill/>
              </a:ln>
              <a:solidFill>
                <a:prstClr val="white"/>
              </a:solidFill>
              <a:effectLst/>
              <a:uLnTx/>
              <a:uFillTx/>
              <a:ea typeface="+mn-ea"/>
              <a:cs typeface="+mn-cs"/>
            </a:endParaRPr>
          </a:p>
        </p:txBody>
      </p:sp>
      <p:sp>
        <p:nvSpPr>
          <p:cNvPr id="123" name="Freeform 212">
            <a:extLst>
              <a:ext uri="{FF2B5EF4-FFF2-40B4-BE49-F238E27FC236}">
                <a16:creationId xmlns:a16="http://schemas.microsoft.com/office/drawing/2014/main" id="{B236B4A4-9DA3-5567-AB3B-B14CDDC33A2D}"/>
              </a:ext>
            </a:extLst>
          </p:cNvPr>
          <p:cNvSpPr>
            <a:spLocks/>
          </p:cNvSpPr>
          <p:nvPr/>
        </p:nvSpPr>
        <p:spPr>
          <a:xfrm>
            <a:off x="6666914" y="1603288"/>
            <a:ext cx="5072735" cy="409352"/>
          </a:xfrm>
          <a:custGeom>
            <a:avLst/>
            <a:gdLst>
              <a:gd name="connsiteX0" fmla="*/ 0 w 3017837"/>
              <a:gd name="connsiteY0" fmla="*/ 0 h 754459"/>
              <a:gd name="connsiteX1" fmla="*/ 3017837 w 3017837"/>
              <a:gd name="connsiteY1" fmla="*/ 0 h 754459"/>
              <a:gd name="connsiteX2" fmla="*/ 3017837 w 3017837"/>
              <a:gd name="connsiteY2" fmla="*/ 754459 h 754459"/>
              <a:gd name="connsiteX3" fmla="*/ 0 w 3017837"/>
              <a:gd name="connsiteY3" fmla="*/ 754459 h 754459"/>
              <a:gd name="connsiteX4" fmla="*/ 0 w 3017837"/>
              <a:gd name="connsiteY4" fmla="*/ 0 h 7544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17837" h="754459">
                <a:moveTo>
                  <a:pt x="0" y="0"/>
                </a:moveTo>
                <a:lnTo>
                  <a:pt x="3017837" y="0"/>
                </a:lnTo>
                <a:lnTo>
                  <a:pt x="3017837" y="754459"/>
                </a:lnTo>
                <a:lnTo>
                  <a:pt x="0" y="754459"/>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13792" tIns="113792" rIns="113792" bIns="113792" numCol="1" spcCol="1270" anchor="ctr" anchorCtr="0">
            <a:noAutofit/>
          </a:bodyPr>
          <a:lstStyle/>
          <a:p>
            <a:pPr lvl="0" algn="ctr" defTabSz="711200">
              <a:lnSpc>
                <a:spcPct val="90000"/>
              </a:lnSpc>
              <a:spcBef>
                <a:spcPct val="0"/>
              </a:spcBef>
              <a:spcAft>
                <a:spcPct val="35000"/>
              </a:spcAft>
              <a:defRPr/>
            </a:pPr>
            <a:r>
              <a:rPr kumimoji="0" lang="en-US" sz="1600" b="1" i="0" u="none" strike="noStrike" kern="1200" cap="none" spc="0" normalizeH="0" baseline="0" noProof="0" dirty="0">
                <a:ln>
                  <a:noFill/>
                </a:ln>
                <a:solidFill>
                  <a:schemeClr val="tx2">
                    <a:lumMod val="60000"/>
                    <a:lumOff val="40000"/>
                  </a:schemeClr>
                </a:solidFill>
                <a:effectLst/>
                <a:uLnTx/>
                <a:uFillTx/>
                <a:ea typeface="+mn-ea"/>
                <a:cs typeface="+mn-cs"/>
              </a:rPr>
              <a:t>1179 KE INTER (36%) | 2084</a:t>
            </a:r>
            <a:r>
              <a:rPr lang="en-US" sz="1600" b="1" dirty="0">
                <a:solidFill>
                  <a:schemeClr val="tx2">
                    <a:lumMod val="60000"/>
                    <a:lumOff val="40000"/>
                  </a:schemeClr>
                </a:solidFill>
              </a:rPr>
              <a:t> KE</a:t>
            </a:r>
            <a:r>
              <a:rPr kumimoji="0" lang="en-US" sz="1600" b="1" i="0" u="none" strike="noStrike" kern="1200" cap="none" spc="0" normalizeH="0" baseline="0" noProof="0" dirty="0">
                <a:ln>
                  <a:noFill/>
                </a:ln>
                <a:solidFill>
                  <a:schemeClr val="tx2">
                    <a:lumMod val="60000"/>
                    <a:lumOff val="40000"/>
                  </a:schemeClr>
                </a:solidFill>
                <a:effectLst/>
                <a:uLnTx/>
                <a:uFillTx/>
                <a:ea typeface="+mn-ea"/>
                <a:cs typeface="+mn-cs"/>
              </a:rPr>
              <a:t> INTRA </a:t>
            </a:r>
            <a:r>
              <a:rPr lang="en-US" sz="1600" b="1" dirty="0">
                <a:solidFill>
                  <a:schemeClr val="tx2">
                    <a:lumMod val="60000"/>
                    <a:lumOff val="40000"/>
                  </a:schemeClr>
                </a:solidFill>
              </a:rPr>
              <a:t>(64%)</a:t>
            </a:r>
            <a:endParaRPr kumimoji="0" lang="en-US" sz="1600" b="1" i="0" u="none" strike="noStrike" kern="1200" cap="none" spc="0" normalizeH="0" baseline="0" noProof="0" dirty="0">
              <a:ln>
                <a:noFill/>
              </a:ln>
              <a:solidFill>
                <a:schemeClr val="tx2">
                  <a:lumMod val="60000"/>
                  <a:lumOff val="40000"/>
                </a:schemeClr>
              </a:solidFill>
              <a:effectLst/>
              <a:uLnTx/>
              <a:uFillTx/>
              <a:ea typeface="+mn-ea"/>
              <a:cs typeface="+mn-cs"/>
            </a:endParaRPr>
          </a:p>
        </p:txBody>
      </p:sp>
      <p:sp>
        <p:nvSpPr>
          <p:cNvPr id="2" name="Rectangle 1">
            <a:extLst>
              <a:ext uri="{FF2B5EF4-FFF2-40B4-BE49-F238E27FC236}">
                <a16:creationId xmlns:a16="http://schemas.microsoft.com/office/drawing/2014/main" id="{BEC9DAC9-C3B3-1D19-96A2-3DB54E54653F}"/>
              </a:ext>
            </a:extLst>
          </p:cNvPr>
          <p:cNvSpPr/>
          <p:nvPr/>
        </p:nvSpPr>
        <p:spPr>
          <a:xfrm>
            <a:off x="12093700" y="0"/>
            <a:ext cx="108000" cy="6858000"/>
          </a:xfrm>
          <a:prstGeom prst="rect">
            <a:avLst/>
          </a:prstGeom>
          <a:gradFill>
            <a:gsLst>
              <a:gs pos="0">
                <a:schemeClr val="accent1"/>
              </a:gs>
              <a:gs pos="56000">
                <a:schemeClr val="accent2"/>
              </a:gs>
              <a:gs pos="83000">
                <a:schemeClr val="accent4"/>
              </a:gs>
            </a:gsLst>
            <a:lin ang="5400000" scaled="1"/>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sz="1400" err="1">
              <a:solidFill>
                <a:schemeClr val="tx1"/>
              </a:solidFill>
            </a:endParaRPr>
          </a:p>
        </p:txBody>
      </p:sp>
      <p:sp>
        <p:nvSpPr>
          <p:cNvPr id="6" name="Rectangle 5">
            <a:extLst>
              <a:ext uri="{FF2B5EF4-FFF2-40B4-BE49-F238E27FC236}">
                <a16:creationId xmlns:a16="http://schemas.microsoft.com/office/drawing/2014/main" id="{39DC97BB-9E79-1690-89BF-512BFAF940FA}"/>
              </a:ext>
            </a:extLst>
          </p:cNvPr>
          <p:cNvSpPr/>
          <p:nvPr/>
        </p:nvSpPr>
        <p:spPr>
          <a:xfrm>
            <a:off x="-17978" y="0"/>
            <a:ext cx="108000" cy="6858000"/>
          </a:xfrm>
          <a:prstGeom prst="rect">
            <a:avLst/>
          </a:prstGeom>
          <a:gradFill>
            <a:gsLst>
              <a:gs pos="0">
                <a:schemeClr val="accent1"/>
              </a:gs>
              <a:gs pos="56000">
                <a:schemeClr val="accent2"/>
              </a:gs>
              <a:gs pos="83000">
                <a:schemeClr val="accent4"/>
              </a:gs>
            </a:gsLst>
            <a:lin ang="5400000" scaled="1"/>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sz="1400" err="1">
              <a:solidFill>
                <a:schemeClr val="tx1"/>
              </a:solidFill>
            </a:endParaRPr>
          </a:p>
        </p:txBody>
      </p:sp>
      <p:sp>
        <p:nvSpPr>
          <p:cNvPr id="4" name="TextBox 3">
            <a:extLst>
              <a:ext uri="{FF2B5EF4-FFF2-40B4-BE49-F238E27FC236}">
                <a16:creationId xmlns:a16="http://schemas.microsoft.com/office/drawing/2014/main" id="{E8F421E9-18E1-DB43-3D4D-91E45E89BF67}"/>
              </a:ext>
            </a:extLst>
          </p:cNvPr>
          <p:cNvSpPr txBox="1"/>
          <p:nvPr/>
        </p:nvSpPr>
        <p:spPr>
          <a:xfrm>
            <a:off x="985035" y="4095163"/>
            <a:ext cx="4124927" cy="309958"/>
          </a:xfrm>
          <a:prstGeom prst="rect">
            <a:avLst/>
          </a:prstGeom>
          <a:noFill/>
        </p:spPr>
        <p:txBody>
          <a:bodyPr vert="horz" wrap="square" lIns="90000" tIns="46800" rIns="90000" bIns="46800" rtlCol="0" anchor="ctr">
            <a:spAutoFit/>
          </a:bodyPr>
          <a:lstStyle/>
          <a:p>
            <a:pPr algn="ctr">
              <a:spcBef>
                <a:spcPct val="0"/>
              </a:spcBef>
            </a:pPr>
            <a:r>
              <a:rPr lang="en-US" sz="1400" b="1" dirty="0"/>
              <a:t>YTD Target 4150 KE (end of Jun) – 50%</a:t>
            </a:r>
            <a:endParaRPr lang="en-IN" sz="1400" b="1" dirty="0"/>
          </a:p>
        </p:txBody>
      </p:sp>
      <p:sp>
        <p:nvSpPr>
          <p:cNvPr id="3" name="Rectangle 2">
            <a:extLst>
              <a:ext uri="{FF2B5EF4-FFF2-40B4-BE49-F238E27FC236}">
                <a16:creationId xmlns:a16="http://schemas.microsoft.com/office/drawing/2014/main" id="{37F4E48D-E02F-6FF7-5D82-73C913CCF05B}"/>
              </a:ext>
            </a:extLst>
          </p:cNvPr>
          <p:cNvSpPr/>
          <p:nvPr/>
        </p:nvSpPr>
        <p:spPr>
          <a:xfrm>
            <a:off x="425852" y="6059554"/>
            <a:ext cx="5052692" cy="509117"/>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dirty="0">
                <a:solidFill>
                  <a:schemeClr val="tx2">
                    <a:lumMod val="60000"/>
                    <a:lumOff val="40000"/>
                  </a:schemeClr>
                </a:solidFill>
              </a:rPr>
              <a:t>Booking performance is tracked at 270 KE below the target </a:t>
            </a:r>
            <a:endParaRPr lang="en-IN" sz="1400" dirty="0" err="1">
              <a:solidFill>
                <a:schemeClr val="tx2">
                  <a:lumMod val="60000"/>
                  <a:lumOff val="40000"/>
                </a:schemeClr>
              </a:solidFill>
            </a:endParaRPr>
          </a:p>
        </p:txBody>
      </p:sp>
    </p:spTree>
    <p:extLst>
      <p:ext uri="{BB962C8B-B14F-4D97-AF65-F5344CB8AC3E}">
        <p14:creationId xmlns:p14="http://schemas.microsoft.com/office/powerpoint/2010/main" val="4189120682"/>
      </p:ext>
    </p:extLst>
  </p:cSld>
  <p:clrMapOvr>
    <a:masterClrMapping/>
  </p:clrMapOvr>
  <p:transition spd="med">
    <p:pull/>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B6B685-41DF-09E8-2396-01BBF595A38D}"/>
            </a:ext>
          </a:extLst>
        </p:cNvPr>
        <p:cNvGrpSpPr/>
        <p:nvPr/>
      </p:nvGrpSpPr>
      <p:grpSpPr>
        <a:xfrm>
          <a:off x="0" y="0"/>
          <a:ext cx="0" cy="0"/>
          <a:chOff x="0" y="0"/>
          <a:chExt cx="0" cy="0"/>
        </a:xfrm>
      </p:grpSpPr>
      <p:sp>
        <p:nvSpPr>
          <p:cNvPr id="4" name="Shape 2">
            <a:extLst>
              <a:ext uri="{FF2B5EF4-FFF2-40B4-BE49-F238E27FC236}">
                <a16:creationId xmlns:a16="http://schemas.microsoft.com/office/drawing/2014/main" id="{67F19EBF-9D89-E35B-40F3-1164972639C7}"/>
              </a:ext>
            </a:extLst>
          </p:cNvPr>
          <p:cNvSpPr/>
          <p:nvPr/>
        </p:nvSpPr>
        <p:spPr>
          <a:xfrm>
            <a:off x="402336" y="950976"/>
            <a:ext cx="3710282" cy="4876800"/>
          </a:xfrm>
          <a:prstGeom prst="rect">
            <a:avLst/>
          </a:prstGeom>
          <a:solidFill>
            <a:srgbClr val="EEF3FA"/>
          </a:solidFill>
          <a:ln w="12700">
            <a:solidFill>
              <a:srgbClr val="C5D5EA"/>
            </a:solidFill>
            <a:prstDash val="solid"/>
          </a:ln>
          <a:effectLst>
            <a:glow rad="63500">
              <a:schemeClr val="accent1">
                <a:satMod val="175000"/>
                <a:alpha val="40000"/>
              </a:schemeClr>
            </a:glow>
            <a:outerShdw blurRad="63500" sx="102000" sy="102000" algn="ctr" rotWithShape="0">
              <a:prstClr val="black">
                <a:alpha val="40000"/>
              </a:prstClr>
            </a:outerShdw>
          </a:effectLst>
        </p:spPr>
        <p:txBody>
          <a:bodyPr/>
          <a:lstStyle/>
          <a:p>
            <a:endParaRPr lang="en-IN">
              <a:latin typeface="Ubuntu" panose="020B0504030602030204" pitchFamily="34" charset="0"/>
            </a:endParaRPr>
          </a:p>
        </p:txBody>
      </p:sp>
      <p:sp>
        <p:nvSpPr>
          <p:cNvPr id="2" name="Text 0">
            <a:extLst>
              <a:ext uri="{FF2B5EF4-FFF2-40B4-BE49-F238E27FC236}">
                <a16:creationId xmlns:a16="http://schemas.microsoft.com/office/drawing/2014/main" id="{D31C4A1D-3CBB-751E-8F11-1CCEA80992BE}"/>
              </a:ext>
            </a:extLst>
          </p:cNvPr>
          <p:cNvSpPr/>
          <p:nvPr/>
        </p:nvSpPr>
        <p:spPr>
          <a:xfrm>
            <a:off x="426720" y="146304"/>
            <a:ext cx="11338560" cy="633984"/>
          </a:xfrm>
          <a:prstGeom prst="rect">
            <a:avLst/>
          </a:prstGeom>
          <a:noFill/>
          <a:ln/>
        </p:spPr>
        <p:txBody>
          <a:bodyPr wrap="square" lIns="0" tIns="0" rIns="0" bIns="0" rtlCol="0" anchor="ctr"/>
          <a:lstStyle/>
          <a:p>
            <a:pPr defTabSz="1219170"/>
            <a:r>
              <a:rPr lang="en-US" sz="2800" b="1">
                <a:solidFill>
                  <a:srgbClr val="1C3A6E"/>
                </a:solidFill>
                <a:latin typeface="Ubuntu" panose="020B0504030602030204" pitchFamily="34" charset="0"/>
                <a:ea typeface="Calibri" pitchFamily="34" charset="-122"/>
                <a:cs typeface="Calibri" pitchFamily="34" charset="-120"/>
              </a:rPr>
              <a:t>Segment Mix &amp; Pipeline Coverage Trend  |  Jan–Jun 2026</a:t>
            </a:r>
            <a:endParaRPr lang="en-US" sz="2800">
              <a:solidFill>
                <a:prstClr val="black"/>
              </a:solidFill>
              <a:latin typeface="Ubuntu" panose="020B0504030602030204" pitchFamily="34" charset="0"/>
            </a:endParaRPr>
          </a:p>
        </p:txBody>
      </p:sp>
      <p:sp>
        <p:nvSpPr>
          <p:cNvPr id="3" name="Shape 1">
            <a:extLst>
              <a:ext uri="{FF2B5EF4-FFF2-40B4-BE49-F238E27FC236}">
                <a16:creationId xmlns:a16="http://schemas.microsoft.com/office/drawing/2014/main" id="{B0D8F2D7-D488-83EB-8E0D-296A15932221}"/>
              </a:ext>
            </a:extLst>
          </p:cNvPr>
          <p:cNvSpPr/>
          <p:nvPr/>
        </p:nvSpPr>
        <p:spPr>
          <a:xfrm>
            <a:off x="426720" y="792480"/>
            <a:ext cx="11338560" cy="48768"/>
          </a:xfrm>
          <a:prstGeom prst="rect">
            <a:avLst/>
          </a:prstGeom>
          <a:solidFill>
            <a:srgbClr val="1E88E5"/>
          </a:solidFill>
          <a:ln w="12700">
            <a:solidFill>
              <a:srgbClr val="1E88E5"/>
            </a:solidFill>
            <a:prstDash val="solid"/>
          </a:ln>
        </p:spPr>
        <p:txBody>
          <a:bodyPr/>
          <a:lstStyle/>
          <a:p>
            <a:endParaRPr lang="en-IN">
              <a:latin typeface="Ubuntu" panose="020B0504030602030204" pitchFamily="34" charset="0"/>
            </a:endParaRPr>
          </a:p>
        </p:txBody>
      </p:sp>
      <p:sp>
        <p:nvSpPr>
          <p:cNvPr id="5" name="Shape 3">
            <a:extLst>
              <a:ext uri="{FF2B5EF4-FFF2-40B4-BE49-F238E27FC236}">
                <a16:creationId xmlns:a16="http://schemas.microsoft.com/office/drawing/2014/main" id="{3D0B86CD-BE00-D3BB-3138-7402529BF283}"/>
              </a:ext>
            </a:extLst>
          </p:cNvPr>
          <p:cNvSpPr/>
          <p:nvPr/>
        </p:nvSpPr>
        <p:spPr>
          <a:xfrm>
            <a:off x="4450082" y="950976"/>
            <a:ext cx="3535680" cy="4876800"/>
          </a:xfrm>
          <a:prstGeom prst="rect">
            <a:avLst/>
          </a:prstGeom>
          <a:solidFill>
            <a:srgbClr val="EEF3FA"/>
          </a:solidFill>
          <a:ln w="12700">
            <a:solidFill>
              <a:srgbClr val="C5D5EA"/>
            </a:solidFill>
            <a:prstDash val="solid"/>
          </a:ln>
          <a:effectLst>
            <a:glow rad="63500">
              <a:schemeClr val="accent1">
                <a:satMod val="175000"/>
                <a:alpha val="40000"/>
              </a:schemeClr>
            </a:glow>
            <a:outerShdw blurRad="63500" sx="102000" sy="102000" algn="ctr" rotWithShape="0">
              <a:prstClr val="black">
                <a:alpha val="40000"/>
              </a:prstClr>
            </a:outerShdw>
          </a:effectLst>
        </p:spPr>
        <p:txBody>
          <a:bodyPr/>
          <a:lstStyle/>
          <a:p>
            <a:endParaRPr lang="en-IN">
              <a:latin typeface="Ubuntu" panose="020B0504030602030204" pitchFamily="34" charset="0"/>
            </a:endParaRPr>
          </a:p>
        </p:txBody>
      </p:sp>
      <p:sp>
        <p:nvSpPr>
          <p:cNvPr id="6" name="Shape 4">
            <a:extLst>
              <a:ext uri="{FF2B5EF4-FFF2-40B4-BE49-F238E27FC236}">
                <a16:creationId xmlns:a16="http://schemas.microsoft.com/office/drawing/2014/main" id="{FBF7116C-B905-42FF-27C7-8DEA8346D3CC}"/>
              </a:ext>
            </a:extLst>
          </p:cNvPr>
          <p:cNvSpPr/>
          <p:nvPr/>
        </p:nvSpPr>
        <p:spPr>
          <a:xfrm>
            <a:off x="8290560" y="950976"/>
            <a:ext cx="3535680" cy="4876800"/>
          </a:xfrm>
          <a:prstGeom prst="rect">
            <a:avLst/>
          </a:prstGeom>
          <a:solidFill>
            <a:srgbClr val="EEF3FA"/>
          </a:solidFill>
          <a:ln w="12700">
            <a:solidFill>
              <a:srgbClr val="C5D5EA"/>
            </a:solidFill>
            <a:prstDash val="solid"/>
          </a:ln>
          <a:effectLst>
            <a:glow rad="63500">
              <a:schemeClr val="accent1">
                <a:satMod val="175000"/>
                <a:alpha val="40000"/>
              </a:schemeClr>
            </a:glow>
            <a:outerShdw blurRad="63500" sx="102000" sy="102000" algn="ctr" rotWithShape="0">
              <a:prstClr val="black">
                <a:alpha val="40000"/>
              </a:prstClr>
            </a:outerShdw>
          </a:effectLst>
        </p:spPr>
        <p:txBody>
          <a:bodyPr/>
          <a:lstStyle/>
          <a:p>
            <a:endParaRPr lang="en-IN">
              <a:latin typeface="Ubuntu" panose="020B0504030602030204" pitchFamily="34" charset="0"/>
            </a:endParaRPr>
          </a:p>
        </p:txBody>
      </p:sp>
      <p:sp>
        <p:nvSpPr>
          <p:cNvPr id="7" name="Text 5">
            <a:extLst>
              <a:ext uri="{FF2B5EF4-FFF2-40B4-BE49-F238E27FC236}">
                <a16:creationId xmlns:a16="http://schemas.microsoft.com/office/drawing/2014/main" id="{6559CE4B-68F7-F20F-5E69-7C889D9439C2}"/>
              </a:ext>
            </a:extLst>
          </p:cNvPr>
          <p:cNvSpPr/>
          <p:nvPr/>
        </p:nvSpPr>
        <p:spPr>
          <a:xfrm>
            <a:off x="548640" y="999744"/>
            <a:ext cx="3657600" cy="341376"/>
          </a:xfrm>
          <a:prstGeom prst="rect">
            <a:avLst/>
          </a:prstGeom>
          <a:noFill/>
          <a:ln/>
        </p:spPr>
        <p:txBody>
          <a:bodyPr wrap="square" lIns="0" tIns="0" rIns="0" bIns="0" rtlCol="0" anchor="ctr"/>
          <a:lstStyle/>
          <a:p>
            <a:pPr defTabSz="1219170"/>
            <a:r>
              <a:rPr lang="en-US" sz="1200" b="1" dirty="0">
                <a:solidFill>
                  <a:srgbClr val="1C3A6E"/>
                </a:solidFill>
                <a:latin typeface="Ubuntu" panose="020B0504030602030204" pitchFamily="34" charset="0"/>
                <a:ea typeface="Calibri" pitchFamily="34" charset="-122"/>
                <a:cs typeface="Calibri" pitchFamily="34" charset="-120"/>
              </a:rPr>
              <a:t>Booking Achieved – MoM (KE)</a:t>
            </a:r>
            <a:endParaRPr lang="en-US" sz="1200" dirty="0">
              <a:solidFill>
                <a:prstClr val="black"/>
              </a:solidFill>
              <a:latin typeface="Ubuntu" panose="020B0504030602030204" pitchFamily="34" charset="0"/>
            </a:endParaRPr>
          </a:p>
        </p:txBody>
      </p:sp>
      <p:sp>
        <p:nvSpPr>
          <p:cNvPr id="8" name="Text 6">
            <a:extLst>
              <a:ext uri="{FF2B5EF4-FFF2-40B4-BE49-F238E27FC236}">
                <a16:creationId xmlns:a16="http://schemas.microsoft.com/office/drawing/2014/main" id="{10C1E37D-4F43-E2A2-1CE0-89043DA3399D}"/>
              </a:ext>
            </a:extLst>
          </p:cNvPr>
          <p:cNvSpPr/>
          <p:nvPr/>
        </p:nvSpPr>
        <p:spPr>
          <a:xfrm>
            <a:off x="4730496" y="999744"/>
            <a:ext cx="3230880" cy="341376"/>
          </a:xfrm>
          <a:prstGeom prst="rect">
            <a:avLst/>
          </a:prstGeom>
          <a:noFill/>
          <a:ln/>
        </p:spPr>
        <p:txBody>
          <a:bodyPr wrap="square" lIns="0" tIns="0" rIns="0" bIns="0" rtlCol="0" anchor="ctr"/>
          <a:lstStyle/>
          <a:p>
            <a:pPr defTabSz="1219170"/>
            <a:r>
              <a:rPr lang="en-US" sz="1200" b="1">
                <a:solidFill>
                  <a:srgbClr val="1C3A6E"/>
                </a:solidFill>
                <a:latin typeface="Ubuntu" panose="020B0504030602030204" pitchFamily="34" charset="0"/>
                <a:ea typeface="Calibri" pitchFamily="34" charset="-122"/>
                <a:cs typeface="Calibri" pitchFamily="34" charset="-120"/>
              </a:rPr>
              <a:t>Pipeline-to-Sold Coverage (x)</a:t>
            </a:r>
            <a:endParaRPr lang="en-US" sz="1200">
              <a:solidFill>
                <a:prstClr val="black"/>
              </a:solidFill>
              <a:latin typeface="Ubuntu" panose="020B0504030602030204" pitchFamily="34" charset="0"/>
            </a:endParaRPr>
          </a:p>
        </p:txBody>
      </p:sp>
      <p:sp>
        <p:nvSpPr>
          <p:cNvPr id="9" name="Text 7">
            <a:extLst>
              <a:ext uri="{FF2B5EF4-FFF2-40B4-BE49-F238E27FC236}">
                <a16:creationId xmlns:a16="http://schemas.microsoft.com/office/drawing/2014/main" id="{E18A7199-1A63-A749-A7B4-C1C615E5C901}"/>
              </a:ext>
            </a:extLst>
          </p:cNvPr>
          <p:cNvSpPr/>
          <p:nvPr/>
        </p:nvSpPr>
        <p:spPr>
          <a:xfrm>
            <a:off x="8436864" y="999744"/>
            <a:ext cx="3230880" cy="341376"/>
          </a:xfrm>
          <a:prstGeom prst="rect">
            <a:avLst/>
          </a:prstGeom>
          <a:noFill/>
          <a:ln/>
        </p:spPr>
        <p:txBody>
          <a:bodyPr wrap="square" lIns="0" tIns="0" rIns="0" bIns="0" rtlCol="0" anchor="ctr"/>
          <a:lstStyle/>
          <a:p>
            <a:pPr defTabSz="1219170"/>
            <a:r>
              <a:rPr lang="en-US" sz="1200" b="1">
                <a:solidFill>
                  <a:srgbClr val="1C3A6E"/>
                </a:solidFill>
                <a:latin typeface="Ubuntu" panose="020B0504030602030204" pitchFamily="34" charset="0"/>
                <a:ea typeface="Calibri" pitchFamily="34" charset="-122"/>
                <a:cs typeface="Calibri" pitchFamily="34" charset="-120"/>
              </a:rPr>
              <a:t>Inter vs. Intra Segment Mix (%)</a:t>
            </a:r>
            <a:endParaRPr lang="en-US" sz="1200">
              <a:solidFill>
                <a:prstClr val="black"/>
              </a:solidFill>
              <a:latin typeface="Ubuntu" panose="020B0504030602030204" pitchFamily="34" charset="0"/>
            </a:endParaRPr>
          </a:p>
        </p:txBody>
      </p:sp>
      <p:sp>
        <p:nvSpPr>
          <p:cNvPr id="16" name="Text 11">
            <a:extLst>
              <a:ext uri="{FF2B5EF4-FFF2-40B4-BE49-F238E27FC236}">
                <a16:creationId xmlns:a16="http://schemas.microsoft.com/office/drawing/2014/main" id="{1A440834-F339-3808-8459-9639DF74D45F}"/>
              </a:ext>
            </a:extLst>
          </p:cNvPr>
          <p:cNvSpPr/>
          <p:nvPr/>
        </p:nvSpPr>
        <p:spPr>
          <a:xfrm>
            <a:off x="463296" y="5961888"/>
            <a:ext cx="5340096" cy="694944"/>
          </a:xfrm>
          <a:prstGeom prst="rect">
            <a:avLst/>
          </a:prstGeom>
          <a:noFill/>
          <a:ln/>
        </p:spPr>
        <p:txBody>
          <a:bodyPr wrap="square" lIns="50800" tIns="50800" rIns="50800" bIns="50800" rtlCol="0" anchor="ctr"/>
          <a:lstStyle/>
          <a:p>
            <a:pPr defTabSz="1219170"/>
            <a:r>
              <a:rPr lang="en-US" sz="1133" b="1">
                <a:solidFill>
                  <a:srgbClr val="FFFFFF"/>
                </a:solidFill>
                <a:latin typeface="Ubuntu" panose="020B0504030602030204" pitchFamily="34" charset="0"/>
                <a:ea typeface="Calibri" pitchFamily="34" charset="-122"/>
                <a:cs typeface="Calibri" pitchFamily="34" charset="-120"/>
              </a:rPr>
              <a:t>Segment Shift:  </a:t>
            </a:r>
            <a:r>
              <a:rPr lang="en-US" sz="1133">
                <a:solidFill>
                  <a:srgbClr val="FFFFFF"/>
                </a:solidFill>
                <a:latin typeface="Ubuntu" panose="020B0504030602030204" pitchFamily="34" charset="0"/>
                <a:ea typeface="Calibri" pitchFamily="34" charset="-122"/>
                <a:cs typeface="Calibri" pitchFamily="34" charset="-120"/>
              </a:rPr>
              <a:t>INTER eased ↓7% (60%→53%); INTRA rose to 47%, driven by volume pressure in key INTER accounts.</a:t>
            </a:r>
            <a:endParaRPr lang="en-US" sz="1133">
              <a:solidFill>
                <a:prstClr val="black"/>
              </a:solidFill>
              <a:latin typeface="Ubuntu" panose="020B0504030602030204" pitchFamily="34" charset="0"/>
            </a:endParaRPr>
          </a:p>
        </p:txBody>
      </p:sp>
      <p:sp>
        <p:nvSpPr>
          <p:cNvPr id="17" name="Shape 12">
            <a:extLst>
              <a:ext uri="{FF2B5EF4-FFF2-40B4-BE49-F238E27FC236}">
                <a16:creationId xmlns:a16="http://schemas.microsoft.com/office/drawing/2014/main" id="{D9D5E4F8-C654-9538-D60F-DDDBFAFC44A1}"/>
              </a:ext>
            </a:extLst>
          </p:cNvPr>
          <p:cNvSpPr/>
          <p:nvPr/>
        </p:nvSpPr>
        <p:spPr>
          <a:xfrm>
            <a:off x="4431411" y="5900046"/>
            <a:ext cx="3596638" cy="774203"/>
          </a:xfrm>
          <a:prstGeom prst="rect">
            <a:avLst/>
          </a:prstGeom>
          <a:solidFill>
            <a:srgbClr val="00897B"/>
          </a:solidFill>
          <a:ln w="12700">
            <a:solidFill>
              <a:srgbClr val="00897B"/>
            </a:solidFill>
            <a:prstDash val="solid"/>
          </a:ln>
        </p:spPr>
        <p:txBody>
          <a:bodyPr/>
          <a:lstStyle/>
          <a:p>
            <a:endParaRPr lang="en-IN">
              <a:latin typeface="Ubuntu" panose="020B0504030602030204" pitchFamily="34" charset="0"/>
            </a:endParaRPr>
          </a:p>
        </p:txBody>
      </p:sp>
      <p:sp>
        <p:nvSpPr>
          <p:cNvPr id="18" name="Text 13">
            <a:extLst>
              <a:ext uri="{FF2B5EF4-FFF2-40B4-BE49-F238E27FC236}">
                <a16:creationId xmlns:a16="http://schemas.microsoft.com/office/drawing/2014/main" id="{7DB6EDA2-42F5-ED45-8004-32BA606824B7}"/>
              </a:ext>
            </a:extLst>
          </p:cNvPr>
          <p:cNvSpPr/>
          <p:nvPr/>
        </p:nvSpPr>
        <p:spPr>
          <a:xfrm>
            <a:off x="4514951" y="5932170"/>
            <a:ext cx="3465095" cy="694944"/>
          </a:xfrm>
          <a:prstGeom prst="rect">
            <a:avLst/>
          </a:prstGeom>
          <a:noFill/>
          <a:ln/>
        </p:spPr>
        <p:txBody>
          <a:bodyPr wrap="square" lIns="50800" tIns="50800" rIns="50800" bIns="50800" rtlCol="0" anchor="ctr"/>
          <a:lstStyle/>
          <a:p>
            <a:pPr defTabSz="1219170"/>
            <a:r>
              <a:rPr lang="en-US" sz="1100" b="1" dirty="0">
                <a:solidFill>
                  <a:srgbClr val="FFFFFF"/>
                </a:solidFill>
                <a:latin typeface="Ubuntu" panose="020B0504030602030204" pitchFamily="34" charset="0"/>
                <a:ea typeface="Calibri" pitchFamily="34" charset="-122"/>
                <a:cs typeface="Calibri" pitchFamily="34" charset="-120"/>
              </a:rPr>
              <a:t>Pipeline Coverage: </a:t>
            </a:r>
          </a:p>
          <a:p>
            <a:pPr defTabSz="1219170"/>
            <a:r>
              <a:rPr lang="en-US" sz="1100" dirty="0">
                <a:solidFill>
                  <a:srgbClr val="FFFFFF"/>
                </a:solidFill>
                <a:latin typeface="Ubuntu" panose="020B0504030602030204" pitchFamily="34" charset="0"/>
                <a:ea typeface="Calibri" pitchFamily="34" charset="-122"/>
                <a:cs typeface="Calibri" pitchFamily="34" charset="-120"/>
              </a:rPr>
              <a:t>Opportunities in stages 6 and 7 comprise of </a:t>
            </a:r>
            <a:r>
              <a:rPr lang="en-US" sz="1100" b="1" dirty="0">
                <a:solidFill>
                  <a:srgbClr val="FFFFFF"/>
                </a:solidFill>
                <a:latin typeface="Ubuntu" panose="020B0504030602030204" pitchFamily="34" charset="0"/>
                <a:ea typeface="Calibri" pitchFamily="34" charset="-122"/>
                <a:cs typeface="Calibri" pitchFamily="34" charset="-120"/>
              </a:rPr>
              <a:t>Total 3803 KE (73% of TCV)</a:t>
            </a:r>
          </a:p>
        </p:txBody>
      </p:sp>
      <p:sp>
        <p:nvSpPr>
          <p:cNvPr id="24" name="Date Placeholder 16">
            <a:extLst>
              <a:ext uri="{FF2B5EF4-FFF2-40B4-BE49-F238E27FC236}">
                <a16:creationId xmlns:a16="http://schemas.microsoft.com/office/drawing/2014/main" id="{20849543-DE27-A671-252E-EF1A6CFC8AEC}"/>
              </a:ext>
            </a:extLst>
          </p:cNvPr>
          <p:cNvSpPr txBox="1">
            <a:spLocks/>
          </p:cNvSpPr>
          <p:nvPr/>
        </p:nvSpPr>
        <p:spPr>
          <a:xfrm>
            <a:off x="9809927" y="6698786"/>
            <a:ext cx="1831210" cy="123111"/>
          </a:xfrm>
          <a:prstGeom prst="rect">
            <a:avLst/>
          </a:prstGeom>
        </p:spPr>
        <p:txBody>
          <a:bodyPr wrap="none" lIns="0" tIns="0" rIns="0" bIns="0" anchor="ctr" anchorCtr="0">
            <a:noAutofit/>
          </a:bodyPr>
          <a:lstStyle>
            <a:defPPr>
              <a:defRPr lang="en-PL"/>
            </a:defPPr>
            <a:lvl1pPr marL="0" algn="r" defTabSz="914400" rtl="0" eaLnBrk="1" latinLnBrk="0" hangingPunct="1">
              <a:defRPr lang="de-DE" sz="800" kern="1200" smtClean="0">
                <a:solidFill>
                  <a:schemeClr val="bg1">
                    <a:lumMod val="6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ts val="1000"/>
              </a:spcBef>
              <a:buFont typeface="Arial" panose="020B0604020202020204" pitchFamily="34" charset="0"/>
              <a:buNone/>
              <a:defRPr/>
            </a:pPr>
            <a:r>
              <a:rPr lang="en-US">
                <a:solidFill>
                  <a:srgbClr val="FFFFFF">
                    <a:lumMod val="65000"/>
                  </a:srgbClr>
                </a:solidFill>
                <a:latin typeface="Ubuntu"/>
              </a:rPr>
              <a:t>Company Confidential © Capgemini 2026. All rights reserved.</a:t>
            </a:r>
          </a:p>
        </p:txBody>
      </p:sp>
      <p:sp>
        <p:nvSpPr>
          <p:cNvPr id="25" name="Footer Placeholder 17">
            <a:extLst>
              <a:ext uri="{FF2B5EF4-FFF2-40B4-BE49-F238E27FC236}">
                <a16:creationId xmlns:a16="http://schemas.microsoft.com/office/drawing/2014/main" id="{61501CFF-918A-0290-4E91-4509B621F123}"/>
              </a:ext>
            </a:extLst>
          </p:cNvPr>
          <p:cNvSpPr txBox="1">
            <a:spLocks/>
          </p:cNvSpPr>
          <p:nvPr/>
        </p:nvSpPr>
        <p:spPr>
          <a:xfrm>
            <a:off x="550863" y="6698786"/>
            <a:ext cx="4716524" cy="123111"/>
          </a:xfrm>
          <a:prstGeom prst="rect">
            <a:avLst/>
          </a:prstGeom>
        </p:spPr>
        <p:txBody>
          <a:bodyPr wrap="none" lIns="0" tIns="0" rIns="0" bIns="0" anchor="ctr" anchorCtr="0">
            <a:noAutofit/>
          </a:bodyPr>
          <a:lstStyle>
            <a:defPPr>
              <a:defRPr lang="en-PL"/>
            </a:defPPr>
            <a:lvl1pPr marL="0" algn="l" defTabSz="914400" rtl="0" eaLnBrk="1" latinLnBrk="0" hangingPunct="1">
              <a:defRPr lang="de-DE" sz="800" kern="1200">
                <a:solidFill>
                  <a:schemeClr val="bg1">
                    <a:lumMod val="6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ts val="1000"/>
              </a:spcBef>
              <a:buFont typeface="Arial" panose="020B0604020202020204" pitchFamily="34" charset="0"/>
              <a:buNone/>
            </a:pPr>
            <a:r>
              <a:rPr lang="en-US">
                <a:solidFill>
                  <a:srgbClr val="FFFFFF">
                    <a:lumMod val="65000"/>
                  </a:srgbClr>
                </a:solidFill>
                <a:latin typeface="Ubuntu"/>
              </a:rPr>
              <a:t>TMT Monthly Update | July 2026</a:t>
            </a:r>
          </a:p>
        </p:txBody>
      </p:sp>
      <p:sp>
        <p:nvSpPr>
          <p:cNvPr id="21" name="Rectangle 20">
            <a:extLst>
              <a:ext uri="{FF2B5EF4-FFF2-40B4-BE49-F238E27FC236}">
                <a16:creationId xmlns:a16="http://schemas.microsoft.com/office/drawing/2014/main" id="{E2DC5910-CB50-4600-5ECE-62D73B095A79}"/>
              </a:ext>
            </a:extLst>
          </p:cNvPr>
          <p:cNvSpPr/>
          <p:nvPr/>
        </p:nvSpPr>
        <p:spPr>
          <a:xfrm>
            <a:off x="12093700" y="0"/>
            <a:ext cx="108000" cy="6858000"/>
          </a:xfrm>
          <a:prstGeom prst="rect">
            <a:avLst/>
          </a:prstGeom>
          <a:gradFill>
            <a:gsLst>
              <a:gs pos="0">
                <a:srgbClr val="0058AB"/>
              </a:gs>
              <a:gs pos="56000">
                <a:srgbClr val="1DB8F2"/>
              </a:gs>
              <a:gs pos="83000">
                <a:srgbClr val="00828E"/>
              </a:gs>
            </a:gsLst>
            <a:lin ang="5400000" scaled="1"/>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400" b="0" i="0" u="none" strike="noStrike" kern="0" cap="none" spc="0" normalizeH="0" baseline="0" noProof="0" err="1">
              <a:ln>
                <a:noFill/>
              </a:ln>
              <a:solidFill>
                <a:srgbClr val="000000"/>
              </a:solidFill>
              <a:effectLst/>
              <a:uLnTx/>
              <a:uFillTx/>
              <a:latin typeface="Ubuntu"/>
              <a:ea typeface="+mn-ea"/>
              <a:cs typeface="+mn-cs"/>
            </a:endParaRPr>
          </a:p>
        </p:txBody>
      </p:sp>
      <p:sp>
        <p:nvSpPr>
          <p:cNvPr id="22" name="Rectangle 21">
            <a:extLst>
              <a:ext uri="{FF2B5EF4-FFF2-40B4-BE49-F238E27FC236}">
                <a16:creationId xmlns:a16="http://schemas.microsoft.com/office/drawing/2014/main" id="{943A2630-FB3F-1A77-BB3A-B9AF6E96C7D2}"/>
              </a:ext>
            </a:extLst>
          </p:cNvPr>
          <p:cNvSpPr/>
          <p:nvPr/>
        </p:nvSpPr>
        <p:spPr>
          <a:xfrm>
            <a:off x="-17978" y="0"/>
            <a:ext cx="108000" cy="6858000"/>
          </a:xfrm>
          <a:prstGeom prst="rect">
            <a:avLst/>
          </a:prstGeom>
          <a:gradFill>
            <a:gsLst>
              <a:gs pos="0">
                <a:srgbClr val="0058AB"/>
              </a:gs>
              <a:gs pos="56000">
                <a:srgbClr val="1DB8F2"/>
              </a:gs>
              <a:gs pos="83000">
                <a:srgbClr val="00828E"/>
              </a:gs>
            </a:gsLst>
            <a:lin ang="5400000" scaled="1"/>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400" b="0" i="0" u="none" strike="noStrike" kern="0" cap="none" spc="0" normalizeH="0" baseline="0" noProof="0" err="1">
              <a:ln>
                <a:noFill/>
              </a:ln>
              <a:solidFill>
                <a:srgbClr val="000000"/>
              </a:solidFill>
              <a:effectLst/>
              <a:uLnTx/>
              <a:uFillTx/>
              <a:latin typeface="Ubuntu"/>
              <a:ea typeface="+mn-ea"/>
              <a:cs typeface="+mn-cs"/>
            </a:endParaRPr>
          </a:p>
        </p:txBody>
      </p:sp>
      <p:sp>
        <p:nvSpPr>
          <p:cNvPr id="20" name="Text 6">
            <a:extLst>
              <a:ext uri="{FF2B5EF4-FFF2-40B4-BE49-F238E27FC236}">
                <a16:creationId xmlns:a16="http://schemas.microsoft.com/office/drawing/2014/main" id="{7CC2A6B4-FF4C-5D6B-4F8C-BA5C1432D16F}"/>
              </a:ext>
            </a:extLst>
          </p:cNvPr>
          <p:cNvSpPr/>
          <p:nvPr/>
        </p:nvSpPr>
        <p:spPr>
          <a:xfrm>
            <a:off x="4582615" y="5374943"/>
            <a:ext cx="3350237" cy="380563"/>
          </a:xfrm>
          <a:prstGeom prst="rect">
            <a:avLst/>
          </a:prstGeom>
          <a:noFill/>
          <a:ln/>
        </p:spPr>
        <p:txBody>
          <a:bodyPr wrap="square" lIns="0" tIns="0" rIns="0" bIns="0" rtlCol="0" anchor="ctr"/>
          <a:lstStyle/>
          <a:p>
            <a:pPr defTabSz="1219170"/>
            <a:r>
              <a:rPr lang="en-US" sz="1200" b="1">
                <a:solidFill>
                  <a:srgbClr val="1C3A6E"/>
                </a:solidFill>
                <a:latin typeface="Ubuntu" panose="020B0504030602030204" pitchFamily="34" charset="0"/>
                <a:ea typeface="Calibri" pitchFamily="34" charset="-122"/>
                <a:cs typeface="Calibri" pitchFamily="34" charset="-120"/>
              </a:rPr>
              <a:t>June end coverage : </a:t>
            </a:r>
          </a:p>
          <a:p>
            <a:pPr defTabSz="1219170"/>
            <a:r>
              <a:rPr lang="en-US" sz="1200" b="1">
                <a:solidFill>
                  <a:srgbClr val="1C3A6E"/>
                </a:solidFill>
                <a:latin typeface="Ubuntu" panose="020B0504030602030204" pitchFamily="34" charset="0"/>
                <a:ea typeface="Calibri" pitchFamily="34" charset="-122"/>
                <a:cs typeface="Calibri" pitchFamily="34" charset="-120"/>
              </a:rPr>
              <a:t>TCV Pipeline (5212 KE) / TCV Sold (3880 KE)</a:t>
            </a:r>
            <a:endParaRPr lang="en-US" sz="1200">
              <a:solidFill>
                <a:prstClr val="black"/>
              </a:solidFill>
              <a:latin typeface="Ubuntu" panose="020B0504030602030204" pitchFamily="34" charset="0"/>
            </a:endParaRPr>
          </a:p>
        </p:txBody>
      </p:sp>
      <p:sp>
        <p:nvSpPr>
          <p:cNvPr id="19" name="Shape 10">
            <a:extLst>
              <a:ext uri="{FF2B5EF4-FFF2-40B4-BE49-F238E27FC236}">
                <a16:creationId xmlns:a16="http://schemas.microsoft.com/office/drawing/2014/main" id="{54CC8DA0-A95E-54EB-5950-D5C71E1C8FBB}"/>
              </a:ext>
            </a:extLst>
          </p:cNvPr>
          <p:cNvSpPr/>
          <p:nvPr/>
        </p:nvSpPr>
        <p:spPr>
          <a:xfrm>
            <a:off x="357482" y="5870492"/>
            <a:ext cx="3795797" cy="816864"/>
          </a:xfrm>
          <a:prstGeom prst="rect">
            <a:avLst/>
          </a:prstGeom>
          <a:solidFill>
            <a:srgbClr val="1C3A6E"/>
          </a:solidFill>
          <a:ln w="12700">
            <a:solidFill>
              <a:srgbClr val="1C3A6E"/>
            </a:solidFill>
            <a:prstDash val="solid"/>
          </a:ln>
        </p:spPr>
        <p:txBody>
          <a:bodyPr/>
          <a:lstStyle/>
          <a:p>
            <a:endParaRPr lang="en-IN">
              <a:solidFill>
                <a:srgbClr val="FF0000"/>
              </a:solidFill>
              <a:latin typeface="Ubuntu" panose="020B0504030602030204" pitchFamily="34" charset="0"/>
            </a:endParaRPr>
          </a:p>
        </p:txBody>
      </p:sp>
      <p:sp>
        <p:nvSpPr>
          <p:cNvPr id="23" name="Text 11">
            <a:extLst>
              <a:ext uri="{FF2B5EF4-FFF2-40B4-BE49-F238E27FC236}">
                <a16:creationId xmlns:a16="http://schemas.microsoft.com/office/drawing/2014/main" id="{5FF98FC2-D523-9293-95A8-00E9783C0665}"/>
              </a:ext>
            </a:extLst>
          </p:cNvPr>
          <p:cNvSpPr/>
          <p:nvPr/>
        </p:nvSpPr>
        <p:spPr>
          <a:xfrm>
            <a:off x="480288" y="5934021"/>
            <a:ext cx="3590544" cy="694944"/>
          </a:xfrm>
          <a:prstGeom prst="rect">
            <a:avLst/>
          </a:prstGeom>
          <a:noFill/>
          <a:ln/>
        </p:spPr>
        <p:txBody>
          <a:bodyPr wrap="square" lIns="50800" tIns="50800" rIns="50800" bIns="50800" rtlCol="0" anchor="ctr"/>
          <a:lstStyle/>
          <a:p>
            <a:pPr defTabSz="1219170"/>
            <a:r>
              <a:rPr lang="en-US" sz="1100" b="1" dirty="0">
                <a:solidFill>
                  <a:srgbClr val="FFFFFF"/>
                </a:solidFill>
                <a:latin typeface="Ubuntu" panose="020B0504030602030204" pitchFamily="34" charset="0"/>
                <a:ea typeface="Calibri" pitchFamily="34" charset="-122"/>
                <a:cs typeface="Calibri" pitchFamily="34" charset="-120"/>
              </a:rPr>
              <a:t>Progress Towards Booking Target: </a:t>
            </a:r>
            <a:r>
              <a:rPr lang="en-US" sz="1100" dirty="0">
                <a:solidFill>
                  <a:srgbClr val="FFFFFF"/>
                </a:solidFill>
                <a:latin typeface="Ubuntu" panose="020B0504030602030204" pitchFamily="34" charset="0"/>
                <a:ea typeface="Calibri" pitchFamily="34" charset="-122"/>
                <a:cs typeface="Calibri" pitchFamily="34" charset="-120"/>
              </a:rPr>
              <a:t>Jun end Booking is 47%</a:t>
            </a:r>
          </a:p>
          <a:p>
            <a:pPr defTabSz="1219170"/>
            <a:r>
              <a:rPr lang="en-US" sz="1100" dirty="0">
                <a:solidFill>
                  <a:srgbClr val="FFFFFF"/>
                </a:solidFill>
                <a:latin typeface="Ubuntu" panose="020B0504030602030204" pitchFamily="34" charset="0"/>
                <a:ea typeface="Calibri" pitchFamily="34" charset="-122"/>
                <a:cs typeface="Calibri" pitchFamily="34" charset="-120"/>
              </a:rPr>
              <a:t>YoY % de-growth clocked </a:t>
            </a:r>
            <a:r>
              <a:rPr lang="en-US" sz="1100" dirty="0">
                <a:solidFill>
                  <a:schemeClr val="bg1"/>
                </a:solidFill>
                <a:latin typeface="Ubuntu" panose="020B0504030602030204" pitchFamily="34" charset="0"/>
                <a:ea typeface="Calibri" pitchFamily="34" charset="-122"/>
                <a:cs typeface="Calibri" pitchFamily="34" charset="-120"/>
              </a:rPr>
              <a:t>at -26% </a:t>
            </a:r>
            <a:endParaRPr lang="en-US" sz="1100" dirty="0">
              <a:solidFill>
                <a:schemeClr val="bg1"/>
              </a:solidFill>
              <a:latin typeface="Ubuntu" panose="020B0504030602030204" pitchFamily="34" charset="0"/>
            </a:endParaRPr>
          </a:p>
        </p:txBody>
      </p:sp>
      <p:sp>
        <p:nvSpPr>
          <p:cNvPr id="27" name="Shape 10">
            <a:extLst>
              <a:ext uri="{FF2B5EF4-FFF2-40B4-BE49-F238E27FC236}">
                <a16:creationId xmlns:a16="http://schemas.microsoft.com/office/drawing/2014/main" id="{1E8E7A15-9E08-7970-476D-DF9A1ADE3B28}"/>
              </a:ext>
            </a:extLst>
          </p:cNvPr>
          <p:cNvSpPr/>
          <p:nvPr/>
        </p:nvSpPr>
        <p:spPr>
          <a:xfrm>
            <a:off x="8290560" y="5871167"/>
            <a:ext cx="3573018" cy="785666"/>
          </a:xfrm>
          <a:prstGeom prst="rect">
            <a:avLst/>
          </a:prstGeom>
          <a:solidFill>
            <a:srgbClr val="1C3A6E"/>
          </a:solidFill>
          <a:ln w="12700">
            <a:solidFill>
              <a:srgbClr val="1C3A6E"/>
            </a:solidFill>
            <a:prstDash val="solid"/>
          </a:ln>
        </p:spPr>
        <p:txBody>
          <a:bodyPr/>
          <a:lstStyle/>
          <a:p>
            <a:endParaRPr lang="en-IN">
              <a:solidFill>
                <a:srgbClr val="FF0000"/>
              </a:solidFill>
              <a:latin typeface="Ubuntu" panose="020B0504030602030204" pitchFamily="34" charset="0"/>
            </a:endParaRPr>
          </a:p>
        </p:txBody>
      </p:sp>
      <p:sp>
        <p:nvSpPr>
          <p:cNvPr id="28" name="Text 11">
            <a:extLst>
              <a:ext uri="{FF2B5EF4-FFF2-40B4-BE49-F238E27FC236}">
                <a16:creationId xmlns:a16="http://schemas.microsoft.com/office/drawing/2014/main" id="{E4B5D19D-A743-613D-AFDF-D8F8D24B6FBC}"/>
              </a:ext>
            </a:extLst>
          </p:cNvPr>
          <p:cNvSpPr/>
          <p:nvPr/>
        </p:nvSpPr>
        <p:spPr>
          <a:xfrm>
            <a:off x="8306181" y="5853684"/>
            <a:ext cx="3573018" cy="816864"/>
          </a:xfrm>
          <a:prstGeom prst="rect">
            <a:avLst/>
          </a:prstGeom>
          <a:noFill/>
          <a:ln/>
        </p:spPr>
        <p:txBody>
          <a:bodyPr wrap="square" lIns="50800" tIns="50800" rIns="50800" bIns="50800" rtlCol="0" anchor="ctr"/>
          <a:lstStyle/>
          <a:p>
            <a:pPr defTabSz="1219170"/>
            <a:r>
              <a:rPr lang="en-US" sz="1100" b="1" dirty="0">
                <a:solidFill>
                  <a:srgbClr val="FFFFFF"/>
                </a:solidFill>
                <a:latin typeface="Ubuntu" panose="020B0504030602030204" pitchFamily="34" charset="0"/>
                <a:ea typeface="Calibri" pitchFamily="34" charset="-122"/>
                <a:cs typeface="Calibri" pitchFamily="34" charset="-120"/>
              </a:rPr>
              <a:t>Segment Priority:  </a:t>
            </a:r>
            <a:r>
              <a:rPr lang="en-US" sz="1100" dirty="0">
                <a:solidFill>
                  <a:srgbClr val="FFFFFF"/>
                </a:solidFill>
                <a:latin typeface="Ubuntu" panose="020B0504030602030204" pitchFamily="34" charset="0"/>
                <a:ea typeface="Calibri" pitchFamily="34" charset="-122"/>
                <a:cs typeface="Calibri" pitchFamily="34" charset="-120"/>
              </a:rPr>
              <a:t>INTER% increased by 4% vs May. Revenue attainment remains at 46%. Funnel composition is skewed toward INTRA </a:t>
            </a:r>
            <a:r>
              <a:rPr lang="en-US" sz="1100" dirty="0" err="1">
                <a:solidFill>
                  <a:srgbClr val="FFFFFF"/>
                </a:solidFill>
                <a:latin typeface="Ubuntu" panose="020B0504030602030204" pitchFamily="34" charset="0"/>
                <a:ea typeface="Calibri" pitchFamily="34" charset="-122"/>
                <a:cs typeface="Calibri" pitchFamily="34" charset="-120"/>
              </a:rPr>
              <a:t>opt’s</a:t>
            </a:r>
            <a:r>
              <a:rPr lang="en-US" sz="1100" dirty="0">
                <a:solidFill>
                  <a:srgbClr val="FFFFFF"/>
                </a:solidFill>
                <a:latin typeface="Ubuntu" panose="020B0504030602030204" pitchFamily="34" charset="0"/>
                <a:ea typeface="Calibri" pitchFamily="34" charset="-122"/>
                <a:cs typeface="Calibri" pitchFamily="34" charset="-120"/>
              </a:rPr>
              <a:t>. Focus is to increase INTER-to-Sold conversion</a:t>
            </a:r>
            <a:endParaRPr lang="en-US" sz="1100" dirty="0">
              <a:solidFill>
                <a:schemeClr val="bg1"/>
              </a:solidFill>
              <a:latin typeface="Ubuntu" panose="020B0504030602030204" pitchFamily="34" charset="0"/>
            </a:endParaRPr>
          </a:p>
        </p:txBody>
      </p:sp>
      <p:graphicFrame>
        <p:nvGraphicFramePr>
          <p:cNvPr id="36" name="Chart 35">
            <a:extLst>
              <a:ext uri="{FF2B5EF4-FFF2-40B4-BE49-F238E27FC236}">
                <a16:creationId xmlns:a16="http://schemas.microsoft.com/office/drawing/2014/main" id="{773B62BF-0A6A-8C2B-8B3D-A8BD44093A66}"/>
              </a:ext>
            </a:extLst>
          </p:cNvPr>
          <p:cNvGraphicFramePr/>
          <p:nvPr>
            <p:extLst>
              <p:ext uri="{D42A27DB-BD31-4B8C-83A1-F6EECF244321}">
                <p14:modId xmlns:p14="http://schemas.microsoft.com/office/powerpoint/2010/main" val="4196732452"/>
              </p:ext>
            </p:extLst>
          </p:nvPr>
        </p:nvGraphicFramePr>
        <p:xfrm>
          <a:off x="4565181" y="1377696"/>
          <a:ext cx="3313428" cy="3924977"/>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39" name="Chart 38">
            <a:extLst>
              <a:ext uri="{FF2B5EF4-FFF2-40B4-BE49-F238E27FC236}">
                <a16:creationId xmlns:a16="http://schemas.microsoft.com/office/drawing/2014/main" id="{963E8C20-2384-1A67-9921-0478D728E23B}"/>
              </a:ext>
            </a:extLst>
          </p:cNvPr>
          <p:cNvGraphicFramePr/>
          <p:nvPr>
            <p:extLst>
              <p:ext uri="{D42A27DB-BD31-4B8C-83A1-F6EECF244321}">
                <p14:modId xmlns:p14="http://schemas.microsoft.com/office/powerpoint/2010/main" val="2646969956"/>
              </p:ext>
            </p:extLst>
          </p:nvPr>
        </p:nvGraphicFramePr>
        <p:xfrm>
          <a:off x="8400288" y="1377696"/>
          <a:ext cx="3305643" cy="3924977"/>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31" name="Chart 30">
            <a:extLst>
              <a:ext uri="{FF2B5EF4-FFF2-40B4-BE49-F238E27FC236}">
                <a16:creationId xmlns:a16="http://schemas.microsoft.com/office/drawing/2014/main" id="{AD4507D9-5AC5-2E57-EAF3-DCAA60839B9C}"/>
              </a:ext>
            </a:extLst>
          </p:cNvPr>
          <p:cNvGraphicFramePr>
            <a:graphicFrameLocks/>
          </p:cNvGraphicFramePr>
          <p:nvPr>
            <p:extLst>
              <p:ext uri="{D42A27DB-BD31-4B8C-83A1-F6EECF244321}">
                <p14:modId xmlns:p14="http://schemas.microsoft.com/office/powerpoint/2010/main" val="3263615330"/>
              </p:ext>
            </p:extLst>
          </p:nvPr>
        </p:nvGraphicFramePr>
        <p:xfrm>
          <a:off x="426720" y="1389888"/>
          <a:ext cx="3644112" cy="3912785"/>
        </p:xfrm>
        <a:graphic>
          <a:graphicData uri="http://schemas.openxmlformats.org/drawingml/2006/chart">
            <c:chart xmlns:c="http://schemas.openxmlformats.org/drawingml/2006/chart" xmlns:r="http://schemas.openxmlformats.org/officeDocument/2006/relationships" r:id="rId5"/>
          </a:graphicData>
        </a:graphic>
      </p:graphicFrame>
      <p:cxnSp>
        <p:nvCxnSpPr>
          <p:cNvPr id="35" name="Straight Connector 34">
            <a:extLst>
              <a:ext uri="{FF2B5EF4-FFF2-40B4-BE49-F238E27FC236}">
                <a16:creationId xmlns:a16="http://schemas.microsoft.com/office/drawing/2014/main" id="{D588EE4C-ABEB-7FFB-281E-52A92EFA3B28}"/>
              </a:ext>
            </a:extLst>
          </p:cNvPr>
          <p:cNvCxnSpPr>
            <a:cxnSpLocks/>
          </p:cNvCxnSpPr>
          <p:nvPr/>
        </p:nvCxnSpPr>
        <p:spPr>
          <a:xfrm>
            <a:off x="876300" y="2632411"/>
            <a:ext cx="3060700" cy="0"/>
          </a:xfrm>
          <a:prstGeom prst="line">
            <a:avLst/>
          </a:prstGeom>
          <a:ln w="19050"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38" name="Text 9">
            <a:extLst>
              <a:ext uri="{FF2B5EF4-FFF2-40B4-BE49-F238E27FC236}">
                <a16:creationId xmlns:a16="http://schemas.microsoft.com/office/drawing/2014/main" id="{393CDF10-E80E-912A-C7CB-AC993311718B}"/>
              </a:ext>
            </a:extLst>
          </p:cNvPr>
          <p:cNvSpPr/>
          <p:nvPr/>
        </p:nvSpPr>
        <p:spPr>
          <a:xfrm>
            <a:off x="1545771" y="2358060"/>
            <a:ext cx="873579" cy="274351"/>
          </a:xfrm>
          <a:prstGeom prst="rect">
            <a:avLst/>
          </a:prstGeom>
          <a:noFill/>
          <a:ln/>
        </p:spPr>
        <p:txBody>
          <a:bodyPr wrap="square" lIns="0" tIns="0" rIns="0" bIns="0" rtlCol="0" anchor="ctr"/>
          <a:lstStyle/>
          <a:p>
            <a:pPr defTabSz="1219170"/>
            <a:r>
              <a:rPr lang="en-US" sz="1000" i="1" dirty="0">
                <a:solidFill>
                  <a:srgbClr val="00B050"/>
                </a:solidFill>
                <a:latin typeface="Ubuntu" panose="020B0504030602030204" pitchFamily="34" charset="0"/>
                <a:ea typeface="Calibri" pitchFamily="34" charset="-122"/>
                <a:cs typeface="Calibri" pitchFamily="34" charset="-120"/>
              </a:rPr>
              <a:t>Ideal: 692 KE</a:t>
            </a:r>
            <a:endParaRPr lang="en-US" sz="1000" dirty="0">
              <a:solidFill>
                <a:srgbClr val="00B050"/>
              </a:solidFill>
              <a:latin typeface="Ubuntu" panose="020B0504030602030204" pitchFamily="34" charset="0"/>
            </a:endParaRPr>
          </a:p>
        </p:txBody>
      </p:sp>
      <p:sp>
        <p:nvSpPr>
          <p:cNvPr id="10" name="Rectangle 9">
            <a:extLst>
              <a:ext uri="{FF2B5EF4-FFF2-40B4-BE49-F238E27FC236}">
                <a16:creationId xmlns:a16="http://schemas.microsoft.com/office/drawing/2014/main" id="{F309A79E-F37E-CB5B-E58F-4EB3378805F5}"/>
              </a:ext>
            </a:extLst>
          </p:cNvPr>
          <p:cNvSpPr/>
          <p:nvPr/>
        </p:nvSpPr>
        <p:spPr>
          <a:xfrm>
            <a:off x="10842281" y="2997708"/>
            <a:ext cx="514567" cy="2286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INTRA</a:t>
            </a:r>
            <a:endParaRPr lang="en-IN" sz="900" dirty="0">
              <a:solidFill>
                <a:schemeClr val="tx1"/>
              </a:solidFill>
            </a:endParaRPr>
          </a:p>
        </p:txBody>
      </p:sp>
      <p:sp>
        <p:nvSpPr>
          <p:cNvPr id="11" name="Rectangle 10">
            <a:extLst>
              <a:ext uri="{FF2B5EF4-FFF2-40B4-BE49-F238E27FC236}">
                <a16:creationId xmlns:a16="http://schemas.microsoft.com/office/drawing/2014/main" id="{E31B21EB-256F-CB42-859B-B3F209388372}"/>
              </a:ext>
            </a:extLst>
          </p:cNvPr>
          <p:cNvSpPr/>
          <p:nvPr/>
        </p:nvSpPr>
        <p:spPr>
          <a:xfrm>
            <a:off x="10833137" y="4234765"/>
            <a:ext cx="514567" cy="2286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INTER</a:t>
            </a:r>
            <a:endParaRPr lang="en-IN" sz="900" dirty="0">
              <a:solidFill>
                <a:schemeClr val="tx1"/>
              </a:solidFill>
            </a:endParaRPr>
          </a:p>
        </p:txBody>
      </p:sp>
    </p:spTree>
    <p:extLst>
      <p:ext uri="{BB962C8B-B14F-4D97-AF65-F5344CB8AC3E}">
        <p14:creationId xmlns:p14="http://schemas.microsoft.com/office/powerpoint/2010/main" val="1190774042"/>
      </p:ext>
    </p:extLst>
  </p:cSld>
  <p:clrMapOvr>
    <a:masterClrMapping/>
  </p:clrMapOvr>
  <p:transition spd="med">
    <p:pull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61F4B6-77AE-F1B6-B243-04478AC34A1B}"/>
              </a:ext>
            </a:extLst>
          </p:cNvPr>
          <p:cNvSpPr>
            <a:spLocks noGrp="1"/>
          </p:cNvSpPr>
          <p:nvPr>
            <p:ph type="title"/>
          </p:nvPr>
        </p:nvSpPr>
        <p:spPr/>
        <p:txBody>
          <a:bodyPr/>
          <a:lstStyle/>
          <a:p>
            <a:r>
              <a:rPr lang="en-US"/>
              <a:t>June 2026 Performance Dashboard </a:t>
            </a:r>
            <a:br>
              <a:rPr lang="en-US"/>
            </a:br>
            <a:r>
              <a:rPr lang="en-US">
                <a:solidFill>
                  <a:schemeClr val="accent1"/>
                </a:solidFill>
              </a:rPr>
              <a:t>(Top Markets &amp; Accounts - Booking) </a:t>
            </a:r>
            <a:endParaRPr lang="en-IN"/>
          </a:p>
        </p:txBody>
      </p:sp>
      <p:sp>
        <p:nvSpPr>
          <p:cNvPr id="3" name="Date Placeholder 2">
            <a:extLst>
              <a:ext uri="{FF2B5EF4-FFF2-40B4-BE49-F238E27FC236}">
                <a16:creationId xmlns:a16="http://schemas.microsoft.com/office/drawing/2014/main" id="{AAEEF01B-2AD5-B09E-4D76-DCD3C86E10E2}"/>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5F266C24-B3CE-B0C6-1A10-AE73315083D0}"/>
              </a:ext>
            </a:extLst>
          </p:cNvPr>
          <p:cNvSpPr>
            <a:spLocks noGrp="1"/>
          </p:cNvSpPr>
          <p:nvPr>
            <p:ph type="ftr" sz="quarter" idx="11"/>
          </p:nvPr>
        </p:nvSpPr>
        <p:spPr/>
        <p:txBody>
          <a:bodyPr/>
          <a:lstStyle/>
          <a:p>
            <a:pPr>
              <a:spcBef>
                <a:spcPts val="1000"/>
              </a:spcBef>
              <a:buFont typeface="Arial" panose="020B0604020202020204" pitchFamily="34" charset="0"/>
              <a:buNone/>
            </a:pPr>
            <a:r>
              <a:rPr lang="en-US"/>
              <a:t>TMT Monthly Update | July 2026</a:t>
            </a:r>
          </a:p>
        </p:txBody>
      </p:sp>
      <p:sp>
        <p:nvSpPr>
          <p:cNvPr id="5" name="Slide Number Placeholder 4">
            <a:extLst>
              <a:ext uri="{FF2B5EF4-FFF2-40B4-BE49-F238E27FC236}">
                <a16:creationId xmlns:a16="http://schemas.microsoft.com/office/drawing/2014/main" id="{8EAA736C-ECA3-D43C-4D14-7BA5DA097620}"/>
              </a:ext>
            </a:extLst>
          </p:cNvPr>
          <p:cNvSpPr>
            <a:spLocks noGrp="1"/>
          </p:cNvSpPr>
          <p:nvPr>
            <p:ph type="sldNum" sz="quarter" idx="12"/>
          </p:nvPr>
        </p:nvSpPr>
        <p:spPr/>
        <p:txBody>
          <a:bodyPr/>
          <a:lstStyle/>
          <a:p>
            <a:pPr algn="r"/>
            <a:fld id="{5D9A5160-6218-4E5A-B9E6-B93E3DAE377C}" type="slidenum">
              <a:rPr lang="en-US" smtClean="0"/>
              <a:pPr algn="r"/>
              <a:t>12</a:t>
            </a:fld>
            <a:endParaRPr lang="en-US"/>
          </a:p>
        </p:txBody>
      </p:sp>
      <p:sp>
        <p:nvSpPr>
          <p:cNvPr id="6" name="Shape 3372">
            <a:extLst>
              <a:ext uri="{FF2B5EF4-FFF2-40B4-BE49-F238E27FC236}">
                <a16:creationId xmlns:a16="http://schemas.microsoft.com/office/drawing/2014/main" id="{35A612C3-6385-9EB9-65EE-BA2500D2D221}"/>
              </a:ext>
            </a:extLst>
          </p:cNvPr>
          <p:cNvSpPr/>
          <p:nvPr/>
        </p:nvSpPr>
        <p:spPr>
          <a:xfrm>
            <a:off x="1074022" y="1479646"/>
            <a:ext cx="10200703" cy="4985853"/>
          </a:xfrm>
          <a:custGeom>
            <a:avLst/>
            <a:gdLst/>
            <a:ahLst/>
            <a:cxnLst/>
            <a:rect l="0" t="0" r="0" b="0"/>
            <a:pathLst>
              <a:path w="120000" h="120000" extrusionOk="0">
                <a:moveTo>
                  <a:pt x="29127" y="28536"/>
                </a:moveTo>
                <a:lnTo>
                  <a:pt x="29127" y="28536"/>
                </a:lnTo>
                <a:cubicBezTo>
                  <a:pt x="29415" y="28236"/>
                  <a:pt x="29415" y="28236"/>
                  <a:pt x="29415" y="28236"/>
                </a:cubicBezTo>
                <a:cubicBezTo>
                  <a:pt x="29709" y="28311"/>
                  <a:pt x="29709" y="28311"/>
                  <a:pt x="29709" y="28311"/>
                </a:cubicBezTo>
                <a:cubicBezTo>
                  <a:pt x="29709" y="28536"/>
                  <a:pt x="29709" y="28612"/>
                  <a:pt x="29745" y="28825"/>
                </a:cubicBezTo>
                <a:cubicBezTo>
                  <a:pt x="29745" y="29125"/>
                  <a:pt x="29745" y="29125"/>
                  <a:pt x="29745" y="29125"/>
                </a:cubicBezTo>
                <a:cubicBezTo>
                  <a:pt x="29598" y="29276"/>
                  <a:pt x="29598" y="29276"/>
                  <a:pt x="29598" y="29276"/>
                </a:cubicBezTo>
                <a:cubicBezTo>
                  <a:pt x="29237" y="29276"/>
                  <a:pt x="29237" y="29276"/>
                  <a:pt x="29237" y="29276"/>
                </a:cubicBezTo>
                <a:lnTo>
                  <a:pt x="29127" y="28536"/>
                </a:lnTo>
                <a:close/>
                <a:moveTo>
                  <a:pt x="28220" y="28687"/>
                </a:moveTo>
                <a:lnTo>
                  <a:pt x="28220" y="28687"/>
                </a:lnTo>
                <a:cubicBezTo>
                  <a:pt x="28367" y="28687"/>
                  <a:pt x="28471" y="28536"/>
                  <a:pt x="28581" y="28386"/>
                </a:cubicBezTo>
                <a:cubicBezTo>
                  <a:pt x="28618" y="28311"/>
                  <a:pt x="28655" y="28160"/>
                  <a:pt x="28692" y="28085"/>
                </a:cubicBezTo>
                <a:cubicBezTo>
                  <a:pt x="28655" y="27797"/>
                  <a:pt x="28655" y="27797"/>
                  <a:pt x="28655" y="27797"/>
                </a:cubicBezTo>
                <a:cubicBezTo>
                  <a:pt x="28581" y="27860"/>
                  <a:pt x="28581" y="27935"/>
                  <a:pt x="28508" y="28010"/>
                </a:cubicBezTo>
                <a:cubicBezTo>
                  <a:pt x="28471" y="28085"/>
                  <a:pt x="28398" y="28085"/>
                  <a:pt x="28367" y="28085"/>
                </a:cubicBezTo>
                <a:cubicBezTo>
                  <a:pt x="28257" y="28236"/>
                  <a:pt x="28183" y="28311"/>
                  <a:pt x="28036" y="28461"/>
                </a:cubicBezTo>
                <a:cubicBezTo>
                  <a:pt x="28110" y="28536"/>
                  <a:pt x="28147" y="28687"/>
                  <a:pt x="28220" y="28687"/>
                </a:cubicBezTo>
                <a:close/>
                <a:moveTo>
                  <a:pt x="30033" y="16129"/>
                </a:moveTo>
                <a:lnTo>
                  <a:pt x="30033" y="16129"/>
                </a:lnTo>
                <a:cubicBezTo>
                  <a:pt x="30290" y="15828"/>
                  <a:pt x="30290" y="15828"/>
                  <a:pt x="30290" y="15828"/>
                </a:cubicBezTo>
                <a:cubicBezTo>
                  <a:pt x="30725" y="15603"/>
                  <a:pt x="30725" y="15603"/>
                  <a:pt x="30725" y="15603"/>
                </a:cubicBezTo>
                <a:cubicBezTo>
                  <a:pt x="30290" y="15014"/>
                  <a:pt x="30290" y="15014"/>
                  <a:pt x="30290" y="15014"/>
                </a:cubicBezTo>
                <a:cubicBezTo>
                  <a:pt x="29635" y="14938"/>
                  <a:pt x="29635" y="14938"/>
                  <a:pt x="29635" y="14938"/>
                </a:cubicBezTo>
                <a:cubicBezTo>
                  <a:pt x="29163" y="14938"/>
                  <a:pt x="29163" y="14938"/>
                  <a:pt x="29163" y="14938"/>
                </a:cubicBezTo>
                <a:cubicBezTo>
                  <a:pt x="29237" y="15603"/>
                  <a:pt x="29237" y="15603"/>
                  <a:pt x="29237" y="15603"/>
                </a:cubicBezTo>
                <a:cubicBezTo>
                  <a:pt x="29347" y="16054"/>
                  <a:pt x="29347" y="16054"/>
                  <a:pt x="29347" y="16054"/>
                </a:cubicBezTo>
                <a:lnTo>
                  <a:pt x="30033" y="16129"/>
                </a:lnTo>
                <a:close/>
                <a:moveTo>
                  <a:pt x="82872" y="71185"/>
                </a:moveTo>
                <a:lnTo>
                  <a:pt x="82872" y="71185"/>
                </a:lnTo>
                <a:cubicBezTo>
                  <a:pt x="82872" y="71260"/>
                  <a:pt x="82836" y="71185"/>
                  <a:pt x="82799" y="71260"/>
                </a:cubicBezTo>
                <a:cubicBezTo>
                  <a:pt x="82799" y="71335"/>
                  <a:pt x="82799" y="71410"/>
                  <a:pt x="82799" y="71410"/>
                </a:cubicBezTo>
                <a:cubicBezTo>
                  <a:pt x="82799" y="71486"/>
                  <a:pt x="82799" y="71486"/>
                  <a:pt x="82799" y="71561"/>
                </a:cubicBezTo>
                <a:cubicBezTo>
                  <a:pt x="82799" y="71636"/>
                  <a:pt x="82799" y="71636"/>
                  <a:pt x="82799" y="71711"/>
                </a:cubicBezTo>
                <a:cubicBezTo>
                  <a:pt x="82799" y="71786"/>
                  <a:pt x="82836" y="71786"/>
                  <a:pt x="82836" y="71849"/>
                </a:cubicBezTo>
                <a:cubicBezTo>
                  <a:pt x="82836" y="71924"/>
                  <a:pt x="82799" y="71924"/>
                  <a:pt x="82799" y="72000"/>
                </a:cubicBezTo>
                <a:cubicBezTo>
                  <a:pt x="82799" y="72075"/>
                  <a:pt x="82836" y="72150"/>
                  <a:pt x="82836" y="72150"/>
                </a:cubicBezTo>
                <a:cubicBezTo>
                  <a:pt x="82836" y="72225"/>
                  <a:pt x="82799" y="72225"/>
                  <a:pt x="82762" y="72300"/>
                </a:cubicBezTo>
                <a:cubicBezTo>
                  <a:pt x="82762" y="72451"/>
                  <a:pt x="82762" y="72526"/>
                  <a:pt x="82762" y="72676"/>
                </a:cubicBezTo>
                <a:cubicBezTo>
                  <a:pt x="82762" y="72902"/>
                  <a:pt x="82762" y="73040"/>
                  <a:pt x="82799" y="73190"/>
                </a:cubicBezTo>
                <a:cubicBezTo>
                  <a:pt x="82836" y="73340"/>
                  <a:pt x="82872" y="73340"/>
                  <a:pt x="82946" y="73416"/>
                </a:cubicBezTo>
                <a:cubicBezTo>
                  <a:pt x="82983" y="73491"/>
                  <a:pt x="82983" y="73491"/>
                  <a:pt x="83019" y="73566"/>
                </a:cubicBezTo>
                <a:cubicBezTo>
                  <a:pt x="83056" y="73566"/>
                  <a:pt x="83093" y="73566"/>
                  <a:pt x="83166" y="73566"/>
                </a:cubicBezTo>
                <a:cubicBezTo>
                  <a:pt x="83240" y="73566"/>
                  <a:pt x="83271" y="73566"/>
                  <a:pt x="83344" y="73566"/>
                </a:cubicBezTo>
                <a:cubicBezTo>
                  <a:pt x="83344" y="73416"/>
                  <a:pt x="83344" y="73340"/>
                  <a:pt x="83344" y="73265"/>
                </a:cubicBezTo>
                <a:cubicBezTo>
                  <a:pt x="83344" y="73190"/>
                  <a:pt x="83344" y="73115"/>
                  <a:pt x="83344" y="73040"/>
                </a:cubicBezTo>
                <a:cubicBezTo>
                  <a:pt x="83344" y="73040"/>
                  <a:pt x="83344" y="72965"/>
                  <a:pt x="83344" y="72902"/>
                </a:cubicBezTo>
                <a:cubicBezTo>
                  <a:pt x="83344" y="72814"/>
                  <a:pt x="83307" y="72751"/>
                  <a:pt x="83307" y="72676"/>
                </a:cubicBezTo>
                <a:cubicBezTo>
                  <a:pt x="83307" y="72526"/>
                  <a:pt x="83307" y="72526"/>
                  <a:pt x="83307" y="72526"/>
                </a:cubicBezTo>
                <a:cubicBezTo>
                  <a:pt x="83307" y="72375"/>
                  <a:pt x="83307" y="72375"/>
                  <a:pt x="83307" y="72375"/>
                </a:cubicBezTo>
                <a:cubicBezTo>
                  <a:pt x="83307" y="72300"/>
                  <a:pt x="83271" y="72300"/>
                  <a:pt x="83271" y="72225"/>
                </a:cubicBezTo>
                <a:cubicBezTo>
                  <a:pt x="83271" y="72150"/>
                  <a:pt x="83240" y="72150"/>
                  <a:pt x="83197" y="72075"/>
                </a:cubicBezTo>
                <a:cubicBezTo>
                  <a:pt x="83197" y="72000"/>
                  <a:pt x="83197" y="72000"/>
                  <a:pt x="83197" y="71924"/>
                </a:cubicBezTo>
                <a:cubicBezTo>
                  <a:pt x="83166" y="71849"/>
                  <a:pt x="83130" y="71849"/>
                  <a:pt x="83130" y="71786"/>
                </a:cubicBezTo>
                <a:cubicBezTo>
                  <a:pt x="83093" y="71786"/>
                  <a:pt x="83093" y="71711"/>
                  <a:pt x="83056" y="71711"/>
                </a:cubicBezTo>
                <a:cubicBezTo>
                  <a:pt x="83056" y="71636"/>
                  <a:pt x="83019" y="71561"/>
                  <a:pt x="83019" y="71561"/>
                </a:cubicBezTo>
                <a:cubicBezTo>
                  <a:pt x="82983" y="71410"/>
                  <a:pt x="82983" y="71335"/>
                  <a:pt x="82983" y="71185"/>
                </a:cubicBezTo>
                <a:lnTo>
                  <a:pt x="82872" y="71185"/>
                </a:lnTo>
                <a:close/>
                <a:moveTo>
                  <a:pt x="104410" y="107504"/>
                </a:moveTo>
                <a:lnTo>
                  <a:pt x="104410" y="107504"/>
                </a:lnTo>
                <a:cubicBezTo>
                  <a:pt x="104447" y="107655"/>
                  <a:pt x="104483" y="107655"/>
                  <a:pt x="104483" y="107805"/>
                </a:cubicBezTo>
                <a:cubicBezTo>
                  <a:pt x="104520" y="107805"/>
                  <a:pt x="104483" y="107880"/>
                  <a:pt x="104483" y="107956"/>
                </a:cubicBezTo>
                <a:cubicBezTo>
                  <a:pt x="104483" y="108106"/>
                  <a:pt x="104483" y="108106"/>
                  <a:pt x="104483" y="108106"/>
                </a:cubicBezTo>
                <a:cubicBezTo>
                  <a:pt x="104483" y="108181"/>
                  <a:pt x="104520" y="108181"/>
                  <a:pt x="104520" y="108256"/>
                </a:cubicBezTo>
                <a:cubicBezTo>
                  <a:pt x="104557" y="108332"/>
                  <a:pt x="104557" y="108332"/>
                  <a:pt x="104594" y="108407"/>
                </a:cubicBezTo>
                <a:cubicBezTo>
                  <a:pt x="104630" y="108407"/>
                  <a:pt x="104667" y="108407"/>
                  <a:pt x="104667" y="108469"/>
                </a:cubicBezTo>
                <a:cubicBezTo>
                  <a:pt x="104741" y="108469"/>
                  <a:pt x="104771" y="108545"/>
                  <a:pt x="104808" y="108695"/>
                </a:cubicBezTo>
                <a:cubicBezTo>
                  <a:pt x="104808" y="108695"/>
                  <a:pt x="104808" y="108770"/>
                  <a:pt x="104808" y="108845"/>
                </a:cubicBezTo>
                <a:cubicBezTo>
                  <a:pt x="104808" y="108921"/>
                  <a:pt x="104845" y="108921"/>
                  <a:pt x="104882" y="108996"/>
                </a:cubicBezTo>
                <a:cubicBezTo>
                  <a:pt x="104882" y="109071"/>
                  <a:pt x="104955" y="109146"/>
                  <a:pt x="104955" y="109297"/>
                </a:cubicBezTo>
                <a:cubicBezTo>
                  <a:pt x="104992" y="109372"/>
                  <a:pt x="104992" y="109447"/>
                  <a:pt x="105029" y="109522"/>
                </a:cubicBezTo>
                <a:cubicBezTo>
                  <a:pt x="105065" y="109585"/>
                  <a:pt x="105102" y="109585"/>
                  <a:pt x="105102" y="109585"/>
                </a:cubicBezTo>
                <a:cubicBezTo>
                  <a:pt x="105280" y="109585"/>
                  <a:pt x="105280" y="109585"/>
                  <a:pt x="105280" y="109585"/>
                </a:cubicBezTo>
                <a:cubicBezTo>
                  <a:pt x="105280" y="109447"/>
                  <a:pt x="105280" y="109297"/>
                  <a:pt x="105280" y="109146"/>
                </a:cubicBezTo>
                <a:cubicBezTo>
                  <a:pt x="105280" y="109146"/>
                  <a:pt x="105280" y="109146"/>
                  <a:pt x="105280" y="109071"/>
                </a:cubicBezTo>
                <a:cubicBezTo>
                  <a:pt x="105574" y="109071"/>
                  <a:pt x="105574" y="109071"/>
                  <a:pt x="105574" y="109071"/>
                </a:cubicBezTo>
                <a:cubicBezTo>
                  <a:pt x="105574" y="108695"/>
                  <a:pt x="105574" y="108695"/>
                  <a:pt x="105574" y="108695"/>
                </a:cubicBezTo>
                <a:cubicBezTo>
                  <a:pt x="105574" y="108620"/>
                  <a:pt x="105500" y="108545"/>
                  <a:pt x="105500" y="108469"/>
                </a:cubicBezTo>
                <a:cubicBezTo>
                  <a:pt x="105500" y="108407"/>
                  <a:pt x="105537" y="108332"/>
                  <a:pt x="105537" y="108332"/>
                </a:cubicBezTo>
                <a:cubicBezTo>
                  <a:pt x="105574" y="108256"/>
                  <a:pt x="105611" y="108256"/>
                  <a:pt x="105611" y="108256"/>
                </a:cubicBezTo>
                <a:cubicBezTo>
                  <a:pt x="105647" y="108181"/>
                  <a:pt x="105684" y="108181"/>
                  <a:pt x="105684" y="108106"/>
                </a:cubicBezTo>
                <a:cubicBezTo>
                  <a:pt x="105684" y="108106"/>
                  <a:pt x="105684" y="108031"/>
                  <a:pt x="105684" y="107956"/>
                </a:cubicBezTo>
                <a:cubicBezTo>
                  <a:pt x="105684" y="107956"/>
                  <a:pt x="105684" y="107880"/>
                  <a:pt x="105684" y="107805"/>
                </a:cubicBezTo>
                <a:cubicBezTo>
                  <a:pt x="105684" y="107805"/>
                  <a:pt x="105684" y="107730"/>
                  <a:pt x="105684" y="107655"/>
                </a:cubicBezTo>
                <a:cubicBezTo>
                  <a:pt x="105684" y="107655"/>
                  <a:pt x="105684" y="107580"/>
                  <a:pt x="105684" y="107504"/>
                </a:cubicBezTo>
                <a:cubicBezTo>
                  <a:pt x="105280" y="107504"/>
                  <a:pt x="105280" y="107504"/>
                  <a:pt x="105280" y="107504"/>
                </a:cubicBezTo>
                <a:cubicBezTo>
                  <a:pt x="105243" y="107504"/>
                  <a:pt x="105212" y="107580"/>
                  <a:pt x="105212" y="107580"/>
                </a:cubicBezTo>
                <a:cubicBezTo>
                  <a:pt x="105176" y="107655"/>
                  <a:pt x="105139" y="107580"/>
                  <a:pt x="105102" y="107580"/>
                </a:cubicBezTo>
                <a:cubicBezTo>
                  <a:pt x="105102" y="107655"/>
                  <a:pt x="105065" y="107655"/>
                  <a:pt x="105029" y="107655"/>
                </a:cubicBezTo>
                <a:cubicBezTo>
                  <a:pt x="105029" y="107655"/>
                  <a:pt x="104992" y="107655"/>
                  <a:pt x="104955" y="107655"/>
                </a:cubicBezTo>
                <a:cubicBezTo>
                  <a:pt x="104955" y="107655"/>
                  <a:pt x="104955" y="107504"/>
                  <a:pt x="104918" y="107504"/>
                </a:cubicBezTo>
                <a:cubicBezTo>
                  <a:pt x="104882" y="107504"/>
                  <a:pt x="104882" y="107429"/>
                  <a:pt x="104845" y="107429"/>
                </a:cubicBezTo>
                <a:cubicBezTo>
                  <a:pt x="104808" y="107367"/>
                  <a:pt x="104808" y="107291"/>
                  <a:pt x="104808" y="107291"/>
                </a:cubicBezTo>
                <a:cubicBezTo>
                  <a:pt x="104771" y="107216"/>
                  <a:pt x="104741" y="107141"/>
                  <a:pt x="104704" y="107141"/>
                </a:cubicBezTo>
                <a:cubicBezTo>
                  <a:pt x="104667" y="107141"/>
                  <a:pt x="104630" y="107141"/>
                  <a:pt x="104594" y="107141"/>
                </a:cubicBezTo>
                <a:cubicBezTo>
                  <a:pt x="104557" y="107141"/>
                  <a:pt x="104520" y="107141"/>
                  <a:pt x="104483" y="107216"/>
                </a:cubicBezTo>
                <a:cubicBezTo>
                  <a:pt x="104483" y="107216"/>
                  <a:pt x="104483" y="107291"/>
                  <a:pt x="104483" y="107367"/>
                </a:cubicBezTo>
                <a:cubicBezTo>
                  <a:pt x="104483" y="107367"/>
                  <a:pt x="104410" y="107429"/>
                  <a:pt x="104410" y="107504"/>
                </a:cubicBezTo>
                <a:close/>
                <a:moveTo>
                  <a:pt x="105500" y="106464"/>
                </a:moveTo>
                <a:lnTo>
                  <a:pt x="105500" y="106464"/>
                </a:lnTo>
                <a:cubicBezTo>
                  <a:pt x="105500" y="106539"/>
                  <a:pt x="105500" y="106539"/>
                  <a:pt x="105500" y="106615"/>
                </a:cubicBezTo>
                <a:cubicBezTo>
                  <a:pt x="105500" y="106690"/>
                  <a:pt x="105500" y="106690"/>
                  <a:pt x="105500" y="106765"/>
                </a:cubicBezTo>
                <a:cubicBezTo>
                  <a:pt x="105537" y="106840"/>
                  <a:pt x="105574" y="106840"/>
                  <a:pt x="105574" y="106840"/>
                </a:cubicBezTo>
                <a:cubicBezTo>
                  <a:pt x="105611" y="106915"/>
                  <a:pt x="105647" y="106840"/>
                  <a:pt x="105647" y="106840"/>
                </a:cubicBezTo>
                <a:cubicBezTo>
                  <a:pt x="105684" y="106915"/>
                  <a:pt x="105647" y="106991"/>
                  <a:pt x="105684" y="106991"/>
                </a:cubicBezTo>
                <a:cubicBezTo>
                  <a:pt x="105684" y="107066"/>
                  <a:pt x="105684" y="107141"/>
                  <a:pt x="105684" y="107141"/>
                </a:cubicBezTo>
                <a:cubicBezTo>
                  <a:pt x="105825" y="107141"/>
                  <a:pt x="105825" y="107141"/>
                  <a:pt x="105825" y="107141"/>
                </a:cubicBezTo>
                <a:cubicBezTo>
                  <a:pt x="105825" y="106840"/>
                  <a:pt x="105825" y="106840"/>
                  <a:pt x="105825" y="106840"/>
                </a:cubicBezTo>
                <a:cubicBezTo>
                  <a:pt x="105825" y="106840"/>
                  <a:pt x="105825" y="106765"/>
                  <a:pt x="105788" y="106690"/>
                </a:cubicBezTo>
                <a:cubicBezTo>
                  <a:pt x="105788" y="106690"/>
                  <a:pt x="105721" y="106690"/>
                  <a:pt x="105721" y="106615"/>
                </a:cubicBezTo>
                <a:lnTo>
                  <a:pt x="105684" y="106539"/>
                </a:lnTo>
                <a:cubicBezTo>
                  <a:pt x="105647" y="106464"/>
                  <a:pt x="105684" y="106389"/>
                  <a:pt x="105647" y="106389"/>
                </a:cubicBezTo>
                <a:cubicBezTo>
                  <a:pt x="105647" y="106326"/>
                  <a:pt x="105611" y="106389"/>
                  <a:pt x="105574" y="106389"/>
                </a:cubicBezTo>
                <a:cubicBezTo>
                  <a:pt x="105574" y="106326"/>
                  <a:pt x="105537" y="106464"/>
                  <a:pt x="105500" y="106464"/>
                </a:cubicBezTo>
                <a:close/>
                <a:moveTo>
                  <a:pt x="104226" y="106326"/>
                </a:moveTo>
                <a:lnTo>
                  <a:pt x="104226" y="106326"/>
                </a:lnTo>
                <a:cubicBezTo>
                  <a:pt x="104196" y="106326"/>
                  <a:pt x="104196" y="106326"/>
                  <a:pt x="104159" y="106389"/>
                </a:cubicBezTo>
                <a:cubicBezTo>
                  <a:pt x="104159" y="106389"/>
                  <a:pt x="104122" y="106464"/>
                  <a:pt x="104122" y="106539"/>
                </a:cubicBezTo>
                <a:cubicBezTo>
                  <a:pt x="104122" y="106690"/>
                  <a:pt x="104196" y="106765"/>
                  <a:pt x="104226" y="106915"/>
                </a:cubicBezTo>
                <a:cubicBezTo>
                  <a:pt x="104300" y="106915"/>
                  <a:pt x="104300" y="106915"/>
                  <a:pt x="104300" y="106915"/>
                </a:cubicBezTo>
                <a:cubicBezTo>
                  <a:pt x="104300" y="106326"/>
                  <a:pt x="104300" y="106326"/>
                  <a:pt x="104300" y="106326"/>
                </a:cubicBezTo>
                <a:cubicBezTo>
                  <a:pt x="104263" y="106326"/>
                  <a:pt x="104263" y="106251"/>
                  <a:pt x="104226" y="106326"/>
                </a:cubicBezTo>
                <a:close/>
                <a:moveTo>
                  <a:pt x="112618" y="112192"/>
                </a:moveTo>
                <a:lnTo>
                  <a:pt x="112618" y="112192"/>
                </a:lnTo>
                <a:cubicBezTo>
                  <a:pt x="112618" y="112192"/>
                  <a:pt x="112618" y="112116"/>
                  <a:pt x="112655" y="112116"/>
                </a:cubicBezTo>
                <a:cubicBezTo>
                  <a:pt x="112655" y="112041"/>
                  <a:pt x="112692" y="112041"/>
                  <a:pt x="112728" y="112041"/>
                </a:cubicBezTo>
                <a:cubicBezTo>
                  <a:pt x="112728" y="111966"/>
                  <a:pt x="112728" y="111891"/>
                  <a:pt x="112765" y="111891"/>
                </a:cubicBezTo>
                <a:cubicBezTo>
                  <a:pt x="112765" y="111816"/>
                  <a:pt x="112802" y="111816"/>
                  <a:pt x="112839" y="111816"/>
                </a:cubicBezTo>
                <a:cubicBezTo>
                  <a:pt x="112912" y="111740"/>
                  <a:pt x="112943" y="111740"/>
                  <a:pt x="113016" y="111740"/>
                </a:cubicBezTo>
                <a:cubicBezTo>
                  <a:pt x="113016" y="111603"/>
                  <a:pt x="113016" y="111527"/>
                  <a:pt x="113053" y="111377"/>
                </a:cubicBezTo>
                <a:lnTo>
                  <a:pt x="113090" y="111302"/>
                </a:lnTo>
                <a:cubicBezTo>
                  <a:pt x="113127" y="111151"/>
                  <a:pt x="113200" y="111076"/>
                  <a:pt x="113237" y="111001"/>
                </a:cubicBezTo>
                <a:cubicBezTo>
                  <a:pt x="113274" y="111001"/>
                  <a:pt x="113310" y="110926"/>
                  <a:pt x="113310" y="110851"/>
                </a:cubicBezTo>
                <a:cubicBezTo>
                  <a:pt x="113347" y="110775"/>
                  <a:pt x="113347" y="110700"/>
                  <a:pt x="113347" y="110550"/>
                </a:cubicBezTo>
                <a:cubicBezTo>
                  <a:pt x="113347" y="110487"/>
                  <a:pt x="113384" y="110412"/>
                  <a:pt x="113384" y="110337"/>
                </a:cubicBezTo>
                <a:cubicBezTo>
                  <a:pt x="113384" y="110262"/>
                  <a:pt x="113415" y="110186"/>
                  <a:pt x="113415" y="110186"/>
                </a:cubicBezTo>
                <a:cubicBezTo>
                  <a:pt x="113415" y="110111"/>
                  <a:pt x="113415" y="110036"/>
                  <a:pt x="113415" y="110036"/>
                </a:cubicBezTo>
                <a:cubicBezTo>
                  <a:pt x="113457" y="109961"/>
                  <a:pt x="113488" y="109961"/>
                  <a:pt x="113488" y="109886"/>
                </a:cubicBezTo>
                <a:cubicBezTo>
                  <a:pt x="113562" y="109810"/>
                  <a:pt x="113598" y="109810"/>
                  <a:pt x="113635" y="109735"/>
                </a:cubicBezTo>
                <a:cubicBezTo>
                  <a:pt x="113672" y="109735"/>
                  <a:pt x="113672" y="109735"/>
                  <a:pt x="113709" y="109735"/>
                </a:cubicBezTo>
                <a:cubicBezTo>
                  <a:pt x="113782" y="109735"/>
                  <a:pt x="113856" y="109735"/>
                  <a:pt x="113929" y="109735"/>
                </a:cubicBezTo>
                <a:cubicBezTo>
                  <a:pt x="113960" y="109735"/>
                  <a:pt x="113960" y="109735"/>
                  <a:pt x="113996" y="109735"/>
                </a:cubicBezTo>
                <a:cubicBezTo>
                  <a:pt x="113996" y="109660"/>
                  <a:pt x="113960" y="109660"/>
                  <a:pt x="113960" y="109585"/>
                </a:cubicBezTo>
                <a:cubicBezTo>
                  <a:pt x="113929" y="109522"/>
                  <a:pt x="113892" y="109522"/>
                  <a:pt x="113892" y="109447"/>
                </a:cubicBezTo>
                <a:cubicBezTo>
                  <a:pt x="113892" y="109221"/>
                  <a:pt x="113929" y="109146"/>
                  <a:pt x="113960" y="109071"/>
                </a:cubicBezTo>
                <a:cubicBezTo>
                  <a:pt x="113996" y="108921"/>
                  <a:pt x="114070" y="108921"/>
                  <a:pt x="114107" y="108845"/>
                </a:cubicBezTo>
                <a:cubicBezTo>
                  <a:pt x="114143" y="108845"/>
                  <a:pt x="114180" y="108845"/>
                  <a:pt x="114180" y="108770"/>
                </a:cubicBezTo>
                <a:cubicBezTo>
                  <a:pt x="114217" y="108770"/>
                  <a:pt x="114217" y="108695"/>
                  <a:pt x="114254" y="108620"/>
                </a:cubicBezTo>
                <a:cubicBezTo>
                  <a:pt x="114254" y="108620"/>
                  <a:pt x="114290" y="108545"/>
                  <a:pt x="114327" y="108469"/>
                </a:cubicBezTo>
                <a:cubicBezTo>
                  <a:pt x="114327" y="108469"/>
                  <a:pt x="114290" y="108407"/>
                  <a:pt x="114327" y="108407"/>
                </a:cubicBezTo>
                <a:cubicBezTo>
                  <a:pt x="114327" y="108332"/>
                  <a:pt x="114327" y="108256"/>
                  <a:pt x="114327" y="108256"/>
                </a:cubicBezTo>
                <a:cubicBezTo>
                  <a:pt x="114327" y="108181"/>
                  <a:pt x="114327" y="108181"/>
                  <a:pt x="114327" y="108106"/>
                </a:cubicBezTo>
                <a:cubicBezTo>
                  <a:pt x="114327" y="107655"/>
                  <a:pt x="114327" y="107655"/>
                  <a:pt x="114327" y="107655"/>
                </a:cubicBezTo>
                <a:cubicBezTo>
                  <a:pt x="114254" y="107655"/>
                  <a:pt x="114217" y="107655"/>
                  <a:pt x="114143" y="107655"/>
                </a:cubicBezTo>
                <a:cubicBezTo>
                  <a:pt x="114107" y="107655"/>
                  <a:pt x="114033" y="107655"/>
                  <a:pt x="113996" y="107580"/>
                </a:cubicBezTo>
                <a:lnTo>
                  <a:pt x="113996" y="107504"/>
                </a:lnTo>
                <a:cubicBezTo>
                  <a:pt x="113996" y="107429"/>
                  <a:pt x="113960" y="107367"/>
                  <a:pt x="113960" y="107367"/>
                </a:cubicBezTo>
                <a:cubicBezTo>
                  <a:pt x="113960" y="107291"/>
                  <a:pt x="113929" y="107291"/>
                  <a:pt x="113892" y="107216"/>
                </a:cubicBezTo>
                <a:cubicBezTo>
                  <a:pt x="113856" y="107216"/>
                  <a:pt x="113819" y="107141"/>
                  <a:pt x="113782" y="107141"/>
                </a:cubicBezTo>
                <a:cubicBezTo>
                  <a:pt x="113709" y="107141"/>
                  <a:pt x="113672" y="107216"/>
                  <a:pt x="113598" y="107216"/>
                </a:cubicBezTo>
                <a:cubicBezTo>
                  <a:pt x="113598" y="107880"/>
                  <a:pt x="113598" y="107880"/>
                  <a:pt x="113598" y="107880"/>
                </a:cubicBezTo>
                <a:cubicBezTo>
                  <a:pt x="113457" y="108031"/>
                  <a:pt x="113457" y="108031"/>
                  <a:pt x="113457" y="108031"/>
                </a:cubicBezTo>
                <a:cubicBezTo>
                  <a:pt x="113457" y="108031"/>
                  <a:pt x="113415" y="108031"/>
                  <a:pt x="113384" y="108106"/>
                </a:cubicBezTo>
                <a:cubicBezTo>
                  <a:pt x="113384" y="108106"/>
                  <a:pt x="113347" y="108106"/>
                  <a:pt x="113347" y="108181"/>
                </a:cubicBezTo>
                <a:cubicBezTo>
                  <a:pt x="113310" y="108256"/>
                  <a:pt x="113347" y="108256"/>
                  <a:pt x="113347" y="108332"/>
                </a:cubicBezTo>
                <a:cubicBezTo>
                  <a:pt x="113310" y="108469"/>
                  <a:pt x="113347" y="108620"/>
                  <a:pt x="113347" y="108770"/>
                </a:cubicBezTo>
                <a:cubicBezTo>
                  <a:pt x="113347" y="108921"/>
                  <a:pt x="113274" y="108921"/>
                  <a:pt x="113237" y="109071"/>
                </a:cubicBezTo>
                <a:cubicBezTo>
                  <a:pt x="113200" y="109146"/>
                  <a:pt x="113163" y="109221"/>
                  <a:pt x="113090" y="109297"/>
                </a:cubicBezTo>
                <a:cubicBezTo>
                  <a:pt x="113053" y="109372"/>
                  <a:pt x="112980" y="109372"/>
                  <a:pt x="112943" y="109447"/>
                </a:cubicBezTo>
                <a:cubicBezTo>
                  <a:pt x="112875" y="109522"/>
                  <a:pt x="112875" y="109585"/>
                  <a:pt x="112802" y="109660"/>
                </a:cubicBezTo>
                <a:cubicBezTo>
                  <a:pt x="112728" y="109735"/>
                  <a:pt x="112728" y="109735"/>
                  <a:pt x="112728" y="109735"/>
                </a:cubicBezTo>
                <a:cubicBezTo>
                  <a:pt x="112728" y="109735"/>
                  <a:pt x="112692" y="109735"/>
                  <a:pt x="112655" y="109735"/>
                </a:cubicBezTo>
                <a:cubicBezTo>
                  <a:pt x="112655" y="109810"/>
                  <a:pt x="112618" y="109886"/>
                  <a:pt x="112618" y="109886"/>
                </a:cubicBezTo>
                <a:cubicBezTo>
                  <a:pt x="112581" y="109961"/>
                  <a:pt x="112545" y="109961"/>
                  <a:pt x="112545" y="110036"/>
                </a:cubicBezTo>
                <a:cubicBezTo>
                  <a:pt x="112508" y="110036"/>
                  <a:pt x="112508" y="110111"/>
                  <a:pt x="112471" y="110186"/>
                </a:cubicBezTo>
                <a:lnTo>
                  <a:pt x="112441" y="110186"/>
                </a:lnTo>
                <a:cubicBezTo>
                  <a:pt x="112367" y="110262"/>
                  <a:pt x="112294" y="110262"/>
                  <a:pt x="112257" y="110337"/>
                </a:cubicBezTo>
                <a:cubicBezTo>
                  <a:pt x="112257" y="110337"/>
                  <a:pt x="112257" y="110412"/>
                  <a:pt x="112220" y="110412"/>
                </a:cubicBezTo>
                <a:cubicBezTo>
                  <a:pt x="112183" y="110550"/>
                  <a:pt x="112183" y="110625"/>
                  <a:pt x="112147" y="110700"/>
                </a:cubicBezTo>
                <a:cubicBezTo>
                  <a:pt x="112147" y="110775"/>
                  <a:pt x="112110" y="110775"/>
                  <a:pt x="112073" y="110851"/>
                </a:cubicBezTo>
                <a:cubicBezTo>
                  <a:pt x="112073" y="110851"/>
                  <a:pt x="112036" y="110851"/>
                  <a:pt x="112000" y="110926"/>
                </a:cubicBezTo>
                <a:lnTo>
                  <a:pt x="111963" y="111001"/>
                </a:lnTo>
                <a:cubicBezTo>
                  <a:pt x="111926" y="111001"/>
                  <a:pt x="111895" y="111001"/>
                  <a:pt x="111895" y="111001"/>
                </a:cubicBezTo>
                <a:cubicBezTo>
                  <a:pt x="111852" y="111001"/>
                  <a:pt x="111822" y="111076"/>
                  <a:pt x="111822" y="111076"/>
                </a:cubicBezTo>
                <a:cubicBezTo>
                  <a:pt x="111822" y="111076"/>
                  <a:pt x="111822" y="111151"/>
                  <a:pt x="111822" y="111227"/>
                </a:cubicBezTo>
                <a:cubicBezTo>
                  <a:pt x="111822" y="111227"/>
                  <a:pt x="111785" y="111302"/>
                  <a:pt x="111785" y="111377"/>
                </a:cubicBezTo>
                <a:cubicBezTo>
                  <a:pt x="111785" y="111377"/>
                  <a:pt x="111748" y="111377"/>
                  <a:pt x="111748" y="111452"/>
                </a:cubicBezTo>
                <a:cubicBezTo>
                  <a:pt x="111748" y="111603"/>
                  <a:pt x="111785" y="111665"/>
                  <a:pt x="111822" y="111740"/>
                </a:cubicBezTo>
                <a:cubicBezTo>
                  <a:pt x="111852" y="111740"/>
                  <a:pt x="111852" y="111816"/>
                  <a:pt x="111895" y="111816"/>
                </a:cubicBezTo>
                <a:cubicBezTo>
                  <a:pt x="111963" y="111816"/>
                  <a:pt x="112036" y="111816"/>
                  <a:pt x="112110" y="111816"/>
                </a:cubicBezTo>
                <a:cubicBezTo>
                  <a:pt x="112183" y="111816"/>
                  <a:pt x="112220" y="111816"/>
                  <a:pt x="112257" y="111816"/>
                </a:cubicBezTo>
                <a:cubicBezTo>
                  <a:pt x="112294" y="111891"/>
                  <a:pt x="112294" y="111891"/>
                  <a:pt x="112330" y="111966"/>
                </a:cubicBezTo>
                <a:cubicBezTo>
                  <a:pt x="112367" y="111966"/>
                  <a:pt x="112367" y="112041"/>
                  <a:pt x="112398" y="112116"/>
                </a:cubicBezTo>
                <a:cubicBezTo>
                  <a:pt x="112441" y="112116"/>
                  <a:pt x="112471" y="112192"/>
                  <a:pt x="112545" y="112192"/>
                </a:cubicBezTo>
                <a:cubicBezTo>
                  <a:pt x="112545" y="112192"/>
                  <a:pt x="112581" y="112192"/>
                  <a:pt x="112618" y="112192"/>
                </a:cubicBezTo>
                <a:close/>
                <a:moveTo>
                  <a:pt x="112183" y="112492"/>
                </a:moveTo>
                <a:lnTo>
                  <a:pt x="112183" y="112492"/>
                </a:lnTo>
                <a:cubicBezTo>
                  <a:pt x="112147" y="112568"/>
                  <a:pt x="112147" y="112630"/>
                  <a:pt x="112147" y="112630"/>
                </a:cubicBezTo>
                <a:cubicBezTo>
                  <a:pt x="112110" y="112706"/>
                  <a:pt x="112073" y="112630"/>
                  <a:pt x="112073" y="112630"/>
                </a:cubicBezTo>
                <a:cubicBezTo>
                  <a:pt x="112036" y="112706"/>
                  <a:pt x="112073" y="112781"/>
                  <a:pt x="112036" y="112781"/>
                </a:cubicBezTo>
                <a:cubicBezTo>
                  <a:pt x="112330" y="112781"/>
                  <a:pt x="112330" y="112781"/>
                  <a:pt x="112330" y="112781"/>
                </a:cubicBezTo>
                <a:cubicBezTo>
                  <a:pt x="112330" y="112630"/>
                  <a:pt x="112330" y="112630"/>
                  <a:pt x="112330" y="112630"/>
                </a:cubicBezTo>
                <a:cubicBezTo>
                  <a:pt x="112330" y="112568"/>
                  <a:pt x="112330" y="112568"/>
                  <a:pt x="112330" y="112492"/>
                </a:cubicBezTo>
                <a:cubicBezTo>
                  <a:pt x="112294" y="112568"/>
                  <a:pt x="112183" y="112492"/>
                  <a:pt x="112183" y="112492"/>
                </a:cubicBezTo>
                <a:close/>
                <a:moveTo>
                  <a:pt x="114401" y="104534"/>
                </a:moveTo>
                <a:lnTo>
                  <a:pt x="114401" y="104534"/>
                </a:lnTo>
                <a:cubicBezTo>
                  <a:pt x="114401" y="104609"/>
                  <a:pt x="114401" y="104609"/>
                  <a:pt x="114401" y="104685"/>
                </a:cubicBezTo>
                <a:cubicBezTo>
                  <a:pt x="114437" y="104760"/>
                  <a:pt x="114437" y="104760"/>
                  <a:pt x="114437" y="104835"/>
                </a:cubicBezTo>
                <a:cubicBezTo>
                  <a:pt x="114468" y="104910"/>
                  <a:pt x="114505" y="104910"/>
                  <a:pt x="114505" y="104985"/>
                </a:cubicBezTo>
                <a:cubicBezTo>
                  <a:pt x="114505" y="105875"/>
                  <a:pt x="114505" y="105875"/>
                  <a:pt x="114505" y="105875"/>
                </a:cubicBezTo>
                <a:cubicBezTo>
                  <a:pt x="114143" y="105875"/>
                  <a:pt x="114143" y="105875"/>
                  <a:pt x="114143" y="105875"/>
                </a:cubicBezTo>
                <a:cubicBezTo>
                  <a:pt x="114143" y="106026"/>
                  <a:pt x="114107" y="106101"/>
                  <a:pt x="114143" y="106251"/>
                </a:cubicBezTo>
                <a:cubicBezTo>
                  <a:pt x="114143" y="106326"/>
                  <a:pt x="114143" y="106326"/>
                  <a:pt x="114143" y="106389"/>
                </a:cubicBezTo>
                <a:cubicBezTo>
                  <a:pt x="114143" y="106539"/>
                  <a:pt x="114143" y="106539"/>
                  <a:pt x="114143" y="106539"/>
                </a:cubicBezTo>
                <a:cubicBezTo>
                  <a:pt x="114615" y="106539"/>
                  <a:pt x="114615" y="106539"/>
                  <a:pt x="114615" y="106539"/>
                </a:cubicBezTo>
                <a:cubicBezTo>
                  <a:pt x="114615" y="107730"/>
                  <a:pt x="114615" y="107730"/>
                  <a:pt x="114615" y="107730"/>
                </a:cubicBezTo>
                <a:cubicBezTo>
                  <a:pt x="114909" y="107730"/>
                  <a:pt x="114909" y="107730"/>
                  <a:pt x="114909" y="107730"/>
                </a:cubicBezTo>
                <a:cubicBezTo>
                  <a:pt x="114909" y="107580"/>
                  <a:pt x="114909" y="107504"/>
                  <a:pt x="114946" y="107367"/>
                </a:cubicBezTo>
                <a:cubicBezTo>
                  <a:pt x="114946" y="107291"/>
                  <a:pt x="114977" y="107291"/>
                  <a:pt x="115013" y="107216"/>
                </a:cubicBezTo>
                <a:cubicBezTo>
                  <a:pt x="115013" y="107216"/>
                  <a:pt x="115050" y="107141"/>
                  <a:pt x="115087" y="107141"/>
                </a:cubicBezTo>
                <a:cubicBezTo>
                  <a:pt x="115087" y="107066"/>
                  <a:pt x="115124" y="107066"/>
                  <a:pt x="115160" y="106991"/>
                </a:cubicBezTo>
                <a:cubicBezTo>
                  <a:pt x="115160" y="106991"/>
                  <a:pt x="115160" y="106915"/>
                  <a:pt x="115160" y="106840"/>
                </a:cubicBezTo>
                <a:cubicBezTo>
                  <a:pt x="115197" y="106765"/>
                  <a:pt x="115197" y="106690"/>
                  <a:pt x="115234" y="106539"/>
                </a:cubicBezTo>
                <a:lnTo>
                  <a:pt x="115271" y="106464"/>
                </a:lnTo>
                <a:cubicBezTo>
                  <a:pt x="115271" y="106326"/>
                  <a:pt x="115271" y="106251"/>
                  <a:pt x="115271" y="106176"/>
                </a:cubicBezTo>
                <a:cubicBezTo>
                  <a:pt x="115522" y="106176"/>
                  <a:pt x="115522" y="106176"/>
                  <a:pt x="115522" y="106176"/>
                </a:cubicBezTo>
                <a:cubicBezTo>
                  <a:pt x="115522" y="106101"/>
                  <a:pt x="115485" y="106026"/>
                  <a:pt x="115522" y="105950"/>
                </a:cubicBezTo>
                <a:cubicBezTo>
                  <a:pt x="115522" y="105950"/>
                  <a:pt x="115522" y="105875"/>
                  <a:pt x="115558" y="105800"/>
                </a:cubicBezTo>
                <a:cubicBezTo>
                  <a:pt x="115558" y="105800"/>
                  <a:pt x="115595" y="105725"/>
                  <a:pt x="115595" y="105650"/>
                </a:cubicBezTo>
                <a:lnTo>
                  <a:pt x="115595" y="105574"/>
                </a:lnTo>
                <a:cubicBezTo>
                  <a:pt x="115632" y="105499"/>
                  <a:pt x="115632" y="105424"/>
                  <a:pt x="115669" y="105424"/>
                </a:cubicBezTo>
                <a:cubicBezTo>
                  <a:pt x="115669" y="105349"/>
                  <a:pt x="115705" y="105424"/>
                  <a:pt x="115742" y="105424"/>
                </a:cubicBezTo>
                <a:cubicBezTo>
                  <a:pt x="115742" y="105349"/>
                  <a:pt x="115742" y="105286"/>
                  <a:pt x="115742" y="105286"/>
                </a:cubicBezTo>
                <a:cubicBezTo>
                  <a:pt x="115742" y="105211"/>
                  <a:pt x="115742" y="105136"/>
                  <a:pt x="115742" y="105136"/>
                </a:cubicBezTo>
                <a:cubicBezTo>
                  <a:pt x="115742" y="105061"/>
                  <a:pt x="115742" y="104985"/>
                  <a:pt x="115742" y="104910"/>
                </a:cubicBezTo>
                <a:cubicBezTo>
                  <a:pt x="115705" y="104835"/>
                  <a:pt x="115669" y="104760"/>
                  <a:pt x="115632" y="104760"/>
                </a:cubicBezTo>
                <a:cubicBezTo>
                  <a:pt x="115558" y="104760"/>
                  <a:pt x="115558" y="104835"/>
                  <a:pt x="115522" y="104835"/>
                </a:cubicBezTo>
                <a:cubicBezTo>
                  <a:pt x="115485" y="104910"/>
                  <a:pt x="115522" y="104985"/>
                  <a:pt x="115522" y="104985"/>
                </a:cubicBezTo>
                <a:cubicBezTo>
                  <a:pt x="115485" y="105061"/>
                  <a:pt x="115454" y="105061"/>
                  <a:pt x="115418" y="105061"/>
                </a:cubicBezTo>
                <a:cubicBezTo>
                  <a:pt x="115344" y="105061"/>
                  <a:pt x="115271" y="104985"/>
                  <a:pt x="115234" y="104985"/>
                </a:cubicBezTo>
                <a:cubicBezTo>
                  <a:pt x="115124" y="104985"/>
                  <a:pt x="115124" y="104985"/>
                  <a:pt x="115124" y="104985"/>
                </a:cubicBezTo>
                <a:cubicBezTo>
                  <a:pt x="115087" y="104985"/>
                  <a:pt x="115087" y="104985"/>
                  <a:pt x="115050" y="104985"/>
                </a:cubicBezTo>
                <a:cubicBezTo>
                  <a:pt x="115013" y="104985"/>
                  <a:pt x="115013" y="105061"/>
                  <a:pt x="114977" y="105061"/>
                </a:cubicBezTo>
                <a:cubicBezTo>
                  <a:pt x="114977" y="104685"/>
                  <a:pt x="114977" y="104685"/>
                  <a:pt x="114977" y="104685"/>
                </a:cubicBezTo>
                <a:cubicBezTo>
                  <a:pt x="114977" y="104609"/>
                  <a:pt x="115013" y="104534"/>
                  <a:pt x="115013" y="104459"/>
                </a:cubicBezTo>
                <a:cubicBezTo>
                  <a:pt x="115013" y="104309"/>
                  <a:pt x="114946" y="104233"/>
                  <a:pt x="114909" y="104171"/>
                </a:cubicBezTo>
                <a:cubicBezTo>
                  <a:pt x="114909" y="104096"/>
                  <a:pt x="114872" y="104020"/>
                  <a:pt x="114836" y="104020"/>
                </a:cubicBezTo>
                <a:cubicBezTo>
                  <a:pt x="114836" y="103945"/>
                  <a:pt x="114799" y="104020"/>
                  <a:pt x="114799" y="104020"/>
                </a:cubicBezTo>
                <a:cubicBezTo>
                  <a:pt x="114762" y="104096"/>
                  <a:pt x="114725" y="104096"/>
                  <a:pt x="114725" y="104171"/>
                </a:cubicBezTo>
                <a:cubicBezTo>
                  <a:pt x="114725" y="104171"/>
                  <a:pt x="114725" y="104233"/>
                  <a:pt x="114725" y="104309"/>
                </a:cubicBezTo>
                <a:cubicBezTo>
                  <a:pt x="114725" y="104309"/>
                  <a:pt x="114689" y="104384"/>
                  <a:pt x="114689" y="104459"/>
                </a:cubicBezTo>
                <a:cubicBezTo>
                  <a:pt x="114652" y="104384"/>
                  <a:pt x="114615" y="104384"/>
                  <a:pt x="114615" y="104384"/>
                </a:cubicBezTo>
                <a:cubicBezTo>
                  <a:pt x="114578" y="104309"/>
                  <a:pt x="114578" y="104233"/>
                  <a:pt x="114542" y="104233"/>
                </a:cubicBezTo>
                <a:cubicBezTo>
                  <a:pt x="114542" y="104171"/>
                  <a:pt x="114505" y="104096"/>
                  <a:pt x="114505" y="104020"/>
                </a:cubicBezTo>
                <a:cubicBezTo>
                  <a:pt x="114505" y="103945"/>
                  <a:pt x="114542" y="103870"/>
                  <a:pt x="114542" y="103795"/>
                </a:cubicBezTo>
                <a:cubicBezTo>
                  <a:pt x="114542" y="103720"/>
                  <a:pt x="114542" y="103720"/>
                  <a:pt x="114542" y="103644"/>
                </a:cubicBezTo>
                <a:cubicBezTo>
                  <a:pt x="114542" y="103569"/>
                  <a:pt x="114542" y="103569"/>
                  <a:pt x="114542" y="103494"/>
                </a:cubicBezTo>
                <a:lnTo>
                  <a:pt x="114468" y="103494"/>
                </a:lnTo>
                <a:cubicBezTo>
                  <a:pt x="114437" y="103494"/>
                  <a:pt x="114437" y="103419"/>
                  <a:pt x="114437" y="103344"/>
                </a:cubicBezTo>
                <a:cubicBezTo>
                  <a:pt x="114401" y="103344"/>
                  <a:pt x="114401" y="103268"/>
                  <a:pt x="114364" y="103268"/>
                </a:cubicBezTo>
                <a:cubicBezTo>
                  <a:pt x="114327" y="103206"/>
                  <a:pt x="114327" y="103131"/>
                  <a:pt x="114327" y="103131"/>
                </a:cubicBezTo>
                <a:cubicBezTo>
                  <a:pt x="114290" y="103055"/>
                  <a:pt x="114290" y="103055"/>
                  <a:pt x="114254" y="102980"/>
                </a:cubicBezTo>
                <a:cubicBezTo>
                  <a:pt x="114217" y="102905"/>
                  <a:pt x="114217" y="102830"/>
                  <a:pt x="114217" y="102755"/>
                </a:cubicBezTo>
                <a:cubicBezTo>
                  <a:pt x="114180" y="102755"/>
                  <a:pt x="114180" y="102679"/>
                  <a:pt x="114143" y="102679"/>
                </a:cubicBezTo>
                <a:cubicBezTo>
                  <a:pt x="114143" y="102604"/>
                  <a:pt x="114143" y="102529"/>
                  <a:pt x="114107" y="102529"/>
                </a:cubicBezTo>
                <a:cubicBezTo>
                  <a:pt x="114070" y="102454"/>
                  <a:pt x="114033" y="102454"/>
                  <a:pt x="113996" y="102454"/>
                </a:cubicBezTo>
                <a:cubicBezTo>
                  <a:pt x="113960" y="102454"/>
                  <a:pt x="113892" y="102529"/>
                  <a:pt x="113892" y="102604"/>
                </a:cubicBezTo>
                <a:cubicBezTo>
                  <a:pt x="113892" y="102755"/>
                  <a:pt x="113929" y="102830"/>
                  <a:pt x="113960" y="102905"/>
                </a:cubicBezTo>
                <a:cubicBezTo>
                  <a:pt x="113960" y="102980"/>
                  <a:pt x="113996" y="102980"/>
                  <a:pt x="113996" y="103055"/>
                </a:cubicBezTo>
                <a:cubicBezTo>
                  <a:pt x="114033" y="103131"/>
                  <a:pt x="114033" y="103268"/>
                  <a:pt x="114070" y="103344"/>
                </a:cubicBezTo>
                <a:cubicBezTo>
                  <a:pt x="114143" y="103494"/>
                  <a:pt x="114180" y="103569"/>
                  <a:pt x="114254" y="103644"/>
                </a:cubicBezTo>
                <a:cubicBezTo>
                  <a:pt x="114254" y="103644"/>
                  <a:pt x="114290" y="103644"/>
                  <a:pt x="114327" y="103720"/>
                </a:cubicBezTo>
                <a:cubicBezTo>
                  <a:pt x="114327" y="103795"/>
                  <a:pt x="114327" y="103795"/>
                  <a:pt x="114327" y="103870"/>
                </a:cubicBezTo>
                <a:cubicBezTo>
                  <a:pt x="114364" y="103870"/>
                  <a:pt x="114364" y="103945"/>
                  <a:pt x="114364" y="104020"/>
                </a:cubicBezTo>
                <a:cubicBezTo>
                  <a:pt x="114364" y="104096"/>
                  <a:pt x="114401" y="104096"/>
                  <a:pt x="114401" y="104171"/>
                </a:cubicBezTo>
                <a:cubicBezTo>
                  <a:pt x="114401" y="104233"/>
                  <a:pt x="114401" y="104384"/>
                  <a:pt x="114401" y="104534"/>
                </a:cubicBezTo>
                <a:close/>
                <a:moveTo>
                  <a:pt x="110946" y="91826"/>
                </a:moveTo>
                <a:lnTo>
                  <a:pt x="110946" y="91826"/>
                </a:lnTo>
                <a:cubicBezTo>
                  <a:pt x="110946" y="91901"/>
                  <a:pt x="110983" y="91901"/>
                  <a:pt x="110983" y="91977"/>
                </a:cubicBezTo>
                <a:cubicBezTo>
                  <a:pt x="110983" y="92052"/>
                  <a:pt x="111019" y="92052"/>
                  <a:pt x="111019" y="92127"/>
                </a:cubicBezTo>
                <a:cubicBezTo>
                  <a:pt x="111019" y="92202"/>
                  <a:pt x="111056" y="92127"/>
                  <a:pt x="111093" y="92202"/>
                </a:cubicBezTo>
                <a:cubicBezTo>
                  <a:pt x="111130" y="92277"/>
                  <a:pt x="111166" y="92277"/>
                  <a:pt x="111166" y="92353"/>
                </a:cubicBezTo>
                <a:cubicBezTo>
                  <a:pt x="111166" y="92428"/>
                  <a:pt x="111166" y="92503"/>
                  <a:pt x="111166" y="92653"/>
                </a:cubicBezTo>
                <a:cubicBezTo>
                  <a:pt x="111166" y="92716"/>
                  <a:pt x="111203" y="92716"/>
                  <a:pt x="111203" y="92804"/>
                </a:cubicBezTo>
                <a:cubicBezTo>
                  <a:pt x="111240" y="92804"/>
                  <a:pt x="111240" y="92866"/>
                  <a:pt x="111277" y="92942"/>
                </a:cubicBezTo>
                <a:cubicBezTo>
                  <a:pt x="111277" y="92942"/>
                  <a:pt x="111313" y="92942"/>
                  <a:pt x="111350" y="93017"/>
                </a:cubicBezTo>
                <a:cubicBezTo>
                  <a:pt x="111424" y="93092"/>
                  <a:pt x="111491" y="93092"/>
                  <a:pt x="111565" y="93167"/>
                </a:cubicBezTo>
                <a:cubicBezTo>
                  <a:pt x="111601" y="93242"/>
                  <a:pt x="111638" y="93318"/>
                  <a:pt x="111712" y="93318"/>
                </a:cubicBezTo>
                <a:cubicBezTo>
                  <a:pt x="111748" y="93393"/>
                  <a:pt x="111748" y="93393"/>
                  <a:pt x="111785" y="93393"/>
                </a:cubicBezTo>
                <a:cubicBezTo>
                  <a:pt x="111785" y="93468"/>
                  <a:pt x="111822" y="93468"/>
                  <a:pt x="111852" y="93468"/>
                </a:cubicBezTo>
                <a:cubicBezTo>
                  <a:pt x="112000" y="93468"/>
                  <a:pt x="112000" y="93468"/>
                  <a:pt x="112000" y="93468"/>
                </a:cubicBezTo>
                <a:cubicBezTo>
                  <a:pt x="112000" y="93468"/>
                  <a:pt x="112000" y="93393"/>
                  <a:pt x="112000" y="93318"/>
                </a:cubicBezTo>
                <a:cubicBezTo>
                  <a:pt x="112000" y="93242"/>
                  <a:pt x="111963" y="93242"/>
                  <a:pt x="111963" y="93167"/>
                </a:cubicBezTo>
                <a:cubicBezTo>
                  <a:pt x="111926" y="93167"/>
                  <a:pt x="111926" y="93092"/>
                  <a:pt x="111895" y="93017"/>
                </a:cubicBezTo>
                <a:cubicBezTo>
                  <a:pt x="111895" y="93017"/>
                  <a:pt x="111852" y="93017"/>
                  <a:pt x="111822" y="93017"/>
                </a:cubicBezTo>
                <a:cubicBezTo>
                  <a:pt x="111785" y="93017"/>
                  <a:pt x="111748" y="93017"/>
                  <a:pt x="111712" y="92942"/>
                </a:cubicBezTo>
                <a:cubicBezTo>
                  <a:pt x="111675" y="92866"/>
                  <a:pt x="111675" y="92804"/>
                  <a:pt x="111638" y="92804"/>
                </a:cubicBezTo>
                <a:cubicBezTo>
                  <a:pt x="111601" y="92716"/>
                  <a:pt x="111601" y="92804"/>
                  <a:pt x="111565" y="92716"/>
                </a:cubicBezTo>
                <a:cubicBezTo>
                  <a:pt x="111528" y="92716"/>
                  <a:pt x="111491" y="92653"/>
                  <a:pt x="111491" y="92578"/>
                </a:cubicBezTo>
                <a:cubicBezTo>
                  <a:pt x="111491" y="92578"/>
                  <a:pt x="111491" y="92503"/>
                  <a:pt x="111491" y="92428"/>
                </a:cubicBezTo>
                <a:cubicBezTo>
                  <a:pt x="111454" y="92277"/>
                  <a:pt x="111424" y="92277"/>
                  <a:pt x="111381" y="92127"/>
                </a:cubicBezTo>
                <a:cubicBezTo>
                  <a:pt x="111313" y="92052"/>
                  <a:pt x="111277" y="91977"/>
                  <a:pt x="111203" y="91901"/>
                </a:cubicBezTo>
                <a:cubicBezTo>
                  <a:pt x="111166" y="91901"/>
                  <a:pt x="111166" y="91826"/>
                  <a:pt x="111130" y="91826"/>
                </a:cubicBezTo>
                <a:cubicBezTo>
                  <a:pt x="111093" y="91826"/>
                  <a:pt x="111093" y="91826"/>
                  <a:pt x="111056" y="91826"/>
                </a:cubicBezTo>
                <a:lnTo>
                  <a:pt x="110946" y="91826"/>
                </a:lnTo>
                <a:close/>
                <a:moveTo>
                  <a:pt x="99656" y="85447"/>
                </a:moveTo>
                <a:lnTo>
                  <a:pt x="99656" y="85447"/>
                </a:lnTo>
                <a:cubicBezTo>
                  <a:pt x="99614" y="85522"/>
                  <a:pt x="99614" y="85522"/>
                  <a:pt x="99583" y="85522"/>
                </a:cubicBezTo>
                <a:cubicBezTo>
                  <a:pt x="99546" y="85597"/>
                  <a:pt x="99509" y="85597"/>
                  <a:pt x="99509" y="85673"/>
                </a:cubicBezTo>
                <a:cubicBezTo>
                  <a:pt x="99509" y="85823"/>
                  <a:pt x="99509" y="85898"/>
                  <a:pt x="99546" y="85898"/>
                </a:cubicBezTo>
                <a:cubicBezTo>
                  <a:pt x="99583" y="85973"/>
                  <a:pt x="99583" y="85973"/>
                  <a:pt x="99614" y="85973"/>
                </a:cubicBezTo>
                <a:cubicBezTo>
                  <a:pt x="99656" y="85973"/>
                  <a:pt x="99656" y="85898"/>
                  <a:pt x="99687" y="85898"/>
                </a:cubicBezTo>
                <a:cubicBezTo>
                  <a:pt x="99724" y="85823"/>
                  <a:pt x="99761" y="85823"/>
                  <a:pt x="99834" y="85823"/>
                </a:cubicBezTo>
                <a:cubicBezTo>
                  <a:pt x="99908" y="85823"/>
                  <a:pt x="99908" y="85823"/>
                  <a:pt x="99908" y="85823"/>
                </a:cubicBezTo>
                <a:cubicBezTo>
                  <a:pt x="99944" y="85823"/>
                  <a:pt x="99981" y="85823"/>
                  <a:pt x="100055" y="85823"/>
                </a:cubicBezTo>
                <a:cubicBezTo>
                  <a:pt x="100055" y="85522"/>
                  <a:pt x="100055" y="85522"/>
                  <a:pt x="100055" y="85522"/>
                </a:cubicBezTo>
                <a:cubicBezTo>
                  <a:pt x="99908" y="85447"/>
                  <a:pt x="99908" y="85447"/>
                  <a:pt x="99908" y="85447"/>
                </a:cubicBezTo>
                <a:cubicBezTo>
                  <a:pt x="99834" y="85447"/>
                  <a:pt x="99797" y="85522"/>
                  <a:pt x="99724" y="85522"/>
                </a:cubicBezTo>
                <a:cubicBezTo>
                  <a:pt x="99687" y="85522"/>
                  <a:pt x="99656" y="85522"/>
                  <a:pt x="99583" y="85522"/>
                </a:cubicBezTo>
                <a:lnTo>
                  <a:pt x="99656" y="85447"/>
                </a:lnTo>
                <a:close/>
                <a:moveTo>
                  <a:pt x="103614" y="85823"/>
                </a:moveTo>
                <a:lnTo>
                  <a:pt x="103614" y="85823"/>
                </a:lnTo>
                <a:cubicBezTo>
                  <a:pt x="103614" y="85973"/>
                  <a:pt x="103614" y="85973"/>
                  <a:pt x="103614" y="85973"/>
                </a:cubicBezTo>
                <a:cubicBezTo>
                  <a:pt x="103614" y="86049"/>
                  <a:pt x="103577" y="86049"/>
                  <a:pt x="103540" y="86124"/>
                </a:cubicBezTo>
                <a:cubicBezTo>
                  <a:pt x="103540" y="86199"/>
                  <a:pt x="103503" y="86199"/>
                  <a:pt x="103503" y="86274"/>
                </a:cubicBezTo>
                <a:cubicBezTo>
                  <a:pt x="103467" y="86349"/>
                  <a:pt x="103430" y="86425"/>
                  <a:pt x="103430" y="86550"/>
                </a:cubicBezTo>
                <a:cubicBezTo>
                  <a:pt x="103393" y="86625"/>
                  <a:pt x="103356" y="86625"/>
                  <a:pt x="103356" y="86700"/>
                </a:cubicBezTo>
                <a:cubicBezTo>
                  <a:pt x="103356" y="86775"/>
                  <a:pt x="103356" y="86851"/>
                  <a:pt x="103356" y="87001"/>
                </a:cubicBezTo>
                <a:cubicBezTo>
                  <a:pt x="103356" y="87001"/>
                  <a:pt x="103356" y="87076"/>
                  <a:pt x="103356" y="87151"/>
                </a:cubicBezTo>
                <a:lnTo>
                  <a:pt x="103393" y="87227"/>
                </a:lnTo>
                <a:cubicBezTo>
                  <a:pt x="103393" y="87377"/>
                  <a:pt x="103393" y="87452"/>
                  <a:pt x="103393" y="87527"/>
                </a:cubicBezTo>
                <a:cubicBezTo>
                  <a:pt x="103393" y="87816"/>
                  <a:pt x="103393" y="87816"/>
                  <a:pt x="103393" y="87816"/>
                </a:cubicBezTo>
                <a:cubicBezTo>
                  <a:pt x="103393" y="87891"/>
                  <a:pt x="103393" y="87966"/>
                  <a:pt x="103393" y="88041"/>
                </a:cubicBezTo>
                <a:cubicBezTo>
                  <a:pt x="103356" y="88116"/>
                  <a:pt x="103356" y="88192"/>
                  <a:pt x="103356" y="88192"/>
                </a:cubicBezTo>
                <a:cubicBezTo>
                  <a:pt x="103320" y="88267"/>
                  <a:pt x="103283" y="88342"/>
                  <a:pt x="103283" y="88417"/>
                </a:cubicBezTo>
                <a:cubicBezTo>
                  <a:pt x="103283" y="89608"/>
                  <a:pt x="103283" y="89608"/>
                  <a:pt x="103283" y="89608"/>
                </a:cubicBezTo>
                <a:cubicBezTo>
                  <a:pt x="103283" y="89671"/>
                  <a:pt x="103283" y="89671"/>
                  <a:pt x="103246" y="89746"/>
                </a:cubicBezTo>
                <a:cubicBezTo>
                  <a:pt x="103246" y="89821"/>
                  <a:pt x="103209" y="89821"/>
                  <a:pt x="103179" y="89821"/>
                </a:cubicBezTo>
                <a:cubicBezTo>
                  <a:pt x="103179" y="89896"/>
                  <a:pt x="103142" y="89971"/>
                  <a:pt x="103105" y="89971"/>
                </a:cubicBezTo>
                <a:cubicBezTo>
                  <a:pt x="103068" y="90046"/>
                  <a:pt x="103068" y="90046"/>
                  <a:pt x="102995" y="90046"/>
                </a:cubicBezTo>
                <a:cubicBezTo>
                  <a:pt x="102958" y="90046"/>
                  <a:pt x="102885" y="89971"/>
                  <a:pt x="102848" y="89971"/>
                </a:cubicBezTo>
                <a:cubicBezTo>
                  <a:pt x="102811" y="89896"/>
                  <a:pt x="102774" y="89971"/>
                  <a:pt x="102774" y="89971"/>
                </a:cubicBezTo>
                <a:cubicBezTo>
                  <a:pt x="102738" y="89896"/>
                  <a:pt x="102738" y="89896"/>
                  <a:pt x="102707" y="89821"/>
                </a:cubicBezTo>
                <a:cubicBezTo>
                  <a:pt x="102664" y="89821"/>
                  <a:pt x="102633" y="89821"/>
                  <a:pt x="102633" y="89746"/>
                </a:cubicBezTo>
                <a:cubicBezTo>
                  <a:pt x="102633" y="89671"/>
                  <a:pt x="102633" y="89608"/>
                  <a:pt x="102633" y="89608"/>
                </a:cubicBezTo>
                <a:cubicBezTo>
                  <a:pt x="102597" y="89533"/>
                  <a:pt x="102597" y="89533"/>
                  <a:pt x="102560" y="89457"/>
                </a:cubicBezTo>
                <a:cubicBezTo>
                  <a:pt x="102486" y="89307"/>
                  <a:pt x="102413" y="89232"/>
                  <a:pt x="102303" y="89157"/>
                </a:cubicBezTo>
                <a:cubicBezTo>
                  <a:pt x="102266" y="89081"/>
                  <a:pt x="102192" y="89006"/>
                  <a:pt x="102125" y="89006"/>
                </a:cubicBezTo>
                <a:cubicBezTo>
                  <a:pt x="102125" y="88931"/>
                  <a:pt x="102088" y="88931"/>
                  <a:pt x="102052" y="88931"/>
                </a:cubicBezTo>
                <a:cubicBezTo>
                  <a:pt x="101978" y="88781"/>
                  <a:pt x="101978" y="88706"/>
                  <a:pt x="101941" y="88555"/>
                </a:cubicBezTo>
                <a:cubicBezTo>
                  <a:pt x="101941" y="88555"/>
                  <a:pt x="101941" y="88492"/>
                  <a:pt x="101905" y="88417"/>
                </a:cubicBezTo>
                <a:cubicBezTo>
                  <a:pt x="101905" y="88417"/>
                  <a:pt x="101868" y="88417"/>
                  <a:pt x="101831" y="88417"/>
                </a:cubicBezTo>
                <a:cubicBezTo>
                  <a:pt x="101831" y="88417"/>
                  <a:pt x="101794" y="88417"/>
                  <a:pt x="101758" y="88417"/>
                </a:cubicBezTo>
                <a:cubicBezTo>
                  <a:pt x="101721" y="88417"/>
                  <a:pt x="101721" y="88417"/>
                  <a:pt x="101690" y="88417"/>
                </a:cubicBezTo>
                <a:cubicBezTo>
                  <a:pt x="101647" y="88417"/>
                  <a:pt x="101647" y="88342"/>
                  <a:pt x="101617" y="88342"/>
                </a:cubicBezTo>
                <a:cubicBezTo>
                  <a:pt x="101580" y="88267"/>
                  <a:pt x="101543" y="88267"/>
                  <a:pt x="101543" y="88192"/>
                </a:cubicBezTo>
                <a:lnTo>
                  <a:pt x="101580" y="88116"/>
                </a:lnTo>
                <a:cubicBezTo>
                  <a:pt x="101580" y="88041"/>
                  <a:pt x="101543" y="87966"/>
                  <a:pt x="101543" y="87966"/>
                </a:cubicBezTo>
                <a:cubicBezTo>
                  <a:pt x="101543" y="87816"/>
                  <a:pt x="101580" y="87740"/>
                  <a:pt x="101580" y="87590"/>
                </a:cubicBezTo>
                <a:cubicBezTo>
                  <a:pt x="101580" y="87527"/>
                  <a:pt x="101580" y="87527"/>
                  <a:pt x="101580" y="87527"/>
                </a:cubicBezTo>
                <a:cubicBezTo>
                  <a:pt x="101580" y="87452"/>
                  <a:pt x="101543" y="87452"/>
                  <a:pt x="101543" y="87377"/>
                </a:cubicBezTo>
                <a:cubicBezTo>
                  <a:pt x="101543" y="87302"/>
                  <a:pt x="101506" y="87302"/>
                  <a:pt x="101506" y="87227"/>
                </a:cubicBezTo>
                <a:cubicBezTo>
                  <a:pt x="101506" y="87151"/>
                  <a:pt x="101543" y="87151"/>
                  <a:pt x="101543" y="87076"/>
                </a:cubicBezTo>
                <a:cubicBezTo>
                  <a:pt x="101543" y="87001"/>
                  <a:pt x="101617" y="87076"/>
                  <a:pt x="101617" y="87001"/>
                </a:cubicBezTo>
                <a:cubicBezTo>
                  <a:pt x="101617" y="87001"/>
                  <a:pt x="101617" y="86926"/>
                  <a:pt x="101617" y="86851"/>
                </a:cubicBezTo>
                <a:cubicBezTo>
                  <a:pt x="101647" y="86775"/>
                  <a:pt x="101690" y="86775"/>
                  <a:pt x="101690" y="86700"/>
                </a:cubicBezTo>
                <a:cubicBezTo>
                  <a:pt x="101690" y="86625"/>
                  <a:pt x="101721" y="86625"/>
                  <a:pt x="101721" y="86550"/>
                </a:cubicBezTo>
                <a:cubicBezTo>
                  <a:pt x="101794" y="86425"/>
                  <a:pt x="101831" y="86425"/>
                  <a:pt x="101868" y="86274"/>
                </a:cubicBezTo>
                <a:cubicBezTo>
                  <a:pt x="101905" y="86274"/>
                  <a:pt x="101868" y="86199"/>
                  <a:pt x="101905" y="86199"/>
                </a:cubicBezTo>
                <a:cubicBezTo>
                  <a:pt x="101831" y="86199"/>
                  <a:pt x="101831" y="86199"/>
                  <a:pt x="101831" y="86199"/>
                </a:cubicBezTo>
                <a:cubicBezTo>
                  <a:pt x="101758" y="86124"/>
                  <a:pt x="101721" y="86124"/>
                  <a:pt x="101690" y="86124"/>
                </a:cubicBezTo>
                <a:cubicBezTo>
                  <a:pt x="101617" y="86049"/>
                  <a:pt x="101580" y="86049"/>
                  <a:pt x="101543" y="86049"/>
                </a:cubicBezTo>
                <a:cubicBezTo>
                  <a:pt x="101470" y="86049"/>
                  <a:pt x="101470" y="86049"/>
                  <a:pt x="101470" y="86049"/>
                </a:cubicBezTo>
                <a:cubicBezTo>
                  <a:pt x="101359" y="86049"/>
                  <a:pt x="101323" y="86049"/>
                  <a:pt x="101212" y="86049"/>
                </a:cubicBezTo>
                <a:cubicBezTo>
                  <a:pt x="101176" y="86049"/>
                  <a:pt x="101176" y="85973"/>
                  <a:pt x="101145" y="85973"/>
                </a:cubicBezTo>
                <a:cubicBezTo>
                  <a:pt x="101108" y="85898"/>
                  <a:pt x="101108" y="85898"/>
                  <a:pt x="101071" y="85898"/>
                </a:cubicBezTo>
                <a:cubicBezTo>
                  <a:pt x="101035" y="85898"/>
                  <a:pt x="101035" y="85898"/>
                  <a:pt x="100998" y="85898"/>
                </a:cubicBezTo>
                <a:cubicBezTo>
                  <a:pt x="100998" y="85898"/>
                  <a:pt x="100961" y="85898"/>
                  <a:pt x="100924" y="85898"/>
                </a:cubicBezTo>
                <a:cubicBezTo>
                  <a:pt x="100888" y="85823"/>
                  <a:pt x="100888" y="85748"/>
                  <a:pt x="100851" y="85748"/>
                </a:cubicBezTo>
                <a:cubicBezTo>
                  <a:pt x="100851" y="85673"/>
                  <a:pt x="100814" y="85673"/>
                  <a:pt x="100777" y="85673"/>
                </a:cubicBezTo>
                <a:cubicBezTo>
                  <a:pt x="100777" y="85673"/>
                  <a:pt x="100741" y="85673"/>
                  <a:pt x="100704" y="85673"/>
                </a:cubicBezTo>
                <a:lnTo>
                  <a:pt x="100673" y="85597"/>
                </a:lnTo>
                <a:cubicBezTo>
                  <a:pt x="100630" y="85597"/>
                  <a:pt x="100600" y="85597"/>
                  <a:pt x="100600" y="85522"/>
                </a:cubicBezTo>
                <a:cubicBezTo>
                  <a:pt x="100526" y="85522"/>
                  <a:pt x="100490" y="85384"/>
                  <a:pt x="100453" y="85384"/>
                </a:cubicBezTo>
                <a:cubicBezTo>
                  <a:pt x="100416" y="85384"/>
                  <a:pt x="100416" y="85384"/>
                  <a:pt x="100379" y="85384"/>
                </a:cubicBezTo>
                <a:cubicBezTo>
                  <a:pt x="100306" y="85384"/>
                  <a:pt x="100306" y="85384"/>
                  <a:pt x="100306" y="85384"/>
                </a:cubicBezTo>
                <a:cubicBezTo>
                  <a:pt x="100269" y="85384"/>
                  <a:pt x="100269" y="85384"/>
                  <a:pt x="100232" y="85384"/>
                </a:cubicBezTo>
                <a:cubicBezTo>
                  <a:pt x="100196" y="85384"/>
                  <a:pt x="100196" y="85384"/>
                  <a:pt x="100159" y="85384"/>
                </a:cubicBezTo>
                <a:cubicBezTo>
                  <a:pt x="100159" y="85673"/>
                  <a:pt x="100159" y="85673"/>
                  <a:pt x="100159" y="85673"/>
                </a:cubicBezTo>
                <a:cubicBezTo>
                  <a:pt x="100159" y="85673"/>
                  <a:pt x="100159" y="85823"/>
                  <a:pt x="100196" y="85823"/>
                </a:cubicBezTo>
                <a:cubicBezTo>
                  <a:pt x="100232" y="85823"/>
                  <a:pt x="100269" y="85823"/>
                  <a:pt x="100306" y="85898"/>
                </a:cubicBezTo>
                <a:cubicBezTo>
                  <a:pt x="100343" y="85898"/>
                  <a:pt x="100379" y="85898"/>
                  <a:pt x="100379" y="85973"/>
                </a:cubicBezTo>
                <a:cubicBezTo>
                  <a:pt x="100416" y="85973"/>
                  <a:pt x="100453" y="85973"/>
                  <a:pt x="100453" y="85973"/>
                </a:cubicBezTo>
                <a:cubicBezTo>
                  <a:pt x="100490" y="86049"/>
                  <a:pt x="100453" y="86049"/>
                  <a:pt x="100453" y="86124"/>
                </a:cubicBezTo>
                <a:cubicBezTo>
                  <a:pt x="100416" y="86124"/>
                  <a:pt x="100416" y="86199"/>
                  <a:pt x="100379" y="86199"/>
                </a:cubicBezTo>
                <a:cubicBezTo>
                  <a:pt x="100343" y="86199"/>
                  <a:pt x="100306" y="86199"/>
                  <a:pt x="100232" y="86199"/>
                </a:cubicBezTo>
                <a:cubicBezTo>
                  <a:pt x="100196" y="86199"/>
                  <a:pt x="100159" y="86199"/>
                  <a:pt x="100091" y="86199"/>
                </a:cubicBezTo>
                <a:cubicBezTo>
                  <a:pt x="100055" y="86199"/>
                  <a:pt x="100055" y="86274"/>
                  <a:pt x="100018" y="86274"/>
                </a:cubicBezTo>
                <a:cubicBezTo>
                  <a:pt x="99981" y="86274"/>
                  <a:pt x="99981" y="86349"/>
                  <a:pt x="99944" y="86425"/>
                </a:cubicBezTo>
                <a:cubicBezTo>
                  <a:pt x="99871" y="86487"/>
                  <a:pt x="99834" y="86550"/>
                  <a:pt x="99761" y="86625"/>
                </a:cubicBezTo>
                <a:cubicBezTo>
                  <a:pt x="99761" y="86700"/>
                  <a:pt x="99724" y="86700"/>
                  <a:pt x="99687" y="86775"/>
                </a:cubicBezTo>
                <a:cubicBezTo>
                  <a:pt x="99656" y="86775"/>
                  <a:pt x="99614" y="86851"/>
                  <a:pt x="99614" y="86851"/>
                </a:cubicBezTo>
                <a:cubicBezTo>
                  <a:pt x="99583" y="86926"/>
                  <a:pt x="99546" y="86926"/>
                  <a:pt x="99546" y="87076"/>
                </a:cubicBezTo>
                <a:cubicBezTo>
                  <a:pt x="99546" y="87151"/>
                  <a:pt x="99546" y="87151"/>
                  <a:pt x="99546" y="87151"/>
                </a:cubicBezTo>
                <a:lnTo>
                  <a:pt x="99546" y="87227"/>
                </a:lnTo>
                <a:cubicBezTo>
                  <a:pt x="99546" y="87377"/>
                  <a:pt x="99546" y="87452"/>
                  <a:pt x="99546" y="87527"/>
                </a:cubicBezTo>
                <a:cubicBezTo>
                  <a:pt x="99546" y="87590"/>
                  <a:pt x="99546" y="87665"/>
                  <a:pt x="99546" y="87665"/>
                </a:cubicBezTo>
                <a:cubicBezTo>
                  <a:pt x="99546" y="87740"/>
                  <a:pt x="99509" y="87816"/>
                  <a:pt x="99509" y="87891"/>
                </a:cubicBezTo>
                <a:cubicBezTo>
                  <a:pt x="99509" y="87966"/>
                  <a:pt x="99509" y="87966"/>
                  <a:pt x="99473" y="88041"/>
                </a:cubicBezTo>
                <a:cubicBezTo>
                  <a:pt x="99436" y="88041"/>
                  <a:pt x="99399" y="88041"/>
                  <a:pt x="99362" y="88041"/>
                </a:cubicBezTo>
                <a:cubicBezTo>
                  <a:pt x="99252" y="88041"/>
                  <a:pt x="99179" y="88041"/>
                  <a:pt x="99075" y="87891"/>
                </a:cubicBezTo>
                <a:cubicBezTo>
                  <a:pt x="99038" y="87891"/>
                  <a:pt x="99075" y="87740"/>
                  <a:pt x="99038" y="87740"/>
                </a:cubicBezTo>
                <a:cubicBezTo>
                  <a:pt x="99038" y="87740"/>
                  <a:pt x="99001" y="87740"/>
                  <a:pt x="98964" y="87740"/>
                </a:cubicBezTo>
                <a:cubicBezTo>
                  <a:pt x="98891" y="87740"/>
                  <a:pt x="98854" y="87740"/>
                  <a:pt x="98781" y="87740"/>
                </a:cubicBezTo>
                <a:cubicBezTo>
                  <a:pt x="98781" y="87665"/>
                  <a:pt x="98781" y="87527"/>
                  <a:pt x="98744" y="87452"/>
                </a:cubicBezTo>
                <a:cubicBezTo>
                  <a:pt x="98633" y="87452"/>
                  <a:pt x="98633" y="87452"/>
                  <a:pt x="98633" y="87452"/>
                </a:cubicBezTo>
                <a:cubicBezTo>
                  <a:pt x="98566" y="87452"/>
                  <a:pt x="98529" y="87527"/>
                  <a:pt x="98493" y="87527"/>
                </a:cubicBezTo>
                <a:cubicBezTo>
                  <a:pt x="98419" y="87527"/>
                  <a:pt x="98382" y="87527"/>
                  <a:pt x="98346" y="87527"/>
                </a:cubicBezTo>
                <a:cubicBezTo>
                  <a:pt x="98272" y="87527"/>
                  <a:pt x="98235" y="87590"/>
                  <a:pt x="98199" y="87665"/>
                </a:cubicBezTo>
                <a:cubicBezTo>
                  <a:pt x="98162" y="87665"/>
                  <a:pt x="98199" y="87740"/>
                  <a:pt x="98162" y="87816"/>
                </a:cubicBezTo>
                <a:cubicBezTo>
                  <a:pt x="98162" y="87891"/>
                  <a:pt x="98125" y="87891"/>
                  <a:pt x="98094" y="87966"/>
                </a:cubicBezTo>
                <a:cubicBezTo>
                  <a:pt x="98058" y="87966"/>
                  <a:pt x="98094" y="88041"/>
                  <a:pt x="98058" y="88116"/>
                </a:cubicBezTo>
                <a:cubicBezTo>
                  <a:pt x="97984" y="88116"/>
                  <a:pt x="97947" y="88041"/>
                  <a:pt x="97911" y="88116"/>
                </a:cubicBezTo>
                <a:cubicBezTo>
                  <a:pt x="97837" y="88116"/>
                  <a:pt x="97800" y="88342"/>
                  <a:pt x="97800" y="88492"/>
                </a:cubicBezTo>
                <a:cubicBezTo>
                  <a:pt x="97764" y="88492"/>
                  <a:pt x="97764" y="88555"/>
                  <a:pt x="97764" y="88630"/>
                </a:cubicBezTo>
                <a:cubicBezTo>
                  <a:pt x="97764" y="88706"/>
                  <a:pt x="97727" y="88781"/>
                  <a:pt x="97690" y="88781"/>
                </a:cubicBezTo>
                <a:cubicBezTo>
                  <a:pt x="97690" y="88781"/>
                  <a:pt x="97653" y="88781"/>
                  <a:pt x="97617" y="88781"/>
                </a:cubicBezTo>
                <a:cubicBezTo>
                  <a:pt x="97580" y="88781"/>
                  <a:pt x="97549" y="88781"/>
                  <a:pt x="97476" y="88781"/>
                </a:cubicBezTo>
                <a:cubicBezTo>
                  <a:pt x="97476" y="89081"/>
                  <a:pt x="97476" y="89081"/>
                  <a:pt x="97476" y="89081"/>
                </a:cubicBezTo>
                <a:cubicBezTo>
                  <a:pt x="97513" y="89081"/>
                  <a:pt x="97513" y="89157"/>
                  <a:pt x="97513" y="89157"/>
                </a:cubicBezTo>
                <a:cubicBezTo>
                  <a:pt x="97549" y="89232"/>
                  <a:pt x="97580" y="89232"/>
                  <a:pt x="97580" y="89307"/>
                </a:cubicBezTo>
                <a:cubicBezTo>
                  <a:pt x="97617" y="89382"/>
                  <a:pt x="97617" y="89382"/>
                  <a:pt x="97617" y="89457"/>
                </a:cubicBezTo>
                <a:cubicBezTo>
                  <a:pt x="97617" y="89746"/>
                  <a:pt x="97617" y="89746"/>
                  <a:pt x="97617" y="89746"/>
                </a:cubicBezTo>
                <a:cubicBezTo>
                  <a:pt x="97329" y="89746"/>
                  <a:pt x="97329" y="89746"/>
                  <a:pt x="97329" y="89746"/>
                </a:cubicBezTo>
                <a:cubicBezTo>
                  <a:pt x="97329" y="89671"/>
                  <a:pt x="97329" y="89671"/>
                  <a:pt x="97329" y="89671"/>
                </a:cubicBezTo>
                <a:cubicBezTo>
                  <a:pt x="97329" y="89608"/>
                  <a:pt x="97329" y="89533"/>
                  <a:pt x="97329" y="89382"/>
                </a:cubicBezTo>
                <a:cubicBezTo>
                  <a:pt x="97329" y="89382"/>
                  <a:pt x="97329" y="89307"/>
                  <a:pt x="97329" y="89232"/>
                </a:cubicBezTo>
                <a:cubicBezTo>
                  <a:pt x="97108" y="89232"/>
                  <a:pt x="97108" y="89232"/>
                  <a:pt x="97108" y="89232"/>
                </a:cubicBezTo>
                <a:cubicBezTo>
                  <a:pt x="97108" y="89232"/>
                  <a:pt x="97071" y="89307"/>
                  <a:pt x="97041" y="89307"/>
                </a:cubicBezTo>
                <a:cubicBezTo>
                  <a:pt x="97041" y="89307"/>
                  <a:pt x="97004" y="89307"/>
                  <a:pt x="96967" y="89382"/>
                </a:cubicBezTo>
                <a:cubicBezTo>
                  <a:pt x="96967" y="89382"/>
                  <a:pt x="96931" y="89457"/>
                  <a:pt x="96931" y="89533"/>
                </a:cubicBezTo>
                <a:cubicBezTo>
                  <a:pt x="96894" y="89608"/>
                  <a:pt x="96894" y="89671"/>
                  <a:pt x="96894" y="89821"/>
                </a:cubicBezTo>
                <a:cubicBezTo>
                  <a:pt x="96894" y="89971"/>
                  <a:pt x="96931" y="90122"/>
                  <a:pt x="96894" y="90272"/>
                </a:cubicBezTo>
                <a:cubicBezTo>
                  <a:pt x="96894" y="90347"/>
                  <a:pt x="96894" y="90347"/>
                  <a:pt x="96894" y="90422"/>
                </a:cubicBezTo>
                <a:cubicBezTo>
                  <a:pt x="96894" y="90498"/>
                  <a:pt x="96857" y="90498"/>
                  <a:pt x="96820" y="90573"/>
                </a:cubicBezTo>
                <a:cubicBezTo>
                  <a:pt x="96784" y="90636"/>
                  <a:pt x="96784" y="90636"/>
                  <a:pt x="96747" y="90723"/>
                </a:cubicBezTo>
                <a:cubicBezTo>
                  <a:pt x="96747" y="90786"/>
                  <a:pt x="96710" y="90786"/>
                  <a:pt x="96710" y="90861"/>
                </a:cubicBezTo>
                <a:cubicBezTo>
                  <a:pt x="96673" y="90936"/>
                  <a:pt x="96710" y="90936"/>
                  <a:pt x="96673" y="91012"/>
                </a:cubicBezTo>
                <a:cubicBezTo>
                  <a:pt x="96673" y="91087"/>
                  <a:pt x="96637" y="91087"/>
                  <a:pt x="96600" y="91087"/>
                </a:cubicBezTo>
                <a:cubicBezTo>
                  <a:pt x="96563" y="91162"/>
                  <a:pt x="96532" y="91237"/>
                  <a:pt x="96496" y="91387"/>
                </a:cubicBezTo>
                <a:cubicBezTo>
                  <a:pt x="96496" y="91387"/>
                  <a:pt x="96496" y="91463"/>
                  <a:pt x="96459" y="91538"/>
                </a:cubicBezTo>
                <a:cubicBezTo>
                  <a:pt x="96422" y="91538"/>
                  <a:pt x="96422" y="91538"/>
                  <a:pt x="96385" y="91613"/>
                </a:cubicBezTo>
                <a:cubicBezTo>
                  <a:pt x="96349" y="91613"/>
                  <a:pt x="96349" y="91613"/>
                  <a:pt x="96312" y="91688"/>
                </a:cubicBezTo>
                <a:cubicBezTo>
                  <a:pt x="96275" y="91688"/>
                  <a:pt x="96275" y="91751"/>
                  <a:pt x="96238" y="91751"/>
                </a:cubicBezTo>
                <a:cubicBezTo>
                  <a:pt x="96238" y="91751"/>
                  <a:pt x="96202" y="91751"/>
                  <a:pt x="96165" y="91751"/>
                </a:cubicBezTo>
                <a:cubicBezTo>
                  <a:pt x="96128" y="91751"/>
                  <a:pt x="96128" y="91751"/>
                  <a:pt x="96091" y="91751"/>
                </a:cubicBezTo>
                <a:cubicBezTo>
                  <a:pt x="95950" y="91751"/>
                  <a:pt x="95914" y="91751"/>
                  <a:pt x="95767" y="91751"/>
                </a:cubicBezTo>
                <a:cubicBezTo>
                  <a:pt x="95730" y="91751"/>
                  <a:pt x="95730" y="91826"/>
                  <a:pt x="95693" y="91826"/>
                </a:cubicBezTo>
                <a:cubicBezTo>
                  <a:pt x="95620" y="91826"/>
                  <a:pt x="95583" y="91901"/>
                  <a:pt x="95509" y="91977"/>
                </a:cubicBezTo>
                <a:cubicBezTo>
                  <a:pt x="95479" y="91977"/>
                  <a:pt x="95442" y="92052"/>
                  <a:pt x="95442" y="92052"/>
                </a:cubicBezTo>
                <a:cubicBezTo>
                  <a:pt x="95332" y="92052"/>
                  <a:pt x="95295" y="92052"/>
                  <a:pt x="95222" y="92052"/>
                </a:cubicBezTo>
                <a:cubicBezTo>
                  <a:pt x="95185" y="92052"/>
                  <a:pt x="95148" y="92127"/>
                  <a:pt x="95111" y="92202"/>
                </a:cubicBezTo>
                <a:cubicBezTo>
                  <a:pt x="95075" y="92277"/>
                  <a:pt x="95007" y="92353"/>
                  <a:pt x="94970" y="92353"/>
                </a:cubicBezTo>
                <a:cubicBezTo>
                  <a:pt x="94860" y="92428"/>
                  <a:pt x="94823" y="92503"/>
                  <a:pt x="94713" y="92578"/>
                </a:cubicBezTo>
                <a:cubicBezTo>
                  <a:pt x="94676" y="92653"/>
                  <a:pt x="94676" y="92653"/>
                  <a:pt x="94640" y="92653"/>
                </a:cubicBezTo>
                <a:cubicBezTo>
                  <a:pt x="94603" y="92716"/>
                  <a:pt x="94566" y="92804"/>
                  <a:pt x="94529" y="92942"/>
                </a:cubicBezTo>
                <a:cubicBezTo>
                  <a:pt x="94529" y="93017"/>
                  <a:pt x="94566" y="93092"/>
                  <a:pt x="94529" y="93242"/>
                </a:cubicBezTo>
                <a:cubicBezTo>
                  <a:pt x="94529" y="93318"/>
                  <a:pt x="94529" y="93318"/>
                  <a:pt x="94493" y="93393"/>
                </a:cubicBezTo>
                <a:lnTo>
                  <a:pt x="94462" y="93393"/>
                </a:lnTo>
                <a:cubicBezTo>
                  <a:pt x="94425" y="93393"/>
                  <a:pt x="94388" y="93318"/>
                  <a:pt x="94388" y="93318"/>
                </a:cubicBezTo>
                <a:cubicBezTo>
                  <a:pt x="94352" y="93318"/>
                  <a:pt x="94315" y="93318"/>
                  <a:pt x="94315" y="93242"/>
                </a:cubicBezTo>
                <a:cubicBezTo>
                  <a:pt x="94278" y="93242"/>
                  <a:pt x="94241" y="93242"/>
                  <a:pt x="94241" y="93242"/>
                </a:cubicBezTo>
                <a:cubicBezTo>
                  <a:pt x="94205" y="93167"/>
                  <a:pt x="94241" y="93167"/>
                  <a:pt x="94241" y="93092"/>
                </a:cubicBezTo>
                <a:cubicBezTo>
                  <a:pt x="94205" y="93017"/>
                  <a:pt x="94205" y="93017"/>
                  <a:pt x="94168" y="92942"/>
                </a:cubicBezTo>
                <a:cubicBezTo>
                  <a:pt x="94168" y="93017"/>
                  <a:pt x="94168" y="93167"/>
                  <a:pt x="94131" y="93242"/>
                </a:cubicBezTo>
                <a:cubicBezTo>
                  <a:pt x="94131" y="93242"/>
                  <a:pt x="94058" y="93242"/>
                  <a:pt x="94058" y="93318"/>
                </a:cubicBezTo>
                <a:cubicBezTo>
                  <a:pt x="94058" y="93318"/>
                  <a:pt x="94058" y="93393"/>
                  <a:pt x="94058" y="93468"/>
                </a:cubicBezTo>
                <a:cubicBezTo>
                  <a:pt x="94058" y="93618"/>
                  <a:pt x="94058" y="93618"/>
                  <a:pt x="94058" y="93618"/>
                </a:cubicBezTo>
                <a:cubicBezTo>
                  <a:pt x="94058" y="93618"/>
                  <a:pt x="94058" y="93693"/>
                  <a:pt x="94058" y="93769"/>
                </a:cubicBezTo>
                <a:cubicBezTo>
                  <a:pt x="94094" y="93831"/>
                  <a:pt x="94094" y="93907"/>
                  <a:pt x="94058" y="94057"/>
                </a:cubicBezTo>
                <a:cubicBezTo>
                  <a:pt x="94058" y="94207"/>
                  <a:pt x="94058" y="94207"/>
                  <a:pt x="94058" y="94207"/>
                </a:cubicBezTo>
                <a:cubicBezTo>
                  <a:pt x="94058" y="94283"/>
                  <a:pt x="94021" y="94283"/>
                  <a:pt x="94021" y="94358"/>
                </a:cubicBezTo>
                <a:cubicBezTo>
                  <a:pt x="94021" y="94433"/>
                  <a:pt x="93947" y="94433"/>
                  <a:pt x="93947" y="94508"/>
                </a:cubicBezTo>
                <a:cubicBezTo>
                  <a:pt x="93947" y="94508"/>
                  <a:pt x="93947" y="94583"/>
                  <a:pt x="93947" y="94659"/>
                </a:cubicBezTo>
                <a:cubicBezTo>
                  <a:pt x="93947" y="94734"/>
                  <a:pt x="93947" y="94796"/>
                  <a:pt x="93990" y="94947"/>
                </a:cubicBezTo>
                <a:lnTo>
                  <a:pt x="94021" y="95022"/>
                </a:lnTo>
                <a:cubicBezTo>
                  <a:pt x="94021" y="95097"/>
                  <a:pt x="94058" y="95097"/>
                  <a:pt x="94094" y="95172"/>
                </a:cubicBezTo>
                <a:cubicBezTo>
                  <a:pt x="94131" y="95248"/>
                  <a:pt x="94131" y="95323"/>
                  <a:pt x="94131" y="95473"/>
                </a:cubicBezTo>
                <a:cubicBezTo>
                  <a:pt x="94168" y="95624"/>
                  <a:pt x="94241" y="95699"/>
                  <a:pt x="94278" y="95912"/>
                </a:cubicBezTo>
                <a:cubicBezTo>
                  <a:pt x="94278" y="95987"/>
                  <a:pt x="94278" y="95987"/>
                  <a:pt x="94278" y="95987"/>
                </a:cubicBezTo>
                <a:cubicBezTo>
                  <a:pt x="94241" y="95987"/>
                  <a:pt x="94241" y="95912"/>
                  <a:pt x="94205" y="95912"/>
                </a:cubicBezTo>
                <a:cubicBezTo>
                  <a:pt x="94168" y="95912"/>
                  <a:pt x="94131" y="95912"/>
                  <a:pt x="94094" y="95912"/>
                </a:cubicBezTo>
                <a:cubicBezTo>
                  <a:pt x="94094" y="95912"/>
                  <a:pt x="94058" y="95849"/>
                  <a:pt x="94021" y="95849"/>
                </a:cubicBezTo>
                <a:cubicBezTo>
                  <a:pt x="94021" y="95774"/>
                  <a:pt x="93990" y="95774"/>
                  <a:pt x="93990" y="95774"/>
                </a:cubicBezTo>
                <a:cubicBezTo>
                  <a:pt x="93947" y="95774"/>
                  <a:pt x="93917" y="95849"/>
                  <a:pt x="93917" y="95849"/>
                </a:cubicBezTo>
                <a:cubicBezTo>
                  <a:pt x="93917" y="96137"/>
                  <a:pt x="93917" y="96137"/>
                  <a:pt x="93917" y="96137"/>
                </a:cubicBezTo>
                <a:cubicBezTo>
                  <a:pt x="93917" y="96213"/>
                  <a:pt x="93917" y="96213"/>
                  <a:pt x="93947" y="96288"/>
                </a:cubicBezTo>
                <a:cubicBezTo>
                  <a:pt x="93990" y="96363"/>
                  <a:pt x="94021" y="96438"/>
                  <a:pt x="94058" y="96589"/>
                </a:cubicBezTo>
                <a:cubicBezTo>
                  <a:pt x="94094" y="96589"/>
                  <a:pt x="94094" y="96664"/>
                  <a:pt x="94131" y="96739"/>
                </a:cubicBezTo>
                <a:cubicBezTo>
                  <a:pt x="94168" y="96739"/>
                  <a:pt x="94168" y="96814"/>
                  <a:pt x="94205" y="96814"/>
                </a:cubicBezTo>
                <a:cubicBezTo>
                  <a:pt x="94241" y="96877"/>
                  <a:pt x="94241" y="96877"/>
                  <a:pt x="94278" y="96965"/>
                </a:cubicBezTo>
                <a:cubicBezTo>
                  <a:pt x="94278" y="97027"/>
                  <a:pt x="94315" y="97027"/>
                  <a:pt x="94315" y="97102"/>
                </a:cubicBezTo>
                <a:cubicBezTo>
                  <a:pt x="94315" y="97253"/>
                  <a:pt x="94315" y="97328"/>
                  <a:pt x="94315" y="97403"/>
                </a:cubicBezTo>
                <a:cubicBezTo>
                  <a:pt x="94315" y="97554"/>
                  <a:pt x="94315" y="97629"/>
                  <a:pt x="94352" y="97779"/>
                </a:cubicBezTo>
                <a:cubicBezTo>
                  <a:pt x="94388" y="97779"/>
                  <a:pt x="94388" y="97854"/>
                  <a:pt x="94425" y="97930"/>
                </a:cubicBezTo>
                <a:cubicBezTo>
                  <a:pt x="94425" y="98067"/>
                  <a:pt x="94462" y="98143"/>
                  <a:pt x="94462" y="98293"/>
                </a:cubicBezTo>
                <a:cubicBezTo>
                  <a:pt x="94462" y="98368"/>
                  <a:pt x="94462" y="98368"/>
                  <a:pt x="94493" y="98443"/>
                </a:cubicBezTo>
                <a:cubicBezTo>
                  <a:pt x="94493" y="98519"/>
                  <a:pt x="94462" y="98594"/>
                  <a:pt x="94493" y="98669"/>
                </a:cubicBezTo>
                <a:cubicBezTo>
                  <a:pt x="94493" y="98744"/>
                  <a:pt x="94529" y="98819"/>
                  <a:pt x="94529" y="98957"/>
                </a:cubicBezTo>
                <a:cubicBezTo>
                  <a:pt x="94566" y="99045"/>
                  <a:pt x="94603" y="99045"/>
                  <a:pt x="94603" y="99108"/>
                </a:cubicBezTo>
                <a:cubicBezTo>
                  <a:pt x="94640" y="99258"/>
                  <a:pt x="94676" y="99333"/>
                  <a:pt x="94713" y="99484"/>
                </a:cubicBezTo>
                <a:cubicBezTo>
                  <a:pt x="94713" y="99484"/>
                  <a:pt x="94750" y="99559"/>
                  <a:pt x="94750" y="99634"/>
                </a:cubicBezTo>
                <a:cubicBezTo>
                  <a:pt x="94750" y="99634"/>
                  <a:pt x="94750" y="99709"/>
                  <a:pt x="94750" y="99784"/>
                </a:cubicBezTo>
                <a:cubicBezTo>
                  <a:pt x="94787" y="99935"/>
                  <a:pt x="94750" y="100010"/>
                  <a:pt x="94750" y="100223"/>
                </a:cubicBezTo>
                <a:cubicBezTo>
                  <a:pt x="94750" y="100298"/>
                  <a:pt x="94787" y="100449"/>
                  <a:pt x="94823" y="100524"/>
                </a:cubicBezTo>
                <a:cubicBezTo>
                  <a:pt x="94823" y="100599"/>
                  <a:pt x="94860" y="100599"/>
                  <a:pt x="94860" y="100674"/>
                </a:cubicBezTo>
                <a:cubicBezTo>
                  <a:pt x="94860" y="100749"/>
                  <a:pt x="94860" y="100825"/>
                  <a:pt x="94860" y="100900"/>
                </a:cubicBezTo>
                <a:cubicBezTo>
                  <a:pt x="94860" y="101489"/>
                  <a:pt x="94860" y="101489"/>
                  <a:pt x="94860" y="101489"/>
                </a:cubicBezTo>
                <a:cubicBezTo>
                  <a:pt x="94823" y="101489"/>
                  <a:pt x="94787" y="101414"/>
                  <a:pt x="94713" y="101489"/>
                </a:cubicBezTo>
                <a:cubicBezTo>
                  <a:pt x="94676" y="101489"/>
                  <a:pt x="94640" y="101564"/>
                  <a:pt x="94566" y="101639"/>
                </a:cubicBezTo>
                <a:cubicBezTo>
                  <a:pt x="94566" y="101639"/>
                  <a:pt x="94529" y="101714"/>
                  <a:pt x="94493" y="101714"/>
                </a:cubicBezTo>
                <a:cubicBezTo>
                  <a:pt x="94493" y="101790"/>
                  <a:pt x="94462" y="101790"/>
                  <a:pt x="94462" y="101865"/>
                </a:cubicBezTo>
                <a:cubicBezTo>
                  <a:pt x="94462" y="102015"/>
                  <a:pt x="94462" y="102015"/>
                  <a:pt x="94462" y="102015"/>
                </a:cubicBezTo>
                <a:cubicBezTo>
                  <a:pt x="94529" y="102015"/>
                  <a:pt x="94603" y="102015"/>
                  <a:pt x="94676" y="102090"/>
                </a:cubicBezTo>
                <a:cubicBezTo>
                  <a:pt x="94713" y="102153"/>
                  <a:pt x="94713" y="102303"/>
                  <a:pt x="94750" y="102379"/>
                </a:cubicBezTo>
                <a:cubicBezTo>
                  <a:pt x="94787" y="102454"/>
                  <a:pt x="94823" y="102454"/>
                  <a:pt x="94823" y="102454"/>
                </a:cubicBezTo>
                <a:cubicBezTo>
                  <a:pt x="94860" y="102454"/>
                  <a:pt x="94860" y="102529"/>
                  <a:pt x="94897" y="102529"/>
                </a:cubicBezTo>
                <a:cubicBezTo>
                  <a:pt x="94970" y="102604"/>
                  <a:pt x="94970" y="102604"/>
                  <a:pt x="95038" y="102679"/>
                </a:cubicBezTo>
                <a:cubicBezTo>
                  <a:pt x="95075" y="102679"/>
                  <a:pt x="95075" y="102679"/>
                  <a:pt x="95111" y="102679"/>
                </a:cubicBezTo>
                <a:cubicBezTo>
                  <a:pt x="95148" y="102755"/>
                  <a:pt x="95185" y="102830"/>
                  <a:pt x="95258" y="102830"/>
                </a:cubicBezTo>
                <a:cubicBezTo>
                  <a:pt x="95295" y="102905"/>
                  <a:pt x="95332" y="102830"/>
                  <a:pt x="95369" y="102830"/>
                </a:cubicBezTo>
                <a:cubicBezTo>
                  <a:pt x="95405" y="102830"/>
                  <a:pt x="95442" y="102905"/>
                  <a:pt x="95479" y="102830"/>
                </a:cubicBezTo>
                <a:cubicBezTo>
                  <a:pt x="95509" y="102830"/>
                  <a:pt x="95583" y="102830"/>
                  <a:pt x="95620" y="102755"/>
                </a:cubicBezTo>
                <a:cubicBezTo>
                  <a:pt x="95620" y="102755"/>
                  <a:pt x="95656" y="102830"/>
                  <a:pt x="95693" y="102755"/>
                </a:cubicBezTo>
                <a:cubicBezTo>
                  <a:pt x="95730" y="102755"/>
                  <a:pt x="95730" y="102679"/>
                  <a:pt x="95767" y="102679"/>
                </a:cubicBezTo>
                <a:cubicBezTo>
                  <a:pt x="95803" y="102604"/>
                  <a:pt x="95840" y="102604"/>
                  <a:pt x="95840" y="102604"/>
                </a:cubicBezTo>
                <a:cubicBezTo>
                  <a:pt x="95877" y="102529"/>
                  <a:pt x="95877" y="102454"/>
                  <a:pt x="95914" y="102454"/>
                </a:cubicBezTo>
                <a:cubicBezTo>
                  <a:pt x="95914" y="102379"/>
                  <a:pt x="95914" y="102303"/>
                  <a:pt x="95914" y="102303"/>
                </a:cubicBezTo>
                <a:cubicBezTo>
                  <a:pt x="95950" y="102228"/>
                  <a:pt x="95950" y="102228"/>
                  <a:pt x="95987" y="102153"/>
                </a:cubicBezTo>
                <a:cubicBezTo>
                  <a:pt x="96024" y="102153"/>
                  <a:pt x="96024" y="102090"/>
                  <a:pt x="96024" y="102015"/>
                </a:cubicBezTo>
                <a:cubicBezTo>
                  <a:pt x="96091" y="102015"/>
                  <a:pt x="96128" y="102015"/>
                  <a:pt x="96165" y="102015"/>
                </a:cubicBezTo>
                <a:cubicBezTo>
                  <a:pt x="96238" y="102015"/>
                  <a:pt x="96275" y="102015"/>
                  <a:pt x="96312" y="101940"/>
                </a:cubicBezTo>
                <a:cubicBezTo>
                  <a:pt x="96349" y="101940"/>
                  <a:pt x="96349" y="101865"/>
                  <a:pt x="96385" y="101790"/>
                </a:cubicBezTo>
                <a:cubicBezTo>
                  <a:pt x="96422" y="101790"/>
                  <a:pt x="96459" y="101790"/>
                  <a:pt x="96532" y="101790"/>
                </a:cubicBezTo>
                <a:cubicBezTo>
                  <a:pt x="96637" y="101790"/>
                  <a:pt x="96710" y="101865"/>
                  <a:pt x="96857" y="101865"/>
                </a:cubicBezTo>
                <a:cubicBezTo>
                  <a:pt x="96894" y="101940"/>
                  <a:pt x="96931" y="102015"/>
                  <a:pt x="97004" y="102015"/>
                </a:cubicBezTo>
                <a:cubicBezTo>
                  <a:pt x="97041" y="102090"/>
                  <a:pt x="97041" y="102090"/>
                  <a:pt x="97071" y="102090"/>
                </a:cubicBezTo>
                <a:cubicBezTo>
                  <a:pt x="97145" y="102090"/>
                  <a:pt x="97145" y="102090"/>
                  <a:pt x="97218" y="102090"/>
                </a:cubicBezTo>
                <a:cubicBezTo>
                  <a:pt x="97255" y="102090"/>
                  <a:pt x="97292" y="102090"/>
                  <a:pt x="97329" y="102090"/>
                </a:cubicBezTo>
                <a:cubicBezTo>
                  <a:pt x="97329" y="102015"/>
                  <a:pt x="97366" y="102015"/>
                  <a:pt x="97366" y="101940"/>
                </a:cubicBezTo>
                <a:cubicBezTo>
                  <a:pt x="97402" y="101865"/>
                  <a:pt x="97439" y="101865"/>
                  <a:pt x="97439" y="101790"/>
                </a:cubicBezTo>
                <a:cubicBezTo>
                  <a:pt x="97476" y="101714"/>
                  <a:pt x="97513" y="101564"/>
                  <a:pt x="97549" y="101489"/>
                </a:cubicBezTo>
                <a:cubicBezTo>
                  <a:pt x="97580" y="101414"/>
                  <a:pt x="97580" y="101414"/>
                  <a:pt x="97617" y="101338"/>
                </a:cubicBezTo>
                <a:cubicBezTo>
                  <a:pt x="97727" y="101125"/>
                  <a:pt x="97800" y="100900"/>
                  <a:pt x="97947" y="100825"/>
                </a:cubicBezTo>
                <a:cubicBezTo>
                  <a:pt x="97947" y="100825"/>
                  <a:pt x="97984" y="100825"/>
                  <a:pt x="98021" y="100749"/>
                </a:cubicBezTo>
                <a:cubicBezTo>
                  <a:pt x="98058" y="100749"/>
                  <a:pt x="98058" y="100749"/>
                  <a:pt x="98094" y="100749"/>
                </a:cubicBezTo>
                <a:cubicBezTo>
                  <a:pt x="98094" y="100674"/>
                  <a:pt x="98125" y="100674"/>
                  <a:pt x="98162" y="100674"/>
                </a:cubicBezTo>
                <a:cubicBezTo>
                  <a:pt x="98162" y="100599"/>
                  <a:pt x="98199" y="100674"/>
                  <a:pt x="98235" y="100674"/>
                </a:cubicBezTo>
                <a:cubicBezTo>
                  <a:pt x="98235" y="100674"/>
                  <a:pt x="98272" y="100599"/>
                  <a:pt x="98309" y="100674"/>
                </a:cubicBezTo>
                <a:cubicBezTo>
                  <a:pt x="98309" y="100674"/>
                  <a:pt x="98346" y="100674"/>
                  <a:pt x="98346" y="100749"/>
                </a:cubicBezTo>
                <a:cubicBezTo>
                  <a:pt x="98382" y="100749"/>
                  <a:pt x="98419" y="100825"/>
                  <a:pt x="98419" y="100825"/>
                </a:cubicBezTo>
                <a:cubicBezTo>
                  <a:pt x="98493" y="100825"/>
                  <a:pt x="98529" y="100825"/>
                  <a:pt x="98566" y="100825"/>
                </a:cubicBezTo>
                <a:cubicBezTo>
                  <a:pt x="98633" y="100825"/>
                  <a:pt x="98670" y="100825"/>
                  <a:pt x="98707" y="100825"/>
                </a:cubicBezTo>
                <a:cubicBezTo>
                  <a:pt x="98744" y="100825"/>
                  <a:pt x="98744" y="100749"/>
                  <a:pt x="98781" y="100749"/>
                </a:cubicBezTo>
                <a:cubicBezTo>
                  <a:pt x="98854" y="100599"/>
                  <a:pt x="98854" y="100524"/>
                  <a:pt x="98928" y="100449"/>
                </a:cubicBezTo>
                <a:cubicBezTo>
                  <a:pt x="98964" y="100373"/>
                  <a:pt x="99001" y="100373"/>
                  <a:pt x="99038" y="100298"/>
                </a:cubicBezTo>
                <a:cubicBezTo>
                  <a:pt x="99038" y="100298"/>
                  <a:pt x="99075" y="100223"/>
                  <a:pt x="99075" y="100148"/>
                </a:cubicBezTo>
                <a:cubicBezTo>
                  <a:pt x="99111" y="100148"/>
                  <a:pt x="99111" y="100073"/>
                  <a:pt x="99142" y="100010"/>
                </a:cubicBezTo>
                <a:cubicBezTo>
                  <a:pt x="99142" y="100010"/>
                  <a:pt x="99179" y="100010"/>
                  <a:pt x="99215" y="100010"/>
                </a:cubicBezTo>
                <a:cubicBezTo>
                  <a:pt x="99252" y="100010"/>
                  <a:pt x="99326" y="99935"/>
                  <a:pt x="99399" y="99935"/>
                </a:cubicBezTo>
                <a:cubicBezTo>
                  <a:pt x="99436" y="99935"/>
                  <a:pt x="99473" y="100010"/>
                  <a:pt x="99509" y="100010"/>
                </a:cubicBezTo>
                <a:cubicBezTo>
                  <a:pt x="99614" y="100010"/>
                  <a:pt x="99656" y="100010"/>
                  <a:pt x="99761" y="100010"/>
                </a:cubicBezTo>
                <a:cubicBezTo>
                  <a:pt x="99797" y="100010"/>
                  <a:pt x="99834" y="100073"/>
                  <a:pt x="99908" y="100073"/>
                </a:cubicBezTo>
                <a:cubicBezTo>
                  <a:pt x="99981" y="100148"/>
                  <a:pt x="99981" y="100148"/>
                  <a:pt x="99981" y="100148"/>
                </a:cubicBezTo>
                <a:cubicBezTo>
                  <a:pt x="100018" y="100223"/>
                  <a:pt x="100018" y="100223"/>
                  <a:pt x="100055" y="100298"/>
                </a:cubicBezTo>
                <a:cubicBezTo>
                  <a:pt x="100091" y="100298"/>
                  <a:pt x="100128" y="100449"/>
                  <a:pt x="100159" y="100449"/>
                </a:cubicBezTo>
                <a:cubicBezTo>
                  <a:pt x="100196" y="100449"/>
                  <a:pt x="100232" y="100373"/>
                  <a:pt x="100269" y="100373"/>
                </a:cubicBezTo>
                <a:cubicBezTo>
                  <a:pt x="100306" y="100373"/>
                  <a:pt x="100306" y="100373"/>
                  <a:pt x="100343" y="100373"/>
                </a:cubicBezTo>
                <a:cubicBezTo>
                  <a:pt x="100490" y="100373"/>
                  <a:pt x="100490" y="100373"/>
                  <a:pt x="100490" y="100373"/>
                </a:cubicBezTo>
                <a:cubicBezTo>
                  <a:pt x="100526" y="100373"/>
                  <a:pt x="100600" y="100373"/>
                  <a:pt x="100630" y="100373"/>
                </a:cubicBezTo>
                <a:cubicBezTo>
                  <a:pt x="100673" y="100373"/>
                  <a:pt x="100673" y="100373"/>
                  <a:pt x="100704" y="100373"/>
                </a:cubicBezTo>
                <a:cubicBezTo>
                  <a:pt x="100741" y="100373"/>
                  <a:pt x="100741" y="100449"/>
                  <a:pt x="100777" y="100449"/>
                </a:cubicBezTo>
                <a:cubicBezTo>
                  <a:pt x="100814" y="100449"/>
                  <a:pt x="100814" y="100524"/>
                  <a:pt x="100814" y="100599"/>
                </a:cubicBezTo>
                <a:cubicBezTo>
                  <a:pt x="100851" y="100674"/>
                  <a:pt x="100888" y="100674"/>
                  <a:pt x="100888" y="100749"/>
                </a:cubicBezTo>
                <a:cubicBezTo>
                  <a:pt x="100888" y="100825"/>
                  <a:pt x="100924" y="100900"/>
                  <a:pt x="100924" y="100900"/>
                </a:cubicBezTo>
                <a:cubicBezTo>
                  <a:pt x="100924" y="101125"/>
                  <a:pt x="100924" y="101188"/>
                  <a:pt x="100924" y="101338"/>
                </a:cubicBezTo>
                <a:cubicBezTo>
                  <a:pt x="101035" y="101338"/>
                  <a:pt x="101108" y="101338"/>
                  <a:pt x="101176" y="101489"/>
                </a:cubicBezTo>
                <a:cubicBezTo>
                  <a:pt x="101212" y="101489"/>
                  <a:pt x="101212" y="101564"/>
                  <a:pt x="101212" y="101639"/>
                </a:cubicBezTo>
                <a:cubicBezTo>
                  <a:pt x="101249" y="101714"/>
                  <a:pt x="101249" y="101790"/>
                  <a:pt x="101249" y="101865"/>
                </a:cubicBezTo>
                <a:cubicBezTo>
                  <a:pt x="101249" y="102090"/>
                  <a:pt x="101249" y="102153"/>
                  <a:pt x="101286" y="102379"/>
                </a:cubicBezTo>
                <a:cubicBezTo>
                  <a:pt x="101286" y="102379"/>
                  <a:pt x="101286" y="102454"/>
                  <a:pt x="101286" y="102529"/>
                </a:cubicBezTo>
                <a:cubicBezTo>
                  <a:pt x="101323" y="102529"/>
                  <a:pt x="101323" y="102604"/>
                  <a:pt x="101359" y="102679"/>
                </a:cubicBezTo>
                <a:cubicBezTo>
                  <a:pt x="101359" y="102679"/>
                  <a:pt x="101396" y="102679"/>
                  <a:pt x="101433" y="102679"/>
                </a:cubicBezTo>
                <a:cubicBezTo>
                  <a:pt x="101506" y="102679"/>
                  <a:pt x="101580" y="102529"/>
                  <a:pt x="101617" y="102379"/>
                </a:cubicBezTo>
                <a:cubicBezTo>
                  <a:pt x="101647" y="102379"/>
                  <a:pt x="101647" y="102303"/>
                  <a:pt x="101647" y="102228"/>
                </a:cubicBezTo>
                <a:cubicBezTo>
                  <a:pt x="101690" y="102153"/>
                  <a:pt x="101758" y="102153"/>
                  <a:pt x="101794" y="102015"/>
                </a:cubicBezTo>
                <a:cubicBezTo>
                  <a:pt x="101794" y="102015"/>
                  <a:pt x="101794" y="101940"/>
                  <a:pt x="101831" y="101865"/>
                </a:cubicBezTo>
                <a:cubicBezTo>
                  <a:pt x="101831" y="101865"/>
                  <a:pt x="101868" y="101865"/>
                  <a:pt x="101905" y="101790"/>
                </a:cubicBezTo>
                <a:cubicBezTo>
                  <a:pt x="101905" y="101714"/>
                  <a:pt x="101941" y="101714"/>
                  <a:pt x="101941" y="101639"/>
                </a:cubicBezTo>
                <a:cubicBezTo>
                  <a:pt x="101978" y="101564"/>
                  <a:pt x="101978" y="101489"/>
                  <a:pt x="102015" y="101338"/>
                </a:cubicBezTo>
                <a:cubicBezTo>
                  <a:pt x="102015" y="101263"/>
                  <a:pt x="102015" y="101263"/>
                  <a:pt x="102052" y="101188"/>
                </a:cubicBezTo>
                <a:cubicBezTo>
                  <a:pt x="102088" y="101263"/>
                  <a:pt x="102125" y="101263"/>
                  <a:pt x="102162" y="101338"/>
                </a:cubicBezTo>
                <a:cubicBezTo>
                  <a:pt x="102192" y="101338"/>
                  <a:pt x="102229" y="101414"/>
                  <a:pt x="102229" y="101489"/>
                </a:cubicBezTo>
                <a:cubicBezTo>
                  <a:pt x="102229" y="101639"/>
                  <a:pt x="102162" y="101639"/>
                  <a:pt x="102125" y="101714"/>
                </a:cubicBezTo>
                <a:cubicBezTo>
                  <a:pt x="102052" y="101865"/>
                  <a:pt x="102052" y="102015"/>
                  <a:pt x="102052" y="102228"/>
                </a:cubicBezTo>
                <a:cubicBezTo>
                  <a:pt x="102052" y="102303"/>
                  <a:pt x="102052" y="102379"/>
                  <a:pt x="102052" y="102529"/>
                </a:cubicBezTo>
                <a:cubicBezTo>
                  <a:pt x="102088" y="102454"/>
                  <a:pt x="102125" y="102529"/>
                  <a:pt x="102125" y="102454"/>
                </a:cubicBezTo>
                <a:cubicBezTo>
                  <a:pt x="102162" y="102454"/>
                  <a:pt x="102125" y="102303"/>
                  <a:pt x="102162" y="102303"/>
                </a:cubicBezTo>
                <a:cubicBezTo>
                  <a:pt x="102192" y="102303"/>
                  <a:pt x="102192" y="102228"/>
                  <a:pt x="102229" y="102228"/>
                </a:cubicBezTo>
                <a:cubicBezTo>
                  <a:pt x="102266" y="102228"/>
                  <a:pt x="102266" y="102303"/>
                  <a:pt x="102303" y="102303"/>
                </a:cubicBezTo>
                <a:cubicBezTo>
                  <a:pt x="102303" y="102303"/>
                  <a:pt x="102339" y="102303"/>
                  <a:pt x="102376" y="102303"/>
                </a:cubicBezTo>
                <a:cubicBezTo>
                  <a:pt x="102376" y="102679"/>
                  <a:pt x="102376" y="102679"/>
                  <a:pt x="102376" y="102679"/>
                </a:cubicBezTo>
                <a:cubicBezTo>
                  <a:pt x="102376" y="102755"/>
                  <a:pt x="102339" y="102830"/>
                  <a:pt x="102339" y="102905"/>
                </a:cubicBezTo>
                <a:cubicBezTo>
                  <a:pt x="102339" y="103055"/>
                  <a:pt x="102339" y="103055"/>
                  <a:pt x="102339" y="103055"/>
                </a:cubicBezTo>
                <a:cubicBezTo>
                  <a:pt x="102303" y="103206"/>
                  <a:pt x="102303" y="103268"/>
                  <a:pt x="102303" y="103494"/>
                </a:cubicBezTo>
                <a:cubicBezTo>
                  <a:pt x="102303" y="103419"/>
                  <a:pt x="102339" y="103494"/>
                  <a:pt x="102376" y="103494"/>
                </a:cubicBezTo>
                <a:cubicBezTo>
                  <a:pt x="102413" y="103419"/>
                  <a:pt x="102413" y="103344"/>
                  <a:pt x="102450" y="103344"/>
                </a:cubicBezTo>
                <a:cubicBezTo>
                  <a:pt x="102450" y="103268"/>
                  <a:pt x="102486" y="103131"/>
                  <a:pt x="102523" y="103131"/>
                </a:cubicBezTo>
                <a:cubicBezTo>
                  <a:pt x="102560" y="103131"/>
                  <a:pt x="102597" y="103131"/>
                  <a:pt x="102633" y="103206"/>
                </a:cubicBezTo>
                <a:cubicBezTo>
                  <a:pt x="102664" y="103344"/>
                  <a:pt x="102633" y="103419"/>
                  <a:pt x="102633" y="103569"/>
                </a:cubicBezTo>
                <a:cubicBezTo>
                  <a:pt x="102664" y="103644"/>
                  <a:pt x="102738" y="103720"/>
                  <a:pt x="102774" y="103795"/>
                </a:cubicBezTo>
                <a:cubicBezTo>
                  <a:pt x="102811" y="103795"/>
                  <a:pt x="102848" y="103795"/>
                  <a:pt x="102848" y="103870"/>
                </a:cubicBezTo>
                <a:cubicBezTo>
                  <a:pt x="102885" y="103945"/>
                  <a:pt x="102885" y="104020"/>
                  <a:pt x="102885" y="104096"/>
                </a:cubicBezTo>
                <a:cubicBezTo>
                  <a:pt x="102885" y="104171"/>
                  <a:pt x="102885" y="104171"/>
                  <a:pt x="102885" y="104171"/>
                </a:cubicBezTo>
                <a:cubicBezTo>
                  <a:pt x="102885" y="104171"/>
                  <a:pt x="102848" y="104233"/>
                  <a:pt x="102848" y="104309"/>
                </a:cubicBezTo>
                <a:cubicBezTo>
                  <a:pt x="102848" y="104384"/>
                  <a:pt x="102848" y="104459"/>
                  <a:pt x="102848" y="104609"/>
                </a:cubicBezTo>
                <a:lnTo>
                  <a:pt x="102848" y="104685"/>
                </a:lnTo>
                <a:cubicBezTo>
                  <a:pt x="102885" y="104835"/>
                  <a:pt x="102921" y="104910"/>
                  <a:pt x="102958" y="104985"/>
                </a:cubicBezTo>
                <a:cubicBezTo>
                  <a:pt x="102995" y="105061"/>
                  <a:pt x="103032" y="105061"/>
                  <a:pt x="103105" y="105136"/>
                </a:cubicBezTo>
                <a:cubicBezTo>
                  <a:pt x="103142" y="105211"/>
                  <a:pt x="103142" y="105211"/>
                  <a:pt x="103179" y="105286"/>
                </a:cubicBezTo>
                <a:cubicBezTo>
                  <a:pt x="103209" y="105286"/>
                  <a:pt x="103246" y="105286"/>
                  <a:pt x="103320" y="105286"/>
                </a:cubicBezTo>
                <a:cubicBezTo>
                  <a:pt x="103393" y="105286"/>
                  <a:pt x="103467" y="105286"/>
                  <a:pt x="103540" y="105349"/>
                </a:cubicBezTo>
                <a:cubicBezTo>
                  <a:pt x="103577" y="105349"/>
                  <a:pt x="103577" y="105424"/>
                  <a:pt x="103577" y="105499"/>
                </a:cubicBezTo>
                <a:cubicBezTo>
                  <a:pt x="103614" y="105499"/>
                  <a:pt x="103650" y="105499"/>
                  <a:pt x="103650" y="105499"/>
                </a:cubicBezTo>
                <a:cubicBezTo>
                  <a:pt x="103681" y="105499"/>
                  <a:pt x="103724" y="105574"/>
                  <a:pt x="103724" y="105574"/>
                </a:cubicBezTo>
                <a:cubicBezTo>
                  <a:pt x="103754" y="105650"/>
                  <a:pt x="103754" y="105725"/>
                  <a:pt x="103791" y="105725"/>
                </a:cubicBezTo>
                <a:cubicBezTo>
                  <a:pt x="103865" y="105800"/>
                  <a:pt x="103901" y="105725"/>
                  <a:pt x="103975" y="105725"/>
                </a:cubicBezTo>
                <a:cubicBezTo>
                  <a:pt x="104085" y="105725"/>
                  <a:pt x="104196" y="105725"/>
                  <a:pt x="104263" y="105574"/>
                </a:cubicBezTo>
                <a:cubicBezTo>
                  <a:pt x="104336" y="105424"/>
                  <a:pt x="104336" y="105286"/>
                  <a:pt x="104336" y="105061"/>
                </a:cubicBezTo>
                <a:cubicBezTo>
                  <a:pt x="104447" y="105061"/>
                  <a:pt x="104447" y="105061"/>
                  <a:pt x="104447" y="105061"/>
                </a:cubicBezTo>
                <a:cubicBezTo>
                  <a:pt x="104557" y="105061"/>
                  <a:pt x="104594" y="105136"/>
                  <a:pt x="104630" y="105349"/>
                </a:cubicBezTo>
                <a:cubicBezTo>
                  <a:pt x="104630" y="105349"/>
                  <a:pt x="104630" y="105424"/>
                  <a:pt x="104630" y="105499"/>
                </a:cubicBezTo>
                <a:cubicBezTo>
                  <a:pt x="104667" y="105574"/>
                  <a:pt x="104667" y="105650"/>
                  <a:pt x="104704" y="105725"/>
                </a:cubicBezTo>
                <a:cubicBezTo>
                  <a:pt x="104741" y="105800"/>
                  <a:pt x="104808" y="105875"/>
                  <a:pt x="104882" y="105875"/>
                </a:cubicBezTo>
                <a:cubicBezTo>
                  <a:pt x="104955" y="105875"/>
                  <a:pt x="104992" y="105725"/>
                  <a:pt x="105065" y="105574"/>
                </a:cubicBezTo>
                <a:cubicBezTo>
                  <a:pt x="105102" y="105499"/>
                  <a:pt x="105139" y="105499"/>
                  <a:pt x="105139" y="105499"/>
                </a:cubicBezTo>
                <a:cubicBezTo>
                  <a:pt x="105212" y="105349"/>
                  <a:pt x="105243" y="105349"/>
                  <a:pt x="105316" y="105286"/>
                </a:cubicBezTo>
                <a:cubicBezTo>
                  <a:pt x="105316" y="105211"/>
                  <a:pt x="105353" y="105211"/>
                  <a:pt x="105353" y="105136"/>
                </a:cubicBezTo>
                <a:cubicBezTo>
                  <a:pt x="105427" y="105061"/>
                  <a:pt x="105464" y="105061"/>
                  <a:pt x="105537" y="105061"/>
                </a:cubicBezTo>
                <a:cubicBezTo>
                  <a:pt x="105611" y="105061"/>
                  <a:pt x="105611" y="105061"/>
                  <a:pt x="105647" y="105061"/>
                </a:cubicBezTo>
                <a:cubicBezTo>
                  <a:pt x="105788" y="105061"/>
                  <a:pt x="105898" y="105061"/>
                  <a:pt x="106045" y="105061"/>
                </a:cubicBezTo>
                <a:cubicBezTo>
                  <a:pt x="106082" y="105061"/>
                  <a:pt x="106082" y="104985"/>
                  <a:pt x="106119" y="104985"/>
                </a:cubicBezTo>
                <a:cubicBezTo>
                  <a:pt x="106119" y="104910"/>
                  <a:pt x="106156" y="104910"/>
                  <a:pt x="106192" y="104910"/>
                </a:cubicBezTo>
                <a:cubicBezTo>
                  <a:pt x="106192" y="104835"/>
                  <a:pt x="106156" y="104835"/>
                  <a:pt x="106192" y="104760"/>
                </a:cubicBezTo>
                <a:cubicBezTo>
                  <a:pt x="106192" y="104609"/>
                  <a:pt x="106229" y="104609"/>
                  <a:pt x="106266" y="104459"/>
                </a:cubicBezTo>
                <a:cubicBezTo>
                  <a:pt x="106266" y="104309"/>
                  <a:pt x="106229" y="104171"/>
                  <a:pt x="106266" y="104020"/>
                </a:cubicBezTo>
                <a:cubicBezTo>
                  <a:pt x="106297" y="103870"/>
                  <a:pt x="106370" y="103945"/>
                  <a:pt x="106407" y="103870"/>
                </a:cubicBezTo>
                <a:cubicBezTo>
                  <a:pt x="106444" y="103795"/>
                  <a:pt x="106480" y="103720"/>
                  <a:pt x="106480" y="103644"/>
                </a:cubicBezTo>
                <a:cubicBezTo>
                  <a:pt x="106480" y="103569"/>
                  <a:pt x="106480" y="103569"/>
                  <a:pt x="106480" y="103569"/>
                </a:cubicBezTo>
                <a:cubicBezTo>
                  <a:pt x="106480" y="103494"/>
                  <a:pt x="106444" y="103494"/>
                  <a:pt x="106407" y="103419"/>
                </a:cubicBezTo>
                <a:cubicBezTo>
                  <a:pt x="106407" y="103344"/>
                  <a:pt x="106407" y="103268"/>
                  <a:pt x="106407" y="103131"/>
                </a:cubicBezTo>
                <a:cubicBezTo>
                  <a:pt x="106407" y="102980"/>
                  <a:pt x="106444" y="102830"/>
                  <a:pt x="106444" y="102604"/>
                </a:cubicBezTo>
                <a:cubicBezTo>
                  <a:pt x="106444" y="102529"/>
                  <a:pt x="106480" y="102529"/>
                  <a:pt x="106480" y="102454"/>
                </a:cubicBezTo>
                <a:cubicBezTo>
                  <a:pt x="106480" y="102379"/>
                  <a:pt x="106517" y="102379"/>
                  <a:pt x="106517" y="102303"/>
                </a:cubicBezTo>
                <a:cubicBezTo>
                  <a:pt x="106517" y="102228"/>
                  <a:pt x="106517" y="102228"/>
                  <a:pt x="106554" y="102153"/>
                </a:cubicBezTo>
                <a:cubicBezTo>
                  <a:pt x="106591" y="102090"/>
                  <a:pt x="106627" y="102015"/>
                  <a:pt x="106664" y="101865"/>
                </a:cubicBezTo>
                <a:cubicBezTo>
                  <a:pt x="106701" y="101865"/>
                  <a:pt x="106701" y="101790"/>
                  <a:pt x="106738" y="101790"/>
                </a:cubicBezTo>
                <a:cubicBezTo>
                  <a:pt x="106774" y="101714"/>
                  <a:pt x="106774" y="101714"/>
                  <a:pt x="106805" y="101714"/>
                </a:cubicBezTo>
                <a:cubicBezTo>
                  <a:pt x="106805" y="101639"/>
                  <a:pt x="106842" y="101564"/>
                  <a:pt x="106842" y="101564"/>
                </a:cubicBezTo>
                <a:cubicBezTo>
                  <a:pt x="106842" y="101489"/>
                  <a:pt x="106879" y="101414"/>
                  <a:pt x="106879" y="101414"/>
                </a:cubicBezTo>
                <a:cubicBezTo>
                  <a:pt x="106879" y="101338"/>
                  <a:pt x="106879" y="101263"/>
                  <a:pt x="106879" y="101263"/>
                </a:cubicBezTo>
                <a:cubicBezTo>
                  <a:pt x="106879" y="101188"/>
                  <a:pt x="106879" y="101125"/>
                  <a:pt x="106879" y="101125"/>
                </a:cubicBezTo>
                <a:cubicBezTo>
                  <a:pt x="106915" y="101038"/>
                  <a:pt x="106915" y="101038"/>
                  <a:pt x="106952" y="100975"/>
                </a:cubicBezTo>
                <a:cubicBezTo>
                  <a:pt x="106952" y="100900"/>
                  <a:pt x="106989" y="100825"/>
                  <a:pt x="107026" y="100825"/>
                </a:cubicBezTo>
                <a:cubicBezTo>
                  <a:pt x="107026" y="100825"/>
                  <a:pt x="107062" y="100749"/>
                  <a:pt x="107099" y="100749"/>
                </a:cubicBezTo>
                <a:cubicBezTo>
                  <a:pt x="107099" y="100749"/>
                  <a:pt x="107136" y="100749"/>
                  <a:pt x="107173" y="100749"/>
                </a:cubicBezTo>
                <a:cubicBezTo>
                  <a:pt x="107209" y="100674"/>
                  <a:pt x="107173" y="100599"/>
                  <a:pt x="107173" y="100524"/>
                </a:cubicBezTo>
                <a:cubicBezTo>
                  <a:pt x="107173" y="100449"/>
                  <a:pt x="107209" y="100449"/>
                  <a:pt x="107209" y="100373"/>
                </a:cubicBezTo>
                <a:cubicBezTo>
                  <a:pt x="107209" y="100373"/>
                  <a:pt x="107209" y="100298"/>
                  <a:pt x="107209" y="100223"/>
                </a:cubicBezTo>
                <a:cubicBezTo>
                  <a:pt x="107209" y="100148"/>
                  <a:pt x="107209" y="100073"/>
                  <a:pt x="107209" y="99935"/>
                </a:cubicBezTo>
                <a:cubicBezTo>
                  <a:pt x="107246" y="99784"/>
                  <a:pt x="107283" y="99709"/>
                  <a:pt x="107313" y="99559"/>
                </a:cubicBezTo>
                <a:cubicBezTo>
                  <a:pt x="107350" y="99484"/>
                  <a:pt x="107387" y="99408"/>
                  <a:pt x="107387" y="99258"/>
                </a:cubicBezTo>
                <a:cubicBezTo>
                  <a:pt x="107424" y="99108"/>
                  <a:pt x="107424" y="98957"/>
                  <a:pt x="107460" y="98819"/>
                </a:cubicBezTo>
                <a:cubicBezTo>
                  <a:pt x="107460" y="98744"/>
                  <a:pt x="107460" y="98744"/>
                  <a:pt x="107460" y="98669"/>
                </a:cubicBezTo>
                <a:cubicBezTo>
                  <a:pt x="107460" y="98594"/>
                  <a:pt x="107497" y="98594"/>
                  <a:pt x="107497" y="98519"/>
                </a:cubicBezTo>
                <a:cubicBezTo>
                  <a:pt x="107497" y="97779"/>
                  <a:pt x="107497" y="97779"/>
                  <a:pt x="107497" y="97779"/>
                </a:cubicBezTo>
                <a:cubicBezTo>
                  <a:pt x="107497" y="97779"/>
                  <a:pt x="107460" y="97704"/>
                  <a:pt x="107424" y="97704"/>
                </a:cubicBezTo>
                <a:cubicBezTo>
                  <a:pt x="107424" y="97629"/>
                  <a:pt x="107424" y="97554"/>
                  <a:pt x="107387" y="97554"/>
                </a:cubicBezTo>
                <a:cubicBezTo>
                  <a:pt x="107387" y="97478"/>
                  <a:pt x="107350" y="97478"/>
                  <a:pt x="107313" y="97403"/>
                </a:cubicBezTo>
                <a:cubicBezTo>
                  <a:pt x="107313" y="97328"/>
                  <a:pt x="107283" y="97328"/>
                  <a:pt x="107283" y="97253"/>
                </a:cubicBezTo>
                <a:cubicBezTo>
                  <a:pt x="107283" y="97102"/>
                  <a:pt x="107283" y="97102"/>
                  <a:pt x="107283" y="97102"/>
                </a:cubicBezTo>
                <a:cubicBezTo>
                  <a:pt x="107283" y="97027"/>
                  <a:pt x="107283" y="97027"/>
                  <a:pt x="107283" y="96965"/>
                </a:cubicBezTo>
                <a:cubicBezTo>
                  <a:pt x="107283" y="96814"/>
                  <a:pt x="107350" y="96814"/>
                  <a:pt x="107350" y="96664"/>
                </a:cubicBezTo>
                <a:cubicBezTo>
                  <a:pt x="107350" y="96589"/>
                  <a:pt x="107350" y="96513"/>
                  <a:pt x="107350" y="96363"/>
                </a:cubicBezTo>
                <a:cubicBezTo>
                  <a:pt x="107313" y="96363"/>
                  <a:pt x="107313" y="96363"/>
                  <a:pt x="107313" y="96363"/>
                </a:cubicBezTo>
                <a:cubicBezTo>
                  <a:pt x="107313" y="95912"/>
                  <a:pt x="107313" y="95912"/>
                  <a:pt x="107313" y="95912"/>
                </a:cubicBezTo>
                <a:cubicBezTo>
                  <a:pt x="107313" y="95849"/>
                  <a:pt x="107313" y="95849"/>
                  <a:pt x="107313" y="95774"/>
                </a:cubicBezTo>
                <a:cubicBezTo>
                  <a:pt x="107313" y="95699"/>
                  <a:pt x="107283" y="95699"/>
                  <a:pt x="107246" y="95624"/>
                </a:cubicBezTo>
                <a:cubicBezTo>
                  <a:pt x="107209" y="95473"/>
                  <a:pt x="107173" y="95473"/>
                  <a:pt x="107136" y="95323"/>
                </a:cubicBezTo>
                <a:cubicBezTo>
                  <a:pt x="107136" y="95248"/>
                  <a:pt x="107099" y="95248"/>
                  <a:pt x="107099" y="95172"/>
                </a:cubicBezTo>
                <a:cubicBezTo>
                  <a:pt x="107099" y="95097"/>
                  <a:pt x="107099" y="95097"/>
                  <a:pt x="107099" y="95022"/>
                </a:cubicBezTo>
                <a:cubicBezTo>
                  <a:pt x="107062" y="94947"/>
                  <a:pt x="107062" y="94947"/>
                  <a:pt x="107062" y="94884"/>
                </a:cubicBezTo>
                <a:cubicBezTo>
                  <a:pt x="107026" y="94796"/>
                  <a:pt x="107026" y="94796"/>
                  <a:pt x="107026" y="94734"/>
                </a:cubicBezTo>
                <a:cubicBezTo>
                  <a:pt x="106989" y="94659"/>
                  <a:pt x="106952" y="94659"/>
                  <a:pt x="106952" y="94659"/>
                </a:cubicBezTo>
                <a:cubicBezTo>
                  <a:pt x="106915" y="94508"/>
                  <a:pt x="106879" y="94433"/>
                  <a:pt x="106805" y="94358"/>
                </a:cubicBezTo>
                <a:lnTo>
                  <a:pt x="106774" y="94283"/>
                </a:lnTo>
                <a:cubicBezTo>
                  <a:pt x="106738" y="94207"/>
                  <a:pt x="106701" y="94207"/>
                  <a:pt x="106664" y="94207"/>
                </a:cubicBezTo>
                <a:cubicBezTo>
                  <a:pt x="106627" y="94132"/>
                  <a:pt x="106627" y="94132"/>
                  <a:pt x="106627" y="94057"/>
                </a:cubicBezTo>
                <a:cubicBezTo>
                  <a:pt x="106627" y="93318"/>
                  <a:pt x="106627" y="93318"/>
                  <a:pt x="106627" y="93318"/>
                </a:cubicBezTo>
                <a:cubicBezTo>
                  <a:pt x="106554" y="93318"/>
                  <a:pt x="106517" y="93318"/>
                  <a:pt x="106480" y="93318"/>
                </a:cubicBezTo>
                <a:cubicBezTo>
                  <a:pt x="106407" y="93318"/>
                  <a:pt x="106333" y="93318"/>
                  <a:pt x="106266" y="93318"/>
                </a:cubicBezTo>
                <a:cubicBezTo>
                  <a:pt x="106229" y="93318"/>
                  <a:pt x="106192" y="93242"/>
                  <a:pt x="106192" y="93242"/>
                </a:cubicBezTo>
                <a:cubicBezTo>
                  <a:pt x="106156" y="93242"/>
                  <a:pt x="106119" y="93167"/>
                  <a:pt x="106119" y="93167"/>
                </a:cubicBezTo>
                <a:cubicBezTo>
                  <a:pt x="106045" y="93092"/>
                  <a:pt x="106009" y="93017"/>
                  <a:pt x="106009" y="92866"/>
                </a:cubicBezTo>
                <a:cubicBezTo>
                  <a:pt x="106009" y="92716"/>
                  <a:pt x="106009" y="92716"/>
                  <a:pt x="106009" y="92716"/>
                </a:cubicBezTo>
                <a:cubicBezTo>
                  <a:pt x="106009" y="92716"/>
                  <a:pt x="105972" y="92653"/>
                  <a:pt x="105972" y="92578"/>
                </a:cubicBezTo>
                <a:cubicBezTo>
                  <a:pt x="105972" y="92503"/>
                  <a:pt x="105972" y="92428"/>
                  <a:pt x="105972" y="92277"/>
                </a:cubicBezTo>
                <a:cubicBezTo>
                  <a:pt x="105972" y="92277"/>
                  <a:pt x="105935" y="92277"/>
                  <a:pt x="105898" y="92277"/>
                </a:cubicBezTo>
                <a:cubicBezTo>
                  <a:pt x="105898" y="92277"/>
                  <a:pt x="105862" y="92277"/>
                  <a:pt x="105825" y="92202"/>
                </a:cubicBezTo>
                <a:cubicBezTo>
                  <a:pt x="105825" y="92127"/>
                  <a:pt x="105862" y="91977"/>
                  <a:pt x="105825" y="91901"/>
                </a:cubicBezTo>
                <a:lnTo>
                  <a:pt x="105788" y="91901"/>
                </a:lnTo>
                <a:cubicBezTo>
                  <a:pt x="105758" y="91826"/>
                  <a:pt x="105721" y="91826"/>
                  <a:pt x="105721" y="91826"/>
                </a:cubicBezTo>
                <a:cubicBezTo>
                  <a:pt x="105647" y="91751"/>
                  <a:pt x="105611" y="91751"/>
                  <a:pt x="105574" y="91688"/>
                </a:cubicBezTo>
                <a:cubicBezTo>
                  <a:pt x="105537" y="91613"/>
                  <a:pt x="105537" y="91538"/>
                  <a:pt x="105500" y="91538"/>
                </a:cubicBezTo>
                <a:cubicBezTo>
                  <a:pt x="105500" y="91463"/>
                  <a:pt x="105464" y="91463"/>
                  <a:pt x="105427" y="91387"/>
                </a:cubicBezTo>
                <a:cubicBezTo>
                  <a:pt x="105427" y="91387"/>
                  <a:pt x="105427" y="91312"/>
                  <a:pt x="105390" y="91237"/>
                </a:cubicBezTo>
                <a:cubicBezTo>
                  <a:pt x="105390" y="91237"/>
                  <a:pt x="105353" y="91162"/>
                  <a:pt x="105316" y="91162"/>
                </a:cubicBezTo>
                <a:cubicBezTo>
                  <a:pt x="105243" y="91087"/>
                  <a:pt x="105212" y="91087"/>
                  <a:pt x="105102" y="91012"/>
                </a:cubicBezTo>
                <a:cubicBezTo>
                  <a:pt x="105065" y="91012"/>
                  <a:pt x="105065" y="91012"/>
                  <a:pt x="105029" y="90936"/>
                </a:cubicBezTo>
                <a:cubicBezTo>
                  <a:pt x="104992" y="90936"/>
                  <a:pt x="104955" y="90861"/>
                  <a:pt x="104955" y="90786"/>
                </a:cubicBezTo>
                <a:cubicBezTo>
                  <a:pt x="104955" y="90723"/>
                  <a:pt x="104955" y="90636"/>
                  <a:pt x="104955" y="90498"/>
                </a:cubicBezTo>
                <a:cubicBezTo>
                  <a:pt x="104918" y="90422"/>
                  <a:pt x="104882" y="90347"/>
                  <a:pt x="104882" y="90197"/>
                </a:cubicBezTo>
                <a:cubicBezTo>
                  <a:pt x="104845" y="90197"/>
                  <a:pt x="104882" y="90122"/>
                  <a:pt x="104882" y="90046"/>
                </a:cubicBezTo>
                <a:cubicBezTo>
                  <a:pt x="104845" y="89971"/>
                  <a:pt x="104845" y="89971"/>
                  <a:pt x="104845" y="89896"/>
                </a:cubicBezTo>
                <a:cubicBezTo>
                  <a:pt x="104845" y="89821"/>
                  <a:pt x="104808" y="89821"/>
                  <a:pt x="104808" y="89746"/>
                </a:cubicBezTo>
                <a:cubicBezTo>
                  <a:pt x="104808" y="89746"/>
                  <a:pt x="104808" y="89671"/>
                  <a:pt x="104808" y="89608"/>
                </a:cubicBezTo>
                <a:cubicBezTo>
                  <a:pt x="104808" y="89457"/>
                  <a:pt x="104808" y="89457"/>
                  <a:pt x="104808" y="89457"/>
                </a:cubicBezTo>
                <a:cubicBezTo>
                  <a:pt x="104808" y="89382"/>
                  <a:pt x="104808" y="89307"/>
                  <a:pt x="104808" y="89157"/>
                </a:cubicBezTo>
                <a:lnTo>
                  <a:pt x="104808" y="89081"/>
                </a:lnTo>
                <a:cubicBezTo>
                  <a:pt x="104771" y="88931"/>
                  <a:pt x="104741" y="88856"/>
                  <a:pt x="104704" y="88781"/>
                </a:cubicBezTo>
                <a:cubicBezTo>
                  <a:pt x="104667" y="88706"/>
                  <a:pt x="104630" y="88706"/>
                  <a:pt x="104594" y="88630"/>
                </a:cubicBezTo>
                <a:cubicBezTo>
                  <a:pt x="104594" y="88555"/>
                  <a:pt x="104594" y="88492"/>
                  <a:pt x="104594" y="88417"/>
                </a:cubicBezTo>
                <a:cubicBezTo>
                  <a:pt x="104594" y="88342"/>
                  <a:pt x="104630" y="88267"/>
                  <a:pt x="104630" y="88192"/>
                </a:cubicBezTo>
                <a:cubicBezTo>
                  <a:pt x="104630" y="88041"/>
                  <a:pt x="104557" y="87891"/>
                  <a:pt x="104483" y="87891"/>
                </a:cubicBezTo>
                <a:cubicBezTo>
                  <a:pt x="104483" y="87891"/>
                  <a:pt x="104447" y="87891"/>
                  <a:pt x="104410" y="87891"/>
                </a:cubicBezTo>
                <a:lnTo>
                  <a:pt x="104373" y="87891"/>
                </a:lnTo>
                <a:cubicBezTo>
                  <a:pt x="104336" y="87891"/>
                  <a:pt x="104300" y="87816"/>
                  <a:pt x="104300" y="87816"/>
                </a:cubicBezTo>
                <a:cubicBezTo>
                  <a:pt x="104226" y="87740"/>
                  <a:pt x="104196" y="87740"/>
                  <a:pt x="104122" y="87740"/>
                </a:cubicBezTo>
                <a:cubicBezTo>
                  <a:pt x="104122" y="87665"/>
                  <a:pt x="104085" y="87665"/>
                  <a:pt x="104049" y="87665"/>
                </a:cubicBezTo>
                <a:cubicBezTo>
                  <a:pt x="104049" y="87590"/>
                  <a:pt x="104085" y="87527"/>
                  <a:pt x="104049" y="87527"/>
                </a:cubicBezTo>
                <a:cubicBezTo>
                  <a:pt x="104049" y="87452"/>
                  <a:pt x="104049" y="87452"/>
                  <a:pt x="104049" y="87377"/>
                </a:cubicBezTo>
                <a:cubicBezTo>
                  <a:pt x="104049" y="87302"/>
                  <a:pt x="104049" y="87302"/>
                  <a:pt x="104012" y="87227"/>
                </a:cubicBezTo>
                <a:cubicBezTo>
                  <a:pt x="104012" y="87076"/>
                  <a:pt x="104012" y="87076"/>
                  <a:pt x="104012" y="87076"/>
                </a:cubicBezTo>
                <a:cubicBezTo>
                  <a:pt x="104012" y="86926"/>
                  <a:pt x="104049" y="86775"/>
                  <a:pt x="104012" y="86625"/>
                </a:cubicBezTo>
                <a:cubicBezTo>
                  <a:pt x="104012" y="86550"/>
                  <a:pt x="103975" y="86550"/>
                  <a:pt x="103938" y="86487"/>
                </a:cubicBezTo>
                <a:cubicBezTo>
                  <a:pt x="103938" y="86487"/>
                  <a:pt x="103938" y="86425"/>
                  <a:pt x="103938" y="86349"/>
                </a:cubicBezTo>
                <a:lnTo>
                  <a:pt x="103865" y="86274"/>
                </a:lnTo>
                <a:cubicBezTo>
                  <a:pt x="103865" y="86199"/>
                  <a:pt x="103865" y="86124"/>
                  <a:pt x="103865" y="86124"/>
                </a:cubicBezTo>
                <a:cubicBezTo>
                  <a:pt x="103865" y="85973"/>
                  <a:pt x="103865" y="85898"/>
                  <a:pt x="103865" y="85823"/>
                </a:cubicBezTo>
                <a:cubicBezTo>
                  <a:pt x="103828" y="85748"/>
                  <a:pt x="103828" y="85673"/>
                  <a:pt x="103828" y="85673"/>
                </a:cubicBezTo>
                <a:cubicBezTo>
                  <a:pt x="103791" y="85522"/>
                  <a:pt x="103754" y="85447"/>
                  <a:pt x="103724" y="85384"/>
                </a:cubicBezTo>
                <a:cubicBezTo>
                  <a:pt x="103681" y="85384"/>
                  <a:pt x="103650" y="85447"/>
                  <a:pt x="103650" y="85384"/>
                </a:cubicBezTo>
                <a:cubicBezTo>
                  <a:pt x="103614" y="85522"/>
                  <a:pt x="103614" y="85522"/>
                  <a:pt x="103614" y="85522"/>
                </a:cubicBezTo>
                <a:cubicBezTo>
                  <a:pt x="103650" y="85673"/>
                  <a:pt x="103614" y="85748"/>
                  <a:pt x="103614" y="85823"/>
                </a:cubicBezTo>
                <a:close/>
                <a:moveTo>
                  <a:pt x="109494" y="84407"/>
                </a:moveTo>
                <a:lnTo>
                  <a:pt x="109494" y="84407"/>
                </a:lnTo>
                <a:cubicBezTo>
                  <a:pt x="109494" y="84482"/>
                  <a:pt x="109494" y="84557"/>
                  <a:pt x="109531" y="84557"/>
                </a:cubicBezTo>
                <a:cubicBezTo>
                  <a:pt x="109568" y="84632"/>
                  <a:pt x="109604" y="84632"/>
                  <a:pt x="109678" y="84632"/>
                </a:cubicBezTo>
                <a:cubicBezTo>
                  <a:pt x="109751" y="84632"/>
                  <a:pt x="109751" y="84632"/>
                  <a:pt x="109751" y="84632"/>
                </a:cubicBezTo>
                <a:cubicBezTo>
                  <a:pt x="109788" y="84632"/>
                  <a:pt x="109788" y="84557"/>
                  <a:pt x="109825" y="84557"/>
                </a:cubicBezTo>
                <a:cubicBezTo>
                  <a:pt x="109825" y="84482"/>
                  <a:pt x="109788" y="84482"/>
                  <a:pt x="109788" y="84407"/>
                </a:cubicBezTo>
                <a:cubicBezTo>
                  <a:pt x="109751" y="84344"/>
                  <a:pt x="109788" y="84344"/>
                  <a:pt x="109751" y="84269"/>
                </a:cubicBezTo>
                <a:cubicBezTo>
                  <a:pt x="109751" y="84194"/>
                  <a:pt x="109715" y="84269"/>
                  <a:pt x="109678" y="84269"/>
                </a:cubicBezTo>
                <a:cubicBezTo>
                  <a:pt x="109641" y="84194"/>
                  <a:pt x="109604" y="84194"/>
                  <a:pt x="109568" y="84194"/>
                </a:cubicBezTo>
                <a:cubicBezTo>
                  <a:pt x="109531" y="84194"/>
                  <a:pt x="109494" y="84194"/>
                  <a:pt x="109457" y="84194"/>
                </a:cubicBezTo>
                <a:cubicBezTo>
                  <a:pt x="109457" y="84269"/>
                  <a:pt x="109457" y="84407"/>
                  <a:pt x="109494" y="84407"/>
                </a:cubicBezTo>
                <a:close/>
                <a:moveTo>
                  <a:pt x="107754" y="82038"/>
                </a:moveTo>
                <a:lnTo>
                  <a:pt x="107754" y="82038"/>
                </a:lnTo>
                <a:cubicBezTo>
                  <a:pt x="107754" y="82113"/>
                  <a:pt x="107828" y="82113"/>
                  <a:pt x="107828" y="82189"/>
                </a:cubicBezTo>
                <a:cubicBezTo>
                  <a:pt x="107859" y="82326"/>
                  <a:pt x="107932" y="82326"/>
                  <a:pt x="107969" y="82402"/>
                </a:cubicBezTo>
                <a:cubicBezTo>
                  <a:pt x="107969" y="82477"/>
                  <a:pt x="107969" y="82477"/>
                  <a:pt x="108006" y="82552"/>
                </a:cubicBezTo>
                <a:cubicBezTo>
                  <a:pt x="108006" y="82627"/>
                  <a:pt x="108042" y="82627"/>
                  <a:pt x="108079" y="82702"/>
                </a:cubicBezTo>
                <a:cubicBezTo>
                  <a:pt x="108079" y="82702"/>
                  <a:pt x="108116" y="82778"/>
                  <a:pt x="108153" y="82778"/>
                </a:cubicBezTo>
                <a:lnTo>
                  <a:pt x="108189" y="82702"/>
                </a:lnTo>
                <a:cubicBezTo>
                  <a:pt x="108189" y="82627"/>
                  <a:pt x="108189" y="82627"/>
                  <a:pt x="108189" y="82552"/>
                </a:cubicBezTo>
                <a:cubicBezTo>
                  <a:pt x="108189" y="82477"/>
                  <a:pt x="108153" y="82477"/>
                  <a:pt x="108153" y="82402"/>
                </a:cubicBezTo>
                <a:cubicBezTo>
                  <a:pt x="108116" y="82326"/>
                  <a:pt x="108153" y="82326"/>
                  <a:pt x="108153" y="82251"/>
                </a:cubicBezTo>
                <a:cubicBezTo>
                  <a:pt x="108116" y="82189"/>
                  <a:pt x="108116" y="82189"/>
                  <a:pt x="108079" y="82113"/>
                </a:cubicBezTo>
                <a:cubicBezTo>
                  <a:pt x="108042" y="82038"/>
                  <a:pt x="108006" y="81963"/>
                  <a:pt x="107932" y="81888"/>
                </a:cubicBezTo>
                <a:cubicBezTo>
                  <a:pt x="107932" y="81888"/>
                  <a:pt x="107895" y="81888"/>
                  <a:pt x="107859" y="81813"/>
                </a:cubicBezTo>
                <a:cubicBezTo>
                  <a:pt x="107859" y="81813"/>
                  <a:pt x="107859" y="81737"/>
                  <a:pt x="107859" y="81662"/>
                </a:cubicBezTo>
                <a:cubicBezTo>
                  <a:pt x="107859" y="81662"/>
                  <a:pt x="107859" y="81587"/>
                  <a:pt x="107859" y="81512"/>
                </a:cubicBezTo>
                <a:cubicBezTo>
                  <a:pt x="107791" y="81512"/>
                  <a:pt x="107791" y="81512"/>
                  <a:pt x="107791" y="81512"/>
                </a:cubicBezTo>
                <a:cubicBezTo>
                  <a:pt x="107791" y="81512"/>
                  <a:pt x="107754" y="81587"/>
                  <a:pt x="107718" y="81587"/>
                </a:cubicBezTo>
                <a:cubicBezTo>
                  <a:pt x="107754" y="81662"/>
                  <a:pt x="107754" y="81662"/>
                  <a:pt x="107754" y="81737"/>
                </a:cubicBezTo>
                <a:cubicBezTo>
                  <a:pt x="107791" y="81813"/>
                  <a:pt x="107791" y="81888"/>
                  <a:pt x="107791" y="81888"/>
                </a:cubicBezTo>
                <a:cubicBezTo>
                  <a:pt x="107791" y="81963"/>
                  <a:pt x="107754" y="81963"/>
                  <a:pt x="107754" y="82038"/>
                </a:cubicBezTo>
                <a:close/>
                <a:moveTo>
                  <a:pt x="105758" y="81587"/>
                </a:moveTo>
                <a:lnTo>
                  <a:pt x="105758" y="81587"/>
                </a:lnTo>
                <a:cubicBezTo>
                  <a:pt x="105758" y="81737"/>
                  <a:pt x="105788" y="81813"/>
                  <a:pt x="105788" y="81888"/>
                </a:cubicBezTo>
                <a:cubicBezTo>
                  <a:pt x="105788" y="81963"/>
                  <a:pt x="105758" y="81963"/>
                  <a:pt x="105758" y="81963"/>
                </a:cubicBezTo>
                <a:cubicBezTo>
                  <a:pt x="105898" y="81963"/>
                  <a:pt x="105972" y="81963"/>
                  <a:pt x="106082" y="81963"/>
                </a:cubicBezTo>
                <a:cubicBezTo>
                  <a:pt x="106119" y="81963"/>
                  <a:pt x="106156" y="82038"/>
                  <a:pt x="106229" y="82038"/>
                </a:cubicBezTo>
                <a:cubicBezTo>
                  <a:pt x="106266" y="82038"/>
                  <a:pt x="106297" y="82038"/>
                  <a:pt x="106333" y="82038"/>
                </a:cubicBezTo>
                <a:cubicBezTo>
                  <a:pt x="106407" y="82038"/>
                  <a:pt x="106444" y="82038"/>
                  <a:pt x="106480" y="82038"/>
                </a:cubicBezTo>
                <a:cubicBezTo>
                  <a:pt x="106517" y="82038"/>
                  <a:pt x="106554" y="82038"/>
                  <a:pt x="106554" y="81963"/>
                </a:cubicBezTo>
                <a:cubicBezTo>
                  <a:pt x="106591" y="81963"/>
                  <a:pt x="106591" y="81888"/>
                  <a:pt x="106627" y="81813"/>
                </a:cubicBezTo>
                <a:cubicBezTo>
                  <a:pt x="106664" y="81813"/>
                  <a:pt x="106664" y="81888"/>
                  <a:pt x="106701" y="81813"/>
                </a:cubicBezTo>
                <a:cubicBezTo>
                  <a:pt x="106738" y="81813"/>
                  <a:pt x="106738" y="81813"/>
                  <a:pt x="106774" y="81813"/>
                </a:cubicBezTo>
                <a:cubicBezTo>
                  <a:pt x="106805" y="81737"/>
                  <a:pt x="106805" y="81737"/>
                  <a:pt x="106842" y="81662"/>
                </a:cubicBezTo>
                <a:cubicBezTo>
                  <a:pt x="106879" y="81587"/>
                  <a:pt x="106879" y="81512"/>
                  <a:pt x="106915" y="81361"/>
                </a:cubicBezTo>
                <a:cubicBezTo>
                  <a:pt x="106915" y="81286"/>
                  <a:pt x="106915" y="81211"/>
                  <a:pt x="106915" y="81073"/>
                </a:cubicBezTo>
                <a:cubicBezTo>
                  <a:pt x="106952" y="80998"/>
                  <a:pt x="106989" y="80998"/>
                  <a:pt x="106989" y="80923"/>
                </a:cubicBezTo>
                <a:cubicBezTo>
                  <a:pt x="106989" y="80923"/>
                  <a:pt x="106989" y="80848"/>
                  <a:pt x="106989" y="80772"/>
                </a:cubicBezTo>
                <a:cubicBezTo>
                  <a:pt x="106989" y="80697"/>
                  <a:pt x="106952" y="80697"/>
                  <a:pt x="106952" y="80622"/>
                </a:cubicBezTo>
                <a:cubicBezTo>
                  <a:pt x="106952" y="80697"/>
                  <a:pt x="106915" y="80697"/>
                  <a:pt x="106879" y="80697"/>
                </a:cubicBezTo>
                <a:cubicBezTo>
                  <a:pt x="106879" y="80697"/>
                  <a:pt x="106842" y="80697"/>
                  <a:pt x="106805" y="80697"/>
                </a:cubicBezTo>
                <a:cubicBezTo>
                  <a:pt x="106805" y="80697"/>
                  <a:pt x="106774" y="80697"/>
                  <a:pt x="106774" y="80772"/>
                </a:cubicBezTo>
                <a:cubicBezTo>
                  <a:pt x="106738" y="80772"/>
                  <a:pt x="106701" y="80772"/>
                  <a:pt x="106701" y="80848"/>
                </a:cubicBezTo>
                <a:cubicBezTo>
                  <a:pt x="106664" y="80923"/>
                  <a:pt x="106701" y="80998"/>
                  <a:pt x="106701" y="81148"/>
                </a:cubicBezTo>
                <a:cubicBezTo>
                  <a:pt x="106664" y="81211"/>
                  <a:pt x="106664" y="81211"/>
                  <a:pt x="106627" y="81286"/>
                </a:cubicBezTo>
                <a:cubicBezTo>
                  <a:pt x="106627" y="81286"/>
                  <a:pt x="106627" y="81361"/>
                  <a:pt x="106627" y="81437"/>
                </a:cubicBezTo>
                <a:cubicBezTo>
                  <a:pt x="106591" y="81437"/>
                  <a:pt x="106554" y="81437"/>
                  <a:pt x="106554" y="81437"/>
                </a:cubicBezTo>
                <a:cubicBezTo>
                  <a:pt x="106444" y="81437"/>
                  <a:pt x="106370" y="81437"/>
                  <a:pt x="106229" y="81437"/>
                </a:cubicBezTo>
                <a:cubicBezTo>
                  <a:pt x="106156" y="81437"/>
                  <a:pt x="106156" y="81437"/>
                  <a:pt x="106156" y="81437"/>
                </a:cubicBezTo>
                <a:cubicBezTo>
                  <a:pt x="106082" y="81437"/>
                  <a:pt x="106082" y="81437"/>
                  <a:pt x="106082" y="81437"/>
                </a:cubicBezTo>
                <a:cubicBezTo>
                  <a:pt x="106009" y="81437"/>
                  <a:pt x="105935" y="81437"/>
                  <a:pt x="105862" y="81437"/>
                </a:cubicBezTo>
                <a:cubicBezTo>
                  <a:pt x="105825" y="81437"/>
                  <a:pt x="105825" y="81361"/>
                  <a:pt x="105788" y="81361"/>
                </a:cubicBezTo>
                <a:cubicBezTo>
                  <a:pt x="105788" y="81437"/>
                  <a:pt x="105758" y="81587"/>
                  <a:pt x="105758" y="81587"/>
                </a:cubicBezTo>
                <a:close/>
                <a:moveTo>
                  <a:pt x="99908" y="83367"/>
                </a:moveTo>
                <a:lnTo>
                  <a:pt x="99908" y="83367"/>
                </a:lnTo>
                <a:cubicBezTo>
                  <a:pt x="99908" y="83442"/>
                  <a:pt x="99908" y="83517"/>
                  <a:pt x="99908" y="83517"/>
                </a:cubicBezTo>
                <a:cubicBezTo>
                  <a:pt x="100128" y="83517"/>
                  <a:pt x="100128" y="83517"/>
                  <a:pt x="100128" y="83517"/>
                </a:cubicBezTo>
                <a:cubicBezTo>
                  <a:pt x="100159" y="83517"/>
                  <a:pt x="100196" y="83517"/>
                  <a:pt x="100196" y="83442"/>
                </a:cubicBezTo>
                <a:cubicBezTo>
                  <a:pt x="100232" y="83367"/>
                  <a:pt x="100232" y="83304"/>
                  <a:pt x="100232" y="83229"/>
                </a:cubicBezTo>
                <a:cubicBezTo>
                  <a:pt x="100232" y="83078"/>
                  <a:pt x="100232" y="83003"/>
                  <a:pt x="100196" y="82853"/>
                </a:cubicBezTo>
                <a:cubicBezTo>
                  <a:pt x="100196" y="82778"/>
                  <a:pt x="100159" y="82778"/>
                  <a:pt x="100159" y="82702"/>
                </a:cubicBezTo>
                <a:cubicBezTo>
                  <a:pt x="100055" y="82778"/>
                  <a:pt x="100018" y="82853"/>
                  <a:pt x="99908" y="83003"/>
                </a:cubicBezTo>
                <a:cubicBezTo>
                  <a:pt x="99908" y="83154"/>
                  <a:pt x="99908" y="83304"/>
                  <a:pt x="99908" y="83367"/>
                </a:cubicBezTo>
                <a:close/>
                <a:moveTo>
                  <a:pt x="98094" y="83003"/>
                </a:moveTo>
                <a:lnTo>
                  <a:pt x="98094" y="83003"/>
                </a:lnTo>
                <a:cubicBezTo>
                  <a:pt x="98094" y="83003"/>
                  <a:pt x="98094" y="83078"/>
                  <a:pt x="98094" y="83154"/>
                </a:cubicBezTo>
                <a:cubicBezTo>
                  <a:pt x="98094" y="83154"/>
                  <a:pt x="98125" y="83229"/>
                  <a:pt x="98125" y="83304"/>
                </a:cubicBezTo>
                <a:cubicBezTo>
                  <a:pt x="98162" y="83229"/>
                  <a:pt x="98162" y="83304"/>
                  <a:pt x="98199" y="83304"/>
                </a:cubicBezTo>
                <a:cubicBezTo>
                  <a:pt x="98235" y="83229"/>
                  <a:pt x="98235" y="83154"/>
                  <a:pt x="98272" y="83154"/>
                </a:cubicBezTo>
                <a:cubicBezTo>
                  <a:pt x="98309" y="83154"/>
                  <a:pt x="98346" y="83229"/>
                  <a:pt x="98382" y="83229"/>
                </a:cubicBezTo>
                <a:cubicBezTo>
                  <a:pt x="98419" y="83229"/>
                  <a:pt x="98419" y="83229"/>
                  <a:pt x="98419" y="83229"/>
                </a:cubicBezTo>
                <a:cubicBezTo>
                  <a:pt x="98456" y="83229"/>
                  <a:pt x="98456" y="83154"/>
                  <a:pt x="98493" y="83154"/>
                </a:cubicBezTo>
                <a:cubicBezTo>
                  <a:pt x="98419" y="83003"/>
                  <a:pt x="98419" y="83003"/>
                  <a:pt x="98419" y="83003"/>
                </a:cubicBezTo>
                <a:lnTo>
                  <a:pt x="98094" y="83003"/>
                </a:lnTo>
                <a:close/>
                <a:moveTo>
                  <a:pt x="101071" y="81512"/>
                </a:moveTo>
                <a:lnTo>
                  <a:pt x="101071" y="81512"/>
                </a:lnTo>
                <a:cubicBezTo>
                  <a:pt x="101035" y="81587"/>
                  <a:pt x="100998" y="81587"/>
                  <a:pt x="100998" y="81662"/>
                </a:cubicBezTo>
                <a:cubicBezTo>
                  <a:pt x="100961" y="81662"/>
                  <a:pt x="100924" y="81662"/>
                  <a:pt x="100924" y="81737"/>
                </a:cubicBezTo>
                <a:cubicBezTo>
                  <a:pt x="100924" y="81813"/>
                  <a:pt x="100924" y="81888"/>
                  <a:pt x="100924" y="81888"/>
                </a:cubicBezTo>
                <a:cubicBezTo>
                  <a:pt x="100924" y="81963"/>
                  <a:pt x="100888" y="82038"/>
                  <a:pt x="100888" y="82038"/>
                </a:cubicBezTo>
                <a:cubicBezTo>
                  <a:pt x="100888" y="82113"/>
                  <a:pt x="100888" y="82113"/>
                  <a:pt x="100888" y="82189"/>
                </a:cubicBezTo>
                <a:cubicBezTo>
                  <a:pt x="100888" y="82251"/>
                  <a:pt x="100851" y="82251"/>
                  <a:pt x="100851" y="82326"/>
                </a:cubicBezTo>
                <a:cubicBezTo>
                  <a:pt x="100851" y="82402"/>
                  <a:pt x="100924" y="82402"/>
                  <a:pt x="100961" y="82402"/>
                </a:cubicBezTo>
                <a:cubicBezTo>
                  <a:pt x="100961" y="82402"/>
                  <a:pt x="100998" y="82402"/>
                  <a:pt x="101035" y="82402"/>
                </a:cubicBezTo>
                <a:cubicBezTo>
                  <a:pt x="101035" y="82326"/>
                  <a:pt x="101071" y="82326"/>
                  <a:pt x="101108" y="82251"/>
                </a:cubicBezTo>
                <a:cubicBezTo>
                  <a:pt x="101108" y="82251"/>
                  <a:pt x="101108" y="82189"/>
                  <a:pt x="101108" y="82113"/>
                </a:cubicBezTo>
                <a:cubicBezTo>
                  <a:pt x="101145" y="81963"/>
                  <a:pt x="101176" y="81813"/>
                  <a:pt x="101176" y="81587"/>
                </a:cubicBezTo>
                <a:cubicBezTo>
                  <a:pt x="101176" y="81512"/>
                  <a:pt x="101176" y="81512"/>
                  <a:pt x="101176" y="81512"/>
                </a:cubicBezTo>
                <a:cubicBezTo>
                  <a:pt x="101176" y="81512"/>
                  <a:pt x="101145" y="81512"/>
                  <a:pt x="101145" y="81437"/>
                </a:cubicBezTo>
                <a:cubicBezTo>
                  <a:pt x="101108" y="81437"/>
                  <a:pt x="101071" y="81512"/>
                  <a:pt x="101071" y="81512"/>
                </a:cubicBezTo>
                <a:close/>
                <a:moveTo>
                  <a:pt x="100563" y="80396"/>
                </a:moveTo>
                <a:lnTo>
                  <a:pt x="100563" y="80396"/>
                </a:lnTo>
                <a:cubicBezTo>
                  <a:pt x="100600" y="80396"/>
                  <a:pt x="100600" y="80396"/>
                  <a:pt x="100630" y="80396"/>
                </a:cubicBezTo>
                <a:cubicBezTo>
                  <a:pt x="100673" y="80396"/>
                  <a:pt x="100673" y="80246"/>
                  <a:pt x="100673" y="80246"/>
                </a:cubicBezTo>
                <a:cubicBezTo>
                  <a:pt x="100704" y="80246"/>
                  <a:pt x="100741" y="80321"/>
                  <a:pt x="100741" y="80321"/>
                </a:cubicBezTo>
                <a:cubicBezTo>
                  <a:pt x="100814" y="80321"/>
                  <a:pt x="100851" y="80321"/>
                  <a:pt x="100888" y="80321"/>
                </a:cubicBezTo>
                <a:cubicBezTo>
                  <a:pt x="100924" y="80321"/>
                  <a:pt x="100961" y="80321"/>
                  <a:pt x="100961" y="80321"/>
                </a:cubicBezTo>
                <a:cubicBezTo>
                  <a:pt x="101035" y="80321"/>
                  <a:pt x="101071" y="80396"/>
                  <a:pt x="101108" y="80472"/>
                </a:cubicBezTo>
                <a:cubicBezTo>
                  <a:pt x="101176" y="80547"/>
                  <a:pt x="101176" y="80622"/>
                  <a:pt x="101249" y="80697"/>
                </a:cubicBezTo>
                <a:cubicBezTo>
                  <a:pt x="101249" y="80697"/>
                  <a:pt x="101286" y="80697"/>
                  <a:pt x="101323" y="80772"/>
                </a:cubicBezTo>
                <a:cubicBezTo>
                  <a:pt x="101359" y="80772"/>
                  <a:pt x="101323" y="80848"/>
                  <a:pt x="101359" y="80923"/>
                </a:cubicBezTo>
                <a:cubicBezTo>
                  <a:pt x="101396" y="80923"/>
                  <a:pt x="101433" y="80923"/>
                  <a:pt x="101433" y="80923"/>
                </a:cubicBezTo>
                <a:cubicBezTo>
                  <a:pt x="101470" y="80923"/>
                  <a:pt x="101506" y="80923"/>
                  <a:pt x="101543" y="80923"/>
                </a:cubicBezTo>
                <a:lnTo>
                  <a:pt x="101580" y="80998"/>
                </a:lnTo>
                <a:cubicBezTo>
                  <a:pt x="101690" y="80998"/>
                  <a:pt x="101721" y="80923"/>
                  <a:pt x="101831" y="80998"/>
                </a:cubicBezTo>
                <a:cubicBezTo>
                  <a:pt x="101831" y="80998"/>
                  <a:pt x="101868" y="80998"/>
                  <a:pt x="101905" y="81073"/>
                </a:cubicBezTo>
                <a:cubicBezTo>
                  <a:pt x="101941" y="81073"/>
                  <a:pt x="101978" y="81148"/>
                  <a:pt x="102052" y="81211"/>
                </a:cubicBezTo>
                <a:lnTo>
                  <a:pt x="102088" y="81286"/>
                </a:lnTo>
                <a:cubicBezTo>
                  <a:pt x="102125" y="81361"/>
                  <a:pt x="102162" y="81361"/>
                  <a:pt x="102162" y="81437"/>
                </a:cubicBezTo>
                <a:cubicBezTo>
                  <a:pt x="102229" y="81512"/>
                  <a:pt x="102266" y="81587"/>
                  <a:pt x="102303" y="81737"/>
                </a:cubicBezTo>
                <a:cubicBezTo>
                  <a:pt x="102303" y="81813"/>
                  <a:pt x="102303" y="81813"/>
                  <a:pt x="102339" y="81888"/>
                </a:cubicBezTo>
                <a:cubicBezTo>
                  <a:pt x="102376" y="82038"/>
                  <a:pt x="102486" y="82113"/>
                  <a:pt x="102486" y="82326"/>
                </a:cubicBezTo>
                <a:lnTo>
                  <a:pt x="102450" y="82402"/>
                </a:lnTo>
                <a:cubicBezTo>
                  <a:pt x="102450" y="82477"/>
                  <a:pt x="102450" y="82552"/>
                  <a:pt x="102450" y="82627"/>
                </a:cubicBezTo>
                <a:cubicBezTo>
                  <a:pt x="102450" y="82702"/>
                  <a:pt x="102413" y="82853"/>
                  <a:pt x="102339" y="82853"/>
                </a:cubicBezTo>
                <a:cubicBezTo>
                  <a:pt x="102339" y="82853"/>
                  <a:pt x="102303" y="82853"/>
                  <a:pt x="102266" y="82853"/>
                </a:cubicBezTo>
                <a:cubicBezTo>
                  <a:pt x="102266" y="82853"/>
                  <a:pt x="102229" y="82928"/>
                  <a:pt x="102192" y="82928"/>
                </a:cubicBezTo>
                <a:cubicBezTo>
                  <a:pt x="102192" y="82928"/>
                  <a:pt x="102162" y="83003"/>
                  <a:pt x="102125" y="83003"/>
                </a:cubicBezTo>
                <a:cubicBezTo>
                  <a:pt x="102125" y="83078"/>
                  <a:pt x="102088" y="83078"/>
                  <a:pt x="102052" y="83154"/>
                </a:cubicBezTo>
                <a:cubicBezTo>
                  <a:pt x="102052" y="83229"/>
                  <a:pt x="102052" y="83229"/>
                  <a:pt x="102052" y="83304"/>
                </a:cubicBezTo>
                <a:cubicBezTo>
                  <a:pt x="102052" y="83367"/>
                  <a:pt x="102052" y="83367"/>
                  <a:pt x="102052" y="83442"/>
                </a:cubicBezTo>
                <a:cubicBezTo>
                  <a:pt x="102052" y="83592"/>
                  <a:pt x="102125" y="83667"/>
                  <a:pt x="102192" y="83667"/>
                </a:cubicBezTo>
                <a:cubicBezTo>
                  <a:pt x="102266" y="83667"/>
                  <a:pt x="102303" y="83667"/>
                  <a:pt x="102376" y="83592"/>
                </a:cubicBezTo>
                <a:cubicBezTo>
                  <a:pt x="102376" y="83517"/>
                  <a:pt x="102413" y="83517"/>
                  <a:pt x="102450" y="83442"/>
                </a:cubicBezTo>
                <a:lnTo>
                  <a:pt x="102450" y="83367"/>
                </a:lnTo>
                <a:cubicBezTo>
                  <a:pt x="102486" y="83304"/>
                  <a:pt x="102486" y="83229"/>
                  <a:pt x="102523" y="83229"/>
                </a:cubicBezTo>
                <a:cubicBezTo>
                  <a:pt x="102633" y="83229"/>
                  <a:pt x="102664" y="83229"/>
                  <a:pt x="102738" y="83304"/>
                </a:cubicBezTo>
                <a:cubicBezTo>
                  <a:pt x="102774" y="83367"/>
                  <a:pt x="102774" y="83367"/>
                  <a:pt x="102811" y="83442"/>
                </a:cubicBezTo>
                <a:cubicBezTo>
                  <a:pt x="102811" y="83517"/>
                  <a:pt x="102848" y="83517"/>
                  <a:pt x="102885" y="83517"/>
                </a:cubicBezTo>
                <a:cubicBezTo>
                  <a:pt x="102885" y="83592"/>
                  <a:pt x="102921" y="83667"/>
                  <a:pt x="102958" y="83667"/>
                </a:cubicBezTo>
                <a:cubicBezTo>
                  <a:pt x="102958" y="83743"/>
                  <a:pt x="102995" y="83743"/>
                  <a:pt x="102995" y="83743"/>
                </a:cubicBezTo>
                <a:cubicBezTo>
                  <a:pt x="103032" y="83743"/>
                  <a:pt x="103068" y="83818"/>
                  <a:pt x="103068" y="83818"/>
                </a:cubicBezTo>
                <a:cubicBezTo>
                  <a:pt x="103142" y="83818"/>
                  <a:pt x="103179" y="83818"/>
                  <a:pt x="103246" y="83893"/>
                </a:cubicBezTo>
                <a:cubicBezTo>
                  <a:pt x="103283" y="83968"/>
                  <a:pt x="103283" y="83968"/>
                  <a:pt x="103320" y="84043"/>
                </a:cubicBezTo>
                <a:cubicBezTo>
                  <a:pt x="103356" y="84043"/>
                  <a:pt x="103356" y="84043"/>
                  <a:pt x="103393" y="84043"/>
                </a:cubicBezTo>
                <a:cubicBezTo>
                  <a:pt x="103430" y="84043"/>
                  <a:pt x="103467" y="84119"/>
                  <a:pt x="103503" y="84119"/>
                </a:cubicBezTo>
                <a:cubicBezTo>
                  <a:pt x="103577" y="84119"/>
                  <a:pt x="103614" y="84119"/>
                  <a:pt x="103681" y="84119"/>
                </a:cubicBezTo>
                <a:cubicBezTo>
                  <a:pt x="103724" y="84119"/>
                  <a:pt x="103754" y="84119"/>
                  <a:pt x="103828" y="84119"/>
                </a:cubicBezTo>
                <a:cubicBezTo>
                  <a:pt x="103828" y="84119"/>
                  <a:pt x="103865" y="84043"/>
                  <a:pt x="103901" y="84043"/>
                </a:cubicBezTo>
                <a:cubicBezTo>
                  <a:pt x="103901" y="83968"/>
                  <a:pt x="103938" y="83968"/>
                  <a:pt x="103938" y="83968"/>
                </a:cubicBezTo>
                <a:cubicBezTo>
                  <a:pt x="103975" y="83893"/>
                  <a:pt x="103975" y="83818"/>
                  <a:pt x="103975" y="83818"/>
                </a:cubicBezTo>
                <a:cubicBezTo>
                  <a:pt x="103975" y="83667"/>
                  <a:pt x="103975" y="83592"/>
                  <a:pt x="103975" y="83517"/>
                </a:cubicBezTo>
                <a:cubicBezTo>
                  <a:pt x="104012" y="83517"/>
                  <a:pt x="104049" y="83517"/>
                  <a:pt x="104085" y="83517"/>
                </a:cubicBezTo>
                <a:cubicBezTo>
                  <a:pt x="104122" y="83442"/>
                  <a:pt x="104159" y="83442"/>
                  <a:pt x="104226" y="83367"/>
                </a:cubicBezTo>
                <a:cubicBezTo>
                  <a:pt x="104263" y="83367"/>
                  <a:pt x="104263" y="83304"/>
                  <a:pt x="104300" y="83229"/>
                </a:cubicBezTo>
                <a:cubicBezTo>
                  <a:pt x="104336" y="83154"/>
                  <a:pt x="104373" y="83003"/>
                  <a:pt x="104447" y="83003"/>
                </a:cubicBezTo>
                <a:cubicBezTo>
                  <a:pt x="104483" y="83003"/>
                  <a:pt x="104483" y="83003"/>
                  <a:pt x="104483" y="83003"/>
                </a:cubicBezTo>
                <a:cubicBezTo>
                  <a:pt x="104520" y="83003"/>
                  <a:pt x="104520" y="83003"/>
                  <a:pt x="104557" y="83078"/>
                </a:cubicBezTo>
                <a:cubicBezTo>
                  <a:pt x="104557" y="83078"/>
                  <a:pt x="104594" y="83078"/>
                  <a:pt x="104630" y="83078"/>
                </a:cubicBezTo>
                <a:cubicBezTo>
                  <a:pt x="104667" y="83078"/>
                  <a:pt x="104667" y="83154"/>
                  <a:pt x="104704" y="83154"/>
                </a:cubicBezTo>
                <a:cubicBezTo>
                  <a:pt x="104741" y="83229"/>
                  <a:pt x="104771" y="83229"/>
                  <a:pt x="104845" y="83304"/>
                </a:cubicBezTo>
                <a:lnTo>
                  <a:pt x="104882" y="83367"/>
                </a:lnTo>
                <a:cubicBezTo>
                  <a:pt x="104955" y="83442"/>
                  <a:pt x="104955" y="83592"/>
                  <a:pt x="104992" y="83667"/>
                </a:cubicBezTo>
                <a:cubicBezTo>
                  <a:pt x="104992" y="83667"/>
                  <a:pt x="105029" y="83743"/>
                  <a:pt x="105029" y="83818"/>
                </a:cubicBezTo>
                <a:cubicBezTo>
                  <a:pt x="105065" y="83893"/>
                  <a:pt x="105102" y="83893"/>
                  <a:pt x="105176" y="84043"/>
                </a:cubicBezTo>
                <a:cubicBezTo>
                  <a:pt x="105176" y="84043"/>
                  <a:pt x="105212" y="84119"/>
                  <a:pt x="105212" y="84194"/>
                </a:cubicBezTo>
                <a:cubicBezTo>
                  <a:pt x="105243" y="84269"/>
                  <a:pt x="105280" y="84344"/>
                  <a:pt x="105316" y="84407"/>
                </a:cubicBezTo>
                <a:cubicBezTo>
                  <a:pt x="105316" y="84482"/>
                  <a:pt x="105353" y="84557"/>
                  <a:pt x="105353" y="84632"/>
                </a:cubicBezTo>
                <a:cubicBezTo>
                  <a:pt x="105353" y="84708"/>
                  <a:pt x="105390" y="84783"/>
                  <a:pt x="105390" y="84783"/>
                </a:cubicBezTo>
                <a:cubicBezTo>
                  <a:pt x="105464" y="84783"/>
                  <a:pt x="105464" y="84783"/>
                  <a:pt x="105537" y="84783"/>
                </a:cubicBezTo>
                <a:cubicBezTo>
                  <a:pt x="105611" y="84783"/>
                  <a:pt x="105684" y="84783"/>
                  <a:pt x="105788" y="84708"/>
                </a:cubicBezTo>
                <a:cubicBezTo>
                  <a:pt x="105825" y="84708"/>
                  <a:pt x="105862" y="84708"/>
                  <a:pt x="105898" y="84708"/>
                </a:cubicBezTo>
                <a:cubicBezTo>
                  <a:pt x="106009" y="84708"/>
                  <a:pt x="106045" y="84783"/>
                  <a:pt x="106082" y="84933"/>
                </a:cubicBezTo>
                <a:cubicBezTo>
                  <a:pt x="106156" y="85084"/>
                  <a:pt x="106156" y="85084"/>
                  <a:pt x="106229" y="85159"/>
                </a:cubicBezTo>
                <a:cubicBezTo>
                  <a:pt x="106266" y="85159"/>
                  <a:pt x="106297" y="85234"/>
                  <a:pt x="106333" y="85234"/>
                </a:cubicBezTo>
                <a:cubicBezTo>
                  <a:pt x="106370" y="85234"/>
                  <a:pt x="106407" y="85234"/>
                  <a:pt x="106444" y="85234"/>
                </a:cubicBezTo>
                <a:cubicBezTo>
                  <a:pt x="106444" y="84783"/>
                  <a:pt x="106444" y="84783"/>
                  <a:pt x="106444" y="84783"/>
                </a:cubicBezTo>
                <a:cubicBezTo>
                  <a:pt x="106444" y="84632"/>
                  <a:pt x="106407" y="84557"/>
                  <a:pt x="106333" y="84557"/>
                </a:cubicBezTo>
                <a:cubicBezTo>
                  <a:pt x="106333" y="84557"/>
                  <a:pt x="106297" y="84557"/>
                  <a:pt x="106297" y="84482"/>
                </a:cubicBezTo>
                <a:cubicBezTo>
                  <a:pt x="106266" y="84482"/>
                  <a:pt x="106229" y="84482"/>
                  <a:pt x="106229" y="84482"/>
                </a:cubicBezTo>
                <a:cubicBezTo>
                  <a:pt x="106192" y="84482"/>
                  <a:pt x="106192" y="84407"/>
                  <a:pt x="106192" y="84344"/>
                </a:cubicBezTo>
                <a:cubicBezTo>
                  <a:pt x="106156" y="84269"/>
                  <a:pt x="106156" y="84269"/>
                  <a:pt x="106119" y="84194"/>
                </a:cubicBezTo>
                <a:cubicBezTo>
                  <a:pt x="106119" y="84119"/>
                  <a:pt x="106082" y="84119"/>
                  <a:pt x="106045" y="84119"/>
                </a:cubicBezTo>
                <a:cubicBezTo>
                  <a:pt x="106009" y="84119"/>
                  <a:pt x="105972" y="84119"/>
                  <a:pt x="105972" y="84119"/>
                </a:cubicBezTo>
                <a:cubicBezTo>
                  <a:pt x="105935" y="84043"/>
                  <a:pt x="105935" y="84119"/>
                  <a:pt x="105898" y="84119"/>
                </a:cubicBezTo>
                <a:cubicBezTo>
                  <a:pt x="105862" y="84043"/>
                  <a:pt x="105862" y="83968"/>
                  <a:pt x="105825" y="83968"/>
                </a:cubicBezTo>
                <a:cubicBezTo>
                  <a:pt x="105788" y="83968"/>
                  <a:pt x="105788" y="83968"/>
                  <a:pt x="105758" y="83968"/>
                </a:cubicBezTo>
                <a:cubicBezTo>
                  <a:pt x="105721" y="83968"/>
                  <a:pt x="105721" y="83893"/>
                  <a:pt x="105684" y="83893"/>
                </a:cubicBezTo>
                <a:cubicBezTo>
                  <a:pt x="105647" y="83893"/>
                  <a:pt x="105611" y="83893"/>
                  <a:pt x="105537" y="83893"/>
                </a:cubicBezTo>
                <a:cubicBezTo>
                  <a:pt x="105537" y="83003"/>
                  <a:pt x="105537" y="83003"/>
                  <a:pt x="105537" y="83003"/>
                </a:cubicBezTo>
                <a:cubicBezTo>
                  <a:pt x="105427" y="83003"/>
                  <a:pt x="105353" y="83003"/>
                  <a:pt x="105243" y="83003"/>
                </a:cubicBezTo>
                <a:cubicBezTo>
                  <a:pt x="105243" y="82326"/>
                  <a:pt x="105243" y="82326"/>
                  <a:pt x="105243" y="82326"/>
                </a:cubicBezTo>
                <a:cubicBezTo>
                  <a:pt x="105353" y="82326"/>
                  <a:pt x="105390" y="82326"/>
                  <a:pt x="105500" y="82326"/>
                </a:cubicBezTo>
                <a:cubicBezTo>
                  <a:pt x="105500" y="82113"/>
                  <a:pt x="105500" y="82113"/>
                  <a:pt x="105500" y="82113"/>
                </a:cubicBezTo>
                <a:cubicBezTo>
                  <a:pt x="105500" y="82038"/>
                  <a:pt x="105464" y="82038"/>
                  <a:pt x="105427" y="82038"/>
                </a:cubicBezTo>
                <a:cubicBezTo>
                  <a:pt x="105427" y="81963"/>
                  <a:pt x="105427" y="81888"/>
                  <a:pt x="105390" y="81888"/>
                </a:cubicBezTo>
                <a:cubicBezTo>
                  <a:pt x="105353" y="81813"/>
                  <a:pt x="105353" y="81813"/>
                  <a:pt x="105316" y="81737"/>
                </a:cubicBezTo>
                <a:cubicBezTo>
                  <a:pt x="104955" y="81737"/>
                  <a:pt x="104955" y="81737"/>
                  <a:pt x="104955" y="81737"/>
                </a:cubicBezTo>
                <a:cubicBezTo>
                  <a:pt x="104955" y="81737"/>
                  <a:pt x="104955" y="81662"/>
                  <a:pt x="104918" y="81587"/>
                </a:cubicBezTo>
                <a:cubicBezTo>
                  <a:pt x="104882" y="81587"/>
                  <a:pt x="104845" y="81587"/>
                  <a:pt x="104845" y="81512"/>
                </a:cubicBezTo>
                <a:cubicBezTo>
                  <a:pt x="104808" y="81437"/>
                  <a:pt x="104845" y="81286"/>
                  <a:pt x="104808" y="81211"/>
                </a:cubicBezTo>
                <a:cubicBezTo>
                  <a:pt x="104808" y="81211"/>
                  <a:pt x="104808" y="81148"/>
                  <a:pt x="104808" y="81073"/>
                </a:cubicBezTo>
                <a:cubicBezTo>
                  <a:pt x="104771" y="81073"/>
                  <a:pt x="104741" y="81073"/>
                  <a:pt x="104741" y="80998"/>
                </a:cubicBezTo>
                <a:cubicBezTo>
                  <a:pt x="104704" y="80998"/>
                  <a:pt x="104667" y="80923"/>
                  <a:pt x="104667" y="80923"/>
                </a:cubicBezTo>
                <a:cubicBezTo>
                  <a:pt x="104630" y="80848"/>
                  <a:pt x="104630" y="80772"/>
                  <a:pt x="104594" y="80772"/>
                </a:cubicBezTo>
                <a:cubicBezTo>
                  <a:pt x="104557" y="80697"/>
                  <a:pt x="104520" y="80697"/>
                  <a:pt x="104520" y="80622"/>
                </a:cubicBezTo>
                <a:cubicBezTo>
                  <a:pt x="104447" y="80547"/>
                  <a:pt x="104447" y="80396"/>
                  <a:pt x="104373" y="80396"/>
                </a:cubicBezTo>
                <a:cubicBezTo>
                  <a:pt x="104336" y="80321"/>
                  <a:pt x="104336" y="80321"/>
                  <a:pt x="104300" y="80321"/>
                </a:cubicBezTo>
                <a:cubicBezTo>
                  <a:pt x="104263" y="80246"/>
                  <a:pt x="104196" y="80321"/>
                  <a:pt x="104159" y="80321"/>
                </a:cubicBezTo>
                <a:cubicBezTo>
                  <a:pt x="104085" y="80321"/>
                  <a:pt x="104049" y="80246"/>
                  <a:pt x="103975" y="80171"/>
                </a:cubicBezTo>
                <a:cubicBezTo>
                  <a:pt x="103975" y="80108"/>
                  <a:pt x="103975" y="80033"/>
                  <a:pt x="103938" y="80033"/>
                </a:cubicBezTo>
                <a:cubicBezTo>
                  <a:pt x="103938" y="79958"/>
                  <a:pt x="103901" y="80033"/>
                  <a:pt x="103901" y="80033"/>
                </a:cubicBezTo>
                <a:cubicBezTo>
                  <a:pt x="103865" y="79958"/>
                  <a:pt x="103828" y="79958"/>
                  <a:pt x="103791" y="79958"/>
                </a:cubicBezTo>
                <a:cubicBezTo>
                  <a:pt x="103754" y="79958"/>
                  <a:pt x="103724" y="79883"/>
                  <a:pt x="103650" y="79883"/>
                </a:cubicBezTo>
                <a:cubicBezTo>
                  <a:pt x="103614" y="79807"/>
                  <a:pt x="103577" y="79732"/>
                  <a:pt x="103503" y="79657"/>
                </a:cubicBezTo>
                <a:cubicBezTo>
                  <a:pt x="103503" y="79657"/>
                  <a:pt x="103467" y="79657"/>
                  <a:pt x="103467" y="79582"/>
                </a:cubicBezTo>
                <a:cubicBezTo>
                  <a:pt x="103430" y="79582"/>
                  <a:pt x="103393" y="79582"/>
                  <a:pt x="103393" y="79582"/>
                </a:cubicBezTo>
                <a:cubicBezTo>
                  <a:pt x="103283" y="79582"/>
                  <a:pt x="103246" y="79657"/>
                  <a:pt x="103142" y="79582"/>
                </a:cubicBezTo>
                <a:cubicBezTo>
                  <a:pt x="103105" y="79582"/>
                  <a:pt x="103105" y="79582"/>
                  <a:pt x="103068" y="79582"/>
                </a:cubicBezTo>
                <a:cubicBezTo>
                  <a:pt x="102995" y="79582"/>
                  <a:pt x="102921" y="79582"/>
                  <a:pt x="102848" y="79507"/>
                </a:cubicBezTo>
                <a:cubicBezTo>
                  <a:pt x="102811" y="79507"/>
                  <a:pt x="102774" y="79431"/>
                  <a:pt x="102707" y="79356"/>
                </a:cubicBezTo>
                <a:cubicBezTo>
                  <a:pt x="102664" y="79281"/>
                  <a:pt x="102633" y="79206"/>
                  <a:pt x="102560" y="79206"/>
                </a:cubicBezTo>
                <a:cubicBezTo>
                  <a:pt x="102560" y="79143"/>
                  <a:pt x="102523" y="79143"/>
                  <a:pt x="102523" y="79143"/>
                </a:cubicBezTo>
                <a:cubicBezTo>
                  <a:pt x="102486" y="79143"/>
                  <a:pt x="102450" y="79143"/>
                  <a:pt x="102413" y="79068"/>
                </a:cubicBezTo>
                <a:cubicBezTo>
                  <a:pt x="102376" y="79068"/>
                  <a:pt x="102339" y="78918"/>
                  <a:pt x="102303" y="78918"/>
                </a:cubicBezTo>
                <a:cubicBezTo>
                  <a:pt x="102266" y="78918"/>
                  <a:pt x="102229" y="78918"/>
                  <a:pt x="102192" y="78993"/>
                </a:cubicBezTo>
                <a:cubicBezTo>
                  <a:pt x="102162" y="78993"/>
                  <a:pt x="102162" y="79068"/>
                  <a:pt x="102125" y="79143"/>
                </a:cubicBezTo>
                <a:cubicBezTo>
                  <a:pt x="102088" y="79206"/>
                  <a:pt x="102052" y="79281"/>
                  <a:pt x="101978" y="79281"/>
                </a:cubicBezTo>
                <a:cubicBezTo>
                  <a:pt x="101941" y="79281"/>
                  <a:pt x="101905" y="79281"/>
                  <a:pt x="101831" y="79281"/>
                </a:cubicBezTo>
                <a:cubicBezTo>
                  <a:pt x="101794" y="79281"/>
                  <a:pt x="101794" y="79281"/>
                  <a:pt x="101758" y="79356"/>
                </a:cubicBezTo>
                <a:cubicBezTo>
                  <a:pt x="101721" y="79356"/>
                  <a:pt x="101721" y="79431"/>
                  <a:pt x="101690" y="79507"/>
                </a:cubicBezTo>
                <a:cubicBezTo>
                  <a:pt x="101690" y="79582"/>
                  <a:pt x="101721" y="79657"/>
                  <a:pt x="101690" y="79732"/>
                </a:cubicBezTo>
                <a:cubicBezTo>
                  <a:pt x="101690" y="79807"/>
                  <a:pt x="101690" y="79883"/>
                  <a:pt x="101647" y="79883"/>
                </a:cubicBezTo>
                <a:cubicBezTo>
                  <a:pt x="101647" y="79958"/>
                  <a:pt x="101617" y="79958"/>
                  <a:pt x="101580" y="79958"/>
                </a:cubicBezTo>
                <a:cubicBezTo>
                  <a:pt x="101543" y="80033"/>
                  <a:pt x="101506" y="80033"/>
                  <a:pt x="101470" y="80033"/>
                </a:cubicBezTo>
                <a:cubicBezTo>
                  <a:pt x="101396" y="80033"/>
                  <a:pt x="101359" y="79958"/>
                  <a:pt x="101286" y="79958"/>
                </a:cubicBezTo>
                <a:cubicBezTo>
                  <a:pt x="101249" y="79958"/>
                  <a:pt x="101212" y="79958"/>
                  <a:pt x="101145" y="79883"/>
                </a:cubicBezTo>
                <a:cubicBezTo>
                  <a:pt x="101145" y="79883"/>
                  <a:pt x="101145" y="79807"/>
                  <a:pt x="101108" y="79732"/>
                </a:cubicBezTo>
                <a:cubicBezTo>
                  <a:pt x="101108" y="79732"/>
                  <a:pt x="101108" y="79657"/>
                  <a:pt x="101108" y="79582"/>
                </a:cubicBezTo>
                <a:cubicBezTo>
                  <a:pt x="101071" y="79507"/>
                  <a:pt x="101035" y="79507"/>
                  <a:pt x="100961" y="79507"/>
                </a:cubicBezTo>
                <a:cubicBezTo>
                  <a:pt x="100924" y="79507"/>
                  <a:pt x="100924" y="79507"/>
                  <a:pt x="100888" y="79507"/>
                </a:cubicBezTo>
                <a:cubicBezTo>
                  <a:pt x="100851" y="79507"/>
                  <a:pt x="100851" y="79582"/>
                  <a:pt x="100814" y="79582"/>
                </a:cubicBezTo>
                <a:cubicBezTo>
                  <a:pt x="100814" y="79657"/>
                  <a:pt x="100777" y="79657"/>
                  <a:pt x="100741" y="79657"/>
                </a:cubicBezTo>
                <a:cubicBezTo>
                  <a:pt x="100306" y="79657"/>
                  <a:pt x="100306" y="79657"/>
                  <a:pt x="100306" y="79657"/>
                </a:cubicBezTo>
                <a:cubicBezTo>
                  <a:pt x="100306" y="79958"/>
                  <a:pt x="100306" y="79958"/>
                  <a:pt x="100306" y="79958"/>
                </a:cubicBezTo>
                <a:cubicBezTo>
                  <a:pt x="100343" y="79958"/>
                  <a:pt x="100379" y="79958"/>
                  <a:pt x="100379" y="80033"/>
                </a:cubicBezTo>
                <a:cubicBezTo>
                  <a:pt x="100416" y="80033"/>
                  <a:pt x="100453" y="80033"/>
                  <a:pt x="100453" y="80108"/>
                </a:cubicBezTo>
                <a:cubicBezTo>
                  <a:pt x="100490" y="80171"/>
                  <a:pt x="100453" y="80171"/>
                  <a:pt x="100453" y="80246"/>
                </a:cubicBezTo>
                <a:cubicBezTo>
                  <a:pt x="100453" y="80321"/>
                  <a:pt x="100453" y="80472"/>
                  <a:pt x="100453" y="80547"/>
                </a:cubicBezTo>
                <a:cubicBezTo>
                  <a:pt x="100563" y="80547"/>
                  <a:pt x="100563" y="80547"/>
                  <a:pt x="100563" y="80547"/>
                </a:cubicBezTo>
                <a:cubicBezTo>
                  <a:pt x="100563" y="80472"/>
                  <a:pt x="100563" y="80396"/>
                  <a:pt x="100563" y="80396"/>
                </a:cubicBezTo>
                <a:close/>
                <a:moveTo>
                  <a:pt x="97800" y="78842"/>
                </a:moveTo>
                <a:lnTo>
                  <a:pt x="97800" y="78842"/>
                </a:lnTo>
                <a:cubicBezTo>
                  <a:pt x="97764" y="78842"/>
                  <a:pt x="97727" y="78842"/>
                  <a:pt x="97727" y="78842"/>
                </a:cubicBezTo>
                <a:cubicBezTo>
                  <a:pt x="97690" y="78842"/>
                  <a:pt x="97690" y="78993"/>
                  <a:pt x="97690" y="78993"/>
                </a:cubicBezTo>
                <a:cubicBezTo>
                  <a:pt x="97690" y="79068"/>
                  <a:pt x="97727" y="79143"/>
                  <a:pt x="97764" y="79143"/>
                </a:cubicBezTo>
                <a:cubicBezTo>
                  <a:pt x="97800" y="79143"/>
                  <a:pt x="97800" y="79143"/>
                  <a:pt x="97800" y="79143"/>
                </a:cubicBezTo>
                <a:cubicBezTo>
                  <a:pt x="97874" y="79143"/>
                  <a:pt x="97874" y="79143"/>
                  <a:pt x="97874" y="79143"/>
                </a:cubicBezTo>
                <a:cubicBezTo>
                  <a:pt x="97947" y="79143"/>
                  <a:pt x="97984" y="79143"/>
                  <a:pt x="98021" y="79143"/>
                </a:cubicBezTo>
                <a:cubicBezTo>
                  <a:pt x="98094" y="79143"/>
                  <a:pt x="98125" y="79143"/>
                  <a:pt x="98162" y="79143"/>
                </a:cubicBezTo>
                <a:cubicBezTo>
                  <a:pt x="98162" y="79068"/>
                  <a:pt x="98125" y="79143"/>
                  <a:pt x="98125" y="79143"/>
                </a:cubicBezTo>
                <a:cubicBezTo>
                  <a:pt x="98125" y="78993"/>
                  <a:pt x="98125" y="78918"/>
                  <a:pt x="98125" y="78842"/>
                </a:cubicBezTo>
                <a:cubicBezTo>
                  <a:pt x="98094" y="78842"/>
                  <a:pt x="98058" y="78767"/>
                  <a:pt x="98021" y="78767"/>
                </a:cubicBezTo>
                <a:cubicBezTo>
                  <a:pt x="97800" y="78767"/>
                  <a:pt x="97800" y="78767"/>
                  <a:pt x="97800" y="78767"/>
                </a:cubicBezTo>
                <a:lnTo>
                  <a:pt x="97800" y="78842"/>
                </a:lnTo>
                <a:close/>
                <a:moveTo>
                  <a:pt x="101396" y="78316"/>
                </a:moveTo>
                <a:lnTo>
                  <a:pt x="101396" y="78316"/>
                </a:lnTo>
                <a:cubicBezTo>
                  <a:pt x="101396" y="78391"/>
                  <a:pt x="101433" y="78391"/>
                  <a:pt x="101433" y="78466"/>
                </a:cubicBezTo>
                <a:cubicBezTo>
                  <a:pt x="101433" y="78542"/>
                  <a:pt x="101470" y="78617"/>
                  <a:pt x="101470" y="78692"/>
                </a:cubicBezTo>
                <a:cubicBezTo>
                  <a:pt x="101470" y="78842"/>
                  <a:pt x="101433" y="78918"/>
                  <a:pt x="101433" y="79068"/>
                </a:cubicBezTo>
                <a:cubicBezTo>
                  <a:pt x="101794" y="79068"/>
                  <a:pt x="101794" y="79068"/>
                  <a:pt x="101794" y="79068"/>
                </a:cubicBezTo>
                <a:cubicBezTo>
                  <a:pt x="101794" y="78918"/>
                  <a:pt x="101794" y="78918"/>
                  <a:pt x="101794" y="78918"/>
                </a:cubicBezTo>
                <a:cubicBezTo>
                  <a:pt x="101647" y="78918"/>
                  <a:pt x="101647" y="78918"/>
                  <a:pt x="101647" y="78918"/>
                </a:cubicBezTo>
                <a:cubicBezTo>
                  <a:pt x="101647" y="78767"/>
                  <a:pt x="101647" y="78692"/>
                  <a:pt x="101647" y="78617"/>
                </a:cubicBezTo>
                <a:cubicBezTo>
                  <a:pt x="101647" y="78542"/>
                  <a:pt x="101617" y="78542"/>
                  <a:pt x="101617" y="78466"/>
                </a:cubicBezTo>
                <a:cubicBezTo>
                  <a:pt x="101617" y="78391"/>
                  <a:pt x="101647" y="78316"/>
                  <a:pt x="101647" y="78316"/>
                </a:cubicBezTo>
                <a:cubicBezTo>
                  <a:pt x="101543" y="78316"/>
                  <a:pt x="101506" y="78316"/>
                  <a:pt x="101396" y="78316"/>
                </a:cubicBezTo>
                <a:close/>
                <a:moveTo>
                  <a:pt x="99944" y="78391"/>
                </a:moveTo>
                <a:lnTo>
                  <a:pt x="99944" y="78391"/>
                </a:lnTo>
                <a:cubicBezTo>
                  <a:pt x="99908" y="78391"/>
                  <a:pt x="99871" y="78316"/>
                  <a:pt x="99834" y="78391"/>
                </a:cubicBezTo>
                <a:cubicBezTo>
                  <a:pt x="99797" y="78391"/>
                  <a:pt x="99761" y="78466"/>
                  <a:pt x="99687" y="78542"/>
                </a:cubicBezTo>
                <a:cubicBezTo>
                  <a:pt x="99724" y="78617"/>
                  <a:pt x="99724" y="78617"/>
                  <a:pt x="99724" y="78617"/>
                </a:cubicBezTo>
                <a:cubicBezTo>
                  <a:pt x="99761" y="78692"/>
                  <a:pt x="99761" y="78692"/>
                  <a:pt x="99797" y="78692"/>
                </a:cubicBezTo>
                <a:cubicBezTo>
                  <a:pt x="99834" y="78692"/>
                  <a:pt x="99834" y="78767"/>
                  <a:pt x="99871" y="78767"/>
                </a:cubicBezTo>
                <a:cubicBezTo>
                  <a:pt x="99908" y="78767"/>
                  <a:pt x="99908" y="78842"/>
                  <a:pt x="99944" y="78842"/>
                </a:cubicBezTo>
                <a:cubicBezTo>
                  <a:pt x="99944" y="78842"/>
                  <a:pt x="99981" y="78842"/>
                  <a:pt x="100018" y="78842"/>
                </a:cubicBezTo>
                <a:cubicBezTo>
                  <a:pt x="100055" y="78842"/>
                  <a:pt x="100055" y="78767"/>
                  <a:pt x="100091" y="78842"/>
                </a:cubicBezTo>
                <a:cubicBezTo>
                  <a:pt x="100128" y="78842"/>
                  <a:pt x="100128" y="78918"/>
                  <a:pt x="100159" y="78918"/>
                </a:cubicBezTo>
                <a:cubicBezTo>
                  <a:pt x="100196" y="78993"/>
                  <a:pt x="100159" y="79068"/>
                  <a:pt x="100196" y="79068"/>
                </a:cubicBezTo>
                <a:cubicBezTo>
                  <a:pt x="100196" y="79143"/>
                  <a:pt x="100196" y="79206"/>
                  <a:pt x="100232" y="79281"/>
                </a:cubicBezTo>
                <a:cubicBezTo>
                  <a:pt x="100269" y="79281"/>
                  <a:pt x="100269" y="79281"/>
                  <a:pt x="100306" y="79281"/>
                </a:cubicBezTo>
                <a:cubicBezTo>
                  <a:pt x="100379" y="79281"/>
                  <a:pt x="100379" y="79281"/>
                  <a:pt x="100379" y="79281"/>
                </a:cubicBezTo>
                <a:cubicBezTo>
                  <a:pt x="100416" y="79281"/>
                  <a:pt x="100453" y="79206"/>
                  <a:pt x="100490" y="79206"/>
                </a:cubicBezTo>
                <a:cubicBezTo>
                  <a:pt x="100490" y="79206"/>
                  <a:pt x="100490" y="79143"/>
                  <a:pt x="100526" y="79143"/>
                </a:cubicBezTo>
                <a:cubicBezTo>
                  <a:pt x="100526" y="79143"/>
                  <a:pt x="100563" y="79206"/>
                  <a:pt x="100600" y="79206"/>
                </a:cubicBezTo>
                <a:cubicBezTo>
                  <a:pt x="100600" y="79206"/>
                  <a:pt x="100630" y="79206"/>
                  <a:pt x="100673" y="79206"/>
                </a:cubicBezTo>
                <a:cubicBezTo>
                  <a:pt x="100704" y="79206"/>
                  <a:pt x="100704" y="79206"/>
                  <a:pt x="100777" y="79206"/>
                </a:cubicBezTo>
                <a:cubicBezTo>
                  <a:pt x="100814" y="79206"/>
                  <a:pt x="100851" y="79206"/>
                  <a:pt x="100888" y="79206"/>
                </a:cubicBezTo>
                <a:cubicBezTo>
                  <a:pt x="100924" y="79206"/>
                  <a:pt x="100924" y="79143"/>
                  <a:pt x="100961" y="79143"/>
                </a:cubicBezTo>
                <a:cubicBezTo>
                  <a:pt x="100924" y="79068"/>
                  <a:pt x="100961" y="78993"/>
                  <a:pt x="100924" y="78993"/>
                </a:cubicBezTo>
                <a:cubicBezTo>
                  <a:pt x="100924" y="78918"/>
                  <a:pt x="100888" y="78993"/>
                  <a:pt x="100851" y="78918"/>
                </a:cubicBezTo>
                <a:cubicBezTo>
                  <a:pt x="100814" y="78767"/>
                  <a:pt x="100851" y="78617"/>
                  <a:pt x="100851" y="78466"/>
                </a:cubicBezTo>
                <a:cubicBezTo>
                  <a:pt x="100851" y="78391"/>
                  <a:pt x="100888" y="78316"/>
                  <a:pt x="100851" y="78316"/>
                </a:cubicBezTo>
                <a:cubicBezTo>
                  <a:pt x="100851" y="78241"/>
                  <a:pt x="100851" y="78166"/>
                  <a:pt x="100814" y="78166"/>
                </a:cubicBezTo>
                <a:cubicBezTo>
                  <a:pt x="100777" y="78090"/>
                  <a:pt x="100777" y="78090"/>
                  <a:pt x="100741" y="78090"/>
                </a:cubicBezTo>
                <a:cubicBezTo>
                  <a:pt x="100673" y="78090"/>
                  <a:pt x="100630" y="78028"/>
                  <a:pt x="100600" y="78028"/>
                </a:cubicBezTo>
                <a:cubicBezTo>
                  <a:pt x="100526" y="78028"/>
                  <a:pt x="100490" y="78090"/>
                  <a:pt x="100416" y="78090"/>
                </a:cubicBezTo>
                <a:cubicBezTo>
                  <a:pt x="100379" y="78166"/>
                  <a:pt x="100379" y="78166"/>
                  <a:pt x="100343" y="78241"/>
                </a:cubicBezTo>
                <a:cubicBezTo>
                  <a:pt x="100306" y="78241"/>
                  <a:pt x="100269" y="78241"/>
                  <a:pt x="100196" y="78241"/>
                </a:cubicBezTo>
                <a:cubicBezTo>
                  <a:pt x="100159" y="78241"/>
                  <a:pt x="100128" y="78241"/>
                  <a:pt x="100091" y="78241"/>
                </a:cubicBezTo>
                <a:cubicBezTo>
                  <a:pt x="100055" y="78241"/>
                  <a:pt x="100018" y="78316"/>
                  <a:pt x="99981" y="78316"/>
                </a:cubicBezTo>
                <a:cubicBezTo>
                  <a:pt x="99944" y="78391"/>
                  <a:pt x="99944" y="78391"/>
                  <a:pt x="99908" y="78466"/>
                </a:cubicBezTo>
                <a:cubicBezTo>
                  <a:pt x="99908" y="78466"/>
                  <a:pt x="99908" y="78542"/>
                  <a:pt x="99871" y="78542"/>
                </a:cubicBezTo>
                <a:lnTo>
                  <a:pt x="99944" y="78391"/>
                </a:lnTo>
                <a:close/>
                <a:moveTo>
                  <a:pt x="99834" y="78090"/>
                </a:moveTo>
                <a:lnTo>
                  <a:pt x="99834" y="78090"/>
                </a:lnTo>
                <a:cubicBezTo>
                  <a:pt x="99908" y="78028"/>
                  <a:pt x="99944" y="77953"/>
                  <a:pt x="99944" y="77727"/>
                </a:cubicBezTo>
                <a:cubicBezTo>
                  <a:pt x="99944" y="77652"/>
                  <a:pt x="99908" y="77577"/>
                  <a:pt x="99871" y="77577"/>
                </a:cubicBezTo>
                <a:cubicBezTo>
                  <a:pt x="99871" y="77577"/>
                  <a:pt x="99834" y="77501"/>
                  <a:pt x="99797" y="77501"/>
                </a:cubicBezTo>
                <a:cubicBezTo>
                  <a:pt x="99724" y="77501"/>
                  <a:pt x="99724" y="77501"/>
                  <a:pt x="99724" y="77501"/>
                </a:cubicBezTo>
                <a:lnTo>
                  <a:pt x="99687" y="77501"/>
                </a:lnTo>
                <a:cubicBezTo>
                  <a:pt x="99656" y="77501"/>
                  <a:pt x="99656" y="77577"/>
                  <a:pt x="99656" y="77652"/>
                </a:cubicBezTo>
                <a:cubicBezTo>
                  <a:pt x="99614" y="77727"/>
                  <a:pt x="99614" y="77802"/>
                  <a:pt x="99583" y="77953"/>
                </a:cubicBezTo>
                <a:cubicBezTo>
                  <a:pt x="99614" y="78028"/>
                  <a:pt x="99687" y="78090"/>
                  <a:pt x="99724" y="78090"/>
                </a:cubicBezTo>
                <a:cubicBezTo>
                  <a:pt x="99761" y="78090"/>
                  <a:pt x="99834" y="78090"/>
                  <a:pt x="99834" y="78090"/>
                </a:cubicBezTo>
                <a:close/>
                <a:moveTo>
                  <a:pt x="99509" y="78993"/>
                </a:moveTo>
                <a:lnTo>
                  <a:pt x="99509" y="78993"/>
                </a:lnTo>
                <a:cubicBezTo>
                  <a:pt x="99509" y="79143"/>
                  <a:pt x="99509" y="79143"/>
                  <a:pt x="99509" y="79143"/>
                </a:cubicBezTo>
                <a:cubicBezTo>
                  <a:pt x="99509" y="79206"/>
                  <a:pt x="99509" y="79281"/>
                  <a:pt x="99509" y="79356"/>
                </a:cubicBezTo>
                <a:cubicBezTo>
                  <a:pt x="99614" y="79356"/>
                  <a:pt x="99656" y="79356"/>
                  <a:pt x="99724" y="79356"/>
                </a:cubicBezTo>
                <a:cubicBezTo>
                  <a:pt x="99724" y="78918"/>
                  <a:pt x="99724" y="78918"/>
                  <a:pt x="99724" y="78918"/>
                </a:cubicBezTo>
                <a:cubicBezTo>
                  <a:pt x="99546" y="78918"/>
                  <a:pt x="99546" y="78918"/>
                  <a:pt x="99546" y="78918"/>
                </a:cubicBezTo>
                <a:cubicBezTo>
                  <a:pt x="99546" y="79143"/>
                  <a:pt x="99546" y="79143"/>
                  <a:pt x="99546" y="79143"/>
                </a:cubicBezTo>
                <a:lnTo>
                  <a:pt x="99509" y="78993"/>
                </a:lnTo>
                <a:close/>
                <a:moveTo>
                  <a:pt x="98854" y="79807"/>
                </a:moveTo>
                <a:lnTo>
                  <a:pt x="98854" y="79807"/>
                </a:lnTo>
                <a:cubicBezTo>
                  <a:pt x="98854" y="79883"/>
                  <a:pt x="98854" y="79958"/>
                  <a:pt x="98854" y="79958"/>
                </a:cubicBezTo>
                <a:cubicBezTo>
                  <a:pt x="98854" y="80033"/>
                  <a:pt x="98891" y="80033"/>
                  <a:pt x="98891" y="80108"/>
                </a:cubicBezTo>
                <a:cubicBezTo>
                  <a:pt x="99111" y="80108"/>
                  <a:pt x="99111" y="80108"/>
                  <a:pt x="99111" y="80108"/>
                </a:cubicBezTo>
                <a:cubicBezTo>
                  <a:pt x="99142" y="80108"/>
                  <a:pt x="99179" y="80108"/>
                  <a:pt x="99252" y="80108"/>
                </a:cubicBezTo>
                <a:lnTo>
                  <a:pt x="99289" y="80108"/>
                </a:lnTo>
                <a:cubicBezTo>
                  <a:pt x="99362" y="80108"/>
                  <a:pt x="99362" y="80108"/>
                  <a:pt x="99362" y="80108"/>
                </a:cubicBezTo>
                <a:cubicBezTo>
                  <a:pt x="99399" y="80108"/>
                  <a:pt x="99436" y="80171"/>
                  <a:pt x="99436" y="80171"/>
                </a:cubicBezTo>
                <a:cubicBezTo>
                  <a:pt x="99473" y="80171"/>
                  <a:pt x="99509" y="80171"/>
                  <a:pt x="99509" y="80171"/>
                </a:cubicBezTo>
                <a:cubicBezTo>
                  <a:pt x="99546" y="80171"/>
                  <a:pt x="99583" y="80171"/>
                  <a:pt x="99583" y="80246"/>
                </a:cubicBezTo>
                <a:cubicBezTo>
                  <a:pt x="99614" y="80246"/>
                  <a:pt x="99614" y="80321"/>
                  <a:pt x="99656" y="80321"/>
                </a:cubicBezTo>
                <a:cubicBezTo>
                  <a:pt x="99724" y="80321"/>
                  <a:pt x="99761" y="80321"/>
                  <a:pt x="99797" y="80321"/>
                </a:cubicBezTo>
                <a:cubicBezTo>
                  <a:pt x="99797" y="80171"/>
                  <a:pt x="99797" y="80108"/>
                  <a:pt x="99797" y="79883"/>
                </a:cubicBezTo>
                <a:cubicBezTo>
                  <a:pt x="99724" y="79883"/>
                  <a:pt x="99687" y="79883"/>
                  <a:pt x="99614" y="79883"/>
                </a:cubicBezTo>
                <a:cubicBezTo>
                  <a:pt x="99583" y="79883"/>
                  <a:pt x="99546" y="79807"/>
                  <a:pt x="99473" y="79807"/>
                </a:cubicBezTo>
                <a:cubicBezTo>
                  <a:pt x="99473" y="79807"/>
                  <a:pt x="99436" y="79807"/>
                  <a:pt x="99399" y="79807"/>
                </a:cubicBezTo>
                <a:cubicBezTo>
                  <a:pt x="99326" y="79807"/>
                  <a:pt x="99326" y="79807"/>
                  <a:pt x="99326" y="79807"/>
                </a:cubicBezTo>
                <a:cubicBezTo>
                  <a:pt x="99289" y="79807"/>
                  <a:pt x="99252" y="79732"/>
                  <a:pt x="99215" y="79732"/>
                </a:cubicBezTo>
                <a:cubicBezTo>
                  <a:pt x="99142" y="79732"/>
                  <a:pt x="99111" y="79657"/>
                  <a:pt x="99038" y="79657"/>
                </a:cubicBezTo>
                <a:cubicBezTo>
                  <a:pt x="99001" y="79657"/>
                  <a:pt x="98964" y="79657"/>
                  <a:pt x="98928" y="79657"/>
                </a:cubicBezTo>
                <a:cubicBezTo>
                  <a:pt x="98891" y="79732"/>
                  <a:pt x="98928" y="79807"/>
                  <a:pt x="98891" y="79807"/>
                </a:cubicBezTo>
                <a:cubicBezTo>
                  <a:pt x="98891" y="79883"/>
                  <a:pt x="98891" y="79958"/>
                  <a:pt x="98854" y="79958"/>
                </a:cubicBezTo>
                <a:lnTo>
                  <a:pt x="98854" y="79807"/>
                </a:lnTo>
                <a:close/>
                <a:moveTo>
                  <a:pt x="98597" y="79958"/>
                </a:moveTo>
                <a:lnTo>
                  <a:pt x="98597" y="79958"/>
                </a:lnTo>
                <a:cubicBezTo>
                  <a:pt x="98529" y="79883"/>
                  <a:pt x="98493" y="79883"/>
                  <a:pt x="98456" y="79883"/>
                </a:cubicBezTo>
                <a:cubicBezTo>
                  <a:pt x="98419" y="79883"/>
                  <a:pt x="98346" y="79807"/>
                  <a:pt x="98309" y="79807"/>
                </a:cubicBezTo>
                <a:cubicBezTo>
                  <a:pt x="98309" y="80108"/>
                  <a:pt x="98309" y="80108"/>
                  <a:pt x="98309" y="80108"/>
                </a:cubicBezTo>
                <a:cubicBezTo>
                  <a:pt x="98309" y="80108"/>
                  <a:pt x="98309" y="80171"/>
                  <a:pt x="98346" y="80246"/>
                </a:cubicBezTo>
                <a:cubicBezTo>
                  <a:pt x="98419" y="80321"/>
                  <a:pt x="98419" y="80321"/>
                  <a:pt x="98419" y="80321"/>
                </a:cubicBezTo>
                <a:cubicBezTo>
                  <a:pt x="98456" y="80321"/>
                  <a:pt x="98456" y="80321"/>
                  <a:pt x="98493" y="80321"/>
                </a:cubicBezTo>
                <a:cubicBezTo>
                  <a:pt x="98633" y="80321"/>
                  <a:pt x="98633" y="80321"/>
                  <a:pt x="98633" y="80321"/>
                </a:cubicBezTo>
                <a:cubicBezTo>
                  <a:pt x="98633" y="80108"/>
                  <a:pt x="98633" y="80108"/>
                  <a:pt x="98633" y="80108"/>
                </a:cubicBezTo>
                <a:cubicBezTo>
                  <a:pt x="98597" y="80033"/>
                  <a:pt x="98597" y="79958"/>
                  <a:pt x="98597" y="79958"/>
                </a:cubicBezTo>
                <a:close/>
                <a:moveTo>
                  <a:pt x="99038" y="76010"/>
                </a:moveTo>
                <a:lnTo>
                  <a:pt x="99038" y="76010"/>
                </a:lnTo>
                <a:cubicBezTo>
                  <a:pt x="99001" y="76160"/>
                  <a:pt x="98964" y="76236"/>
                  <a:pt x="98891" y="76311"/>
                </a:cubicBezTo>
                <a:cubicBezTo>
                  <a:pt x="98891" y="76386"/>
                  <a:pt x="98854" y="76461"/>
                  <a:pt x="98817" y="76461"/>
                </a:cubicBezTo>
                <a:cubicBezTo>
                  <a:pt x="98817" y="76461"/>
                  <a:pt x="98781" y="76536"/>
                  <a:pt x="98744" y="76612"/>
                </a:cubicBezTo>
                <a:cubicBezTo>
                  <a:pt x="98744" y="76612"/>
                  <a:pt x="98707" y="76536"/>
                  <a:pt x="98707" y="76612"/>
                </a:cubicBezTo>
                <a:cubicBezTo>
                  <a:pt x="98670" y="76612"/>
                  <a:pt x="98670" y="76687"/>
                  <a:pt x="98670" y="76687"/>
                </a:cubicBezTo>
                <a:cubicBezTo>
                  <a:pt x="98670" y="76762"/>
                  <a:pt x="98670" y="76762"/>
                  <a:pt x="98670" y="76762"/>
                </a:cubicBezTo>
                <a:cubicBezTo>
                  <a:pt x="98670" y="76912"/>
                  <a:pt x="98707" y="76975"/>
                  <a:pt x="98707" y="77125"/>
                </a:cubicBezTo>
                <a:cubicBezTo>
                  <a:pt x="98707" y="77201"/>
                  <a:pt x="98707" y="77201"/>
                  <a:pt x="98707" y="77276"/>
                </a:cubicBezTo>
                <a:cubicBezTo>
                  <a:pt x="98707" y="77426"/>
                  <a:pt x="98707" y="77501"/>
                  <a:pt x="98707" y="77577"/>
                </a:cubicBezTo>
                <a:cubicBezTo>
                  <a:pt x="98670" y="77652"/>
                  <a:pt x="98633" y="77652"/>
                  <a:pt x="98633" y="77727"/>
                </a:cubicBezTo>
                <a:cubicBezTo>
                  <a:pt x="98633" y="77802"/>
                  <a:pt x="98597" y="77877"/>
                  <a:pt x="98597" y="78028"/>
                </a:cubicBezTo>
                <a:cubicBezTo>
                  <a:pt x="98597" y="78090"/>
                  <a:pt x="98597" y="78090"/>
                  <a:pt x="98597" y="78166"/>
                </a:cubicBezTo>
                <a:cubicBezTo>
                  <a:pt x="98597" y="78241"/>
                  <a:pt x="98597" y="78316"/>
                  <a:pt x="98597" y="78466"/>
                </a:cubicBezTo>
                <a:cubicBezTo>
                  <a:pt x="98633" y="78466"/>
                  <a:pt x="98633" y="78391"/>
                  <a:pt x="98670" y="78466"/>
                </a:cubicBezTo>
                <a:cubicBezTo>
                  <a:pt x="98707" y="78466"/>
                  <a:pt x="98707" y="78542"/>
                  <a:pt x="98744" y="78542"/>
                </a:cubicBezTo>
                <a:cubicBezTo>
                  <a:pt x="98781" y="78542"/>
                  <a:pt x="98817" y="78466"/>
                  <a:pt x="98891" y="78466"/>
                </a:cubicBezTo>
                <a:cubicBezTo>
                  <a:pt x="98891" y="78316"/>
                  <a:pt x="98891" y="78241"/>
                  <a:pt x="98891" y="78090"/>
                </a:cubicBezTo>
                <a:cubicBezTo>
                  <a:pt x="98891" y="77953"/>
                  <a:pt x="98891" y="77877"/>
                  <a:pt x="98891" y="77652"/>
                </a:cubicBezTo>
                <a:cubicBezTo>
                  <a:pt x="98891" y="77652"/>
                  <a:pt x="98891" y="77652"/>
                  <a:pt x="98928" y="77652"/>
                </a:cubicBezTo>
                <a:cubicBezTo>
                  <a:pt x="99001" y="77652"/>
                  <a:pt x="99075" y="77652"/>
                  <a:pt x="99179" y="77652"/>
                </a:cubicBezTo>
                <a:cubicBezTo>
                  <a:pt x="99179" y="77652"/>
                  <a:pt x="99215" y="77652"/>
                  <a:pt x="99252" y="77652"/>
                </a:cubicBezTo>
                <a:cubicBezTo>
                  <a:pt x="99252" y="77577"/>
                  <a:pt x="99252" y="77577"/>
                  <a:pt x="99252" y="77426"/>
                </a:cubicBezTo>
                <a:cubicBezTo>
                  <a:pt x="99252" y="77351"/>
                  <a:pt x="99215" y="77276"/>
                  <a:pt x="99215" y="77201"/>
                </a:cubicBezTo>
                <a:cubicBezTo>
                  <a:pt x="99179" y="77201"/>
                  <a:pt x="99142" y="77201"/>
                  <a:pt x="99142" y="77125"/>
                </a:cubicBezTo>
                <a:cubicBezTo>
                  <a:pt x="99142" y="77063"/>
                  <a:pt x="99142" y="77063"/>
                  <a:pt x="99142" y="76975"/>
                </a:cubicBezTo>
                <a:cubicBezTo>
                  <a:pt x="99142" y="76912"/>
                  <a:pt x="99142" y="76912"/>
                  <a:pt x="99142" y="76837"/>
                </a:cubicBezTo>
                <a:cubicBezTo>
                  <a:pt x="99111" y="76837"/>
                  <a:pt x="99111" y="76762"/>
                  <a:pt x="99075" y="76762"/>
                </a:cubicBezTo>
                <a:cubicBezTo>
                  <a:pt x="99038" y="76762"/>
                  <a:pt x="99001" y="76837"/>
                  <a:pt x="98928" y="76837"/>
                </a:cubicBezTo>
                <a:cubicBezTo>
                  <a:pt x="98928" y="76612"/>
                  <a:pt x="98928" y="76612"/>
                  <a:pt x="98928" y="76612"/>
                </a:cubicBezTo>
                <a:cubicBezTo>
                  <a:pt x="98928" y="76536"/>
                  <a:pt x="98964" y="76536"/>
                  <a:pt x="98964" y="76461"/>
                </a:cubicBezTo>
                <a:cubicBezTo>
                  <a:pt x="98964" y="76386"/>
                  <a:pt x="99001" y="76386"/>
                  <a:pt x="99038" y="76386"/>
                </a:cubicBezTo>
                <a:cubicBezTo>
                  <a:pt x="99038" y="76311"/>
                  <a:pt x="99038" y="76236"/>
                  <a:pt x="99038" y="76236"/>
                </a:cubicBezTo>
                <a:cubicBezTo>
                  <a:pt x="99038" y="76160"/>
                  <a:pt x="99038" y="76085"/>
                  <a:pt x="99038" y="76010"/>
                </a:cubicBezTo>
                <a:close/>
                <a:moveTo>
                  <a:pt x="95730" y="79883"/>
                </a:moveTo>
                <a:lnTo>
                  <a:pt x="95730" y="79883"/>
                </a:lnTo>
                <a:cubicBezTo>
                  <a:pt x="95730" y="79958"/>
                  <a:pt x="95767" y="80033"/>
                  <a:pt x="95803" y="80108"/>
                </a:cubicBezTo>
                <a:cubicBezTo>
                  <a:pt x="95840" y="80108"/>
                  <a:pt x="95840" y="80171"/>
                  <a:pt x="95877" y="80171"/>
                </a:cubicBezTo>
                <a:cubicBezTo>
                  <a:pt x="95914" y="80171"/>
                  <a:pt x="95914" y="80171"/>
                  <a:pt x="95950" y="80246"/>
                </a:cubicBezTo>
                <a:cubicBezTo>
                  <a:pt x="95987" y="80246"/>
                  <a:pt x="96024" y="80246"/>
                  <a:pt x="96091" y="80246"/>
                </a:cubicBezTo>
                <a:cubicBezTo>
                  <a:pt x="96091" y="80321"/>
                  <a:pt x="96091" y="80321"/>
                  <a:pt x="96091" y="80396"/>
                </a:cubicBezTo>
                <a:cubicBezTo>
                  <a:pt x="96091" y="80547"/>
                  <a:pt x="96055" y="80547"/>
                  <a:pt x="96055" y="80697"/>
                </a:cubicBezTo>
                <a:cubicBezTo>
                  <a:pt x="96055" y="80772"/>
                  <a:pt x="96024" y="80772"/>
                  <a:pt x="96024" y="80848"/>
                </a:cubicBezTo>
                <a:cubicBezTo>
                  <a:pt x="96024" y="80923"/>
                  <a:pt x="96024" y="80923"/>
                  <a:pt x="96024" y="80998"/>
                </a:cubicBezTo>
                <a:cubicBezTo>
                  <a:pt x="96024" y="81073"/>
                  <a:pt x="96024" y="81073"/>
                  <a:pt x="96024" y="81148"/>
                </a:cubicBezTo>
                <a:cubicBezTo>
                  <a:pt x="96024" y="81211"/>
                  <a:pt x="96055" y="81211"/>
                  <a:pt x="96055" y="81286"/>
                </a:cubicBezTo>
                <a:cubicBezTo>
                  <a:pt x="96091" y="81361"/>
                  <a:pt x="96091" y="81437"/>
                  <a:pt x="96091" y="81437"/>
                </a:cubicBezTo>
                <a:cubicBezTo>
                  <a:pt x="96091" y="81512"/>
                  <a:pt x="96128" y="81587"/>
                  <a:pt x="96128" y="81587"/>
                </a:cubicBezTo>
                <a:cubicBezTo>
                  <a:pt x="96165" y="81587"/>
                  <a:pt x="96165" y="81587"/>
                  <a:pt x="96202" y="81512"/>
                </a:cubicBezTo>
                <a:cubicBezTo>
                  <a:pt x="96202" y="81437"/>
                  <a:pt x="96238" y="81437"/>
                  <a:pt x="96275" y="81437"/>
                </a:cubicBezTo>
                <a:cubicBezTo>
                  <a:pt x="96275" y="81286"/>
                  <a:pt x="96275" y="81211"/>
                  <a:pt x="96275" y="81073"/>
                </a:cubicBezTo>
                <a:cubicBezTo>
                  <a:pt x="96275" y="80998"/>
                  <a:pt x="96275" y="80923"/>
                  <a:pt x="96275" y="80772"/>
                </a:cubicBezTo>
                <a:cubicBezTo>
                  <a:pt x="96275" y="80697"/>
                  <a:pt x="96312" y="80697"/>
                  <a:pt x="96312" y="80622"/>
                </a:cubicBezTo>
                <a:cubicBezTo>
                  <a:pt x="96312" y="79657"/>
                  <a:pt x="96312" y="79657"/>
                  <a:pt x="96312" y="79657"/>
                </a:cubicBezTo>
                <a:cubicBezTo>
                  <a:pt x="96532" y="79657"/>
                  <a:pt x="96532" y="79657"/>
                  <a:pt x="96532" y="79657"/>
                </a:cubicBezTo>
                <a:cubicBezTo>
                  <a:pt x="96532" y="80033"/>
                  <a:pt x="96532" y="80033"/>
                  <a:pt x="96532" y="80033"/>
                </a:cubicBezTo>
                <a:cubicBezTo>
                  <a:pt x="96496" y="80171"/>
                  <a:pt x="96496" y="80171"/>
                  <a:pt x="96496" y="80171"/>
                </a:cubicBezTo>
                <a:cubicBezTo>
                  <a:pt x="96496" y="80321"/>
                  <a:pt x="96496" y="80321"/>
                  <a:pt x="96496" y="80321"/>
                </a:cubicBezTo>
                <a:cubicBezTo>
                  <a:pt x="96532" y="80321"/>
                  <a:pt x="96563" y="80321"/>
                  <a:pt x="96563" y="80321"/>
                </a:cubicBezTo>
                <a:cubicBezTo>
                  <a:pt x="96600" y="80321"/>
                  <a:pt x="96637" y="80321"/>
                  <a:pt x="96637" y="80321"/>
                </a:cubicBezTo>
                <a:cubicBezTo>
                  <a:pt x="96673" y="80321"/>
                  <a:pt x="96673" y="80396"/>
                  <a:pt x="96710" y="80396"/>
                </a:cubicBezTo>
                <a:cubicBezTo>
                  <a:pt x="96747" y="80396"/>
                  <a:pt x="96784" y="80396"/>
                  <a:pt x="96784" y="80472"/>
                </a:cubicBezTo>
                <a:cubicBezTo>
                  <a:pt x="96820" y="80472"/>
                  <a:pt x="96820" y="80472"/>
                  <a:pt x="96857" y="80472"/>
                </a:cubicBezTo>
                <a:cubicBezTo>
                  <a:pt x="96857" y="80697"/>
                  <a:pt x="96857" y="80697"/>
                  <a:pt x="96857" y="80697"/>
                </a:cubicBezTo>
                <a:cubicBezTo>
                  <a:pt x="96857" y="80772"/>
                  <a:pt x="96820" y="80848"/>
                  <a:pt x="96820" y="80848"/>
                </a:cubicBezTo>
                <a:cubicBezTo>
                  <a:pt x="96820" y="80923"/>
                  <a:pt x="96820" y="80998"/>
                  <a:pt x="96820" y="80998"/>
                </a:cubicBezTo>
                <a:cubicBezTo>
                  <a:pt x="96820" y="81148"/>
                  <a:pt x="96820" y="81148"/>
                  <a:pt x="96820" y="81148"/>
                </a:cubicBezTo>
                <a:cubicBezTo>
                  <a:pt x="96820" y="81211"/>
                  <a:pt x="96784" y="81286"/>
                  <a:pt x="96820" y="81361"/>
                </a:cubicBezTo>
                <a:cubicBezTo>
                  <a:pt x="96820" y="81361"/>
                  <a:pt x="96857" y="81437"/>
                  <a:pt x="96894" y="81437"/>
                </a:cubicBezTo>
                <a:cubicBezTo>
                  <a:pt x="96894" y="81512"/>
                  <a:pt x="96931" y="81512"/>
                  <a:pt x="96967" y="81512"/>
                </a:cubicBezTo>
                <a:cubicBezTo>
                  <a:pt x="97182" y="81512"/>
                  <a:pt x="97182" y="81512"/>
                  <a:pt x="97182" y="81512"/>
                </a:cubicBezTo>
                <a:cubicBezTo>
                  <a:pt x="97182" y="81437"/>
                  <a:pt x="97218" y="81437"/>
                  <a:pt x="97218" y="81361"/>
                </a:cubicBezTo>
                <a:cubicBezTo>
                  <a:pt x="97218" y="81148"/>
                  <a:pt x="97218" y="81148"/>
                  <a:pt x="97218" y="81148"/>
                </a:cubicBezTo>
                <a:cubicBezTo>
                  <a:pt x="97218" y="80998"/>
                  <a:pt x="97218" y="80923"/>
                  <a:pt x="97182" y="80772"/>
                </a:cubicBezTo>
                <a:cubicBezTo>
                  <a:pt x="97182" y="80772"/>
                  <a:pt x="97145" y="80772"/>
                  <a:pt x="97108" y="80697"/>
                </a:cubicBezTo>
                <a:cubicBezTo>
                  <a:pt x="97108" y="80697"/>
                  <a:pt x="97071" y="80622"/>
                  <a:pt x="97041" y="80547"/>
                </a:cubicBezTo>
                <a:cubicBezTo>
                  <a:pt x="97041" y="80547"/>
                  <a:pt x="97004" y="80547"/>
                  <a:pt x="96967" y="80472"/>
                </a:cubicBezTo>
                <a:cubicBezTo>
                  <a:pt x="96967" y="80396"/>
                  <a:pt x="96931" y="80321"/>
                  <a:pt x="96931" y="80246"/>
                </a:cubicBezTo>
                <a:cubicBezTo>
                  <a:pt x="96931" y="80171"/>
                  <a:pt x="96967" y="80108"/>
                  <a:pt x="96967" y="80033"/>
                </a:cubicBezTo>
                <a:cubicBezTo>
                  <a:pt x="96967" y="79883"/>
                  <a:pt x="96967" y="79883"/>
                  <a:pt x="96967" y="79883"/>
                </a:cubicBezTo>
                <a:cubicBezTo>
                  <a:pt x="96967" y="79883"/>
                  <a:pt x="97004" y="79807"/>
                  <a:pt x="96967" y="79732"/>
                </a:cubicBezTo>
                <a:cubicBezTo>
                  <a:pt x="96967" y="79732"/>
                  <a:pt x="96931" y="79732"/>
                  <a:pt x="96894" y="79657"/>
                </a:cubicBezTo>
                <a:cubicBezTo>
                  <a:pt x="96894" y="79582"/>
                  <a:pt x="96894" y="79582"/>
                  <a:pt x="96857" y="79507"/>
                </a:cubicBezTo>
                <a:cubicBezTo>
                  <a:pt x="96820" y="79431"/>
                  <a:pt x="96820" y="79431"/>
                  <a:pt x="96784" y="79431"/>
                </a:cubicBezTo>
                <a:cubicBezTo>
                  <a:pt x="96747" y="79356"/>
                  <a:pt x="96710" y="79431"/>
                  <a:pt x="96710" y="79356"/>
                </a:cubicBezTo>
                <a:cubicBezTo>
                  <a:pt x="96673" y="79356"/>
                  <a:pt x="96710" y="79281"/>
                  <a:pt x="96673" y="79206"/>
                </a:cubicBezTo>
                <a:cubicBezTo>
                  <a:pt x="96710" y="78993"/>
                  <a:pt x="96710" y="78993"/>
                  <a:pt x="96710" y="78993"/>
                </a:cubicBezTo>
                <a:cubicBezTo>
                  <a:pt x="96784" y="78993"/>
                  <a:pt x="96857" y="78993"/>
                  <a:pt x="96931" y="78993"/>
                </a:cubicBezTo>
                <a:cubicBezTo>
                  <a:pt x="96967" y="78993"/>
                  <a:pt x="96967" y="78918"/>
                  <a:pt x="97004" y="78842"/>
                </a:cubicBezTo>
                <a:cubicBezTo>
                  <a:pt x="97004" y="78842"/>
                  <a:pt x="97041" y="78842"/>
                  <a:pt x="97071" y="78842"/>
                </a:cubicBezTo>
                <a:cubicBezTo>
                  <a:pt x="97145" y="78767"/>
                  <a:pt x="97182" y="78842"/>
                  <a:pt x="97292" y="78842"/>
                </a:cubicBezTo>
                <a:lnTo>
                  <a:pt x="97329" y="78842"/>
                </a:lnTo>
                <a:cubicBezTo>
                  <a:pt x="97366" y="78842"/>
                  <a:pt x="97402" y="78767"/>
                  <a:pt x="97402" y="78617"/>
                </a:cubicBezTo>
                <a:lnTo>
                  <a:pt x="97366" y="78542"/>
                </a:lnTo>
                <a:cubicBezTo>
                  <a:pt x="97366" y="78466"/>
                  <a:pt x="97329" y="78391"/>
                  <a:pt x="97329" y="78391"/>
                </a:cubicBezTo>
                <a:cubicBezTo>
                  <a:pt x="97292" y="78316"/>
                  <a:pt x="97255" y="78316"/>
                  <a:pt x="97255" y="78316"/>
                </a:cubicBezTo>
                <a:cubicBezTo>
                  <a:pt x="97218" y="78241"/>
                  <a:pt x="97182" y="78241"/>
                  <a:pt x="97182" y="78166"/>
                </a:cubicBezTo>
                <a:cubicBezTo>
                  <a:pt x="97145" y="78166"/>
                  <a:pt x="97145" y="78090"/>
                  <a:pt x="97108" y="78090"/>
                </a:cubicBezTo>
                <a:cubicBezTo>
                  <a:pt x="97041" y="78090"/>
                  <a:pt x="97041" y="78090"/>
                  <a:pt x="97041" y="78090"/>
                </a:cubicBezTo>
                <a:cubicBezTo>
                  <a:pt x="97004" y="78090"/>
                  <a:pt x="97004" y="78090"/>
                  <a:pt x="96967" y="78090"/>
                </a:cubicBezTo>
                <a:cubicBezTo>
                  <a:pt x="96931" y="78090"/>
                  <a:pt x="96931" y="78090"/>
                  <a:pt x="96894" y="78166"/>
                </a:cubicBezTo>
                <a:cubicBezTo>
                  <a:pt x="96857" y="78166"/>
                  <a:pt x="96857" y="78241"/>
                  <a:pt x="96857" y="78316"/>
                </a:cubicBezTo>
                <a:cubicBezTo>
                  <a:pt x="96784" y="78391"/>
                  <a:pt x="96710" y="78542"/>
                  <a:pt x="96637" y="78542"/>
                </a:cubicBezTo>
                <a:cubicBezTo>
                  <a:pt x="96563" y="78617"/>
                  <a:pt x="96532" y="78542"/>
                  <a:pt x="96496" y="78542"/>
                </a:cubicBezTo>
                <a:cubicBezTo>
                  <a:pt x="96459" y="78542"/>
                  <a:pt x="96459" y="78542"/>
                  <a:pt x="96422" y="78542"/>
                </a:cubicBezTo>
                <a:cubicBezTo>
                  <a:pt x="96385" y="78466"/>
                  <a:pt x="96349" y="78466"/>
                  <a:pt x="96275" y="78391"/>
                </a:cubicBezTo>
                <a:lnTo>
                  <a:pt x="96238" y="78316"/>
                </a:lnTo>
                <a:cubicBezTo>
                  <a:pt x="96165" y="78316"/>
                  <a:pt x="96165" y="78316"/>
                  <a:pt x="96165" y="78316"/>
                </a:cubicBezTo>
                <a:cubicBezTo>
                  <a:pt x="96128" y="78316"/>
                  <a:pt x="96091" y="78391"/>
                  <a:pt x="96091" y="78466"/>
                </a:cubicBezTo>
                <a:cubicBezTo>
                  <a:pt x="96055" y="78542"/>
                  <a:pt x="96024" y="78617"/>
                  <a:pt x="95987" y="78767"/>
                </a:cubicBezTo>
                <a:cubicBezTo>
                  <a:pt x="95987" y="78842"/>
                  <a:pt x="96024" y="78918"/>
                  <a:pt x="95987" y="78993"/>
                </a:cubicBezTo>
                <a:cubicBezTo>
                  <a:pt x="95987" y="79068"/>
                  <a:pt x="95950" y="79068"/>
                  <a:pt x="95950" y="79143"/>
                </a:cubicBezTo>
                <a:cubicBezTo>
                  <a:pt x="95950" y="79143"/>
                  <a:pt x="95987" y="79206"/>
                  <a:pt x="95950" y="79281"/>
                </a:cubicBezTo>
                <a:cubicBezTo>
                  <a:pt x="95950" y="79281"/>
                  <a:pt x="95987" y="79356"/>
                  <a:pt x="95950" y="79431"/>
                </a:cubicBezTo>
                <a:lnTo>
                  <a:pt x="95914" y="79507"/>
                </a:lnTo>
                <a:cubicBezTo>
                  <a:pt x="95877" y="79507"/>
                  <a:pt x="95840" y="79507"/>
                  <a:pt x="95840" y="79507"/>
                </a:cubicBezTo>
                <a:cubicBezTo>
                  <a:pt x="95803" y="79507"/>
                  <a:pt x="95803" y="79582"/>
                  <a:pt x="95767" y="79657"/>
                </a:cubicBezTo>
                <a:cubicBezTo>
                  <a:pt x="95767" y="79732"/>
                  <a:pt x="95730" y="79807"/>
                  <a:pt x="95730" y="79883"/>
                </a:cubicBezTo>
                <a:close/>
                <a:moveTo>
                  <a:pt x="97764" y="76837"/>
                </a:moveTo>
                <a:lnTo>
                  <a:pt x="97764" y="76837"/>
                </a:lnTo>
                <a:cubicBezTo>
                  <a:pt x="97727" y="76837"/>
                  <a:pt x="97764" y="76912"/>
                  <a:pt x="97764" y="76975"/>
                </a:cubicBezTo>
                <a:cubicBezTo>
                  <a:pt x="96563" y="76975"/>
                  <a:pt x="96563" y="76975"/>
                  <a:pt x="96563" y="76975"/>
                </a:cubicBezTo>
                <a:cubicBezTo>
                  <a:pt x="96496" y="76975"/>
                  <a:pt x="96496" y="77125"/>
                  <a:pt x="96422" y="77201"/>
                </a:cubicBezTo>
                <a:cubicBezTo>
                  <a:pt x="96385" y="77276"/>
                  <a:pt x="96349" y="77276"/>
                  <a:pt x="96312" y="77276"/>
                </a:cubicBezTo>
                <a:cubicBezTo>
                  <a:pt x="96202" y="77276"/>
                  <a:pt x="96165" y="77276"/>
                  <a:pt x="96091" y="77351"/>
                </a:cubicBezTo>
                <a:cubicBezTo>
                  <a:pt x="96055" y="77351"/>
                  <a:pt x="96055" y="77426"/>
                  <a:pt x="96024" y="77501"/>
                </a:cubicBezTo>
                <a:cubicBezTo>
                  <a:pt x="96024" y="77577"/>
                  <a:pt x="95987" y="77652"/>
                  <a:pt x="95987" y="77727"/>
                </a:cubicBezTo>
                <a:cubicBezTo>
                  <a:pt x="95987" y="77802"/>
                  <a:pt x="96024" y="77877"/>
                  <a:pt x="96024" y="77953"/>
                </a:cubicBezTo>
                <a:cubicBezTo>
                  <a:pt x="96091" y="77877"/>
                  <a:pt x="96165" y="77802"/>
                  <a:pt x="96238" y="77727"/>
                </a:cubicBezTo>
                <a:cubicBezTo>
                  <a:pt x="96238" y="77727"/>
                  <a:pt x="96275" y="77727"/>
                  <a:pt x="96312" y="77652"/>
                </a:cubicBezTo>
                <a:cubicBezTo>
                  <a:pt x="96312" y="77652"/>
                  <a:pt x="96312" y="77577"/>
                  <a:pt x="96349" y="77577"/>
                </a:cubicBezTo>
                <a:cubicBezTo>
                  <a:pt x="96385" y="77501"/>
                  <a:pt x="96385" y="77501"/>
                  <a:pt x="96422" y="77501"/>
                </a:cubicBezTo>
                <a:cubicBezTo>
                  <a:pt x="96459" y="77426"/>
                  <a:pt x="96459" y="77426"/>
                  <a:pt x="96496" y="77426"/>
                </a:cubicBezTo>
                <a:cubicBezTo>
                  <a:pt x="96532" y="77351"/>
                  <a:pt x="96532" y="77426"/>
                  <a:pt x="96563" y="77426"/>
                </a:cubicBezTo>
                <a:cubicBezTo>
                  <a:pt x="96600" y="77351"/>
                  <a:pt x="96600" y="77276"/>
                  <a:pt x="96637" y="77276"/>
                </a:cubicBezTo>
                <a:cubicBezTo>
                  <a:pt x="96784" y="77351"/>
                  <a:pt x="96784" y="77351"/>
                  <a:pt x="96784" y="77351"/>
                </a:cubicBezTo>
                <a:cubicBezTo>
                  <a:pt x="97218" y="77351"/>
                  <a:pt x="97218" y="77351"/>
                  <a:pt x="97218" y="77351"/>
                </a:cubicBezTo>
                <a:cubicBezTo>
                  <a:pt x="97218" y="77351"/>
                  <a:pt x="97255" y="77351"/>
                  <a:pt x="97292" y="77351"/>
                </a:cubicBezTo>
                <a:lnTo>
                  <a:pt x="97329" y="77426"/>
                </a:lnTo>
                <a:cubicBezTo>
                  <a:pt x="97402" y="77501"/>
                  <a:pt x="97402" y="77577"/>
                  <a:pt x="97439" y="77577"/>
                </a:cubicBezTo>
                <a:cubicBezTo>
                  <a:pt x="97476" y="77577"/>
                  <a:pt x="97513" y="77577"/>
                  <a:pt x="97549" y="77577"/>
                </a:cubicBezTo>
                <a:cubicBezTo>
                  <a:pt x="97580" y="77501"/>
                  <a:pt x="97617" y="77501"/>
                  <a:pt x="97617" y="77501"/>
                </a:cubicBezTo>
                <a:cubicBezTo>
                  <a:pt x="97653" y="77426"/>
                  <a:pt x="97653" y="77351"/>
                  <a:pt x="97690" y="77351"/>
                </a:cubicBezTo>
                <a:cubicBezTo>
                  <a:pt x="97690" y="77276"/>
                  <a:pt x="97727" y="77351"/>
                  <a:pt x="97764" y="77351"/>
                </a:cubicBezTo>
                <a:cubicBezTo>
                  <a:pt x="97800" y="77276"/>
                  <a:pt x="97800" y="77276"/>
                  <a:pt x="97800" y="77276"/>
                </a:cubicBezTo>
                <a:cubicBezTo>
                  <a:pt x="97837" y="77201"/>
                  <a:pt x="97837" y="77125"/>
                  <a:pt x="97874" y="77125"/>
                </a:cubicBezTo>
                <a:cubicBezTo>
                  <a:pt x="97911" y="76975"/>
                  <a:pt x="97947" y="76912"/>
                  <a:pt x="97947" y="76762"/>
                </a:cubicBezTo>
                <a:cubicBezTo>
                  <a:pt x="97874" y="76762"/>
                  <a:pt x="97837" y="76762"/>
                  <a:pt x="97764" y="76837"/>
                </a:cubicBezTo>
                <a:close/>
                <a:moveTo>
                  <a:pt x="97402" y="84482"/>
                </a:moveTo>
                <a:lnTo>
                  <a:pt x="97402" y="84482"/>
                </a:lnTo>
                <a:cubicBezTo>
                  <a:pt x="97402" y="84557"/>
                  <a:pt x="97366" y="84632"/>
                  <a:pt x="97366" y="84632"/>
                </a:cubicBezTo>
                <a:cubicBezTo>
                  <a:pt x="97366" y="84783"/>
                  <a:pt x="97439" y="84783"/>
                  <a:pt x="97513" y="84858"/>
                </a:cubicBezTo>
                <a:cubicBezTo>
                  <a:pt x="97513" y="84858"/>
                  <a:pt x="97549" y="84858"/>
                  <a:pt x="97580" y="84858"/>
                </a:cubicBezTo>
                <a:cubicBezTo>
                  <a:pt x="97617" y="84858"/>
                  <a:pt x="97617" y="84933"/>
                  <a:pt x="97653" y="84933"/>
                </a:cubicBezTo>
                <a:cubicBezTo>
                  <a:pt x="97690" y="84933"/>
                  <a:pt x="97727" y="84783"/>
                  <a:pt x="97764" y="84632"/>
                </a:cubicBezTo>
                <a:cubicBezTo>
                  <a:pt x="97800" y="84557"/>
                  <a:pt x="97837" y="84482"/>
                  <a:pt x="97874" y="84407"/>
                </a:cubicBezTo>
                <a:cubicBezTo>
                  <a:pt x="97911" y="84344"/>
                  <a:pt x="97947" y="84269"/>
                  <a:pt x="97984" y="84269"/>
                </a:cubicBezTo>
                <a:cubicBezTo>
                  <a:pt x="97984" y="84194"/>
                  <a:pt x="98021" y="84194"/>
                  <a:pt x="98058" y="84194"/>
                </a:cubicBezTo>
                <a:cubicBezTo>
                  <a:pt x="98094" y="84194"/>
                  <a:pt x="98125" y="84194"/>
                  <a:pt x="98199" y="84194"/>
                </a:cubicBezTo>
                <a:cubicBezTo>
                  <a:pt x="98235" y="84119"/>
                  <a:pt x="98272" y="83968"/>
                  <a:pt x="98309" y="83893"/>
                </a:cubicBezTo>
                <a:cubicBezTo>
                  <a:pt x="98382" y="83893"/>
                  <a:pt x="98419" y="83818"/>
                  <a:pt x="98456" y="83818"/>
                </a:cubicBezTo>
                <a:cubicBezTo>
                  <a:pt x="98529" y="83818"/>
                  <a:pt x="98566" y="83818"/>
                  <a:pt x="98597" y="83818"/>
                </a:cubicBezTo>
                <a:cubicBezTo>
                  <a:pt x="98633" y="83818"/>
                  <a:pt x="98633" y="83818"/>
                  <a:pt x="98670" y="83818"/>
                </a:cubicBezTo>
                <a:cubicBezTo>
                  <a:pt x="98707" y="83818"/>
                  <a:pt x="98707" y="83743"/>
                  <a:pt x="98707" y="83667"/>
                </a:cubicBezTo>
                <a:cubicBezTo>
                  <a:pt x="98670" y="83667"/>
                  <a:pt x="98670" y="83667"/>
                  <a:pt x="98633" y="83592"/>
                </a:cubicBezTo>
                <a:cubicBezTo>
                  <a:pt x="98597" y="83592"/>
                  <a:pt x="98597" y="83517"/>
                  <a:pt x="98566" y="83442"/>
                </a:cubicBezTo>
                <a:cubicBezTo>
                  <a:pt x="98529" y="83442"/>
                  <a:pt x="98493" y="83442"/>
                  <a:pt x="98419" y="83442"/>
                </a:cubicBezTo>
                <a:cubicBezTo>
                  <a:pt x="98419" y="83442"/>
                  <a:pt x="98382" y="83442"/>
                  <a:pt x="98346" y="83442"/>
                </a:cubicBezTo>
                <a:lnTo>
                  <a:pt x="98309" y="83442"/>
                </a:lnTo>
                <a:cubicBezTo>
                  <a:pt x="98272" y="83517"/>
                  <a:pt x="98272" y="83592"/>
                  <a:pt x="98235" y="83592"/>
                </a:cubicBezTo>
                <a:cubicBezTo>
                  <a:pt x="98199" y="83667"/>
                  <a:pt x="98162" y="83667"/>
                  <a:pt x="98162" y="83667"/>
                </a:cubicBezTo>
                <a:cubicBezTo>
                  <a:pt x="98125" y="83667"/>
                  <a:pt x="98094" y="83667"/>
                  <a:pt x="98094" y="83667"/>
                </a:cubicBezTo>
                <a:cubicBezTo>
                  <a:pt x="98058" y="83743"/>
                  <a:pt x="98058" y="83818"/>
                  <a:pt x="98021" y="83818"/>
                </a:cubicBezTo>
                <a:cubicBezTo>
                  <a:pt x="97984" y="83818"/>
                  <a:pt x="97947" y="83818"/>
                  <a:pt x="97911" y="83818"/>
                </a:cubicBezTo>
                <a:cubicBezTo>
                  <a:pt x="97911" y="83818"/>
                  <a:pt x="97874" y="83818"/>
                  <a:pt x="97837" y="83893"/>
                </a:cubicBezTo>
                <a:cubicBezTo>
                  <a:pt x="97837" y="83893"/>
                  <a:pt x="97874" y="83968"/>
                  <a:pt x="97837" y="84043"/>
                </a:cubicBezTo>
                <a:cubicBezTo>
                  <a:pt x="97800" y="84043"/>
                  <a:pt x="97727" y="84043"/>
                  <a:pt x="97690" y="84043"/>
                </a:cubicBezTo>
                <a:cubicBezTo>
                  <a:pt x="97653" y="84043"/>
                  <a:pt x="97653" y="84043"/>
                  <a:pt x="97617" y="84043"/>
                </a:cubicBezTo>
                <a:cubicBezTo>
                  <a:pt x="97580" y="84043"/>
                  <a:pt x="97580" y="84194"/>
                  <a:pt x="97549" y="84194"/>
                </a:cubicBezTo>
                <a:cubicBezTo>
                  <a:pt x="97549" y="84269"/>
                  <a:pt x="97513" y="84269"/>
                  <a:pt x="97476" y="84344"/>
                </a:cubicBezTo>
                <a:cubicBezTo>
                  <a:pt x="97476" y="84344"/>
                  <a:pt x="97402" y="84407"/>
                  <a:pt x="97402" y="84482"/>
                </a:cubicBezTo>
                <a:cubicBezTo>
                  <a:pt x="97402" y="84557"/>
                  <a:pt x="97402" y="84557"/>
                  <a:pt x="97402" y="84557"/>
                </a:cubicBezTo>
                <a:cubicBezTo>
                  <a:pt x="97402" y="84632"/>
                  <a:pt x="97439" y="84632"/>
                  <a:pt x="97439" y="84708"/>
                </a:cubicBezTo>
                <a:lnTo>
                  <a:pt x="97402" y="84482"/>
                </a:lnTo>
                <a:close/>
                <a:moveTo>
                  <a:pt x="97255" y="85159"/>
                </a:moveTo>
                <a:lnTo>
                  <a:pt x="97255" y="85159"/>
                </a:lnTo>
                <a:cubicBezTo>
                  <a:pt x="97218" y="85159"/>
                  <a:pt x="97182" y="85234"/>
                  <a:pt x="97108" y="85309"/>
                </a:cubicBezTo>
                <a:cubicBezTo>
                  <a:pt x="97145" y="85384"/>
                  <a:pt x="97145" y="85384"/>
                  <a:pt x="97145" y="85447"/>
                </a:cubicBezTo>
                <a:cubicBezTo>
                  <a:pt x="97366" y="85447"/>
                  <a:pt x="97366" y="85447"/>
                  <a:pt x="97366" y="85447"/>
                </a:cubicBezTo>
                <a:cubicBezTo>
                  <a:pt x="97366" y="85234"/>
                  <a:pt x="97366" y="85234"/>
                  <a:pt x="97366" y="85234"/>
                </a:cubicBezTo>
                <a:cubicBezTo>
                  <a:pt x="97329" y="85084"/>
                  <a:pt x="97329" y="85084"/>
                  <a:pt x="97329" y="85084"/>
                </a:cubicBezTo>
                <a:cubicBezTo>
                  <a:pt x="97292" y="85084"/>
                  <a:pt x="97292" y="85084"/>
                  <a:pt x="97255" y="85159"/>
                </a:cubicBezTo>
                <a:close/>
                <a:moveTo>
                  <a:pt x="96165" y="83667"/>
                </a:moveTo>
                <a:lnTo>
                  <a:pt x="96165" y="83667"/>
                </a:lnTo>
                <a:cubicBezTo>
                  <a:pt x="96202" y="83743"/>
                  <a:pt x="96238" y="83818"/>
                  <a:pt x="96312" y="83893"/>
                </a:cubicBezTo>
                <a:cubicBezTo>
                  <a:pt x="96459" y="83893"/>
                  <a:pt x="96532" y="83893"/>
                  <a:pt x="96673" y="83893"/>
                </a:cubicBezTo>
                <a:cubicBezTo>
                  <a:pt x="96747" y="83893"/>
                  <a:pt x="96747" y="83893"/>
                  <a:pt x="96747" y="83893"/>
                </a:cubicBezTo>
                <a:cubicBezTo>
                  <a:pt x="96857" y="83893"/>
                  <a:pt x="96931" y="83893"/>
                  <a:pt x="97041" y="83893"/>
                </a:cubicBezTo>
                <a:cubicBezTo>
                  <a:pt x="97071" y="83893"/>
                  <a:pt x="97108" y="83818"/>
                  <a:pt x="97108" y="83818"/>
                </a:cubicBezTo>
                <a:cubicBezTo>
                  <a:pt x="97145" y="83818"/>
                  <a:pt x="97182" y="83818"/>
                  <a:pt x="97182" y="83818"/>
                </a:cubicBezTo>
                <a:cubicBezTo>
                  <a:pt x="97218" y="83818"/>
                  <a:pt x="97218" y="83818"/>
                  <a:pt x="97255" y="83818"/>
                </a:cubicBezTo>
                <a:cubicBezTo>
                  <a:pt x="97292" y="83818"/>
                  <a:pt x="97292" y="83743"/>
                  <a:pt x="97329" y="83743"/>
                </a:cubicBezTo>
                <a:cubicBezTo>
                  <a:pt x="97366" y="83667"/>
                  <a:pt x="97366" y="83592"/>
                  <a:pt x="97402" y="83592"/>
                </a:cubicBezTo>
                <a:cubicBezTo>
                  <a:pt x="97439" y="83592"/>
                  <a:pt x="97439" y="83592"/>
                  <a:pt x="97476" y="83592"/>
                </a:cubicBezTo>
                <a:cubicBezTo>
                  <a:pt x="97513" y="83592"/>
                  <a:pt x="97549" y="83592"/>
                  <a:pt x="97617" y="83592"/>
                </a:cubicBezTo>
                <a:cubicBezTo>
                  <a:pt x="97653" y="83592"/>
                  <a:pt x="97653" y="83592"/>
                  <a:pt x="97690" y="83592"/>
                </a:cubicBezTo>
                <a:cubicBezTo>
                  <a:pt x="97727" y="83592"/>
                  <a:pt x="97727" y="83517"/>
                  <a:pt x="97764" y="83442"/>
                </a:cubicBezTo>
                <a:cubicBezTo>
                  <a:pt x="97727" y="83367"/>
                  <a:pt x="97727" y="83367"/>
                  <a:pt x="97727" y="83367"/>
                </a:cubicBezTo>
                <a:cubicBezTo>
                  <a:pt x="97690" y="83367"/>
                  <a:pt x="97690" y="83304"/>
                  <a:pt x="97653" y="83367"/>
                </a:cubicBezTo>
                <a:cubicBezTo>
                  <a:pt x="97617" y="83367"/>
                  <a:pt x="97617" y="83442"/>
                  <a:pt x="97580" y="83442"/>
                </a:cubicBezTo>
                <a:cubicBezTo>
                  <a:pt x="97513" y="83442"/>
                  <a:pt x="97439" y="83442"/>
                  <a:pt x="97366" y="83442"/>
                </a:cubicBezTo>
                <a:cubicBezTo>
                  <a:pt x="97329" y="83442"/>
                  <a:pt x="97255" y="83517"/>
                  <a:pt x="97218" y="83517"/>
                </a:cubicBezTo>
                <a:cubicBezTo>
                  <a:pt x="97145" y="83517"/>
                  <a:pt x="97145" y="83517"/>
                  <a:pt x="97145" y="83517"/>
                </a:cubicBezTo>
                <a:cubicBezTo>
                  <a:pt x="97108" y="83517"/>
                  <a:pt x="97108" y="83517"/>
                  <a:pt x="97071" y="83517"/>
                </a:cubicBezTo>
                <a:cubicBezTo>
                  <a:pt x="97071" y="83517"/>
                  <a:pt x="97041" y="83517"/>
                  <a:pt x="97004" y="83517"/>
                </a:cubicBezTo>
                <a:cubicBezTo>
                  <a:pt x="96967" y="83592"/>
                  <a:pt x="96967" y="83592"/>
                  <a:pt x="96894" y="83592"/>
                </a:cubicBezTo>
                <a:cubicBezTo>
                  <a:pt x="96857" y="83592"/>
                  <a:pt x="96857" y="83592"/>
                  <a:pt x="96820" y="83592"/>
                </a:cubicBezTo>
                <a:cubicBezTo>
                  <a:pt x="96784" y="83592"/>
                  <a:pt x="96747" y="83442"/>
                  <a:pt x="96710" y="83442"/>
                </a:cubicBezTo>
                <a:cubicBezTo>
                  <a:pt x="96673" y="83442"/>
                  <a:pt x="96637" y="83442"/>
                  <a:pt x="96563" y="83367"/>
                </a:cubicBezTo>
                <a:cubicBezTo>
                  <a:pt x="96532" y="83367"/>
                  <a:pt x="96532" y="83367"/>
                  <a:pt x="96459" y="83367"/>
                </a:cubicBezTo>
                <a:cubicBezTo>
                  <a:pt x="96422" y="83367"/>
                  <a:pt x="96422" y="83367"/>
                  <a:pt x="96385" y="83367"/>
                </a:cubicBezTo>
                <a:cubicBezTo>
                  <a:pt x="96349" y="83442"/>
                  <a:pt x="96312" y="83442"/>
                  <a:pt x="96275" y="83442"/>
                </a:cubicBezTo>
                <a:cubicBezTo>
                  <a:pt x="96238" y="83517"/>
                  <a:pt x="96238" y="83592"/>
                  <a:pt x="96202" y="83592"/>
                </a:cubicBezTo>
                <a:cubicBezTo>
                  <a:pt x="96091" y="83592"/>
                  <a:pt x="96091" y="83592"/>
                  <a:pt x="96091" y="83592"/>
                </a:cubicBezTo>
                <a:lnTo>
                  <a:pt x="96165" y="83667"/>
                </a:lnTo>
                <a:close/>
                <a:moveTo>
                  <a:pt x="96024" y="84119"/>
                </a:moveTo>
                <a:lnTo>
                  <a:pt x="96024" y="84119"/>
                </a:lnTo>
                <a:cubicBezTo>
                  <a:pt x="95987" y="84194"/>
                  <a:pt x="95950" y="84194"/>
                  <a:pt x="95914" y="84269"/>
                </a:cubicBezTo>
                <a:cubicBezTo>
                  <a:pt x="95914" y="84344"/>
                  <a:pt x="95914" y="84344"/>
                  <a:pt x="95950" y="84407"/>
                </a:cubicBezTo>
                <a:cubicBezTo>
                  <a:pt x="95950" y="84482"/>
                  <a:pt x="95987" y="84482"/>
                  <a:pt x="95987" y="84482"/>
                </a:cubicBezTo>
                <a:cubicBezTo>
                  <a:pt x="96024" y="84557"/>
                  <a:pt x="96024" y="84632"/>
                  <a:pt x="96024" y="84632"/>
                </a:cubicBezTo>
                <a:cubicBezTo>
                  <a:pt x="96055" y="84708"/>
                  <a:pt x="96055" y="84783"/>
                  <a:pt x="96091" y="84783"/>
                </a:cubicBezTo>
                <a:cubicBezTo>
                  <a:pt x="96128" y="84858"/>
                  <a:pt x="96128" y="84858"/>
                  <a:pt x="96165" y="84858"/>
                </a:cubicBezTo>
                <a:cubicBezTo>
                  <a:pt x="96238" y="84858"/>
                  <a:pt x="96275" y="84858"/>
                  <a:pt x="96312" y="84858"/>
                </a:cubicBezTo>
                <a:cubicBezTo>
                  <a:pt x="96422" y="84858"/>
                  <a:pt x="96459" y="84858"/>
                  <a:pt x="96532" y="84783"/>
                </a:cubicBezTo>
                <a:cubicBezTo>
                  <a:pt x="96532" y="84632"/>
                  <a:pt x="96532" y="84632"/>
                  <a:pt x="96532" y="84632"/>
                </a:cubicBezTo>
                <a:cubicBezTo>
                  <a:pt x="96496" y="84632"/>
                  <a:pt x="96496" y="84632"/>
                  <a:pt x="96459" y="84632"/>
                </a:cubicBezTo>
                <a:cubicBezTo>
                  <a:pt x="96422" y="84632"/>
                  <a:pt x="96385" y="84557"/>
                  <a:pt x="96385" y="84557"/>
                </a:cubicBezTo>
                <a:cubicBezTo>
                  <a:pt x="96349" y="84482"/>
                  <a:pt x="96385" y="84407"/>
                  <a:pt x="96349" y="84407"/>
                </a:cubicBezTo>
                <a:cubicBezTo>
                  <a:pt x="96349" y="84407"/>
                  <a:pt x="96312" y="84407"/>
                  <a:pt x="96275" y="84344"/>
                </a:cubicBezTo>
                <a:cubicBezTo>
                  <a:pt x="96275" y="84344"/>
                  <a:pt x="96238" y="84344"/>
                  <a:pt x="96202" y="84344"/>
                </a:cubicBezTo>
                <a:cubicBezTo>
                  <a:pt x="96165" y="84344"/>
                  <a:pt x="96165" y="84269"/>
                  <a:pt x="96165" y="84194"/>
                </a:cubicBezTo>
                <a:cubicBezTo>
                  <a:pt x="96128" y="84194"/>
                  <a:pt x="96055" y="84119"/>
                  <a:pt x="96024" y="84119"/>
                </a:cubicBezTo>
                <a:close/>
                <a:moveTo>
                  <a:pt x="95148" y="83517"/>
                </a:moveTo>
                <a:lnTo>
                  <a:pt x="95148" y="83517"/>
                </a:lnTo>
                <a:cubicBezTo>
                  <a:pt x="95111" y="83517"/>
                  <a:pt x="95038" y="83592"/>
                  <a:pt x="95038" y="83667"/>
                </a:cubicBezTo>
                <a:cubicBezTo>
                  <a:pt x="95038" y="83743"/>
                  <a:pt x="95075" y="83743"/>
                  <a:pt x="95111" y="83818"/>
                </a:cubicBezTo>
                <a:cubicBezTo>
                  <a:pt x="95148" y="83968"/>
                  <a:pt x="95222" y="83893"/>
                  <a:pt x="95332" y="83893"/>
                </a:cubicBezTo>
                <a:cubicBezTo>
                  <a:pt x="95369" y="83893"/>
                  <a:pt x="95405" y="83893"/>
                  <a:pt x="95442" y="83893"/>
                </a:cubicBezTo>
                <a:cubicBezTo>
                  <a:pt x="95479" y="83818"/>
                  <a:pt x="95509" y="83818"/>
                  <a:pt x="95509" y="83818"/>
                </a:cubicBezTo>
                <a:cubicBezTo>
                  <a:pt x="95546" y="83743"/>
                  <a:pt x="95546" y="83667"/>
                  <a:pt x="95583" y="83667"/>
                </a:cubicBezTo>
                <a:cubicBezTo>
                  <a:pt x="95620" y="83592"/>
                  <a:pt x="95693" y="83667"/>
                  <a:pt x="95730" y="83667"/>
                </a:cubicBezTo>
                <a:cubicBezTo>
                  <a:pt x="95803" y="83667"/>
                  <a:pt x="95840" y="83667"/>
                  <a:pt x="95914" y="83667"/>
                </a:cubicBezTo>
                <a:lnTo>
                  <a:pt x="95950" y="83667"/>
                </a:lnTo>
                <a:lnTo>
                  <a:pt x="95950" y="83667"/>
                </a:lnTo>
                <a:cubicBezTo>
                  <a:pt x="95914" y="83592"/>
                  <a:pt x="95950" y="83517"/>
                  <a:pt x="95950" y="83442"/>
                </a:cubicBezTo>
                <a:cubicBezTo>
                  <a:pt x="95877" y="83442"/>
                  <a:pt x="95840" y="83517"/>
                  <a:pt x="95803" y="83442"/>
                </a:cubicBezTo>
                <a:cubicBezTo>
                  <a:pt x="95767" y="83442"/>
                  <a:pt x="95767" y="83442"/>
                  <a:pt x="95730" y="83367"/>
                </a:cubicBezTo>
                <a:cubicBezTo>
                  <a:pt x="95693" y="83367"/>
                  <a:pt x="95656" y="83442"/>
                  <a:pt x="95656" y="83367"/>
                </a:cubicBezTo>
                <a:cubicBezTo>
                  <a:pt x="95620" y="83367"/>
                  <a:pt x="95583" y="83367"/>
                  <a:pt x="95546" y="83367"/>
                </a:cubicBezTo>
                <a:cubicBezTo>
                  <a:pt x="95479" y="83367"/>
                  <a:pt x="95479" y="83367"/>
                  <a:pt x="95442" y="83367"/>
                </a:cubicBezTo>
                <a:cubicBezTo>
                  <a:pt x="95405" y="83367"/>
                  <a:pt x="95369" y="83442"/>
                  <a:pt x="95369" y="83442"/>
                </a:cubicBezTo>
                <a:cubicBezTo>
                  <a:pt x="95332" y="83442"/>
                  <a:pt x="95332" y="83517"/>
                  <a:pt x="95295" y="83517"/>
                </a:cubicBezTo>
                <a:cubicBezTo>
                  <a:pt x="95258" y="83517"/>
                  <a:pt x="95222" y="83517"/>
                  <a:pt x="95148" y="83517"/>
                </a:cubicBezTo>
                <a:close/>
                <a:moveTo>
                  <a:pt x="91375" y="82326"/>
                </a:moveTo>
                <a:lnTo>
                  <a:pt x="91375" y="82326"/>
                </a:lnTo>
                <a:cubicBezTo>
                  <a:pt x="91375" y="82477"/>
                  <a:pt x="91375" y="82477"/>
                  <a:pt x="91375" y="82477"/>
                </a:cubicBezTo>
                <a:cubicBezTo>
                  <a:pt x="91589" y="82477"/>
                  <a:pt x="91589" y="82477"/>
                  <a:pt x="91589" y="82477"/>
                </a:cubicBezTo>
                <a:cubicBezTo>
                  <a:pt x="91589" y="82778"/>
                  <a:pt x="91589" y="82778"/>
                  <a:pt x="91589" y="82778"/>
                </a:cubicBezTo>
                <a:cubicBezTo>
                  <a:pt x="91626" y="82778"/>
                  <a:pt x="91663" y="82778"/>
                  <a:pt x="91699" y="82778"/>
                </a:cubicBezTo>
                <a:cubicBezTo>
                  <a:pt x="91736" y="82778"/>
                  <a:pt x="91773" y="82778"/>
                  <a:pt x="91773" y="82778"/>
                </a:cubicBezTo>
                <a:cubicBezTo>
                  <a:pt x="91846" y="82853"/>
                  <a:pt x="91846" y="82853"/>
                  <a:pt x="91846" y="82853"/>
                </a:cubicBezTo>
                <a:cubicBezTo>
                  <a:pt x="91883" y="82928"/>
                  <a:pt x="91883" y="83003"/>
                  <a:pt x="91914" y="83003"/>
                </a:cubicBezTo>
                <a:cubicBezTo>
                  <a:pt x="91914" y="83078"/>
                  <a:pt x="91957" y="83154"/>
                  <a:pt x="91987" y="83154"/>
                </a:cubicBezTo>
                <a:cubicBezTo>
                  <a:pt x="92024" y="83229"/>
                  <a:pt x="92024" y="83229"/>
                  <a:pt x="92098" y="83229"/>
                </a:cubicBezTo>
                <a:cubicBezTo>
                  <a:pt x="92171" y="83229"/>
                  <a:pt x="92171" y="83078"/>
                  <a:pt x="92245" y="83078"/>
                </a:cubicBezTo>
                <a:cubicBezTo>
                  <a:pt x="92281" y="83078"/>
                  <a:pt x="92318" y="83078"/>
                  <a:pt x="92318" y="83078"/>
                </a:cubicBezTo>
                <a:cubicBezTo>
                  <a:pt x="92392" y="83078"/>
                  <a:pt x="92428" y="83078"/>
                  <a:pt x="92459" y="83078"/>
                </a:cubicBezTo>
                <a:cubicBezTo>
                  <a:pt x="92532" y="83078"/>
                  <a:pt x="92569" y="83003"/>
                  <a:pt x="92606" y="83003"/>
                </a:cubicBezTo>
                <a:cubicBezTo>
                  <a:pt x="92679" y="83003"/>
                  <a:pt x="92716" y="83003"/>
                  <a:pt x="92753" y="83078"/>
                </a:cubicBezTo>
                <a:cubicBezTo>
                  <a:pt x="92790" y="83078"/>
                  <a:pt x="92790" y="83154"/>
                  <a:pt x="92790" y="83229"/>
                </a:cubicBezTo>
                <a:cubicBezTo>
                  <a:pt x="92826" y="83229"/>
                  <a:pt x="92826" y="83304"/>
                  <a:pt x="92863" y="83304"/>
                </a:cubicBezTo>
                <a:cubicBezTo>
                  <a:pt x="92900" y="83304"/>
                  <a:pt x="92900" y="83304"/>
                  <a:pt x="92931" y="83304"/>
                </a:cubicBezTo>
                <a:cubicBezTo>
                  <a:pt x="93004" y="83304"/>
                  <a:pt x="93041" y="83304"/>
                  <a:pt x="93078" y="83304"/>
                </a:cubicBezTo>
                <a:cubicBezTo>
                  <a:pt x="93151" y="83304"/>
                  <a:pt x="93188" y="83304"/>
                  <a:pt x="93261" y="83304"/>
                </a:cubicBezTo>
                <a:cubicBezTo>
                  <a:pt x="93335" y="83367"/>
                  <a:pt x="93335" y="83442"/>
                  <a:pt x="93408" y="83517"/>
                </a:cubicBezTo>
                <a:cubicBezTo>
                  <a:pt x="93445" y="83517"/>
                  <a:pt x="93445" y="83592"/>
                  <a:pt x="93476" y="83592"/>
                </a:cubicBezTo>
                <a:cubicBezTo>
                  <a:pt x="93476" y="83592"/>
                  <a:pt x="93513" y="83592"/>
                  <a:pt x="93549" y="83592"/>
                </a:cubicBezTo>
                <a:cubicBezTo>
                  <a:pt x="93623" y="83667"/>
                  <a:pt x="93660" y="83667"/>
                  <a:pt x="93696" y="83667"/>
                </a:cubicBezTo>
                <a:cubicBezTo>
                  <a:pt x="93696" y="83592"/>
                  <a:pt x="93696" y="83592"/>
                  <a:pt x="93696" y="83517"/>
                </a:cubicBezTo>
                <a:cubicBezTo>
                  <a:pt x="93696" y="83442"/>
                  <a:pt x="93733" y="83442"/>
                  <a:pt x="93733" y="83367"/>
                </a:cubicBezTo>
                <a:cubicBezTo>
                  <a:pt x="93770" y="83367"/>
                  <a:pt x="93807" y="83367"/>
                  <a:pt x="93807" y="83367"/>
                </a:cubicBezTo>
                <a:cubicBezTo>
                  <a:pt x="93843" y="83367"/>
                  <a:pt x="93843" y="83442"/>
                  <a:pt x="93880" y="83442"/>
                </a:cubicBezTo>
                <a:cubicBezTo>
                  <a:pt x="93917" y="83517"/>
                  <a:pt x="93917" y="83442"/>
                  <a:pt x="93947" y="83442"/>
                </a:cubicBezTo>
                <a:cubicBezTo>
                  <a:pt x="94021" y="83442"/>
                  <a:pt x="94021" y="83442"/>
                  <a:pt x="94021" y="83442"/>
                </a:cubicBezTo>
                <a:cubicBezTo>
                  <a:pt x="94058" y="83442"/>
                  <a:pt x="94094" y="83367"/>
                  <a:pt x="94131" y="83367"/>
                </a:cubicBezTo>
                <a:cubicBezTo>
                  <a:pt x="94168" y="83367"/>
                  <a:pt x="94205" y="83442"/>
                  <a:pt x="94241" y="83442"/>
                </a:cubicBezTo>
                <a:cubicBezTo>
                  <a:pt x="94278" y="83517"/>
                  <a:pt x="94315" y="83517"/>
                  <a:pt x="94315" y="83517"/>
                </a:cubicBezTo>
                <a:cubicBezTo>
                  <a:pt x="94352" y="83517"/>
                  <a:pt x="94352" y="83592"/>
                  <a:pt x="94388" y="83667"/>
                </a:cubicBezTo>
                <a:cubicBezTo>
                  <a:pt x="94425" y="83743"/>
                  <a:pt x="94462" y="83818"/>
                  <a:pt x="94493" y="83818"/>
                </a:cubicBezTo>
                <a:cubicBezTo>
                  <a:pt x="94566" y="83893"/>
                  <a:pt x="94603" y="83893"/>
                  <a:pt x="94676" y="83893"/>
                </a:cubicBezTo>
                <a:cubicBezTo>
                  <a:pt x="94750" y="83893"/>
                  <a:pt x="94750" y="83893"/>
                  <a:pt x="94750" y="83893"/>
                </a:cubicBezTo>
                <a:cubicBezTo>
                  <a:pt x="94787" y="83893"/>
                  <a:pt x="94787" y="83818"/>
                  <a:pt x="94823" y="83818"/>
                </a:cubicBezTo>
                <a:cubicBezTo>
                  <a:pt x="94787" y="83667"/>
                  <a:pt x="94750" y="83592"/>
                  <a:pt x="94750" y="83517"/>
                </a:cubicBezTo>
                <a:cubicBezTo>
                  <a:pt x="94713" y="83442"/>
                  <a:pt x="94713" y="83367"/>
                  <a:pt x="94676" y="83367"/>
                </a:cubicBezTo>
                <a:cubicBezTo>
                  <a:pt x="94640" y="83367"/>
                  <a:pt x="94640" y="83367"/>
                  <a:pt x="94603" y="83367"/>
                </a:cubicBezTo>
                <a:cubicBezTo>
                  <a:pt x="94529" y="83304"/>
                  <a:pt x="94493" y="83229"/>
                  <a:pt x="94493" y="83078"/>
                </a:cubicBezTo>
                <a:cubicBezTo>
                  <a:pt x="93947" y="83078"/>
                  <a:pt x="93947" y="83078"/>
                  <a:pt x="93947" y="83078"/>
                </a:cubicBezTo>
                <a:cubicBezTo>
                  <a:pt x="93947" y="83078"/>
                  <a:pt x="93917" y="83003"/>
                  <a:pt x="93947" y="82928"/>
                </a:cubicBezTo>
                <a:cubicBezTo>
                  <a:pt x="93947" y="82853"/>
                  <a:pt x="93947" y="82853"/>
                  <a:pt x="93990" y="82778"/>
                </a:cubicBezTo>
                <a:lnTo>
                  <a:pt x="94021" y="82778"/>
                </a:lnTo>
                <a:cubicBezTo>
                  <a:pt x="94094" y="82702"/>
                  <a:pt x="94131" y="82778"/>
                  <a:pt x="94168" y="82778"/>
                </a:cubicBezTo>
                <a:cubicBezTo>
                  <a:pt x="94241" y="82778"/>
                  <a:pt x="94278" y="82702"/>
                  <a:pt x="94315" y="82627"/>
                </a:cubicBezTo>
                <a:cubicBezTo>
                  <a:pt x="94278" y="82627"/>
                  <a:pt x="94241" y="82627"/>
                  <a:pt x="94168" y="82552"/>
                </a:cubicBezTo>
                <a:cubicBezTo>
                  <a:pt x="94168" y="82552"/>
                  <a:pt x="94131" y="82552"/>
                  <a:pt x="94094" y="82477"/>
                </a:cubicBezTo>
                <a:cubicBezTo>
                  <a:pt x="94094" y="82477"/>
                  <a:pt x="94058" y="82552"/>
                  <a:pt x="94021" y="82477"/>
                </a:cubicBezTo>
                <a:cubicBezTo>
                  <a:pt x="93990" y="82477"/>
                  <a:pt x="93947" y="82402"/>
                  <a:pt x="93880" y="82402"/>
                </a:cubicBezTo>
                <a:cubicBezTo>
                  <a:pt x="93843" y="82402"/>
                  <a:pt x="93807" y="82477"/>
                  <a:pt x="93733" y="82477"/>
                </a:cubicBezTo>
                <a:cubicBezTo>
                  <a:pt x="93696" y="82477"/>
                  <a:pt x="93696" y="82402"/>
                  <a:pt x="93660" y="82402"/>
                </a:cubicBezTo>
                <a:cubicBezTo>
                  <a:pt x="93586" y="82402"/>
                  <a:pt x="93513" y="82477"/>
                  <a:pt x="93445" y="82402"/>
                </a:cubicBezTo>
                <a:cubicBezTo>
                  <a:pt x="93408" y="82402"/>
                  <a:pt x="93372" y="82326"/>
                  <a:pt x="93298" y="82251"/>
                </a:cubicBezTo>
                <a:cubicBezTo>
                  <a:pt x="93261" y="82251"/>
                  <a:pt x="93225" y="82189"/>
                  <a:pt x="93151" y="82189"/>
                </a:cubicBezTo>
                <a:lnTo>
                  <a:pt x="91375" y="82326"/>
                </a:lnTo>
                <a:close/>
                <a:moveTo>
                  <a:pt x="90284" y="81286"/>
                </a:moveTo>
                <a:lnTo>
                  <a:pt x="90284" y="81286"/>
                </a:lnTo>
                <a:cubicBezTo>
                  <a:pt x="90284" y="81286"/>
                  <a:pt x="90248" y="81361"/>
                  <a:pt x="90248" y="81437"/>
                </a:cubicBezTo>
                <a:lnTo>
                  <a:pt x="90248" y="81512"/>
                </a:lnTo>
                <a:cubicBezTo>
                  <a:pt x="90321" y="81662"/>
                  <a:pt x="90321" y="81662"/>
                  <a:pt x="90321" y="81662"/>
                </a:cubicBezTo>
                <a:cubicBezTo>
                  <a:pt x="90321" y="81512"/>
                  <a:pt x="90321" y="81512"/>
                  <a:pt x="90321" y="81512"/>
                </a:cubicBezTo>
                <a:cubicBezTo>
                  <a:pt x="90321" y="81437"/>
                  <a:pt x="90284" y="81437"/>
                  <a:pt x="90284" y="81437"/>
                </a:cubicBezTo>
                <a:lnTo>
                  <a:pt x="90284" y="81286"/>
                </a:lnTo>
                <a:close/>
                <a:moveTo>
                  <a:pt x="92790" y="76386"/>
                </a:moveTo>
                <a:lnTo>
                  <a:pt x="92790" y="76386"/>
                </a:lnTo>
                <a:cubicBezTo>
                  <a:pt x="92716" y="76386"/>
                  <a:pt x="92716" y="76386"/>
                  <a:pt x="92716" y="76386"/>
                </a:cubicBezTo>
                <a:cubicBezTo>
                  <a:pt x="92679" y="76386"/>
                  <a:pt x="92679" y="76386"/>
                  <a:pt x="92643" y="76461"/>
                </a:cubicBezTo>
                <a:cubicBezTo>
                  <a:pt x="92643" y="76687"/>
                  <a:pt x="92643" y="76837"/>
                  <a:pt x="92606" y="76975"/>
                </a:cubicBezTo>
                <a:cubicBezTo>
                  <a:pt x="92606" y="77063"/>
                  <a:pt x="92532" y="77063"/>
                  <a:pt x="92532" y="77125"/>
                </a:cubicBezTo>
                <a:cubicBezTo>
                  <a:pt x="92532" y="77125"/>
                  <a:pt x="92532" y="77201"/>
                  <a:pt x="92532" y="77276"/>
                </a:cubicBezTo>
                <a:cubicBezTo>
                  <a:pt x="92496" y="77351"/>
                  <a:pt x="92532" y="77426"/>
                  <a:pt x="92532" y="77577"/>
                </a:cubicBezTo>
                <a:cubicBezTo>
                  <a:pt x="92532" y="77727"/>
                  <a:pt x="92496" y="77802"/>
                  <a:pt x="92532" y="77877"/>
                </a:cubicBezTo>
                <a:cubicBezTo>
                  <a:pt x="92532" y="77953"/>
                  <a:pt x="92532" y="78028"/>
                  <a:pt x="92532" y="78028"/>
                </a:cubicBezTo>
                <a:cubicBezTo>
                  <a:pt x="92569" y="78090"/>
                  <a:pt x="92569" y="78090"/>
                  <a:pt x="92606" y="78166"/>
                </a:cubicBezTo>
                <a:cubicBezTo>
                  <a:pt x="92643" y="78241"/>
                  <a:pt x="92716" y="78241"/>
                  <a:pt x="92753" y="78316"/>
                </a:cubicBezTo>
                <a:cubicBezTo>
                  <a:pt x="92790" y="78316"/>
                  <a:pt x="92790" y="78391"/>
                  <a:pt x="92790" y="78466"/>
                </a:cubicBezTo>
                <a:cubicBezTo>
                  <a:pt x="92826" y="78466"/>
                  <a:pt x="92863" y="78466"/>
                  <a:pt x="92863" y="78542"/>
                </a:cubicBezTo>
                <a:cubicBezTo>
                  <a:pt x="92900" y="78617"/>
                  <a:pt x="92863" y="78692"/>
                  <a:pt x="92863" y="78767"/>
                </a:cubicBezTo>
                <a:cubicBezTo>
                  <a:pt x="92863" y="78767"/>
                  <a:pt x="92863" y="78767"/>
                  <a:pt x="92863" y="78842"/>
                </a:cubicBezTo>
                <a:cubicBezTo>
                  <a:pt x="92863" y="78993"/>
                  <a:pt x="92863" y="78993"/>
                  <a:pt x="92863" y="78993"/>
                </a:cubicBezTo>
                <a:cubicBezTo>
                  <a:pt x="92863" y="79068"/>
                  <a:pt x="92826" y="79068"/>
                  <a:pt x="92826" y="79206"/>
                </a:cubicBezTo>
                <a:cubicBezTo>
                  <a:pt x="92826" y="79281"/>
                  <a:pt x="92863" y="79356"/>
                  <a:pt x="92863" y="79431"/>
                </a:cubicBezTo>
                <a:lnTo>
                  <a:pt x="92863" y="79507"/>
                </a:lnTo>
                <a:cubicBezTo>
                  <a:pt x="92900" y="79582"/>
                  <a:pt x="92900" y="79657"/>
                  <a:pt x="92931" y="79657"/>
                </a:cubicBezTo>
                <a:cubicBezTo>
                  <a:pt x="92931" y="79732"/>
                  <a:pt x="92973" y="79732"/>
                  <a:pt x="93004" y="79732"/>
                </a:cubicBezTo>
                <a:cubicBezTo>
                  <a:pt x="93041" y="79807"/>
                  <a:pt x="93078" y="79807"/>
                  <a:pt x="93114" y="79807"/>
                </a:cubicBezTo>
                <a:cubicBezTo>
                  <a:pt x="93188" y="79807"/>
                  <a:pt x="93225" y="79807"/>
                  <a:pt x="93298" y="79807"/>
                </a:cubicBezTo>
                <a:cubicBezTo>
                  <a:pt x="93298" y="79807"/>
                  <a:pt x="93335" y="79807"/>
                  <a:pt x="93372" y="79807"/>
                </a:cubicBezTo>
                <a:cubicBezTo>
                  <a:pt x="93372" y="79883"/>
                  <a:pt x="93372" y="79958"/>
                  <a:pt x="93372" y="79958"/>
                </a:cubicBezTo>
                <a:cubicBezTo>
                  <a:pt x="93408" y="80033"/>
                  <a:pt x="93445" y="80171"/>
                  <a:pt x="93513" y="80171"/>
                </a:cubicBezTo>
                <a:cubicBezTo>
                  <a:pt x="93549" y="80171"/>
                  <a:pt x="93586" y="80171"/>
                  <a:pt x="93623" y="80171"/>
                </a:cubicBezTo>
                <a:cubicBezTo>
                  <a:pt x="93696" y="80171"/>
                  <a:pt x="93733" y="80171"/>
                  <a:pt x="93770" y="80171"/>
                </a:cubicBezTo>
                <a:cubicBezTo>
                  <a:pt x="93843" y="80171"/>
                  <a:pt x="93880" y="80033"/>
                  <a:pt x="93947" y="80033"/>
                </a:cubicBezTo>
                <a:cubicBezTo>
                  <a:pt x="93990" y="80033"/>
                  <a:pt x="94021" y="80033"/>
                  <a:pt x="94058" y="80033"/>
                </a:cubicBezTo>
                <a:cubicBezTo>
                  <a:pt x="94094" y="80108"/>
                  <a:pt x="94094" y="80108"/>
                  <a:pt x="94131" y="80171"/>
                </a:cubicBezTo>
                <a:cubicBezTo>
                  <a:pt x="94168" y="80171"/>
                  <a:pt x="94131" y="80321"/>
                  <a:pt x="94168" y="80321"/>
                </a:cubicBezTo>
                <a:cubicBezTo>
                  <a:pt x="94241" y="80321"/>
                  <a:pt x="94241" y="80171"/>
                  <a:pt x="94278" y="80171"/>
                </a:cubicBezTo>
                <a:cubicBezTo>
                  <a:pt x="94352" y="80171"/>
                  <a:pt x="94425" y="80321"/>
                  <a:pt x="94462" y="80396"/>
                </a:cubicBezTo>
                <a:cubicBezTo>
                  <a:pt x="94493" y="80472"/>
                  <a:pt x="94493" y="80547"/>
                  <a:pt x="94529" y="80547"/>
                </a:cubicBezTo>
                <a:cubicBezTo>
                  <a:pt x="94566" y="80547"/>
                  <a:pt x="94566" y="80547"/>
                  <a:pt x="94603" y="80547"/>
                </a:cubicBezTo>
                <a:cubicBezTo>
                  <a:pt x="94640" y="80622"/>
                  <a:pt x="94676" y="80547"/>
                  <a:pt x="94713" y="80547"/>
                </a:cubicBezTo>
                <a:cubicBezTo>
                  <a:pt x="94823" y="80547"/>
                  <a:pt x="94823" y="80547"/>
                  <a:pt x="94823" y="80547"/>
                </a:cubicBezTo>
                <a:cubicBezTo>
                  <a:pt x="94823" y="80547"/>
                  <a:pt x="94823" y="80547"/>
                  <a:pt x="94860" y="80547"/>
                </a:cubicBezTo>
                <a:cubicBezTo>
                  <a:pt x="94860" y="80246"/>
                  <a:pt x="94860" y="80246"/>
                  <a:pt x="94860" y="80246"/>
                </a:cubicBezTo>
                <a:cubicBezTo>
                  <a:pt x="94860" y="80171"/>
                  <a:pt x="94860" y="80171"/>
                  <a:pt x="94860" y="80108"/>
                </a:cubicBezTo>
                <a:cubicBezTo>
                  <a:pt x="94897" y="80108"/>
                  <a:pt x="94897" y="80108"/>
                  <a:pt x="94934" y="80033"/>
                </a:cubicBezTo>
                <a:cubicBezTo>
                  <a:pt x="94970" y="80033"/>
                  <a:pt x="94970" y="80033"/>
                  <a:pt x="95007" y="79958"/>
                </a:cubicBezTo>
                <a:cubicBezTo>
                  <a:pt x="95038" y="79958"/>
                  <a:pt x="95038" y="79883"/>
                  <a:pt x="95038" y="79732"/>
                </a:cubicBezTo>
                <a:cubicBezTo>
                  <a:pt x="95038" y="79657"/>
                  <a:pt x="95038" y="79582"/>
                  <a:pt x="95038" y="79507"/>
                </a:cubicBezTo>
                <a:cubicBezTo>
                  <a:pt x="95038" y="79507"/>
                  <a:pt x="95007" y="79431"/>
                  <a:pt x="94970" y="79431"/>
                </a:cubicBezTo>
                <a:cubicBezTo>
                  <a:pt x="94970" y="79356"/>
                  <a:pt x="94970" y="79281"/>
                  <a:pt x="94970" y="79206"/>
                </a:cubicBezTo>
                <a:cubicBezTo>
                  <a:pt x="94970" y="79143"/>
                  <a:pt x="95007" y="79143"/>
                  <a:pt x="95007" y="79068"/>
                </a:cubicBezTo>
                <a:cubicBezTo>
                  <a:pt x="95007" y="79068"/>
                  <a:pt x="95038" y="78993"/>
                  <a:pt x="95075" y="78993"/>
                </a:cubicBezTo>
                <a:cubicBezTo>
                  <a:pt x="95075" y="78918"/>
                  <a:pt x="95111" y="78842"/>
                  <a:pt x="95111" y="78842"/>
                </a:cubicBezTo>
                <a:cubicBezTo>
                  <a:pt x="95111" y="78767"/>
                  <a:pt x="95148" y="78692"/>
                  <a:pt x="95148" y="78617"/>
                </a:cubicBezTo>
                <a:cubicBezTo>
                  <a:pt x="95185" y="78466"/>
                  <a:pt x="95185" y="78391"/>
                  <a:pt x="95222" y="78241"/>
                </a:cubicBezTo>
                <a:cubicBezTo>
                  <a:pt x="95442" y="78241"/>
                  <a:pt x="95442" y="78241"/>
                  <a:pt x="95442" y="78241"/>
                </a:cubicBezTo>
                <a:cubicBezTo>
                  <a:pt x="95442" y="77501"/>
                  <a:pt x="95442" y="77501"/>
                  <a:pt x="95442" y="77501"/>
                </a:cubicBezTo>
                <a:cubicBezTo>
                  <a:pt x="95509" y="77501"/>
                  <a:pt x="95546" y="77501"/>
                  <a:pt x="95656" y="77501"/>
                </a:cubicBezTo>
                <a:cubicBezTo>
                  <a:pt x="95693" y="77501"/>
                  <a:pt x="95693" y="77426"/>
                  <a:pt x="95730" y="77426"/>
                </a:cubicBezTo>
                <a:cubicBezTo>
                  <a:pt x="95767" y="77426"/>
                  <a:pt x="95803" y="77351"/>
                  <a:pt x="95803" y="77276"/>
                </a:cubicBezTo>
                <a:cubicBezTo>
                  <a:pt x="95803" y="77276"/>
                  <a:pt x="95840" y="77201"/>
                  <a:pt x="95840" y="77125"/>
                </a:cubicBezTo>
                <a:cubicBezTo>
                  <a:pt x="95803" y="77125"/>
                  <a:pt x="95803" y="76975"/>
                  <a:pt x="95803" y="76975"/>
                </a:cubicBezTo>
                <a:cubicBezTo>
                  <a:pt x="95767" y="76975"/>
                  <a:pt x="95730" y="76975"/>
                  <a:pt x="95693" y="76975"/>
                </a:cubicBezTo>
                <a:cubicBezTo>
                  <a:pt x="95693" y="76975"/>
                  <a:pt x="95656" y="76975"/>
                  <a:pt x="95620" y="76975"/>
                </a:cubicBezTo>
                <a:cubicBezTo>
                  <a:pt x="95583" y="76975"/>
                  <a:pt x="95546" y="76975"/>
                  <a:pt x="95479" y="76975"/>
                </a:cubicBezTo>
                <a:cubicBezTo>
                  <a:pt x="95479" y="76912"/>
                  <a:pt x="95442" y="76837"/>
                  <a:pt x="95442" y="76762"/>
                </a:cubicBezTo>
                <a:cubicBezTo>
                  <a:pt x="95442" y="76687"/>
                  <a:pt x="95479" y="76687"/>
                  <a:pt x="95479" y="76612"/>
                </a:cubicBezTo>
                <a:cubicBezTo>
                  <a:pt x="95479" y="76386"/>
                  <a:pt x="95479" y="76386"/>
                  <a:pt x="95479" y="76386"/>
                </a:cubicBezTo>
                <a:cubicBezTo>
                  <a:pt x="95479" y="76311"/>
                  <a:pt x="95509" y="76236"/>
                  <a:pt x="95479" y="76160"/>
                </a:cubicBezTo>
                <a:cubicBezTo>
                  <a:pt x="95479" y="76085"/>
                  <a:pt x="95479" y="76085"/>
                  <a:pt x="95442" y="76010"/>
                </a:cubicBezTo>
                <a:cubicBezTo>
                  <a:pt x="95442" y="75947"/>
                  <a:pt x="95405" y="75872"/>
                  <a:pt x="95405" y="75797"/>
                </a:cubicBezTo>
                <a:cubicBezTo>
                  <a:pt x="95405" y="75045"/>
                  <a:pt x="95405" y="75045"/>
                  <a:pt x="95405" y="75045"/>
                </a:cubicBezTo>
                <a:cubicBezTo>
                  <a:pt x="95479" y="75045"/>
                  <a:pt x="95509" y="75045"/>
                  <a:pt x="95583" y="75045"/>
                </a:cubicBezTo>
                <a:cubicBezTo>
                  <a:pt x="95620" y="75045"/>
                  <a:pt x="95656" y="75045"/>
                  <a:pt x="95656" y="75045"/>
                </a:cubicBezTo>
                <a:cubicBezTo>
                  <a:pt x="95656" y="74982"/>
                  <a:pt x="95656" y="74895"/>
                  <a:pt x="95656" y="74832"/>
                </a:cubicBezTo>
                <a:cubicBezTo>
                  <a:pt x="95656" y="74832"/>
                  <a:pt x="95656" y="74757"/>
                  <a:pt x="95656" y="74681"/>
                </a:cubicBezTo>
                <a:cubicBezTo>
                  <a:pt x="95693" y="74681"/>
                  <a:pt x="95693" y="74606"/>
                  <a:pt x="95730" y="74606"/>
                </a:cubicBezTo>
                <a:cubicBezTo>
                  <a:pt x="95730" y="74531"/>
                  <a:pt x="95767" y="74606"/>
                  <a:pt x="95803" y="74606"/>
                </a:cubicBezTo>
                <a:cubicBezTo>
                  <a:pt x="95803" y="74531"/>
                  <a:pt x="95840" y="74456"/>
                  <a:pt x="95877" y="74456"/>
                </a:cubicBezTo>
                <a:cubicBezTo>
                  <a:pt x="95914" y="74381"/>
                  <a:pt x="95950" y="74381"/>
                  <a:pt x="95987" y="74306"/>
                </a:cubicBezTo>
                <a:cubicBezTo>
                  <a:pt x="95987" y="74230"/>
                  <a:pt x="95987" y="74080"/>
                  <a:pt x="95950" y="74005"/>
                </a:cubicBezTo>
                <a:cubicBezTo>
                  <a:pt x="95914" y="73930"/>
                  <a:pt x="95877" y="73930"/>
                  <a:pt x="95803" y="73930"/>
                </a:cubicBezTo>
                <a:cubicBezTo>
                  <a:pt x="95767" y="73930"/>
                  <a:pt x="95730" y="73930"/>
                  <a:pt x="95656" y="73930"/>
                </a:cubicBezTo>
                <a:cubicBezTo>
                  <a:pt x="95620" y="73930"/>
                  <a:pt x="95620" y="74005"/>
                  <a:pt x="95583" y="73930"/>
                </a:cubicBezTo>
                <a:cubicBezTo>
                  <a:pt x="95546" y="73930"/>
                  <a:pt x="95546" y="73867"/>
                  <a:pt x="95509" y="73867"/>
                </a:cubicBezTo>
                <a:cubicBezTo>
                  <a:pt x="95479" y="73867"/>
                  <a:pt x="95442" y="73867"/>
                  <a:pt x="95442" y="73792"/>
                </a:cubicBezTo>
                <a:cubicBezTo>
                  <a:pt x="95442" y="73716"/>
                  <a:pt x="95442" y="73716"/>
                  <a:pt x="95442" y="73641"/>
                </a:cubicBezTo>
                <a:cubicBezTo>
                  <a:pt x="95442" y="73566"/>
                  <a:pt x="95442" y="73566"/>
                  <a:pt x="95442" y="73491"/>
                </a:cubicBezTo>
                <a:cubicBezTo>
                  <a:pt x="95442" y="73416"/>
                  <a:pt x="95369" y="73416"/>
                  <a:pt x="95369" y="73416"/>
                </a:cubicBezTo>
                <a:cubicBezTo>
                  <a:pt x="95332" y="73265"/>
                  <a:pt x="95332" y="73190"/>
                  <a:pt x="95295" y="73115"/>
                </a:cubicBezTo>
                <a:cubicBezTo>
                  <a:pt x="95295" y="73040"/>
                  <a:pt x="95258" y="73115"/>
                  <a:pt x="95222" y="73040"/>
                </a:cubicBezTo>
                <a:cubicBezTo>
                  <a:pt x="95222" y="73040"/>
                  <a:pt x="95185" y="73040"/>
                  <a:pt x="95148" y="73040"/>
                </a:cubicBezTo>
                <a:cubicBezTo>
                  <a:pt x="95148" y="73040"/>
                  <a:pt x="95148" y="73115"/>
                  <a:pt x="95148" y="73190"/>
                </a:cubicBezTo>
                <a:cubicBezTo>
                  <a:pt x="95111" y="73265"/>
                  <a:pt x="95111" y="73265"/>
                  <a:pt x="95075" y="73340"/>
                </a:cubicBezTo>
                <a:cubicBezTo>
                  <a:pt x="95038" y="73340"/>
                  <a:pt x="95038" y="73416"/>
                  <a:pt x="95007" y="73491"/>
                </a:cubicBezTo>
                <a:cubicBezTo>
                  <a:pt x="94970" y="73491"/>
                  <a:pt x="94934" y="73491"/>
                  <a:pt x="94897" y="73566"/>
                </a:cubicBezTo>
                <a:cubicBezTo>
                  <a:pt x="94860" y="73566"/>
                  <a:pt x="94823" y="73641"/>
                  <a:pt x="94823" y="73716"/>
                </a:cubicBezTo>
                <a:cubicBezTo>
                  <a:pt x="94787" y="73716"/>
                  <a:pt x="94750" y="73792"/>
                  <a:pt x="94750" y="73792"/>
                </a:cubicBezTo>
                <a:cubicBezTo>
                  <a:pt x="94713" y="73867"/>
                  <a:pt x="94713" y="73930"/>
                  <a:pt x="94676" y="73930"/>
                </a:cubicBezTo>
                <a:cubicBezTo>
                  <a:pt x="94676" y="74005"/>
                  <a:pt x="94676" y="74080"/>
                  <a:pt x="94676" y="74080"/>
                </a:cubicBezTo>
                <a:cubicBezTo>
                  <a:pt x="94676" y="74155"/>
                  <a:pt x="94640" y="74230"/>
                  <a:pt x="94640" y="74230"/>
                </a:cubicBezTo>
                <a:cubicBezTo>
                  <a:pt x="94640" y="74306"/>
                  <a:pt x="94603" y="74306"/>
                  <a:pt x="94566" y="74381"/>
                </a:cubicBezTo>
                <a:cubicBezTo>
                  <a:pt x="94529" y="74456"/>
                  <a:pt x="94529" y="74456"/>
                  <a:pt x="94493" y="74531"/>
                </a:cubicBezTo>
                <a:cubicBezTo>
                  <a:pt x="94493" y="74606"/>
                  <a:pt x="94493" y="74681"/>
                  <a:pt x="94462" y="74681"/>
                </a:cubicBezTo>
                <a:cubicBezTo>
                  <a:pt x="94425" y="74681"/>
                  <a:pt x="94425" y="74757"/>
                  <a:pt x="94388" y="74757"/>
                </a:cubicBezTo>
                <a:cubicBezTo>
                  <a:pt x="94315" y="74832"/>
                  <a:pt x="94241" y="74757"/>
                  <a:pt x="94168" y="74832"/>
                </a:cubicBezTo>
                <a:cubicBezTo>
                  <a:pt x="94131" y="74832"/>
                  <a:pt x="94131" y="74895"/>
                  <a:pt x="94094" y="74982"/>
                </a:cubicBezTo>
                <a:cubicBezTo>
                  <a:pt x="94058" y="74982"/>
                  <a:pt x="94058" y="75045"/>
                  <a:pt x="94021" y="75045"/>
                </a:cubicBezTo>
                <a:cubicBezTo>
                  <a:pt x="93990" y="75120"/>
                  <a:pt x="93990" y="75195"/>
                  <a:pt x="93990" y="75271"/>
                </a:cubicBezTo>
                <a:cubicBezTo>
                  <a:pt x="93947" y="75271"/>
                  <a:pt x="93990" y="75346"/>
                  <a:pt x="93947" y="75421"/>
                </a:cubicBezTo>
                <a:cubicBezTo>
                  <a:pt x="93917" y="75421"/>
                  <a:pt x="93917" y="75421"/>
                  <a:pt x="93880" y="75496"/>
                </a:cubicBezTo>
                <a:cubicBezTo>
                  <a:pt x="93843" y="75496"/>
                  <a:pt x="93843" y="75571"/>
                  <a:pt x="93807" y="75571"/>
                </a:cubicBezTo>
                <a:cubicBezTo>
                  <a:pt x="93807" y="75646"/>
                  <a:pt x="93770" y="75646"/>
                  <a:pt x="93733" y="75646"/>
                </a:cubicBezTo>
                <a:cubicBezTo>
                  <a:pt x="93733" y="75722"/>
                  <a:pt x="93733" y="75797"/>
                  <a:pt x="93696" y="75797"/>
                </a:cubicBezTo>
                <a:cubicBezTo>
                  <a:pt x="93660" y="75872"/>
                  <a:pt x="93623" y="75872"/>
                  <a:pt x="93586" y="75872"/>
                </a:cubicBezTo>
                <a:cubicBezTo>
                  <a:pt x="93586" y="75947"/>
                  <a:pt x="93549" y="75947"/>
                  <a:pt x="93549" y="75947"/>
                </a:cubicBezTo>
                <a:cubicBezTo>
                  <a:pt x="93476" y="75947"/>
                  <a:pt x="93445" y="75947"/>
                  <a:pt x="93408" y="75947"/>
                </a:cubicBezTo>
                <a:cubicBezTo>
                  <a:pt x="93408" y="76687"/>
                  <a:pt x="93408" y="76687"/>
                  <a:pt x="93408" y="76687"/>
                </a:cubicBezTo>
                <a:cubicBezTo>
                  <a:pt x="93335" y="76687"/>
                  <a:pt x="93335" y="76612"/>
                  <a:pt x="93261" y="76612"/>
                </a:cubicBezTo>
                <a:cubicBezTo>
                  <a:pt x="93225" y="76687"/>
                  <a:pt x="93225" y="76687"/>
                  <a:pt x="93188" y="76687"/>
                </a:cubicBezTo>
                <a:cubicBezTo>
                  <a:pt x="93151" y="76762"/>
                  <a:pt x="93151" y="76687"/>
                  <a:pt x="93114" y="76687"/>
                </a:cubicBezTo>
                <a:cubicBezTo>
                  <a:pt x="93041" y="76687"/>
                  <a:pt x="93041" y="76762"/>
                  <a:pt x="93004" y="76687"/>
                </a:cubicBezTo>
                <a:cubicBezTo>
                  <a:pt x="92931" y="76687"/>
                  <a:pt x="92900" y="76612"/>
                  <a:pt x="92863" y="76461"/>
                </a:cubicBezTo>
                <a:lnTo>
                  <a:pt x="92790" y="76386"/>
                </a:lnTo>
                <a:close/>
                <a:moveTo>
                  <a:pt x="89084" y="78542"/>
                </a:moveTo>
                <a:lnTo>
                  <a:pt x="89084" y="78542"/>
                </a:lnTo>
                <a:cubicBezTo>
                  <a:pt x="89084" y="78617"/>
                  <a:pt x="89084" y="78692"/>
                  <a:pt x="89084" y="78767"/>
                </a:cubicBezTo>
                <a:cubicBezTo>
                  <a:pt x="89120" y="78918"/>
                  <a:pt x="89157" y="78993"/>
                  <a:pt x="89194" y="79068"/>
                </a:cubicBezTo>
                <a:cubicBezTo>
                  <a:pt x="89231" y="79206"/>
                  <a:pt x="89231" y="79281"/>
                  <a:pt x="89304" y="79356"/>
                </a:cubicBezTo>
                <a:cubicBezTo>
                  <a:pt x="89341" y="79507"/>
                  <a:pt x="89378" y="79582"/>
                  <a:pt x="89408" y="79657"/>
                </a:cubicBezTo>
                <a:cubicBezTo>
                  <a:pt x="89445" y="79732"/>
                  <a:pt x="89445" y="79732"/>
                  <a:pt x="89445" y="79807"/>
                </a:cubicBezTo>
                <a:cubicBezTo>
                  <a:pt x="89482" y="79807"/>
                  <a:pt x="89519" y="79807"/>
                  <a:pt x="89519" y="79807"/>
                </a:cubicBezTo>
                <a:cubicBezTo>
                  <a:pt x="89555" y="79883"/>
                  <a:pt x="89555" y="79958"/>
                  <a:pt x="89592" y="79958"/>
                </a:cubicBezTo>
                <a:cubicBezTo>
                  <a:pt x="89592" y="80033"/>
                  <a:pt x="89592" y="80108"/>
                  <a:pt x="89592" y="80108"/>
                </a:cubicBezTo>
                <a:cubicBezTo>
                  <a:pt x="89629" y="80171"/>
                  <a:pt x="89629" y="80171"/>
                  <a:pt x="89666" y="80246"/>
                </a:cubicBezTo>
                <a:cubicBezTo>
                  <a:pt x="89666" y="80321"/>
                  <a:pt x="89702" y="80246"/>
                  <a:pt x="89739" y="80246"/>
                </a:cubicBezTo>
                <a:cubicBezTo>
                  <a:pt x="89739" y="79657"/>
                  <a:pt x="89739" y="79657"/>
                  <a:pt x="89739" y="79657"/>
                </a:cubicBezTo>
                <a:cubicBezTo>
                  <a:pt x="89702" y="79657"/>
                  <a:pt x="89666" y="79657"/>
                  <a:pt x="89666" y="79582"/>
                </a:cubicBezTo>
                <a:cubicBezTo>
                  <a:pt x="89629" y="79582"/>
                  <a:pt x="89629" y="79507"/>
                  <a:pt x="89592" y="79507"/>
                </a:cubicBezTo>
                <a:cubicBezTo>
                  <a:pt x="89555" y="79431"/>
                  <a:pt x="89519" y="79431"/>
                  <a:pt x="89519" y="79431"/>
                </a:cubicBezTo>
                <a:cubicBezTo>
                  <a:pt x="89482" y="79431"/>
                  <a:pt x="89445" y="79431"/>
                  <a:pt x="89408" y="79431"/>
                </a:cubicBezTo>
                <a:cubicBezTo>
                  <a:pt x="89378" y="79431"/>
                  <a:pt x="89378" y="79356"/>
                  <a:pt x="89341" y="79281"/>
                </a:cubicBezTo>
                <a:cubicBezTo>
                  <a:pt x="89341" y="79206"/>
                  <a:pt x="89304" y="79206"/>
                  <a:pt x="89304" y="79143"/>
                </a:cubicBezTo>
                <a:cubicBezTo>
                  <a:pt x="89304" y="79143"/>
                  <a:pt x="89304" y="79068"/>
                  <a:pt x="89304" y="78993"/>
                </a:cubicBezTo>
                <a:cubicBezTo>
                  <a:pt x="89267" y="78918"/>
                  <a:pt x="89304" y="78842"/>
                  <a:pt x="89304" y="78692"/>
                </a:cubicBezTo>
                <a:cubicBezTo>
                  <a:pt x="89304" y="78617"/>
                  <a:pt x="89304" y="78542"/>
                  <a:pt x="89267" y="78466"/>
                </a:cubicBezTo>
                <a:cubicBezTo>
                  <a:pt x="89231" y="78316"/>
                  <a:pt x="89194" y="78316"/>
                  <a:pt x="89120" y="78316"/>
                </a:cubicBezTo>
                <a:cubicBezTo>
                  <a:pt x="89084" y="78466"/>
                  <a:pt x="89084" y="78466"/>
                  <a:pt x="89084" y="78466"/>
                </a:cubicBezTo>
                <a:cubicBezTo>
                  <a:pt x="89084" y="78466"/>
                  <a:pt x="89084" y="78466"/>
                  <a:pt x="89084" y="78542"/>
                </a:cubicBezTo>
                <a:close/>
                <a:moveTo>
                  <a:pt x="88539" y="76912"/>
                </a:moveTo>
                <a:lnTo>
                  <a:pt x="88539" y="76912"/>
                </a:lnTo>
                <a:cubicBezTo>
                  <a:pt x="88575" y="77063"/>
                  <a:pt x="88612" y="77125"/>
                  <a:pt x="88649" y="77276"/>
                </a:cubicBezTo>
                <a:cubicBezTo>
                  <a:pt x="88686" y="77276"/>
                  <a:pt x="88722" y="77351"/>
                  <a:pt x="88759" y="77426"/>
                </a:cubicBezTo>
                <a:cubicBezTo>
                  <a:pt x="88759" y="77426"/>
                  <a:pt x="88796" y="77426"/>
                  <a:pt x="88833" y="77501"/>
                </a:cubicBezTo>
                <a:cubicBezTo>
                  <a:pt x="88833" y="77577"/>
                  <a:pt x="88863" y="77652"/>
                  <a:pt x="88863" y="77727"/>
                </a:cubicBezTo>
                <a:lnTo>
                  <a:pt x="88863" y="77652"/>
                </a:lnTo>
                <a:cubicBezTo>
                  <a:pt x="88863" y="77501"/>
                  <a:pt x="88863" y="77501"/>
                  <a:pt x="88863" y="77501"/>
                </a:cubicBezTo>
                <a:cubicBezTo>
                  <a:pt x="88863" y="77426"/>
                  <a:pt x="88863" y="77276"/>
                  <a:pt x="88863" y="77201"/>
                </a:cubicBezTo>
                <a:cubicBezTo>
                  <a:pt x="88833" y="77125"/>
                  <a:pt x="88796" y="77125"/>
                  <a:pt x="88796" y="77125"/>
                </a:cubicBezTo>
                <a:cubicBezTo>
                  <a:pt x="88722" y="76975"/>
                  <a:pt x="88722" y="76912"/>
                  <a:pt x="88649" y="76837"/>
                </a:cubicBezTo>
                <a:cubicBezTo>
                  <a:pt x="88649" y="76837"/>
                  <a:pt x="88612" y="76837"/>
                  <a:pt x="88575" y="76762"/>
                </a:cubicBezTo>
                <a:cubicBezTo>
                  <a:pt x="88575" y="76837"/>
                  <a:pt x="88539" y="76837"/>
                  <a:pt x="88539" y="76912"/>
                </a:cubicBezTo>
                <a:cubicBezTo>
                  <a:pt x="88539" y="76975"/>
                  <a:pt x="88539" y="77063"/>
                  <a:pt x="88539" y="77063"/>
                </a:cubicBezTo>
                <a:lnTo>
                  <a:pt x="88539" y="76912"/>
                </a:lnTo>
                <a:close/>
                <a:moveTo>
                  <a:pt x="88287" y="76010"/>
                </a:moveTo>
                <a:lnTo>
                  <a:pt x="88287" y="76010"/>
                </a:lnTo>
                <a:cubicBezTo>
                  <a:pt x="88287" y="75947"/>
                  <a:pt x="88251" y="75947"/>
                  <a:pt x="88251" y="75872"/>
                </a:cubicBezTo>
                <a:cubicBezTo>
                  <a:pt x="88177" y="75722"/>
                  <a:pt x="88177" y="75722"/>
                  <a:pt x="88177" y="75722"/>
                </a:cubicBezTo>
                <a:cubicBezTo>
                  <a:pt x="88177" y="75797"/>
                  <a:pt x="88177" y="75872"/>
                  <a:pt x="88177" y="75947"/>
                </a:cubicBezTo>
                <a:lnTo>
                  <a:pt x="88214" y="76010"/>
                </a:lnTo>
                <a:cubicBezTo>
                  <a:pt x="88214" y="76085"/>
                  <a:pt x="88214" y="76160"/>
                  <a:pt x="88214" y="76160"/>
                </a:cubicBezTo>
                <a:cubicBezTo>
                  <a:pt x="88214" y="76236"/>
                  <a:pt x="88214" y="76311"/>
                  <a:pt x="88251" y="76311"/>
                </a:cubicBezTo>
                <a:cubicBezTo>
                  <a:pt x="88287" y="76386"/>
                  <a:pt x="88324" y="76386"/>
                  <a:pt x="88392" y="76386"/>
                </a:cubicBezTo>
                <a:cubicBezTo>
                  <a:pt x="88392" y="76236"/>
                  <a:pt x="88392" y="76236"/>
                  <a:pt x="88392" y="76236"/>
                </a:cubicBezTo>
                <a:cubicBezTo>
                  <a:pt x="88355" y="76160"/>
                  <a:pt x="88287" y="76085"/>
                  <a:pt x="88287" y="76010"/>
                </a:cubicBezTo>
                <a:close/>
                <a:moveTo>
                  <a:pt x="88392" y="74381"/>
                </a:moveTo>
                <a:lnTo>
                  <a:pt x="88392" y="74381"/>
                </a:lnTo>
                <a:cubicBezTo>
                  <a:pt x="88355" y="74381"/>
                  <a:pt x="88355" y="74381"/>
                  <a:pt x="88324" y="74381"/>
                </a:cubicBezTo>
                <a:cubicBezTo>
                  <a:pt x="88287" y="74306"/>
                  <a:pt x="88287" y="74306"/>
                  <a:pt x="88251" y="74230"/>
                </a:cubicBezTo>
                <a:cubicBezTo>
                  <a:pt x="88251" y="74230"/>
                  <a:pt x="88214" y="74230"/>
                  <a:pt x="88177" y="74230"/>
                </a:cubicBezTo>
                <a:cubicBezTo>
                  <a:pt x="88140" y="74155"/>
                  <a:pt x="88104" y="74005"/>
                  <a:pt x="88030" y="74005"/>
                </a:cubicBezTo>
                <a:cubicBezTo>
                  <a:pt x="88030" y="74005"/>
                  <a:pt x="87993" y="73930"/>
                  <a:pt x="87957" y="73930"/>
                </a:cubicBezTo>
                <a:lnTo>
                  <a:pt x="87920" y="74005"/>
                </a:lnTo>
                <a:cubicBezTo>
                  <a:pt x="87920" y="74080"/>
                  <a:pt x="87883" y="74080"/>
                  <a:pt x="87920" y="74155"/>
                </a:cubicBezTo>
                <a:cubicBezTo>
                  <a:pt x="87920" y="74230"/>
                  <a:pt x="87957" y="74306"/>
                  <a:pt x="87957" y="74456"/>
                </a:cubicBezTo>
                <a:cubicBezTo>
                  <a:pt x="87993" y="74456"/>
                  <a:pt x="88030" y="74531"/>
                  <a:pt x="88030" y="74606"/>
                </a:cubicBezTo>
                <a:cubicBezTo>
                  <a:pt x="88067" y="74606"/>
                  <a:pt x="88104" y="74681"/>
                  <a:pt x="88104" y="74757"/>
                </a:cubicBezTo>
                <a:cubicBezTo>
                  <a:pt x="88140" y="74832"/>
                  <a:pt x="88177" y="74832"/>
                  <a:pt x="88177" y="74895"/>
                </a:cubicBezTo>
                <a:cubicBezTo>
                  <a:pt x="88214" y="74982"/>
                  <a:pt x="88214" y="74982"/>
                  <a:pt x="88251" y="75045"/>
                </a:cubicBezTo>
                <a:cubicBezTo>
                  <a:pt x="88287" y="75120"/>
                  <a:pt x="88355" y="75120"/>
                  <a:pt x="88392" y="75120"/>
                </a:cubicBezTo>
                <a:cubicBezTo>
                  <a:pt x="88428" y="75195"/>
                  <a:pt x="88428" y="75195"/>
                  <a:pt x="88465" y="75271"/>
                </a:cubicBezTo>
                <a:cubicBezTo>
                  <a:pt x="88502" y="75346"/>
                  <a:pt x="88502" y="75346"/>
                  <a:pt x="88502" y="75421"/>
                </a:cubicBezTo>
                <a:cubicBezTo>
                  <a:pt x="88539" y="75496"/>
                  <a:pt x="88575" y="75496"/>
                  <a:pt x="88575" y="75571"/>
                </a:cubicBezTo>
                <a:cubicBezTo>
                  <a:pt x="88612" y="75646"/>
                  <a:pt x="88612" y="75722"/>
                  <a:pt x="88649" y="75872"/>
                </a:cubicBezTo>
                <a:cubicBezTo>
                  <a:pt x="88649" y="75947"/>
                  <a:pt x="88649" y="76010"/>
                  <a:pt x="88686" y="76010"/>
                </a:cubicBezTo>
                <a:cubicBezTo>
                  <a:pt x="88686" y="76085"/>
                  <a:pt x="88686" y="76160"/>
                  <a:pt x="88722" y="76160"/>
                </a:cubicBezTo>
                <a:cubicBezTo>
                  <a:pt x="88722" y="76160"/>
                  <a:pt x="88759" y="76236"/>
                  <a:pt x="88796" y="76236"/>
                </a:cubicBezTo>
                <a:cubicBezTo>
                  <a:pt x="88796" y="76236"/>
                  <a:pt x="88833" y="76236"/>
                  <a:pt x="88863" y="76236"/>
                </a:cubicBezTo>
                <a:lnTo>
                  <a:pt x="88900" y="76236"/>
                </a:lnTo>
                <a:cubicBezTo>
                  <a:pt x="88973" y="76311"/>
                  <a:pt x="89010" y="76386"/>
                  <a:pt x="89010" y="76536"/>
                </a:cubicBezTo>
                <a:cubicBezTo>
                  <a:pt x="89047" y="76612"/>
                  <a:pt x="89084" y="76687"/>
                  <a:pt x="89084" y="76762"/>
                </a:cubicBezTo>
                <a:cubicBezTo>
                  <a:pt x="89084" y="76912"/>
                  <a:pt x="89084" y="76975"/>
                  <a:pt x="89084" y="77063"/>
                </a:cubicBezTo>
                <a:cubicBezTo>
                  <a:pt x="89084" y="77201"/>
                  <a:pt x="89084" y="77201"/>
                  <a:pt x="89084" y="77201"/>
                </a:cubicBezTo>
                <a:cubicBezTo>
                  <a:pt x="89084" y="77276"/>
                  <a:pt x="89120" y="77276"/>
                  <a:pt x="89120" y="77351"/>
                </a:cubicBezTo>
                <a:cubicBezTo>
                  <a:pt x="89157" y="77501"/>
                  <a:pt x="89231" y="77501"/>
                  <a:pt x="89267" y="77577"/>
                </a:cubicBezTo>
                <a:cubicBezTo>
                  <a:pt x="89341" y="77727"/>
                  <a:pt x="89378" y="77802"/>
                  <a:pt x="89408" y="77877"/>
                </a:cubicBezTo>
                <a:cubicBezTo>
                  <a:pt x="89445" y="77877"/>
                  <a:pt x="89445" y="77953"/>
                  <a:pt x="89482" y="77953"/>
                </a:cubicBezTo>
                <a:cubicBezTo>
                  <a:pt x="89519" y="78090"/>
                  <a:pt x="89555" y="78166"/>
                  <a:pt x="89592" y="78241"/>
                </a:cubicBezTo>
                <a:cubicBezTo>
                  <a:pt x="89629" y="78391"/>
                  <a:pt x="89666" y="78391"/>
                  <a:pt x="89702" y="78542"/>
                </a:cubicBezTo>
                <a:cubicBezTo>
                  <a:pt x="89739" y="78617"/>
                  <a:pt x="89776" y="78692"/>
                  <a:pt x="89776" y="78842"/>
                </a:cubicBezTo>
                <a:cubicBezTo>
                  <a:pt x="89776" y="78918"/>
                  <a:pt x="89776" y="79068"/>
                  <a:pt x="89776" y="79143"/>
                </a:cubicBezTo>
                <a:cubicBezTo>
                  <a:pt x="89813" y="79206"/>
                  <a:pt x="89813" y="79206"/>
                  <a:pt x="89813" y="79281"/>
                </a:cubicBezTo>
                <a:cubicBezTo>
                  <a:pt x="89849" y="79431"/>
                  <a:pt x="89880" y="79507"/>
                  <a:pt x="89880" y="79582"/>
                </a:cubicBezTo>
                <a:cubicBezTo>
                  <a:pt x="89917" y="79657"/>
                  <a:pt x="89954" y="79657"/>
                  <a:pt x="89954" y="79732"/>
                </a:cubicBezTo>
                <a:cubicBezTo>
                  <a:pt x="89990" y="79807"/>
                  <a:pt x="90027" y="79807"/>
                  <a:pt x="90027" y="79883"/>
                </a:cubicBezTo>
                <a:cubicBezTo>
                  <a:pt x="90064" y="79958"/>
                  <a:pt x="90101" y="79958"/>
                  <a:pt x="90101" y="80033"/>
                </a:cubicBezTo>
                <a:cubicBezTo>
                  <a:pt x="90137" y="80108"/>
                  <a:pt x="90137" y="80171"/>
                  <a:pt x="90174" y="80171"/>
                </a:cubicBezTo>
                <a:cubicBezTo>
                  <a:pt x="90211" y="80321"/>
                  <a:pt x="90248" y="80321"/>
                  <a:pt x="90321" y="80472"/>
                </a:cubicBezTo>
                <a:cubicBezTo>
                  <a:pt x="90358" y="80547"/>
                  <a:pt x="90395" y="80622"/>
                  <a:pt x="90425" y="80697"/>
                </a:cubicBezTo>
                <a:cubicBezTo>
                  <a:pt x="90462" y="80772"/>
                  <a:pt x="90499" y="80772"/>
                  <a:pt x="90499" y="80848"/>
                </a:cubicBezTo>
                <a:cubicBezTo>
                  <a:pt x="90535" y="80923"/>
                  <a:pt x="90535" y="80998"/>
                  <a:pt x="90535" y="80998"/>
                </a:cubicBezTo>
                <a:cubicBezTo>
                  <a:pt x="90572" y="81148"/>
                  <a:pt x="90646" y="81211"/>
                  <a:pt x="90683" y="81286"/>
                </a:cubicBezTo>
                <a:cubicBezTo>
                  <a:pt x="90756" y="81361"/>
                  <a:pt x="90793" y="81437"/>
                  <a:pt x="90830" y="81512"/>
                </a:cubicBezTo>
                <a:cubicBezTo>
                  <a:pt x="90830" y="81587"/>
                  <a:pt x="90866" y="81587"/>
                  <a:pt x="90897" y="81587"/>
                </a:cubicBezTo>
                <a:cubicBezTo>
                  <a:pt x="90897" y="81662"/>
                  <a:pt x="90897" y="81737"/>
                  <a:pt x="90897" y="81737"/>
                </a:cubicBezTo>
                <a:cubicBezTo>
                  <a:pt x="90940" y="81737"/>
                  <a:pt x="90970" y="81662"/>
                  <a:pt x="90970" y="81662"/>
                </a:cubicBezTo>
                <a:cubicBezTo>
                  <a:pt x="91007" y="81662"/>
                  <a:pt x="91044" y="81662"/>
                  <a:pt x="91044" y="81662"/>
                </a:cubicBezTo>
                <a:cubicBezTo>
                  <a:pt x="91117" y="81662"/>
                  <a:pt x="91154" y="81662"/>
                  <a:pt x="91228" y="81662"/>
                </a:cubicBezTo>
                <a:cubicBezTo>
                  <a:pt x="91264" y="81662"/>
                  <a:pt x="91301" y="81662"/>
                  <a:pt x="91338" y="81662"/>
                </a:cubicBezTo>
                <a:cubicBezTo>
                  <a:pt x="91375" y="81662"/>
                  <a:pt x="91411" y="81587"/>
                  <a:pt x="91411" y="81512"/>
                </a:cubicBezTo>
                <a:cubicBezTo>
                  <a:pt x="91442" y="81437"/>
                  <a:pt x="91479" y="81437"/>
                  <a:pt x="91479" y="81361"/>
                </a:cubicBezTo>
                <a:cubicBezTo>
                  <a:pt x="91479" y="81211"/>
                  <a:pt x="91479" y="81211"/>
                  <a:pt x="91479" y="81211"/>
                </a:cubicBezTo>
                <a:cubicBezTo>
                  <a:pt x="91479" y="81073"/>
                  <a:pt x="91442" y="80998"/>
                  <a:pt x="91479" y="80772"/>
                </a:cubicBezTo>
                <a:cubicBezTo>
                  <a:pt x="91479" y="80772"/>
                  <a:pt x="91479" y="80697"/>
                  <a:pt x="91479" y="80622"/>
                </a:cubicBezTo>
                <a:cubicBezTo>
                  <a:pt x="91479" y="80547"/>
                  <a:pt x="91516" y="80472"/>
                  <a:pt x="91516" y="80396"/>
                </a:cubicBezTo>
                <a:cubicBezTo>
                  <a:pt x="91516" y="80246"/>
                  <a:pt x="91516" y="80246"/>
                  <a:pt x="91516" y="80246"/>
                </a:cubicBezTo>
                <a:cubicBezTo>
                  <a:pt x="91516" y="80171"/>
                  <a:pt x="91516" y="80108"/>
                  <a:pt x="91552" y="80108"/>
                </a:cubicBezTo>
                <a:cubicBezTo>
                  <a:pt x="91552" y="80033"/>
                  <a:pt x="91589" y="79958"/>
                  <a:pt x="91626" y="79958"/>
                </a:cubicBezTo>
                <a:cubicBezTo>
                  <a:pt x="91663" y="79958"/>
                  <a:pt x="91699" y="79958"/>
                  <a:pt x="91736" y="79958"/>
                </a:cubicBezTo>
                <a:cubicBezTo>
                  <a:pt x="91773" y="79958"/>
                  <a:pt x="91773" y="80033"/>
                  <a:pt x="91810" y="80033"/>
                </a:cubicBezTo>
                <a:cubicBezTo>
                  <a:pt x="91846" y="80033"/>
                  <a:pt x="91846" y="79958"/>
                  <a:pt x="91883" y="79958"/>
                </a:cubicBezTo>
                <a:cubicBezTo>
                  <a:pt x="91883" y="79883"/>
                  <a:pt x="91883" y="79807"/>
                  <a:pt x="91883" y="79807"/>
                </a:cubicBezTo>
                <a:cubicBezTo>
                  <a:pt x="91883" y="79732"/>
                  <a:pt x="91846" y="79657"/>
                  <a:pt x="91810" y="79582"/>
                </a:cubicBezTo>
                <a:cubicBezTo>
                  <a:pt x="91810" y="79582"/>
                  <a:pt x="91773" y="79507"/>
                  <a:pt x="91736" y="79507"/>
                </a:cubicBezTo>
                <a:cubicBezTo>
                  <a:pt x="91736" y="79431"/>
                  <a:pt x="91699" y="79507"/>
                  <a:pt x="91663" y="79507"/>
                </a:cubicBezTo>
                <a:cubicBezTo>
                  <a:pt x="91663" y="79431"/>
                  <a:pt x="91626" y="79431"/>
                  <a:pt x="91626" y="79431"/>
                </a:cubicBezTo>
                <a:cubicBezTo>
                  <a:pt x="91626" y="79356"/>
                  <a:pt x="91589" y="79281"/>
                  <a:pt x="91626" y="79281"/>
                </a:cubicBezTo>
                <a:cubicBezTo>
                  <a:pt x="91626" y="79206"/>
                  <a:pt x="91663" y="79143"/>
                  <a:pt x="91663" y="79143"/>
                </a:cubicBezTo>
                <a:cubicBezTo>
                  <a:pt x="91663" y="79068"/>
                  <a:pt x="91663" y="78993"/>
                  <a:pt x="91663" y="78993"/>
                </a:cubicBezTo>
                <a:cubicBezTo>
                  <a:pt x="91626" y="78918"/>
                  <a:pt x="91589" y="78918"/>
                  <a:pt x="91589" y="78918"/>
                </a:cubicBezTo>
                <a:cubicBezTo>
                  <a:pt x="91552" y="78918"/>
                  <a:pt x="91516" y="78842"/>
                  <a:pt x="91516" y="78842"/>
                </a:cubicBezTo>
                <a:cubicBezTo>
                  <a:pt x="91479" y="78842"/>
                  <a:pt x="91442" y="78842"/>
                  <a:pt x="91411" y="78842"/>
                </a:cubicBezTo>
                <a:cubicBezTo>
                  <a:pt x="91375" y="78842"/>
                  <a:pt x="91375" y="78842"/>
                  <a:pt x="91338" y="78842"/>
                </a:cubicBezTo>
                <a:cubicBezTo>
                  <a:pt x="91301" y="78842"/>
                  <a:pt x="91264" y="78842"/>
                  <a:pt x="91264" y="78918"/>
                </a:cubicBezTo>
                <a:cubicBezTo>
                  <a:pt x="91228" y="78918"/>
                  <a:pt x="91264" y="78993"/>
                  <a:pt x="91228" y="79068"/>
                </a:cubicBezTo>
                <a:cubicBezTo>
                  <a:pt x="91228" y="79068"/>
                  <a:pt x="91228" y="79143"/>
                  <a:pt x="91228" y="79206"/>
                </a:cubicBezTo>
                <a:cubicBezTo>
                  <a:pt x="91044" y="79206"/>
                  <a:pt x="91044" y="79206"/>
                  <a:pt x="91044" y="79206"/>
                </a:cubicBezTo>
                <a:cubicBezTo>
                  <a:pt x="91044" y="79068"/>
                  <a:pt x="91007" y="78993"/>
                  <a:pt x="91007" y="78918"/>
                </a:cubicBezTo>
                <a:cubicBezTo>
                  <a:pt x="91007" y="78767"/>
                  <a:pt x="91044" y="78692"/>
                  <a:pt x="91044" y="78617"/>
                </a:cubicBezTo>
                <a:cubicBezTo>
                  <a:pt x="91007" y="78617"/>
                  <a:pt x="91007" y="78542"/>
                  <a:pt x="90970" y="78542"/>
                </a:cubicBezTo>
                <a:cubicBezTo>
                  <a:pt x="90897" y="78542"/>
                  <a:pt x="90897" y="78542"/>
                  <a:pt x="90897" y="78542"/>
                </a:cubicBezTo>
                <a:cubicBezTo>
                  <a:pt x="90866" y="78466"/>
                  <a:pt x="90830" y="78542"/>
                  <a:pt x="90756" y="78542"/>
                </a:cubicBezTo>
                <a:cubicBezTo>
                  <a:pt x="90719" y="78466"/>
                  <a:pt x="90719" y="78391"/>
                  <a:pt x="90683" y="78391"/>
                </a:cubicBezTo>
                <a:cubicBezTo>
                  <a:pt x="90646" y="78391"/>
                  <a:pt x="90646" y="78316"/>
                  <a:pt x="90609" y="78316"/>
                </a:cubicBezTo>
                <a:cubicBezTo>
                  <a:pt x="90572" y="78241"/>
                  <a:pt x="90535" y="78241"/>
                  <a:pt x="90535" y="78241"/>
                </a:cubicBezTo>
                <a:cubicBezTo>
                  <a:pt x="90499" y="78166"/>
                  <a:pt x="90499" y="78090"/>
                  <a:pt x="90499" y="78028"/>
                </a:cubicBezTo>
                <a:cubicBezTo>
                  <a:pt x="90499" y="77351"/>
                  <a:pt x="90499" y="77351"/>
                  <a:pt x="90499" y="77351"/>
                </a:cubicBezTo>
                <a:cubicBezTo>
                  <a:pt x="90425" y="77351"/>
                  <a:pt x="90395" y="77351"/>
                  <a:pt x="90321" y="77351"/>
                </a:cubicBezTo>
                <a:cubicBezTo>
                  <a:pt x="90284" y="77351"/>
                  <a:pt x="90284" y="77351"/>
                  <a:pt x="90248" y="77351"/>
                </a:cubicBezTo>
                <a:cubicBezTo>
                  <a:pt x="90211" y="77276"/>
                  <a:pt x="90211" y="77201"/>
                  <a:pt x="90174" y="77201"/>
                </a:cubicBezTo>
                <a:cubicBezTo>
                  <a:pt x="90174" y="77125"/>
                  <a:pt x="90137" y="77125"/>
                  <a:pt x="90101" y="77063"/>
                </a:cubicBezTo>
                <a:cubicBezTo>
                  <a:pt x="90101" y="77063"/>
                  <a:pt x="90101" y="76975"/>
                  <a:pt x="90101" y="76912"/>
                </a:cubicBezTo>
                <a:cubicBezTo>
                  <a:pt x="90064" y="76912"/>
                  <a:pt x="90064" y="76837"/>
                  <a:pt x="90064" y="76762"/>
                </a:cubicBezTo>
                <a:cubicBezTo>
                  <a:pt x="90064" y="76762"/>
                  <a:pt x="90064" y="76687"/>
                  <a:pt x="90064" y="76612"/>
                </a:cubicBezTo>
                <a:lnTo>
                  <a:pt x="90064" y="76536"/>
                </a:lnTo>
                <a:cubicBezTo>
                  <a:pt x="90064" y="76461"/>
                  <a:pt x="90027" y="76386"/>
                  <a:pt x="89990" y="76386"/>
                </a:cubicBezTo>
                <a:cubicBezTo>
                  <a:pt x="89990" y="76386"/>
                  <a:pt x="89954" y="76461"/>
                  <a:pt x="89917" y="76461"/>
                </a:cubicBezTo>
                <a:cubicBezTo>
                  <a:pt x="89849" y="76461"/>
                  <a:pt x="89849" y="76461"/>
                  <a:pt x="89849" y="76461"/>
                </a:cubicBezTo>
                <a:cubicBezTo>
                  <a:pt x="89813" y="76461"/>
                  <a:pt x="89776" y="76386"/>
                  <a:pt x="89739" y="76386"/>
                </a:cubicBezTo>
                <a:cubicBezTo>
                  <a:pt x="89702" y="76386"/>
                  <a:pt x="89666" y="76311"/>
                  <a:pt x="89629" y="76311"/>
                </a:cubicBezTo>
                <a:cubicBezTo>
                  <a:pt x="89592" y="76236"/>
                  <a:pt x="89592" y="76236"/>
                  <a:pt x="89555" y="76160"/>
                </a:cubicBezTo>
                <a:cubicBezTo>
                  <a:pt x="89555" y="76085"/>
                  <a:pt x="89555" y="76010"/>
                  <a:pt x="89555" y="76010"/>
                </a:cubicBezTo>
                <a:cubicBezTo>
                  <a:pt x="89519" y="75947"/>
                  <a:pt x="89482" y="76010"/>
                  <a:pt x="89482" y="75947"/>
                </a:cubicBezTo>
                <a:cubicBezTo>
                  <a:pt x="89445" y="75947"/>
                  <a:pt x="89445" y="75872"/>
                  <a:pt x="89408" y="75797"/>
                </a:cubicBezTo>
                <a:cubicBezTo>
                  <a:pt x="89408" y="75797"/>
                  <a:pt x="89408" y="75722"/>
                  <a:pt x="89378" y="75646"/>
                </a:cubicBezTo>
                <a:cubicBezTo>
                  <a:pt x="89341" y="75646"/>
                  <a:pt x="89341" y="75646"/>
                  <a:pt x="89304" y="75571"/>
                </a:cubicBezTo>
                <a:cubicBezTo>
                  <a:pt x="89267" y="75496"/>
                  <a:pt x="89267" y="75496"/>
                  <a:pt x="89231" y="75421"/>
                </a:cubicBezTo>
                <a:cubicBezTo>
                  <a:pt x="89194" y="75421"/>
                  <a:pt x="89157" y="75346"/>
                  <a:pt x="89157" y="75346"/>
                </a:cubicBezTo>
                <a:cubicBezTo>
                  <a:pt x="89120" y="75271"/>
                  <a:pt x="89120" y="75195"/>
                  <a:pt x="89120" y="75195"/>
                </a:cubicBezTo>
                <a:cubicBezTo>
                  <a:pt x="89084" y="75120"/>
                  <a:pt x="89010" y="75120"/>
                  <a:pt x="88973" y="75045"/>
                </a:cubicBezTo>
                <a:cubicBezTo>
                  <a:pt x="88937" y="75045"/>
                  <a:pt x="88900" y="75045"/>
                  <a:pt x="88900" y="75045"/>
                </a:cubicBezTo>
                <a:cubicBezTo>
                  <a:pt x="88900" y="74982"/>
                  <a:pt x="88900" y="74982"/>
                  <a:pt x="88863" y="74895"/>
                </a:cubicBezTo>
                <a:cubicBezTo>
                  <a:pt x="88863" y="74832"/>
                  <a:pt x="88900" y="74832"/>
                  <a:pt x="88863" y="74757"/>
                </a:cubicBezTo>
                <a:cubicBezTo>
                  <a:pt x="88863" y="74681"/>
                  <a:pt x="88833" y="74757"/>
                  <a:pt x="88833" y="74681"/>
                </a:cubicBezTo>
                <a:cubicBezTo>
                  <a:pt x="88796" y="74681"/>
                  <a:pt x="88759" y="74606"/>
                  <a:pt x="88759" y="74531"/>
                </a:cubicBezTo>
                <a:cubicBezTo>
                  <a:pt x="88722" y="74456"/>
                  <a:pt x="88686" y="74381"/>
                  <a:pt x="88649" y="74230"/>
                </a:cubicBezTo>
                <a:cubicBezTo>
                  <a:pt x="88575" y="74230"/>
                  <a:pt x="88465" y="74381"/>
                  <a:pt x="88392" y="74381"/>
                </a:cubicBezTo>
                <a:close/>
                <a:moveTo>
                  <a:pt x="97439" y="71849"/>
                </a:moveTo>
                <a:lnTo>
                  <a:pt x="97439" y="71849"/>
                </a:lnTo>
                <a:cubicBezTo>
                  <a:pt x="97366" y="71924"/>
                  <a:pt x="97329" y="71849"/>
                  <a:pt x="97292" y="71924"/>
                </a:cubicBezTo>
                <a:cubicBezTo>
                  <a:pt x="97255" y="71924"/>
                  <a:pt x="97255" y="71924"/>
                  <a:pt x="97218" y="71924"/>
                </a:cubicBezTo>
                <a:cubicBezTo>
                  <a:pt x="97218" y="72000"/>
                  <a:pt x="97255" y="72075"/>
                  <a:pt x="97218" y="72075"/>
                </a:cubicBezTo>
                <a:cubicBezTo>
                  <a:pt x="97218" y="72150"/>
                  <a:pt x="97182" y="72150"/>
                  <a:pt x="97145" y="72150"/>
                </a:cubicBezTo>
                <a:cubicBezTo>
                  <a:pt x="97145" y="72225"/>
                  <a:pt x="97108" y="72150"/>
                  <a:pt x="97071" y="72150"/>
                </a:cubicBezTo>
                <a:cubicBezTo>
                  <a:pt x="97071" y="72150"/>
                  <a:pt x="97041" y="72150"/>
                  <a:pt x="97004" y="72150"/>
                </a:cubicBezTo>
                <a:cubicBezTo>
                  <a:pt x="97004" y="72225"/>
                  <a:pt x="96967" y="72225"/>
                  <a:pt x="96931" y="72225"/>
                </a:cubicBezTo>
                <a:cubicBezTo>
                  <a:pt x="96931" y="72300"/>
                  <a:pt x="96931" y="72300"/>
                  <a:pt x="96894" y="72375"/>
                </a:cubicBezTo>
                <a:cubicBezTo>
                  <a:pt x="96894" y="72451"/>
                  <a:pt x="96857" y="72451"/>
                  <a:pt x="96857" y="72526"/>
                </a:cubicBezTo>
                <a:cubicBezTo>
                  <a:pt x="96857" y="73265"/>
                  <a:pt x="96857" y="73265"/>
                  <a:pt x="96857" y="73265"/>
                </a:cubicBezTo>
                <a:cubicBezTo>
                  <a:pt x="96931" y="73340"/>
                  <a:pt x="96931" y="73340"/>
                  <a:pt x="96931" y="73340"/>
                </a:cubicBezTo>
                <a:cubicBezTo>
                  <a:pt x="96931" y="73265"/>
                  <a:pt x="96967" y="73265"/>
                  <a:pt x="96967" y="73190"/>
                </a:cubicBezTo>
                <a:cubicBezTo>
                  <a:pt x="96967" y="73040"/>
                  <a:pt x="96967" y="73040"/>
                  <a:pt x="96967" y="73040"/>
                </a:cubicBezTo>
                <a:cubicBezTo>
                  <a:pt x="96967" y="72902"/>
                  <a:pt x="96967" y="72902"/>
                  <a:pt x="96967" y="72902"/>
                </a:cubicBezTo>
                <a:cubicBezTo>
                  <a:pt x="96967" y="72902"/>
                  <a:pt x="96967" y="72814"/>
                  <a:pt x="96967" y="72751"/>
                </a:cubicBezTo>
                <a:cubicBezTo>
                  <a:pt x="97004" y="72751"/>
                  <a:pt x="97041" y="72751"/>
                  <a:pt x="97041" y="72751"/>
                </a:cubicBezTo>
                <a:cubicBezTo>
                  <a:pt x="97071" y="72751"/>
                  <a:pt x="97071" y="72676"/>
                  <a:pt x="97108" y="72676"/>
                </a:cubicBezTo>
                <a:cubicBezTo>
                  <a:pt x="97182" y="72601"/>
                  <a:pt x="97218" y="72601"/>
                  <a:pt x="97255" y="72601"/>
                </a:cubicBezTo>
                <a:cubicBezTo>
                  <a:pt x="97366" y="72601"/>
                  <a:pt x="97402" y="72601"/>
                  <a:pt x="97476" y="72676"/>
                </a:cubicBezTo>
                <a:cubicBezTo>
                  <a:pt x="97476" y="72902"/>
                  <a:pt x="97476" y="72902"/>
                  <a:pt x="97476" y="72902"/>
                </a:cubicBezTo>
                <a:cubicBezTo>
                  <a:pt x="97476" y="73040"/>
                  <a:pt x="97476" y="73115"/>
                  <a:pt x="97476" y="73190"/>
                </a:cubicBezTo>
                <a:cubicBezTo>
                  <a:pt x="97513" y="73265"/>
                  <a:pt x="97513" y="73340"/>
                  <a:pt x="97513" y="73340"/>
                </a:cubicBezTo>
                <a:cubicBezTo>
                  <a:pt x="97549" y="73416"/>
                  <a:pt x="97580" y="73416"/>
                  <a:pt x="97580" y="73416"/>
                </a:cubicBezTo>
                <a:cubicBezTo>
                  <a:pt x="97617" y="73416"/>
                  <a:pt x="97653" y="73416"/>
                  <a:pt x="97653" y="73416"/>
                </a:cubicBezTo>
                <a:cubicBezTo>
                  <a:pt x="97690" y="73416"/>
                  <a:pt x="97690" y="73491"/>
                  <a:pt x="97727" y="73566"/>
                </a:cubicBezTo>
                <a:cubicBezTo>
                  <a:pt x="97764" y="73566"/>
                  <a:pt x="97800" y="73641"/>
                  <a:pt x="97800" y="73641"/>
                </a:cubicBezTo>
                <a:cubicBezTo>
                  <a:pt x="97837" y="73641"/>
                  <a:pt x="97874" y="73566"/>
                  <a:pt x="97911" y="73641"/>
                </a:cubicBezTo>
                <a:cubicBezTo>
                  <a:pt x="97911" y="73716"/>
                  <a:pt x="97947" y="73716"/>
                  <a:pt x="97947" y="73792"/>
                </a:cubicBezTo>
                <a:cubicBezTo>
                  <a:pt x="97984" y="73792"/>
                  <a:pt x="97947" y="73867"/>
                  <a:pt x="97947" y="73930"/>
                </a:cubicBezTo>
                <a:cubicBezTo>
                  <a:pt x="97984" y="73930"/>
                  <a:pt x="98021" y="73930"/>
                  <a:pt x="98021" y="73930"/>
                </a:cubicBezTo>
                <a:cubicBezTo>
                  <a:pt x="98058" y="73930"/>
                  <a:pt x="98058" y="74005"/>
                  <a:pt x="98094" y="74005"/>
                </a:cubicBezTo>
                <a:cubicBezTo>
                  <a:pt x="98162" y="74005"/>
                  <a:pt x="98162" y="74005"/>
                  <a:pt x="98162" y="74005"/>
                </a:cubicBezTo>
                <a:cubicBezTo>
                  <a:pt x="98162" y="73716"/>
                  <a:pt x="98162" y="73716"/>
                  <a:pt x="98162" y="73716"/>
                </a:cubicBezTo>
                <a:cubicBezTo>
                  <a:pt x="98162" y="73641"/>
                  <a:pt x="98162" y="73641"/>
                  <a:pt x="98162" y="73566"/>
                </a:cubicBezTo>
                <a:cubicBezTo>
                  <a:pt x="98125" y="73491"/>
                  <a:pt x="98094" y="73566"/>
                  <a:pt x="98094" y="73491"/>
                </a:cubicBezTo>
                <a:cubicBezTo>
                  <a:pt x="98058" y="73491"/>
                  <a:pt x="98094" y="73416"/>
                  <a:pt x="98094" y="73340"/>
                </a:cubicBezTo>
                <a:cubicBezTo>
                  <a:pt x="98058" y="73265"/>
                  <a:pt x="98058" y="73190"/>
                  <a:pt x="98058" y="73040"/>
                </a:cubicBezTo>
                <a:cubicBezTo>
                  <a:pt x="98094" y="73040"/>
                  <a:pt x="98094" y="72965"/>
                  <a:pt x="98125" y="72965"/>
                </a:cubicBezTo>
                <a:cubicBezTo>
                  <a:pt x="98162" y="72965"/>
                  <a:pt x="98162" y="73040"/>
                  <a:pt x="98199" y="73040"/>
                </a:cubicBezTo>
                <a:cubicBezTo>
                  <a:pt x="98235" y="73040"/>
                  <a:pt x="98235" y="73040"/>
                  <a:pt x="98272" y="73040"/>
                </a:cubicBezTo>
                <a:cubicBezTo>
                  <a:pt x="98309" y="73040"/>
                  <a:pt x="98309" y="73040"/>
                  <a:pt x="98346" y="73040"/>
                </a:cubicBezTo>
                <a:cubicBezTo>
                  <a:pt x="98382" y="72902"/>
                  <a:pt x="98382" y="72902"/>
                  <a:pt x="98382" y="72902"/>
                </a:cubicBezTo>
                <a:cubicBezTo>
                  <a:pt x="98309" y="72676"/>
                  <a:pt x="98309" y="72676"/>
                  <a:pt x="98309" y="72676"/>
                </a:cubicBezTo>
                <a:cubicBezTo>
                  <a:pt x="98309" y="71561"/>
                  <a:pt x="98309" y="71561"/>
                  <a:pt x="98309" y="71561"/>
                </a:cubicBezTo>
                <a:cubicBezTo>
                  <a:pt x="98309" y="71486"/>
                  <a:pt x="98309" y="71486"/>
                  <a:pt x="98309" y="71410"/>
                </a:cubicBezTo>
                <a:cubicBezTo>
                  <a:pt x="98309" y="71335"/>
                  <a:pt x="98272" y="71335"/>
                  <a:pt x="98272" y="71260"/>
                </a:cubicBezTo>
                <a:cubicBezTo>
                  <a:pt x="98235" y="71185"/>
                  <a:pt x="98199" y="71110"/>
                  <a:pt x="98162" y="71110"/>
                </a:cubicBezTo>
                <a:cubicBezTo>
                  <a:pt x="98125" y="71110"/>
                  <a:pt x="98094" y="71185"/>
                  <a:pt x="98094" y="71260"/>
                </a:cubicBezTo>
                <a:cubicBezTo>
                  <a:pt x="98058" y="71410"/>
                  <a:pt x="98058" y="71410"/>
                  <a:pt x="98058" y="71410"/>
                </a:cubicBezTo>
                <a:cubicBezTo>
                  <a:pt x="98058" y="71410"/>
                  <a:pt x="98058" y="71486"/>
                  <a:pt x="98021" y="71561"/>
                </a:cubicBezTo>
                <a:cubicBezTo>
                  <a:pt x="97984" y="71636"/>
                  <a:pt x="97947" y="71636"/>
                  <a:pt x="97874" y="71711"/>
                </a:cubicBezTo>
                <a:cubicBezTo>
                  <a:pt x="97874" y="71711"/>
                  <a:pt x="97837" y="71636"/>
                  <a:pt x="97800" y="71636"/>
                </a:cubicBezTo>
                <a:cubicBezTo>
                  <a:pt x="97800" y="71636"/>
                  <a:pt x="97764" y="71711"/>
                  <a:pt x="97764" y="71786"/>
                </a:cubicBezTo>
                <a:cubicBezTo>
                  <a:pt x="97727" y="71786"/>
                  <a:pt x="97690" y="71849"/>
                  <a:pt x="97690" y="71849"/>
                </a:cubicBezTo>
                <a:cubicBezTo>
                  <a:pt x="97653" y="71924"/>
                  <a:pt x="97690" y="72000"/>
                  <a:pt x="97653" y="72000"/>
                </a:cubicBezTo>
                <a:cubicBezTo>
                  <a:pt x="97617" y="72075"/>
                  <a:pt x="97580" y="72075"/>
                  <a:pt x="97513" y="72075"/>
                </a:cubicBezTo>
                <a:cubicBezTo>
                  <a:pt x="97513" y="72075"/>
                  <a:pt x="97476" y="72075"/>
                  <a:pt x="97439" y="72075"/>
                </a:cubicBezTo>
                <a:cubicBezTo>
                  <a:pt x="97439" y="72075"/>
                  <a:pt x="97476" y="71924"/>
                  <a:pt x="97439" y="71849"/>
                </a:cubicBezTo>
                <a:close/>
                <a:moveTo>
                  <a:pt x="96422" y="68591"/>
                </a:moveTo>
                <a:lnTo>
                  <a:pt x="96422" y="68591"/>
                </a:lnTo>
                <a:cubicBezTo>
                  <a:pt x="96385" y="68653"/>
                  <a:pt x="96385" y="68653"/>
                  <a:pt x="96385" y="68804"/>
                </a:cubicBezTo>
                <a:cubicBezTo>
                  <a:pt x="96385" y="68879"/>
                  <a:pt x="96422" y="68954"/>
                  <a:pt x="96422" y="69029"/>
                </a:cubicBezTo>
                <a:cubicBezTo>
                  <a:pt x="96459" y="69104"/>
                  <a:pt x="96496" y="69104"/>
                  <a:pt x="96496" y="69104"/>
                </a:cubicBezTo>
                <a:cubicBezTo>
                  <a:pt x="96532" y="69180"/>
                  <a:pt x="96563" y="69104"/>
                  <a:pt x="96563" y="69104"/>
                </a:cubicBezTo>
                <a:cubicBezTo>
                  <a:pt x="96637" y="69180"/>
                  <a:pt x="96637" y="69104"/>
                  <a:pt x="96710" y="69104"/>
                </a:cubicBezTo>
                <a:cubicBezTo>
                  <a:pt x="96710" y="69330"/>
                  <a:pt x="96673" y="69405"/>
                  <a:pt x="96710" y="69556"/>
                </a:cubicBezTo>
                <a:cubicBezTo>
                  <a:pt x="96710" y="69631"/>
                  <a:pt x="96747" y="69631"/>
                  <a:pt x="96747" y="69706"/>
                </a:cubicBezTo>
                <a:cubicBezTo>
                  <a:pt x="96747" y="69844"/>
                  <a:pt x="96784" y="69919"/>
                  <a:pt x="96784" y="70069"/>
                </a:cubicBezTo>
                <a:cubicBezTo>
                  <a:pt x="96784" y="70145"/>
                  <a:pt x="96747" y="70220"/>
                  <a:pt x="96747" y="70295"/>
                </a:cubicBezTo>
                <a:cubicBezTo>
                  <a:pt x="96747" y="70370"/>
                  <a:pt x="96747" y="70370"/>
                  <a:pt x="96747" y="70445"/>
                </a:cubicBezTo>
                <a:cubicBezTo>
                  <a:pt x="96747" y="70445"/>
                  <a:pt x="96747" y="70445"/>
                  <a:pt x="96747" y="70521"/>
                </a:cubicBezTo>
                <a:cubicBezTo>
                  <a:pt x="96747" y="70521"/>
                  <a:pt x="96784" y="70596"/>
                  <a:pt x="96820" y="70596"/>
                </a:cubicBezTo>
                <a:cubicBezTo>
                  <a:pt x="96820" y="70671"/>
                  <a:pt x="96857" y="70671"/>
                  <a:pt x="96894" y="70734"/>
                </a:cubicBezTo>
                <a:cubicBezTo>
                  <a:pt x="96894" y="70734"/>
                  <a:pt x="96931" y="70734"/>
                  <a:pt x="96931" y="70821"/>
                </a:cubicBezTo>
                <a:cubicBezTo>
                  <a:pt x="97004" y="70821"/>
                  <a:pt x="97041" y="70734"/>
                  <a:pt x="97071" y="70734"/>
                </a:cubicBezTo>
                <a:cubicBezTo>
                  <a:pt x="97071" y="70821"/>
                  <a:pt x="97041" y="70821"/>
                  <a:pt x="97041" y="70884"/>
                </a:cubicBezTo>
                <a:cubicBezTo>
                  <a:pt x="97041" y="70959"/>
                  <a:pt x="97041" y="70959"/>
                  <a:pt x="97041" y="71034"/>
                </a:cubicBezTo>
                <a:cubicBezTo>
                  <a:pt x="97041" y="71110"/>
                  <a:pt x="97004" y="71110"/>
                  <a:pt x="97004" y="71185"/>
                </a:cubicBezTo>
                <a:cubicBezTo>
                  <a:pt x="97004" y="71260"/>
                  <a:pt x="97004" y="71260"/>
                  <a:pt x="97004" y="71335"/>
                </a:cubicBezTo>
                <a:cubicBezTo>
                  <a:pt x="97041" y="71335"/>
                  <a:pt x="97071" y="71335"/>
                  <a:pt x="97071" y="71410"/>
                </a:cubicBezTo>
                <a:cubicBezTo>
                  <a:pt x="97108" y="71410"/>
                  <a:pt x="97108" y="71486"/>
                  <a:pt x="97145" y="71486"/>
                </a:cubicBezTo>
                <a:cubicBezTo>
                  <a:pt x="97182" y="71486"/>
                  <a:pt x="97182" y="71486"/>
                  <a:pt x="97218" y="71486"/>
                </a:cubicBezTo>
                <a:cubicBezTo>
                  <a:pt x="97255" y="71486"/>
                  <a:pt x="97255" y="71486"/>
                  <a:pt x="97292" y="71486"/>
                </a:cubicBezTo>
                <a:cubicBezTo>
                  <a:pt x="97329" y="71410"/>
                  <a:pt x="97292" y="71335"/>
                  <a:pt x="97292" y="71335"/>
                </a:cubicBezTo>
                <a:cubicBezTo>
                  <a:pt x="97292" y="71260"/>
                  <a:pt x="97329" y="71260"/>
                  <a:pt x="97366" y="71260"/>
                </a:cubicBezTo>
                <a:cubicBezTo>
                  <a:pt x="97402" y="71260"/>
                  <a:pt x="97439" y="71260"/>
                  <a:pt x="97476" y="71260"/>
                </a:cubicBezTo>
                <a:cubicBezTo>
                  <a:pt x="97476" y="70884"/>
                  <a:pt x="97476" y="70884"/>
                  <a:pt x="97476" y="70884"/>
                </a:cubicBezTo>
                <a:cubicBezTo>
                  <a:pt x="97476" y="70734"/>
                  <a:pt x="97439" y="70671"/>
                  <a:pt x="97402" y="70596"/>
                </a:cubicBezTo>
                <a:cubicBezTo>
                  <a:pt x="97366" y="70596"/>
                  <a:pt x="97329" y="70596"/>
                  <a:pt x="97329" y="70596"/>
                </a:cubicBezTo>
                <a:cubicBezTo>
                  <a:pt x="97292" y="70521"/>
                  <a:pt x="97292" y="70521"/>
                  <a:pt x="97255" y="70445"/>
                </a:cubicBezTo>
                <a:cubicBezTo>
                  <a:pt x="97255" y="70445"/>
                  <a:pt x="97255" y="70370"/>
                  <a:pt x="97255" y="70295"/>
                </a:cubicBezTo>
                <a:cubicBezTo>
                  <a:pt x="97218" y="70295"/>
                  <a:pt x="97255" y="70220"/>
                  <a:pt x="97255" y="70145"/>
                </a:cubicBezTo>
                <a:cubicBezTo>
                  <a:pt x="97218" y="70145"/>
                  <a:pt x="97182" y="70069"/>
                  <a:pt x="97182" y="70069"/>
                </a:cubicBezTo>
                <a:cubicBezTo>
                  <a:pt x="97145" y="70069"/>
                  <a:pt x="97108" y="69994"/>
                  <a:pt x="97108" y="69994"/>
                </a:cubicBezTo>
                <a:cubicBezTo>
                  <a:pt x="97071" y="69994"/>
                  <a:pt x="97041" y="69994"/>
                  <a:pt x="97041" y="69919"/>
                </a:cubicBezTo>
                <a:cubicBezTo>
                  <a:pt x="97004" y="69919"/>
                  <a:pt x="97004" y="69844"/>
                  <a:pt x="97004" y="69844"/>
                </a:cubicBezTo>
                <a:cubicBezTo>
                  <a:pt x="97004" y="69769"/>
                  <a:pt x="96967" y="69706"/>
                  <a:pt x="96967" y="69706"/>
                </a:cubicBezTo>
                <a:cubicBezTo>
                  <a:pt x="96967" y="69556"/>
                  <a:pt x="96967" y="69480"/>
                  <a:pt x="96967" y="69405"/>
                </a:cubicBezTo>
                <a:cubicBezTo>
                  <a:pt x="96967" y="69330"/>
                  <a:pt x="96931" y="69330"/>
                  <a:pt x="96894" y="69255"/>
                </a:cubicBezTo>
                <a:cubicBezTo>
                  <a:pt x="96894" y="69104"/>
                  <a:pt x="96857" y="69029"/>
                  <a:pt x="96784" y="68954"/>
                </a:cubicBezTo>
                <a:cubicBezTo>
                  <a:pt x="96747" y="68954"/>
                  <a:pt x="96710" y="68879"/>
                  <a:pt x="96637" y="68879"/>
                </a:cubicBezTo>
                <a:cubicBezTo>
                  <a:pt x="96637" y="68804"/>
                  <a:pt x="96637" y="68741"/>
                  <a:pt x="96600" y="68741"/>
                </a:cubicBezTo>
                <a:cubicBezTo>
                  <a:pt x="96563" y="68653"/>
                  <a:pt x="96563" y="68653"/>
                  <a:pt x="96532" y="68591"/>
                </a:cubicBezTo>
                <a:cubicBezTo>
                  <a:pt x="96496" y="68591"/>
                  <a:pt x="96422" y="68591"/>
                  <a:pt x="96422" y="68591"/>
                </a:cubicBezTo>
                <a:close/>
                <a:moveTo>
                  <a:pt x="96894" y="68440"/>
                </a:moveTo>
                <a:lnTo>
                  <a:pt x="96894" y="68440"/>
                </a:lnTo>
                <a:cubicBezTo>
                  <a:pt x="96967" y="68515"/>
                  <a:pt x="97004" y="68591"/>
                  <a:pt x="97071" y="68653"/>
                </a:cubicBezTo>
                <a:cubicBezTo>
                  <a:pt x="97108" y="68653"/>
                  <a:pt x="97108" y="68741"/>
                  <a:pt x="97145" y="68804"/>
                </a:cubicBezTo>
                <a:cubicBezTo>
                  <a:pt x="97145" y="68804"/>
                  <a:pt x="97182" y="68804"/>
                  <a:pt x="97218" y="68879"/>
                </a:cubicBezTo>
                <a:cubicBezTo>
                  <a:pt x="97218" y="68879"/>
                  <a:pt x="97255" y="68804"/>
                  <a:pt x="97292" y="68879"/>
                </a:cubicBezTo>
                <a:cubicBezTo>
                  <a:pt x="97292" y="68879"/>
                  <a:pt x="97255" y="68954"/>
                  <a:pt x="97292" y="68954"/>
                </a:cubicBezTo>
                <a:cubicBezTo>
                  <a:pt x="97292" y="69029"/>
                  <a:pt x="97329" y="69029"/>
                  <a:pt x="97329" y="69029"/>
                </a:cubicBezTo>
                <a:cubicBezTo>
                  <a:pt x="97366" y="69104"/>
                  <a:pt x="97402" y="69104"/>
                  <a:pt x="97402" y="69180"/>
                </a:cubicBezTo>
                <a:cubicBezTo>
                  <a:pt x="97439" y="69255"/>
                  <a:pt x="97439" y="69330"/>
                  <a:pt x="97439" y="69330"/>
                </a:cubicBezTo>
                <a:cubicBezTo>
                  <a:pt x="97439" y="69405"/>
                  <a:pt x="97439" y="69480"/>
                  <a:pt x="97439" y="69480"/>
                </a:cubicBezTo>
                <a:cubicBezTo>
                  <a:pt x="97439" y="69556"/>
                  <a:pt x="97439" y="69631"/>
                  <a:pt x="97476" y="69631"/>
                </a:cubicBezTo>
                <a:cubicBezTo>
                  <a:pt x="97476" y="69706"/>
                  <a:pt x="97513" y="69706"/>
                  <a:pt x="97549" y="69706"/>
                </a:cubicBezTo>
                <a:cubicBezTo>
                  <a:pt x="97580" y="69769"/>
                  <a:pt x="97617" y="69844"/>
                  <a:pt x="97690" y="69919"/>
                </a:cubicBezTo>
                <a:cubicBezTo>
                  <a:pt x="97690" y="69994"/>
                  <a:pt x="97727" y="69994"/>
                  <a:pt x="97764" y="69994"/>
                </a:cubicBezTo>
                <a:cubicBezTo>
                  <a:pt x="97764" y="70069"/>
                  <a:pt x="97800" y="70145"/>
                  <a:pt x="97800" y="70145"/>
                </a:cubicBezTo>
                <a:cubicBezTo>
                  <a:pt x="97837" y="70295"/>
                  <a:pt x="97800" y="70370"/>
                  <a:pt x="97800" y="70445"/>
                </a:cubicBezTo>
                <a:cubicBezTo>
                  <a:pt x="98094" y="70445"/>
                  <a:pt x="98094" y="70445"/>
                  <a:pt x="98094" y="70445"/>
                </a:cubicBezTo>
                <a:cubicBezTo>
                  <a:pt x="98094" y="70445"/>
                  <a:pt x="98094" y="70370"/>
                  <a:pt x="98094" y="70295"/>
                </a:cubicBezTo>
                <a:cubicBezTo>
                  <a:pt x="98094" y="70220"/>
                  <a:pt x="98125" y="70145"/>
                  <a:pt x="98125" y="69994"/>
                </a:cubicBezTo>
                <a:lnTo>
                  <a:pt x="98094" y="69994"/>
                </a:lnTo>
                <a:cubicBezTo>
                  <a:pt x="98094" y="69769"/>
                  <a:pt x="98058" y="69631"/>
                  <a:pt x="97984" y="69556"/>
                </a:cubicBezTo>
                <a:cubicBezTo>
                  <a:pt x="97984" y="69480"/>
                  <a:pt x="97947" y="69480"/>
                  <a:pt x="97911" y="69480"/>
                </a:cubicBezTo>
                <a:cubicBezTo>
                  <a:pt x="97911" y="69405"/>
                  <a:pt x="97911" y="69330"/>
                  <a:pt x="97911" y="69330"/>
                </a:cubicBezTo>
                <a:cubicBezTo>
                  <a:pt x="97874" y="69255"/>
                  <a:pt x="97874" y="69180"/>
                  <a:pt x="97837" y="69104"/>
                </a:cubicBezTo>
                <a:cubicBezTo>
                  <a:pt x="97837" y="69104"/>
                  <a:pt x="97800" y="69029"/>
                  <a:pt x="97800" y="68954"/>
                </a:cubicBezTo>
                <a:cubicBezTo>
                  <a:pt x="97764" y="68954"/>
                  <a:pt x="97727" y="68879"/>
                  <a:pt x="97690" y="68879"/>
                </a:cubicBezTo>
                <a:lnTo>
                  <a:pt x="97617" y="68879"/>
                </a:lnTo>
                <a:cubicBezTo>
                  <a:pt x="97580" y="68741"/>
                  <a:pt x="97580" y="68741"/>
                  <a:pt x="97580" y="68741"/>
                </a:cubicBezTo>
                <a:cubicBezTo>
                  <a:pt x="97580" y="68653"/>
                  <a:pt x="97617" y="68591"/>
                  <a:pt x="97617" y="68591"/>
                </a:cubicBezTo>
                <a:cubicBezTo>
                  <a:pt x="97617" y="68139"/>
                  <a:pt x="97617" y="68139"/>
                  <a:pt x="97617" y="68139"/>
                </a:cubicBezTo>
                <a:cubicBezTo>
                  <a:pt x="97580" y="68139"/>
                  <a:pt x="97580" y="68139"/>
                  <a:pt x="97549" y="68139"/>
                </a:cubicBezTo>
                <a:cubicBezTo>
                  <a:pt x="97513" y="68139"/>
                  <a:pt x="97513" y="68139"/>
                  <a:pt x="97476" y="68139"/>
                </a:cubicBezTo>
                <a:cubicBezTo>
                  <a:pt x="97402" y="68139"/>
                  <a:pt x="97402" y="68139"/>
                  <a:pt x="97402" y="68139"/>
                </a:cubicBezTo>
                <a:cubicBezTo>
                  <a:pt x="97329" y="68139"/>
                  <a:pt x="97292" y="68139"/>
                  <a:pt x="97255" y="68139"/>
                </a:cubicBezTo>
                <a:cubicBezTo>
                  <a:pt x="97218" y="68215"/>
                  <a:pt x="97255" y="68290"/>
                  <a:pt x="97218" y="68290"/>
                </a:cubicBezTo>
                <a:cubicBezTo>
                  <a:pt x="97218" y="68365"/>
                  <a:pt x="97182" y="68365"/>
                  <a:pt x="97145" y="68365"/>
                </a:cubicBezTo>
                <a:cubicBezTo>
                  <a:pt x="97145" y="68365"/>
                  <a:pt x="97108" y="68365"/>
                  <a:pt x="97071" y="68365"/>
                </a:cubicBezTo>
                <a:cubicBezTo>
                  <a:pt x="97041" y="68365"/>
                  <a:pt x="96967" y="68440"/>
                  <a:pt x="96894" y="68440"/>
                </a:cubicBezTo>
                <a:close/>
                <a:moveTo>
                  <a:pt x="96238" y="69104"/>
                </a:moveTo>
                <a:lnTo>
                  <a:pt x="96238" y="69104"/>
                </a:lnTo>
                <a:cubicBezTo>
                  <a:pt x="96238" y="69180"/>
                  <a:pt x="96238" y="69180"/>
                  <a:pt x="96202" y="69255"/>
                </a:cubicBezTo>
                <a:cubicBezTo>
                  <a:pt x="96165" y="69405"/>
                  <a:pt x="96128" y="69405"/>
                  <a:pt x="96091" y="69556"/>
                </a:cubicBezTo>
                <a:cubicBezTo>
                  <a:pt x="96091" y="69631"/>
                  <a:pt x="96091" y="69631"/>
                  <a:pt x="96091" y="69706"/>
                </a:cubicBezTo>
                <a:cubicBezTo>
                  <a:pt x="96055" y="69769"/>
                  <a:pt x="96055" y="69769"/>
                  <a:pt x="96024" y="69844"/>
                </a:cubicBezTo>
                <a:cubicBezTo>
                  <a:pt x="96024" y="69919"/>
                  <a:pt x="96024" y="69919"/>
                  <a:pt x="95987" y="69994"/>
                </a:cubicBezTo>
                <a:cubicBezTo>
                  <a:pt x="95987" y="70069"/>
                  <a:pt x="95950" y="70069"/>
                  <a:pt x="95950" y="70069"/>
                </a:cubicBezTo>
                <a:cubicBezTo>
                  <a:pt x="95914" y="70145"/>
                  <a:pt x="95914" y="70220"/>
                  <a:pt x="95914" y="70220"/>
                </a:cubicBezTo>
                <a:cubicBezTo>
                  <a:pt x="95877" y="70295"/>
                  <a:pt x="95877" y="70370"/>
                  <a:pt x="95877" y="70370"/>
                </a:cubicBezTo>
                <a:cubicBezTo>
                  <a:pt x="95840" y="70445"/>
                  <a:pt x="95803" y="70445"/>
                  <a:pt x="95803" y="70521"/>
                </a:cubicBezTo>
                <a:cubicBezTo>
                  <a:pt x="95767" y="70521"/>
                  <a:pt x="95803" y="70596"/>
                  <a:pt x="95803" y="70671"/>
                </a:cubicBezTo>
                <a:cubicBezTo>
                  <a:pt x="95803" y="70671"/>
                  <a:pt x="95803" y="70734"/>
                  <a:pt x="95803" y="70821"/>
                </a:cubicBezTo>
                <a:cubicBezTo>
                  <a:pt x="95803" y="70821"/>
                  <a:pt x="95767" y="70884"/>
                  <a:pt x="95730" y="70884"/>
                </a:cubicBezTo>
                <a:cubicBezTo>
                  <a:pt x="95730" y="70959"/>
                  <a:pt x="95693" y="71034"/>
                  <a:pt x="95693" y="71034"/>
                </a:cubicBezTo>
                <a:cubicBezTo>
                  <a:pt x="95656" y="71110"/>
                  <a:pt x="95656" y="71185"/>
                  <a:pt x="95656" y="71185"/>
                </a:cubicBezTo>
                <a:cubicBezTo>
                  <a:pt x="95620" y="71260"/>
                  <a:pt x="95546" y="71185"/>
                  <a:pt x="95509" y="71260"/>
                </a:cubicBezTo>
                <a:cubicBezTo>
                  <a:pt x="95479" y="71335"/>
                  <a:pt x="95509" y="71410"/>
                  <a:pt x="95479" y="71410"/>
                </a:cubicBezTo>
                <a:cubicBezTo>
                  <a:pt x="95479" y="71486"/>
                  <a:pt x="95442" y="71486"/>
                  <a:pt x="95442" y="71561"/>
                </a:cubicBezTo>
                <a:cubicBezTo>
                  <a:pt x="95405" y="71561"/>
                  <a:pt x="95369" y="71561"/>
                  <a:pt x="95369" y="71561"/>
                </a:cubicBezTo>
                <a:cubicBezTo>
                  <a:pt x="95332" y="71561"/>
                  <a:pt x="95295" y="71561"/>
                  <a:pt x="95295" y="71561"/>
                </a:cubicBezTo>
                <a:cubicBezTo>
                  <a:pt x="95258" y="71561"/>
                  <a:pt x="95258" y="71636"/>
                  <a:pt x="95222" y="71711"/>
                </a:cubicBezTo>
                <a:cubicBezTo>
                  <a:pt x="95185" y="71786"/>
                  <a:pt x="95185" y="71849"/>
                  <a:pt x="95185" y="72000"/>
                </a:cubicBezTo>
                <a:cubicBezTo>
                  <a:pt x="95222" y="72000"/>
                  <a:pt x="95222" y="72000"/>
                  <a:pt x="95258" y="72000"/>
                </a:cubicBezTo>
                <a:cubicBezTo>
                  <a:pt x="95258" y="72000"/>
                  <a:pt x="95295" y="72000"/>
                  <a:pt x="95332" y="72000"/>
                </a:cubicBezTo>
                <a:cubicBezTo>
                  <a:pt x="95332" y="72000"/>
                  <a:pt x="95369" y="72000"/>
                  <a:pt x="95405" y="72000"/>
                </a:cubicBezTo>
                <a:cubicBezTo>
                  <a:pt x="95405" y="72000"/>
                  <a:pt x="95442" y="71924"/>
                  <a:pt x="95442" y="71849"/>
                </a:cubicBezTo>
                <a:cubicBezTo>
                  <a:pt x="95479" y="71849"/>
                  <a:pt x="95509" y="71786"/>
                  <a:pt x="95509" y="71786"/>
                </a:cubicBezTo>
                <a:cubicBezTo>
                  <a:pt x="95509" y="71711"/>
                  <a:pt x="95509" y="71636"/>
                  <a:pt x="95509" y="71636"/>
                </a:cubicBezTo>
                <a:cubicBezTo>
                  <a:pt x="95546" y="71486"/>
                  <a:pt x="95583" y="71410"/>
                  <a:pt x="95620" y="71335"/>
                </a:cubicBezTo>
                <a:cubicBezTo>
                  <a:pt x="95620" y="71335"/>
                  <a:pt x="95656" y="71335"/>
                  <a:pt x="95693" y="71335"/>
                </a:cubicBezTo>
                <a:cubicBezTo>
                  <a:pt x="95730" y="71260"/>
                  <a:pt x="95730" y="71260"/>
                  <a:pt x="95767" y="71260"/>
                </a:cubicBezTo>
                <a:cubicBezTo>
                  <a:pt x="95803" y="71185"/>
                  <a:pt x="95840" y="71260"/>
                  <a:pt x="95914" y="71260"/>
                </a:cubicBezTo>
                <a:cubicBezTo>
                  <a:pt x="95914" y="71110"/>
                  <a:pt x="95914" y="71034"/>
                  <a:pt x="95914" y="70959"/>
                </a:cubicBezTo>
                <a:cubicBezTo>
                  <a:pt x="95914" y="70821"/>
                  <a:pt x="95950" y="70734"/>
                  <a:pt x="95950" y="70671"/>
                </a:cubicBezTo>
                <a:cubicBezTo>
                  <a:pt x="95987" y="70596"/>
                  <a:pt x="96024" y="70445"/>
                  <a:pt x="96055" y="70370"/>
                </a:cubicBezTo>
                <a:cubicBezTo>
                  <a:pt x="96055" y="70370"/>
                  <a:pt x="96091" y="70370"/>
                  <a:pt x="96128" y="70295"/>
                </a:cubicBezTo>
                <a:cubicBezTo>
                  <a:pt x="96128" y="70295"/>
                  <a:pt x="96165" y="70295"/>
                  <a:pt x="96202" y="70220"/>
                </a:cubicBezTo>
                <a:cubicBezTo>
                  <a:pt x="96202" y="70220"/>
                  <a:pt x="96202" y="70145"/>
                  <a:pt x="96202" y="70069"/>
                </a:cubicBezTo>
                <a:cubicBezTo>
                  <a:pt x="96238" y="69919"/>
                  <a:pt x="96202" y="69844"/>
                  <a:pt x="96202" y="69769"/>
                </a:cubicBezTo>
                <a:cubicBezTo>
                  <a:pt x="96202" y="69706"/>
                  <a:pt x="96238" y="69631"/>
                  <a:pt x="96238" y="69631"/>
                </a:cubicBezTo>
                <a:cubicBezTo>
                  <a:pt x="96238" y="69480"/>
                  <a:pt x="96238" y="69255"/>
                  <a:pt x="96238" y="69104"/>
                </a:cubicBezTo>
                <a:close/>
                <a:moveTo>
                  <a:pt x="96532" y="64944"/>
                </a:moveTo>
                <a:lnTo>
                  <a:pt x="96532" y="64944"/>
                </a:lnTo>
                <a:cubicBezTo>
                  <a:pt x="96349" y="64944"/>
                  <a:pt x="96349" y="64944"/>
                  <a:pt x="96349" y="64944"/>
                </a:cubicBezTo>
                <a:cubicBezTo>
                  <a:pt x="96349" y="64944"/>
                  <a:pt x="96349" y="64944"/>
                  <a:pt x="96349" y="65019"/>
                </a:cubicBezTo>
                <a:lnTo>
                  <a:pt x="96349" y="65019"/>
                </a:lnTo>
                <a:cubicBezTo>
                  <a:pt x="96349" y="65094"/>
                  <a:pt x="96349" y="65094"/>
                  <a:pt x="96349" y="65169"/>
                </a:cubicBezTo>
                <a:lnTo>
                  <a:pt x="96349" y="65169"/>
                </a:lnTo>
                <a:cubicBezTo>
                  <a:pt x="96349" y="65244"/>
                  <a:pt x="96349" y="65244"/>
                  <a:pt x="96349" y="65320"/>
                </a:cubicBezTo>
                <a:cubicBezTo>
                  <a:pt x="96349" y="65320"/>
                  <a:pt x="96349" y="65320"/>
                  <a:pt x="96349" y="65395"/>
                </a:cubicBezTo>
                <a:cubicBezTo>
                  <a:pt x="96349" y="65395"/>
                  <a:pt x="96349" y="65395"/>
                  <a:pt x="96385" y="65470"/>
                </a:cubicBezTo>
                <a:lnTo>
                  <a:pt x="96385" y="65545"/>
                </a:lnTo>
                <a:cubicBezTo>
                  <a:pt x="96385" y="65608"/>
                  <a:pt x="96385" y="65608"/>
                  <a:pt x="96385" y="65608"/>
                </a:cubicBezTo>
                <a:cubicBezTo>
                  <a:pt x="96385" y="65683"/>
                  <a:pt x="96349" y="65683"/>
                  <a:pt x="96349" y="65758"/>
                </a:cubicBezTo>
                <a:cubicBezTo>
                  <a:pt x="96349" y="65758"/>
                  <a:pt x="96312" y="65758"/>
                  <a:pt x="96312" y="65833"/>
                </a:cubicBezTo>
                <a:cubicBezTo>
                  <a:pt x="96312" y="65833"/>
                  <a:pt x="96312" y="65909"/>
                  <a:pt x="96312" y="65984"/>
                </a:cubicBezTo>
                <a:cubicBezTo>
                  <a:pt x="96312" y="66059"/>
                  <a:pt x="96349" y="66134"/>
                  <a:pt x="96349" y="66285"/>
                </a:cubicBezTo>
                <a:cubicBezTo>
                  <a:pt x="96349" y="66360"/>
                  <a:pt x="96312" y="66360"/>
                  <a:pt x="96312" y="66360"/>
                </a:cubicBezTo>
                <a:cubicBezTo>
                  <a:pt x="96275" y="66360"/>
                  <a:pt x="96275" y="66435"/>
                  <a:pt x="96275" y="66435"/>
                </a:cubicBezTo>
                <a:cubicBezTo>
                  <a:pt x="96238" y="66435"/>
                  <a:pt x="96238" y="66435"/>
                  <a:pt x="96202" y="66510"/>
                </a:cubicBezTo>
                <a:cubicBezTo>
                  <a:pt x="96165" y="66510"/>
                  <a:pt x="96128" y="66510"/>
                  <a:pt x="96128" y="66573"/>
                </a:cubicBezTo>
                <a:cubicBezTo>
                  <a:pt x="96091" y="66573"/>
                  <a:pt x="96091" y="66648"/>
                  <a:pt x="96091" y="66648"/>
                </a:cubicBezTo>
                <a:cubicBezTo>
                  <a:pt x="96091" y="66723"/>
                  <a:pt x="96091" y="66723"/>
                  <a:pt x="96091" y="66723"/>
                </a:cubicBezTo>
                <a:cubicBezTo>
                  <a:pt x="96091" y="66798"/>
                  <a:pt x="96091" y="66798"/>
                  <a:pt x="96091" y="66874"/>
                </a:cubicBezTo>
                <a:cubicBezTo>
                  <a:pt x="96091" y="66874"/>
                  <a:pt x="96128" y="66874"/>
                  <a:pt x="96128" y="66949"/>
                </a:cubicBezTo>
                <a:cubicBezTo>
                  <a:pt x="96128" y="67024"/>
                  <a:pt x="96165" y="67024"/>
                  <a:pt x="96165" y="67099"/>
                </a:cubicBezTo>
                <a:cubicBezTo>
                  <a:pt x="96202" y="67099"/>
                  <a:pt x="96202" y="67099"/>
                  <a:pt x="96238" y="67174"/>
                </a:cubicBezTo>
                <a:lnTo>
                  <a:pt x="96275" y="67250"/>
                </a:lnTo>
                <a:cubicBezTo>
                  <a:pt x="96312" y="67250"/>
                  <a:pt x="96349" y="67325"/>
                  <a:pt x="96385" y="67400"/>
                </a:cubicBezTo>
                <a:cubicBezTo>
                  <a:pt x="96385" y="67400"/>
                  <a:pt x="96385" y="67400"/>
                  <a:pt x="96422" y="67400"/>
                </a:cubicBezTo>
                <a:lnTo>
                  <a:pt x="96422" y="67400"/>
                </a:lnTo>
                <a:cubicBezTo>
                  <a:pt x="96422" y="67550"/>
                  <a:pt x="96385" y="67550"/>
                  <a:pt x="96385" y="67688"/>
                </a:cubicBezTo>
                <a:cubicBezTo>
                  <a:pt x="96385" y="67763"/>
                  <a:pt x="96422" y="67763"/>
                  <a:pt x="96422" y="67839"/>
                </a:cubicBezTo>
                <a:cubicBezTo>
                  <a:pt x="96422" y="67914"/>
                  <a:pt x="96422" y="67914"/>
                  <a:pt x="96459" y="67989"/>
                </a:cubicBezTo>
                <a:cubicBezTo>
                  <a:pt x="96496" y="67989"/>
                  <a:pt x="96496" y="67989"/>
                  <a:pt x="96496" y="67989"/>
                </a:cubicBezTo>
                <a:cubicBezTo>
                  <a:pt x="96532" y="67989"/>
                  <a:pt x="96532" y="67989"/>
                  <a:pt x="96563" y="67989"/>
                </a:cubicBezTo>
                <a:cubicBezTo>
                  <a:pt x="96710" y="67989"/>
                  <a:pt x="96710" y="67989"/>
                  <a:pt x="96710" y="67989"/>
                </a:cubicBezTo>
                <a:cubicBezTo>
                  <a:pt x="96710" y="67763"/>
                  <a:pt x="96710" y="67763"/>
                  <a:pt x="96710" y="67763"/>
                </a:cubicBezTo>
                <a:cubicBezTo>
                  <a:pt x="96710" y="67688"/>
                  <a:pt x="96710" y="67688"/>
                  <a:pt x="96710" y="67626"/>
                </a:cubicBezTo>
                <a:cubicBezTo>
                  <a:pt x="96710" y="67325"/>
                  <a:pt x="96710" y="67325"/>
                  <a:pt x="96710" y="67325"/>
                </a:cubicBezTo>
                <a:cubicBezTo>
                  <a:pt x="96710" y="67250"/>
                  <a:pt x="96710" y="67174"/>
                  <a:pt x="96747" y="67099"/>
                </a:cubicBezTo>
                <a:cubicBezTo>
                  <a:pt x="96784" y="67024"/>
                  <a:pt x="96784" y="67024"/>
                  <a:pt x="96820" y="66949"/>
                </a:cubicBezTo>
                <a:lnTo>
                  <a:pt x="96857" y="66949"/>
                </a:lnTo>
                <a:cubicBezTo>
                  <a:pt x="96857" y="66949"/>
                  <a:pt x="96857" y="66874"/>
                  <a:pt x="96894" y="66874"/>
                </a:cubicBezTo>
                <a:lnTo>
                  <a:pt x="96894" y="66798"/>
                </a:lnTo>
                <a:cubicBezTo>
                  <a:pt x="96931" y="66723"/>
                  <a:pt x="96931" y="66723"/>
                  <a:pt x="96931" y="66723"/>
                </a:cubicBezTo>
                <a:cubicBezTo>
                  <a:pt x="96967" y="66648"/>
                  <a:pt x="96967" y="66648"/>
                  <a:pt x="96967" y="66573"/>
                </a:cubicBezTo>
                <a:cubicBezTo>
                  <a:pt x="96967" y="66510"/>
                  <a:pt x="97004" y="66510"/>
                  <a:pt x="97004" y="66435"/>
                </a:cubicBezTo>
                <a:cubicBezTo>
                  <a:pt x="97004" y="66360"/>
                  <a:pt x="97004" y="66360"/>
                  <a:pt x="97004" y="66285"/>
                </a:cubicBezTo>
                <a:cubicBezTo>
                  <a:pt x="97004" y="66209"/>
                  <a:pt x="97004" y="66209"/>
                  <a:pt x="97004" y="66209"/>
                </a:cubicBezTo>
                <a:cubicBezTo>
                  <a:pt x="97004" y="66134"/>
                  <a:pt x="97041" y="66134"/>
                  <a:pt x="97041" y="66059"/>
                </a:cubicBezTo>
                <a:cubicBezTo>
                  <a:pt x="97041" y="65984"/>
                  <a:pt x="97041" y="65984"/>
                  <a:pt x="97041" y="65984"/>
                </a:cubicBezTo>
                <a:cubicBezTo>
                  <a:pt x="97041" y="65984"/>
                  <a:pt x="97041" y="65909"/>
                  <a:pt x="97004" y="65833"/>
                </a:cubicBezTo>
                <a:cubicBezTo>
                  <a:pt x="97004" y="65833"/>
                  <a:pt x="97004" y="65833"/>
                  <a:pt x="97004" y="65758"/>
                </a:cubicBezTo>
                <a:cubicBezTo>
                  <a:pt x="97004" y="65758"/>
                  <a:pt x="97004" y="65758"/>
                  <a:pt x="96967" y="65683"/>
                </a:cubicBezTo>
                <a:cubicBezTo>
                  <a:pt x="96967" y="65683"/>
                  <a:pt x="96967" y="65683"/>
                  <a:pt x="96967" y="65608"/>
                </a:cubicBezTo>
                <a:cubicBezTo>
                  <a:pt x="96967" y="65608"/>
                  <a:pt x="96967" y="65608"/>
                  <a:pt x="96967" y="65545"/>
                </a:cubicBezTo>
                <a:lnTo>
                  <a:pt x="96931" y="65470"/>
                </a:lnTo>
                <a:lnTo>
                  <a:pt x="96931" y="65395"/>
                </a:lnTo>
                <a:lnTo>
                  <a:pt x="96894" y="65320"/>
                </a:lnTo>
                <a:cubicBezTo>
                  <a:pt x="96894" y="65320"/>
                  <a:pt x="96894" y="65244"/>
                  <a:pt x="96857" y="65244"/>
                </a:cubicBezTo>
                <a:cubicBezTo>
                  <a:pt x="96857" y="65244"/>
                  <a:pt x="96857" y="65169"/>
                  <a:pt x="96820" y="65169"/>
                </a:cubicBezTo>
                <a:lnTo>
                  <a:pt x="96784" y="65169"/>
                </a:lnTo>
                <a:cubicBezTo>
                  <a:pt x="96747" y="65169"/>
                  <a:pt x="96747" y="65169"/>
                  <a:pt x="96747" y="65169"/>
                </a:cubicBezTo>
                <a:cubicBezTo>
                  <a:pt x="96710" y="65169"/>
                  <a:pt x="96710" y="65169"/>
                  <a:pt x="96673" y="65094"/>
                </a:cubicBezTo>
                <a:lnTo>
                  <a:pt x="96637" y="65094"/>
                </a:lnTo>
                <a:lnTo>
                  <a:pt x="96637" y="65019"/>
                </a:lnTo>
                <a:cubicBezTo>
                  <a:pt x="96600" y="65019"/>
                  <a:pt x="96600" y="64944"/>
                  <a:pt x="96600" y="64944"/>
                </a:cubicBezTo>
                <a:cubicBezTo>
                  <a:pt x="96563" y="64944"/>
                  <a:pt x="96532" y="64944"/>
                  <a:pt x="96532" y="64944"/>
                </a:cubicBezTo>
                <a:close/>
                <a:moveTo>
                  <a:pt x="96857" y="60407"/>
                </a:moveTo>
                <a:lnTo>
                  <a:pt x="96857" y="60407"/>
                </a:lnTo>
                <a:cubicBezTo>
                  <a:pt x="96857" y="60332"/>
                  <a:pt x="96857" y="60269"/>
                  <a:pt x="96894" y="60194"/>
                </a:cubicBezTo>
                <a:cubicBezTo>
                  <a:pt x="96820" y="60194"/>
                  <a:pt x="96784" y="60194"/>
                  <a:pt x="96747" y="60194"/>
                </a:cubicBezTo>
                <a:cubicBezTo>
                  <a:pt x="96710" y="60194"/>
                  <a:pt x="96673" y="60194"/>
                  <a:pt x="96673" y="60194"/>
                </a:cubicBezTo>
                <a:cubicBezTo>
                  <a:pt x="96637" y="60194"/>
                  <a:pt x="96637" y="60269"/>
                  <a:pt x="96600" y="60332"/>
                </a:cubicBezTo>
                <a:cubicBezTo>
                  <a:pt x="96600" y="60332"/>
                  <a:pt x="96563" y="60407"/>
                  <a:pt x="96532" y="60407"/>
                </a:cubicBezTo>
                <a:cubicBezTo>
                  <a:pt x="96532" y="60482"/>
                  <a:pt x="96496" y="60482"/>
                  <a:pt x="96459" y="60557"/>
                </a:cubicBezTo>
                <a:cubicBezTo>
                  <a:pt x="96459" y="60632"/>
                  <a:pt x="96422" y="60632"/>
                  <a:pt x="96422" y="60708"/>
                </a:cubicBezTo>
                <a:cubicBezTo>
                  <a:pt x="96422" y="60708"/>
                  <a:pt x="96422" y="60783"/>
                  <a:pt x="96385" y="60858"/>
                </a:cubicBezTo>
                <a:lnTo>
                  <a:pt x="96312" y="60858"/>
                </a:lnTo>
                <a:cubicBezTo>
                  <a:pt x="96312" y="60933"/>
                  <a:pt x="96312" y="60933"/>
                  <a:pt x="96312" y="61008"/>
                </a:cubicBezTo>
                <a:cubicBezTo>
                  <a:pt x="96275" y="61084"/>
                  <a:pt x="96275" y="61159"/>
                  <a:pt x="96275" y="61309"/>
                </a:cubicBezTo>
                <a:cubicBezTo>
                  <a:pt x="96275" y="62487"/>
                  <a:pt x="96275" y="62487"/>
                  <a:pt x="96275" y="62487"/>
                </a:cubicBezTo>
                <a:cubicBezTo>
                  <a:pt x="96459" y="62487"/>
                  <a:pt x="96459" y="62487"/>
                  <a:pt x="96459" y="62487"/>
                </a:cubicBezTo>
                <a:cubicBezTo>
                  <a:pt x="96459" y="62412"/>
                  <a:pt x="96459" y="62349"/>
                  <a:pt x="96459" y="62199"/>
                </a:cubicBezTo>
                <a:cubicBezTo>
                  <a:pt x="96459" y="62124"/>
                  <a:pt x="96496" y="62124"/>
                  <a:pt x="96496" y="62049"/>
                </a:cubicBezTo>
                <a:cubicBezTo>
                  <a:pt x="96496" y="61973"/>
                  <a:pt x="96496" y="61973"/>
                  <a:pt x="96496" y="61898"/>
                </a:cubicBezTo>
                <a:cubicBezTo>
                  <a:pt x="96532" y="61823"/>
                  <a:pt x="96563" y="61823"/>
                  <a:pt x="96563" y="61823"/>
                </a:cubicBezTo>
                <a:cubicBezTo>
                  <a:pt x="96600" y="61673"/>
                  <a:pt x="96600" y="61673"/>
                  <a:pt x="96600" y="61673"/>
                </a:cubicBezTo>
                <a:cubicBezTo>
                  <a:pt x="96637" y="61597"/>
                  <a:pt x="96600" y="61522"/>
                  <a:pt x="96600" y="61522"/>
                </a:cubicBezTo>
                <a:cubicBezTo>
                  <a:pt x="96637" y="61447"/>
                  <a:pt x="96673" y="61447"/>
                  <a:pt x="96673" y="61372"/>
                </a:cubicBezTo>
                <a:cubicBezTo>
                  <a:pt x="96710" y="61309"/>
                  <a:pt x="96710" y="61309"/>
                  <a:pt x="96710" y="61234"/>
                </a:cubicBezTo>
                <a:cubicBezTo>
                  <a:pt x="96747" y="61084"/>
                  <a:pt x="96820" y="61084"/>
                  <a:pt x="96857" y="60933"/>
                </a:cubicBezTo>
                <a:cubicBezTo>
                  <a:pt x="96857" y="60858"/>
                  <a:pt x="96894" y="60858"/>
                  <a:pt x="96894" y="60783"/>
                </a:cubicBezTo>
                <a:cubicBezTo>
                  <a:pt x="96894" y="60632"/>
                  <a:pt x="96894" y="60632"/>
                  <a:pt x="96894" y="60632"/>
                </a:cubicBezTo>
                <a:cubicBezTo>
                  <a:pt x="96894" y="60482"/>
                  <a:pt x="96894" y="60482"/>
                  <a:pt x="96894" y="60482"/>
                </a:cubicBezTo>
                <a:cubicBezTo>
                  <a:pt x="96894" y="60482"/>
                  <a:pt x="96857" y="60482"/>
                  <a:pt x="96857" y="60407"/>
                </a:cubicBezTo>
                <a:close/>
                <a:moveTo>
                  <a:pt x="105788" y="44365"/>
                </a:moveTo>
                <a:lnTo>
                  <a:pt x="105788" y="44365"/>
                </a:lnTo>
                <a:cubicBezTo>
                  <a:pt x="105758" y="44365"/>
                  <a:pt x="105721" y="44365"/>
                  <a:pt x="105721" y="44365"/>
                </a:cubicBezTo>
                <a:cubicBezTo>
                  <a:pt x="105647" y="44440"/>
                  <a:pt x="105611" y="44440"/>
                  <a:pt x="105574" y="44578"/>
                </a:cubicBezTo>
                <a:cubicBezTo>
                  <a:pt x="105537" y="44578"/>
                  <a:pt x="105574" y="44653"/>
                  <a:pt x="105537" y="44728"/>
                </a:cubicBezTo>
                <a:cubicBezTo>
                  <a:pt x="105537" y="44728"/>
                  <a:pt x="105537" y="44804"/>
                  <a:pt x="105500" y="44804"/>
                </a:cubicBezTo>
                <a:cubicBezTo>
                  <a:pt x="105500" y="44879"/>
                  <a:pt x="105464" y="44879"/>
                  <a:pt x="105427" y="44879"/>
                </a:cubicBezTo>
                <a:cubicBezTo>
                  <a:pt x="105390" y="44954"/>
                  <a:pt x="105353" y="45029"/>
                  <a:pt x="105316" y="45104"/>
                </a:cubicBezTo>
                <a:cubicBezTo>
                  <a:pt x="105280" y="45104"/>
                  <a:pt x="105243" y="45104"/>
                  <a:pt x="105243" y="45104"/>
                </a:cubicBezTo>
                <a:cubicBezTo>
                  <a:pt x="105176" y="45104"/>
                  <a:pt x="105139" y="45104"/>
                  <a:pt x="105102" y="45104"/>
                </a:cubicBezTo>
                <a:cubicBezTo>
                  <a:pt x="105029" y="45104"/>
                  <a:pt x="105029" y="45104"/>
                  <a:pt x="105029" y="45104"/>
                </a:cubicBezTo>
                <a:cubicBezTo>
                  <a:pt x="104992" y="45104"/>
                  <a:pt x="104992" y="45180"/>
                  <a:pt x="104955" y="45180"/>
                </a:cubicBezTo>
                <a:cubicBezTo>
                  <a:pt x="104882" y="45180"/>
                  <a:pt x="104882" y="45180"/>
                  <a:pt x="104882" y="45180"/>
                </a:cubicBezTo>
                <a:cubicBezTo>
                  <a:pt x="104845" y="45180"/>
                  <a:pt x="104771" y="45104"/>
                  <a:pt x="104741" y="45180"/>
                </a:cubicBezTo>
                <a:cubicBezTo>
                  <a:pt x="104704" y="45180"/>
                  <a:pt x="104704" y="45255"/>
                  <a:pt x="104704" y="45330"/>
                </a:cubicBezTo>
                <a:cubicBezTo>
                  <a:pt x="104667" y="45330"/>
                  <a:pt x="104667" y="45330"/>
                  <a:pt x="104630" y="45405"/>
                </a:cubicBezTo>
                <a:cubicBezTo>
                  <a:pt x="104594" y="45405"/>
                  <a:pt x="104594" y="45405"/>
                  <a:pt x="104557" y="45480"/>
                </a:cubicBezTo>
                <a:cubicBezTo>
                  <a:pt x="104520" y="45480"/>
                  <a:pt x="104483" y="45556"/>
                  <a:pt x="104447" y="45556"/>
                </a:cubicBezTo>
                <a:cubicBezTo>
                  <a:pt x="104410" y="45556"/>
                  <a:pt x="104373" y="45480"/>
                  <a:pt x="104336" y="45480"/>
                </a:cubicBezTo>
                <a:cubicBezTo>
                  <a:pt x="104263" y="45405"/>
                  <a:pt x="104196" y="45330"/>
                  <a:pt x="104122" y="45255"/>
                </a:cubicBezTo>
                <a:cubicBezTo>
                  <a:pt x="104085" y="45180"/>
                  <a:pt x="104085" y="45180"/>
                  <a:pt x="104049" y="45104"/>
                </a:cubicBezTo>
                <a:cubicBezTo>
                  <a:pt x="103975" y="45029"/>
                  <a:pt x="103975" y="44954"/>
                  <a:pt x="103938" y="44804"/>
                </a:cubicBezTo>
                <a:cubicBezTo>
                  <a:pt x="103901" y="44804"/>
                  <a:pt x="103901" y="44804"/>
                  <a:pt x="103865" y="44728"/>
                </a:cubicBezTo>
                <a:cubicBezTo>
                  <a:pt x="103828" y="44728"/>
                  <a:pt x="103828" y="44653"/>
                  <a:pt x="103791" y="44653"/>
                </a:cubicBezTo>
                <a:cubicBezTo>
                  <a:pt x="103724" y="44578"/>
                  <a:pt x="103650" y="44578"/>
                  <a:pt x="103577" y="44578"/>
                </a:cubicBezTo>
                <a:cubicBezTo>
                  <a:pt x="103540" y="44515"/>
                  <a:pt x="103503" y="44515"/>
                  <a:pt x="103467" y="44440"/>
                </a:cubicBezTo>
                <a:cubicBezTo>
                  <a:pt x="103467" y="44515"/>
                  <a:pt x="103467" y="44515"/>
                  <a:pt x="103467" y="44578"/>
                </a:cubicBezTo>
                <a:cubicBezTo>
                  <a:pt x="103430" y="44728"/>
                  <a:pt x="103430" y="44804"/>
                  <a:pt x="103467" y="44879"/>
                </a:cubicBezTo>
                <a:cubicBezTo>
                  <a:pt x="103467" y="44954"/>
                  <a:pt x="103467" y="45029"/>
                  <a:pt x="103467" y="45029"/>
                </a:cubicBezTo>
                <a:cubicBezTo>
                  <a:pt x="103467" y="45180"/>
                  <a:pt x="103467" y="45255"/>
                  <a:pt x="103467" y="45330"/>
                </a:cubicBezTo>
                <a:cubicBezTo>
                  <a:pt x="103467" y="45405"/>
                  <a:pt x="103467" y="45480"/>
                  <a:pt x="103467" y="45480"/>
                </a:cubicBezTo>
                <a:cubicBezTo>
                  <a:pt x="103467" y="45556"/>
                  <a:pt x="103467" y="45556"/>
                  <a:pt x="103467" y="45631"/>
                </a:cubicBezTo>
                <a:cubicBezTo>
                  <a:pt x="103467" y="45693"/>
                  <a:pt x="103430" y="45693"/>
                  <a:pt x="103393" y="45769"/>
                </a:cubicBezTo>
                <a:cubicBezTo>
                  <a:pt x="103393" y="45769"/>
                  <a:pt x="103393" y="45844"/>
                  <a:pt x="103356" y="45844"/>
                </a:cubicBezTo>
                <a:cubicBezTo>
                  <a:pt x="103356" y="45919"/>
                  <a:pt x="103320" y="45919"/>
                  <a:pt x="103283" y="45919"/>
                </a:cubicBezTo>
                <a:cubicBezTo>
                  <a:pt x="103283" y="45994"/>
                  <a:pt x="103246" y="45994"/>
                  <a:pt x="103246" y="46069"/>
                </a:cubicBezTo>
                <a:cubicBezTo>
                  <a:pt x="103209" y="46220"/>
                  <a:pt x="103209" y="46370"/>
                  <a:pt x="103209" y="46521"/>
                </a:cubicBezTo>
                <a:cubicBezTo>
                  <a:pt x="103179" y="46521"/>
                  <a:pt x="103179" y="46596"/>
                  <a:pt x="103142" y="46596"/>
                </a:cubicBezTo>
                <a:cubicBezTo>
                  <a:pt x="103105" y="46596"/>
                  <a:pt x="103105" y="46521"/>
                  <a:pt x="103068" y="46445"/>
                </a:cubicBezTo>
                <a:cubicBezTo>
                  <a:pt x="103068" y="46445"/>
                  <a:pt x="103068" y="46370"/>
                  <a:pt x="103032" y="46295"/>
                </a:cubicBezTo>
                <a:cubicBezTo>
                  <a:pt x="103032" y="46370"/>
                  <a:pt x="102995" y="46445"/>
                  <a:pt x="102995" y="46521"/>
                </a:cubicBezTo>
                <a:cubicBezTo>
                  <a:pt x="102995" y="46521"/>
                  <a:pt x="102995" y="46596"/>
                  <a:pt x="102995" y="46659"/>
                </a:cubicBezTo>
                <a:cubicBezTo>
                  <a:pt x="102958" y="46659"/>
                  <a:pt x="102921" y="46596"/>
                  <a:pt x="102921" y="46659"/>
                </a:cubicBezTo>
                <a:cubicBezTo>
                  <a:pt x="102885" y="46659"/>
                  <a:pt x="102885" y="46746"/>
                  <a:pt x="102848" y="46746"/>
                </a:cubicBezTo>
                <a:cubicBezTo>
                  <a:pt x="102811" y="46884"/>
                  <a:pt x="102774" y="46959"/>
                  <a:pt x="102774" y="47110"/>
                </a:cubicBezTo>
                <a:cubicBezTo>
                  <a:pt x="102774" y="47185"/>
                  <a:pt x="102774" y="47260"/>
                  <a:pt x="102811" y="47335"/>
                </a:cubicBezTo>
                <a:cubicBezTo>
                  <a:pt x="102811" y="47410"/>
                  <a:pt x="102848" y="47410"/>
                  <a:pt x="102885" y="47410"/>
                </a:cubicBezTo>
                <a:cubicBezTo>
                  <a:pt x="102885" y="47486"/>
                  <a:pt x="102921" y="47486"/>
                  <a:pt x="102958" y="47561"/>
                </a:cubicBezTo>
                <a:cubicBezTo>
                  <a:pt x="102958" y="47636"/>
                  <a:pt x="102921" y="47711"/>
                  <a:pt x="102958" y="47711"/>
                </a:cubicBezTo>
                <a:cubicBezTo>
                  <a:pt x="102958" y="47774"/>
                  <a:pt x="102995" y="47774"/>
                  <a:pt x="102995" y="47774"/>
                </a:cubicBezTo>
                <a:cubicBezTo>
                  <a:pt x="103032" y="47774"/>
                  <a:pt x="103032" y="47774"/>
                  <a:pt x="103032" y="47774"/>
                </a:cubicBezTo>
                <a:cubicBezTo>
                  <a:pt x="103105" y="47774"/>
                  <a:pt x="103105" y="47711"/>
                  <a:pt x="103142" y="47711"/>
                </a:cubicBezTo>
                <a:cubicBezTo>
                  <a:pt x="103142" y="48075"/>
                  <a:pt x="103142" y="48075"/>
                  <a:pt x="103142" y="48075"/>
                </a:cubicBezTo>
                <a:cubicBezTo>
                  <a:pt x="102885" y="48075"/>
                  <a:pt x="102885" y="48075"/>
                  <a:pt x="102885" y="48075"/>
                </a:cubicBezTo>
                <a:cubicBezTo>
                  <a:pt x="102885" y="48150"/>
                  <a:pt x="102885" y="48225"/>
                  <a:pt x="102885" y="48375"/>
                </a:cubicBezTo>
                <a:cubicBezTo>
                  <a:pt x="102885" y="48526"/>
                  <a:pt x="102885" y="48526"/>
                  <a:pt x="102885" y="48526"/>
                </a:cubicBezTo>
                <a:cubicBezTo>
                  <a:pt x="102885" y="48601"/>
                  <a:pt x="102885" y="48676"/>
                  <a:pt x="102885" y="48676"/>
                </a:cubicBezTo>
                <a:cubicBezTo>
                  <a:pt x="102885" y="48739"/>
                  <a:pt x="102848" y="48814"/>
                  <a:pt x="102848" y="48814"/>
                </a:cubicBezTo>
                <a:cubicBezTo>
                  <a:pt x="102848" y="48889"/>
                  <a:pt x="102811" y="48889"/>
                  <a:pt x="102811" y="48965"/>
                </a:cubicBezTo>
                <a:cubicBezTo>
                  <a:pt x="102811" y="49040"/>
                  <a:pt x="102848" y="49040"/>
                  <a:pt x="102848" y="49115"/>
                </a:cubicBezTo>
                <a:cubicBezTo>
                  <a:pt x="102848" y="49641"/>
                  <a:pt x="102848" y="49641"/>
                  <a:pt x="102848" y="49641"/>
                </a:cubicBezTo>
                <a:cubicBezTo>
                  <a:pt x="102848" y="49716"/>
                  <a:pt x="102848" y="49792"/>
                  <a:pt x="102848" y="49930"/>
                </a:cubicBezTo>
                <a:cubicBezTo>
                  <a:pt x="102848" y="49930"/>
                  <a:pt x="102848" y="50005"/>
                  <a:pt x="102811" y="50080"/>
                </a:cubicBezTo>
                <a:cubicBezTo>
                  <a:pt x="102811" y="50080"/>
                  <a:pt x="102774" y="50080"/>
                  <a:pt x="102738" y="50155"/>
                </a:cubicBezTo>
                <a:cubicBezTo>
                  <a:pt x="102738" y="50155"/>
                  <a:pt x="102707" y="50155"/>
                  <a:pt x="102664" y="50155"/>
                </a:cubicBezTo>
                <a:cubicBezTo>
                  <a:pt x="102633" y="50155"/>
                  <a:pt x="102633" y="50230"/>
                  <a:pt x="102597" y="50306"/>
                </a:cubicBezTo>
                <a:cubicBezTo>
                  <a:pt x="102597" y="50381"/>
                  <a:pt x="102560" y="50456"/>
                  <a:pt x="102523" y="50606"/>
                </a:cubicBezTo>
                <a:cubicBezTo>
                  <a:pt x="102523" y="50681"/>
                  <a:pt x="102486" y="50681"/>
                  <a:pt x="102450" y="50757"/>
                </a:cubicBezTo>
                <a:cubicBezTo>
                  <a:pt x="102413" y="50819"/>
                  <a:pt x="102376" y="50907"/>
                  <a:pt x="102339" y="50970"/>
                </a:cubicBezTo>
                <a:cubicBezTo>
                  <a:pt x="102339" y="50970"/>
                  <a:pt x="102339" y="50907"/>
                  <a:pt x="102339" y="50819"/>
                </a:cubicBezTo>
                <a:cubicBezTo>
                  <a:pt x="102339" y="50819"/>
                  <a:pt x="102376" y="50757"/>
                  <a:pt x="102376" y="50681"/>
                </a:cubicBezTo>
                <a:cubicBezTo>
                  <a:pt x="102376" y="50606"/>
                  <a:pt x="102339" y="50531"/>
                  <a:pt x="102339" y="50456"/>
                </a:cubicBezTo>
                <a:lnTo>
                  <a:pt x="102303" y="50456"/>
                </a:lnTo>
                <a:cubicBezTo>
                  <a:pt x="102303" y="50531"/>
                  <a:pt x="102303" y="50606"/>
                  <a:pt x="102266" y="50606"/>
                </a:cubicBezTo>
                <a:cubicBezTo>
                  <a:pt x="102266" y="50757"/>
                  <a:pt x="102266" y="50819"/>
                  <a:pt x="102266" y="50907"/>
                </a:cubicBezTo>
                <a:cubicBezTo>
                  <a:pt x="102015" y="50907"/>
                  <a:pt x="102015" y="50907"/>
                  <a:pt x="102015" y="50907"/>
                </a:cubicBezTo>
                <a:cubicBezTo>
                  <a:pt x="102015" y="51496"/>
                  <a:pt x="102015" y="51496"/>
                  <a:pt x="102015" y="51496"/>
                </a:cubicBezTo>
                <a:cubicBezTo>
                  <a:pt x="101941" y="51496"/>
                  <a:pt x="101941" y="51496"/>
                  <a:pt x="101941" y="51496"/>
                </a:cubicBezTo>
                <a:cubicBezTo>
                  <a:pt x="101905" y="51496"/>
                  <a:pt x="101868" y="51496"/>
                  <a:pt x="101868" y="51496"/>
                </a:cubicBezTo>
                <a:cubicBezTo>
                  <a:pt x="101831" y="51421"/>
                  <a:pt x="101831" y="51346"/>
                  <a:pt x="101831" y="51346"/>
                </a:cubicBezTo>
                <a:cubicBezTo>
                  <a:pt x="101794" y="51195"/>
                  <a:pt x="101831" y="51120"/>
                  <a:pt x="101831" y="51045"/>
                </a:cubicBezTo>
                <a:cubicBezTo>
                  <a:pt x="101758" y="50970"/>
                  <a:pt x="101758" y="50970"/>
                  <a:pt x="101758" y="50970"/>
                </a:cubicBezTo>
                <a:cubicBezTo>
                  <a:pt x="101758" y="51045"/>
                  <a:pt x="101721" y="51045"/>
                  <a:pt x="101721" y="51120"/>
                </a:cubicBezTo>
                <a:cubicBezTo>
                  <a:pt x="101721" y="51195"/>
                  <a:pt x="101721" y="51271"/>
                  <a:pt x="101721" y="51346"/>
                </a:cubicBezTo>
                <a:cubicBezTo>
                  <a:pt x="101721" y="51421"/>
                  <a:pt x="101721" y="51496"/>
                  <a:pt x="101690" y="51571"/>
                </a:cubicBezTo>
                <a:cubicBezTo>
                  <a:pt x="101690" y="51646"/>
                  <a:pt x="101647" y="51646"/>
                  <a:pt x="101617" y="51646"/>
                </a:cubicBezTo>
                <a:cubicBezTo>
                  <a:pt x="101580" y="51646"/>
                  <a:pt x="101543" y="51646"/>
                  <a:pt x="101506" y="51646"/>
                </a:cubicBezTo>
                <a:cubicBezTo>
                  <a:pt x="101506" y="52536"/>
                  <a:pt x="101506" y="52536"/>
                  <a:pt x="101506" y="52536"/>
                </a:cubicBezTo>
                <a:cubicBezTo>
                  <a:pt x="101359" y="52536"/>
                  <a:pt x="101359" y="52536"/>
                  <a:pt x="101359" y="52536"/>
                </a:cubicBezTo>
                <a:cubicBezTo>
                  <a:pt x="101323" y="52461"/>
                  <a:pt x="101286" y="52461"/>
                  <a:pt x="101286" y="52461"/>
                </a:cubicBezTo>
                <a:cubicBezTo>
                  <a:pt x="101249" y="52386"/>
                  <a:pt x="101286" y="52311"/>
                  <a:pt x="101249" y="52311"/>
                </a:cubicBezTo>
                <a:cubicBezTo>
                  <a:pt x="101249" y="52236"/>
                  <a:pt x="101212" y="52236"/>
                  <a:pt x="101176" y="52160"/>
                </a:cubicBezTo>
                <a:lnTo>
                  <a:pt x="101145" y="52160"/>
                </a:lnTo>
                <a:cubicBezTo>
                  <a:pt x="101108" y="52236"/>
                  <a:pt x="101071" y="52386"/>
                  <a:pt x="101035" y="52461"/>
                </a:cubicBezTo>
                <a:cubicBezTo>
                  <a:pt x="101035" y="52461"/>
                  <a:pt x="100998" y="52461"/>
                  <a:pt x="100961" y="52461"/>
                </a:cubicBezTo>
                <a:cubicBezTo>
                  <a:pt x="100924" y="52461"/>
                  <a:pt x="100888" y="52461"/>
                  <a:pt x="100814" y="52461"/>
                </a:cubicBezTo>
                <a:cubicBezTo>
                  <a:pt x="100741" y="52386"/>
                  <a:pt x="100673" y="52386"/>
                  <a:pt x="100600" y="52461"/>
                </a:cubicBezTo>
                <a:cubicBezTo>
                  <a:pt x="100563" y="52461"/>
                  <a:pt x="100563" y="52386"/>
                  <a:pt x="100526" y="52461"/>
                </a:cubicBezTo>
                <a:cubicBezTo>
                  <a:pt x="100490" y="52461"/>
                  <a:pt x="100490" y="52461"/>
                  <a:pt x="100453" y="52536"/>
                </a:cubicBezTo>
                <a:cubicBezTo>
                  <a:pt x="100453" y="52536"/>
                  <a:pt x="100416" y="52536"/>
                  <a:pt x="100379" y="52536"/>
                </a:cubicBezTo>
                <a:cubicBezTo>
                  <a:pt x="100343" y="52536"/>
                  <a:pt x="100306" y="52536"/>
                  <a:pt x="100232" y="52536"/>
                </a:cubicBezTo>
                <a:cubicBezTo>
                  <a:pt x="100196" y="52612"/>
                  <a:pt x="100159" y="52687"/>
                  <a:pt x="100128" y="52762"/>
                </a:cubicBezTo>
                <a:cubicBezTo>
                  <a:pt x="100128" y="52837"/>
                  <a:pt x="100091" y="52900"/>
                  <a:pt x="100091" y="52900"/>
                </a:cubicBezTo>
                <a:cubicBezTo>
                  <a:pt x="100091" y="52987"/>
                  <a:pt x="100091" y="52987"/>
                  <a:pt x="100091" y="53050"/>
                </a:cubicBezTo>
                <a:cubicBezTo>
                  <a:pt x="100091" y="53201"/>
                  <a:pt x="100091" y="53276"/>
                  <a:pt x="100091" y="53351"/>
                </a:cubicBezTo>
                <a:cubicBezTo>
                  <a:pt x="99761" y="53351"/>
                  <a:pt x="99761" y="53351"/>
                  <a:pt x="99761" y="53351"/>
                </a:cubicBezTo>
                <a:cubicBezTo>
                  <a:pt x="99761" y="53426"/>
                  <a:pt x="99761" y="53501"/>
                  <a:pt x="99761" y="53501"/>
                </a:cubicBezTo>
                <a:cubicBezTo>
                  <a:pt x="99761" y="53652"/>
                  <a:pt x="99761" y="53727"/>
                  <a:pt x="99761" y="53802"/>
                </a:cubicBezTo>
                <a:cubicBezTo>
                  <a:pt x="99724" y="53802"/>
                  <a:pt x="99687" y="53802"/>
                  <a:pt x="99614" y="53877"/>
                </a:cubicBezTo>
                <a:cubicBezTo>
                  <a:pt x="99583" y="53877"/>
                  <a:pt x="99583" y="53877"/>
                  <a:pt x="99546" y="53877"/>
                </a:cubicBezTo>
                <a:cubicBezTo>
                  <a:pt x="99509" y="53953"/>
                  <a:pt x="99509" y="53953"/>
                  <a:pt x="99509" y="54015"/>
                </a:cubicBezTo>
                <a:cubicBezTo>
                  <a:pt x="99473" y="54090"/>
                  <a:pt x="99473" y="54090"/>
                  <a:pt x="99436" y="54166"/>
                </a:cubicBezTo>
                <a:cubicBezTo>
                  <a:pt x="99436" y="54241"/>
                  <a:pt x="99436" y="54241"/>
                  <a:pt x="99436" y="54316"/>
                </a:cubicBezTo>
                <a:cubicBezTo>
                  <a:pt x="99436" y="54391"/>
                  <a:pt x="99399" y="54391"/>
                  <a:pt x="99399" y="54466"/>
                </a:cubicBezTo>
                <a:cubicBezTo>
                  <a:pt x="99399" y="54542"/>
                  <a:pt x="99362" y="54542"/>
                  <a:pt x="99362" y="54617"/>
                </a:cubicBezTo>
                <a:cubicBezTo>
                  <a:pt x="99399" y="54617"/>
                  <a:pt x="99436" y="54692"/>
                  <a:pt x="99473" y="54692"/>
                </a:cubicBezTo>
                <a:cubicBezTo>
                  <a:pt x="99509" y="54692"/>
                  <a:pt x="99546" y="54692"/>
                  <a:pt x="99614" y="54692"/>
                </a:cubicBezTo>
                <a:cubicBezTo>
                  <a:pt x="99687" y="54692"/>
                  <a:pt x="99724" y="54692"/>
                  <a:pt x="99761" y="54692"/>
                </a:cubicBezTo>
                <a:cubicBezTo>
                  <a:pt x="99797" y="54692"/>
                  <a:pt x="99761" y="54617"/>
                  <a:pt x="99761" y="54617"/>
                </a:cubicBezTo>
                <a:cubicBezTo>
                  <a:pt x="99761" y="54692"/>
                  <a:pt x="99797" y="54767"/>
                  <a:pt x="99761" y="54767"/>
                </a:cubicBezTo>
                <a:cubicBezTo>
                  <a:pt x="99761" y="54842"/>
                  <a:pt x="99761" y="54918"/>
                  <a:pt x="99761" y="54918"/>
                </a:cubicBezTo>
                <a:cubicBezTo>
                  <a:pt x="99761" y="54980"/>
                  <a:pt x="99724" y="54980"/>
                  <a:pt x="99687" y="55068"/>
                </a:cubicBezTo>
                <a:cubicBezTo>
                  <a:pt x="99687" y="55206"/>
                  <a:pt x="99687" y="55206"/>
                  <a:pt x="99687" y="55206"/>
                </a:cubicBezTo>
                <a:cubicBezTo>
                  <a:pt x="99656" y="55281"/>
                  <a:pt x="99614" y="55281"/>
                  <a:pt x="99614" y="55356"/>
                </a:cubicBezTo>
                <a:cubicBezTo>
                  <a:pt x="99614" y="55431"/>
                  <a:pt x="99614" y="55507"/>
                  <a:pt x="99614" y="55582"/>
                </a:cubicBezTo>
                <a:cubicBezTo>
                  <a:pt x="99614" y="55807"/>
                  <a:pt x="99687" y="55958"/>
                  <a:pt x="99797" y="55958"/>
                </a:cubicBezTo>
                <a:cubicBezTo>
                  <a:pt x="99908" y="55958"/>
                  <a:pt x="99908" y="55958"/>
                  <a:pt x="99908" y="55958"/>
                </a:cubicBezTo>
                <a:cubicBezTo>
                  <a:pt x="99908" y="55732"/>
                  <a:pt x="99908" y="55657"/>
                  <a:pt x="99908" y="55507"/>
                </a:cubicBezTo>
                <a:cubicBezTo>
                  <a:pt x="99908" y="55431"/>
                  <a:pt x="99908" y="55281"/>
                  <a:pt x="99944" y="55206"/>
                </a:cubicBezTo>
                <a:cubicBezTo>
                  <a:pt x="99981" y="55131"/>
                  <a:pt x="100055" y="55131"/>
                  <a:pt x="100091" y="55131"/>
                </a:cubicBezTo>
                <a:cubicBezTo>
                  <a:pt x="100159" y="55068"/>
                  <a:pt x="100232" y="54980"/>
                  <a:pt x="100232" y="54842"/>
                </a:cubicBezTo>
                <a:cubicBezTo>
                  <a:pt x="100232" y="54692"/>
                  <a:pt x="100159" y="54617"/>
                  <a:pt x="100159" y="54466"/>
                </a:cubicBezTo>
                <a:cubicBezTo>
                  <a:pt x="100128" y="54391"/>
                  <a:pt x="100159" y="54391"/>
                  <a:pt x="100159" y="54316"/>
                </a:cubicBezTo>
                <a:cubicBezTo>
                  <a:pt x="100128" y="54241"/>
                  <a:pt x="100159" y="54166"/>
                  <a:pt x="100159" y="54015"/>
                </a:cubicBezTo>
                <a:cubicBezTo>
                  <a:pt x="100128" y="54015"/>
                  <a:pt x="100091" y="54090"/>
                  <a:pt x="100091" y="54090"/>
                </a:cubicBezTo>
                <a:cubicBezTo>
                  <a:pt x="100018" y="54090"/>
                  <a:pt x="99981" y="54090"/>
                  <a:pt x="99908" y="54015"/>
                </a:cubicBezTo>
                <a:cubicBezTo>
                  <a:pt x="99944" y="54015"/>
                  <a:pt x="99908" y="53953"/>
                  <a:pt x="99908" y="53877"/>
                </a:cubicBezTo>
                <a:cubicBezTo>
                  <a:pt x="99944" y="53877"/>
                  <a:pt x="99981" y="53877"/>
                  <a:pt x="99981" y="53802"/>
                </a:cubicBezTo>
                <a:cubicBezTo>
                  <a:pt x="100018" y="53802"/>
                  <a:pt x="100018" y="53727"/>
                  <a:pt x="100055" y="53727"/>
                </a:cubicBezTo>
                <a:cubicBezTo>
                  <a:pt x="100128" y="53727"/>
                  <a:pt x="100159" y="53727"/>
                  <a:pt x="100196" y="53727"/>
                </a:cubicBezTo>
                <a:cubicBezTo>
                  <a:pt x="100269" y="53727"/>
                  <a:pt x="100306" y="53652"/>
                  <a:pt x="100379" y="53577"/>
                </a:cubicBezTo>
                <a:cubicBezTo>
                  <a:pt x="100453" y="53501"/>
                  <a:pt x="100490" y="53351"/>
                  <a:pt x="100600" y="53351"/>
                </a:cubicBezTo>
                <a:cubicBezTo>
                  <a:pt x="100600" y="53276"/>
                  <a:pt x="100630" y="53351"/>
                  <a:pt x="100673" y="53351"/>
                </a:cubicBezTo>
                <a:lnTo>
                  <a:pt x="100704" y="53276"/>
                </a:lnTo>
                <a:cubicBezTo>
                  <a:pt x="100777" y="53276"/>
                  <a:pt x="100814" y="53276"/>
                  <a:pt x="100851" y="53276"/>
                </a:cubicBezTo>
                <a:cubicBezTo>
                  <a:pt x="100888" y="53276"/>
                  <a:pt x="100924" y="53276"/>
                  <a:pt x="100924" y="53276"/>
                </a:cubicBezTo>
                <a:cubicBezTo>
                  <a:pt x="100961" y="53276"/>
                  <a:pt x="100961" y="53201"/>
                  <a:pt x="100998" y="53201"/>
                </a:cubicBezTo>
                <a:cubicBezTo>
                  <a:pt x="101071" y="53201"/>
                  <a:pt x="101145" y="53201"/>
                  <a:pt x="101212" y="53201"/>
                </a:cubicBezTo>
                <a:cubicBezTo>
                  <a:pt x="101249" y="53201"/>
                  <a:pt x="101249" y="53201"/>
                  <a:pt x="101286" y="53201"/>
                </a:cubicBezTo>
                <a:cubicBezTo>
                  <a:pt x="101249" y="53201"/>
                  <a:pt x="101249" y="53276"/>
                  <a:pt x="101212" y="53351"/>
                </a:cubicBezTo>
                <a:cubicBezTo>
                  <a:pt x="101212" y="53351"/>
                  <a:pt x="101176" y="53351"/>
                  <a:pt x="101145" y="53351"/>
                </a:cubicBezTo>
                <a:cubicBezTo>
                  <a:pt x="101108" y="53351"/>
                  <a:pt x="101071" y="53276"/>
                  <a:pt x="101035" y="53351"/>
                </a:cubicBezTo>
                <a:cubicBezTo>
                  <a:pt x="100888" y="53351"/>
                  <a:pt x="100851" y="53577"/>
                  <a:pt x="100741" y="53577"/>
                </a:cubicBezTo>
                <a:cubicBezTo>
                  <a:pt x="100379" y="53577"/>
                  <a:pt x="100379" y="53577"/>
                  <a:pt x="100379" y="53577"/>
                </a:cubicBezTo>
                <a:cubicBezTo>
                  <a:pt x="100379" y="54542"/>
                  <a:pt x="100379" y="54542"/>
                  <a:pt x="100379" y="54542"/>
                </a:cubicBezTo>
                <a:cubicBezTo>
                  <a:pt x="100526" y="54542"/>
                  <a:pt x="100526" y="54542"/>
                  <a:pt x="100526" y="54542"/>
                </a:cubicBezTo>
                <a:cubicBezTo>
                  <a:pt x="100563" y="54542"/>
                  <a:pt x="100600" y="54542"/>
                  <a:pt x="100630" y="54466"/>
                </a:cubicBezTo>
                <a:cubicBezTo>
                  <a:pt x="100673" y="54466"/>
                  <a:pt x="100704" y="54391"/>
                  <a:pt x="100741" y="54391"/>
                </a:cubicBezTo>
                <a:cubicBezTo>
                  <a:pt x="100777" y="54316"/>
                  <a:pt x="100777" y="54241"/>
                  <a:pt x="100777" y="54241"/>
                </a:cubicBezTo>
                <a:cubicBezTo>
                  <a:pt x="100814" y="54166"/>
                  <a:pt x="100814" y="54090"/>
                  <a:pt x="100851" y="54090"/>
                </a:cubicBezTo>
                <a:cubicBezTo>
                  <a:pt x="100888" y="54015"/>
                  <a:pt x="100888" y="53953"/>
                  <a:pt x="100924" y="53953"/>
                </a:cubicBezTo>
                <a:cubicBezTo>
                  <a:pt x="100961" y="53953"/>
                  <a:pt x="100998" y="53953"/>
                  <a:pt x="100998" y="53953"/>
                </a:cubicBezTo>
                <a:cubicBezTo>
                  <a:pt x="101035" y="53953"/>
                  <a:pt x="101108" y="53953"/>
                  <a:pt x="101145" y="53953"/>
                </a:cubicBezTo>
                <a:cubicBezTo>
                  <a:pt x="101176" y="53877"/>
                  <a:pt x="101176" y="53802"/>
                  <a:pt x="101176" y="53802"/>
                </a:cubicBezTo>
                <a:cubicBezTo>
                  <a:pt x="101176" y="53727"/>
                  <a:pt x="101176" y="53727"/>
                  <a:pt x="101176" y="53652"/>
                </a:cubicBezTo>
                <a:cubicBezTo>
                  <a:pt x="101176" y="53577"/>
                  <a:pt x="101212" y="53577"/>
                  <a:pt x="101249" y="53577"/>
                </a:cubicBezTo>
                <a:cubicBezTo>
                  <a:pt x="101249" y="53652"/>
                  <a:pt x="101286" y="53652"/>
                  <a:pt x="101286" y="53727"/>
                </a:cubicBezTo>
                <a:cubicBezTo>
                  <a:pt x="101323" y="53727"/>
                  <a:pt x="101286" y="53802"/>
                  <a:pt x="101286" y="53877"/>
                </a:cubicBezTo>
                <a:cubicBezTo>
                  <a:pt x="101323" y="53953"/>
                  <a:pt x="101359" y="53953"/>
                  <a:pt x="101359" y="53953"/>
                </a:cubicBezTo>
                <a:cubicBezTo>
                  <a:pt x="101396" y="54015"/>
                  <a:pt x="101433" y="54015"/>
                  <a:pt x="101470" y="54015"/>
                </a:cubicBezTo>
                <a:cubicBezTo>
                  <a:pt x="101543" y="54015"/>
                  <a:pt x="101543" y="53953"/>
                  <a:pt x="101580" y="53877"/>
                </a:cubicBezTo>
                <a:cubicBezTo>
                  <a:pt x="101580" y="53802"/>
                  <a:pt x="101580" y="53727"/>
                  <a:pt x="101617" y="53727"/>
                </a:cubicBezTo>
                <a:cubicBezTo>
                  <a:pt x="101647" y="53577"/>
                  <a:pt x="101721" y="53652"/>
                  <a:pt x="101794" y="53652"/>
                </a:cubicBezTo>
                <a:cubicBezTo>
                  <a:pt x="101794" y="53577"/>
                  <a:pt x="101794" y="53577"/>
                  <a:pt x="101794" y="53501"/>
                </a:cubicBezTo>
                <a:cubicBezTo>
                  <a:pt x="101794" y="53426"/>
                  <a:pt x="101831" y="53426"/>
                  <a:pt x="101831" y="53351"/>
                </a:cubicBezTo>
                <a:cubicBezTo>
                  <a:pt x="101831" y="53276"/>
                  <a:pt x="101794" y="53276"/>
                  <a:pt x="101794" y="53201"/>
                </a:cubicBezTo>
                <a:cubicBezTo>
                  <a:pt x="101794" y="53201"/>
                  <a:pt x="101794" y="53125"/>
                  <a:pt x="101794" y="53050"/>
                </a:cubicBezTo>
                <a:cubicBezTo>
                  <a:pt x="101868" y="52987"/>
                  <a:pt x="101868" y="52987"/>
                  <a:pt x="101868" y="52987"/>
                </a:cubicBezTo>
                <a:cubicBezTo>
                  <a:pt x="102633" y="53050"/>
                  <a:pt x="102633" y="53050"/>
                  <a:pt x="102633" y="53050"/>
                </a:cubicBezTo>
                <a:cubicBezTo>
                  <a:pt x="102707" y="52987"/>
                  <a:pt x="102707" y="52837"/>
                  <a:pt x="102774" y="52837"/>
                </a:cubicBezTo>
                <a:cubicBezTo>
                  <a:pt x="102811" y="52762"/>
                  <a:pt x="102848" y="52837"/>
                  <a:pt x="102921" y="52837"/>
                </a:cubicBezTo>
                <a:cubicBezTo>
                  <a:pt x="102995" y="52837"/>
                  <a:pt x="103032" y="52762"/>
                  <a:pt x="103032" y="52687"/>
                </a:cubicBezTo>
                <a:cubicBezTo>
                  <a:pt x="103068" y="52612"/>
                  <a:pt x="103105" y="52536"/>
                  <a:pt x="103105" y="52386"/>
                </a:cubicBezTo>
                <a:cubicBezTo>
                  <a:pt x="103105" y="51722"/>
                  <a:pt x="103105" y="51722"/>
                  <a:pt x="103105" y="51722"/>
                </a:cubicBezTo>
                <a:cubicBezTo>
                  <a:pt x="103105" y="51646"/>
                  <a:pt x="103142" y="51646"/>
                  <a:pt x="103142" y="51571"/>
                </a:cubicBezTo>
                <a:cubicBezTo>
                  <a:pt x="103142" y="51496"/>
                  <a:pt x="103142" y="51496"/>
                  <a:pt x="103142" y="51421"/>
                </a:cubicBezTo>
                <a:cubicBezTo>
                  <a:pt x="103179" y="51271"/>
                  <a:pt x="103246" y="51271"/>
                  <a:pt x="103246" y="51120"/>
                </a:cubicBezTo>
                <a:cubicBezTo>
                  <a:pt x="103246" y="50970"/>
                  <a:pt x="103246" y="50970"/>
                  <a:pt x="103246" y="50970"/>
                </a:cubicBezTo>
                <a:cubicBezTo>
                  <a:pt x="103246" y="50907"/>
                  <a:pt x="103246" y="50819"/>
                  <a:pt x="103246" y="50681"/>
                </a:cubicBezTo>
                <a:cubicBezTo>
                  <a:pt x="103246" y="50456"/>
                  <a:pt x="103246" y="50456"/>
                  <a:pt x="103246" y="50456"/>
                </a:cubicBezTo>
                <a:cubicBezTo>
                  <a:pt x="103246" y="50381"/>
                  <a:pt x="103209" y="50306"/>
                  <a:pt x="103246" y="50230"/>
                </a:cubicBezTo>
                <a:cubicBezTo>
                  <a:pt x="103246" y="50155"/>
                  <a:pt x="103283" y="50155"/>
                  <a:pt x="103320" y="50155"/>
                </a:cubicBezTo>
                <a:cubicBezTo>
                  <a:pt x="103356" y="50080"/>
                  <a:pt x="103393" y="50080"/>
                  <a:pt x="103393" y="50080"/>
                </a:cubicBezTo>
                <a:cubicBezTo>
                  <a:pt x="103430" y="49930"/>
                  <a:pt x="103393" y="49792"/>
                  <a:pt x="103430" y="49641"/>
                </a:cubicBezTo>
                <a:cubicBezTo>
                  <a:pt x="103430" y="49566"/>
                  <a:pt x="103430" y="49566"/>
                  <a:pt x="103430" y="49491"/>
                </a:cubicBezTo>
                <a:cubicBezTo>
                  <a:pt x="103430" y="49416"/>
                  <a:pt x="103467" y="49340"/>
                  <a:pt x="103467" y="49190"/>
                </a:cubicBezTo>
                <a:cubicBezTo>
                  <a:pt x="103503" y="49115"/>
                  <a:pt x="103540" y="49115"/>
                  <a:pt x="103540" y="49040"/>
                </a:cubicBezTo>
                <a:cubicBezTo>
                  <a:pt x="103577" y="48965"/>
                  <a:pt x="103540" y="48889"/>
                  <a:pt x="103540" y="48739"/>
                </a:cubicBezTo>
                <a:cubicBezTo>
                  <a:pt x="103540" y="48676"/>
                  <a:pt x="103577" y="48526"/>
                  <a:pt x="103540" y="48451"/>
                </a:cubicBezTo>
                <a:cubicBezTo>
                  <a:pt x="103540" y="48375"/>
                  <a:pt x="103467" y="48375"/>
                  <a:pt x="103467" y="48375"/>
                </a:cubicBezTo>
                <a:cubicBezTo>
                  <a:pt x="103467" y="48300"/>
                  <a:pt x="103430" y="48225"/>
                  <a:pt x="103430" y="48225"/>
                </a:cubicBezTo>
                <a:cubicBezTo>
                  <a:pt x="103393" y="48075"/>
                  <a:pt x="103356" y="48000"/>
                  <a:pt x="103356" y="47924"/>
                </a:cubicBezTo>
                <a:cubicBezTo>
                  <a:pt x="103356" y="47849"/>
                  <a:pt x="103356" y="47849"/>
                  <a:pt x="103356" y="47774"/>
                </a:cubicBezTo>
                <a:cubicBezTo>
                  <a:pt x="103320" y="47636"/>
                  <a:pt x="103283" y="47636"/>
                  <a:pt x="103283" y="47486"/>
                </a:cubicBezTo>
                <a:cubicBezTo>
                  <a:pt x="103283" y="47410"/>
                  <a:pt x="103283" y="47410"/>
                  <a:pt x="103283" y="47335"/>
                </a:cubicBezTo>
                <a:cubicBezTo>
                  <a:pt x="103246" y="47260"/>
                  <a:pt x="103246" y="47260"/>
                  <a:pt x="103246" y="47185"/>
                </a:cubicBezTo>
                <a:cubicBezTo>
                  <a:pt x="103209" y="47185"/>
                  <a:pt x="103179" y="47185"/>
                  <a:pt x="103179" y="47185"/>
                </a:cubicBezTo>
                <a:cubicBezTo>
                  <a:pt x="103142" y="47110"/>
                  <a:pt x="103068" y="47110"/>
                  <a:pt x="103032" y="47110"/>
                </a:cubicBezTo>
                <a:cubicBezTo>
                  <a:pt x="103032" y="46884"/>
                  <a:pt x="103032" y="46884"/>
                  <a:pt x="103032" y="46884"/>
                </a:cubicBezTo>
                <a:cubicBezTo>
                  <a:pt x="103356" y="46884"/>
                  <a:pt x="103356" y="46884"/>
                  <a:pt x="103356" y="46884"/>
                </a:cubicBezTo>
                <a:cubicBezTo>
                  <a:pt x="103430" y="46884"/>
                  <a:pt x="103430" y="46746"/>
                  <a:pt x="103467" y="46746"/>
                </a:cubicBezTo>
                <a:cubicBezTo>
                  <a:pt x="103503" y="46746"/>
                  <a:pt x="103503" y="46746"/>
                  <a:pt x="103503" y="46746"/>
                </a:cubicBezTo>
                <a:cubicBezTo>
                  <a:pt x="103540" y="46746"/>
                  <a:pt x="103577" y="46884"/>
                  <a:pt x="103614" y="46884"/>
                </a:cubicBezTo>
                <a:cubicBezTo>
                  <a:pt x="103650" y="46884"/>
                  <a:pt x="103650" y="46959"/>
                  <a:pt x="103681" y="46959"/>
                </a:cubicBezTo>
                <a:cubicBezTo>
                  <a:pt x="103681" y="46959"/>
                  <a:pt x="103724" y="46959"/>
                  <a:pt x="103754" y="46959"/>
                </a:cubicBezTo>
                <a:cubicBezTo>
                  <a:pt x="103754" y="46959"/>
                  <a:pt x="103754" y="47110"/>
                  <a:pt x="103791" y="47110"/>
                </a:cubicBezTo>
                <a:cubicBezTo>
                  <a:pt x="103828" y="47110"/>
                  <a:pt x="103865" y="47110"/>
                  <a:pt x="103938" y="47110"/>
                </a:cubicBezTo>
                <a:cubicBezTo>
                  <a:pt x="104012" y="47110"/>
                  <a:pt x="104049" y="47185"/>
                  <a:pt x="104085" y="47185"/>
                </a:cubicBezTo>
                <a:cubicBezTo>
                  <a:pt x="104085" y="47110"/>
                  <a:pt x="104122" y="47110"/>
                  <a:pt x="104122" y="47034"/>
                </a:cubicBezTo>
                <a:cubicBezTo>
                  <a:pt x="104122" y="46884"/>
                  <a:pt x="104122" y="46746"/>
                  <a:pt x="104085" y="46596"/>
                </a:cubicBezTo>
                <a:cubicBezTo>
                  <a:pt x="104483" y="46596"/>
                  <a:pt x="104483" y="46596"/>
                  <a:pt x="104483" y="46596"/>
                </a:cubicBezTo>
                <a:cubicBezTo>
                  <a:pt x="104520" y="46596"/>
                  <a:pt x="104520" y="46521"/>
                  <a:pt x="104557" y="46521"/>
                </a:cubicBezTo>
                <a:cubicBezTo>
                  <a:pt x="104557" y="46445"/>
                  <a:pt x="104594" y="46445"/>
                  <a:pt x="104630" y="46445"/>
                </a:cubicBezTo>
                <a:cubicBezTo>
                  <a:pt x="104630" y="46445"/>
                  <a:pt x="104667" y="46445"/>
                  <a:pt x="104704" y="46445"/>
                </a:cubicBezTo>
                <a:cubicBezTo>
                  <a:pt x="104704" y="46370"/>
                  <a:pt x="104704" y="46295"/>
                  <a:pt x="104704" y="46295"/>
                </a:cubicBezTo>
                <a:cubicBezTo>
                  <a:pt x="104741" y="46145"/>
                  <a:pt x="104704" y="46069"/>
                  <a:pt x="104704" y="45994"/>
                </a:cubicBezTo>
                <a:cubicBezTo>
                  <a:pt x="104704" y="45919"/>
                  <a:pt x="104704" y="45919"/>
                  <a:pt x="104741" y="45844"/>
                </a:cubicBezTo>
                <a:cubicBezTo>
                  <a:pt x="104741" y="45769"/>
                  <a:pt x="104741" y="45769"/>
                  <a:pt x="104771" y="45693"/>
                </a:cubicBezTo>
                <a:cubicBezTo>
                  <a:pt x="104771" y="45693"/>
                  <a:pt x="104808" y="45693"/>
                  <a:pt x="104845" y="45693"/>
                </a:cubicBezTo>
                <a:cubicBezTo>
                  <a:pt x="104845" y="45631"/>
                  <a:pt x="104882" y="45631"/>
                  <a:pt x="104882" y="45631"/>
                </a:cubicBezTo>
                <a:cubicBezTo>
                  <a:pt x="104955" y="45556"/>
                  <a:pt x="104992" y="45631"/>
                  <a:pt x="105029" y="45631"/>
                </a:cubicBezTo>
                <a:cubicBezTo>
                  <a:pt x="105065" y="45556"/>
                  <a:pt x="105065" y="45480"/>
                  <a:pt x="105102" y="45480"/>
                </a:cubicBezTo>
                <a:cubicBezTo>
                  <a:pt x="105176" y="45405"/>
                  <a:pt x="105243" y="45405"/>
                  <a:pt x="105316" y="45405"/>
                </a:cubicBezTo>
                <a:cubicBezTo>
                  <a:pt x="105390" y="45405"/>
                  <a:pt x="105390" y="45405"/>
                  <a:pt x="105390" y="45405"/>
                </a:cubicBezTo>
                <a:cubicBezTo>
                  <a:pt x="105427" y="45405"/>
                  <a:pt x="105427" y="45330"/>
                  <a:pt x="105464" y="45330"/>
                </a:cubicBezTo>
                <a:cubicBezTo>
                  <a:pt x="105464" y="45330"/>
                  <a:pt x="105500" y="45330"/>
                  <a:pt x="105537" y="45330"/>
                </a:cubicBezTo>
                <a:cubicBezTo>
                  <a:pt x="105537" y="45255"/>
                  <a:pt x="105537" y="45180"/>
                  <a:pt x="105537" y="45180"/>
                </a:cubicBezTo>
                <a:cubicBezTo>
                  <a:pt x="105574" y="45104"/>
                  <a:pt x="105574" y="45029"/>
                  <a:pt x="105574" y="45029"/>
                </a:cubicBezTo>
                <a:cubicBezTo>
                  <a:pt x="105574" y="44954"/>
                  <a:pt x="105611" y="44954"/>
                  <a:pt x="105647" y="44954"/>
                </a:cubicBezTo>
                <a:cubicBezTo>
                  <a:pt x="105647" y="44879"/>
                  <a:pt x="105684" y="44879"/>
                  <a:pt x="105684" y="44804"/>
                </a:cubicBezTo>
                <a:cubicBezTo>
                  <a:pt x="105721" y="44728"/>
                  <a:pt x="105758" y="44728"/>
                  <a:pt x="105758" y="44728"/>
                </a:cubicBezTo>
                <a:cubicBezTo>
                  <a:pt x="105758" y="44653"/>
                  <a:pt x="105758" y="44578"/>
                  <a:pt x="105788" y="44578"/>
                </a:cubicBezTo>
                <a:cubicBezTo>
                  <a:pt x="105788" y="44515"/>
                  <a:pt x="105788" y="44440"/>
                  <a:pt x="105788" y="44365"/>
                </a:cubicBezTo>
                <a:close/>
                <a:moveTo>
                  <a:pt x="106407" y="43688"/>
                </a:moveTo>
                <a:lnTo>
                  <a:pt x="106407" y="43688"/>
                </a:lnTo>
                <a:cubicBezTo>
                  <a:pt x="106407" y="43688"/>
                  <a:pt x="106370" y="43688"/>
                  <a:pt x="106333" y="43688"/>
                </a:cubicBezTo>
                <a:lnTo>
                  <a:pt x="106297" y="43763"/>
                </a:lnTo>
                <a:cubicBezTo>
                  <a:pt x="106266" y="43839"/>
                  <a:pt x="106229" y="43839"/>
                  <a:pt x="106229" y="43839"/>
                </a:cubicBezTo>
                <a:cubicBezTo>
                  <a:pt x="106192" y="43914"/>
                  <a:pt x="106192" y="43989"/>
                  <a:pt x="106156" y="43989"/>
                </a:cubicBezTo>
                <a:cubicBezTo>
                  <a:pt x="106119" y="44064"/>
                  <a:pt x="106082" y="44064"/>
                  <a:pt x="106082" y="44064"/>
                </a:cubicBezTo>
                <a:cubicBezTo>
                  <a:pt x="106119" y="44139"/>
                  <a:pt x="106156" y="44215"/>
                  <a:pt x="106192" y="44215"/>
                </a:cubicBezTo>
                <a:cubicBezTo>
                  <a:pt x="106266" y="44215"/>
                  <a:pt x="106297" y="44215"/>
                  <a:pt x="106297" y="44139"/>
                </a:cubicBezTo>
                <a:cubicBezTo>
                  <a:pt x="106333" y="44139"/>
                  <a:pt x="106333" y="44064"/>
                  <a:pt x="106333" y="43989"/>
                </a:cubicBezTo>
                <a:cubicBezTo>
                  <a:pt x="106370" y="43914"/>
                  <a:pt x="106407" y="43839"/>
                  <a:pt x="106407" y="43688"/>
                </a:cubicBezTo>
                <a:close/>
                <a:moveTo>
                  <a:pt x="108153" y="39903"/>
                </a:moveTo>
                <a:lnTo>
                  <a:pt x="108153" y="39903"/>
                </a:lnTo>
                <a:cubicBezTo>
                  <a:pt x="108116" y="39903"/>
                  <a:pt x="108116" y="39979"/>
                  <a:pt x="108116" y="40054"/>
                </a:cubicBezTo>
                <a:cubicBezTo>
                  <a:pt x="108079" y="40129"/>
                  <a:pt x="108042" y="40129"/>
                  <a:pt x="108042" y="40204"/>
                </a:cubicBezTo>
                <a:cubicBezTo>
                  <a:pt x="108042" y="40204"/>
                  <a:pt x="108042" y="40279"/>
                  <a:pt x="108042" y="40355"/>
                </a:cubicBezTo>
                <a:cubicBezTo>
                  <a:pt x="108042" y="40417"/>
                  <a:pt x="108006" y="40492"/>
                  <a:pt x="107969" y="40568"/>
                </a:cubicBezTo>
                <a:cubicBezTo>
                  <a:pt x="107932" y="40718"/>
                  <a:pt x="107932" y="40718"/>
                  <a:pt x="107932" y="40718"/>
                </a:cubicBezTo>
                <a:cubicBezTo>
                  <a:pt x="107932" y="40643"/>
                  <a:pt x="107969" y="40718"/>
                  <a:pt x="108006" y="40718"/>
                </a:cubicBezTo>
                <a:cubicBezTo>
                  <a:pt x="108042" y="40643"/>
                  <a:pt x="108042" y="40568"/>
                  <a:pt x="108042" y="40492"/>
                </a:cubicBezTo>
                <a:cubicBezTo>
                  <a:pt x="108079" y="40417"/>
                  <a:pt x="108079" y="40417"/>
                  <a:pt x="108116" y="40355"/>
                </a:cubicBezTo>
                <a:cubicBezTo>
                  <a:pt x="108116" y="40355"/>
                  <a:pt x="108153" y="40355"/>
                  <a:pt x="108189" y="40279"/>
                </a:cubicBezTo>
                <a:cubicBezTo>
                  <a:pt x="108189" y="40279"/>
                  <a:pt x="108189" y="40204"/>
                  <a:pt x="108189" y="40129"/>
                </a:cubicBezTo>
                <a:cubicBezTo>
                  <a:pt x="108189" y="40129"/>
                  <a:pt x="108226" y="40054"/>
                  <a:pt x="108226" y="39979"/>
                </a:cubicBezTo>
                <a:lnTo>
                  <a:pt x="108226" y="39903"/>
                </a:lnTo>
                <a:cubicBezTo>
                  <a:pt x="108153" y="39828"/>
                  <a:pt x="108153" y="39828"/>
                  <a:pt x="108153" y="39828"/>
                </a:cubicBezTo>
                <a:lnTo>
                  <a:pt x="108153" y="39903"/>
                </a:lnTo>
                <a:close/>
                <a:moveTo>
                  <a:pt x="112330" y="36119"/>
                </a:moveTo>
                <a:lnTo>
                  <a:pt x="112330" y="36119"/>
                </a:lnTo>
                <a:cubicBezTo>
                  <a:pt x="112294" y="35968"/>
                  <a:pt x="112294" y="35968"/>
                  <a:pt x="112294" y="35968"/>
                </a:cubicBezTo>
                <a:cubicBezTo>
                  <a:pt x="112257" y="35893"/>
                  <a:pt x="112220" y="35893"/>
                  <a:pt x="112183" y="35893"/>
                </a:cubicBezTo>
                <a:cubicBezTo>
                  <a:pt x="112183" y="35893"/>
                  <a:pt x="112147" y="35893"/>
                  <a:pt x="112110" y="35893"/>
                </a:cubicBezTo>
                <a:cubicBezTo>
                  <a:pt x="112110" y="35968"/>
                  <a:pt x="112110" y="36043"/>
                  <a:pt x="112110" y="36119"/>
                </a:cubicBezTo>
                <a:cubicBezTo>
                  <a:pt x="112110" y="36181"/>
                  <a:pt x="112110" y="36181"/>
                  <a:pt x="112110" y="36332"/>
                </a:cubicBezTo>
                <a:cubicBezTo>
                  <a:pt x="112330" y="36332"/>
                  <a:pt x="112330" y="36332"/>
                  <a:pt x="112330" y="36332"/>
                </a:cubicBezTo>
                <a:cubicBezTo>
                  <a:pt x="112330" y="36256"/>
                  <a:pt x="112330" y="36181"/>
                  <a:pt x="112330" y="36119"/>
                </a:cubicBezTo>
                <a:close/>
                <a:moveTo>
                  <a:pt x="111852" y="36181"/>
                </a:moveTo>
                <a:lnTo>
                  <a:pt x="111852" y="36181"/>
                </a:lnTo>
                <a:cubicBezTo>
                  <a:pt x="111822" y="36181"/>
                  <a:pt x="111822" y="36119"/>
                  <a:pt x="111822" y="36119"/>
                </a:cubicBezTo>
                <a:cubicBezTo>
                  <a:pt x="111785" y="35968"/>
                  <a:pt x="111822" y="35893"/>
                  <a:pt x="111822" y="35743"/>
                </a:cubicBezTo>
                <a:cubicBezTo>
                  <a:pt x="111822" y="35667"/>
                  <a:pt x="111785" y="35667"/>
                  <a:pt x="111748" y="35592"/>
                </a:cubicBezTo>
                <a:cubicBezTo>
                  <a:pt x="111748" y="35517"/>
                  <a:pt x="111712" y="35517"/>
                  <a:pt x="111712" y="35442"/>
                </a:cubicBezTo>
                <a:cubicBezTo>
                  <a:pt x="111675" y="35367"/>
                  <a:pt x="111638" y="35367"/>
                  <a:pt x="111601" y="35291"/>
                </a:cubicBezTo>
                <a:cubicBezTo>
                  <a:pt x="111601" y="35442"/>
                  <a:pt x="111601" y="35517"/>
                  <a:pt x="111601" y="35667"/>
                </a:cubicBezTo>
                <a:cubicBezTo>
                  <a:pt x="111601" y="35667"/>
                  <a:pt x="111638" y="35743"/>
                  <a:pt x="111638" y="35818"/>
                </a:cubicBezTo>
                <a:cubicBezTo>
                  <a:pt x="111638" y="35893"/>
                  <a:pt x="111638" y="35968"/>
                  <a:pt x="111638" y="36119"/>
                </a:cubicBezTo>
                <a:cubicBezTo>
                  <a:pt x="111638" y="36181"/>
                  <a:pt x="111675" y="36256"/>
                  <a:pt x="111675" y="36407"/>
                </a:cubicBezTo>
                <a:cubicBezTo>
                  <a:pt x="111895" y="36407"/>
                  <a:pt x="111895" y="36407"/>
                  <a:pt x="111895" y="36407"/>
                </a:cubicBezTo>
                <a:cubicBezTo>
                  <a:pt x="111852" y="36332"/>
                  <a:pt x="111852" y="36256"/>
                  <a:pt x="111852" y="36181"/>
                </a:cubicBezTo>
                <a:close/>
                <a:moveTo>
                  <a:pt x="110909" y="32321"/>
                </a:moveTo>
                <a:lnTo>
                  <a:pt x="110909" y="32321"/>
                </a:lnTo>
                <a:cubicBezTo>
                  <a:pt x="110946" y="32321"/>
                  <a:pt x="110983" y="32246"/>
                  <a:pt x="111019" y="32246"/>
                </a:cubicBezTo>
                <a:lnTo>
                  <a:pt x="111056" y="32171"/>
                </a:lnTo>
                <a:cubicBezTo>
                  <a:pt x="111093" y="32096"/>
                  <a:pt x="111130" y="32171"/>
                  <a:pt x="111130" y="32096"/>
                </a:cubicBezTo>
                <a:cubicBezTo>
                  <a:pt x="111166" y="32020"/>
                  <a:pt x="111166" y="31958"/>
                  <a:pt x="111166" y="31807"/>
                </a:cubicBezTo>
                <a:cubicBezTo>
                  <a:pt x="111130" y="31807"/>
                  <a:pt x="111130" y="31732"/>
                  <a:pt x="111093" y="31732"/>
                </a:cubicBezTo>
                <a:cubicBezTo>
                  <a:pt x="111056" y="31732"/>
                  <a:pt x="111056" y="31732"/>
                  <a:pt x="111056" y="31732"/>
                </a:cubicBezTo>
                <a:cubicBezTo>
                  <a:pt x="111019" y="31732"/>
                  <a:pt x="110983" y="31807"/>
                  <a:pt x="110946" y="31807"/>
                </a:cubicBezTo>
                <a:cubicBezTo>
                  <a:pt x="110909" y="31807"/>
                  <a:pt x="110842" y="31807"/>
                  <a:pt x="110805" y="31807"/>
                </a:cubicBezTo>
                <a:cubicBezTo>
                  <a:pt x="110768" y="31883"/>
                  <a:pt x="110695" y="31958"/>
                  <a:pt x="110695" y="32020"/>
                </a:cubicBezTo>
                <a:cubicBezTo>
                  <a:pt x="110695" y="32321"/>
                  <a:pt x="110695" y="32321"/>
                  <a:pt x="110695" y="32321"/>
                </a:cubicBezTo>
                <a:cubicBezTo>
                  <a:pt x="110732" y="32321"/>
                  <a:pt x="110768" y="32321"/>
                  <a:pt x="110768" y="32321"/>
                </a:cubicBezTo>
                <a:cubicBezTo>
                  <a:pt x="110842" y="32321"/>
                  <a:pt x="110879" y="32321"/>
                  <a:pt x="110909" y="32321"/>
                </a:cubicBezTo>
                <a:close/>
                <a:moveTo>
                  <a:pt x="119013" y="27346"/>
                </a:moveTo>
                <a:lnTo>
                  <a:pt x="119013" y="27346"/>
                </a:lnTo>
                <a:cubicBezTo>
                  <a:pt x="119050" y="27346"/>
                  <a:pt x="119117" y="27346"/>
                  <a:pt x="119154" y="27346"/>
                </a:cubicBezTo>
                <a:cubicBezTo>
                  <a:pt x="119154" y="27346"/>
                  <a:pt x="119191" y="27346"/>
                  <a:pt x="119228" y="27346"/>
                </a:cubicBezTo>
                <a:cubicBezTo>
                  <a:pt x="119264" y="27346"/>
                  <a:pt x="119228" y="27496"/>
                  <a:pt x="119264" y="27496"/>
                </a:cubicBezTo>
                <a:cubicBezTo>
                  <a:pt x="119338" y="27571"/>
                  <a:pt x="119375" y="27496"/>
                  <a:pt x="119448" y="27496"/>
                </a:cubicBezTo>
                <a:cubicBezTo>
                  <a:pt x="119522" y="27496"/>
                  <a:pt x="119522" y="27496"/>
                  <a:pt x="119522" y="27496"/>
                </a:cubicBezTo>
                <a:cubicBezTo>
                  <a:pt x="119558" y="27496"/>
                  <a:pt x="119595" y="27421"/>
                  <a:pt x="119626" y="27421"/>
                </a:cubicBezTo>
                <a:cubicBezTo>
                  <a:pt x="119699" y="27421"/>
                  <a:pt x="119736" y="27496"/>
                  <a:pt x="119810" y="27571"/>
                </a:cubicBezTo>
                <a:cubicBezTo>
                  <a:pt x="119846" y="27571"/>
                  <a:pt x="119846" y="27646"/>
                  <a:pt x="119920" y="27646"/>
                </a:cubicBezTo>
                <a:cubicBezTo>
                  <a:pt x="119957" y="27646"/>
                  <a:pt x="119957" y="27646"/>
                  <a:pt x="119993" y="27646"/>
                </a:cubicBezTo>
                <a:cubicBezTo>
                  <a:pt x="119993" y="27346"/>
                  <a:pt x="119993" y="27346"/>
                  <a:pt x="119993" y="27346"/>
                </a:cubicBezTo>
                <a:lnTo>
                  <a:pt x="119957" y="27346"/>
                </a:lnTo>
                <a:cubicBezTo>
                  <a:pt x="119920" y="27271"/>
                  <a:pt x="119883" y="27271"/>
                  <a:pt x="119883" y="27271"/>
                </a:cubicBezTo>
                <a:cubicBezTo>
                  <a:pt x="119846" y="27195"/>
                  <a:pt x="119810" y="27195"/>
                  <a:pt x="119810" y="27195"/>
                </a:cubicBezTo>
                <a:cubicBezTo>
                  <a:pt x="119736" y="27195"/>
                  <a:pt x="119699" y="27120"/>
                  <a:pt x="119626" y="27120"/>
                </a:cubicBezTo>
                <a:cubicBezTo>
                  <a:pt x="119595" y="27120"/>
                  <a:pt x="119558" y="27120"/>
                  <a:pt x="119522" y="27120"/>
                </a:cubicBezTo>
                <a:cubicBezTo>
                  <a:pt x="119485" y="27120"/>
                  <a:pt x="119448" y="27045"/>
                  <a:pt x="119448" y="27045"/>
                </a:cubicBezTo>
                <a:cubicBezTo>
                  <a:pt x="119411" y="27045"/>
                  <a:pt x="119375" y="27045"/>
                  <a:pt x="119375" y="27045"/>
                </a:cubicBezTo>
                <a:cubicBezTo>
                  <a:pt x="119338" y="27045"/>
                  <a:pt x="119301" y="26970"/>
                  <a:pt x="119264" y="26970"/>
                </a:cubicBezTo>
                <a:cubicBezTo>
                  <a:pt x="119154" y="26970"/>
                  <a:pt x="119081" y="27045"/>
                  <a:pt x="119013" y="27120"/>
                </a:cubicBezTo>
                <a:cubicBezTo>
                  <a:pt x="119013" y="27120"/>
                  <a:pt x="118977" y="27346"/>
                  <a:pt x="119013" y="27346"/>
                </a:cubicBezTo>
                <a:close/>
                <a:moveTo>
                  <a:pt x="115926" y="18573"/>
                </a:moveTo>
                <a:lnTo>
                  <a:pt x="115926" y="18573"/>
                </a:lnTo>
                <a:cubicBezTo>
                  <a:pt x="115926" y="18573"/>
                  <a:pt x="115963" y="18573"/>
                  <a:pt x="116000" y="18573"/>
                </a:cubicBezTo>
                <a:cubicBezTo>
                  <a:pt x="116067" y="18573"/>
                  <a:pt x="116104" y="18573"/>
                  <a:pt x="116177" y="18573"/>
                </a:cubicBezTo>
                <a:cubicBezTo>
                  <a:pt x="116287" y="18573"/>
                  <a:pt x="116324" y="18573"/>
                  <a:pt x="116434" y="18573"/>
                </a:cubicBezTo>
                <a:cubicBezTo>
                  <a:pt x="116471" y="18573"/>
                  <a:pt x="116508" y="18498"/>
                  <a:pt x="116575" y="18498"/>
                </a:cubicBezTo>
                <a:cubicBezTo>
                  <a:pt x="116575" y="18422"/>
                  <a:pt x="116612" y="18422"/>
                  <a:pt x="116649" y="18422"/>
                </a:cubicBezTo>
                <a:cubicBezTo>
                  <a:pt x="116686" y="18360"/>
                  <a:pt x="116722" y="18422"/>
                  <a:pt x="116796" y="18422"/>
                </a:cubicBezTo>
                <a:cubicBezTo>
                  <a:pt x="116943" y="18422"/>
                  <a:pt x="116943" y="18422"/>
                  <a:pt x="116943" y="18422"/>
                </a:cubicBezTo>
                <a:cubicBezTo>
                  <a:pt x="116943" y="18422"/>
                  <a:pt x="116980" y="18422"/>
                  <a:pt x="117016" y="18422"/>
                </a:cubicBezTo>
                <a:cubicBezTo>
                  <a:pt x="117084" y="18422"/>
                  <a:pt x="117084" y="18422"/>
                  <a:pt x="117084" y="18422"/>
                </a:cubicBezTo>
                <a:cubicBezTo>
                  <a:pt x="117120" y="18422"/>
                  <a:pt x="117120" y="18422"/>
                  <a:pt x="117157" y="18422"/>
                </a:cubicBezTo>
                <a:cubicBezTo>
                  <a:pt x="117157" y="18209"/>
                  <a:pt x="117157" y="18209"/>
                  <a:pt x="117157" y="18209"/>
                </a:cubicBezTo>
                <a:cubicBezTo>
                  <a:pt x="117157" y="18134"/>
                  <a:pt x="117157" y="18059"/>
                  <a:pt x="117120" y="18059"/>
                </a:cubicBezTo>
                <a:cubicBezTo>
                  <a:pt x="117084" y="17984"/>
                  <a:pt x="117084" y="17984"/>
                  <a:pt x="117047" y="17909"/>
                </a:cubicBezTo>
                <a:cubicBezTo>
                  <a:pt x="116980" y="17833"/>
                  <a:pt x="116943" y="17909"/>
                  <a:pt x="116833" y="17909"/>
                </a:cubicBezTo>
                <a:cubicBezTo>
                  <a:pt x="116833" y="17909"/>
                  <a:pt x="116796" y="17833"/>
                  <a:pt x="116759" y="17833"/>
                </a:cubicBezTo>
                <a:cubicBezTo>
                  <a:pt x="116759" y="17833"/>
                  <a:pt x="116722" y="17909"/>
                  <a:pt x="116686" y="17833"/>
                </a:cubicBezTo>
                <a:cubicBezTo>
                  <a:pt x="116649" y="17833"/>
                  <a:pt x="116649" y="17833"/>
                  <a:pt x="116612" y="17758"/>
                </a:cubicBezTo>
                <a:cubicBezTo>
                  <a:pt x="116575" y="17758"/>
                  <a:pt x="116575" y="17683"/>
                  <a:pt x="116539" y="17683"/>
                </a:cubicBezTo>
                <a:cubicBezTo>
                  <a:pt x="116508" y="17608"/>
                  <a:pt x="116508" y="17683"/>
                  <a:pt x="116471" y="17683"/>
                </a:cubicBezTo>
                <a:cubicBezTo>
                  <a:pt x="116434" y="17683"/>
                  <a:pt x="116434" y="17608"/>
                  <a:pt x="116398" y="17683"/>
                </a:cubicBezTo>
                <a:cubicBezTo>
                  <a:pt x="116361" y="17683"/>
                  <a:pt x="116361" y="17758"/>
                  <a:pt x="116324" y="17758"/>
                </a:cubicBezTo>
                <a:cubicBezTo>
                  <a:pt x="116287" y="17758"/>
                  <a:pt x="116324" y="17909"/>
                  <a:pt x="116287" y="17909"/>
                </a:cubicBezTo>
                <a:cubicBezTo>
                  <a:pt x="116287" y="17909"/>
                  <a:pt x="116251" y="17909"/>
                  <a:pt x="116214" y="17909"/>
                </a:cubicBezTo>
                <a:cubicBezTo>
                  <a:pt x="116214" y="17909"/>
                  <a:pt x="116177" y="17909"/>
                  <a:pt x="116140" y="17909"/>
                </a:cubicBezTo>
                <a:cubicBezTo>
                  <a:pt x="116104" y="17909"/>
                  <a:pt x="116067" y="17909"/>
                  <a:pt x="116000" y="17909"/>
                </a:cubicBezTo>
                <a:cubicBezTo>
                  <a:pt x="115963" y="17909"/>
                  <a:pt x="115963" y="17984"/>
                  <a:pt x="115926" y="17984"/>
                </a:cubicBezTo>
                <a:cubicBezTo>
                  <a:pt x="115852" y="18059"/>
                  <a:pt x="115852" y="18209"/>
                  <a:pt x="115852" y="18422"/>
                </a:cubicBezTo>
                <a:cubicBezTo>
                  <a:pt x="115889" y="18498"/>
                  <a:pt x="115889" y="18573"/>
                  <a:pt x="115926" y="18573"/>
                </a:cubicBezTo>
                <a:close/>
                <a:moveTo>
                  <a:pt x="104992" y="13084"/>
                </a:moveTo>
                <a:lnTo>
                  <a:pt x="104992" y="13084"/>
                </a:lnTo>
                <a:cubicBezTo>
                  <a:pt x="105029" y="13159"/>
                  <a:pt x="105029" y="13159"/>
                  <a:pt x="105065" y="13159"/>
                </a:cubicBezTo>
                <a:cubicBezTo>
                  <a:pt x="105102" y="13159"/>
                  <a:pt x="105102" y="13159"/>
                  <a:pt x="105139" y="13221"/>
                </a:cubicBezTo>
                <a:cubicBezTo>
                  <a:pt x="105139" y="13221"/>
                  <a:pt x="105139" y="13297"/>
                  <a:pt x="105176" y="13372"/>
                </a:cubicBezTo>
                <a:cubicBezTo>
                  <a:pt x="105212" y="13447"/>
                  <a:pt x="105243" y="13447"/>
                  <a:pt x="105280" y="13447"/>
                </a:cubicBezTo>
                <a:cubicBezTo>
                  <a:pt x="105316" y="13447"/>
                  <a:pt x="105353" y="13447"/>
                  <a:pt x="105390" y="13372"/>
                </a:cubicBezTo>
                <a:cubicBezTo>
                  <a:pt x="105464" y="13372"/>
                  <a:pt x="105500" y="13297"/>
                  <a:pt x="105537" y="13297"/>
                </a:cubicBezTo>
                <a:cubicBezTo>
                  <a:pt x="105611" y="13297"/>
                  <a:pt x="105647" y="13372"/>
                  <a:pt x="105684" y="13447"/>
                </a:cubicBezTo>
                <a:cubicBezTo>
                  <a:pt x="105721" y="13447"/>
                  <a:pt x="105721" y="13522"/>
                  <a:pt x="105758" y="13597"/>
                </a:cubicBezTo>
                <a:cubicBezTo>
                  <a:pt x="105788" y="13597"/>
                  <a:pt x="105788" y="13597"/>
                  <a:pt x="105825" y="13597"/>
                </a:cubicBezTo>
                <a:cubicBezTo>
                  <a:pt x="105862" y="13597"/>
                  <a:pt x="105862" y="13673"/>
                  <a:pt x="105898" y="13673"/>
                </a:cubicBezTo>
                <a:cubicBezTo>
                  <a:pt x="105935" y="13673"/>
                  <a:pt x="105972" y="13673"/>
                  <a:pt x="106045" y="13673"/>
                </a:cubicBezTo>
                <a:cubicBezTo>
                  <a:pt x="106119" y="13673"/>
                  <a:pt x="106119" y="13673"/>
                  <a:pt x="106119" y="13673"/>
                </a:cubicBezTo>
                <a:cubicBezTo>
                  <a:pt x="106119" y="13673"/>
                  <a:pt x="106156" y="13673"/>
                  <a:pt x="106192" y="13673"/>
                </a:cubicBezTo>
                <a:cubicBezTo>
                  <a:pt x="106229" y="13673"/>
                  <a:pt x="106229" y="13597"/>
                  <a:pt x="106266" y="13522"/>
                </a:cubicBezTo>
                <a:cubicBezTo>
                  <a:pt x="106266" y="13522"/>
                  <a:pt x="106266" y="13372"/>
                  <a:pt x="106297" y="13372"/>
                </a:cubicBezTo>
                <a:cubicBezTo>
                  <a:pt x="106333" y="13372"/>
                  <a:pt x="106333" y="13372"/>
                  <a:pt x="106370" y="13372"/>
                </a:cubicBezTo>
                <a:cubicBezTo>
                  <a:pt x="106407" y="13372"/>
                  <a:pt x="106444" y="13372"/>
                  <a:pt x="106480" y="13372"/>
                </a:cubicBezTo>
                <a:cubicBezTo>
                  <a:pt x="106480" y="13084"/>
                  <a:pt x="106480" y="13084"/>
                  <a:pt x="106480" y="13084"/>
                </a:cubicBezTo>
                <a:cubicBezTo>
                  <a:pt x="106480" y="13084"/>
                  <a:pt x="106444" y="13008"/>
                  <a:pt x="106444" y="12933"/>
                </a:cubicBezTo>
                <a:lnTo>
                  <a:pt x="106480" y="12933"/>
                </a:lnTo>
                <a:cubicBezTo>
                  <a:pt x="106370" y="12933"/>
                  <a:pt x="106333" y="12933"/>
                  <a:pt x="106229" y="12933"/>
                </a:cubicBezTo>
                <a:cubicBezTo>
                  <a:pt x="106192" y="12933"/>
                  <a:pt x="106192" y="12933"/>
                  <a:pt x="106156" y="12933"/>
                </a:cubicBezTo>
                <a:cubicBezTo>
                  <a:pt x="106119" y="12933"/>
                  <a:pt x="106082" y="12933"/>
                  <a:pt x="106009" y="12933"/>
                </a:cubicBezTo>
                <a:cubicBezTo>
                  <a:pt x="105935" y="12933"/>
                  <a:pt x="105935" y="12933"/>
                  <a:pt x="105935" y="12933"/>
                </a:cubicBezTo>
                <a:cubicBezTo>
                  <a:pt x="105935" y="12933"/>
                  <a:pt x="105898" y="12933"/>
                  <a:pt x="105862" y="12933"/>
                </a:cubicBezTo>
                <a:cubicBezTo>
                  <a:pt x="105788" y="12933"/>
                  <a:pt x="105788" y="12933"/>
                  <a:pt x="105788" y="12933"/>
                </a:cubicBezTo>
                <a:cubicBezTo>
                  <a:pt x="105758" y="12933"/>
                  <a:pt x="105758" y="12933"/>
                  <a:pt x="105721" y="12933"/>
                </a:cubicBezTo>
                <a:cubicBezTo>
                  <a:pt x="105721" y="12557"/>
                  <a:pt x="105721" y="12557"/>
                  <a:pt x="105721" y="12557"/>
                </a:cubicBezTo>
                <a:cubicBezTo>
                  <a:pt x="105647" y="12557"/>
                  <a:pt x="105574" y="12557"/>
                  <a:pt x="105500" y="12557"/>
                </a:cubicBezTo>
                <a:cubicBezTo>
                  <a:pt x="105464" y="12557"/>
                  <a:pt x="105464" y="12557"/>
                  <a:pt x="105427" y="12557"/>
                </a:cubicBezTo>
                <a:cubicBezTo>
                  <a:pt x="105390" y="12557"/>
                  <a:pt x="105427" y="12708"/>
                  <a:pt x="105390" y="12708"/>
                </a:cubicBezTo>
                <a:cubicBezTo>
                  <a:pt x="105390" y="12783"/>
                  <a:pt x="105353" y="12708"/>
                  <a:pt x="105316" y="12708"/>
                </a:cubicBezTo>
                <a:cubicBezTo>
                  <a:pt x="105243" y="12708"/>
                  <a:pt x="105243" y="12708"/>
                  <a:pt x="105212" y="12708"/>
                </a:cubicBezTo>
                <a:cubicBezTo>
                  <a:pt x="105102" y="12632"/>
                  <a:pt x="105102" y="12482"/>
                  <a:pt x="105029" y="12332"/>
                </a:cubicBezTo>
                <a:cubicBezTo>
                  <a:pt x="104955" y="12407"/>
                  <a:pt x="104955" y="12407"/>
                  <a:pt x="104955" y="12407"/>
                </a:cubicBezTo>
                <a:cubicBezTo>
                  <a:pt x="104955" y="13008"/>
                  <a:pt x="104955" y="13008"/>
                  <a:pt x="104955" y="13008"/>
                </a:cubicBezTo>
                <a:cubicBezTo>
                  <a:pt x="104992" y="13008"/>
                  <a:pt x="104955" y="13084"/>
                  <a:pt x="104992" y="13084"/>
                </a:cubicBezTo>
                <a:close/>
                <a:moveTo>
                  <a:pt x="102885" y="15377"/>
                </a:moveTo>
                <a:lnTo>
                  <a:pt x="102885" y="15377"/>
                </a:lnTo>
                <a:cubicBezTo>
                  <a:pt x="102958" y="15377"/>
                  <a:pt x="102995" y="15452"/>
                  <a:pt x="103032" y="15452"/>
                </a:cubicBezTo>
                <a:cubicBezTo>
                  <a:pt x="103068" y="15452"/>
                  <a:pt x="103105" y="15452"/>
                  <a:pt x="103179" y="15452"/>
                </a:cubicBezTo>
                <a:cubicBezTo>
                  <a:pt x="103246" y="15452"/>
                  <a:pt x="103246" y="15452"/>
                  <a:pt x="103246" y="15452"/>
                </a:cubicBezTo>
                <a:cubicBezTo>
                  <a:pt x="103283" y="15452"/>
                  <a:pt x="103283" y="15452"/>
                  <a:pt x="103320" y="15452"/>
                </a:cubicBezTo>
                <a:cubicBezTo>
                  <a:pt x="103393" y="15452"/>
                  <a:pt x="103467" y="15452"/>
                  <a:pt x="103540" y="15452"/>
                </a:cubicBezTo>
                <a:cubicBezTo>
                  <a:pt x="103577" y="15452"/>
                  <a:pt x="103614" y="15377"/>
                  <a:pt x="103650" y="15377"/>
                </a:cubicBezTo>
                <a:cubicBezTo>
                  <a:pt x="103681" y="15377"/>
                  <a:pt x="103681" y="15377"/>
                  <a:pt x="103681" y="15377"/>
                </a:cubicBezTo>
                <a:cubicBezTo>
                  <a:pt x="103724" y="15377"/>
                  <a:pt x="103724" y="15452"/>
                  <a:pt x="103754" y="15527"/>
                </a:cubicBezTo>
                <a:cubicBezTo>
                  <a:pt x="103791" y="15527"/>
                  <a:pt x="103828" y="15603"/>
                  <a:pt x="103901" y="15603"/>
                </a:cubicBezTo>
                <a:cubicBezTo>
                  <a:pt x="103901" y="15603"/>
                  <a:pt x="103938" y="15678"/>
                  <a:pt x="103975" y="15678"/>
                </a:cubicBezTo>
                <a:cubicBezTo>
                  <a:pt x="104085" y="15678"/>
                  <a:pt x="104085" y="15678"/>
                  <a:pt x="104085" y="15678"/>
                </a:cubicBezTo>
                <a:cubicBezTo>
                  <a:pt x="104122" y="15377"/>
                  <a:pt x="104122" y="15377"/>
                  <a:pt x="104122" y="15377"/>
                </a:cubicBezTo>
                <a:cubicBezTo>
                  <a:pt x="104085" y="15302"/>
                  <a:pt x="104085" y="15227"/>
                  <a:pt x="104085" y="15227"/>
                </a:cubicBezTo>
                <a:cubicBezTo>
                  <a:pt x="104049" y="15164"/>
                  <a:pt x="104049" y="15164"/>
                  <a:pt x="104012" y="15164"/>
                </a:cubicBezTo>
                <a:cubicBezTo>
                  <a:pt x="103975" y="15089"/>
                  <a:pt x="103975" y="15089"/>
                  <a:pt x="103938" y="15014"/>
                </a:cubicBezTo>
                <a:cubicBezTo>
                  <a:pt x="103901" y="15014"/>
                  <a:pt x="103901" y="15089"/>
                  <a:pt x="103865" y="15014"/>
                </a:cubicBezTo>
                <a:cubicBezTo>
                  <a:pt x="103828" y="15014"/>
                  <a:pt x="103828" y="15014"/>
                  <a:pt x="103791" y="15014"/>
                </a:cubicBezTo>
                <a:cubicBezTo>
                  <a:pt x="103754" y="14938"/>
                  <a:pt x="103754" y="14938"/>
                  <a:pt x="103724" y="14863"/>
                </a:cubicBezTo>
                <a:lnTo>
                  <a:pt x="103724" y="14788"/>
                </a:lnTo>
                <a:cubicBezTo>
                  <a:pt x="103681" y="14713"/>
                  <a:pt x="103650" y="14788"/>
                  <a:pt x="103650" y="14788"/>
                </a:cubicBezTo>
                <a:cubicBezTo>
                  <a:pt x="103577" y="14788"/>
                  <a:pt x="103577" y="14788"/>
                  <a:pt x="103577" y="14788"/>
                </a:cubicBezTo>
                <a:cubicBezTo>
                  <a:pt x="103503" y="14788"/>
                  <a:pt x="103430" y="14713"/>
                  <a:pt x="103356" y="14788"/>
                </a:cubicBezTo>
                <a:cubicBezTo>
                  <a:pt x="103320" y="14788"/>
                  <a:pt x="103320" y="14863"/>
                  <a:pt x="103283" y="14863"/>
                </a:cubicBezTo>
                <a:cubicBezTo>
                  <a:pt x="103283" y="14938"/>
                  <a:pt x="103283" y="15014"/>
                  <a:pt x="103246" y="15014"/>
                </a:cubicBezTo>
                <a:cubicBezTo>
                  <a:pt x="103246" y="15089"/>
                  <a:pt x="103209" y="15014"/>
                  <a:pt x="103179" y="15014"/>
                </a:cubicBezTo>
                <a:cubicBezTo>
                  <a:pt x="103068" y="15089"/>
                  <a:pt x="103032" y="15227"/>
                  <a:pt x="102958" y="15377"/>
                </a:cubicBezTo>
                <a:lnTo>
                  <a:pt x="102885" y="15377"/>
                </a:lnTo>
                <a:close/>
                <a:moveTo>
                  <a:pt x="103246" y="14487"/>
                </a:moveTo>
                <a:lnTo>
                  <a:pt x="103246" y="14487"/>
                </a:lnTo>
                <a:cubicBezTo>
                  <a:pt x="103283" y="14487"/>
                  <a:pt x="103283" y="14487"/>
                  <a:pt x="103320" y="14412"/>
                </a:cubicBezTo>
                <a:cubicBezTo>
                  <a:pt x="103320" y="14412"/>
                  <a:pt x="103320" y="14337"/>
                  <a:pt x="103320" y="14262"/>
                </a:cubicBezTo>
                <a:cubicBezTo>
                  <a:pt x="103283" y="14262"/>
                  <a:pt x="103283" y="14186"/>
                  <a:pt x="103246" y="14186"/>
                </a:cubicBezTo>
                <a:cubicBezTo>
                  <a:pt x="103246" y="14186"/>
                  <a:pt x="103209" y="14186"/>
                  <a:pt x="103179" y="14186"/>
                </a:cubicBezTo>
                <a:cubicBezTo>
                  <a:pt x="103142" y="14186"/>
                  <a:pt x="103105" y="14124"/>
                  <a:pt x="103032" y="14124"/>
                </a:cubicBezTo>
                <a:cubicBezTo>
                  <a:pt x="102921" y="14124"/>
                  <a:pt x="102921" y="14124"/>
                  <a:pt x="102921" y="14124"/>
                </a:cubicBezTo>
                <a:cubicBezTo>
                  <a:pt x="102921" y="14186"/>
                  <a:pt x="102885" y="14186"/>
                  <a:pt x="102885" y="14262"/>
                </a:cubicBezTo>
                <a:cubicBezTo>
                  <a:pt x="102885" y="14337"/>
                  <a:pt x="102921" y="14412"/>
                  <a:pt x="102958" y="14412"/>
                </a:cubicBezTo>
                <a:cubicBezTo>
                  <a:pt x="102958" y="14487"/>
                  <a:pt x="102995" y="14487"/>
                  <a:pt x="102995" y="14487"/>
                </a:cubicBezTo>
                <a:cubicBezTo>
                  <a:pt x="103068" y="14487"/>
                  <a:pt x="103105" y="14562"/>
                  <a:pt x="103142" y="14562"/>
                </a:cubicBezTo>
                <a:cubicBezTo>
                  <a:pt x="103179" y="14562"/>
                  <a:pt x="103209" y="14487"/>
                  <a:pt x="103246" y="14487"/>
                </a:cubicBezTo>
                <a:close/>
                <a:moveTo>
                  <a:pt x="101941" y="12933"/>
                </a:moveTo>
                <a:lnTo>
                  <a:pt x="101941" y="12933"/>
                </a:lnTo>
                <a:cubicBezTo>
                  <a:pt x="101941" y="12933"/>
                  <a:pt x="101941" y="13008"/>
                  <a:pt x="101978" y="13008"/>
                </a:cubicBezTo>
                <a:cubicBezTo>
                  <a:pt x="102015" y="13084"/>
                  <a:pt x="101978" y="13159"/>
                  <a:pt x="102015" y="13159"/>
                </a:cubicBezTo>
                <a:cubicBezTo>
                  <a:pt x="102052" y="13221"/>
                  <a:pt x="102052" y="13221"/>
                  <a:pt x="102088" y="13221"/>
                </a:cubicBezTo>
                <a:cubicBezTo>
                  <a:pt x="102125" y="13221"/>
                  <a:pt x="102125" y="13297"/>
                  <a:pt x="102162" y="13297"/>
                </a:cubicBezTo>
                <a:cubicBezTo>
                  <a:pt x="102192" y="13372"/>
                  <a:pt x="102192" y="13372"/>
                  <a:pt x="102229" y="13372"/>
                </a:cubicBezTo>
                <a:cubicBezTo>
                  <a:pt x="102266" y="13372"/>
                  <a:pt x="102303" y="13447"/>
                  <a:pt x="102303" y="13522"/>
                </a:cubicBezTo>
                <a:cubicBezTo>
                  <a:pt x="102339" y="13522"/>
                  <a:pt x="102339" y="13597"/>
                  <a:pt x="102339" y="13673"/>
                </a:cubicBezTo>
                <a:cubicBezTo>
                  <a:pt x="102376" y="13673"/>
                  <a:pt x="102376" y="13748"/>
                  <a:pt x="102376" y="13823"/>
                </a:cubicBezTo>
                <a:cubicBezTo>
                  <a:pt x="102413" y="13823"/>
                  <a:pt x="102450" y="13823"/>
                  <a:pt x="102486" y="13823"/>
                </a:cubicBezTo>
                <a:cubicBezTo>
                  <a:pt x="102560" y="13823"/>
                  <a:pt x="102597" y="13823"/>
                  <a:pt x="102664" y="13823"/>
                </a:cubicBezTo>
                <a:cubicBezTo>
                  <a:pt x="102664" y="13673"/>
                  <a:pt x="102707" y="13673"/>
                  <a:pt x="102707" y="13597"/>
                </a:cubicBezTo>
                <a:cubicBezTo>
                  <a:pt x="102707" y="13522"/>
                  <a:pt x="102707" y="13447"/>
                  <a:pt x="102707" y="13447"/>
                </a:cubicBezTo>
                <a:cubicBezTo>
                  <a:pt x="102707" y="13372"/>
                  <a:pt x="102738" y="13372"/>
                  <a:pt x="102738" y="13297"/>
                </a:cubicBezTo>
                <a:cubicBezTo>
                  <a:pt x="102811" y="13372"/>
                  <a:pt x="102885" y="13447"/>
                  <a:pt x="102958" y="13447"/>
                </a:cubicBezTo>
                <a:cubicBezTo>
                  <a:pt x="103032" y="13447"/>
                  <a:pt x="103105" y="13447"/>
                  <a:pt x="103179" y="13447"/>
                </a:cubicBezTo>
                <a:cubicBezTo>
                  <a:pt x="103246" y="13447"/>
                  <a:pt x="103283" y="13447"/>
                  <a:pt x="103320" y="13372"/>
                </a:cubicBezTo>
                <a:cubicBezTo>
                  <a:pt x="103356" y="13372"/>
                  <a:pt x="103320" y="13297"/>
                  <a:pt x="103356" y="13221"/>
                </a:cubicBezTo>
                <a:cubicBezTo>
                  <a:pt x="103356" y="13221"/>
                  <a:pt x="103393" y="13221"/>
                  <a:pt x="103430" y="13221"/>
                </a:cubicBezTo>
                <a:lnTo>
                  <a:pt x="103467" y="13221"/>
                </a:lnTo>
                <a:cubicBezTo>
                  <a:pt x="103503" y="13297"/>
                  <a:pt x="103503" y="13372"/>
                  <a:pt x="103540" y="13372"/>
                </a:cubicBezTo>
                <a:cubicBezTo>
                  <a:pt x="103577" y="13372"/>
                  <a:pt x="103577" y="13447"/>
                  <a:pt x="103614" y="13447"/>
                </a:cubicBezTo>
                <a:cubicBezTo>
                  <a:pt x="103681" y="13447"/>
                  <a:pt x="103681" y="13297"/>
                  <a:pt x="103754" y="13221"/>
                </a:cubicBezTo>
                <a:cubicBezTo>
                  <a:pt x="103754" y="13221"/>
                  <a:pt x="103754" y="13159"/>
                  <a:pt x="103791" y="13084"/>
                </a:cubicBezTo>
                <a:cubicBezTo>
                  <a:pt x="103828" y="13084"/>
                  <a:pt x="103865" y="13084"/>
                  <a:pt x="103901" y="13084"/>
                </a:cubicBezTo>
                <a:cubicBezTo>
                  <a:pt x="103938" y="13084"/>
                  <a:pt x="103938" y="13084"/>
                  <a:pt x="103938" y="13084"/>
                </a:cubicBezTo>
                <a:cubicBezTo>
                  <a:pt x="103975" y="13084"/>
                  <a:pt x="103975" y="13159"/>
                  <a:pt x="104012" y="13159"/>
                </a:cubicBezTo>
                <a:cubicBezTo>
                  <a:pt x="104049" y="13221"/>
                  <a:pt x="104049" y="13221"/>
                  <a:pt x="104085" y="13221"/>
                </a:cubicBezTo>
                <a:cubicBezTo>
                  <a:pt x="104122" y="13221"/>
                  <a:pt x="104122" y="13221"/>
                  <a:pt x="104159" y="13221"/>
                </a:cubicBezTo>
                <a:cubicBezTo>
                  <a:pt x="104410" y="13221"/>
                  <a:pt x="104410" y="13221"/>
                  <a:pt x="104410" y="13221"/>
                </a:cubicBezTo>
                <a:cubicBezTo>
                  <a:pt x="104410" y="13084"/>
                  <a:pt x="104410" y="13008"/>
                  <a:pt x="104410" y="12858"/>
                </a:cubicBezTo>
                <a:cubicBezTo>
                  <a:pt x="104447" y="12783"/>
                  <a:pt x="104447" y="12783"/>
                  <a:pt x="104447" y="12708"/>
                </a:cubicBezTo>
                <a:cubicBezTo>
                  <a:pt x="104483" y="12632"/>
                  <a:pt x="104520" y="12632"/>
                  <a:pt x="104520" y="12557"/>
                </a:cubicBezTo>
                <a:cubicBezTo>
                  <a:pt x="104557" y="12482"/>
                  <a:pt x="104594" y="12482"/>
                  <a:pt x="104594" y="12407"/>
                </a:cubicBezTo>
                <a:cubicBezTo>
                  <a:pt x="104594" y="12407"/>
                  <a:pt x="104594" y="12332"/>
                  <a:pt x="104594" y="12256"/>
                </a:cubicBezTo>
                <a:cubicBezTo>
                  <a:pt x="104557" y="12256"/>
                  <a:pt x="104520" y="12256"/>
                  <a:pt x="104520" y="12256"/>
                </a:cubicBezTo>
                <a:cubicBezTo>
                  <a:pt x="104483" y="12256"/>
                  <a:pt x="104483" y="12256"/>
                  <a:pt x="104447" y="12256"/>
                </a:cubicBezTo>
                <a:cubicBezTo>
                  <a:pt x="104410" y="12256"/>
                  <a:pt x="104447" y="12106"/>
                  <a:pt x="104410" y="12106"/>
                </a:cubicBezTo>
                <a:cubicBezTo>
                  <a:pt x="104373" y="12106"/>
                  <a:pt x="104373" y="12106"/>
                  <a:pt x="104336" y="12106"/>
                </a:cubicBezTo>
                <a:cubicBezTo>
                  <a:pt x="104263" y="12106"/>
                  <a:pt x="104226" y="12106"/>
                  <a:pt x="104122" y="12106"/>
                </a:cubicBezTo>
                <a:cubicBezTo>
                  <a:pt x="104085" y="12106"/>
                  <a:pt x="104085" y="12043"/>
                  <a:pt x="104012" y="12043"/>
                </a:cubicBezTo>
                <a:cubicBezTo>
                  <a:pt x="103975" y="12043"/>
                  <a:pt x="103975" y="12043"/>
                  <a:pt x="103975" y="12043"/>
                </a:cubicBezTo>
                <a:cubicBezTo>
                  <a:pt x="103975" y="12106"/>
                  <a:pt x="103938" y="12106"/>
                  <a:pt x="103938" y="12106"/>
                </a:cubicBezTo>
                <a:cubicBezTo>
                  <a:pt x="103901" y="12181"/>
                  <a:pt x="103901" y="12256"/>
                  <a:pt x="103901" y="12256"/>
                </a:cubicBezTo>
                <a:cubicBezTo>
                  <a:pt x="103865" y="12332"/>
                  <a:pt x="103828" y="12332"/>
                  <a:pt x="103828" y="12407"/>
                </a:cubicBezTo>
                <a:cubicBezTo>
                  <a:pt x="103828" y="12482"/>
                  <a:pt x="103828" y="12557"/>
                  <a:pt x="103828" y="12557"/>
                </a:cubicBezTo>
                <a:cubicBezTo>
                  <a:pt x="103791" y="12708"/>
                  <a:pt x="103828" y="12783"/>
                  <a:pt x="103828" y="12858"/>
                </a:cubicBezTo>
                <a:cubicBezTo>
                  <a:pt x="103754" y="12858"/>
                  <a:pt x="103724" y="12858"/>
                  <a:pt x="103681" y="12858"/>
                </a:cubicBezTo>
                <a:cubicBezTo>
                  <a:pt x="103650" y="12858"/>
                  <a:pt x="103650" y="12858"/>
                  <a:pt x="103614" y="12858"/>
                </a:cubicBezTo>
                <a:cubicBezTo>
                  <a:pt x="103614" y="12482"/>
                  <a:pt x="103614" y="12482"/>
                  <a:pt x="103614" y="12482"/>
                </a:cubicBezTo>
                <a:cubicBezTo>
                  <a:pt x="103614" y="12407"/>
                  <a:pt x="103650" y="12332"/>
                  <a:pt x="103650" y="12332"/>
                </a:cubicBezTo>
                <a:cubicBezTo>
                  <a:pt x="103681" y="12181"/>
                  <a:pt x="103724" y="12181"/>
                  <a:pt x="103724" y="12043"/>
                </a:cubicBezTo>
                <a:cubicBezTo>
                  <a:pt x="103724" y="11968"/>
                  <a:pt x="103681" y="11968"/>
                  <a:pt x="103681" y="11893"/>
                </a:cubicBezTo>
                <a:cubicBezTo>
                  <a:pt x="103650" y="11893"/>
                  <a:pt x="103614" y="11893"/>
                  <a:pt x="103540" y="11893"/>
                </a:cubicBezTo>
                <a:cubicBezTo>
                  <a:pt x="103540" y="11893"/>
                  <a:pt x="103503" y="11893"/>
                  <a:pt x="103467" y="11893"/>
                </a:cubicBezTo>
                <a:cubicBezTo>
                  <a:pt x="103430" y="11818"/>
                  <a:pt x="103393" y="11893"/>
                  <a:pt x="103356" y="11893"/>
                </a:cubicBezTo>
                <a:cubicBezTo>
                  <a:pt x="103320" y="11893"/>
                  <a:pt x="103283" y="11893"/>
                  <a:pt x="103283" y="11893"/>
                </a:cubicBezTo>
                <a:cubicBezTo>
                  <a:pt x="103283" y="12256"/>
                  <a:pt x="103283" y="12256"/>
                  <a:pt x="103283" y="12256"/>
                </a:cubicBezTo>
                <a:cubicBezTo>
                  <a:pt x="103209" y="12256"/>
                  <a:pt x="103179" y="12256"/>
                  <a:pt x="103142" y="12256"/>
                </a:cubicBezTo>
                <a:cubicBezTo>
                  <a:pt x="103068" y="12256"/>
                  <a:pt x="103032" y="12256"/>
                  <a:pt x="102995" y="12256"/>
                </a:cubicBezTo>
                <a:cubicBezTo>
                  <a:pt x="102958" y="12256"/>
                  <a:pt x="102958" y="12256"/>
                  <a:pt x="102921" y="12256"/>
                </a:cubicBezTo>
                <a:cubicBezTo>
                  <a:pt x="102885" y="12256"/>
                  <a:pt x="102885" y="12106"/>
                  <a:pt x="102885" y="12106"/>
                </a:cubicBezTo>
                <a:cubicBezTo>
                  <a:pt x="102848" y="12043"/>
                  <a:pt x="102848" y="12043"/>
                  <a:pt x="102811" y="11968"/>
                </a:cubicBezTo>
                <a:cubicBezTo>
                  <a:pt x="102811" y="11893"/>
                  <a:pt x="102774" y="11968"/>
                  <a:pt x="102738" y="11893"/>
                </a:cubicBezTo>
                <a:cubicBezTo>
                  <a:pt x="102738" y="11893"/>
                  <a:pt x="102774" y="11743"/>
                  <a:pt x="102738" y="11743"/>
                </a:cubicBezTo>
                <a:cubicBezTo>
                  <a:pt x="102707" y="11667"/>
                  <a:pt x="102664" y="11743"/>
                  <a:pt x="102633" y="11743"/>
                </a:cubicBezTo>
                <a:cubicBezTo>
                  <a:pt x="102523" y="11743"/>
                  <a:pt x="102523" y="11743"/>
                  <a:pt x="102523" y="11743"/>
                </a:cubicBezTo>
                <a:lnTo>
                  <a:pt x="102486" y="11818"/>
                </a:lnTo>
                <a:cubicBezTo>
                  <a:pt x="102339" y="11818"/>
                  <a:pt x="102266" y="11818"/>
                  <a:pt x="102125" y="11818"/>
                </a:cubicBezTo>
                <a:cubicBezTo>
                  <a:pt x="102125" y="11893"/>
                  <a:pt x="102162" y="11968"/>
                  <a:pt x="102125" y="12106"/>
                </a:cubicBezTo>
                <a:cubicBezTo>
                  <a:pt x="102125" y="12181"/>
                  <a:pt x="102088" y="12256"/>
                  <a:pt x="102052" y="12407"/>
                </a:cubicBezTo>
                <a:cubicBezTo>
                  <a:pt x="102052" y="12407"/>
                  <a:pt x="102052" y="12482"/>
                  <a:pt x="102052" y="12557"/>
                </a:cubicBezTo>
                <a:cubicBezTo>
                  <a:pt x="102052" y="12632"/>
                  <a:pt x="102015" y="12632"/>
                  <a:pt x="102015" y="12708"/>
                </a:cubicBezTo>
                <a:cubicBezTo>
                  <a:pt x="101978" y="12783"/>
                  <a:pt x="102015" y="12783"/>
                  <a:pt x="102015" y="12858"/>
                </a:cubicBezTo>
                <a:cubicBezTo>
                  <a:pt x="101978" y="12933"/>
                  <a:pt x="101978" y="12933"/>
                  <a:pt x="101978" y="13008"/>
                </a:cubicBezTo>
                <a:lnTo>
                  <a:pt x="101941" y="12933"/>
                </a:lnTo>
                <a:close/>
                <a:moveTo>
                  <a:pt x="101580" y="12632"/>
                </a:moveTo>
                <a:lnTo>
                  <a:pt x="101580" y="12632"/>
                </a:lnTo>
                <a:cubicBezTo>
                  <a:pt x="101543" y="12557"/>
                  <a:pt x="101543" y="12482"/>
                  <a:pt x="101543" y="12482"/>
                </a:cubicBezTo>
                <a:cubicBezTo>
                  <a:pt x="101543" y="12332"/>
                  <a:pt x="101543" y="12256"/>
                  <a:pt x="101580" y="12181"/>
                </a:cubicBezTo>
                <a:cubicBezTo>
                  <a:pt x="101543" y="12181"/>
                  <a:pt x="101506" y="12181"/>
                  <a:pt x="101470" y="12181"/>
                </a:cubicBezTo>
                <a:cubicBezTo>
                  <a:pt x="101433" y="12181"/>
                  <a:pt x="101433" y="12106"/>
                  <a:pt x="101396" y="12106"/>
                </a:cubicBezTo>
                <a:cubicBezTo>
                  <a:pt x="101359" y="12106"/>
                  <a:pt x="101359" y="12181"/>
                  <a:pt x="101323" y="12256"/>
                </a:cubicBezTo>
                <a:cubicBezTo>
                  <a:pt x="101323" y="12256"/>
                  <a:pt x="101323" y="12332"/>
                  <a:pt x="101323" y="12407"/>
                </a:cubicBezTo>
                <a:cubicBezTo>
                  <a:pt x="101323" y="12482"/>
                  <a:pt x="101323" y="12482"/>
                  <a:pt x="101323" y="12557"/>
                </a:cubicBezTo>
                <a:cubicBezTo>
                  <a:pt x="101323" y="12632"/>
                  <a:pt x="101359" y="12632"/>
                  <a:pt x="101396" y="12632"/>
                </a:cubicBezTo>
                <a:cubicBezTo>
                  <a:pt x="101433" y="12708"/>
                  <a:pt x="101433" y="12783"/>
                  <a:pt x="101470" y="12783"/>
                </a:cubicBezTo>
                <a:cubicBezTo>
                  <a:pt x="101506" y="12783"/>
                  <a:pt x="101543" y="12632"/>
                  <a:pt x="101580" y="12632"/>
                </a:cubicBezTo>
                <a:close/>
                <a:moveTo>
                  <a:pt x="101359" y="14124"/>
                </a:moveTo>
                <a:lnTo>
                  <a:pt x="101359" y="14124"/>
                </a:lnTo>
                <a:cubicBezTo>
                  <a:pt x="101359" y="14186"/>
                  <a:pt x="101359" y="14262"/>
                  <a:pt x="101396" y="14262"/>
                </a:cubicBezTo>
                <a:cubicBezTo>
                  <a:pt x="101396" y="14412"/>
                  <a:pt x="101470" y="14487"/>
                  <a:pt x="101470" y="14562"/>
                </a:cubicBezTo>
                <a:cubicBezTo>
                  <a:pt x="101470" y="14638"/>
                  <a:pt x="101506" y="14638"/>
                  <a:pt x="101506" y="14713"/>
                </a:cubicBezTo>
                <a:cubicBezTo>
                  <a:pt x="101506" y="14788"/>
                  <a:pt x="101506" y="14863"/>
                  <a:pt x="101506" y="15014"/>
                </a:cubicBezTo>
                <a:cubicBezTo>
                  <a:pt x="101831" y="15014"/>
                  <a:pt x="101831" y="15014"/>
                  <a:pt x="101831" y="15014"/>
                </a:cubicBezTo>
                <a:cubicBezTo>
                  <a:pt x="101794" y="14938"/>
                  <a:pt x="101831" y="14863"/>
                  <a:pt x="101794" y="14863"/>
                </a:cubicBezTo>
                <a:cubicBezTo>
                  <a:pt x="101758" y="14788"/>
                  <a:pt x="101721" y="14788"/>
                  <a:pt x="101690" y="14788"/>
                </a:cubicBezTo>
                <a:cubicBezTo>
                  <a:pt x="101690" y="14788"/>
                  <a:pt x="101647" y="14788"/>
                  <a:pt x="101617" y="14713"/>
                </a:cubicBezTo>
                <a:cubicBezTo>
                  <a:pt x="101580" y="14638"/>
                  <a:pt x="101580" y="14562"/>
                  <a:pt x="101543" y="14412"/>
                </a:cubicBezTo>
                <a:cubicBezTo>
                  <a:pt x="101506" y="14262"/>
                  <a:pt x="101506" y="14262"/>
                  <a:pt x="101506" y="14262"/>
                </a:cubicBezTo>
                <a:cubicBezTo>
                  <a:pt x="101506" y="14186"/>
                  <a:pt x="101470" y="14186"/>
                  <a:pt x="101470" y="14124"/>
                </a:cubicBezTo>
                <a:lnTo>
                  <a:pt x="101359" y="14124"/>
                </a:lnTo>
                <a:close/>
                <a:moveTo>
                  <a:pt x="92061" y="8910"/>
                </a:moveTo>
                <a:lnTo>
                  <a:pt x="92061" y="8910"/>
                </a:lnTo>
                <a:cubicBezTo>
                  <a:pt x="92061" y="8848"/>
                  <a:pt x="92024" y="8848"/>
                  <a:pt x="91987" y="8772"/>
                </a:cubicBezTo>
                <a:cubicBezTo>
                  <a:pt x="91987" y="8772"/>
                  <a:pt x="92024" y="8697"/>
                  <a:pt x="91987" y="8622"/>
                </a:cubicBezTo>
                <a:cubicBezTo>
                  <a:pt x="91987" y="8622"/>
                  <a:pt x="91957" y="8622"/>
                  <a:pt x="91914" y="8622"/>
                </a:cubicBezTo>
                <a:cubicBezTo>
                  <a:pt x="91883" y="8622"/>
                  <a:pt x="91883" y="8547"/>
                  <a:pt x="91846" y="8547"/>
                </a:cubicBezTo>
                <a:cubicBezTo>
                  <a:pt x="91773" y="8547"/>
                  <a:pt x="91773" y="8547"/>
                  <a:pt x="91773" y="8547"/>
                </a:cubicBezTo>
                <a:cubicBezTo>
                  <a:pt x="91736" y="8547"/>
                  <a:pt x="91736" y="8472"/>
                  <a:pt x="91699" y="8472"/>
                </a:cubicBezTo>
                <a:cubicBezTo>
                  <a:pt x="91663" y="8472"/>
                  <a:pt x="91663" y="8472"/>
                  <a:pt x="91626" y="8472"/>
                </a:cubicBezTo>
                <a:cubicBezTo>
                  <a:pt x="91552" y="8472"/>
                  <a:pt x="91552" y="8472"/>
                  <a:pt x="91552" y="8472"/>
                </a:cubicBezTo>
                <a:cubicBezTo>
                  <a:pt x="91516" y="8472"/>
                  <a:pt x="91516" y="8547"/>
                  <a:pt x="91479" y="8622"/>
                </a:cubicBezTo>
                <a:cubicBezTo>
                  <a:pt x="91479" y="8772"/>
                  <a:pt x="91479" y="8772"/>
                  <a:pt x="91479" y="8772"/>
                </a:cubicBezTo>
                <a:cubicBezTo>
                  <a:pt x="91516" y="8772"/>
                  <a:pt x="91552" y="8772"/>
                  <a:pt x="91552" y="8772"/>
                </a:cubicBezTo>
                <a:cubicBezTo>
                  <a:pt x="91589" y="8772"/>
                  <a:pt x="91589" y="8772"/>
                  <a:pt x="91626" y="8772"/>
                </a:cubicBezTo>
                <a:cubicBezTo>
                  <a:pt x="91663" y="8848"/>
                  <a:pt x="91663" y="8848"/>
                  <a:pt x="91699" y="8910"/>
                </a:cubicBezTo>
                <a:cubicBezTo>
                  <a:pt x="91736" y="8910"/>
                  <a:pt x="91736" y="8998"/>
                  <a:pt x="91736" y="9061"/>
                </a:cubicBezTo>
                <a:cubicBezTo>
                  <a:pt x="91810" y="9061"/>
                  <a:pt x="91846" y="9061"/>
                  <a:pt x="91914" y="9061"/>
                </a:cubicBezTo>
                <a:cubicBezTo>
                  <a:pt x="91987" y="9061"/>
                  <a:pt x="91987" y="9061"/>
                  <a:pt x="91987" y="9061"/>
                </a:cubicBezTo>
                <a:cubicBezTo>
                  <a:pt x="92024" y="9061"/>
                  <a:pt x="92024" y="9061"/>
                  <a:pt x="92061" y="9061"/>
                </a:cubicBezTo>
                <a:cubicBezTo>
                  <a:pt x="92061" y="8998"/>
                  <a:pt x="92061" y="8910"/>
                  <a:pt x="92061" y="8910"/>
                </a:cubicBezTo>
                <a:close/>
                <a:moveTo>
                  <a:pt x="87993" y="10552"/>
                </a:moveTo>
                <a:lnTo>
                  <a:pt x="87993" y="10552"/>
                </a:lnTo>
                <a:cubicBezTo>
                  <a:pt x="88030" y="10552"/>
                  <a:pt x="88030" y="10477"/>
                  <a:pt x="88067" y="10477"/>
                </a:cubicBezTo>
                <a:cubicBezTo>
                  <a:pt x="88104" y="10477"/>
                  <a:pt x="88140" y="10552"/>
                  <a:pt x="88214" y="10552"/>
                </a:cubicBezTo>
                <a:cubicBezTo>
                  <a:pt x="88214" y="10552"/>
                  <a:pt x="88251" y="10627"/>
                  <a:pt x="88287" y="10627"/>
                </a:cubicBezTo>
                <a:cubicBezTo>
                  <a:pt x="88355" y="10627"/>
                  <a:pt x="88355" y="10627"/>
                  <a:pt x="88355" y="10627"/>
                </a:cubicBezTo>
                <a:lnTo>
                  <a:pt x="88355" y="10552"/>
                </a:lnTo>
                <a:cubicBezTo>
                  <a:pt x="88355" y="10477"/>
                  <a:pt x="88355" y="10402"/>
                  <a:pt x="88355" y="10326"/>
                </a:cubicBezTo>
                <a:cubicBezTo>
                  <a:pt x="88324" y="10251"/>
                  <a:pt x="88355" y="10176"/>
                  <a:pt x="88355" y="10176"/>
                </a:cubicBezTo>
                <a:cubicBezTo>
                  <a:pt x="88324" y="10101"/>
                  <a:pt x="88287" y="10101"/>
                  <a:pt x="88251" y="10101"/>
                </a:cubicBezTo>
                <a:cubicBezTo>
                  <a:pt x="88214" y="10101"/>
                  <a:pt x="88214" y="10101"/>
                  <a:pt x="88214" y="10101"/>
                </a:cubicBezTo>
                <a:cubicBezTo>
                  <a:pt x="88177" y="10101"/>
                  <a:pt x="88177" y="10176"/>
                  <a:pt x="88140" y="10251"/>
                </a:cubicBezTo>
                <a:cubicBezTo>
                  <a:pt x="88104" y="10326"/>
                  <a:pt x="88067" y="10326"/>
                  <a:pt x="87993" y="10402"/>
                </a:cubicBezTo>
                <a:lnTo>
                  <a:pt x="87993" y="10552"/>
                </a:lnTo>
                <a:close/>
                <a:moveTo>
                  <a:pt x="89519" y="9286"/>
                </a:moveTo>
                <a:lnTo>
                  <a:pt x="89519" y="9286"/>
                </a:lnTo>
                <a:cubicBezTo>
                  <a:pt x="89592" y="9286"/>
                  <a:pt x="89629" y="9136"/>
                  <a:pt x="89702" y="9061"/>
                </a:cubicBezTo>
                <a:cubicBezTo>
                  <a:pt x="89702" y="8998"/>
                  <a:pt x="89739" y="8998"/>
                  <a:pt x="89776" y="8910"/>
                </a:cubicBezTo>
                <a:cubicBezTo>
                  <a:pt x="89776" y="8848"/>
                  <a:pt x="89776" y="8848"/>
                  <a:pt x="89813" y="8772"/>
                </a:cubicBezTo>
                <a:cubicBezTo>
                  <a:pt x="89849" y="8772"/>
                  <a:pt x="89880" y="8772"/>
                  <a:pt x="89880" y="8772"/>
                </a:cubicBezTo>
                <a:cubicBezTo>
                  <a:pt x="89917" y="8772"/>
                  <a:pt x="89954" y="8697"/>
                  <a:pt x="89990" y="8697"/>
                </a:cubicBezTo>
                <a:cubicBezTo>
                  <a:pt x="90027" y="8697"/>
                  <a:pt x="90027" y="8772"/>
                  <a:pt x="90064" y="8772"/>
                </a:cubicBezTo>
                <a:cubicBezTo>
                  <a:pt x="90425" y="8772"/>
                  <a:pt x="90425" y="8772"/>
                  <a:pt x="90425" y="8772"/>
                </a:cubicBezTo>
                <a:cubicBezTo>
                  <a:pt x="90462" y="8772"/>
                  <a:pt x="90462" y="8697"/>
                  <a:pt x="90499" y="8697"/>
                </a:cubicBezTo>
                <a:cubicBezTo>
                  <a:pt x="90535" y="8622"/>
                  <a:pt x="90535" y="8622"/>
                  <a:pt x="90572" y="8622"/>
                </a:cubicBezTo>
                <a:cubicBezTo>
                  <a:pt x="90609" y="8622"/>
                  <a:pt x="90609" y="8622"/>
                  <a:pt x="90646" y="8622"/>
                </a:cubicBezTo>
                <a:cubicBezTo>
                  <a:pt x="90719" y="8622"/>
                  <a:pt x="90756" y="8622"/>
                  <a:pt x="90793" y="8622"/>
                </a:cubicBezTo>
                <a:cubicBezTo>
                  <a:pt x="90830" y="8622"/>
                  <a:pt x="90830" y="8622"/>
                  <a:pt x="90866" y="8622"/>
                </a:cubicBezTo>
                <a:cubicBezTo>
                  <a:pt x="90897" y="8622"/>
                  <a:pt x="90940" y="8472"/>
                  <a:pt x="90970" y="8472"/>
                </a:cubicBezTo>
                <a:cubicBezTo>
                  <a:pt x="91044" y="8472"/>
                  <a:pt x="91081" y="8547"/>
                  <a:pt x="91154" y="8547"/>
                </a:cubicBezTo>
                <a:cubicBezTo>
                  <a:pt x="91191" y="8547"/>
                  <a:pt x="91228" y="8547"/>
                  <a:pt x="91264" y="8472"/>
                </a:cubicBezTo>
                <a:cubicBezTo>
                  <a:pt x="91301" y="8396"/>
                  <a:pt x="91301" y="8396"/>
                  <a:pt x="91301" y="8321"/>
                </a:cubicBezTo>
                <a:cubicBezTo>
                  <a:pt x="91338" y="8246"/>
                  <a:pt x="91338" y="8246"/>
                  <a:pt x="91338" y="8171"/>
                </a:cubicBezTo>
                <a:cubicBezTo>
                  <a:pt x="91338" y="8096"/>
                  <a:pt x="91301" y="8096"/>
                  <a:pt x="91301" y="8020"/>
                </a:cubicBezTo>
                <a:cubicBezTo>
                  <a:pt x="91301" y="7883"/>
                  <a:pt x="91301" y="7883"/>
                  <a:pt x="91301" y="7883"/>
                </a:cubicBezTo>
                <a:cubicBezTo>
                  <a:pt x="91007" y="7883"/>
                  <a:pt x="91007" y="7883"/>
                  <a:pt x="91007" y="7883"/>
                </a:cubicBezTo>
                <a:cubicBezTo>
                  <a:pt x="91007" y="7732"/>
                  <a:pt x="91007" y="7657"/>
                  <a:pt x="91007" y="7507"/>
                </a:cubicBezTo>
                <a:cubicBezTo>
                  <a:pt x="91007" y="7507"/>
                  <a:pt x="91007" y="7431"/>
                  <a:pt x="91007" y="7356"/>
                </a:cubicBezTo>
                <a:cubicBezTo>
                  <a:pt x="91007" y="7356"/>
                  <a:pt x="90970" y="7356"/>
                  <a:pt x="90940" y="7281"/>
                </a:cubicBezTo>
                <a:cubicBezTo>
                  <a:pt x="90940" y="7281"/>
                  <a:pt x="90897" y="7281"/>
                  <a:pt x="90866" y="7281"/>
                </a:cubicBezTo>
                <a:cubicBezTo>
                  <a:pt x="90793" y="7206"/>
                  <a:pt x="90756" y="7206"/>
                  <a:pt x="90646" y="7206"/>
                </a:cubicBezTo>
                <a:cubicBezTo>
                  <a:pt x="90609" y="7206"/>
                  <a:pt x="90609" y="7206"/>
                  <a:pt x="90572" y="7206"/>
                </a:cubicBezTo>
                <a:cubicBezTo>
                  <a:pt x="90535" y="7206"/>
                  <a:pt x="90572" y="7281"/>
                  <a:pt x="90535" y="7356"/>
                </a:cubicBezTo>
                <a:cubicBezTo>
                  <a:pt x="90499" y="7431"/>
                  <a:pt x="90499" y="7507"/>
                  <a:pt x="90462" y="7507"/>
                </a:cubicBezTo>
                <a:cubicBezTo>
                  <a:pt x="90425" y="7507"/>
                  <a:pt x="90425" y="7507"/>
                  <a:pt x="90425" y="7507"/>
                </a:cubicBezTo>
                <a:cubicBezTo>
                  <a:pt x="90395" y="7507"/>
                  <a:pt x="90395" y="7431"/>
                  <a:pt x="90358" y="7356"/>
                </a:cubicBezTo>
                <a:cubicBezTo>
                  <a:pt x="90395" y="7356"/>
                  <a:pt x="90425" y="7281"/>
                  <a:pt x="90425" y="7206"/>
                </a:cubicBezTo>
                <a:cubicBezTo>
                  <a:pt x="90462" y="7206"/>
                  <a:pt x="90499" y="7206"/>
                  <a:pt x="90499" y="7131"/>
                </a:cubicBezTo>
                <a:cubicBezTo>
                  <a:pt x="90499" y="7055"/>
                  <a:pt x="90499" y="7055"/>
                  <a:pt x="90499" y="6980"/>
                </a:cubicBezTo>
                <a:cubicBezTo>
                  <a:pt x="90499" y="6980"/>
                  <a:pt x="90462" y="6980"/>
                  <a:pt x="90425" y="6980"/>
                </a:cubicBezTo>
                <a:cubicBezTo>
                  <a:pt x="90425" y="6918"/>
                  <a:pt x="90395" y="6918"/>
                  <a:pt x="90358" y="6918"/>
                </a:cubicBezTo>
                <a:cubicBezTo>
                  <a:pt x="90321" y="6918"/>
                  <a:pt x="90358" y="6767"/>
                  <a:pt x="90284" y="6767"/>
                </a:cubicBezTo>
                <a:cubicBezTo>
                  <a:pt x="90248" y="6767"/>
                  <a:pt x="90248" y="6767"/>
                  <a:pt x="90248" y="6767"/>
                </a:cubicBezTo>
                <a:cubicBezTo>
                  <a:pt x="90248" y="6767"/>
                  <a:pt x="90211" y="6830"/>
                  <a:pt x="90211" y="6918"/>
                </a:cubicBezTo>
                <a:cubicBezTo>
                  <a:pt x="90174" y="6918"/>
                  <a:pt x="90137" y="6918"/>
                  <a:pt x="90101" y="6918"/>
                </a:cubicBezTo>
                <a:cubicBezTo>
                  <a:pt x="90101" y="6918"/>
                  <a:pt x="90064" y="6918"/>
                  <a:pt x="90027" y="6980"/>
                </a:cubicBezTo>
                <a:cubicBezTo>
                  <a:pt x="90027" y="6980"/>
                  <a:pt x="89990" y="7055"/>
                  <a:pt x="89990" y="7131"/>
                </a:cubicBezTo>
                <a:cubicBezTo>
                  <a:pt x="89954" y="7131"/>
                  <a:pt x="89917" y="7131"/>
                  <a:pt x="89917" y="7206"/>
                </a:cubicBezTo>
                <a:cubicBezTo>
                  <a:pt x="89917" y="7281"/>
                  <a:pt x="89880" y="7281"/>
                  <a:pt x="89880" y="7356"/>
                </a:cubicBezTo>
                <a:cubicBezTo>
                  <a:pt x="89880" y="7431"/>
                  <a:pt x="89880" y="7431"/>
                  <a:pt x="89849" y="7507"/>
                </a:cubicBezTo>
                <a:cubicBezTo>
                  <a:pt x="89849" y="7582"/>
                  <a:pt x="89849" y="7582"/>
                  <a:pt x="89813" y="7657"/>
                </a:cubicBezTo>
                <a:cubicBezTo>
                  <a:pt x="89813" y="7657"/>
                  <a:pt x="89776" y="7582"/>
                  <a:pt x="89776" y="7657"/>
                </a:cubicBezTo>
                <a:cubicBezTo>
                  <a:pt x="89739" y="7657"/>
                  <a:pt x="89702" y="7657"/>
                  <a:pt x="89702" y="7732"/>
                </a:cubicBezTo>
                <a:cubicBezTo>
                  <a:pt x="89666" y="7807"/>
                  <a:pt x="89702" y="7807"/>
                  <a:pt x="89702" y="7883"/>
                </a:cubicBezTo>
                <a:cubicBezTo>
                  <a:pt x="89666" y="7945"/>
                  <a:pt x="89702" y="8096"/>
                  <a:pt x="89702" y="8171"/>
                </a:cubicBezTo>
                <a:cubicBezTo>
                  <a:pt x="89666" y="8246"/>
                  <a:pt x="89666" y="8246"/>
                  <a:pt x="89666" y="8321"/>
                </a:cubicBezTo>
                <a:cubicBezTo>
                  <a:pt x="89629" y="8396"/>
                  <a:pt x="89592" y="8321"/>
                  <a:pt x="89592" y="8396"/>
                </a:cubicBezTo>
                <a:cubicBezTo>
                  <a:pt x="89555" y="8396"/>
                  <a:pt x="89519" y="8396"/>
                  <a:pt x="89482" y="8472"/>
                </a:cubicBezTo>
                <a:cubicBezTo>
                  <a:pt x="89482" y="8472"/>
                  <a:pt x="89445" y="8472"/>
                  <a:pt x="89408" y="8547"/>
                </a:cubicBezTo>
                <a:cubicBezTo>
                  <a:pt x="89408" y="8622"/>
                  <a:pt x="89378" y="8622"/>
                  <a:pt x="89378" y="8697"/>
                </a:cubicBezTo>
                <a:cubicBezTo>
                  <a:pt x="89378" y="8772"/>
                  <a:pt x="89378" y="8772"/>
                  <a:pt x="89378" y="8848"/>
                </a:cubicBezTo>
                <a:cubicBezTo>
                  <a:pt x="89378" y="8910"/>
                  <a:pt x="89378" y="8998"/>
                  <a:pt x="89378" y="9061"/>
                </a:cubicBezTo>
                <a:cubicBezTo>
                  <a:pt x="89408" y="9061"/>
                  <a:pt x="89482" y="9286"/>
                  <a:pt x="89519" y="9286"/>
                </a:cubicBezTo>
                <a:close/>
                <a:moveTo>
                  <a:pt x="88392" y="5727"/>
                </a:moveTo>
                <a:lnTo>
                  <a:pt x="88392" y="5727"/>
                </a:lnTo>
                <a:cubicBezTo>
                  <a:pt x="88355" y="5727"/>
                  <a:pt x="88355" y="5802"/>
                  <a:pt x="88324" y="5802"/>
                </a:cubicBezTo>
                <a:cubicBezTo>
                  <a:pt x="88287" y="5865"/>
                  <a:pt x="88287" y="5865"/>
                  <a:pt x="88251" y="5865"/>
                </a:cubicBezTo>
                <a:cubicBezTo>
                  <a:pt x="88214" y="5940"/>
                  <a:pt x="88251" y="6015"/>
                  <a:pt x="88214" y="6015"/>
                </a:cubicBezTo>
                <a:cubicBezTo>
                  <a:pt x="88177" y="6015"/>
                  <a:pt x="88140" y="6015"/>
                  <a:pt x="88140" y="6090"/>
                </a:cubicBezTo>
                <a:cubicBezTo>
                  <a:pt x="88067" y="6090"/>
                  <a:pt x="87993" y="6015"/>
                  <a:pt x="87920" y="6090"/>
                </a:cubicBezTo>
                <a:cubicBezTo>
                  <a:pt x="87883" y="6090"/>
                  <a:pt x="87883" y="6090"/>
                  <a:pt x="87846" y="6090"/>
                </a:cubicBezTo>
                <a:cubicBezTo>
                  <a:pt x="87816" y="6090"/>
                  <a:pt x="87816" y="6090"/>
                  <a:pt x="87779" y="6090"/>
                </a:cubicBezTo>
                <a:cubicBezTo>
                  <a:pt x="87742" y="6090"/>
                  <a:pt x="87742" y="6166"/>
                  <a:pt x="87705" y="6166"/>
                </a:cubicBezTo>
                <a:cubicBezTo>
                  <a:pt x="87669" y="6241"/>
                  <a:pt x="87705" y="6316"/>
                  <a:pt x="87669" y="6316"/>
                </a:cubicBezTo>
                <a:cubicBezTo>
                  <a:pt x="87632" y="6391"/>
                  <a:pt x="87595" y="6316"/>
                  <a:pt x="87595" y="6316"/>
                </a:cubicBezTo>
                <a:cubicBezTo>
                  <a:pt x="87558" y="6391"/>
                  <a:pt x="87558" y="6391"/>
                  <a:pt x="87522" y="6391"/>
                </a:cubicBezTo>
                <a:cubicBezTo>
                  <a:pt x="87485" y="6391"/>
                  <a:pt x="87448" y="6466"/>
                  <a:pt x="87448" y="6542"/>
                </a:cubicBezTo>
                <a:cubicBezTo>
                  <a:pt x="87411" y="6617"/>
                  <a:pt x="87411" y="6617"/>
                  <a:pt x="87411" y="6692"/>
                </a:cubicBezTo>
                <a:cubicBezTo>
                  <a:pt x="87375" y="6692"/>
                  <a:pt x="87411" y="6767"/>
                  <a:pt x="87411" y="6767"/>
                </a:cubicBezTo>
                <a:cubicBezTo>
                  <a:pt x="87448" y="6830"/>
                  <a:pt x="87485" y="6830"/>
                  <a:pt x="87522" y="6918"/>
                </a:cubicBezTo>
                <a:cubicBezTo>
                  <a:pt x="87558" y="6918"/>
                  <a:pt x="87595" y="6918"/>
                  <a:pt x="87595" y="6980"/>
                </a:cubicBezTo>
                <a:cubicBezTo>
                  <a:pt x="87632" y="6980"/>
                  <a:pt x="87595" y="7055"/>
                  <a:pt x="87595" y="7131"/>
                </a:cubicBezTo>
                <a:lnTo>
                  <a:pt x="87595" y="7206"/>
                </a:lnTo>
                <a:cubicBezTo>
                  <a:pt x="87595" y="7356"/>
                  <a:pt x="87632" y="7356"/>
                  <a:pt x="87632" y="7431"/>
                </a:cubicBezTo>
                <a:cubicBezTo>
                  <a:pt x="88251" y="7431"/>
                  <a:pt x="88251" y="7431"/>
                  <a:pt x="88251" y="7431"/>
                </a:cubicBezTo>
                <a:cubicBezTo>
                  <a:pt x="88287" y="7431"/>
                  <a:pt x="88287" y="7507"/>
                  <a:pt x="88324" y="7507"/>
                </a:cubicBezTo>
                <a:cubicBezTo>
                  <a:pt x="88355" y="7507"/>
                  <a:pt x="88355" y="7507"/>
                  <a:pt x="88392" y="7507"/>
                </a:cubicBezTo>
                <a:cubicBezTo>
                  <a:pt x="88428" y="7507"/>
                  <a:pt x="88428" y="7582"/>
                  <a:pt x="88428" y="7657"/>
                </a:cubicBezTo>
                <a:cubicBezTo>
                  <a:pt x="88465" y="7657"/>
                  <a:pt x="88465" y="7732"/>
                  <a:pt x="88502" y="7807"/>
                </a:cubicBezTo>
                <a:cubicBezTo>
                  <a:pt x="88686" y="7807"/>
                  <a:pt x="88759" y="7807"/>
                  <a:pt x="88937" y="7807"/>
                </a:cubicBezTo>
                <a:cubicBezTo>
                  <a:pt x="88973" y="7807"/>
                  <a:pt x="89010" y="7807"/>
                  <a:pt x="89010" y="7807"/>
                </a:cubicBezTo>
                <a:cubicBezTo>
                  <a:pt x="89120" y="7807"/>
                  <a:pt x="89120" y="7807"/>
                  <a:pt x="89120" y="7807"/>
                </a:cubicBezTo>
                <a:cubicBezTo>
                  <a:pt x="89194" y="7807"/>
                  <a:pt x="89194" y="7807"/>
                  <a:pt x="89267" y="7807"/>
                </a:cubicBezTo>
                <a:cubicBezTo>
                  <a:pt x="89267" y="7807"/>
                  <a:pt x="89304" y="7807"/>
                  <a:pt x="89341" y="7807"/>
                </a:cubicBezTo>
                <a:cubicBezTo>
                  <a:pt x="89378" y="7732"/>
                  <a:pt x="89408" y="7732"/>
                  <a:pt x="89445" y="7657"/>
                </a:cubicBezTo>
                <a:cubicBezTo>
                  <a:pt x="89482" y="7657"/>
                  <a:pt x="89482" y="7582"/>
                  <a:pt x="89482" y="7507"/>
                </a:cubicBezTo>
                <a:cubicBezTo>
                  <a:pt x="89482" y="7206"/>
                  <a:pt x="89482" y="7206"/>
                  <a:pt x="89482" y="7206"/>
                </a:cubicBezTo>
                <a:cubicBezTo>
                  <a:pt x="89445" y="7206"/>
                  <a:pt x="89445" y="7281"/>
                  <a:pt x="89378" y="7206"/>
                </a:cubicBezTo>
                <a:cubicBezTo>
                  <a:pt x="89378" y="7206"/>
                  <a:pt x="89341" y="7206"/>
                  <a:pt x="89341" y="7131"/>
                </a:cubicBezTo>
                <a:cubicBezTo>
                  <a:pt x="89341" y="7055"/>
                  <a:pt x="89341" y="6980"/>
                  <a:pt x="89341" y="6918"/>
                </a:cubicBezTo>
                <a:cubicBezTo>
                  <a:pt x="89341" y="6830"/>
                  <a:pt x="89378" y="6767"/>
                  <a:pt x="89378" y="6767"/>
                </a:cubicBezTo>
                <a:cubicBezTo>
                  <a:pt x="89378" y="6692"/>
                  <a:pt x="89408" y="6692"/>
                  <a:pt x="89408" y="6617"/>
                </a:cubicBezTo>
                <a:cubicBezTo>
                  <a:pt x="89445" y="6542"/>
                  <a:pt x="89482" y="6542"/>
                  <a:pt x="89482" y="6391"/>
                </a:cubicBezTo>
                <a:cubicBezTo>
                  <a:pt x="89482" y="6316"/>
                  <a:pt x="89445" y="6241"/>
                  <a:pt x="89445" y="6166"/>
                </a:cubicBezTo>
                <a:cubicBezTo>
                  <a:pt x="89445" y="6090"/>
                  <a:pt x="89408" y="6090"/>
                  <a:pt x="89408" y="6015"/>
                </a:cubicBezTo>
                <a:cubicBezTo>
                  <a:pt x="89378" y="5940"/>
                  <a:pt x="89378" y="5940"/>
                  <a:pt x="89341" y="5865"/>
                </a:cubicBezTo>
                <a:cubicBezTo>
                  <a:pt x="89304" y="5802"/>
                  <a:pt x="89267" y="5865"/>
                  <a:pt x="89194" y="5865"/>
                </a:cubicBezTo>
                <a:cubicBezTo>
                  <a:pt x="89157" y="5865"/>
                  <a:pt x="89120" y="5802"/>
                  <a:pt x="89084" y="5865"/>
                </a:cubicBezTo>
                <a:cubicBezTo>
                  <a:pt x="89047" y="5865"/>
                  <a:pt x="89010" y="5865"/>
                  <a:pt x="89010" y="5940"/>
                </a:cubicBezTo>
                <a:cubicBezTo>
                  <a:pt x="88973" y="5940"/>
                  <a:pt x="88973" y="6015"/>
                  <a:pt x="88973" y="6090"/>
                </a:cubicBezTo>
                <a:cubicBezTo>
                  <a:pt x="88937" y="6090"/>
                  <a:pt x="88937" y="6166"/>
                  <a:pt x="88900" y="6166"/>
                </a:cubicBezTo>
                <a:cubicBezTo>
                  <a:pt x="88863" y="6166"/>
                  <a:pt x="88863" y="6166"/>
                  <a:pt x="88833" y="6166"/>
                </a:cubicBezTo>
                <a:cubicBezTo>
                  <a:pt x="88796" y="6166"/>
                  <a:pt x="88759" y="6166"/>
                  <a:pt x="88686" y="6166"/>
                </a:cubicBezTo>
                <a:cubicBezTo>
                  <a:pt x="88722" y="6090"/>
                  <a:pt x="88722" y="6090"/>
                  <a:pt x="88722" y="6015"/>
                </a:cubicBezTo>
                <a:cubicBezTo>
                  <a:pt x="88759" y="5940"/>
                  <a:pt x="88759" y="5940"/>
                  <a:pt x="88796" y="5940"/>
                </a:cubicBezTo>
                <a:cubicBezTo>
                  <a:pt x="88796" y="5727"/>
                  <a:pt x="88796" y="5727"/>
                  <a:pt x="88796" y="5727"/>
                </a:cubicBezTo>
                <a:cubicBezTo>
                  <a:pt x="88686" y="5727"/>
                  <a:pt x="88649" y="5727"/>
                  <a:pt x="88539" y="5727"/>
                </a:cubicBezTo>
                <a:cubicBezTo>
                  <a:pt x="88502" y="5727"/>
                  <a:pt x="88465" y="5727"/>
                  <a:pt x="88392" y="5727"/>
                </a:cubicBezTo>
                <a:close/>
                <a:moveTo>
                  <a:pt x="87338" y="5865"/>
                </a:moveTo>
                <a:lnTo>
                  <a:pt x="87338" y="5865"/>
                </a:lnTo>
                <a:cubicBezTo>
                  <a:pt x="87375" y="5940"/>
                  <a:pt x="87375" y="5940"/>
                  <a:pt x="87411" y="5940"/>
                </a:cubicBezTo>
                <a:cubicBezTo>
                  <a:pt x="87448" y="5940"/>
                  <a:pt x="87485" y="5940"/>
                  <a:pt x="87522" y="5940"/>
                </a:cubicBezTo>
                <a:cubicBezTo>
                  <a:pt x="87558" y="5940"/>
                  <a:pt x="87595" y="5940"/>
                  <a:pt x="87632" y="5940"/>
                </a:cubicBezTo>
                <a:cubicBezTo>
                  <a:pt x="87669" y="5940"/>
                  <a:pt x="87669" y="5865"/>
                  <a:pt x="87705" y="5865"/>
                </a:cubicBezTo>
                <a:cubicBezTo>
                  <a:pt x="87742" y="5802"/>
                  <a:pt x="87742" y="5727"/>
                  <a:pt x="87779" y="5727"/>
                </a:cubicBezTo>
                <a:cubicBezTo>
                  <a:pt x="87779" y="5727"/>
                  <a:pt x="87816" y="5727"/>
                  <a:pt x="87846" y="5727"/>
                </a:cubicBezTo>
                <a:cubicBezTo>
                  <a:pt x="87883" y="5727"/>
                  <a:pt x="87920" y="5727"/>
                  <a:pt x="87957" y="5727"/>
                </a:cubicBezTo>
                <a:cubicBezTo>
                  <a:pt x="87993" y="5727"/>
                  <a:pt x="88030" y="5727"/>
                  <a:pt x="88030" y="5652"/>
                </a:cubicBezTo>
                <a:cubicBezTo>
                  <a:pt x="88067" y="5652"/>
                  <a:pt x="88067" y="5577"/>
                  <a:pt x="88104" y="5501"/>
                </a:cubicBezTo>
                <a:cubicBezTo>
                  <a:pt x="88140" y="5501"/>
                  <a:pt x="88177" y="5501"/>
                  <a:pt x="88251" y="5501"/>
                </a:cubicBezTo>
                <a:cubicBezTo>
                  <a:pt x="88355" y="5501"/>
                  <a:pt x="88392" y="5501"/>
                  <a:pt x="88502" y="5501"/>
                </a:cubicBezTo>
                <a:cubicBezTo>
                  <a:pt x="88502" y="5426"/>
                  <a:pt x="88539" y="5351"/>
                  <a:pt x="88539" y="5276"/>
                </a:cubicBezTo>
                <a:cubicBezTo>
                  <a:pt x="88539" y="5201"/>
                  <a:pt x="88539" y="5125"/>
                  <a:pt x="88539" y="5050"/>
                </a:cubicBezTo>
                <a:cubicBezTo>
                  <a:pt x="88575" y="4975"/>
                  <a:pt x="88575" y="4900"/>
                  <a:pt x="88612" y="4900"/>
                </a:cubicBezTo>
                <a:cubicBezTo>
                  <a:pt x="88612" y="4837"/>
                  <a:pt x="88649" y="4900"/>
                  <a:pt x="88686" y="4900"/>
                </a:cubicBezTo>
                <a:cubicBezTo>
                  <a:pt x="88686" y="4837"/>
                  <a:pt x="88686" y="4749"/>
                  <a:pt x="88722" y="4749"/>
                </a:cubicBezTo>
                <a:cubicBezTo>
                  <a:pt x="88759" y="4687"/>
                  <a:pt x="88759" y="4687"/>
                  <a:pt x="88796" y="4687"/>
                </a:cubicBezTo>
                <a:cubicBezTo>
                  <a:pt x="88759" y="4612"/>
                  <a:pt x="88759" y="4612"/>
                  <a:pt x="88722" y="4612"/>
                </a:cubicBezTo>
                <a:lnTo>
                  <a:pt x="88722" y="4536"/>
                </a:lnTo>
                <a:cubicBezTo>
                  <a:pt x="88287" y="4536"/>
                  <a:pt x="88287" y="4536"/>
                  <a:pt x="88287" y="4536"/>
                </a:cubicBezTo>
                <a:cubicBezTo>
                  <a:pt x="88287" y="4386"/>
                  <a:pt x="88287" y="4311"/>
                  <a:pt x="88251" y="4236"/>
                </a:cubicBezTo>
                <a:cubicBezTo>
                  <a:pt x="88214" y="4160"/>
                  <a:pt x="88214" y="4085"/>
                  <a:pt x="88214" y="4085"/>
                </a:cubicBezTo>
                <a:cubicBezTo>
                  <a:pt x="88177" y="4010"/>
                  <a:pt x="88140" y="4085"/>
                  <a:pt x="88140" y="4085"/>
                </a:cubicBezTo>
                <a:cubicBezTo>
                  <a:pt x="88104" y="4010"/>
                  <a:pt x="88104" y="4010"/>
                  <a:pt x="88067" y="4010"/>
                </a:cubicBezTo>
                <a:cubicBezTo>
                  <a:pt x="87993" y="4010"/>
                  <a:pt x="87957" y="4010"/>
                  <a:pt x="87920" y="4085"/>
                </a:cubicBezTo>
                <a:cubicBezTo>
                  <a:pt x="87883" y="4085"/>
                  <a:pt x="87883" y="4085"/>
                  <a:pt x="87846" y="4160"/>
                </a:cubicBezTo>
                <a:cubicBezTo>
                  <a:pt x="87816" y="4160"/>
                  <a:pt x="87816" y="4236"/>
                  <a:pt x="87816" y="4236"/>
                </a:cubicBezTo>
                <a:cubicBezTo>
                  <a:pt x="87742" y="4311"/>
                  <a:pt x="87705" y="4311"/>
                  <a:pt x="87632" y="4311"/>
                </a:cubicBezTo>
                <a:cubicBezTo>
                  <a:pt x="87632" y="4311"/>
                  <a:pt x="87595" y="4386"/>
                  <a:pt x="87558" y="4386"/>
                </a:cubicBezTo>
                <a:cubicBezTo>
                  <a:pt x="87522" y="4386"/>
                  <a:pt x="87485" y="4461"/>
                  <a:pt x="87411" y="4461"/>
                </a:cubicBezTo>
                <a:cubicBezTo>
                  <a:pt x="87375" y="4536"/>
                  <a:pt x="87338" y="4461"/>
                  <a:pt x="87271" y="4461"/>
                </a:cubicBezTo>
                <a:cubicBezTo>
                  <a:pt x="87234" y="4461"/>
                  <a:pt x="87234" y="4536"/>
                  <a:pt x="87197" y="4536"/>
                </a:cubicBezTo>
                <a:cubicBezTo>
                  <a:pt x="87197" y="4612"/>
                  <a:pt x="87197" y="4687"/>
                  <a:pt x="87197" y="4837"/>
                </a:cubicBezTo>
                <a:cubicBezTo>
                  <a:pt x="87197" y="4900"/>
                  <a:pt x="87197" y="4900"/>
                  <a:pt x="87160" y="4975"/>
                </a:cubicBezTo>
                <a:cubicBezTo>
                  <a:pt x="87160" y="5050"/>
                  <a:pt x="87124" y="5050"/>
                  <a:pt x="87087" y="5125"/>
                </a:cubicBezTo>
                <a:cubicBezTo>
                  <a:pt x="87050" y="5125"/>
                  <a:pt x="87013" y="5050"/>
                  <a:pt x="86977" y="5125"/>
                </a:cubicBezTo>
                <a:cubicBezTo>
                  <a:pt x="86940" y="5125"/>
                  <a:pt x="86903" y="5125"/>
                  <a:pt x="86903" y="5201"/>
                </a:cubicBezTo>
                <a:cubicBezTo>
                  <a:pt x="86866" y="5201"/>
                  <a:pt x="86830" y="5201"/>
                  <a:pt x="86799" y="5201"/>
                </a:cubicBezTo>
                <a:cubicBezTo>
                  <a:pt x="86799" y="5201"/>
                  <a:pt x="86799" y="5276"/>
                  <a:pt x="86799" y="5351"/>
                </a:cubicBezTo>
                <a:cubicBezTo>
                  <a:pt x="86799" y="5426"/>
                  <a:pt x="86799" y="5426"/>
                  <a:pt x="86830" y="5501"/>
                </a:cubicBezTo>
                <a:cubicBezTo>
                  <a:pt x="86866" y="5577"/>
                  <a:pt x="86866" y="5577"/>
                  <a:pt x="86940" y="5577"/>
                </a:cubicBezTo>
                <a:cubicBezTo>
                  <a:pt x="86977" y="5577"/>
                  <a:pt x="87013" y="5501"/>
                  <a:pt x="87050" y="5501"/>
                </a:cubicBezTo>
                <a:cubicBezTo>
                  <a:pt x="87087" y="5501"/>
                  <a:pt x="87087" y="5501"/>
                  <a:pt x="87087" y="5501"/>
                </a:cubicBezTo>
                <a:cubicBezTo>
                  <a:pt x="87124" y="5501"/>
                  <a:pt x="87160" y="5577"/>
                  <a:pt x="87160" y="5652"/>
                </a:cubicBezTo>
                <a:cubicBezTo>
                  <a:pt x="87197" y="5652"/>
                  <a:pt x="87197" y="5727"/>
                  <a:pt x="87234" y="5802"/>
                </a:cubicBezTo>
                <a:cubicBezTo>
                  <a:pt x="87234" y="5802"/>
                  <a:pt x="87271" y="5802"/>
                  <a:pt x="87307" y="5802"/>
                </a:cubicBezTo>
                <a:lnTo>
                  <a:pt x="87338" y="5865"/>
                </a:lnTo>
                <a:close/>
                <a:moveTo>
                  <a:pt x="87197" y="6166"/>
                </a:moveTo>
                <a:lnTo>
                  <a:pt x="87197" y="6166"/>
                </a:lnTo>
                <a:cubicBezTo>
                  <a:pt x="87197" y="6166"/>
                  <a:pt x="87160" y="6166"/>
                  <a:pt x="87124" y="6166"/>
                </a:cubicBezTo>
                <a:cubicBezTo>
                  <a:pt x="87124" y="6166"/>
                  <a:pt x="87087" y="6090"/>
                  <a:pt x="87050" y="6090"/>
                </a:cubicBezTo>
                <a:cubicBezTo>
                  <a:pt x="87050" y="6090"/>
                  <a:pt x="87013" y="6090"/>
                  <a:pt x="86977" y="6090"/>
                </a:cubicBezTo>
                <a:cubicBezTo>
                  <a:pt x="86940" y="6015"/>
                  <a:pt x="86903" y="6015"/>
                  <a:pt x="86903" y="6015"/>
                </a:cubicBezTo>
                <a:cubicBezTo>
                  <a:pt x="86830" y="6015"/>
                  <a:pt x="86830" y="6015"/>
                  <a:pt x="86830" y="6015"/>
                </a:cubicBezTo>
                <a:cubicBezTo>
                  <a:pt x="86799" y="6015"/>
                  <a:pt x="86762" y="5940"/>
                  <a:pt x="86762" y="5940"/>
                </a:cubicBezTo>
                <a:cubicBezTo>
                  <a:pt x="86725" y="5940"/>
                  <a:pt x="86725" y="6015"/>
                  <a:pt x="86689" y="6015"/>
                </a:cubicBezTo>
                <a:cubicBezTo>
                  <a:pt x="86615" y="6015"/>
                  <a:pt x="86615" y="6015"/>
                  <a:pt x="86615" y="6015"/>
                </a:cubicBezTo>
                <a:cubicBezTo>
                  <a:pt x="86578" y="6015"/>
                  <a:pt x="86578" y="6015"/>
                  <a:pt x="86578" y="6015"/>
                </a:cubicBezTo>
                <a:cubicBezTo>
                  <a:pt x="86578" y="6166"/>
                  <a:pt x="86578" y="6316"/>
                  <a:pt x="86578" y="6466"/>
                </a:cubicBezTo>
                <a:cubicBezTo>
                  <a:pt x="86689" y="6466"/>
                  <a:pt x="86725" y="6466"/>
                  <a:pt x="86866" y="6466"/>
                </a:cubicBezTo>
                <a:cubicBezTo>
                  <a:pt x="86940" y="6466"/>
                  <a:pt x="86940" y="6466"/>
                  <a:pt x="86940" y="6466"/>
                </a:cubicBezTo>
                <a:cubicBezTo>
                  <a:pt x="86940" y="6466"/>
                  <a:pt x="86977" y="6542"/>
                  <a:pt x="86977" y="6617"/>
                </a:cubicBezTo>
                <a:cubicBezTo>
                  <a:pt x="87013" y="6617"/>
                  <a:pt x="87013" y="6767"/>
                  <a:pt x="87013" y="6767"/>
                </a:cubicBezTo>
                <a:cubicBezTo>
                  <a:pt x="87050" y="6767"/>
                  <a:pt x="87087" y="6767"/>
                  <a:pt x="87087" y="6767"/>
                </a:cubicBezTo>
                <a:cubicBezTo>
                  <a:pt x="87124" y="6767"/>
                  <a:pt x="87160" y="6767"/>
                  <a:pt x="87160" y="6767"/>
                </a:cubicBezTo>
                <a:cubicBezTo>
                  <a:pt x="87197" y="6767"/>
                  <a:pt x="87197" y="6692"/>
                  <a:pt x="87234" y="6692"/>
                </a:cubicBezTo>
                <a:cubicBezTo>
                  <a:pt x="87271" y="6617"/>
                  <a:pt x="87307" y="6617"/>
                  <a:pt x="87307" y="6617"/>
                </a:cubicBezTo>
                <a:cubicBezTo>
                  <a:pt x="87307" y="6542"/>
                  <a:pt x="87307" y="6542"/>
                  <a:pt x="87307" y="6466"/>
                </a:cubicBezTo>
                <a:cubicBezTo>
                  <a:pt x="87307" y="6316"/>
                  <a:pt x="87307" y="6316"/>
                  <a:pt x="87307" y="6316"/>
                </a:cubicBezTo>
                <a:cubicBezTo>
                  <a:pt x="87307" y="6241"/>
                  <a:pt x="87271" y="6241"/>
                  <a:pt x="87271" y="6166"/>
                </a:cubicBezTo>
                <a:cubicBezTo>
                  <a:pt x="87234" y="6166"/>
                  <a:pt x="87234" y="6166"/>
                  <a:pt x="87197" y="6166"/>
                </a:cubicBezTo>
                <a:close/>
                <a:moveTo>
                  <a:pt x="86505" y="3860"/>
                </a:moveTo>
                <a:lnTo>
                  <a:pt x="86505" y="3860"/>
                </a:lnTo>
                <a:cubicBezTo>
                  <a:pt x="86431" y="3860"/>
                  <a:pt x="86431" y="4010"/>
                  <a:pt x="86395" y="4010"/>
                </a:cubicBezTo>
                <a:cubicBezTo>
                  <a:pt x="86358" y="4010"/>
                  <a:pt x="86321" y="3935"/>
                  <a:pt x="86290" y="3935"/>
                </a:cubicBezTo>
                <a:cubicBezTo>
                  <a:pt x="86290" y="3935"/>
                  <a:pt x="86254" y="3860"/>
                  <a:pt x="86217" y="3860"/>
                </a:cubicBezTo>
                <a:cubicBezTo>
                  <a:pt x="86180" y="4010"/>
                  <a:pt x="86180" y="4010"/>
                  <a:pt x="86180" y="4010"/>
                </a:cubicBezTo>
                <a:cubicBezTo>
                  <a:pt x="86180" y="4311"/>
                  <a:pt x="86180" y="4311"/>
                  <a:pt x="86180" y="4311"/>
                </a:cubicBezTo>
                <a:cubicBezTo>
                  <a:pt x="86217" y="4311"/>
                  <a:pt x="86217" y="4311"/>
                  <a:pt x="86254" y="4311"/>
                </a:cubicBezTo>
                <a:cubicBezTo>
                  <a:pt x="86290" y="4386"/>
                  <a:pt x="86290" y="4461"/>
                  <a:pt x="86321" y="4461"/>
                </a:cubicBezTo>
                <a:cubicBezTo>
                  <a:pt x="86358" y="4461"/>
                  <a:pt x="86358" y="4536"/>
                  <a:pt x="86395" y="4536"/>
                </a:cubicBezTo>
                <a:cubicBezTo>
                  <a:pt x="86431" y="4536"/>
                  <a:pt x="86431" y="4536"/>
                  <a:pt x="86431" y="4536"/>
                </a:cubicBezTo>
                <a:cubicBezTo>
                  <a:pt x="86468" y="4536"/>
                  <a:pt x="86505" y="4536"/>
                  <a:pt x="86542" y="4461"/>
                </a:cubicBezTo>
                <a:cubicBezTo>
                  <a:pt x="86578" y="4461"/>
                  <a:pt x="86615" y="4461"/>
                  <a:pt x="86615" y="4386"/>
                </a:cubicBezTo>
                <a:cubicBezTo>
                  <a:pt x="86615" y="4386"/>
                  <a:pt x="86615" y="4311"/>
                  <a:pt x="86615" y="4236"/>
                </a:cubicBezTo>
                <a:cubicBezTo>
                  <a:pt x="86615" y="4236"/>
                  <a:pt x="86615" y="4160"/>
                  <a:pt x="86578" y="4160"/>
                </a:cubicBezTo>
                <a:cubicBezTo>
                  <a:pt x="86578" y="4085"/>
                  <a:pt x="86615" y="4010"/>
                  <a:pt x="86578" y="4010"/>
                </a:cubicBezTo>
                <a:cubicBezTo>
                  <a:pt x="86578" y="3935"/>
                  <a:pt x="86542" y="3860"/>
                  <a:pt x="86505" y="3860"/>
                </a:cubicBezTo>
                <a:close/>
                <a:moveTo>
                  <a:pt x="72851" y="20653"/>
                </a:moveTo>
                <a:lnTo>
                  <a:pt x="72851" y="20653"/>
                </a:lnTo>
                <a:cubicBezTo>
                  <a:pt x="72814" y="20653"/>
                  <a:pt x="72814" y="20653"/>
                  <a:pt x="72777" y="20653"/>
                </a:cubicBezTo>
                <a:cubicBezTo>
                  <a:pt x="72741" y="20578"/>
                  <a:pt x="72741" y="20578"/>
                  <a:pt x="72704" y="20578"/>
                </a:cubicBezTo>
                <a:cubicBezTo>
                  <a:pt x="72667" y="20578"/>
                  <a:pt x="72667" y="20503"/>
                  <a:pt x="72667" y="20440"/>
                </a:cubicBezTo>
                <a:cubicBezTo>
                  <a:pt x="72667" y="20440"/>
                  <a:pt x="72667" y="20365"/>
                  <a:pt x="72667" y="20290"/>
                </a:cubicBezTo>
                <a:cubicBezTo>
                  <a:pt x="72232" y="20290"/>
                  <a:pt x="72232" y="20290"/>
                  <a:pt x="72232" y="20290"/>
                </a:cubicBezTo>
                <a:cubicBezTo>
                  <a:pt x="72232" y="20365"/>
                  <a:pt x="72232" y="20440"/>
                  <a:pt x="72232" y="20503"/>
                </a:cubicBezTo>
                <a:cubicBezTo>
                  <a:pt x="72232" y="20503"/>
                  <a:pt x="72232" y="20578"/>
                  <a:pt x="72269" y="20653"/>
                </a:cubicBezTo>
                <a:cubicBezTo>
                  <a:pt x="72269" y="21330"/>
                  <a:pt x="72269" y="21330"/>
                  <a:pt x="72269" y="21330"/>
                </a:cubicBezTo>
                <a:cubicBezTo>
                  <a:pt x="72447" y="21330"/>
                  <a:pt x="72447" y="21330"/>
                  <a:pt x="72447" y="21330"/>
                </a:cubicBezTo>
                <a:cubicBezTo>
                  <a:pt x="72490" y="21330"/>
                  <a:pt x="72520" y="21330"/>
                  <a:pt x="72520" y="21255"/>
                </a:cubicBezTo>
                <a:cubicBezTo>
                  <a:pt x="72557" y="21180"/>
                  <a:pt x="72557" y="21104"/>
                  <a:pt x="72594" y="21029"/>
                </a:cubicBezTo>
                <a:cubicBezTo>
                  <a:pt x="72594" y="21029"/>
                  <a:pt x="72594" y="21029"/>
                  <a:pt x="72630" y="21029"/>
                </a:cubicBezTo>
                <a:cubicBezTo>
                  <a:pt x="72667" y="21029"/>
                  <a:pt x="72667" y="21029"/>
                  <a:pt x="72741" y="20954"/>
                </a:cubicBezTo>
                <a:cubicBezTo>
                  <a:pt x="72741" y="20954"/>
                  <a:pt x="72777" y="20954"/>
                  <a:pt x="72814" y="20954"/>
                </a:cubicBezTo>
                <a:cubicBezTo>
                  <a:pt x="72814" y="20879"/>
                  <a:pt x="72814" y="20879"/>
                  <a:pt x="72851" y="20804"/>
                </a:cubicBezTo>
                <a:cubicBezTo>
                  <a:pt x="72851" y="20728"/>
                  <a:pt x="72851" y="20728"/>
                  <a:pt x="72851" y="20653"/>
                </a:cubicBezTo>
                <a:close/>
                <a:moveTo>
                  <a:pt x="74192" y="15452"/>
                </a:moveTo>
                <a:lnTo>
                  <a:pt x="74192" y="15452"/>
                </a:lnTo>
                <a:cubicBezTo>
                  <a:pt x="74156" y="15452"/>
                  <a:pt x="74119" y="15452"/>
                  <a:pt x="74045" y="15452"/>
                </a:cubicBezTo>
                <a:cubicBezTo>
                  <a:pt x="74009" y="15452"/>
                  <a:pt x="74009" y="15452"/>
                  <a:pt x="73978" y="15452"/>
                </a:cubicBezTo>
                <a:cubicBezTo>
                  <a:pt x="73978" y="15903"/>
                  <a:pt x="73978" y="15903"/>
                  <a:pt x="73978" y="15903"/>
                </a:cubicBezTo>
                <a:cubicBezTo>
                  <a:pt x="73905" y="15903"/>
                  <a:pt x="73868" y="15903"/>
                  <a:pt x="73794" y="15903"/>
                </a:cubicBezTo>
                <a:cubicBezTo>
                  <a:pt x="73758" y="15979"/>
                  <a:pt x="73721" y="15979"/>
                  <a:pt x="73647" y="16054"/>
                </a:cubicBezTo>
                <a:cubicBezTo>
                  <a:pt x="73647" y="16129"/>
                  <a:pt x="73647" y="16129"/>
                  <a:pt x="73647" y="16204"/>
                </a:cubicBezTo>
                <a:cubicBezTo>
                  <a:pt x="73647" y="16279"/>
                  <a:pt x="73684" y="16279"/>
                  <a:pt x="73684" y="16342"/>
                </a:cubicBezTo>
                <a:cubicBezTo>
                  <a:pt x="73684" y="16342"/>
                  <a:pt x="73684" y="16417"/>
                  <a:pt x="73684" y="16492"/>
                </a:cubicBezTo>
                <a:cubicBezTo>
                  <a:pt x="73647" y="16568"/>
                  <a:pt x="73611" y="16492"/>
                  <a:pt x="73611" y="16568"/>
                </a:cubicBezTo>
                <a:cubicBezTo>
                  <a:pt x="73574" y="16643"/>
                  <a:pt x="73611" y="16643"/>
                  <a:pt x="73611" y="16718"/>
                </a:cubicBezTo>
                <a:cubicBezTo>
                  <a:pt x="73611" y="16793"/>
                  <a:pt x="73574" y="16793"/>
                  <a:pt x="73574" y="16868"/>
                </a:cubicBezTo>
                <a:cubicBezTo>
                  <a:pt x="73537" y="16868"/>
                  <a:pt x="73506" y="16868"/>
                  <a:pt x="73433" y="16868"/>
                </a:cubicBezTo>
                <a:cubicBezTo>
                  <a:pt x="73433" y="16868"/>
                  <a:pt x="73396" y="16868"/>
                  <a:pt x="73359" y="16868"/>
                </a:cubicBezTo>
                <a:cubicBezTo>
                  <a:pt x="73359" y="16868"/>
                  <a:pt x="73323" y="16944"/>
                  <a:pt x="73323" y="17019"/>
                </a:cubicBezTo>
                <a:cubicBezTo>
                  <a:pt x="73323" y="17019"/>
                  <a:pt x="73323" y="17094"/>
                  <a:pt x="73323" y="17169"/>
                </a:cubicBezTo>
                <a:cubicBezTo>
                  <a:pt x="73323" y="17244"/>
                  <a:pt x="73249" y="17169"/>
                  <a:pt x="73249" y="17244"/>
                </a:cubicBezTo>
                <a:cubicBezTo>
                  <a:pt x="73212" y="17320"/>
                  <a:pt x="73249" y="17382"/>
                  <a:pt x="73249" y="17533"/>
                </a:cubicBezTo>
                <a:cubicBezTo>
                  <a:pt x="73249" y="17533"/>
                  <a:pt x="73249" y="17608"/>
                  <a:pt x="73249" y="17683"/>
                </a:cubicBezTo>
                <a:lnTo>
                  <a:pt x="73249" y="17758"/>
                </a:lnTo>
                <a:cubicBezTo>
                  <a:pt x="73249" y="17833"/>
                  <a:pt x="73249" y="17909"/>
                  <a:pt x="73249" y="17909"/>
                </a:cubicBezTo>
                <a:cubicBezTo>
                  <a:pt x="73433" y="17984"/>
                  <a:pt x="73433" y="17984"/>
                  <a:pt x="73433" y="17984"/>
                </a:cubicBezTo>
                <a:cubicBezTo>
                  <a:pt x="73433" y="17909"/>
                  <a:pt x="73433" y="17833"/>
                  <a:pt x="73433" y="17833"/>
                </a:cubicBezTo>
                <a:cubicBezTo>
                  <a:pt x="73464" y="17758"/>
                  <a:pt x="73506" y="17758"/>
                  <a:pt x="73506" y="17758"/>
                </a:cubicBezTo>
                <a:cubicBezTo>
                  <a:pt x="73537" y="17758"/>
                  <a:pt x="73574" y="17758"/>
                  <a:pt x="73574" y="17758"/>
                </a:cubicBezTo>
                <a:cubicBezTo>
                  <a:pt x="73574" y="17833"/>
                  <a:pt x="73574" y="17909"/>
                  <a:pt x="73611" y="17909"/>
                </a:cubicBezTo>
                <a:cubicBezTo>
                  <a:pt x="73611" y="17984"/>
                  <a:pt x="73647" y="18059"/>
                  <a:pt x="73647" y="18059"/>
                </a:cubicBezTo>
                <a:cubicBezTo>
                  <a:pt x="73684" y="18059"/>
                  <a:pt x="73721" y="17984"/>
                  <a:pt x="73721" y="17909"/>
                </a:cubicBezTo>
                <a:cubicBezTo>
                  <a:pt x="73721" y="17909"/>
                  <a:pt x="73721" y="17833"/>
                  <a:pt x="73721" y="17758"/>
                </a:cubicBezTo>
                <a:cubicBezTo>
                  <a:pt x="73758" y="17833"/>
                  <a:pt x="73758" y="17833"/>
                  <a:pt x="73794" y="17833"/>
                </a:cubicBezTo>
                <a:cubicBezTo>
                  <a:pt x="73831" y="17909"/>
                  <a:pt x="73831" y="17984"/>
                  <a:pt x="73868" y="17984"/>
                </a:cubicBezTo>
                <a:cubicBezTo>
                  <a:pt x="73905" y="18059"/>
                  <a:pt x="73978" y="18059"/>
                  <a:pt x="74009" y="18209"/>
                </a:cubicBezTo>
                <a:cubicBezTo>
                  <a:pt x="74045" y="18209"/>
                  <a:pt x="74045" y="18285"/>
                  <a:pt x="74045" y="18360"/>
                </a:cubicBezTo>
                <a:cubicBezTo>
                  <a:pt x="73941" y="18648"/>
                  <a:pt x="73941" y="18648"/>
                  <a:pt x="73941" y="18648"/>
                </a:cubicBezTo>
                <a:cubicBezTo>
                  <a:pt x="73941" y="18723"/>
                  <a:pt x="73941" y="18723"/>
                  <a:pt x="73941" y="18723"/>
                </a:cubicBezTo>
                <a:cubicBezTo>
                  <a:pt x="73941" y="18798"/>
                  <a:pt x="73978" y="18798"/>
                  <a:pt x="73978" y="18874"/>
                </a:cubicBezTo>
                <a:cubicBezTo>
                  <a:pt x="74339" y="18874"/>
                  <a:pt x="74339" y="18874"/>
                  <a:pt x="74339" y="18874"/>
                </a:cubicBezTo>
                <a:cubicBezTo>
                  <a:pt x="74450" y="18874"/>
                  <a:pt x="74480" y="18949"/>
                  <a:pt x="74591" y="18949"/>
                </a:cubicBezTo>
                <a:cubicBezTo>
                  <a:pt x="74627" y="18949"/>
                  <a:pt x="74664" y="18949"/>
                  <a:pt x="74701" y="18949"/>
                </a:cubicBezTo>
                <a:cubicBezTo>
                  <a:pt x="74738" y="18949"/>
                  <a:pt x="74774" y="19024"/>
                  <a:pt x="74848" y="19024"/>
                </a:cubicBezTo>
                <a:cubicBezTo>
                  <a:pt x="74885" y="19024"/>
                  <a:pt x="74921" y="19024"/>
                  <a:pt x="74958" y="19024"/>
                </a:cubicBezTo>
                <a:cubicBezTo>
                  <a:pt x="75062" y="19024"/>
                  <a:pt x="75062" y="19024"/>
                  <a:pt x="75062" y="19024"/>
                </a:cubicBezTo>
                <a:cubicBezTo>
                  <a:pt x="75099" y="19024"/>
                  <a:pt x="75099" y="19024"/>
                  <a:pt x="75136" y="19024"/>
                </a:cubicBezTo>
                <a:cubicBezTo>
                  <a:pt x="75173" y="19024"/>
                  <a:pt x="75173" y="19024"/>
                  <a:pt x="75173" y="19024"/>
                </a:cubicBezTo>
                <a:cubicBezTo>
                  <a:pt x="75173" y="18723"/>
                  <a:pt x="75173" y="18723"/>
                  <a:pt x="75173" y="18723"/>
                </a:cubicBezTo>
                <a:cubicBezTo>
                  <a:pt x="75173" y="18648"/>
                  <a:pt x="75173" y="18648"/>
                  <a:pt x="75173" y="18573"/>
                </a:cubicBezTo>
                <a:cubicBezTo>
                  <a:pt x="75173" y="18498"/>
                  <a:pt x="75099" y="18573"/>
                  <a:pt x="75099" y="18498"/>
                </a:cubicBezTo>
                <a:cubicBezTo>
                  <a:pt x="75099" y="18422"/>
                  <a:pt x="75099" y="18360"/>
                  <a:pt x="75099" y="18209"/>
                </a:cubicBezTo>
                <a:cubicBezTo>
                  <a:pt x="75062" y="18209"/>
                  <a:pt x="75062" y="18285"/>
                  <a:pt x="75026" y="18209"/>
                </a:cubicBezTo>
                <a:cubicBezTo>
                  <a:pt x="74995" y="18209"/>
                  <a:pt x="74995" y="18134"/>
                  <a:pt x="74958" y="18134"/>
                </a:cubicBezTo>
                <a:cubicBezTo>
                  <a:pt x="74958" y="18059"/>
                  <a:pt x="74958" y="17984"/>
                  <a:pt x="74958" y="17984"/>
                </a:cubicBezTo>
                <a:cubicBezTo>
                  <a:pt x="74958" y="17909"/>
                  <a:pt x="74921" y="17909"/>
                  <a:pt x="74885" y="17833"/>
                </a:cubicBezTo>
                <a:cubicBezTo>
                  <a:pt x="74885" y="17833"/>
                  <a:pt x="74848" y="17758"/>
                  <a:pt x="74811" y="17758"/>
                </a:cubicBezTo>
                <a:cubicBezTo>
                  <a:pt x="74811" y="17683"/>
                  <a:pt x="74774" y="17608"/>
                  <a:pt x="74738" y="17533"/>
                </a:cubicBezTo>
                <a:cubicBezTo>
                  <a:pt x="74738" y="17533"/>
                  <a:pt x="74738" y="17457"/>
                  <a:pt x="74701" y="17382"/>
                </a:cubicBezTo>
                <a:lnTo>
                  <a:pt x="74664" y="17382"/>
                </a:lnTo>
                <a:cubicBezTo>
                  <a:pt x="74627" y="17320"/>
                  <a:pt x="74664" y="17244"/>
                  <a:pt x="74664" y="17244"/>
                </a:cubicBezTo>
                <a:cubicBezTo>
                  <a:pt x="74627" y="17169"/>
                  <a:pt x="74664" y="17169"/>
                  <a:pt x="74664" y="17094"/>
                </a:cubicBezTo>
                <a:cubicBezTo>
                  <a:pt x="74627" y="17019"/>
                  <a:pt x="74627" y="16944"/>
                  <a:pt x="74627" y="16868"/>
                </a:cubicBezTo>
                <a:cubicBezTo>
                  <a:pt x="74627" y="16793"/>
                  <a:pt x="74627" y="16793"/>
                  <a:pt x="74627" y="16793"/>
                </a:cubicBezTo>
                <a:cubicBezTo>
                  <a:pt x="74627" y="16718"/>
                  <a:pt x="74664" y="16718"/>
                  <a:pt x="74701" y="16718"/>
                </a:cubicBezTo>
                <a:cubicBezTo>
                  <a:pt x="74701" y="16643"/>
                  <a:pt x="74701" y="16568"/>
                  <a:pt x="74701" y="16568"/>
                </a:cubicBezTo>
                <a:cubicBezTo>
                  <a:pt x="74701" y="16342"/>
                  <a:pt x="74664" y="16279"/>
                  <a:pt x="74701" y="16129"/>
                </a:cubicBezTo>
                <a:cubicBezTo>
                  <a:pt x="74701" y="16054"/>
                  <a:pt x="74738" y="16054"/>
                  <a:pt x="74774" y="16054"/>
                </a:cubicBezTo>
                <a:cubicBezTo>
                  <a:pt x="74811" y="15979"/>
                  <a:pt x="74848" y="15903"/>
                  <a:pt x="74885" y="15753"/>
                </a:cubicBezTo>
                <a:cubicBezTo>
                  <a:pt x="74921" y="15753"/>
                  <a:pt x="74885" y="15603"/>
                  <a:pt x="74921" y="15603"/>
                </a:cubicBezTo>
                <a:cubicBezTo>
                  <a:pt x="74921" y="15603"/>
                  <a:pt x="74958" y="15603"/>
                  <a:pt x="74995" y="15603"/>
                </a:cubicBezTo>
                <a:cubicBezTo>
                  <a:pt x="74995" y="15527"/>
                  <a:pt x="75026" y="15603"/>
                  <a:pt x="75062" y="15527"/>
                </a:cubicBezTo>
                <a:cubicBezTo>
                  <a:pt x="75062" y="15527"/>
                  <a:pt x="75026" y="15452"/>
                  <a:pt x="75062" y="15377"/>
                </a:cubicBezTo>
                <a:cubicBezTo>
                  <a:pt x="75062" y="15377"/>
                  <a:pt x="75099" y="15377"/>
                  <a:pt x="75136" y="15377"/>
                </a:cubicBezTo>
                <a:cubicBezTo>
                  <a:pt x="75173" y="15302"/>
                  <a:pt x="75209" y="15227"/>
                  <a:pt x="75246" y="15089"/>
                </a:cubicBezTo>
                <a:cubicBezTo>
                  <a:pt x="75246" y="15089"/>
                  <a:pt x="75246" y="15014"/>
                  <a:pt x="75246" y="14938"/>
                </a:cubicBezTo>
                <a:cubicBezTo>
                  <a:pt x="75246" y="14938"/>
                  <a:pt x="75283" y="14938"/>
                  <a:pt x="75320" y="14863"/>
                </a:cubicBezTo>
                <a:cubicBezTo>
                  <a:pt x="75320" y="14863"/>
                  <a:pt x="75320" y="14788"/>
                  <a:pt x="75356" y="14788"/>
                </a:cubicBezTo>
                <a:cubicBezTo>
                  <a:pt x="75356" y="14713"/>
                  <a:pt x="75393" y="14788"/>
                  <a:pt x="75430" y="14788"/>
                </a:cubicBezTo>
                <a:cubicBezTo>
                  <a:pt x="75467" y="14713"/>
                  <a:pt x="75497" y="14638"/>
                  <a:pt x="75540" y="14487"/>
                </a:cubicBezTo>
                <a:cubicBezTo>
                  <a:pt x="75540" y="14487"/>
                  <a:pt x="75540" y="14412"/>
                  <a:pt x="75540" y="14337"/>
                </a:cubicBezTo>
                <a:cubicBezTo>
                  <a:pt x="75540" y="14337"/>
                  <a:pt x="75571" y="14262"/>
                  <a:pt x="75571" y="14186"/>
                </a:cubicBezTo>
                <a:cubicBezTo>
                  <a:pt x="75607" y="14186"/>
                  <a:pt x="75644" y="14186"/>
                  <a:pt x="75644" y="14124"/>
                </a:cubicBezTo>
                <a:cubicBezTo>
                  <a:pt x="75644" y="14049"/>
                  <a:pt x="75681" y="14049"/>
                  <a:pt x="75681" y="13973"/>
                </a:cubicBezTo>
                <a:cubicBezTo>
                  <a:pt x="75718" y="13898"/>
                  <a:pt x="75681" y="13898"/>
                  <a:pt x="75681" y="13823"/>
                </a:cubicBezTo>
                <a:cubicBezTo>
                  <a:pt x="75754" y="13823"/>
                  <a:pt x="75791" y="13823"/>
                  <a:pt x="75865" y="13823"/>
                </a:cubicBezTo>
                <a:cubicBezTo>
                  <a:pt x="75901" y="13823"/>
                  <a:pt x="75901" y="13823"/>
                  <a:pt x="75938" y="13823"/>
                </a:cubicBezTo>
                <a:cubicBezTo>
                  <a:pt x="75975" y="13823"/>
                  <a:pt x="75975" y="13673"/>
                  <a:pt x="76012" y="13673"/>
                </a:cubicBezTo>
                <a:cubicBezTo>
                  <a:pt x="76012" y="13673"/>
                  <a:pt x="76042" y="13673"/>
                  <a:pt x="76079" y="13673"/>
                </a:cubicBezTo>
                <a:cubicBezTo>
                  <a:pt x="76116" y="13673"/>
                  <a:pt x="76153" y="13673"/>
                  <a:pt x="76153" y="13597"/>
                </a:cubicBezTo>
                <a:cubicBezTo>
                  <a:pt x="76189" y="13522"/>
                  <a:pt x="76153" y="13447"/>
                  <a:pt x="76153" y="13447"/>
                </a:cubicBezTo>
                <a:cubicBezTo>
                  <a:pt x="76189" y="13372"/>
                  <a:pt x="76226" y="13372"/>
                  <a:pt x="76226" y="13372"/>
                </a:cubicBezTo>
                <a:cubicBezTo>
                  <a:pt x="76263" y="13372"/>
                  <a:pt x="76300" y="13372"/>
                  <a:pt x="76300" y="13372"/>
                </a:cubicBezTo>
                <a:cubicBezTo>
                  <a:pt x="76336" y="13372"/>
                  <a:pt x="76373" y="13372"/>
                  <a:pt x="76373" y="13372"/>
                </a:cubicBezTo>
                <a:cubicBezTo>
                  <a:pt x="76410" y="13297"/>
                  <a:pt x="76410" y="13297"/>
                  <a:pt x="76447" y="13221"/>
                </a:cubicBezTo>
                <a:cubicBezTo>
                  <a:pt x="76483" y="13221"/>
                  <a:pt x="76483" y="13159"/>
                  <a:pt x="76483" y="13084"/>
                </a:cubicBezTo>
                <a:cubicBezTo>
                  <a:pt x="76520" y="13084"/>
                  <a:pt x="76520" y="13084"/>
                  <a:pt x="76557" y="13008"/>
                </a:cubicBezTo>
                <a:cubicBezTo>
                  <a:pt x="76588" y="13008"/>
                  <a:pt x="76624" y="13008"/>
                  <a:pt x="76624" y="12933"/>
                </a:cubicBezTo>
                <a:cubicBezTo>
                  <a:pt x="76624" y="12783"/>
                  <a:pt x="76624" y="12708"/>
                  <a:pt x="76588" y="12632"/>
                </a:cubicBezTo>
                <a:cubicBezTo>
                  <a:pt x="76661" y="12632"/>
                  <a:pt x="76698" y="12632"/>
                  <a:pt x="76735" y="12632"/>
                </a:cubicBezTo>
                <a:cubicBezTo>
                  <a:pt x="76845" y="12632"/>
                  <a:pt x="76918" y="12632"/>
                  <a:pt x="77029" y="12557"/>
                </a:cubicBezTo>
                <a:cubicBezTo>
                  <a:pt x="77059" y="12557"/>
                  <a:pt x="77059" y="12482"/>
                  <a:pt x="77059" y="12407"/>
                </a:cubicBezTo>
                <a:cubicBezTo>
                  <a:pt x="77096" y="12407"/>
                  <a:pt x="77133" y="12332"/>
                  <a:pt x="77169" y="12256"/>
                </a:cubicBezTo>
                <a:cubicBezTo>
                  <a:pt x="77169" y="12256"/>
                  <a:pt x="77206" y="12256"/>
                  <a:pt x="77243" y="12256"/>
                </a:cubicBezTo>
                <a:cubicBezTo>
                  <a:pt x="77280" y="12256"/>
                  <a:pt x="77316" y="12181"/>
                  <a:pt x="77390" y="12181"/>
                </a:cubicBezTo>
                <a:cubicBezTo>
                  <a:pt x="77788" y="12181"/>
                  <a:pt x="77788" y="12181"/>
                  <a:pt x="77788" y="12181"/>
                </a:cubicBezTo>
                <a:cubicBezTo>
                  <a:pt x="77825" y="12181"/>
                  <a:pt x="77862" y="12106"/>
                  <a:pt x="77862" y="12106"/>
                </a:cubicBezTo>
                <a:cubicBezTo>
                  <a:pt x="77898" y="12043"/>
                  <a:pt x="77898" y="11968"/>
                  <a:pt x="77935" y="11968"/>
                </a:cubicBezTo>
                <a:cubicBezTo>
                  <a:pt x="77972" y="11968"/>
                  <a:pt x="78009" y="11968"/>
                  <a:pt x="78082" y="11968"/>
                </a:cubicBezTo>
                <a:cubicBezTo>
                  <a:pt x="78113" y="11968"/>
                  <a:pt x="78150" y="11968"/>
                  <a:pt x="78223" y="11968"/>
                </a:cubicBezTo>
                <a:cubicBezTo>
                  <a:pt x="78297" y="11893"/>
                  <a:pt x="78297" y="11743"/>
                  <a:pt x="78370" y="11743"/>
                </a:cubicBezTo>
                <a:cubicBezTo>
                  <a:pt x="78695" y="11743"/>
                  <a:pt x="78695" y="11743"/>
                  <a:pt x="78695" y="11743"/>
                </a:cubicBezTo>
                <a:cubicBezTo>
                  <a:pt x="78732" y="11743"/>
                  <a:pt x="78768" y="11667"/>
                  <a:pt x="78768" y="11667"/>
                </a:cubicBezTo>
                <a:cubicBezTo>
                  <a:pt x="78842" y="11592"/>
                  <a:pt x="78842" y="11442"/>
                  <a:pt x="78915" y="11367"/>
                </a:cubicBezTo>
                <a:cubicBezTo>
                  <a:pt x="78915" y="11291"/>
                  <a:pt x="78915" y="11216"/>
                  <a:pt x="78952" y="11216"/>
                </a:cubicBezTo>
                <a:cubicBezTo>
                  <a:pt x="78952" y="11216"/>
                  <a:pt x="78989" y="11216"/>
                  <a:pt x="78989" y="11141"/>
                </a:cubicBezTo>
                <a:cubicBezTo>
                  <a:pt x="79062" y="11141"/>
                  <a:pt x="79099" y="11141"/>
                  <a:pt x="79130" y="11141"/>
                </a:cubicBezTo>
                <a:cubicBezTo>
                  <a:pt x="79166" y="11078"/>
                  <a:pt x="79166" y="11078"/>
                  <a:pt x="79166" y="10991"/>
                </a:cubicBezTo>
                <a:cubicBezTo>
                  <a:pt x="79166" y="10928"/>
                  <a:pt x="79130" y="10853"/>
                  <a:pt x="79130" y="10853"/>
                </a:cubicBezTo>
                <a:cubicBezTo>
                  <a:pt x="79130" y="10778"/>
                  <a:pt x="79099" y="10702"/>
                  <a:pt x="79099" y="10702"/>
                </a:cubicBezTo>
                <a:cubicBezTo>
                  <a:pt x="79099" y="10627"/>
                  <a:pt x="79099" y="10552"/>
                  <a:pt x="79062" y="10552"/>
                </a:cubicBezTo>
                <a:cubicBezTo>
                  <a:pt x="79026" y="10477"/>
                  <a:pt x="78989" y="10552"/>
                  <a:pt x="78915" y="10552"/>
                </a:cubicBezTo>
                <a:cubicBezTo>
                  <a:pt x="78879" y="10552"/>
                  <a:pt x="78879" y="10477"/>
                  <a:pt x="78842" y="10477"/>
                </a:cubicBezTo>
                <a:cubicBezTo>
                  <a:pt x="78768" y="10477"/>
                  <a:pt x="78768" y="10477"/>
                  <a:pt x="78768" y="10477"/>
                </a:cubicBezTo>
                <a:cubicBezTo>
                  <a:pt x="78695" y="10477"/>
                  <a:pt x="78695" y="10477"/>
                  <a:pt x="78695" y="10477"/>
                </a:cubicBezTo>
                <a:cubicBezTo>
                  <a:pt x="78658" y="10477"/>
                  <a:pt x="78658" y="10477"/>
                  <a:pt x="78621" y="10477"/>
                </a:cubicBezTo>
                <a:cubicBezTo>
                  <a:pt x="78554" y="10477"/>
                  <a:pt x="78517" y="10477"/>
                  <a:pt x="78480" y="10477"/>
                </a:cubicBezTo>
                <a:cubicBezTo>
                  <a:pt x="78407" y="10552"/>
                  <a:pt x="78370" y="10552"/>
                  <a:pt x="78333" y="10627"/>
                </a:cubicBezTo>
                <a:cubicBezTo>
                  <a:pt x="78333" y="10702"/>
                  <a:pt x="78333" y="10778"/>
                  <a:pt x="78333" y="10778"/>
                </a:cubicBezTo>
                <a:cubicBezTo>
                  <a:pt x="78297" y="10853"/>
                  <a:pt x="78297" y="10853"/>
                  <a:pt x="78297" y="10928"/>
                </a:cubicBezTo>
                <a:cubicBezTo>
                  <a:pt x="78260" y="10991"/>
                  <a:pt x="78260" y="10991"/>
                  <a:pt x="78223" y="10991"/>
                </a:cubicBezTo>
                <a:cubicBezTo>
                  <a:pt x="78150" y="11078"/>
                  <a:pt x="78113" y="10991"/>
                  <a:pt x="78082" y="10991"/>
                </a:cubicBezTo>
                <a:cubicBezTo>
                  <a:pt x="78045" y="10991"/>
                  <a:pt x="78045" y="10991"/>
                  <a:pt x="78009" y="10991"/>
                </a:cubicBezTo>
                <a:cubicBezTo>
                  <a:pt x="77972" y="11078"/>
                  <a:pt x="77972" y="11078"/>
                  <a:pt x="77935" y="11078"/>
                </a:cubicBezTo>
                <a:cubicBezTo>
                  <a:pt x="77898" y="11141"/>
                  <a:pt x="77898" y="11216"/>
                  <a:pt x="77862" y="11216"/>
                </a:cubicBezTo>
                <a:cubicBezTo>
                  <a:pt x="77825" y="11216"/>
                  <a:pt x="77825" y="11291"/>
                  <a:pt x="77788" y="11291"/>
                </a:cubicBezTo>
                <a:cubicBezTo>
                  <a:pt x="77788" y="11291"/>
                  <a:pt x="77751" y="11291"/>
                  <a:pt x="77715" y="11291"/>
                </a:cubicBezTo>
                <a:cubicBezTo>
                  <a:pt x="77678" y="11291"/>
                  <a:pt x="77641" y="11291"/>
                  <a:pt x="77574" y="11291"/>
                </a:cubicBezTo>
                <a:cubicBezTo>
                  <a:pt x="77537" y="11291"/>
                  <a:pt x="77537" y="11291"/>
                  <a:pt x="77500" y="11291"/>
                </a:cubicBezTo>
                <a:cubicBezTo>
                  <a:pt x="77464" y="11367"/>
                  <a:pt x="77427" y="11367"/>
                  <a:pt x="77427" y="11367"/>
                </a:cubicBezTo>
                <a:cubicBezTo>
                  <a:pt x="77390" y="11442"/>
                  <a:pt x="77353" y="11442"/>
                  <a:pt x="77353" y="11442"/>
                </a:cubicBezTo>
                <a:cubicBezTo>
                  <a:pt x="77316" y="11442"/>
                  <a:pt x="77316" y="11517"/>
                  <a:pt x="77280" y="11517"/>
                </a:cubicBezTo>
                <a:cubicBezTo>
                  <a:pt x="77243" y="11517"/>
                  <a:pt x="77243" y="11517"/>
                  <a:pt x="77206" y="11517"/>
                </a:cubicBezTo>
                <a:cubicBezTo>
                  <a:pt x="77096" y="11592"/>
                  <a:pt x="77059" y="11517"/>
                  <a:pt x="76955" y="11517"/>
                </a:cubicBezTo>
                <a:cubicBezTo>
                  <a:pt x="76918" y="11517"/>
                  <a:pt x="76882" y="11517"/>
                  <a:pt x="76808" y="11517"/>
                </a:cubicBezTo>
                <a:cubicBezTo>
                  <a:pt x="76735" y="11517"/>
                  <a:pt x="76735" y="11517"/>
                  <a:pt x="76735" y="11517"/>
                </a:cubicBezTo>
                <a:cubicBezTo>
                  <a:pt x="76698" y="11517"/>
                  <a:pt x="76698" y="11517"/>
                  <a:pt x="76661" y="11517"/>
                </a:cubicBezTo>
                <a:cubicBezTo>
                  <a:pt x="76588" y="11517"/>
                  <a:pt x="76557" y="11517"/>
                  <a:pt x="76520" y="11517"/>
                </a:cubicBezTo>
                <a:cubicBezTo>
                  <a:pt x="76483" y="11517"/>
                  <a:pt x="76447" y="11592"/>
                  <a:pt x="76447" y="11592"/>
                </a:cubicBezTo>
                <a:cubicBezTo>
                  <a:pt x="76373" y="11667"/>
                  <a:pt x="76336" y="11667"/>
                  <a:pt x="76300" y="11743"/>
                </a:cubicBezTo>
                <a:cubicBezTo>
                  <a:pt x="76263" y="11743"/>
                  <a:pt x="76263" y="11818"/>
                  <a:pt x="76263" y="11893"/>
                </a:cubicBezTo>
                <a:cubicBezTo>
                  <a:pt x="76226" y="11968"/>
                  <a:pt x="76189" y="12043"/>
                  <a:pt x="76153" y="12106"/>
                </a:cubicBezTo>
                <a:cubicBezTo>
                  <a:pt x="75681" y="12106"/>
                  <a:pt x="75681" y="12106"/>
                  <a:pt x="75681" y="12106"/>
                </a:cubicBezTo>
                <a:cubicBezTo>
                  <a:pt x="75644" y="12181"/>
                  <a:pt x="75644" y="12181"/>
                  <a:pt x="75607" y="12256"/>
                </a:cubicBezTo>
                <a:cubicBezTo>
                  <a:pt x="75571" y="12256"/>
                  <a:pt x="75571" y="12332"/>
                  <a:pt x="75571" y="12407"/>
                </a:cubicBezTo>
                <a:cubicBezTo>
                  <a:pt x="75540" y="12407"/>
                  <a:pt x="75540" y="12482"/>
                  <a:pt x="75497" y="12557"/>
                </a:cubicBezTo>
                <a:cubicBezTo>
                  <a:pt x="75497" y="12557"/>
                  <a:pt x="75467" y="12557"/>
                  <a:pt x="75430" y="12557"/>
                </a:cubicBezTo>
                <a:cubicBezTo>
                  <a:pt x="75393" y="12632"/>
                  <a:pt x="75356" y="12557"/>
                  <a:pt x="75320" y="12632"/>
                </a:cubicBezTo>
                <a:cubicBezTo>
                  <a:pt x="75320" y="12632"/>
                  <a:pt x="75283" y="12632"/>
                  <a:pt x="75246" y="12632"/>
                </a:cubicBezTo>
                <a:cubicBezTo>
                  <a:pt x="75246" y="12708"/>
                  <a:pt x="75209" y="12708"/>
                  <a:pt x="75173" y="12783"/>
                </a:cubicBezTo>
                <a:cubicBezTo>
                  <a:pt x="75173" y="12783"/>
                  <a:pt x="75173" y="12858"/>
                  <a:pt x="75173" y="12933"/>
                </a:cubicBezTo>
                <a:cubicBezTo>
                  <a:pt x="75173" y="13008"/>
                  <a:pt x="75173" y="13084"/>
                  <a:pt x="75173" y="13221"/>
                </a:cubicBezTo>
                <a:cubicBezTo>
                  <a:pt x="75136" y="13221"/>
                  <a:pt x="75136" y="13159"/>
                  <a:pt x="75099" y="13159"/>
                </a:cubicBezTo>
                <a:cubicBezTo>
                  <a:pt x="74995" y="13159"/>
                  <a:pt x="74958" y="13159"/>
                  <a:pt x="74885" y="13159"/>
                </a:cubicBezTo>
                <a:cubicBezTo>
                  <a:pt x="74848" y="13159"/>
                  <a:pt x="74848" y="13221"/>
                  <a:pt x="74811" y="13221"/>
                </a:cubicBezTo>
                <a:cubicBezTo>
                  <a:pt x="74811" y="13297"/>
                  <a:pt x="74848" y="13297"/>
                  <a:pt x="74848" y="13372"/>
                </a:cubicBezTo>
                <a:cubicBezTo>
                  <a:pt x="74848" y="13522"/>
                  <a:pt x="74811" y="13597"/>
                  <a:pt x="74774" y="13673"/>
                </a:cubicBezTo>
                <a:cubicBezTo>
                  <a:pt x="74738" y="13748"/>
                  <a:pt x="74701" y="13748"/>
                  <a:pt x="74701" y="13823"/>
                </a:cubicBezTo>
                <a:lnTo>
                  <a:pt x="74701" y="13898"/>
                </a:lnTo>
                <a:cubicBezTo>
                  <a:pt x="74701" y="14049"/>
                  <a:pt x="74701" y="14049"/>
                  <a:pt x="74701" y="14049"/>
                </a:cubicBezTo>
                <a:cubicBezTo>
                  <a:pt x="74701" y="14337"/>
                  <a:pt x="74701" y="14337"/>
                  <a:pt x="74701" y="14337"/>
                </a:cubicBezTo>
                <a:cubicBezTo>
                  <a:pt x="74664" y="14337"/>
                  <a:pt x="74627" y="14412"/>
                  <a:pt x="74591" y="14412"/>
                </a:cubicBezTo>
                <a:cubicBezTo>
                  <a:pt x="74523" y="14412"/>
                  <a:pt x="74450" y="14337"/>
                  <a:pt x="74376" y="14412"/>
                </a:cubicBezTo>
                <a:cubicBezTo>
                  <a:pt x="74339" y="14412"/>
                  <a:pt x="74266" y="14412"/>
                  <a:pt x="74229" y="14487"/>
                </a:cubicBezTo>
                <a:cubicBezTo>
                  <a:pt x="74192" y="14562"/>
                  <a:pt x="74156" y="14562"/>
                  <a:pt x="74156" y="14638"/>
                </a:cubicBezTo>
                <a:cubicBezTo>
                  <a:pt x="74082" y="14713"/>
                  <a:pt x="74045" y="14788"/>
                  <a:pt x="74045" y="14863"/>
                </a:cubicBezTo>
                <a:cubicBezTo>
                  <a:pt x="74045" y="14938"/>
                  <a:pt x="74082" y="15014"/>
                  <a:pt x="74082" y="15089"/>
                </a:cubicBezTo>
                <a:cubicBezTo>
                  <a:pt x="74119" y="15089"/>
                  <a:pt x="74119" y="15089"/>
                  <a:pt x="74156" y="15014"/>
                </a:cubicBezTo>
                <a:cubicBezTo>
                  <a:pt x="74192" y="15014"/>
                  <a:pt x="74229" y="14938"/>
                  <a:pt x="74266" y="14938"/>
                </a:cubicBezTo>
                <a:cubicBezTo>
                  <a:pt x="74303" y="14938"/>
                  <a:pt x="74339" y="14938"/>
                  <a:pt x="74376" y="14938"/>
                </a:cubicBezTo>
                <a:cubicBezTo>
                  <a:pt x="74339" y="15089"/>
                  <a:pt x="74339" y="15089"/>
                  <a:pt x="74339" y="15164"/>
                </a:cubicBezTo>
                <a:cubicBezTo>
                  <a:pt x="74339" y="15227"/>
                  <a:pt x="74339" y="15227"/>
                  <a:pt x="74339" y="15227"/>
                </a:cubicBezTo>
                <a:cubicBezTo>
                  <a:pt x="74339" y="15302"/>
                  <a:pt x="74376" y="15377"/>
                  <a:pt x="74376" y="15377"/>
                </a:cubicBezTo>
                <a:cubicBezTo>
                  <a:pt x="74339" y="15377"/>
                  <a:pt x="74229" y="15452"/>
                  <a:pt x="74192" y="15452"/>
                </a:cubicBezTo>
                <a:close/>
                <a:moveTo>
                  <a:pt x="79460" y="15828"/>
                </a:moveTo>
                <a:lnTo>
                  <a:pt x="79460" y="15828"/>
                </a:lnTo>
                <a:cubicBezTo>
                  <a:pt x="79497" y="15828"/>
                  <a:pt x="79534" y="15753"/>
                  <a:pt x="79571" y="15753"/>
                </a:cubicBezTo>
                <a:cubicBezTo>
                  <a:pt x="79571" y="15753"/>
                  <a:pt x="79607" y="15753"/>
                  <a:pt x="79644" y="15753"/>
                </a:cubicBezTo>
                <a:cubicBezTo>
                  <a:pt x="79644" y="15753"/>
                  <a:pt x="79675" y="15678"/>
                  <a:pt x="79712" y="15678"/>
                </a:cubicBezTo>
                <a:cubicBezTo>
                  <a:pt x="79748" y="15678"/>
                  <a:pt x="79785" y="15678"/>
                  <a:pt x="79859" y="15678"/>
                </a:cubicBezTo>
                <a:cubicBezTo>
                  <a:pt x="79895" y="15678"/>
                  <a:pt x="79895" y="15678"/>
                  <a:pt x="79895" y="15678"/>
                </a:cubicBezTo>
                <a:cubicBezTo>
                  <a:pt x="79932" y="15678"/>
                  <a:pt x="79969" y="15603"/>
                  <a:pt x="79969" y="15603"/>
                </a:cubicBezTo>
                <a:cubicBezTo>
                  <a:pt x="79969" y="15527"/>
                  <a:pt x="80006" y="15452"/>
                  <a:pt x="79969" y="15452"/>
                </a:cubicBezTo>
                <a:cubicBezTo>
                  <a:pt x="79969" y="15377"/>
                  <a:pt x="79969" y="15302"/>
                  <a:pt x="79932" y="15302"/>
                </a:cubicBezTo>
                <a:cubicBezTo>
                  <a:pt x="79895" y="15227"/>
                  <a:pt x="79895" y="15227"/>
                  <a:pt x="79859" y="15227"/>
                </a:cubicBezTo>
                <a:cubicBezTo>
                  <a:pt x="79822" y="15227"/>
                  <a:pt x="79822" y="15164"/>
                  <a:pt x="79785" y="15164"/>
                </a:cubicBezTo>
                <a:cubicBezTo>
                  <a:pt x="79748" y="15164"/>
                  <a:pt x="79748" y="15164"/>
                  <a:pt x="79712" y="15164"/>
                </a:cubicBezTo>
                <a:cubicBezTo>
                  <a:pt x="79644" y="15164"/>
                  <a:pt x="79644" y="15227"/>
                  <a:pt x="79571" y="15302"/>
                </a:cubicBezTo>
                <a:cubicBezTo>
                  <a:pt x="79534" y="15302"/>
                  <a:pt x="79534" y="15377"/>
                  <a:pt x="79497" y="15452"/>
                </a:cubicBezTo>
                <a:cubicBezTo>
                  <a:pt x="79460" y="15527"/>
                  <a:pt x="79424" y="15603"/>
                  <a:pt x="79387" y="15678"/>
                </a:cubicBezTo>
                <a:cubicBezTo>
                  <a:pt x="79387" y="15753"/>
                  <a:pt x="79424" y="15828"/>
                  <a:pt x="79460" y="15828"/>
                </a:cubicBezTo>
                <a:close/>
                <a:moveTo>
                  <a:pt x="76955" y="4461"/>
                </a:moveTo>
                <a:lnTo>
                  <a:pt x="76955" y="4461"/>
                </a:lnTo>
                <a:cubicBezTo>
                  <a:pt x="76992" y="4612"/>
                  <a:pt x="76992" y="4612"/>
                  <a:pt x="76992" y="4612"/>
                </a:cubicBezTo>
                <a:cubicBezTo>
                  <a:pt x="77029" y="4687"/>
                  <a:pt x="77059" y="4749"/>
                  <a:pt x="77133" y="4837"/>
                </a:cubicBezTo>
                <a:cubicBezTo>
                  <a:pt x="77169" y="4900"/>
                  <a:pt x="77169" y="4900"/>
                  <a:pt x="77206" y="4975"/>
                </a:cubicBezTo>
                <a:cubicBezTo>
                  <a:pt x="77243" y="5050"/>
                  <a:pt x="77316" y="5050"/>
                  <a:pt x="77390" y="5050"/>
                </a:cubicBezTo>
                <a:cubicBezTo>
                  <a:pt x="77427" y="5050"/>
                  <a:pt x="77464" y="5050"/>
                  <a:pt x="77500" y="5050"/>
                </a:cubicBezTo>
                <a:cubicBezTo>
                  <a:pt x="77500" y="4975"/>
                  <a:pt x="77537" y="4975"/>
                  <a:pt x="77537" y="4975"/>
                </a:cubicBezTo>
                <a:cubicBezTo>
                  <a:pt x="77574" y="4900"/>
                  <a:pt x="77604" y="4900"/>
                  <a:pt x="77604" y="4900"/>
                </a:cubicBezTo>
                <a:cubicBezTo>
                  <a:pt x="77641" y="4837"/>
                  <a:pt x="77641" y="4749"/>
                  <a:pt x="77641" y="4749"/>
                </a:cubicBezTo>
                <a:cubicBezTo>
                  <a:pt x="77678" y="4687"/>
                  <a:pt x="77678" y="4612"/>
                  <a:pt x="77715" y="4612"/>
                </a:cubicBezTo>
                <a:cubicBezTo>
                  <a:pt x="77715" y="4536"/>
                  <a:pt x="77751" y="4612"/>
                  <a:pt x="77788" y="4536"/>
                </a:cubicBezTo>
                <a:cubicBezTo>
                  <a:pt x="77788" y="4536"/>
                  <a:pt x="77825" y="4536"/>
                  <a:pt x="77862" y="4461"/>
                </a:cubicBezTo>
                <a:cubicBezTo>
                  <a:pt x="77862" y="4461"/>
                  <a:pt x="77898" y="4461"/>
                  <a:pt x="77935" y="4386"/>
                </a:cubicBezTo>
                <a:cubicBezTo>
                  <a:pt x="77972" y="4386"/>
                  <a:pt x="78009" y="4386"/>
                  <a:pt x="78045" y="4311"/>
                </a:cubicBezTo>
                <a:cubicBezTo>
                  <a:pt x="78045" y="4236"/>
                  <a:pt x="78045" y="4236"/>
                  <a:pt x="78045" y="4236"/>
                </a:cubicBezTo>
                <a:cubicBezTo>
                  <a:pt x="78009" y="4160"/>
                  <a:pt x="78009" y="4160"/>
                  <a:pt x="77972" y="4160"/>
                </a:cubicBezTo>
                <a:cubicBezTo>
                  <a:pt x="77898" y="4160"/>
                  <a:pt x="77898" y="4160"/>
                  <a:pt x="77898" y="4160"/>
                </a:cubicBezTo>
                <a:cubicBezTo>
                  <a:pt x="77898" y="4160"/>
                  <a:pt x="77862" y="4085"/>
                  <a:pt x="77825" y="4085"/>
                </a:cubicBezTo>
                <a:cubicBezTo>
                  <a:pt x="77788" y="4085"/>
                  <a:pt x="77751" y="4085"/>
                  <a:pt x="77715" y="4085"/>
                </a:cubicBezTo>
                <a:cubicBezTo>
                  <a:pt x="77678" y="4085"/>
                  <a:pt x="77641" y="4085"/>
                  <a:pt x="77604" y="4085"/>
                </a:cubicBezTo>
                <a:cubicBezTo>
                  <a:pt x="77604" y="4085"/>
                  <a:pt x="77574" y="4085"/>
                  <a:pt x="77537" y="4160"/>
                </a:cubicBezTo>
                <a:cubicBezTo>
                  <a:pt x="77537" y="4160"/>
                  <a:pt x="77574" y="4236"/>
                  <a:pt x="77537" y="4236"/>
                </a:cubicBezTo>
                <a:cubicBezTo>
                  <a:pt x="77500" y="4311"/>
                  <a:pt x="77500" y="4236"/>
                  <a:pt x="77464" y="4236"/>
                </a:cubicBezTo>
                <a:cubicBezTo>
                  <a:pt x="77390" y="4311"/>
                  <a:pt x="77316" y="4236"/>
                  <a:pt x="77243" y="4236"/>
                </a:cubicBezTo>
                <a:cubicBezTo>
                  <a:pt x="77243" y="4311"/>
                  <a:pt x="77206" y="4311"/>
                  <a:pt x="77169" y="4311"/>
                </a:cubicBezTo>
                <a:cubicBezTo>
                  <a:pt x="77169" y="4311"/>
                  <a:pt x="77133" y="4386"/>
                  <a:pt x="77096" y="4386"/>
                </a:cubicBezTo>
                <a:cubicBezTo>
                  <a:pt x="77096" y="4461"/>
                  <a:pt x="77059" y="4536"/>
                  <a:pt x="77059" y="4536"/>
                </a:cubicBezTo>
                <a:cubicBezTo>
                  <a:pt x="77029" y="4536"/>
                  <a:pt x="76992" y="4461"/>
                  <a:pt x="76955" y="4461"/>
                </a:cubicBezTo>
                <a:close/>
                <a:moveTo>
                  <a:pt x="76116" y="4461"/>
                </a:moveTo>
                <a:lnTo>
                  <a:pt x="76116" y="4461"/>
                </a:lnTo>
                <a:cubicBezTo>
                  <a:pt x="76116" y="4536"/>
                  <a:pt x="76116" y="4536"/>
                  <a:pt x="76116" y="4612"/>
                </a:cubicBezTo>
                <a:cubicBezTo>
                  <a:pt x="76079" y="4612"/>
                  <a:pt x="76116" y="4687"/>
                  <a:pt x="76116" y="4749"/>
                </a:cubicBezTo>
                <a:cubicBezTo>
                  <a:pt x="76079" y="4749"/>
                  <a:pt x="76042" y="4749"/>
                  <a:pt x="76042" y="4749"/>
                </a:cubicBezTo>
                <a:cubicBezTo>
                  <a:pt x="75975" y="4837"/>
                  <a:pt x="75938" y="4900"/>
                  <a:pt x="75901" y="4975"/>
                </a:cubicBezTo>
                <a:cubicBezTo>
                  <a:pt x="75865" y="4975"/>
                  <a:pt x="75865" y="5050"/>
                  <a:pt x="75865" y="5125"/>
                </a:cubicBezTo>
                <a:cubicBezTo>
                  <a:pt x="75938" y="5201"/>
                  <a:pt x="75938" y="5201"/>
                  <a:pt x="75938" y="5201"/>
                </a:cubicBezTo>
                <a:cubicBezTo>
                  <a:pt x="75938" y="5201"/>
                  <a:pt x="75975" y="5276"/>
                  <a:pt x="76012" y="5276"/>
                </a:cubicBezTo>
                <a:cubicBezTo>
                  <a:pt x="76042" y="5276"/>
                  <a:pt x="76042" y="5276"/>
                  <a:pt x="76116" y="5276"/>
                </a:cubicBezTo>
                <a:lnTo>
                  <a:pt x="76116" y="5276"/>
                </a:lnTo>
                <a:cubicBezTo>
                  <a:pt x="76153" y="5276"/>
                  <a:pt x="76189" y="5201"/>
                  <a:pt x="76189" y="5201"/>
                </a:cubicBezTo>
                <a:cubicBezTo>
                  <a:pt x="76226" y="5201"/>
                  <a:pt x="76263" y="5201"/>
                  <a:pt x="76300" y="5201"/>
                </a:cubicBezTo>
                <a:cubicBezTo>
                  <a:pt x="76410" y="5201"/>
                  <a:pt x="76410" y="5201"/>
                  <a:pt x="76410" y="5201"/>
                </a:cubicBezTo>
                <a:cubicBezTo>
                  <a:pt x="76447" y="5201"/>
                  <a:pt x="76483" y="5201"/>
                  <a:pt x="76520" y="5201"/>
                </a:cubicBezTo>
                <a:cubicBezTo>
                  <a:pt x="76588" y="5276"/>
                  <a:pt x="76661" y="5276"/>
                  <a:pt x="76771" y="5201"/>
                </a:cubicBezTo>
                <a:cubicBezTo>
                  <a:pt x="76808" y="5201"/>
                  <a:pt x="76808" y="5201"/>
                  <a:pt x="76845" y="5201"/>
                </a:cubicBezTo>
                <a:cubicBezTo>
                  <a:pt x="76808" y="5125"/>
                  <a:pt x="76771" y="5050"/>
                  <a:pt x="76771" y="5050"/>
                </a:cubicBezTo>
                <a:cubicBezTo>
                  <a:pt x="76735" y="4975"/>
                  <a:pt x="76735" y="4975"/>
                  <a:pt x="76698" y="4900"/>
                </a:cubicBezTo>
                <a:cubicBezTo>
                  <a:pt x="76698" y="4837"/>
                  <a:pt x="76735" y="4749"/>
                  <a:pt x="76698" y="4749"/>
                </a:cubicBezTo>
                <a:cubicBezTo>
                  <a:pt x="76698" y="4612"/>
                  <a:pt x="76624" y="4536"/>
                  <a:pt x="76624" y="4461"/>
                </a:cubicBezTo>
                <a:cubicBezTo>
                  <a:pt x="76624" y="4386"/>
                  <a:pt x="76624" y="4236"/>
                  <a:pt x="76624" y="4160"/>
                </a:cubicBezTo>
                <a:cubicBezTo>
                  <a:pt x="76520" y="4160"/>
                  <a:pt x="76520" y="4160"/>
                  <a:pt x="76520" y="4160"/>
                </a:cubicBezTo>
                <a:cubicBezTo>
                  <a:pt x="76483" y="4160"/>
                  <a:pt x="76483" y="4160"/>
                  <a:pt x="76447" y="4160"/>
                </a:cubicBezTo>
                <a:cubicBezTo>
                  <a:pt x="76410" y="4236"/>
                  <a:pt x="76410" y="4236"/>
                  <a:pt x="76410" y="4311"/>
                </a:cubicBezTo>
                <a:cubicBezTo>
                  <a:pt x="76373" y="4386"/>
                  <a:pt x="76373" y="4386"/>
                  <a:pt x="76336" y="4461"/>
                </a:cubicBezTo>
                <a:cubicBezTo>
                  <a:pt x="76300" y="4461"/>
                  <a:pt x="76263" y="4461"/>
                  <a:pt x="76263" y="4461"/>
                </a:cubicBezTo>
                <a:cubicBezTo>
                  <a:pt x="76226" y="4536"/>
                  <a:pt x="76226" y="4536"/>
                  <a:pt x="76189" y="4536"/>
                </a:cubicBezTo>
                <a:lnTo>
                  <a:pt x="76116" y="4461"/>
                </a:lnTo>
                <a:close/>
                <a:moveTo>
                  <a:pt x="75975" y="5727"/>
                </a:moveTo>
                <a:lnTo>
                  <a:pt x="75975" y="5727"/>
                </a:lnTo>
                <a:cubicBezTo>
                  <a:pt x="75938" y="5727"/>
                  <a:pt x="75938" y="5802"/>
                  <a:pt x="75901" y="5802"/>
                </a:cubicBezTo>
                <a:cubicBezTo>
                  <a:pt x="75828" y="5802"/>
                  <a:pt x="75828" y="5802"/>
                  <a:pt x="75828" y="5802"/>
                </a:cubicBezTo>
                <a:cubicBezTo>
                  <a:pt x="75791" y="5802"/>
                  <a:pt x="75791" y="5865"/>
                  <a:pt x="75754" y="5865"/>
                </a:cubicBezTo>
                <a:cubicBezTo>
                  <a:pt x="75681" y="5865"/>
                  <a:pt x="75681" y="5865"/>
                  <a:pt x="75681" y="5865"/>
                </a:cubicBezTo>
                <a:cubicBezTo>
                  <a:pt x="75718" y="5865"/>
                  <a:pt x="75681" y="5940"/>
                  <a:pt x="75681" y="6015"/>
                </a:cubicBezTo>
                <a:cubicBezTo>
                  <a:pt x="75718" y="6015"/>
                  <a:pt x="75718" y="6090"/>
                  <a:pt x="75718" y="6166"/>
                </a:cubicBezTo>
                <a:cubicBezTo>
                  <a:pt x="75754" y="6166"/>
                  <a:pt x="75791" y="6166"/>
                  <a:pt x="75828" y="6166"/>
                </a:cubicBezTo>
                <a:cubicBezTo>
                  <a:pt x="75828" y="6166"/>
                  <a:pt x="75865" y="6166"/>
                  <a:pt x="75901" y="6166"/>
                </a:cubicBezTo>
                <a:cubicBezTo>
                  <a:pt x="75901" y="6090"/>
                  <a:pt x="75938" y="6090"/>
                  <a:pt x="75975" y="6090"/>
                </a:cubicBezTo>
                <a:cubicBezTo>
                  <a:pt x="76012" y="6015"/>
                  <a:pt x="76042" y="6015"/>
                  <a:pt x="76116" y="6015"/>
                </a:cubicBezTo>
                <a:cubicBezTo>
                  <a:pt x="76079" y="5940"/>
                  <a:pt x="76116" y="5865"/>
                  <a:pt x="76116" y="5865"/>
                </a:cubicBezTo>
                <a:cubicBezTo>
                  <a:pt x="76079" y="5802"/>
                  <a:pt x="76042" y="5802"/>
                  <a:pt x="76042" y="5727"/>
                </a:cubicBezTo>
                <a:cubicBezTo>
                  <a:pt x="76012" y="5727"/>
                  <a:pt x="76012" y="5727"/>
                  <a:pt x="75975" y="5727"/>
                </a:cubicBezTo>
                <a:close/>
                <a:moveTo>
                  <a:pt x="74738" y="5501"/>
                </a:moveTo>
                <a:lnTo>
                  <a:pt x="74738" y="5501"/>
                </a:lnTo>
                <a:cubicBezTo>
                  <a:pt x="74738" y="5940"/>
                  <a:pt x="74738" y="5940"/>
                  <a:pt x="74738" y="5940"/>
                </a:cubicBezTo>
                <a:cubicBezTo>
                  <a:pt x="75062" y="5940"/>
                  <a:pt x="75062" y="5940"/>
                  <a:pt x="75062" y="5940"/>
                </a:cubicBezTo>
                <a:cubicBezTo>
                  <a:pt x="75099" y="5865"/>
                  <a:pt x="75136" y="5865"/>
                  <a:pt x="75136" y="5802"/>
                </a:cubicBezTo>
                <a:cubicBezTo>
                  <a:pt x="75136" y="5802"/>
                  <a:pt x="75136" y="5727"/>
                  <a:pt x="75136" y="5652"/>
                </a:cubicBezTo>
                <a:cubicBezTo>
                  <a:pt x="75136" y="5652"/>
                  <a:pt x="75173" y="5652"/>
                  <a:pt x="75173" y="5577"/>
                </a:cubicBezTo>
                <a:cubicBezTo>
                  <a:pt x="75173" y="5727"/>
                  <a:pt x="75173" y="5865"/>
                  <a:pt x="75209" y="5940"/>
                </a:cubicBezTo>
                <a:cubicBezTo>
                  <a:pt x="75246" y="6015"/>
                  <a:pt x="75283" y="6015"/>
                  <a:pt x="75320" y="6015"/>
                </a:cubicBezTo>
                <a:cubicBezTo>
                  <a:pt x="75356" y="6015"/>
                  <a:pt x="75356" y="5940"/>
                  <a:pt x="75393" y="5940"/>
                </a:cubicBezTo>
                <a:cubicBezTo>
                  <a:pt x="75430" y="5940"/>
                  <a:pt x="75430" y="5940"/>
                  <a:pt x="75467" y="5940"/>
                </a:cubicBezTo>
                <a:cubicBezTo>
                  <a:pt x="75467" y="5802"/>
                  <a:pt x="75467" y="5727"/>
                  <a:pt x="75467" y="5501"/>
                </a:cubicBezTo>
                <a:cubicBezTo>
                  <a:pt x="75754" y="5501"/>
                  <a:pt x="75754" y="5501"/>
                  <a:pt x="75754" y="5501"/>
                </a:cubicBezTo>
                <a:cubicBezTo>
                  <a:pt x="75754" y="5351"/>
                  <a:pt x="75754" y="5351"/>
                  <a:pt x="75754" y="5351"/>
                </a:cubicBezTo>
                <a:cubicBezTo>
                  <a:pt x="75754" y="5351"/>
                  <a:pt x="75754" y="5276"/>
                  <a:pt x="75754" y="5201"/>
                </a:cubicBezTo>
                <a:cubicBezTo>
                  <a:pt x="75246" y="5201"/>
                  <a:pt x="75246" y="5201"/>
                  <a:pt x="75246" y="5201"/>
                </a:cubicBezTo>
                <a:cubicBezTo>
                  <a:pt x="75173" y="5201"/>
                  <a:pt x="75136" y="5276"/>
                  <a:pt x="75099" y="5351"/>
                </a:cubicBezTo>
                <a:cubicBezTo>
                  <a:pt x="75062" y="5351"/>
                  <a:pt x="75026" y="5426"/>
                  <a:pt x="74995" y="5426"/>
                </a:cubicBezTo>
                <a:cubicBezTo>
                  <a:pt x="74958" y="5426"/>
                  <a:pt x="74958" y="5501"/>
                  <a:pt x="74921" y="5501"/>
                </a:cubicBezTo>
                <a:cubicBezTo>
                  <a:pt x="74885" y="5577"/>
                  <a:pt x="74811" y="5577"/>
                  <a:pt x="74738" y="5652"/>
                </a:cubicBezTo>
                <a:lnTo>
                  <a:pt x="74738" y="5501"/>
                </a:lnTo>
                <a:close/>
                <a:moveTo>
                  <a:pt x="73758" y="5577"/>
                </a:moveTo>
                <a:lnTo>
                  <a:pt x="73758" y="5577"/>
                </a:lnTo>
                <a:cubicBezTo>
                  <a:pt x="73758" y="5577"/>
                  <a:pt x="73831" y="5577"/>
                  <a:pt x="73831" y="5501"/>
                </a:cubicBezTo>
                <a:cubicBezTo>
                  <a:pt x="73831" y="5501"/>
                  <a:pt x="73831" y="5426"/>
                  <a:pt x="73831" y="5351"/>
                </a:cubicBezTo>
                <a:cubicBezTo>
                  <a:pt x="73831" y="5351"/>
                  <a:pt x="73831" y="5276"/>
                  <a:pt x="73868" y="5201"/>
                </a:cubicBezTo>
                <a:cubicBezTo>
                  <a:pt x="73905" y="5201"/>
                  <a:pt x="73941" y="5276"/>
                  <a:pt x="74009" y="5201"/>
                </a:cubicBezTo>
                <a:cubicBezTo>
                  <a:pt x="74009" y="5201"/>
                  <a:pt x="74045" y="5201"/>
                  <a:pt x="74082" y="5201"/>
                </a:cubicBezTo>
                <a:cubicBezTo>
                  <a:pt x="74119" y="5201"/>
                  <a:pt x="74119" y="5125"/>
                  <a:pt x="74156" y="5125"/>
                </a:cubicBezTo>
                <a:cubicBezTo>
                  <a:pt x="74192" y="5050"/>
                  <a:pt x="74229" y="5125"/>
                  <a:pt x="74266" y="5125"/>
                </a:cubicBezTo>
                <a:cubicBezTo>
                  <a:pt x="74303" y="5050"/>
                  <a:pt x="74339" y="4975"/>
                  <a:pt x="74339" y="4975"/>
                </a:cubicBezTo>
                <a:cubicBezTo>
                  <a:pt x="74376" y="4975"/>
                  <a:pt x="74413" y="4975"/>
                  <a:pt x="74413" y="4975"/>
                </a:cubicBezTo>
                <a:cubicBezTo>
                  <a:pt x="74480" y="4975"/>
                  <a:pt x="74523" y="4975"/>
                  <a:pt x="74554" y="4975"/>
                </a:cubicBezTo>
                <a:cubicBezTo>
                  <a:pt x="74591" y="4975"/>
                  <a:pt x="74591" y="4900"/>
                  <a:pt x="74627" y="4900"/>
                </a:cubicBezTo>
                <a:cubicBezTo>
                  <a:pt x="74664" y="4900"/>
                  <a:pt x="74627" y="4749"/>
                  <a:pt x="74664" y="4749"/>
                </a:cubicBezTo>
                <a:cubicBezTo>
                  <a:pt x="74738" y="4749"/>
                  <a:pt x="74738" y="4837"/>
                  <a:pt x="74811" y="4900"/>
                </a:cubicBezTo>
                <a:cubicBezTo>
                  <a:pt x="74811" y="4900"/>
                  <a:pt x="74848" y="4900"/>
                  <a:pt x="74885" y="4900"/>
                </a:cubicBezTo>
                <a:cubicBezTo>
                  <a:pt x="74921" y="4900"/>
                  <a:pt x="74921" y="4975"/>
                  <a:pt x="74958" y="4975"/>
                </a:cubicBezTo>
                <a:cubicBezTo>
                  <a:pt x="75099" y="4975"/>
                  <a:pt x="75099" y="4975"/>
                  <a:pt x="75099" y="4975"/>
                </a:cubicBezTo>
                <a:cubicBezTo>
                  <a:pt x="75099" y="4900"/>
                  <a:pt x="75099" y="4837"/>
                  <a:pt x="75099" y="4837"/>
                </a:cubicBezTo>
                <a:cubicBezTo>
                  <a:pt x="75099" y="4687"/>
                  <a:pt x="75062" y="4612"/>
                  <a:pt x="75062" y="4536"/>
                </a:cubicBezTo>
                <a:cubicBezTo>
                  <a:pt x="75062" y="4386"/>
                  <a:pt x="75136" y="4311"/>
                  <a:pt x="75173" y="4311"/>
                </a:cubicBezTo>
                <a:cubicBezTo>
                  <a:pt x="75246" y="4311"/>
                  <a:pt x="75246" y="4386"/>
                  <a:pt x="75283" y="4386"/>
                </a:cubicBezTo>
                <a:cubicBezTo>
                  <a:pt x="75320" y="4461"/>
                  <a:pt x="75356" y="4461"/>
                  <a:pt x="75356" y="4461"/>
                </a:cubicBezTo>
                <a:cubicBezTo>
                  <a:pt x="75393" y="4461"/>
                  <a:pt x="75393" y="4536"/>
                  <a:pt x="75393" y="4612"/>
                </a:cubicBezTo>
                <a:cubicBezTo>
                  <a:pt x="75467" y="4687"/>
                  <a:pt x="75497" y="4749"/>
                  <a:pt x="75571" y="4749"/>
                </a:cubicBezTo>
                <a:cubicBezTo>
                  <a:pt x="75644" y="4749"/>
                  <a:pt x="75681" y="4687"/>
                  <a:pt x="75754" y="4687"/>
                </a:cubicBezTo>
                <a:cubicBezTo>
                  <a:pt x="75754" y="4612"/>
                  <a:pt x="75791" y="4612"/>
                  <a:pt x="75791" y="4536"/>
                </a:cubicBezTo>
                <a:cubicBezTo>
                  <a:pt x="75791" y="4461"/>
                  <a:pt x="75754" y="4461"/>
                  <a:pt x="75754" y="4386"/>
                </a:cubicBezTo>
                <a:cubicBezTo>
                  <a:pt x="75754" y="4236"/>
                  <a:pt x="75754" y="4236"/>
                  <a:pt x="75754" y="4236"/>
                </a:cubicBezTo>
                <a:cubicBezTo>
                  <a:pt x="75718" y="4236"/>
                  <a:pt x="75681" y="4160"/>
                  <a:pt x="75607" y="4236"/>
                </a:cubicBezTo>
                <a:cubicBezTo>
                  <a:pt x="75571" y="4236"/>
                  <a:pt x="75571" y="4236"/>
                  <a:pt x="75540" y="4236"/>
                </a:cubicBezTo>
                <a:cubicBezTo>
                  <a:pt x="75497" y="4236"/>
                  <a:pt x="75467" y="4236"/>
                  <a:pt x="75393" y="4236"/>
                </a:cubicBezTo>
                <a:cubicBezTo>
                  <a:pt x="75393" y="4236"/>
                  <a:pt x="75356" y="4236"/>
                  <a:pt x="75320" y="4236"/>
                </a:cubicBezTo>
                <a:cubicBezTo>
                  <a:pt x="75356" y="4085"/>
                  <a:pt x="75356" y="4085"/>
                  <a:pt x="75393" y="4010"/>
                </a:cubicBezTo>
                <a:cubicBezTo>
                  <a:pt x="75430" y="3935"/>
                  <a:pt x="75467" y="3935"/>
                  <a:pt x="75497" y="3860"/>
                </a:cubicBezTo>
                <a:cubicBezTo>
                  <a:pt x="75540" y="3784"/>
                  <a:pt x="75540" y="3722"/>
                  <a:pt x="75571" y="3646"/>
                </a:cubicBezTo>
                <a:cubicBezTo>
                  <a:pt x="75540" y="3496"/>
                  <a:pt x="75540" y="3496"/>
                  <a:pt x="75540" y="3496"/>
                </a:cubicBezTo>
                <a:cubicBezTo>
                  <a:pt x="75497" y="3496"/>
                  <a:pt x="75497" y="3496"/>
                  <a:pt x="75467" y="3496"/>
                </a:cubicBezTo>
                <a:cubicBezTo>
                  <a:pt x="75430" y="3496"/>
                  <a:pt x="75430" y="3571"/>
                  <a:pt x="75393" y="3571"/>
                </a:cubicBezTo>
                <a:cubicBezTo>
                  <a:pt x="75356" y="3571"/>
                  <a:pt x="75320" y="3571"/>
                  <a:pt x="75320" y="3571"/>
                </a:cubicBezTo>
                <a:cubicBezTo>
                  <a:pt x="75246" y="3571"/>
                  <a:pt x="75246" y="3571"/>
                  <a:pt x="75246" y="3571"/>
                </a:cubicBezTo>
                <a:cubicBezTo>
                  <a:pt x="75209" y="3571"/>
                  <a:pt x="75209" y="3646"/>
                  <a:pt x="75173" y="3646"/>
                </a:cubicBezTo>
                <a:cubicBezTo>
                  <a:pt x="75136" y="3646"/>
                  <a:pt x="75099" y="3646"/>
                  <a:pt x="75099" y="3646"/>
                </a:cubicBezTo>
                <a:cubicBezTo>
                  <a:pt x="75062" y="3722"/>
                  <a:pt x="75026" y="3722"/>
                  <a:pt x="75026" y="3784"/>
                </a:cubicBezTo>
                <a:cubicBezTo>
                  <a:pt x="75026" y="3784"/>
                  <a:pt x="75026" y="3860"/>
                  <a:pt x="75026" y="3935"/>
                </a:cubicBezTo>
                <a:cubicBezTo>
                  <a:pt x="75026" y="3935"/>
                  <a:pt x="75026" y="4010"/>
                  <a:pt x="75026" y="4085"/>
                </a:cubicBezTo>
                <a:cubicBezTo>
                  <a:pt x="75026" y="4160"/>
                  <a:pt x="75026" y="4160"/>
                  <a:pt x="75026" y="4236"/>
                </a:cubicBezTo>
                <a:cubicBezTo>
                  <a:pt x="74958" y="4236"/>
                  <a:pt x="74921" y="4236"/>
                  <a:pt x="74848" y="4236"/>
                </a:cubicBezTo>
                <a:cubicBezTo>
                  <a:pt x="74848" y="4236"/>
                  <a:pt x="74811" y="4236"/>
                  <a:pt x="74774" y="4236"/>
                </a:cubicBezTo>
                <a:cubicBezTo>
                  <a:pt x="74701" y="4236"/>
                  <a:pt x="74701" y="4236"/>
                  <a:pt x="74701" y="4236"/>
                </a:cubicBezTo>
                <a:cubicBezTo>
                  <a:pt x="74627" y="4236"/>
                  <a:pt x="74627" y="4236"/>
                  <a:pt x="74627" y="4236"/>
                </a:cubicBezTo>
                <a:cubicBezTo>
                  <a:pt x="74591" y="4236"/>
                  <a:pt x="74554" y="4160"/>
                  <a:pt x="74554" y="4236"/>
                </a:cubicBezTo>
                <a:cubicBezTo>
                  <a:pt x="74523" y="4236"/>
                  <a:pt x="74480" y="4236"/>
                  <a:pt x="74480" y="4311"/>
                </a:cubicBezTo>
                <a:cubicBezTo>
                  <a:pt x="74480" y="4386"/>
                  <a:pt x="74523" y="4461"/>
                  <a:pt x="74523" y="4461"/>
                </a:cubicBezTo>
                <a:cubicBezTo>
                  <a:pt x="74480" y="4536"/>
                  <a:pt x="74450" y="4536"/>
                  <a:pt x="74450" y="4536"/>
                </a:cubicBezTo>
                <a:cubicBezTo>
                  <a:pt x="74450" y="4612"/>
                  <a:pt x="74480" y="4612"/>
                  <a:pt x="74480" y="4687"/>
                </a:cubicBezTo>
                <a:cubicBezTo>
                  <a:pt x="74480" y="4975"/>
                  <a:pt x="74480" y="4975"/>
                  <a:pt x="74480" y="4975"/>
                </a:cubicBezTo>
                <a:cubicBezTo>
                  <a:pt x="74376" y="4975"/>
                  <a:pt x="74303" y="4975"/>
                  <a:pt x="74192" y="4975"/>
                </a:cubicBezTo>
                <a:cubicBezTo>
                  <a:pt x="74156" y="4975"/>
                  <a:pt x="74119" y="4975"/>
                  <a:pt x="74119" y="5050"/>
                </a:cubicBezTo>
                <a:cubicBezTo>
                  <a:pt x="74082" y="5050"/>
                  <a:pt x="74045" y="5050"/>
                  <a:pt x="74045" y="5050"/>
                </a:cubicBezTo>
                <a:cubicBezTo>
                  <a:pt x="74009" y="5050"/>
                  <a:pt x="74009" y="5125"/>
                  <a:pt x="73978" y="5125"/>
                </a:cubicBezTo>
                <a:cubicBezTo>
                  <a:pt x="73941" y="5125"/>
                  <a:pt x="73905" y="5125"/>
                  <a:pt x="73905" y="5125"/>
                </a:cubicBezTo>
                <a:cubicBezTo>
                  <a:pt x="73868" y="5125"/>
                  <a:pt x="73868" y="5201"/>
                  <a:pt x="73831" y="5201"/>
                </a:cubicBezTo>
                <a:cubicBezTo>
                  <a:pt x="73794" y="5201"/>
                  <a:pt x="73794" y="5276"/>
                  <a:pt x="73758" y="5351"/>
                </a:cubicBezTo>
                <a:cubicBezTo>
                  <a:pt x="73684" y="5501"/>
                  <a:pt x="73684" y="5501"/>
                  <a:pt x="73684" y="5501"/>
                </a:cubicBezTo>
                <a:lnTo>
                  <a:pt x="73758" y="5577"/>
                </a:lnTo>
                <a:close/>
                <a:moveTo>
                  <a:pt x="72343" y="4612"/>
                </a:moveTo>
                <a:lnTo>
                  <a:pt x="72343" y="4612"/>
                </a:lnTo>
                <a:cubicBezTo>
                  <a:pt x="72306" y="4612"/>
                  <a:pt x="72269" y="4612"/>
                  <a:pt x="72232" y="4612"/>
                </a:cubicBezTo>
                <a:cubicBezTo>
                  <a:pt x="72196" y="4612"/>
                  <a:pt x="72159" y="4687"/>
                  <a:pt x="72159" y="4687"/>
                </a:cubicBezTo>
                <a:cubicBezTo>
                  <a:pt x="72122" y="4749"/>
                  <a:pt x="72122" y="4749"/>
                  <a:pt x="72085" y="4749"/>
                </a:cubicBezTo>
                <a:cubicBezTo>
                  <a:pt x="72049" y="4749"/>
                  <a:pt x="72049" y="4749"/>
                  <a:pt x="72049" y="4749"/>
                </a:cubicBezTo>
                <a:cubicBezTo>
                  <a:pt x="72012" y="4749"/>
                  <a:pt x="71975" y="4749"/>
                  <a:pt x="71944" y="4749"/>
                </a:cubicBezTo>
                <a:cubicBezTo>
                  <a:pt x="71908" y="4749"/>
                  <a:pt x="71908" y="4687"/>
                  <a:pt x="71871" y="4687"/>
                </a:cubicBezTo>
                <a:cubicBezTo>
                  <a:pt x="71834" y="4687"/>
                  <a:pt x="71797" y="4687"/>
                  <a:pt x="71797" y="4612"/>
                </a:cubicBezTo>
                <a:cubicBezTo>
                  <a:pt x="71761" y="4687"/>
                  <a:pt x="71761" y="4749"/>
                  <a:pt x="71724" y="4837"/>
                </a:cubicBezTo>
                <a:lnTo>
                  <a:pt x="71724" y="4975"/>
                </a:lnTo>
                <a:cubicBezTo>
                  <a:pt x="71687" y="4975"/>
                  <a:pt x="71687" y="5050"/>
                  <a:pt x="71650" y="5050"/>
                </a:cubicBezTo>
                <a:cubicBezTo>
                  <a:pt x="71614" y="5050"/>
                  <a:pt x="71614" y="4900"/>
                  <a:pt x="71577" y="4900"/>
                </a:cubicBezTo>
                <a:cubicBezTo>
                  <a:pt x="71540" y="4900"/>
                  <a:pt x="71540" y="4900"/>
                  <a:pt x="71503" y="4900"/>
                </a:cubicBezTo>
                <a:cubicBezTo>
                  <a:pt x="71430" y="4837"/>
                  <a:pt x="71399" y="4837"/>
                  <a:pt x="71362" y="4837"/>
                </a:cubicBezTo>
                <a:cubicBezTo>
                  <a:pt x="71215" y="4837"/>
                  <a:pt x="71215" y="4837"/>
                  <a:pt x="71215" y="4837"/>
                </a:cubicBezTo>
                <a:cubicBezTo>
                  <a:pt x="71215" y="4900"/>
                  <a:pt x="71215" y="5050"/>
                  <a:pt x="71252" y="5125"/>
                </a:cubicBezTo>
                <a:cubicBezTo>
                  <a:pt x="71289" y="5276"/>
                  <a:pt x="71326" y="5351"/>
                  <a:pt x="71399" y="5351"/>
                </a:cubicBezTo>
                <a:cubicBezTo>
                  <a:pt x="71473" y="5351"/>
                  <a:pt x="71473" y="5276"/>
                  <a:pt x="71540" y="5201"/>
                </a:cubicBezTo>
                <a:cubicBezTo>
                  <a:pt x="71540" y="5201"/>
                  <a:pt x="71577" y="5201"/>
                  <a:pt x="71614" y="5201"/>
                </a:cubicBezTo>
                <a:cubicBezTo>
                  <a:pt x="71650" y="5201"/>
                  <a:pt x="71650" y="5125"/>
                  <a:pt x="71687" y="5125"/>
                </a:cubicBezTo>
                <a:cubicBezTo>
                  <a:pt x="71724" y="5125"/>
                  <a:pt x="71724" y="5050"/>
                  <a:pt x="71761" y="5050"/>
                </a:cubicBezTo>
                <a:cubicBezTo>
                  <a:pt x="71834" y="5050"/>
                  <a:pt x="71871" y="5050"/>
                  <a:pt x="71908" y="5050"/>
                </a:cubicBezTo>
                <a:cubicBezTo>
                  <a:pt x="71975" y="5050"/>
                  <a:pt x="71975" y="5050"/>
                  <a:pt x="72049" y="5050"/>
                </a:cubicBezTo>
                <a:cubicBezTo>
                  <a:pt x="72085" y="5050"/>
                  <a:pt x="72085" y="5125"/>
                  <a:pt x="72122" y="5125"/>
                </a:cubicBezTo>
                <a:cubicBezTo>
                  <a:pt x="72122" y="5125"/>
                  <a:pt x="72159" y="5050"/>
                  <a:pt x="72196" y="5050"/>
                </a:cubicBezTo>
                <a:cubicBezTo>
                  <a:pt x="72196" y="5276"/>
                  <a:pt x="72196" y="5276"/>
                  <a:pt x="72196" y="5276"/>
                </a:cubicBezTo>
                <a:cubicBezTo>
                  <a:pt x="72159" y="5351"/>
                  <a:pt x="72159" y="5426"/>
                  <a:pt x="72122" y="5426"/>
                </a:cubicBezTo>
                <a:cubicBezTo>
                  <a:pt x="72085" y="5426"/>
                  <a:pt x="72049" y="5426"/>
                  <a:pt x="71975" y="5426"/>
                </a:cubicBezTo>
                <a:cubicBezTo>
                  <a:pt x="71975" y="5727"/>
                  <a:pt x="71975" y="5727"/>
                  <a:pt x="71975" y="5727"/>
                </a:cubicBezTo>
                <a:cubicBezTo>
                  <a:pt x="71975" y="5802"/>
                  <a:pt x="71975" y="5802"/>
                  <a:pt x="72012" y="5865"/>
                </a:cubicBezTo>
                <a:cubicBezTo>
                  <a:pt x="72049" y="5940"/>
                  <a:pt x="72049" y="5940"/>
                  <a:pt x="72085" y="6015"/>
                </a:cubicBezTo>
                <a:cubicBezTo>
                  <a:pt x="72159" y="6090"/>
                  <a:pt x="72159" y="6090"/>
                  <a:pt x="72159" y="6090"/>
                </a:cubicBezTo>
                <a:cubicBezTo>
                  <a:pt x="72232" y="6166"/>
                  <a:pt x="72269" y="6166"/>
                  <a:pt x="72379" y="6166"/>
                </a:cubicBezTo>
                <a:cubicBezTo>
                  <a:pt x="72416" y="6166"/>
                  <a:pt x="72447" y="6166"/>
                  <a:pt x="72490" y="6166"/>
                </a:cubicBezTo>
                <a:cubicBezTo>
                  <a:pt x="72520" y="6090"/>
                  <a:pt x="72557" y="6090"/>
                  <a:pt x="72557" y="6015"/>
                </a:cubicBezTo>
                <a:cubicBezTo>
                  <a:pt x="72594" y="5940"/>
                  <a:pt x="72630" y="5865"/>
                  <a:pt x="72630" y="5802"/>
                </a:cubicBezTo>
                <a:cubicBezTo>
                  <a:pt x="72630" y="5727"/>
                  <a:pt x="72594" y="5652"/>
                  <a:pt x="72594" y="5501"/>
                </a:cubicBezTo>
                <a:cubicBezTo>
                  <a:pt x="72594" y="5351"/>
                  <a:pt x="72594" y="5351"/>
                  <a:pt x="72594" y="5351"/>
                </a:cubicBezTo>
                <a:cubicBezTo>
                  <a:pt x="72667" y="5351"/>
                  <a:pt x="72741" y="5351"/>
                  <a:pt x="72814" y="5351"/>
                </a:cubicBezTo>
                <a:cubicBezTo>
                  <a:pt x="72851" y="5351"/>
                  <a:pt x="72851" y="5351"/>
                  <a:pt x="72888" y="5351"/>
                </a:cubicBezTo>
                <a:cubicBezTo>
                  <a:pt x="72924" y="5351"/>
                  <a:pt x="72924" y="5351"/>
                  <a:pt x="72924" y="5351"/>
                </a:cubicBezTo>
                <a:cubicBezTo>
                  <a:pt x="72961" y="5351"/>
                  <a:pt x="72992" y="5351"/>
                  <a:pt x="73029" y="5351"/>
                </a:cubicBezTo>
                <a:cubicBezTo>
                  <a:pt x="73065" y="5351"/>
                  <a:pt x="73065" y="5276"/>
                  <a:pt x="73102" y="5201"/>
                </a:cubicBezTo>
                <a:cubicBezTo>
                  <a:pt x="73139" y="5201"/>
                  <a:pt x="73139" y="5201"/>
                  <a:pt x="73176" y="5201"/>
                </a:cubicBezTo>
                <a:cubicBezTo>
                  <a:pt x="73212" y="5125"/>
                  <a:pt x="73212" y="5050"/>
                  <a:pt x="73212" y="4975"/>
                </a:cubicBezTo>
                <a:cubicBezTo>
                  <a:pt x="73212" y="4749"/>
                  <a:pt x="73212" y="4749"/>
                  <a:pt x="73212" y="4749"/>
                </a:cubicBezTo>
                <a:cubicBezTo>
                  <a:pt x="73139" y="4687"/>
                  <a:pt x="73102" y="4687"/>
                  <a:pt x="73029" y="4687"/>
                </a:cubicBezTo>
                <a:cubicBezTo>
                  <a:pt x="73029" y="4236"/>
                  <a:pt x="73029" y="4236"/>
                  <a:pt x="73029" y="4236"/>
                </a:cubicBezTo>
                <a:cubicBezTo>
                  <a:pt x="72992" y="4236"/>
                  <a:pt x="72992" y="4236"/>
                  <a:pt x="72961" y="4236"/>
                </a:cubicBezTo>
                <a:cubicBezTo>
                  <a:pt x="72924" y="4236"/>
                  <a:pt x="72924" y="4236"/>
                  <a:pt x="72888" y="4236"/>
                </a:cubicBezTo>
                <a:cubicBezTo>
                  <a:pt x="72814" y="4236"/>
                  <a:pt x="72777" y="4236"/>
                  <a:pt x="72741" y="4236"/>
                </a:cubicBezTo>
                <a:cubicBezTo>
                  <a:pt x="72741" y="4311"/>
                  <a:pt x="72741" y="4386"/>
                  <a:pt x="72741" y="4386"/>
                </a:cubicBezTo>
                <a:cubicBezTo>
                  <a:pt x="72741" y="4461"/>
                  <a:pt x="72704" y="4461"/>
                  <a:pt x="72667" y="4536"/>
                </a:cubicBezTo>
                <a:cubicBezTo>
                  <a:pt x="72667" y="4612"/>
                  <a:pt x="72630" y="4612"/>
                  <a:pt x="72594" y="4687"/>
                </a:cubicBezTo>
                <a:cubicBezTo>
                  <a:pt x="72520" y="4749"/>
                  <a:pt x="72447" y="4612"/>
                  <a:pt x="72343" y="4612"/>
                </a:cubicBezTo>
                <a:close/>
                <a:moveTo>
                  <a:pt x="62352" y="5865"/>
                </a:moveTo>
                <a:lnTo>
                  <a:pt x="62352" y="5865"/>
                </a:lnTo>
                <a:cubicBezTo>
                  <a:pt x="62352" y="5940"/>
                  <a:pt x="62388" y="5865"/>
                  <a:pt x="62425" y="5940"/>
                </a:cubicBezTo>
                <a:cubicBezTo>
                  <a:pt x="62462" y="5940"/>
                  <a:pt x="62462" y="5940"/>
                  <a:pt x="62499" y="6015"/>
                </a:cubicBezTo>
                <a:cubicBezTo>
                  <a:pt x="62572" y="6015"/>
                  <a:pt x="62572" y="6015"/>
                  <a:pt x="62572" y="6015"/>
                </a:cubicBezTo>
                <a:cubicBezTo>
                  <a:pt x="62572" y="6015"/>
                  <a:pt x="62609" y="6015"/>
                  <a:pt x="62646" y="6015"/>
                </a:cubicBezTo>
                <a:cubicBezTo>
                  <a:pt x="62683" y="6015"/>
                  <a:pt x="62683" y="6090"/>
                  <a:pt x="62756" y="6090"/>
                </a:cubicBezTo>
                <a:cubicBezTo>
                  <a:pt x="62787" y="6090"/>
                  <a:pt x="62823" y="6090"/>
                  <a:pt x="62860" y="6090"/>
                </a:cubicBezTo>
                <a:cubicBezTo>
                  <a:pt x="62897" y="6015"/>
                  <a:pt x="62897" y="6015"/>
                  <a:pt x="62934" y="6015"/>
                </a:cubicBezTo>
                <a:cubicBezTo>
                  <a:pt x="63007" y="6015"/>
                  <a:pt x="63007" y="6015"/>
                  <a:pt x="63044" y="6015"/>
                </a:cubicBezTo>
                <a:cubicBezTo>
                  <a:pt x="63081" y="6015"/>
                  <a:pt x="63117" y="6015"/>
                  <a:pt x="63117" y="6090"/>
                </a:cubicBezTo>
                <a:cubicBezTo>
                  <a:pt x="63154" y="6090"/>
                  <a:pt x="63154" y="6090"/>
                  <a:pt x="63191" y="6166"/>
                </a:cubicBezTo>
                <a:cubicBezTo>
                  <a:pt x="63228" y="6166"/>
                  <a:pt x="63191" y="6241"/>
                  <a:pt x="63228" y="6316"/>
                </a:cubicBezTo>
                <a:cubicBezTo>
                  <a:pt x="62683" y="6316"/>
                  <a:pt x="62683" y="6316"/>
                  <a:pt x="62683" y="6316"/>
                </a:cubicBezTo>
                <a:cubicBezTo>
                  <a:pt x="62683" y="6617"/>
                  <a:pt x="62683" y="6617"/>
                  <a:pt x="62683" y="6617"/>
                </a:cubicBezTo>
                <a:cubicBezTo>
                  <a:pt x="62756" y="6692"/>
                  <a:pt x="62787" y="6692"/>
                  <a:pt x="62823" y="6767"/>
                </a:cubicBezTo>
                <a:cubicBezTo>
                  <a:pt x="62897" y="6767"/>
                  <a:pt x="62897" y="6918"/>
                  <a:pt x="62970" y="6918"/>
                </a:cubicBezTo>
                <a:cubicBezTo>
                  <a:pt x="63332" y="6918"/>
                  <a:pt x="63332" y="6918"/>
                  <a:pt x="63332" y="6918"/>
                </a:cubicBezTo>
                <a:cubicBezTo>
                  <a:pt x="63369" y="6918"/>
                  <a:pt x="63405" y="6830"/>
                  <a:pt x="63405" y="6830"/>
                </a:cubicBezTo>
                <a:cubicBezTo>
                  <a:pt x="63479" y="6830"/>
                  <a:pt x="63516" y="6830"/>
                  <a:pt x="63552" y="6918"/>
                </a:cubicBezTo>
                <a:cubicBezTo>
                  <a:pt x="63589" y="6918"/>
                  <a:pt x="63589" y="6980"/>
                  <a:pt x="63626" y="7055"/>
                </a:cubicBezTo>
                <a:cubicBezTo>
                  <a:pt x="63626" y="7055"/>
                  <a:pt x="63663" y="7055"/>
                  <a:pt x="63699" y="7131"/>
                </a:cubicBezTo>
                <a:cubicBezTo>
                  <a:pt x="63730" y="7131"/>
                  <a:pt x="63730" y="7131"/>
                  <a:pt x="63773" y="7131"/>
                </a:cubicBezTo>
                <a:cubicBezTo>
                  <a:pt x="63803" y="7131"/>
                  <a:pt x="63840" y="7131"/>
                  <a:pt x="63877" y="7131"/>
                </a:cubicBezTo>
                <a:cubicBezTo>
                  <a:pt x="63950" y="7131"/>
                  <a:pt x="63987" y="7131"/>
                  <a:pt x="64061" y="7131"/>
                </a:cubicBezTo>
                <a:cubicBezTo>
                  <a:pt x="64098" y="7055"/>
                  <a:pt x="64098" y="7055"/>
                  <a:pt x="64134" y="7055"/>
                </a:cubicBezTo>
                <a:cubicBezTo>
                  <a:pt x="64171" y="6980"/>
                  <a:pt x="64171" y="6980"/>
                  <a:pt x="64208" y="6918"/>
                </a:cubicBezTo>
                <a:cubicBezTo>
                  <a:pt x="64245" y="6918"/>
                  <a:pt x="64245" y="6767"/>
                  <a:pt x="64275" y="6767"/>
                </a:cubicBezTo>
                <a:cubicBezTo>
                  <a:pt x="64385" y="6767"/>
                  <a:pt x="64422" y="6918"/>
                  <a:pt x="64496" y="6918"/>
                </a:cubicBezTo>
                <a:cubicBezTo>
                  <a:pt x="64569" y="6918"/>
                  <a:pt x="64643" y="6918"/>
                  <a:pt x="64679" y="6830"/>
                </a:cubicBezTo>
                <a:cubicBezTo>
                  <a:pt x="64716" y="6767"/>
                  <a:pt x="64747" y="6767"/>
                  <a:pt x="64747" y="6767"/>
                </a:cubicBezTo>
                <a:cubicBezTo>
                  <a:pt x="64790" y="6692"/>
                  <a:pt x="64747" y="6542"/>
                  <a:pt x="64747" y="6466"/>
                </a:cubicBezTo>
                <a:cubicBezTo>
                  <a:pt x="64790" y="6316"/>
                  <a:pt x="64790" y="6241"/>
                  <a:pt x="64857" y="6241"/>
                </a:cubicBezTo>
                <a:cubicBezTo>
                  <a:pt x="64894" y="6241"/>
                  <a:pt x="64894" y="6241"/>
                  <a:pt x="64931" y="6241"/>
                </a:cubicBezTo>
                <a:cubicBezTo>
                  <a:pt x="64967" y="6241"/>
                  <a:pt x="64967" y="6241"/>
                  <a:pt x="65004" y="6166"/>
                </a:cubicBezTo>
                <a:cubicBezTo>
                  <a:pt x="65041" y="6166"/>
                  <a:pt x="65041" y="6090"/>
                  <a:pt x="65078" y="6090"/>
                </a:cubicBezTo>
                <a:cubicBezTo>
                  <a:pt x="65151" y="6015"/>
                  <a:pt x="65151" y="6015"/>
                  <a:pt x="65151" y="6015"/>
                </a:cubicBezTo>
                <a:cubicBezTo>
                  <a:pt x="65114" y="5940"/>
                  <a:pt x="65078" y="5802"/>
                  <a:pt x="65041" y="5802"/>
                </a:cubicBezTo>
                <a:cubicBezTo>
                  <a:pt x="64967" y="5727"/>
                  <a:pt x="64931" y="5727"/>
                  <a:pt x="64894" y="5727"/>
                </a:cubicBezTo>
                <a:cubicBezTo>
                  <a:pt x="64857" y="5727"/>
                  <a:pt x="64820" y="5727"/>
                  <a:pt x="64790" y="5727"/>
                </a:cubicBezTo>
                <a:cubicBezTo>
                  <a:pt x="64747" y="5727"/>
                  <a:pt x="64716" y="5865"/>
                  <a:pt x="64679" y="5865"/>
                </a:cubicBezTo>
                <a:cubicBezTo>
                  <a:pt x="64532" y="5865"/>
                  <a:pt x="64532" y="5865"/>
                  <a:pt x="64532" y="5865"/>
                </a:cubicBezTo>
                <a:cubicBezTo>
                  <a:pt x="64532" y="5802"/>
                  <a:pt x="64532" y="5727"/>
                  <a:pt x="64532" y="5652"/>
                </a:cubicBezTo>
                <a:cubicBezTo>
                  <a:pt x="64532" y="5577"/>
                  <a:pt x="64496" y="5577"/>
                  <a:pt x="64496" y="5501"/>
                </a:cubicBezTo>
                <a:cubicBezTo>
                  <a:pt x="64459" y="5426"/>
                  <a:pt x="64422" y="5426"/>
                  <a:pt x="64385" y="5351"/>
                </a:cubicBezTo>
                <a:cubicBezTo>
                  <a:pt x="64385" y="5351"/>
                  <a:pt x="64349" y="5276"/>
                  <a:pt x="64349" y="5201"/>
                </a:cubicBezTo>
                <a:cubicBezTo>
                  <a:pt x="64312" y="5276"/>
                  <a:pt x="64312" y="5276"/>
                  <a:pt x="64275" y="5276"/>
                </a:cubicBezTo>
                <a:cubicBezTo>
                  <a:pt x="64245" y="5276"/>
                  <a:pt x="64245" y="5351"/>
                  <a:pt x="64245" y="5426"/>
                </a:cubicBezTo>
                <a:cubicBezTo>
                  <a:pt x="64208" y="5426"/>
                  <a:pt x="64171" y="5501"/>
                  <a:pt x="64171" y="5577"/>
                </a:cubicBezTo>
                <a:cubicBezTo>
                  <a:pt x="64098" y="5652"/>
                  <a:pt x="64061" y="5727"/>
                  <a:pt x="63987" y="5727"/>
                </a:cubicBezTo>
                <a:cubicBezTo>
                  <a:pt x="63987" y="5727"/>
                  <a:pt x="63950" y="5802"/>
                  <a:pt x="63914" y="5802"/>
                </a:cubicBezTo>
                <a:cubicBezTo>
                  <a:pt x="63877" y="5802"/>
                  <a:pt x="63877" y="5727"/>
                  <a:pt x="63840" y="5652"/>
                </a:cubicBezTo>
                <a:cubicBezTo>
                  <a:pt x="63987" y="5351"/>
                  <a:pt x="63987" y="5351"/>
                  <a:pt x="63987" y="5351"/>
                </a:cubicBezTo>
                <a:cubicBezTo>
                  <a:pt x="63987" y="5276"/>
                  <a:pt x="63987" y="5276"/>
                  <a:pt x="63987" y="5276"/>
                </a:cubicBezTo>
                <a:cubicBezTo>
                  <a:pt x="63987" y="5201"/>
                  <a:pt x="63987" y="5201"/>
                  <a:pt x="63987" y="5125"/>
                </a:cubicBezTo>
                <a:cubicBezTo>
                  <a:pt x="63950" y="5125"/>
                  <a:pt x="63950" y="5125"/>
                  <a:pt x="63914" y="5201"/>
                </a:cubicBezTo>
                <a:cubicBezTo>
                  <a:pt x="63877" y="5201"/>
                  <a:pt x="63877" y="5276"/>
                  <a:pt x="63840" y="5276"/>
                </a:cubicBezTo>
                <a:cubicBezTo>
                  <a:pt x="63803" y="5276"/>
                  <a:pt x="63803" y="5276"/>
                  <a:pt x="63803" y="5276"/>
                </a:cubicBezTo>
                <a:cubicBezTo>
                  <a:pt x="63773" y="5351"/>
                  <a:pt x="63773" y="5201"/>
                  <a:pt x="63730" y="5201"/>
                </a:cubicBezTo>
                <a:cubicBezTo>
                  <a:pt x="63516" y="5201"/>
                  <a:pt x="63516" y="5201"/>
                  <a:pt x="63516" y="5201"/>
                </a:cubicBezTo>
                <a:cubicBezTo>
                  <a:pt x="63516" y="5351"/>
                  <a:pt x="63516" y="5426"/>
                  <a:pt x="63516" y="5577"/>
                </a:cubicBezTo>
                <a:cubicBezTo>
                  <a:pt x="63516" y="5727"/>
                  <a:pt x="63516" y="5802"/>
                  <a:pt x="63479" y="5865"/>
                </a:cubicBezTo>
                <a:cubicBezTo>
                  <a:pt x="63479" y="5940"/>
                  <a:pt x="63442" y="5940"/>
                  <a:pt x="63442" y="6015"/>
                </a:cubicBezTo>
                <a:cubicBezTo>
                  <a:pt x="63369" y="6015"/>
                  <a:pt x="63369" y="6015"/>
                  <a:pt x="63369" y="6015"/>
                </a:cubicBezTo>
                <a:cubicBezTo>
                  <a:pt x="63369" y="5802"/>
                  <a:pt x="63369" y="5727"/>
                  <a:pt x="63332" y="5577"/>
                </a:cubicBezTo>
                <a:cubicBezTo>
                  <a:pt x="63332" y="5501"/>
                  <a:pt x="63295" y="5501"/>
                  <a:pt x="63258" y="5426"/>
                </a:cubicBezTo>
                <a:cubicBezTo>
                  <a:pt x="63258" y="5426"/>
                  <a:pt x="63228" y="5426"/>
                  <a:pt x="63191" y="5351"/>
                </a:cubicBezTo>
                <a:cubicBezTo>
                  <a:pt x="63154" y="5351"/>
                  <a:pt x="63154" y="5351"/>
                  <a:pt x="63117" y="5351"/>
                </a:cubicBezTo>
                <a:cubicBezTo>
                  <a:pt x="62897" y="5351"/>
                  <a:pt x="62787" y="5276"/>
                  <a:pt x="62535" y="5276"/>
                </a:cubicBezTo>
                <a:cubicBezTo>
                  <a:pt x="62535" y="5276"/>
                  <a:pt x="62499" y="5351"/>
                  <a:pt x="62462" y="5351"/>
                </a:cubicBezTo>
                <a:lnTo>
                  <a:pt x="62425" y="5351"/>
                </a:lnTo>
                <a:cubicBezTo>
                  <a:pt x="62352" y="5426"/>
                  <a:pt x="62315" y="5501"/>
                  <a:pt x="62315" y="5577"/>
                </a:cubicBezTo>
                <a:cubicBezTo>
                  <a:pt x="62315" y="5727"/>
                  <a:pt x="62315" y="5802"/>
                  <a:pt x="62352" y="5865"/>
                </a:cubicBezTo>
                <a:close/>
                <a:moveTo>
                  <a:pt x="61629" y="8547"/>
                </a:moveTo>
                <a:lnTo>
                  <a:pt x="61629" y="8547"/>
                </a:lnTo>
                <a:cubicBezTo>
                  <a:pt x="61629" y="8622"/>
                  <a:pt x="61666" y="8622"/>
                  <a:pt x="61666" y="8622"/>
                </a:cubicBezTo>
                <a:cubicBezTo>
                  <a:pt x="61666" y="8622"/>
                  <a:pt x="61666" y="8772"/>
                  <a:pt x="61629" y="8772"/>
                </a:cubicBezTo>
                <a:cubicBezTo>
                  <a:pt x="61592" y="8772"/>
                  <a:pt x="61555" y="8697"/>
                  <a:pt x="61482" y="8697"/>
                </a:cubicBezTo>
                <a:cubicBezTo>
                  <a:pt x="61408" y="8697"/>
                  <a:pt x="61408" y="8697"/>
                  <a:pt x="61408" y="8697"/>
                </a:cubicBezTo>
                <a:cubicBezTo>
                  <a:pt x="61372" y="8697"/>
                  <a:pt x="61335" y="8697"/>
                  <a:pt x="61335" y="8697"/>
                </a:cubicBezTo>
                <a:cubicBezTo>
                  <a:pt x="61261" y="8697"/>
                  <a:pt x="61225" y="8622"/>
                  <a:pt x="61194" y="8697"/>
                </a:cubicBezTo>
                <a:cubicBezTo>
                  <a:pt x="61151" y="8697"/>
                  <a:pt x="61151" y="8697"/>
                  <a:pt x="61120" y="8772"/>
                </a:cubicBezTo>
                <a:cubicBezTo>
                  <a:pt x="61084" y="8772"/>
                  <a:pt x="61084" y="8848"/>
                  <a:pt x="61047" y="8848"/>
                </a:cubicBezTo>
                <a:cubicBezTo>
                  <a:pt x="60973" y="8848"/>
                  <a:pt x="60900" y="8772"/>
                  <a:pt x="60826" y="8848"/>
                </a:cubicBezTo>
                <a:cubicBezTo>
                  <a:pt x="60716" y="8848"/>
                  <a:pt x="60679" y="8848"/>
                  <a:pt x="60612" y="8998"/>
                </a:cubicBezTo>
                <a:cubicBezTo>
                  <a:pt x="60575" y="8998"/>
                  <a:pt x="60575" y="9061"/>
                  <a:pt x="60575" y="9136"/>
                </a:cubicBezTo>
                <a:cubicBezTo>
                  <a:pt x="60575" y="9437"/>
                  <a:pt x="60575" y="9437"/>
                  <a:pt x="60575" y="9437"/>
                </a:cubicBezTo>
                <a:cubicBezTo>
                  <a:pt x="60679" y="9361"/>
                  <a:pt x="60716" y="9361"/>
                  <a:pt x="60790" y="9361"/>
                </a:cubicBezTo>
                <a:cubicBezTo>
                  <a:pt x="60863" y="9361"/>
                  <a:pt x="60863" y="9361"/>
                  <a:pt x="60863" y="9361"/>
                </a:cubicBezTo>
                <a:cubicBezTo>
                  <a:pt x="60900" y="9361"/>
                  <a:pt x="60900" y="9361"/>
                  <a:pt x="60937" y="9361"/>
                </a:cubicBezTo>
                <a:cubicBezTo>
                  <a:pt x="60973" y="9361"/>
                  <a:pt x="61010" y="9437"/>
                  <a:pt x="61047" y="9437"/>
                </a:cubicBezTo>
                <a:cubicBezTo>
                  <a:pt x="61120" y="9437"/>
                  <a:pt x="61194" y="9437"/>
                  <a:pt x="61225" y="9361"/>
                </a:cubicBezTo>
                <a:cubicBezTo>
                  <a:pt x="61298" y="9286"/>
                  <a:pt x="61335" y="9211"/>
                  <a:pt x="61372" y="9136"/>
                </a:cubicBezTo>
                <a:cubicBezTo>
                  <a:pt x="61408" y="9136"/>
                  <a:pt x="61445" y="9061"/>
                  <a:pt x="61482" y="9061"/>
                </a:cubicBezTo>
                <a:cubicBezTo>
                  <a:pt x="61519" y="9061"/>
                  <a:pt x="61519" y="9061"/>
                  <a:pt x="61519" y="9061"/>
                </a:cubicBezTo>
                <a:cubicBezTo>
                  <a:pt x="61555" y="9061"/>
                  <a:pt x="61555" y="9061"/>
                  <a:pt x="61592" y="9061"/>
                </a:cubicBezTo>
                <a:cubicBezTo>
                  <a:pt x="61629" y="9136"/>
                  <a:pt x="61592" y="9211"/>
                  <a:pt x="61629" y="9211"/>
                </a:cubicBezTo>
                <a:cubicBezTo>
                  <a:pt x="61592" y="9286"/>
                  <a:pt x="61592" y="9361"/>
                  <a:pt x="61555" y="9361"/>
                </a:cubicBezTo>
                <a:cubicBezTo>
                  <a:pt x="61555" y="9361"/>
                  <a:pt x="61519" y="9361"/>
                  <a:pt x="61482" y="9361"/>
                </a:cubicBezTo>
                <a:cubicBezTo>
                  <a:pt x="61482" y="9437"/>
                  <a:pt x="61445" y="9437"/>
                  <a:pt x="61445" y="9437"/>
                </a:cubicBezTo>
                <a:cubicBezTo>
                  <a:pt x="61408" y="9437"/>
                  <a:pt x="61408" y="9512"/>
                  <a:pt x="61372" y="9587"/>
                </a:cubicBezTo>
                <a:cubicBezTo>
                  <a:pt x="61335" y="9587"/>
                  <a:pt x="61298" y="9662"/>
                  <a:pt x="61261" y="9662"/>
                </a:cubicBezTo>
                <a:cubicBezTo>
                  <a:pt x="61225" y="9662"/>
                  <a:pt x="61194" y="9662"/>
                  <a:pt x="61151" y="9662"/>
                </a:cubicBezTo>
                <a:cubicBezTo>
                  <a:pt x="61084" y="9662"/>
                  <a:pt x="61010" y="9662"/>
                  <a:pt x="60937" y="9662"/>
                </a:cubicBezTo>
                <a:cubicBezTo>
                  <a:pt x="60900" y="9662"/>
                  <a:pt x="60863" y="9662"/>
                  <a:pt x="60863" y="9662"/>
                </a:cubicBezTo>
                <a:cubicBezTo>
                  <a:pt x="60826" y="9662"/>
                  <a:pt x="60790" y="9662"/>
                  <a:pt x="60790" y="9737"/>
                </a:cubicBezTo>
                <a:cubicBezTo>
                  <a:pt x="60753" y="9737"/>
                  <a:pt x="60716" y="9737"/>
                  <a:pt x="60716" y="9737"/>
                </a:cubicBezTo>
                <a:cubicBezTo>
                  <a:pt x="60679" y="9813"/>
                  <a:pt x="60679" y="9813"/>
                  <a:pt x="60679" y="9888"/>
                </a:cubicBezTo>
                <a:cubicBezTo>
                  <a:pt x="60679" y="9963"/>
                  <a:pt x="60716" y="9963"/>
                  <a:pt x="60716" y="10026"/>
                </a:cubicBezTo>
                <a:cubicBezTo>
                  <a:pt x="60753" y="10176"/>
                  <a:pt x="60790" y="10251"/>
                  <a:pt x="60826" y="10251"/>
                </a:cubicBezTo>
                <a:cubicBezTo>
                  <a:pt x="60863" y="10326"/>
                  <a:pt x="60863" y="10251"/>
                  <a:pt x="60900" y="10251"/>
                </a:cubicBezTo>
                <a:cubicBezTo>
                  <a:pt x="60973" y="10326"/>
                  <a:pt x="61010" y="10251"/>
                  <a:pt x="61047" y="10251"/>
                </a:cubicBezTo>
                <a:cubicBezTo>
                  <a:pt x="61084" y="10251"/>
                  <a:pt x="61084" y="10326"/>
                  <a:pt x="61120" y="10326"/>
                </a:cubicBezTo>
                <a:cubicBezTo>
                  <a:pt x="61151" y="10326"/>
                  <a:pt x="61194" y="10402"/>
                  <a:pt x="61261" y="10477"/>
                </a:cubicBezTo>
                <a:cubicBezTo>
                  <a:pt x="61261" y="10477"/>
                  <a:pt x="61298" y="10552"/>
                  <a:pt x="61335" y="10552"/>
                </a:cubicBezTo>
                <a:cubicBezTo>
                  <a:pt x="61335" y="10627"/>
                  <a:pt x="61335" y="10702"/>
                  <a:pt x="61372" y="10702"/>
                </a:cubicBezTo>
                <a:cubicBezTo>
                  <a:pt x="61372" y="10778"/>
                  <a:pt x="61408" y="10778"/>
                  <a:pt x="61408" y="10853"/>
                </a:cubicBezTo>
                <a:cubicBezTo>
                  <a:pt x="61445" y="10991"/>
                  <a:pt x="61482" y="10991"/>
                  <a:pt x="61519" y="11141"/>
                </a:cubicBezTo>
                <a:cubicBezTo>
                  <a:pt x="61592" y="11078"/>
                  <a:pt x="61592" y="11078"/>
                  <a:pt x="61592" y="11078"/>
                </a:cubicBezTo>
                <a:lnTo>
                  <a:pt x="61592" y="10991"/>
                </a:lnTo>
                <a:cubicBezTo>
                  <a:pt x="61592" y="10928"/>
                  <a:pt x="61629" y="10853"/>
                  <a:pt x="61629" y="10853"/>
                </a:cubicBezTo>
                <a:cubicBezTo>
                  <a:pt x="61666" y="10778"/>
                  <a:pt x="61696" y="10778"/>
                  <a:pt x="61696" y="10778"/>
                </a:cubicBezTo>
                <a:cubicBezTo>
                  <a:pt x="61770" y="10702"/>
                  <a:pt x="61807" y="10702"/>
                  <a:pt x="61843" y="10552"/>
                </a:cubicBezTo>
                <a:cubicBezTo>
                  <a:pt x="61843" y="10552"/>
                  <a:pt x="61843" y="10477"/>
                  <a:pt x="61880" y="10402"/>
                </a:cubicBezTo>
                <a:cubicBezTo>
                  <a:pt x="61880" y="10326"/>
                  <a:pt x="61843" y="10251"/>
                  <a:pt x="61880" y="10101"/>
                </a:cubicBezTo>
                <a:cubicBezTo>
                  <a:pt x="61880" y="10026"/>
                  <a:pt x="61880" y="10026"/>
                  <a:pt x="61917" y="9963"/>
                </a:cubicBezTo>
                <a:cubicBezTo>
                  <a:pt x="61917" y="9888"/>
                  <a:pt x="61954" y="9888"/>
                  <a:pt x="61954" y="9813"/>
                </a:cubicBezTo>
                <a:cubicBezTo>
                  <a:pt x="61990" y="9813"/>
                  <a:pt x="62027" y="9737"/>
                  <a:pt x="62027" y="9737"/>
                </a:cubicBezTo>
                <a:cubicBezTo>
                  <a:pt x="62101" y="9737"/>
                  <a:pt x="62137" y="9737"/>
                  <a:pt x="62174" y="9737"/>
                </a:cubicBezTo>
                <a:cubicBezTo>
                  <a:pt x="62174" y="9061"/>
                  <a:pt x="62174" y="9061"/>
                  <a:pt x="62174" y="9061"/>
                </a:cubicBezTo>
                <a:cubicBezTo>
                  <a:pt x="62211" y="9061"/>
                  <a:pt x="62241" y="9061"/>
                  <a:pt x="62315" y="9061"/>
                </a:cubicBezTo>
                <a:cubicBezTo>
                  <a:pt x="62352" y="8998"/>
                  <a:pt x="62388" y="8910"/>
                  <a:pt x="62462" y="8848"/>
                </a:cubicBezTo>
                <a:cubicBezTo>
                  <a:pt x="62425" y="8772"/>
                  <a:pt x="62388" y="8772"/>
                  <a:pt x="62388" y="8697"/>
                </a:cubicBezTo>
                <a:cubicBezTo>
                  <a:pt x="62388" y="8622"/>
                  <a:pt x="62388" y="8622"/>
                  <a:pt x="62388" y="8547"/>
                </a:cubicBezTo>
                <a:cubicBezTo>
                  <a:pt x="62388" y="8547"/>
                  <a:pt x="62388" y="8472"/>
                  <a:pt x="62388" y="8396"/>
                </a:cubicBezTo>
                <a:cubicBezTo>
                  <a:pt x="62388" y="8396"/>
                  <a:pt x="62425" y="8321"/>
                  <a:pt x="62425" y="8246"/>
                </a:cubicBezTo>
                <a:cubicBezTo>
                  <a:pt x="62425" y="8246"/>
                  <a:pt x="62388" y="8171"/>
                  <a:pt x="62388" y="8096"/>
                </a:cubicBezTo>
                <a:cubicBezTo>
                  <a:pt x="62897" y="8096"/>
                  <a:pt x="62897" y="8096"/>
                  <a:pt x="62897" y="8096"/>
                </a:cubicBezTo>
                <a:cubicBezTo>
                  <a:pt x="62897" y="8171"/>
                  <a:pt x="62897" y="8246"/>
                  <a:pt x="62897" y="8321"/>
                </a:cubicBezTo>
                <a:cubicBezTo>
                  <a:pt x="62897" y="8396"/>
                  <a:pt x="62860" y="8472"/>
                  <a:pt x="62860" y="8622"/>
                </a:cubicBezTo>
                <a:cubicBezTo>
                  <a:pt x="62860" y="8697"/>
                  <a:pt x="62860" y="8697"/>
                  <a:pt x="62860" y="8772"/>
                </a:cubicBezTo>
                <a:cubicBezTo>
                  <a:pt x="62897" y="8772"/>
                  <a:pt x="62934" y="8772"/>
                  <a:pt x="63007" y="8772"/>
                </a:cubicBezTo>
                <a:cubicBezTo>
                  <a:pt x="63044" y="8772"/>
                  <a:pt x="63081" y="8772"/>
                  <a:pt x="63081" y="8848"/>
                </a:cubicBezTo>
                <a:cubicBezTo>
                  <a:pt x="63117" y="8848"/>
                  <a:pt x="63154" y="8848"/>
                  <a:pt x="63154" y="8910"/>
                </a:cubicBezTo>
                <a:cubicBezTo>
                  <a:pt x="63154" y="8998"/>
                  <a:pt x="63154" y="8998"/>
                  <a:pt x="63154" y="9061"/>
                </a:cubicBezTo>
                <a:cubicBezTo>
                  <a:pt x="63154" y="9136"/>
                  <a:pt x="63154" y="9286"/>
                  <a:pt x="63154" y="9361"/>
                </a:cubicBezTo>
                <a:cubicBezTo>
                  <a:pt x="63117" y="9437"/>
                  <a:pt x="63081" y="9361"/>
                  <a:pt x="63081" y="9437"/>
                </a:cubicBezTo>
                <a:cubicBezTo>
                  <a:pt x="63007" y="9512"/>
                  <a:pt x="62970" y="9587"/>
                  <a:pt x="62970" y="9737"/>
                </a:cubicBezTo>
                <a:cubicBezTo>
                  <a:pt x="62970" y="9813"/>
                  <a:pt x="62970" y="9888"/>
                  <a:pt x="62970" y="9963"/>
                </a:cubicBezTo>
                <a:cubicBezTo>
                  <a:pt x="63154" y="9963"/>
                  <a:pt x="63154" y="9963"/>
                  <a:pt x="63154" y="9963"/>
                </a:cubicBezTo>
                <a:cubicBezTo>
                  <a:pt x="63228" y="9963"/>
                  <a:pt x="63258" y="9813"/>
                  <a:pt x="63369" y="9662"/>
                </a:cubicBezTo>
                <a:cubicBezTo>
                  <a:pt x="63405" y="9587"/>
                  <a:pt x="63442" y="9512"/>
                  <a:pt x="63479" y="9512"/>
                </a:cubicBezTo>
                <a:cubicBezTo>
                  <a:pt x="63516" y="9512"/>
                  <a:pt x="63552" y="9587"/>
                  <a:pt x="63552" y="9662"/>
                </a:cubicBezTo>
                <a:cubicBezTo>
                  <a:pt x="63589" y="9662"/>
                  <a:pt x="63552" y="9737"/>
                  <a:pt x="63552" y="9813"/>
                </a:cubicBezTo>
                <a:cubicBezTo>
                  <a:pt x="63552" y="9888"/>
                  <a:pt x="63552" y="9963"/>
                  <a:pt x="63552" y="10026"/>
                </a:cubicBezTo>
                <a:cubicBezTo>
                  <a:pt x="63773" y="10026"/>
                  <a:pt x="63773" y="10026"/>
                  <a:pt x="63773" y="10026"/>
                </a:cubicBezTo>
                <a:cubicBezTo>
                  <a:pt x="63773" y="10026"/>
                  <a:pt x="63803" y="10026"/>
                  <a:pt x="63840" y="10026"/>
                </a:cubicBezTo>
                <a:cubicBezTo>
                  <a:pt x="63840" y="9963"/>
                  <a:pt x="63840" y="9888"/>
                  <a:pt x="63840" y="9888"/>
                </a:cubicBezTo>
                <a:cubicBezTo>
                  <a:pt x="63840" y="9813"/>
                  <a:pt x="63877" y="9737"/>
                  <a:pt x="63877" y="9737"/>
                </a:cubicBezTo>
                <a:cubicBezTo>
                  <a:pt x="64275" y="9737"/>
                  <a:pt x="64275" y="9737"/>
                  <a:pt x="64275" y="9737"/>
                </a:cubicBezTo>
                <a:cubicBezTo>
                  <a:pt x="64422" y="9662"/>
                  <a:pt x="64422" y="9662"/>
                  <a:pt x="64422" y="9662"/>
                </a:cubicBezTo>
                <a:cubicBezTo>
                  <a:pt x="64422" y="9512"/>
                  <a:pt x="64422" y="9512"/>
                  <a:pt x="64422" y="9512"/>
                </a:cubicBezTo>
                <a:cubicBezTo>
                  <a:pt x="64385" y="9361"/>
                  <a:pt x="64349" y="9211"/>
                  <a:pt x="64245" y="9211"/>
                </a:cubicBezTo>
                <a:cubicBezTo>
                  <a:pt x="64208" y="9211"/>
                  <a:pt x="64208" y="9211"/>
                  <a:pt x="64171" y="9211"/>
                </a:cubicBezTo>
                <a:cubicBezTo>
                  <a:pt x="64098" y="9211"/>
                  <a:pt x="64061" y="9211"/>
                  <a:pt x="64024" y="9211"/>
                </a:cubicBezTo>
                <a:cubicBezTo>
                  <a:pt x="63987" y="9061"/>
                  <a:pt x="63987" y="8998"/>
                  <a:pt x="63987" y="8910"/>
                </a:cubicBezTo>
                <a:cubicBezTo>
                  <a:pt x="63987" y="8848"/>
                  <a:pt x="64024" y="8772"/>
                  <a:pt x="64024" y="8772"/>
                </a:cubicBezTo>
                <a:cubicBezTo>
                  <a:pt x="63552" y="8772"/>
                  <a:pt x="63552" y="8772"/>
                  <a:pt x="63552" y="8772"/>
                </a:cubicBezTo>
                <a:cubicBezTo>
                  <a:pt x="63552" y="8547"/>
                  <a:pt x="63589" y="8321"/>
                  <a:pt x="63516" y="8171"/>
                </a:cubicBezTo>
                <a:cubicBezTo>
                  <a:pt x="63479" y="8171"/>
                  <a:pt x="63479" y="8171"/>
                  <a:pt x="63442" y="8171"/>
                </a:cubicBezTo>
                <a:cubicBezTo>
                  <a:pt x="63405" y="8171"/>
                  <a:pt x="63405" y="8096"/>
                  <a:pt x="63369" y="8096"/>
                </a:cubicBezTo>
                <a:cubicBezTo>
                  <a:pt x="63369" y="8096"/>
                  <a:pt x="63332" y="8020"/>
                  <a:pt x="63332" y="7945"/>
                </a:cubicBezTo>
                <a:lnTo>
                  <a:pt x="63332" y="7807"/>
                </a:lnTo>
                <a:cubicBezTo>
                  <a:pt x="63258" y="7732"/>
                  <a:pt x="63228" y="7732"/>
                  <a:pt x="63154" y="7732"/>
                </a:cubicBezTo>
                <a:cubicBezTo>
                  <a:pt x="63154" y="7732"/>
                  <a:pt x="63117" y="7732"/>
                  <a:pt x="63081" y="7732"/>
                </a:cubicBezTo>
                <a:cubicBezTo>
                  <a:pt x="63044" y="7732"/>
                  <a:pt x="63044" y="7657"/>
                  <a:pt x="63007" y="7657"/>
                </a:cubicBezTo>
                <a:cubicBezTo>
                  <a:pt x="62970" y="7582"/>
                  <a:pt x="63007" y="7431"/>
                  <a:pt x="62934" y="7356"/>
                </a:cubicBezTo>
                <a:cubicBezTo>
                  <a:pt x="62934" y="7356"/>
                  <a:pt x="62897" y="7356"/>
                  <a:pt x="62897" y="7281"/>
                </a:cubicBezTo>
                <a:cubicBezTo>
                  <a:pt x="62860" y="7281"/>
                  <a:pt x="62823" y="7281"/>
                  <a:pt x="62823" y="7281"/>
                </a:cubicBezTo>
                <a:cubicBezTo>
                  <a:pt x="62787" y="7281"/>
                  <a:pt x="62756" y="7281"/>
                  <a:pt x="62756" y="7281"/>
                </a:cubicBezTo>
                <a:cubicBezTo>
                  <a:pt x="62683" y="7356"/>
                  <a:pt x="62683" y="7431"/>
                  <a:pt x="62646" y="7431"/>
                </a:cubicBezTo>
                <a:cubicBezTo>
                  <a:pt x="62572" y="7431"/>
                  <a:pt x="62535" y="7431"/>
                  <a:pt x="62499" y="7356"/>
                </a:cubicBezTo>
                <a:cubicBezTo>
                  <a:pt x="62462" y="7356"/>
                  <a:pt x="62462" y="7431"/>
                  <a:pt x="62425" y="7356"/>
                </a:cubicBezTo>
                <a:cubicBezTo>
                  <a:pt x="62388" y="7356"/>
                  <a:pt x="62388" y="7281"/>
                  <a:pt x="62352" y="7281"/>
                </a:cubicBezTo>
                <a:cubicBezTo>
                  <a:pt x="62352" y="6830"/>
                  <a:pt x="62352" y="6830"/>
                  <a:pt x="62352" y="6830"/>
                </a:cubicBezTo>
                <a:lnTo>
                  <a:pt x="62388" y="6918"/>
                </a:lnTo>
                <a:cubicBezTo>
                  <a:pt x="62352" y="6918"/>
                  <a:pt x="62315" y="6918"/>
                  <a:pt x="62278" y="6918"/>
                </a:cubicBezTo>
                <a:cubicBezTo>
                  <a:pt x="62241" y="6918"/>
                  <a:pt x="62211" y="6918"/>
                  <a:pt x="62174" y="6918"/>
                </a:cubicBezTo>
                <a:cubicBezTo>
                  <a:pt x="62137" y="6918"/>
                  <a:pt x="62137" y="6918"/>
                  <a:pt x="62101" y="6830"/>
                </a:cubicBezTo>
                <a:cubicBezTo>
                  <a:pt x="62101" y="6830"/>
                  <a:pt x="62101" y="6767"/>
                  <a:pt x="62101" y="6692"/>
                </a:cubicBezTo>
                <a:cubicBezTo>
                  <a:pt x="62137" y="6617"/>
                  <a:pt x="62211" y="6542"/>
                  <a:pt x="62211" y="6391"/>
                </a:cubicBezTo>
                <a:cubicBezTo>
                  <a:pt x="62211" y="6391"/>
                  <a:pt x="62211" y="6316"/>
                  <a:pt x="62211" y="6241"/>
                </a:cubicBezTo>
                <a:cubicBezTo>
                  <a:pt x="61592" y="6090"/>
                  <a:pt x="61592" y="6090"/>
                  <a:pt x="61592" y="6090"/>
                </a:cubicBezTo>
                <a:cubicBezTo>
                  <a:pt x="61592" y="6090"/>
                  <a:pt x="61555" y="6015"/>
                  <a:pt x="61519" y="6090"/>
                </a:cubicBezTo>
                <a:cubicBezTo>
                  <a:pt x="61482" y="6090"/>
                  <a:pt x="61482" y="6166"/>
                  <a:pt x="61482" y="6166"/>
                </a:cubicBezTo>
                <a:cubicBezTo>
                  <a:pt x="61445" y="6316"/>
                  <a:pt x="61445" y="6391"/>
                  <a:pt x="61445" y="6466"/>
                </a:cubicBezTo>
                <a:cubicBezTo>
                  <a:pt x="61445" y="6617"/>
                  <a:pt x="61445" y="6617"/>
                  <a:pt x="61445" y="6617"/>
                </a:cubicBezTo>
                <a:cubicBezTo>
                  <a:pt x="61445" y="6692"/>
                  <a:pt x="61445" y="6767"/>
                  <a:pt x="61445" y="6767"/>
                </a:cubicBezTo>
                <a:cubicBezTo>
                  <a:pt x="61445" y="6830"/>
                  <a:pt x="61482" y="6918"/>
                  <a:pt x="61482" y="6980"/>
                </a:cubicBezTo>
                <a:cubicBezTo>
                  <a:pt x="61482" y="7131"/>
                  <a:pt x="61482" y="7131"/>
                  <a:pt x="61445" y="7206"/>
                </a:cubicBezTo>
                <a:cubicBezTo>
                  <a:pt x="61408" y="7281"/>
                  <a:pt x="61372" y="7356"/>
                  <a:pt x="61335" y="7356"/>
                </a:cubicBezTo>
                <a:cubicBezTo>
                  <a:pt x="61298" y="7356"/>
                  <a:pt x="61261" y="7356"/>
                  <a:pt x="61225" y="7281"/>
                </a:cubicBezTo>
                <a:cubicBezTo>
                  <a:pt x="61194" y="7206"/>
                  <a:pt x="61194" y="7055"/>
                  <a:pt x="61194" y="6980"/>
                </a:cubicBezTo>
                <a:cubicBezTo>
                  <a:pt x="61194" y="6830"/>
                  <a:pt x="61194" y="6830"/>
                  <a:pt x="61194" y="6830"/>
                </a:cubicBezTo>
                <a:cubicBezTo>
                  <a:pt x="61194" y="6767"/>
                  <a:pt x="61151" y="6692"/>
                  <a:pt x="61151" y="6692"/>
                </a:cubicBezTo>
                <a:cubicBezTo>
                  <a:pt x="61151" y="6542"/>
                  <a:pt x="61151" y="6542"/>
                  <a:pt x="61151" y="6542"/>
                </a:cubicBezTo>
                <a:cubicBezTo>
                  <a:pt x="61151" y="6391"/>
                  <a:pt x="61151" y="6391"/>
                  <a:pt x="61151" y="6241"/>
                </a:cubicBezTo>
                <a:cubicBezTo>
                  <a:pt x="61010" y="6241"/>
                  <a:pt x="61010" y="6241"/>
                  <a:pt x="61010" y="6241"/>
                </a:cubicBezTo>
                <a:cubicBezTo>
                  <a:pt x="60973" y="6316"/>
                  <a:pt x="60900" y="6316"/>
                  <a:pt x="60863" y="6391"/>
                </a:cubicBezTo>
                <a:cubicBezTo>
                  <a:pt x="60863" y="6391"/>
                  <a:pt x="60863" y="6466"/>
                  <a:pt x="60826" y="6542"/>
                </a:cubicBezTo>
                <a:cubicBezTo>
                  <a:pt x="60826" y="6542"/>
                  <a:pt x="60790" y="6617"/>
                  <a:pt x="60753" y="6617"/>
                </a:cubicBezTo>
                <a:cubicBezTo>
                  <a:pt x="60753" y="6692"/>
                  <a:pt x="60716" y="6767"/>
                  <a:pt x="60679" y="6767"/>
                </a:cubicBezTo>
                <a:cubicBezTo>
                  <a:pt x="60465" y="6767"/>
                  <a:pt x="60465" y="6767"/>
                  <a:pt x="60465" y="6767"/>
                </a:cubicBezTo>
                <a:cubicBezTo>
                  <a:pt x="60465" y="6466"/>
                  <a:pt x="60465" y="6466"/>
                  <a:pt x="60465" y="6466"/>
                </a:cubicBezTo>
                <a:cubicBezTo>
                  <a:pt x="60502" y="6466"/>
                  <a:pt x="60465" y="6391"/>
                  <a:pt x="60502" y="6316"/>
                </a:cubicBezTo>
                <a:cubicBezTo>
                  <a:pt x="60539" y="6316"/>
                  <a:pt x="60539" y="6391"/>
                  <a:pt x="60575" y="6316"/>
                </a:cubicBezTo>
                <a:cubicBezTo>
                  <a:pt x="60612" y="6316"/>
                  <a:pt x="60612" y="6241"/>
                  <a:pt x="60649" y="6241"/>
                </a:cubicBezTo>
                <a:cubicBezTo>
                  <a:pt x="60612" y="6090"/>
                  <a:pt x="60612" y="6090"/>
                  <a:pt x="60612" y="6090"/>
                </a:cubicBezTo>
                <a:cubicBezTo>
                  <a:pt x="60612" y="6090"/>
                  <a:pt x="60575" y="6090"/>
                  <a:pt x="60539" y="6090"/>
                </a:cubicBezTo>
                <a:lnTo>
                  <a:pt x="60502" y="6166"/>
                </a:lnTo>
                <a:cubicBezTo>
                  <a:pt x="60465" y="6241"/>
                  <a:pt x="60428" y="6241"/>
                  <a:pt x="60428" y="6241"/>
                </a:cubicBezTo>
                <a:cubicBezTo>
                  <a:pt x="60392" y="6316"/>
                  <a:pt x="60392" y="6391"/>
                  <a:pt x="60392" y="6391"/>
                </a:cubicBezTo>
                <a:cubicBezTo>
                  <a:pt x="59926" y="6391"/>
                  <a:pt x="59926" y="6391"/>
                  <a:pt x="59926" y="6391"/>
                </a:cubicBezTo>
                <a:cubicBezTo>
                  <a:pt x="59889" y="6391"/>
                  <a:pt x="59889" y="6466"/>
                  <a:pt x="59852" y="6466"/>
                </a:cubicBezTo>
                <a:cubicBezTo>
                  <a:pt x="59816" y="6466"/>
                  <a:pt x="59742" y="6466"/>
                  <a:pt x="59705" y="6466"/>
                </a:cubicBezTo>
                <a:cubicBezTo>
                  <a:pt x="59669" y="6466"/>
                  <a:pt x="59669" y="6542"/>
                  <a:pt x="59638" y="6542"/>
                </a:cubicBezTo>
                <a:cubicBezTo>
                  <a:pt x="59638" y="6692"/>
                  <a:pt x="59638" y="6767"/>
                  <a:pt x="59638" y="6830"/>
                </a:cubicBezTo>
                <a:cubicBezTo>
                  <a:pt x="59669" y="6918"/>
                  <a:pt x="59705" y="6918"/>
                  <a:pt x="59705" y="6980"/>
                </a:cubicBezTo>
                <a:cubicBezTo>
                  <a:pt x="59742" y="7055"/>
                  <a:pt x="59742" y="7131"/>
                  <a:pt x="59779" y="7131"/>
                </a:cubicBezTo>
                <a:cubicBezTo>
                  <a:pt x="59852" y="7131"/>
                  <a:pt x="59889" y="7131"/>
                  <a:pt x="60000" y="7131"/>
                </a:cubicBezTo>
                <a:cubicBezTo>
                  <a:pt x="60000" y="7131"/>
                  <a:pt x="60030" y="7131"/>
                  <a:pt x="60067" y="7131"/>
                </a:cubicBezTo>
                <a:cubicBezTo>
                  <a:pt x="60067" y="7206"/>
                  <a:pt x="60067" y="7281"/>
                  <a:pt x="60067" y="7281"/>
                </a:cubicBezTo>
                <a:cubicBezTo>
                  <a:pt x="60030" y="7356"/>
                  <a:pt x="60030" y="7431"/>
                  <a:pt x="60030" y="7431"/>
                </a:cubicBezTo>
                <a:cubicBezTo>
                  <a:pt x="60030" y="7507"/>
                  <a:pt x="59963" y="7507"/>
                  <a:pt x="59963" y="7582"/>
                </a:cubicBezTo>
                <a:cubicBezTo>
                  <a:pt x="59963" y="7657"/>
                  <a:pt x="59963" y="7732"/>
                  <a:pt x="60000" y="7807"/>
                </a:cubicBezTo>
                <a:cubicBezTo>
                  <a:pt x="60000" y="7807"/>
                  <a:pt x="60030" y="7807"/>
                  <a:pt x="60067" y="7883"/>
                </a:cubicBezTo>
                <a:cubicBezTo>
                  <a:pt x="60067" y="7945"/>
                  <a:pt x="60067" y="8020"/>
                  <a:pt x="60067" y="8096"/>
                </a:cubicBezTo>
                <a:cubicBezTo>
                  <a:pt x="60067" y="8171"/>
                  <a:pt x="60067" y="8246"/>
                  <a:pt x="60030" y="8321"/>
                </a:cubicBezTo>
                <a:cubicBezTo>
                  <a:pt x="60000" y="8321"/>
                  <a:pt x="60000" y="8321"/>
                  <a:pt x="59963" y="8246"/>
                </a:cubicBezTo>
                <a:cubicBezTo>
                  <a:pt x="59963" y="8246"/>
                  <a:pt x="59926" y="8246"/>
                  <a:pt x="59889" y="8171"/>
                </a:cubicBezTo>
                <a:lnTo>
                  <a:pt x="59889" y="8096"/>
                </a:lnTo>
                <a:cubicBezTo>
                  <a:pt x="59852" y="8020"/>
                  <a:pt x="59852" y="7945"/>
                  <a:pt x="59852" y="7883"/>
                </a:cubicBezTo>
                <a:cubicBezTo>
                  <a:pt x="59816" y="7883"/>
                  <a:pt x="59816" y="7807"/>
                  <a:pt x="59779" y="7807"/>
                </a:cubicBezTo>
                <a:cubicBezTo>
                  <a:pt x="59742" y="7732"/>
                  <a:pt x="59742" y="7732"/>
                  <a:pt x="59705" y="7732"/>
                </a:cubicBezTo>
                <a:cubicBezTo>
                  <a:pt x="59669" y="7657"/>
                  <a:pt x="59669" y="7732"/>
                  <a:pt x="59638" y="7732"/>
                </a:cubicBezTo>
                <a:cubicBezTo>
                  <a:pt x="59669" y="7807"/>
                  <a:pt x="59705" y="7883"/>
                  <a:pt x="59705" y="8020"/>
                </a:cubicBezTo>
                <a:lnTo>
                  <a:pt x="59705" y="8096"/>
                </a:lnTo>
                <a:cubicBezTo>
                  <a:pt x="59705" y="8171"/>
                  <a:pt x="59705" y="8246"/>
                  <a:pt x="59705" y="8246"/>
                </a:cubicBezTo>
                <a:cubicBezTo>
                  <a:pt x="59742" y="8321"/>
                  <a:pt x="59779" y="8396"/>
                  <a:pt x="59779" y="8396"/>
                </a:cubicBezTo>
                <a:cubicBezTo>
                  <a:pt x="59816" y="8472"/>
                  <a:pt x="59816" y="8547"/>
                  <a:pt x="59852" y="8547"/>
                </a:cubicBezTo>
                <a:cubicBezTo>
                  <a:pt x="59926" y="8622"/>
                  <a:pt x="59963" y="8697"/>
                  <a:pt x="60030" y="8697"/>
                </a:cubicBezTo>
                <a:cubicBezTo>
                  <a:pt x="60067" y="8697"/>
                  <a:pt x="60067" y="8622"/>
                  <a:pt x="60104" y="8622"/>
                </a:cubicBezTo>
                <a:cubicBezTo>
                  <a:pt x="60104" y="8547"/>
                  <a:pt x="60067" y="8472"/>
                  <a:pt x="60067" y="8321"/>
                </a:cubicBezTo>
                <a:cubicBezTo>
                  <a:pt x="60067" y="8321"/>
                  <a:pt x="60104" y="8246"/>
                  <a:pt x="60104" y="8171"/>
                </a:cubicBezTo>
                <a:cubicBezTo>
                  <a:pt x="60140" y="8246"/>
                  <a:pt x="60208" y="8171"/>
                  <a:pt x="60245" y="8246"/>
                </a:cubicBezTo>
                <a:cubicBezTo>
                  <a:pt x="60281" y="8321"/>
                  <a:pt x="60245" y="8472"/>
                  <a:pt x="60281" y="8547"/>
                </a:cubicBezTo>
                <a:cubicBezTo>
                  <a:pt x="60318" y="8622"/>
                  <a:pt x="60318" y="8622"/>
                  <a:pt x="60355" y="8622"/>
                </a:cubicBezTo>
                <a:cubicBezTo>
                  <a:pt x="60392" y="8697"/>
                  <a:pt x="60392" y="8697"/>
                  <a:pt x="60428" y="8697"/>
                </a:cubicBezTo>
                <a:cubicBezTo>
                  <a:pt x="60465" y="8772"/>
                  <a:pt x="60539" y="8697"/>
                  <a:pt x="60575" y="8697"/>
                </a:cubicBezTo>
                <a:cubicBezTo>
                  <a:pt x="60649" y="8697"/>
                  <a:pt x="60649" y="8697"/>
                  <a:pt x="60649" y="8697"/>
                </a:cubicBezTo>
                <a:cubicBezTo>
                  <a:pt x="60679" y="8697"/>
                  <a:pt x="60679" y="8772"/>
                  <a:pt x="60716" y="8697"/>
                </a:cubicBezTo>
                <a:cubicBezTo>
                  <a:pt x="60753" y="8697"/>
                  <a:pt x="60753" y="8622"/>
                  <a:pt x="60753" y="8547"/>
                </a:cubicBezTo>
                <a:cubicBezTo>
                  <a:pt x="60790" y="8547"/>
                  <a:pt x="60753" y="8472"/>
                  <a:pt x="60753" y="8396"/>
                </a:cubicBezTo>
                <a:cubicBezTo>
                  <a:pt x="60790" y="8396"/>
                  <a:pt x="60790" y="8321"/>
                  <a:pt x="60826" y="8246"/>
                </a:cubicBezTo>
                <a:cubicBezTo>
                  <a:pt x="60826" y="8246"/>
                  <a:pt x="60863" y="8321"/>
                  <a:pt x="60900" y="8246"/>
                </a:cubicBezTo>
                <a:cubicBezTo>
                  <a:pt x="60900" y="8246"/>
                  <a:pt x="60937" y="8246"/>
                  <a:pt x="60973" y="8171"/>
                </a:cubicBezTo>
                <a:cubicBezTo>
                  <a:pt x="60937" y="8171"/>
                  <a:pt x="60937" y="8096"/>
                  <a:pt x="60937" y="8096"/>
                </a:cubicBezTo>
                <a:cubicBezTo>
                  <a:pt x="60937" y="7883"/>
                  <a:pt x="60937" y="7883"/>
                  <a:pt x="60937" y="7883"/>
                </a:cubicBezTo>
                <a:cubicBezTo>
                  <a:pt x="61084" y="7807"/>
                  <a:pt x="61084" y="7807"/>
                  <a:pt x="61084" y="7807"/>
                </a:cubicBezTo>
                <a:cubicBezTo>
                  <a:pt x="61084" y="7883"/>
                  <a:pt x="61151" y="7883"/>
                  <a:pt x="61151" y="7945"/>
                </a:cubicBezTo>
                <a:cubicBezTo>
                  <a:pt x="61151" y="7945"/>
                  <a:pt x="61151" y="8020"/>
                  <a:pt x="61151" y="8096"/>
                </a:cubicBezTo>
                <a:cubicBezTo>
                  <a:pt x="61151" y="8171"/>
                  <a:pt x="61151" y="8246"/>
                  <a:pt x="61151" y="8321"/>
                </a:cubicBezTo>
                <a:cubicBezTo>
                  <a:pt x="61445" y="8321"/>
                  <a:pt x="61445" y="8321"/>
                  <a:pt x="61445" y="8321"/>
                </a:cubicBezTo>
                <a:cubicBezTo>
                  <a:pt x="61555" y="8096"/>
                  <a:pt x="61555" y="8096"/>
                  <a:pt x="61555" y="8096"/>
                </a:cubicBezTo>
                <a:cubicBezTo>
                  <a:pt x="61629" y="8246"/>
                  <a:pt x="61629" y="8246"/>
                  <a:pt x="61629" y="8246"/>
                </a:cubicBezTo>
                <a:cubicBezTo>
                  <a:pt x="61629" y="8396"/>
                  <a:pt x="61629" y="8472"/>
                  <a:pt x="61629" y="8547"/>
                </a:cubicBezTo>
                <a:close/>
                <a:moveTo>
                  <a:pt x="104882" y="31732"/>
                </a:moveTo>
                <a:lnTo>
                  <a:pt x="104882" y="31732"/>
                </a:lnTo>
                <a:cubicBezTo>
                  <a:pt x="104955" y="31732"/>
                  <a:pt x="104955" y="31732"/>
                  <a:pt x="104992" y="31657"/>
                </a:cubicBezTo>
                <a:cubicBezTo>
                  <a:pt x="105029" y="31657"/>
                  <a:pt x="105065" y="31582"/>
                  <a:pt x="105065" y="31582"/>
                </a:cubicBezTo>
                <a:cubicBezTo>
                  <a:pt x="105935" y="31582"/>
                  <a:pt x="105935" y="31582"/>
                  <a:pt x="105935" y="31582"/>
                </a:cubicBezTo>
                <a:cubicBezTo>
                  <a:pt x="105935" y="31281"/>
                  <a:pt x="105935" y="31281"/>
                  <a:pt x="105935" y="31281"/>
                </a:cubicBezTo>
                <a:cubicBezTo>
                  <a:pt x="105972" y="31206"/>
                  <a:pt x="105935" y="31055"/>
                  <a:pt x="105972" y="30993"/>
                </a:cubicBezTo>
                <a:cubicBezTo>
                  <a:pt x="106009" y="30905"/>
                  <a:pt x="106045" y="30905"/>
                  <a:pt x="106045" y="30905"/>
                </a:cubicBezTo>
                <a:cubicBezTo>
                  <a:pt x="106082" y="30905"/>
                  <a:pt x="106119" y="30993"/>
                  <a:pt x="106156" y="31055"/>
                </a:cubicBezTo>
                <a:cubicBezTo>
                  <a:pt x="106192" y="31055"/>
                  <a:pt x="106192" y="31131"/>
                  <a:pt x="106266" y="31131"/>
                </a:cubicBezTo>
                <a:cubicBezTo>
                  <a:pt x="106297" y="31131"/>
                  <a:pt x="106333" y="31055"/>
                  <a:pt x="106370" y="31055"/>
                </a:cubicBezTo>
                <a:cubicBezTo>
                  <a:pt x="106444" y="31055"/>
                  <a:pt x="106444" y="31131"/>
                  <a:pt x="106480" y="31131"/>
                </a:cubicBezTo>
                <a:cubicBezTo>
                  <a:pt x="106517" y="31206"/>
                  <a:pt x="106517" y="31281"/>
                  <a:pt x="106554" y="31281"/>
                </a:cubicBezTo>
                <a:cubicBezTo>
                  <a:pt x="106591" y="31281"/>
                  <a:pt x="106627" y="31281"/>
                  <a:pt x="106627" y="31281"/>
                </a:cubicBezTo>
                <a:cubicBezTo>
                  <a:pt x="106664" y="31356"/>
                  <a:pt x="106664" y="31431"/>
                  <a:pt x="106701" y="31431"/>
                </a:cubicBezTo>
                <a:cubicBezTo>
                  <a:pt x="106701" y="31507"/>
                  <a:pt x="106701" y="31507"/>
                  <a:pt x="106701" y="31582"/>
                </a:cubicBezTo>
                <a:cubicBezTo>
                  <a:pt x="106664" y="31657"/>
                  <a:pt x="106627" y="31657"/>
                  <a:pt x="106627" y="31732"/>
                </a:cubicBezTo>
                <a:cubicBezTo>
                  <a:pt x="106627" y="31807"/>
                  <a:pt x="106627" y="31883"/>
                  <a:pt x="106664" y="31958"/>
                </a:cubicBezTo>
                <a:cubicBezTo>
                  <a:pt x="106664" y="32020"/>
                  <a:pt x="106701" y="32020"/>
                  <a:pt x="106738" y="32020"/>
                </a:cubicBezTo>
                <a:cubicBezTo>
                  <a:pt x="107062" y="32020"/>
                  <a:pt x="107062" y="32020"/>
                  <a:pt x="107062" y="32020"/>
                </a:cubicBezTo>
                <a:cubicBezTo>
                  <a:pt x="107136" y="32020"/>
                  <a:pt x="107173" y="31883"/>
                  <a:pt x="107209" y="31807"/>
                </a:cubicBezTo>
                <a:cubicBezTo>
                  <a:pt x="107246" y="31732"/>
                  <a:pt x="107246" y="31732"/>
                  <a:pt x="107246" y="31657"/>
                </a:cubicBezTo>
                <a:cubicBezTo>
                  <a:pt x="107283" y="31582"/>
                  <a:pt x="107283" y="31507"/>
                  <a:pt x="107313" y="31507"/>
                </a:cubicBezTo>
                <a:cubicBezTo>
                  <a:pt x="107424" y="31507"/>
                  <a:pt x="107424" y="31657"/>
                  <a:pt x="107497" y="31807"/>
                </a:cubicBezTo>
                <a:cubicBezTo>
                  <a:pt x="107534" y="31883"/>
                  <a:pt x="107571" y="31883"/>
                  <a:pt x="107571" y="31958"/>
                </a:cubicBezTo>
                <a:cubicBezTo>
                  <a:pt x="107571" y="31883"/>
                  <a:pt x="107571" y="31807"/>
                  <a:pt x="107571" y="31807"/>
                </a:cubicBezTo>
                <a:cubicBezTo>
                  <a:pt x="107571" y="31732"/>
                  <a:pt x="107607" y="31732"/>
                  <a:pt x="107607" y="31657"/>
                </a:cubicBezTo>
                <a:cubicBezTo>
                  <a:pt x="107644" y="31657"/>
                  <a:pt x="107644" y="31657"/>
                  <a:pt x="107681" y="31657"/>
                </a:cubicBezTo>
                <a:cubicBezTo>
                  <a:pt x="107718" y="31732"/>
                  <a:pt x="107718" y="31807"/>
                  <a:pt x="107754" y="31807"/>
                </a:cubicBezTo>
                <a:cubicBezTo>
                  <a:pt x="107969" y="31807"/>
                  <a:pt x="107969" y="31807"/>
                  <a:pt x="107969" y="31807"/>
                </a:cubicBezTo>
                <a:cubicBezTo>
                  <a:pt x="107969" y="31732"/>
                  <a:pt x="107969" y="31657"/>
                  <a:pt x="107969" y="31657"/>
                </a:cubicBezTo>
                <a:cubicBezTo>
                  <a:pt x="107932" y="31582"/>
                  <a:pt x="107932" y="31582"/>
                  <a:pt x="107895" y="31507"/>
                </a:cubicBezTo>
                <a:cubicBezTo>
                  <a:pt x="107895" y="31431"/>
                  <a:pt x="107895" y="31431"/>
                  <a:pt x="107895" y="31356"/>
                </a:cubicBezTo>
                <a:cubicBezTo>
                  <a:pt x="107828" y="31356"/>
                  <a:pt x="107791" y="31356"/>
                  <a:pt x="107754" y="31356"/>
                </a:cubicBezTo>
                <a:cubicBezTo>
                  <a:pt x="107718" y="31356"/>
                  <a:pt x="107718" y="31356"/>
                  <a:pt x="107681" y="31356"/>
                </a:cubicBezTo>
                <a:cubicBezTo>
                  <a:pt x="107681" y="30993"/>
                  <a:pt x="107681" y="30993"/>
                  <a:pt x="107681" y="30993"/>
                </a:cubicBezTo>
                <a:cubicBezTo>
                  <a:pt x="107681" y="30842"/>
                  <a:pt x="107754" y="30842"/>
                  <a:pt x="107791" y="30767"/>
                </a:cubicBezTo>
                <a:cubicBezTo>
                  <a:pt x="107828" y="30692"/>
                  <a:pt x="107828" y="30767"/>
                  <a:pt x="107859" y="30767"/>
                </a:cubicBezTo>
                <a:cubicBezTo>
                  <a:pt x="107895" y="30692"/>
                  <a:pt x="107895" y="30692"/>
                  <a:pt x="107895" y="30617"/>
                </a:cubicBezTo>
                <a:cubicBezTo>
                  <a:pt x="107932" y="30542"/>
                  <a:pt x="107932" y="30542"/>
                  <a:pt x="107932" y="30466"/>
                </a:cubicBezTo>
                <a:cubicBezTo>
                  <a:pt x="107969" y="30391"/>
                  <a:pt x="107969" y="30391"/>
                  <a:pt x="108006" y="30316"/>
                </a:cubicBezTo>
                <a:cubicBezTo>
                  <a:pt x="108006" y="30241"/>
                  <a:pt x="108042" y="30241"/>
                  <a:pt x="108042" y="30166"/>
                </a:cubicBezTo>
                <a:cubicBezTo>
                  <a:pt x="108079" y="30090"/>
                  <a:pt x="108079" y="30015"/>
                  <a:pt x="108116" y="30015"/>
                </a:cubicBezTo>
                <a:cubicBezTo>
                  <a:pt x="108153" y="30015"/>
                  <a:pt x="108153" y="30015"/>
                  <a:pt x="108189" y="30015"/>
                </a:cubicBezTo>
                <a:cubicBezTo>
                  <a:pt x="108263" y="29940"/>
                  <a:pt x="108263" y="29940"/>
                  <a:pt x="108263" y="29940"/>
                </a:cubicBezTo>
                <a:cubicBezTo>
                  <a:pt x="108300" y="29940"/>
                  <a:pt x="108300" y="29877"/>
                  <a:pt x="108300" y="29802"/>
                </a:cubicBezTo>
                <a:cubicBezTo>
                  <a:pt x="108367" y="29652"/>
                  <a:pt x="108404" y="29577"/>
                  <a:pt x="108441" y="29426"/>
                </a:cubicBezTo>
                <a:cubicBezTo>
                  <a:pt x="108514" y="29276"/>
                  <a:pt x="108551" y="29125"/>
                  <a:pt x="108661" y="29050"/>
                </a:cubicBezTo>
                <a:cubicBezTo>
                  <a:pt x="108698" y="28912"/>
                  <a:pt x="108735" y="28912"/>
                  <a:pt x="108808" y="28912"/>
                </a:cubicBezTo>
                <a:cubicBezTo>
                  <a:pt x="108845" y="28912"/>
                  <a:pt x="108875" y="28912"/>
                  <a:pt x="108912" y="28912"/>
                </a:cubicBezTo>
                <a:cubicBezTo>
                  <a:pt x="108949" y="28912"/>
                  <a:pt x="108986" y="28975"/>
                  <a:pt x="109022" y="28975"/>
                </a:cubicBezTo>
                <a:cubicBezTo>
                  <a:pt x="109059" y="28975"/>
                  <a:pt x="109059" y="28975"/>
                  <a:pt x="109059" y="28975"/>
                </a:cubicBezTo>
                <a:cubicBezTo>
                  <a:pt x="109096" y="28975"/>
                  <a:pt x="109096" y="28975"/>
                  <a:pt x="109133" y="28912"/>
                </a:cubicBezTo>
                <a:cubicBezTo>
                  <a:pt x="109169" y="28912"/>
                  <a:pt x="109169" y="28762"/>
                  <a:pt x="109206" y="28762"/>
                </a:cubicBezTo>
                <a:cubicBezTo>
                  <a:pt x="109243" y="28762"/>
                  <a:pt x="109243" y="28762"/>
                  <a:pt x="109243" y="28762"/>
                </a:cubicBezTo>
                <a:cubicBezTo>
                  <a:pt x="109280" y="28762"/>
                  <a:pt x="109280" y="28912"/>
                  <a:pt x="109280" y="28912"/>
                </a:cubicBezTo>
                <a:cubicBezTo>
                  <a:pt x="109316" y="28975"/>
                  <a:pt x="109316" y="29050"/>
                  <a:pt x="109347" y="29050"/>
                </a:cubicBezTo>
                <a:cubicBezTo>
                  <a:pt x="109347" y="29050"/>
                  <a:pt x="109390" y="29125"/>
                  <a:pt x="109421" y="29125"/>
                </a:cubicBezTo>
                <a:cubicBezTo>
                  <a:pt x="109421" y="29125"/>
                  <a:pt x="109457" y="29125"/>
                  <a:pt x="109494" y="29125"/>
                </a:cubicBezTo>
                <a:cubicBezTo>
                  <a:pt x="109494" y="29125"/>
                  <a:pt x="109531" y="29201"/>
                  <a:pt x="109568" y="29201"/>
                </a:cubicBezTo>
                <a:cubicBezTo>
                  <a:pt x="109531" y="29276"/>
                  <a:pt x="109494" y="29351"/>
                  <a:pt x="109494" y="29426"/>
                </a:cubicBezTo>
                <a:cubicBezTo>
                  <a:pt x="109494" y="29501"/>
                  <a:pt x="109494" y="29501"/>
                  <a:pt x="109494" y="29501"/>
                </a:cubicBezTo>
                <a:cubicBezTo>
                  <a:pt x="109494" y="29577"/>
                  <a:pt x="109494" y="29577"/>
                  <a:pt x="109531" y="29652"/>
                </a:cubicBezTo>
                <a:cubicBezTo>
                  <a:pt x="109531" y="29652"/>
                  <a:pt x="109568" y="29652"/>
                  <a:pt x="109604" y="29727"/>
                </a:cubicBezTo>
                <a:cubicBezTo>
                  <a:pt x="109604" y="29727"/>
                  <a:pt x="109604" y="29802"/>
                  <a:pt x="109604" y="29877"/>
                </a:cubicBezTo>
                <a:cubicBezTo>
                  <a:pt x="109604" y="29940"/>
                  <a:pt x="109604" y="30015"/>
                  <a:pt x="109604" y="30166"/>
                </a:cubicBezTo>
                <a:cubicBezTo>
                  <a:pt x="109678" y="30166"/>
                  <a:pt x="109678" y="30166"/>
                  <a:pt x="109678" y="30166"/>
                </a:cubicBezTo>
                <a:cubicBezTo>
                  <a:pt x="109715" y="30166"/>
                  <a:pt x="109751" y="30166"/>
                  <a:pt x="109751" y="30090"/>
                </a:cubicBezTo>
                <a:cubicBezTo>
                  <a:pt x="109788" y="30015"/>
                  <a:pt x="109788" y="30015"/>
                  <a:pt x="109825" y="29940"/>
                </a:cubicBezTo>
                <a:cubicBezTo>
                  <a:pt x="109862" y="29877"/>
                  <a:pt x="109892" y="29802"/>
                  <a:pt x="109966" y="29727"/>
                </a:cubicBezTo>
                <a:cubicBezTo>
                  <a:pt x="110003" y="29727"/>
                  <a:pt x="110003" y="29727"/>
                  <a:pt x="110039" y="29727"/>
                </a:cubicBezTo>
                <a:cubicBezTo>
                  <a:pt x="110076" y="29652"/>
                  <a:pt x="110076" y="29652"/>
                  <a:pt x="110113" y="29577"/>
                </a:cubicBezTo>
                <a:cubicBezTo>
                  <a:pt x="110150" y="29577"/>
                  <a:pt x="110150" y="29501"/>
                  <a:pt x="110150" y="29426"/>
                </a:cubicBezTo>
                <a:cubicBezTo>
                  <a:pt x="110186" y="29426"/>
                  <a:pt x="110223" y="29351"/>
                  <a:pt x="110223" y="29351"/>
                </a:cubicBezTo>
                <a:cubicBezTo>
                  <a:pt x="110260" y="29276"/>
                  <a:pt x="110260" y="29201"/>
                  <a:pt x="110297" y="29201"/>
                </a:cubicBezTo>
                <a:cubicBezTo>
                  <a:pt x="110333" y="29125"/>
                  <a:pt x="110364" y="29125"/>
                  <a:pt x="110437" y="29125"/>
                </a:cubicBezTo>
                <a:cubicBezTo>
                  <a:pt x="110437" y="29125"/>
                  <a:pt x="110474" y="29125"/>
                  <a:pt x="110511" y="29125"/>
                </a:cubicBezTo>
                <a:cubicBezTo>
                  <a:pt x="110511" y="29125"/>
                  <a:pt x="110511" y="29050"/>
                  <a:pt x="110548" y="28975"/>
                </a:cubicBezTo>
                <a:cubicBezTo>
                  <a:pt x="110548" y="28975"/>
                  <a:pt x="110548" y="28912"/>
                  <a:pt x="110548" y="28825"/>
                </a:cubicBezTo>
                <a:cubicBezTo>
                  <a:pt x="110584" y="28825"/>
                  <a:pt x="110584" y="28762"/>
                  <a:pt x="110584" y="28687"/>
                </a:cubicBezTo>
                <a:cubicBezTo>
                  <a:pt x="110621" y="28612"/>
                  <a:pt x="110584" y="28536"/>
                  <a:pt x="110584" y="28386"/>
                </a:cubicBezTo>
                <a:cubicBezTo>
                  <a:pt x="110621" y="28311"/>
                  <a:pt x="110621" y="28236"/>
                  <a:pt x="110621" y="28160"/>
                </a:cubicBezTo>
                <a:cubicBezTo>
                  <a:pt x="110695" y="28160"/>
                  <a:pt x="110732" y="28160"/>
                  <a:pt x="110768" y="28160"/>
                </a:cubicBezTo>
                <a:cubicBezTo>
                  <a:pt x="110842" y="28085"/>
                  <a:pt x="110879" y="28010"/>
                  <a:pt x="110909" y="28010"/>
                </a:cubicBezTo>
                <a:cubicBezTo>
                  <a:pt x="111277" y="28010"/>
                  <a:pt x="111277" y="28010"/>
                  <a:pt x="111277" y="28010"/>
                </a:cubicBezTo>
                <a:cubicBezTo>
                  <a:pt x="111277" y="28236"/>
                  <a:pt x="111277" y="28236"/>
                  <a:pt x="111277" y="28236"/>
                </a:cubicBezTo>
                <a:cubicBezTo>
                  <a:pt x="111240" y="28311"/>
                  <a:pt x="111240" y="28311"/>
                  <a:pt x="111203" y="28386"/>
                </a:cubicBezTo>
                <a:cubicBezTo>
                  <a:pt x="111056" y="28461"/>
                  <a:pt x="111056" y="28461"/>
                  <a:pt x="111056" y="28461"/>
                </a:cubicBezTo>
                <a:cubicBezTo>
                  <a:pt x="111019" y="28536"/>
                  <a:pt x="111019" y="28536"/>
                  <a:pt x="110983" y="28536"/>
                </a:cubicBezTo>
                <a:cubicBezTo>
                  <a:pt x="110946" y="28612"/>
                  <a:pt x="110909" y="28612"/>
                  <a:pt x="110909" y="28687"/>
                </a:cubicBezTo>
                <a:cubicBezTo>
                  <a:pt x="110909" y="28762"/>
                  <a:pt x="110879" y="28825"/>
                  <a:pt x="110879" y="28825"/>
                </a:cubicBezTo>
                <a:cubicBezTo>
                  <a:pt x="110879" y="28912"/>
                  <a:pt x="110879" y="28975"/>
                  <a:pt x="110879" y="28975"/>
                </a:cubicBezTo>
                <a:cubicBezTo>
                  <a:pt x="110879" y="29050"/>
                  <a:pt x="110879" y="29125"/>
                  <a:pt x="110879" y="29125"/>
                </a:cubicBezTo>
                <a:cubicBezTo>
                  <a:pt x="110879" y="29201"/>
                  <a:pt x="110842" y="29201"/>
                  <a:pt x="110842" y="29276"/>
                </a:cubicBezTo>
                <a:cubicBezTo>
                  <a:pt x="110842" y="29426"/>
                  <a:pt x="110805" y="29501"/>
                  <a:pt x="110768" y="29577"/>
                </a:cubicBezTo>
                <a:cubicBezTo>
                  <a:pt x="110768" y="29652"/>
                  <a:pt x="110768" y="29727"/>
                  <a:pt x="110768" y="29727"/>
                </a:cubicBezTo>
                <a:cubicBezTo>
                  <a:pt x="110768" y="29802"/>
                  <a:pt x="110768" y="29877"/>
                  <a:pt x="110732" y="29877"/>
                </a:cubicBezTo>
                <a:cubicBezTo>
                  <a:pt x="110732" y="29940"/>
                  <a:pt x="110732" y="30015"/>
                  <a:pt x="110695" y="30015"/>
                </a:cubicBezTo>
                <a:cubicBezTo>
                  <a:pt x="110658" y="30015"/>
                  <a:pt x="110658" y="30015"/>
                  <a:pt x="110621" y="30090"/>
                </a:cubicBezTo>
                <a:cubicBezTo>
                  <a:pt x="110584" y="30090"/>
                  <a:pt x="110548" y="30090"/>
                  <a:pt x="110548" y="30166"/>
                </a:cubicBezTo>
                <a:cubicBezTo>
                  <a:pt x="110511" y="30166"/>
                  <a:pt x="110474" y="30166"/>
                  <a:pt x="110474" y="30166"/>
                </a:cubicBezTo>
                <a:cubicBezTo>
                  <a:pt x="110437" y="30241"/>
                  <a:pt x="110437" y="30241"/>
                  <a:pt x="110437" y="30316"/>
                </a:cubicBezTo>
                <a:cubicBezTo>
                  <a:pt x="110437" y="30391"/>
                  <a:pt x="110437" y="30391"/>
                  <a:pt x="110437" y="30466"/>
                </a:cubicBezTo>
                <a:cubicBezTo>
                  <a:pt x="110407" y="30617"/>
                  <a:pt x="110333" y="30617"/>
                  <a:pt x="110297" y="30692"/>
                </a:cubicBezTo>
                <a:cubicBezTo>
                  <a:pt x="110223" y="30767"/>
                  <a:pt x="110150" y="30905"/>
                  <a:pt x="110076" y="30993"/>
                </a:cubicBezTo>
                <a:cubicBezTo>
                  <a:pt x="110003" y="31131"/>
                  <a:pt x="109929" y="31206"/>
                  <a:pt x="109862" y="31281"/>
                </a:cubicBezTo>
                <a:cubicBezTo>
                  <a:pt x="109751" y="31356"/>
                  <a:pt x="109715" y="31507"/>
                  <a:pt x="109641" y="31582"/>
                </a:cubicBezTo>
                <a:cubicBezTo>
                  <a:pt x="109568" y="31732"/>
                  <a:pt x="109531" y="31883"/>
                  <a:pt x="109457" y="32020"/>
                </a:cubicBezTo>
                <a:cubicBezTo>
                  <a:pt x="109457" y="32096"/>
                  <a:pt x="109421" y="32171"/>
                  <a:pt x="109421" y="32171"/>
                </a:cubicBezTo>
                <a:cubicBezTo>
                  <a:pt x="109347" y="32246"/>
                  <a:pt x="109316" y="32246"/>
                  <a:pt x="109280" y="32321"/>
                </a:cubicBezTo>
                <a:cubicBezTo>
                  <a:pt x="109243" y="32396"/>
                  <a:pt x="109280" y="32472"/>
                  <a:pt x="109243" y="32472"/>
                </a:cubicBezTo>
                <a:cubicBezTo>
                  <a:pt x="109243" y="32547"/>
                  <a:pt x="109206" y="32622"/>
                  <a:pt x="109169" y="32622"/>
                </a:cubicBezTo>
                <a:lnTo>
                  <a:pt x="109133" y="32622"/>
                </a:lnTo>
                <a:cubicBezTo>
                  <a:pt x="109096" y="32622"/>
                  <a:pt x="109059" y="32622"/>
                  <a:pt x="109022" y="32622"/>
                </a:cubicBezTo>
                <a:cubicBezTo>
                  <a:pt x="108986" y="32622"/>
                  <a:pt x="108986" y="32697"/>
                  <a:pt x="108949" y="32697"/>
                </a:cubicBezTo>
                <a:cubicBezTo>
                  <a:pt x="108949" y="32697"/>
                  <a:pt x="108912" y="32772"/>
                  <a:pt x="108875" y="32772"/>
                </a:cubicBezTo>
                <a:cubicBezTo>
                  <a:pt x="108845" y="32772"/>
                  <a:pt x="108808" y="32848"/>
                  <a:pt x="108735" y="32923"/>
                </a:cubicBezTo>
                <a:cubicBezTo>
                  <a:pt x="108698" y="32923"/>
                  <a:pt x="108698" y="32923"/>
                  <a:pt x="108661" y="32985"/>
                </a:cubicBezTo>
                <a:cubicBezTo>
                  <a:pt x="108624" y="32985"/>
                  <a:pt x="108624" y="32923"/>
                  <a:pt x="108588" y="32985"/>
                </a:cubicBezTo>
                <a:cubicBezTo>
                  <a:pt x="108551" y="32985"/>
                  <a:pt x="108551" y="32985"/>
                  <a:pt x="108514" y="33073"/>
                </a:cubicBezTo>
                <a:cubicBezTo>
                  <a:pt x="108514" y="33073"/>
                  <a:pt x="108477" y="33136"/>
                  <a:pt x="108477" y="33211"/>
                </a:cubicBezTo>
                <a:cubicBezTo>
                  <a:pt x="108477" y="33286"/>
                  <a:pt x="108514" y="33286"/>
                  <a:pt x="108514" y="33361"/>
                </a:cubicBezTo>
                <a:cubicBezTo>
                  <a:pt x="108514" y="33512"/>
                  <a:pt x="108514" y="33662"/>
                  <a:pt x="108477" y="33813"/>
                </a:cubicBezTo>
                <a:cubicBezTo>
                  <a:pt x="108477" y="33888"/>
                  <a:pt x="108441" y="33888"/>
                  <a:pt x="108404" y="33963"/>
                </a:cubicBezTo>
                <a:cubicBezTo>
                  <a:pt x="108404" y="33963"/>
                  <a:pt x="108367" y="33963"/>
                  <a:pt x="108330" y="34038"/>
                </a:cubicBezTo>
                <a:cubicBezTo>
                  <a:pt x="108330" y="34101"/>
                  <a:pt x="108330" y="34101"/>
                  <a:pt x="108330" y="34176"/>
                </a:cubicBezTo>
                <a:cubicBezTo>
                  <a:pt x="108330" y="34251"/>
                  <a:pt x="108300" y="34251"/>
                  <a:pt x="108263" y="34326"/>
                </a:cubicBezTo>
                <a:cubicBezTo>
                  <a:pt x="108263" y="34402"/>
                  <a:pt x="108263" y="34477"/>
                  <a:pt x="108263" y="34552"/>
                </a:cubicBezTo>
                <a:cubicBezTo>
                  <a:pt x="108263" y="34627"/>
                  <a:pt x="108300" y="34702"/>
                  <a:pt x="108263" y="34853"/>
                </a:cubicBezTo>
                <a:cubicBezTo>
                  <a:pt x="108263" y="34928"/>
                  <a:pt x="108189" y="35003"/>
                  <a:pt x="108189" y="35154"/>
                </a:cubicBezTo>
                <a:cubicBezTo>
                  <a:pt x="108189" y="35216"/>
                  <a:pt x="108189" y="35291"/>
                  <a:pt x="108189" y="35442"/>
                </a:cubicBezTo>
                <a:cubicBezTo>
                  <a:pt x="108189" y="35517"/>
                  <a:pt x="108189" y="35592"/>
                  <a:pt x="108189" y="35743"/>
                </a:cubicBezTo>
                <a:cubicBezTo>
                  <a:pt x="108189" y="36332"/>
                  <a:pt x="108226" y="36632"/>
                  <a:pt x="108226" y="37234"/>
                </a:cubicBezTo>
                <a:cubicBezTo>
                  <a:pt x="108226" y="37297"/>
                  <a:pt x="108226" y="37372"/>
                  <a:pt x="108226" y="37447"/>
                </a:cubicBezTo>
                <a:cubicBezTo>
                  <a:pt x="108226" y="37522"/>
                  <a:pt x="108189" y="37522"/>
                  <a:pt x="108153" y="37597"/>
                </a:cubicBezTo>
                <a:cubicBezTo>
                  <a:pt x="108330" y="38199"/>
                  <a:pt x="108330" y="38199"/>
                  <a:pt x="108330" y="38199"/>
                </a:cubicBezTo>
                <a:cubicBezTo>
                  <a:pt x="108330" y="39377"/>
                  <a:pt x="108330" y="39377"/>
                  <a:pt x="108330" y="39377"/>
                </a:cubicBezTo>
                <a:cubicBezTo>
                  <a:pt x="108367" y="39377"/>
                  <a:pt x="108367" y="39452"/>
                  <a:pt x="108404" y="39452"/>
                </a:cubicBezTo>
                <a:cubicBezTo>
                  <a:pt x="108441" y="39452"/>
                  <a:pt x="108441" y="39377"/>
                  <a:pt x="108477" y="39314"/>
                </a:cubicBezTo>
                <a:cubicBezTo>
                  <a:pt x="108514" y="39314"/>
                  <a:pt x="108551" y="39314"/>
                  <a:pt x="108551" y="39314"/>
                </a:cubicBezTo>
                <a:cubicBezTo>
                  <a:pt x="108588" y="39314"/>
                  <a:pt x="108588" y="39239"/>
                  <a:pt x="108624" y="39239"/>
                </a:cubicBezTo>
                <a:cubicBezTo>
                  <a:pt x="108661" y="39239"/>
                  <a:pt x="108661" y="39164"/>
                  <a:pt x="108698" y="39164"/>
                </a:cubicBezTo>
                <a:cubicBezTo>
                  <a:pt x="108735" y="39164"/>
                  <a:pt x="108771" y="39164"/>
                  <a:pt x="108808" y="39164"/>
                </a:cubicBezTo>
                <a:cubicBezTo>
                  <a:pt x="108808" y="39014"/>
                  <a:pt x="108808" y="38938"/>
                  <a:pt x="108808" y="38788"/>
                </a:cubicBezTo>
                <a:cubicBezTo>
                  <a:pt x="108808" y="38713"/>
                  <a:pt x="108808" y="38638"/>
                  <a:pt x="108808" y="38638"/>
                </a:cubicBezTo>
                <a:cubicBezTo>
                  <a:pt x="108845" y="38562"/>
                  <a:pt x="108845" y="38487"/>
                  <a:pt x="108875" y="38487"/>
                </a:cubicBezTo>
                <a:cubicBezTo>
                  <a:pt x="108875" y="38412"/>
                  <a:pt x="108912" y="38412"/>
                  <a:pt x="108949" y="38412"/>
                </a:cubicBezTo>
                <a:cubicBezTo>
                  <a:pt x="108949" y="38337"/>
                  <a:pt x="108986" y="38337"/>
                  <a:pt x="108986" y="38274"/>
                </a:cubicBezTo>
                <a:cubicBezTo>
                  <a:pt x="109022" y="38199"/>
                  <a:pt x="109022" y="38199"/>
                  <a:pt x="109059" y="38124"/>
                </a:cubicBezTo>
                <a:cubicBezTo>
                  <a:pt x="109096" y="37973"/>
                  <a:pt x="109096" y="37973"/>
                  <a:pt x="109096" y="37973"/>
                </a:cubicBezTo>
                <a:cubicBezTo>
                  <a:pt x="109096" y="37898"/>
                  <a:pt x="109096" y="37898"/>
                  <a:pt x="109133" y="37823"/>
                </a:cubicBezTo>
                <a:cubicBezTo>
                  <a:pt x="109133" y="37748"/>
                  <a:pt x="109169" y="37673"/>
                  <a:pt x="109206" y="37673"/>
                </a:cubicBezTo>
                <a:cubicBezTo>
                  <a:pt x="109243" y="37673"/>
                  <a:pt x="109243" y="37673"/>
                  <a:pt x="109243" y="37673"/>
                </a:cubicBezTo>
                <a:cubicBezTo>
                  <a:pt x="109280" y="37673"/>
                  <a:pt x="109280" y="37748"/>
                  <a:pt x="109316" y="37748"/>
                </a:cubicBezTo>
                <a:cubicBezTo>
                  <a:pt x="109390" y="37748"/>
                  <a:pt x="109390" y="37748"/>
                  <a:pt x="109390" y="37748"/>
                </a:cubicBezTo>
                <a:cubicBezTo>
                  <a:pt x="109390" y="37748"/>
                  <a:pt x="109421" y="37748"/>
                  <a:pt x="109457" y="37748"/>
                </a:cubicBezTo>
                <a:cubicBezTo>
                  <a:pt x="109457" y="37748"/>
                  <a:pt x="109494" y="37673"/>
                  <a:pt x="109494" y="37597"/>
                </a:cubicBezTo>
                <a:cubicBezTo>
                  <a:pt x="109531" y="37597"/>
                  <a:pt x="109531" y="37522"/>
                  <a:pt x="109531" y="37447"/>
                </a:cubicBezTo>
                <a:cubicBezTo>
                  <a:pt x="109531" y="36783"/>
                  <a:pt x="109531" y="36783"/>
                  <a:pt x="109531" y="36783"/>
                </a:cubicBezTo>
                <a:cubicBezTo>
                  <a:pt x="109568" y="36632"/>
                  <a:pt x="109604" y="36557"/>
                  <a:pt x="109641" y="36482"/>
                </a:cubicBezTo>
                <a:cubicBezTo>
                  <a:pt x="109678" y="36407"/>
                  <a:pt x="109715" y="36407"/>
                  <a:pt x="109715" y="36332"/>
                </a:cubicBezTo>
                <a:cubicBezTo>
                  <a:pt x="110223" y="36332"/>
                  <a:pt x="110223" y="36332"/>
                  <a:pt x="110223" y="36332"/>
                </a:cubicBezTo>
                <a:cubicBezTo>
                  <a:pt x="110223" y="35968"/>
                  <a:pt x="110223" y="35968"/>
                  <a:pt x="110223" y="35968"/>
                </a:cubicBezTo>
                <a:cubicBezTo>
                  <a:pt x="110223" y="35818"/>
                  <a:pt x="110186" y="35818"/>
                  <a:pt x="110150" y="35667"/>
                </a:cubicBezTo>
                <a:cubicBezTo>
                  <a:pt x="110150" y="35592"/>
                  <a:pt x="110113" y="35592"/>
                  <a:pt x="110113" y="35517"/>
                </a:cubicBezTo>
                <a:cubicBezTo>
                  <a:pt x="110113" y="35367"/>
                  <a:pt x="110113" y="35367"/>
                  <a:pt x="110113" y="35367"/>
                </a:cubicBezTo>
                <a:cubicBezTo>
                  <a:pt x="110113" y="35216"/>
                  <a:pt x="110113" y="35216"/>
                  <a:pt x="110113" y="35216"/>
                </a:cubicBezTo>
                <a:lnTo>
                  <a:pt x="110150" y="35154"/>
                </a:lnTo>
                <a:cubicBezTo>
                  <a:pt x="110186" y="35078"/>
                  <a:pt x="110223" y="35003"/>
                  <a:pt x="110223" y="34928"/>
                </a:cubicBezTo>
                <a:cubicBezTo>
                  <a:pt x="110260" y="34853"/>
                  <a:pt x="110260" y="34853"/>
                  <a:pt x="110260" y="34778"/>
                </a:cubicBezTo>
                <a:cubicBezTo>
                  <a:pt x="110297" y="34702"/>
                  <a:pt x="110297" y="34627"/>
                  <a:pt x="110333" y="34627"/>
                </a:cubicBezTo>
                <a:cubicBezTo>
                  <a:pt x="110364" y="34627"/>
                  <a:pt x="110407" y="34627"/>
                  <a:pt x="110437" y="34702"/>
                </a:cubicBezTo>
                <a:cubicBezTo>
                  <a:pt x="110474" y="34702"/>
                  <a:pt x="110437" y="34778"/>
                  <a:pt x="110474" y="34853"/>
                </a:cubicBezTo>
                <a:cubicBezTo>
                  <a:pt x="110474" y="34853"/>
                  <a:pt x="110511" y="34853"/>
                  <a:pt x="110548" y="34928"/>
                </a:cubicBezTo>
                <a:cubicBezTo>
                  <a:pt x="110658" y="34928"/>
                  <a:pt x="110658" y="34928"/>
                  <a:pt x="110658" y="34928"/>
                </a:cubicBezTo>
                <a:cubicBezTo>
                  <a:pt x="110695" y="34627"/>
                  <a:pt x="110695" y="34627"/>
                  <a:pt x="110695" y="34627"/>
                </a:cubicBezTo>
                <a:cubicBezTo>
                  <a:pt x="110658" y="34627"/>
                  <a:pt x="110658" y="34552"/>
                  <a:pt x="110621" y="34477"/>
                </a:cubicBezTo>
                <a:cubicBezTo>
                  <a:pt x="110584" y="34402"/>
                  <a:pt x="110548" y="34402"/>
                  <a:pt x="110511" y="34251"/>
                </a:cubicBezTo>
                <a:cubicBezTo>
                  <a:pt x="110511" y="34176"/>
                  <a:pt x="110511" y="34176"/>
                  <a:pt x="110511" y="34101"/>
                </a:cubicBezTo>
                <a:cubicBezTo>
                  <a:pt x="110511" y="34038"/>
                  <a:pt x="110511" y="34038"/>
                  <a:pt x="110511" y="33963"/>
                </a:cubicBezTo>
                <a:cubicBezTo>
                  <a:pt x="110511" y="33888"/>
                  <a:pt x="110474" y="33888"/>
                  <a:pt x="110474" y="33813"/>
                </a:cubicBezTo>
                <a:cubicBezTo>
                  <a:pt x="110474" y="33737"/>
                  <a:pt x="110474" y="33662"/>
                  <a:pt x="110474" y="33512"/>
                </a:cubicBezTo>
                <a:cubicBezTo>
                  <a:pt x="110474" y="33437"/>
                  <a:pt x="110437" y="33437"/>
                  <a:pt x="110474" y="33361"/>
                </a:cubicBezTo>
                <a:cubicBezTo>
                  <a:pt x="110474" y="33286"/>
                  <a:pt x="110511" y="33361"/>
                  <a:pt x="110548" y="33286"/>
                </a:cubicBezTo>
                <a:cubicBezTo>
                  <a:pt x="110548" y="33286"/>
                  <a:pt x="110584" y="33286"/>
                  <a:pt x="110584" y="33211"/>
                </a:cubicBezTo>
                <a:cubicBezTo>
                  <a:pt x="110584" y="33211"/>
                  <a:pt x="110621" y="33136"/>
                  <a:pt x="110584" y="33136"/>
                </a:cubicBezTo>
                <a:cubicBezTo>
                  <a:pt x="110584" y="33073"/>
                  <a:pt x="110548" y="32985"/>
                  <a:pt x="110548" y="32985"/>
                </a:cubicBezTo>
                <a:cubicBezTo>
                  <a:pt x="110511" y="32985"/>
                  <a:pt x="110511" y="32923"/>
                  <a:pt x="110474" y="32985"/>
                </a:cubicBezTo>
                <a:cubicBezTo>
                  <a:pt x="110437" y="32985"/>
                  <a:pt x="110437" y="33136"/>
                  <a:pt x="110437" y="33136"/>
                </a:cubicBezTo>
                <a:cubicBezTo>
                  <a:pt x="110297" y="33136"/>
                  <a:pt x="110297" y="33136"/>
                  <a:pt x="110297" y="33136"/>
                </a:cubicBezTo>
                <a:cubicBezTo>
                  <a:pt x="110297" y="32985"/>
                  <a:pt x="110260" y="32923"/>
                  <a:pt x="110297" y="32772"/>
                </a:cubicBezTo>
                <a:cubicBezTo>
                  <a:pt x="110297" y="32697"/>
                  <a:pt x="110333" y="32622"/>
                  <a:pt x="110364" y="32472"/>
                </a:cubicBezTo>
                <a:cubicBezTo>
                  <a:pt x="110364" y="32472"/>
                  <a:pt x="110364" y="32396"/>
                  <a:pt x="110364" y="32321"/>
                </a:cubicBezTo>
                <a:cubicBezTo>
                  <a:pt x="110407" y="32321"/>
                  <a:pt x="110407" y="32246"/>
                  <a:pt x="110437" y="32246"/>
                </a:cubicBezTo>
                <a:cubicBezTo>
                  <a:pt x="110474" y="32096"/>
                  <a:pt x="110511" y="32171"/>
                  <a:pt x="110548" y="32096"/>
                </a:cubicBezTo>
                <a:cubicBezTo>
                  <a:pt x="110584" y="32020"/>
                  <a:pt x="110621" y="31958"/>
                  <a:pt x="110621" y="31958"/>
                </a:cubicBezTo>
                <a:cubicBezTo>
                  <a:pt x="110621" y="31883"/>
                  <a:pt x="110621" y="31807"/>
                  <a:pt x="110621" y="31807"/>
                </a:cubicBezTo>
                <a:cubicBezTo>
                  <a:pt x="110658" y="31732"/>
                  <a:pt x="110658" y="31732"/>
                  <a:pt x="110658" y="31657"/>
                </a:cubicBezTo>
                <a:cubicBezTo>
                  <a:pt x="110695" y="31582"/>
                  <a:pt x="110695" y="31582"/>
                  <a:pt x="110695" y="31507"/>
                </a:cubicBezTo>
                <a:cubicBezTo>
                  <a:pt x="110695" y="31356"/>
                  <a:pt x="110695" y="31281"/>
                  <a:pt x="110695" y="31206"/>
                </a:cubicBezTo>
                <a:cubicBezTo>
                  <a:pt x="110695" y="31131"/>
                  <a:pt x="110695" y="31055"/>
                  <a:pt x="110695" y="31055"/>
                </a:cubicBezTo>
                <a:cubicBezTo>
                  <a:pt x="110695" y="30993"/>
                  <a:pt x="110695" y="30905"/>
                  <a:pt x="110732" y="30905"/>
                </a:cubicBezTo>
                <a:cubicBezTo>
                  <a:pt x="110732" y="30842"/>
                  <a:pt x="110768" y="30767"/>
                  <a:pt x="110768" y="30767"/>
                </a:cubicBezTo>
                <a:cubicBezTo>
                  <a:pt x="110805" y="30692"/>
                  <a:pt x="110842" y="30692"/>
                  <a:pt x="110842" y="30692"/>
                </a:cubicBezTo>
                <a:cubicBezTo>
                  <a:pt x="110879" y="30692"/>
                  <a:pt x="110879" y="30692"/>
                  <a:pt x="110909" y="30692"/>
                </a:cubicBezTo>
                <a:cubicBezTo>
                  <a:pt x="110983" y="30692"/>
                  <a:pt x="111019" y="30767"/>
                  <a:pt x="111056" y="30842"/>
                </a:cubicBezTo>
                <a:cubicBezTo>
                  <a:pt x="111093" y="30842"/>
                  <a:pt x="111056" y="30905"/>
                  <a:pt x="111093" y="30993"/>
                </a:cubicBezTo>
                <a:cubicBezTo>
                  <a:pt x="111130" y="30993"/>
                  <a:pt x="111166" y="31055"/>
                  <a:pt x="111203" y="31055"/>
                </a:cubicBezTo>
                <a:cubicBezTo>
                  <a:pt x="111240" y="31055"/>
                  <a:pt x="111277" y="31055"/>
                  <a:pt x="111313" y="30993"/>
                </a:cubicBezTo>
                <a:cubicBezTo>
                  <a:pt x="111313" y="30993"/>
                  <a:pt x="111350" y="30905"/>
                  <a:pt x="111350" y="30842"/>
                </a:cubicBezTo>
                <a:cubicBezTo>
                  <a:pt x="111381" y="30842"/>
                  <a:pt x="111381" y="30767"/>
                  <a:pt x="111424" y="30692"/>
                </a:cubicBezTo>
                <a:cubicBezTo>
                  <a:pt x="111424" y="30692"/>
                  <a:pt x="111454" y="30692"/>
                  <a:pt x="111491" y="30617"/>
                </a:cubicBezTo>
                <a:cubicBezTo>
                  <a:pt x="111491" y="30692"/>
                  <a:pt x="111528" y="30692"/>
                  <a:pt x="111528" y="30767"/>
                </a:cubicBezTo>
                <a:cubicBezTo>
                  <a:pt x="111565" y="30767"/>
                  <a:pt x="111528" y="30842"/>
                  <a:pt x="111528" y="30905"/>
                </a:cubicBezTo>
                <a:cubicBezTo>
                  <a:pt x="111565" y="30993"/>
                  <a:pt x="111601" y="30993"/>
                  <a:pt x="111601" y="31055"/>
                </a:cubicBezTo>
                <a:cubicBezTo>
                  <a:pt x="111601" y="30993"/>
                  <a:pt x="111638" y="31055"/>
                  <a:pt x="111675" y="31055"/>
                </a:cubicBezTo>
                <a:cubicBezTo>
                  <a:pt x="111712" y="30993"/>
                  <a:pt x="111712" y="30993"/>
                  <a:pt x="111748" y="30905"/>
                </a:cubicBezTo>
                <a:cubicBezTo>
                  <a:pt x="111748" y="30905"/>
                  <a:pt x="111785" y="30842"/>
                  <a:pt x="111822" y="30842"/>
                </a:cubicBezTo>
                <a:cubicBezTo>
                  <a:pt x="111852" y="30692"/>
                  <a:pt x="111852" y="30617"/>
                  <a:pt x="111926" y="30542"/>
                </a:cubicBezTo>
                <a:cubicBezTo>
                  <a:pt x="111926" y="30466"/>
                  <a:pt x="111926" y="30391"/>
                  <a:pt x="111963" y="30391"/>
                </a:cubicBezTo>
                <a:cubicBezTo>
                  <a:pt x="112000" y="30391"/>
                  <a:pt x="112036" y="30391"/>
                  <a:pt x="112073" y="30391"/>
                </a:cubicBezTo>
                <a:cubicBezTo>
                  <a:pt x="112110" y="30391"/>
                  <a:pt x="112147" y="30391"/>
                  <a:pt x="112183" y="30391"/>
                </a:cubicBezTo>
                <a:cubicBezTo>
                  <a:pt x="112220" y="30391"/>
                  <a:pt x="112220" y="30391"/>
                  <a:pt x="112257" y="30391"/>
                </a:cubicBezTo>
                <a:cubicBezTo>
                  <a:pt x="112257" y="30466"/>
                  <a:pt x="112294" y="30466"/>
                  <a:pt x="112330" y="30466"/>
                </a:cubicBezTo>
                <a:cubicBezTo>
                  <a:pt x="112839" y="30466"/>
                  <a:pt x="112839" y="30466"/>
                  <a:pt x="112839" y="30466"/>
                </a:cubicBezTo>
                <a:cubicBezTo>
                  <a:pt x="112839" y="30542"/>
                  <a:pt x="112802" y="30617"/>
                  <a:pt x="112839" y="30767"/>
                </a:cubicBezTo>
                <a:cubicBezTo>
                  <a:pt x="112839" y="30842"/>
                  <a:pt x="112802" y="30842"/>
                  <a:pt x="112839" y="30905"/>
                </a:cubicBezTo>
                <a:cubicBezTo>
                  <a:pt x="112839" y="30993"/>
                  <a:pt x="112875" y="31055"/>
                  <a:pt x="112912" y="31131"/>
                </a:cubicBezTo>
                <a:cubicBezTo>
                  <a:pt x="112943" y="31131"/>
                  <a:pt x="112980" y="31131"/>
                  <a:pt x="112980" y="31131"/>
                </a:cubicBezTo>
                <a:cubicBezTo>
                  <a:pt x="112980" y="30905"/>
                  <a:pt x="112980" y="30692"/>
                  <a:pt x="113053" y="30542"/>
                </a:cubicBezTo>
                <a:cubicBezTo>
                  <a:pt x="113090" y="30542"/>
                  <a:pt x="113127" y="30542"/>
                  <a:pt x="113127" y="30466"/>
                </a:cubicBezTo>
                <a:cubicBezTo>
                  <a:pt x="113163" y="30466"/>
                  <a:pt x="113163" y="30391"/>
                  <a:pt x="113200" y="30391"/>
                </a:cubicBezTo>
                <a:cubicBezTo>
                  <a:pt x="113237" y="30316"/>
                  <a:pt x="113237" y="30316"/>
                  <a:pt x="113274" y="30241"/>
                </a:cubicBezTo>
                <a:cubicBezTo>
                  <a:pt x="113310" y="30090"/>
                  <a:pt x="113310" y="30015"/>
                  <a:pt x="113384" y="29940"/>
                </a:cubicBezTo>
                <a:cubicBezTo>
                  <a:pt x="113384" y="29877"/>
                  <a:pt x="113415" y="29802"/>
                  <a:pt x="113415" y="29727"/>
                </a:cubicBezTo>
                <a:cubicBezTo>
                  <a:pt x="113457" y="29727"/>
                  <a:pt x="113457" y="29652"/>
                  <a:pt x="113488" y="29577"/>
                </a:cubicBezTo>
                <a:cubicBezTo>
                  <a:pt x="113525" y="29577"/>
                  <a:pt x="113562" y="29577"/>
                  <a:pt x="113635" y="29501"/>
                </a:cubicBezTo>
                <a:cubicBezTo>
                  <a:pt x="113672" y="29501"/>
                  <a:pt x="113672" y="29426"/>
                  <a:pt x="113709" y="29426"/>
                </a:cubicBezTo>
                <a:cubicBezTo>
                  <a:pt x="113819" y="29426"/>
                  <a:pt x="113819" y="29426"/>
                  <a:pt x="113819" y="29426"/>
                </a:cubicBezTo>
                <a:cubicBezTo>
                  <a:pt x="113856" y="29426"/>
                  <a:pt x="113892" y="29501"/>
                  <a:pt x="113960" y="29426"/>
                </a:cubicBezTo>
                <a:cubicBezTo>
                  <a:pt x="113996" y="29426"/>
                  <a:pt x="113996" y="29426"/>
                  <a:pt x="114033" y="29351"/>
                </a:cubicBezTo>
                <a:cubicBezTo>
                  <a:pt x="114070" y="29351"/>
                  <a:pt x="114107" y="29351"/>
                  <a:pt x="114180" y="29276"/>
                </a:cubicBezTo>
                <a:cubicBezTo>
                  <a:pt x="114217" y="29276"/>
                  <a:pt x="114217" y="29276"/>
                  <a:pt x="114254" y="29201"/>
                </a:cubicBezTo>
                <a:cubicBezTo>
                  <a:pt x="114290" y="29201"/>
                  <a:pt x="114290" y="29125"/>
                  <a:pt x="114290" y="29050"/>
                </a:cubicBezTo>
                <a:cubicBezTo>
                  <a:pt x="114327" y="28975"/>
                  <a:pt x="114327" y="28975"/>
                  <a:pt x="114364" y="28912"/>
                </a:cubicBezTo>
                <a:cubicBezTo>
                  <a:pt x="114401" y="28912"/>
                  <a:pt x="114401" y="28912"/>
                  <a:pt x="114437" y="28912"/>
                </a:cubicBezTo>
                <a:cubicBezTo>
                  <a:pt x="114505" y="28825"/>
                  <a:pt x="114542" y="28612"/>
                  <a:pt x="114652" y="28612"/>
                </a:cubicBezTo>
                <a:cubicBezTo>
                  <a:pt x="114689" y="28612"/>
                  <a:pt x="114725" y="28612"/>
                  <a:pt x="114799" y="28612"/>
                </a:cubicBezTo>
                <a:cubicBezTo>
                  <a:pt x="114836" y="28612"/>
                  <a:pt x="114872" y="28536"/>
                  <a:pt x="114872" y="28536"/>
                </a:cubicBezTo>
                <a:cubicBezTo>
                  <a:pt x="114909" y="28536"/>
                  <a:pt x="114946" y="28461"/>
                  <a:pt x="114977" y="28461"/>
                </a:cubicBezTo>
                <a:cubicBezTo>
                  <a:pt x="115050" y="28386"/>
                  <a:pt x="115050" y="28236"/>
                  <a:pt x="115124" y="28160"/>
                </a:cubicBezTo>
                <a:cubicBezTo>
                  <a:pt x="115124" y="28085"/>
                  <a:pt x="115160" y="28010"/>
                  <a:pt x="115197" y="28010"/>
                </a:cubicBezTo>
                <a:cubicBezTo>
                  <a:pt x="115234" y="28010"/>
                  <a:pt x="115271" y="28010"/>
                  <a:pt x="115307" y="28010"/>
                </a:cubicBezTo>
                <a:cubicBezTo>
                  <a:pt x="115418" y="28010"/>
                  <a:pt x="115454" y="28010"/>
                  <a:pt x="115522" y="28085"/>
                </a:cubicBezTo>
                <a:cubicBezTo>
                  <a:pt x="115558" y="28085"/>
                  <a:pt x="115558" y="28160"/>
                  <a:pt x="115595" y="28160"/>
                </a:cubicBezTo>
                <a:cubicBezTo>
                  <a:pt x="115632" y="28236"/>
                  <a:pt x="115632" y="28311"/>
                  <a:pt x="115669" y="28311"/>
                </a:cubicBezTo>
                <a:cubicBezTo>
                  <a:pt x="115705" y="28311"/>
                  <a:pt x="115705" y="28311"/>
                  <a:pt x="115742" y="28386"/>
                </a:cubicBezTo>
                <a:cubicBezTo>
                  <a:pt x="115816" y="28386"/>
                  <a:pt x="115852" y="28386"/>
                  <a:pt x="115926" y="28386"/>
                </a:cubicBezTo>
                <a:cubicBezTo>
                  <a:pt x="116030" y="28386"/>
                  <a:pt x="116030" y="28386"/>
                  <a:pt x="116030" y="28386"/>
                </a:cubicBezTo>
                <a:cubicBezTo>
                  <a:pt x="116067" y="28386"/>
                  <a:pt x="116067" y="28386"/>
                  <a:pt x="116104" y="28386"/>
                </a:cubicBezTo>
                <a:cubicBezTo>
                  <a:pt x="116104" y="27935"/>
                  <a:pt x="116104" y="27935"/>
                  <a:pt x="116104" y="27935"/>
                </a:cubicBezTo>
                <a:cubicBezTo>
                  <a:pt x="116067" y="27860"/>
                  <a:pt x="116067" y="27860"/>
                  <a:pt x="116030" y="27797"/>
                </a:cubicBezTo>
                <a:cubicBezTo>
                  <a:pt x="116030" y="27797"/>
                  <a:pt x="116000" y="27797"/>
                  <a:pt x="115963" y="27722"/>
                </a:cubicBezTo>
                <a:cubicBezTo>
                  <a:pt x="115963" y="27646"/>
                  <a:pt x="115963" y="27646"/>
                  <a:pt x="115963" y="27571"/>
                </a:cubicBezTo>
                <a:cubicBezTo>
                  <a:pt x="115926" y="27421"/>
                  <a:pt x="115926" y="27421"/>
                  <a:pt x="115926" y="27421"/>
                </a:cubicBezTo>
                <a:cubicBezTo>
                  <a:pt x="115889" y="27346"/>
                  <a:pt x="115889" y="27346"/>
                  <a:pt x="115852" y="27271"/>
                </a:cubicBezTo>
                <a:cubicBezTo>
                  <a:pt x="115852" y="27195"/>
                  <a:pt x="115816" y="27195"/>
                  <a:pt x="115816" y="27120"/>
                </a:cubicBezTo>
                <a:cubicBezTo>
                  <a:pt x="115816" y="27120"/>
                  <a:pt x="115816" y="27045"/>
                  <a:pt x="115779" y="26970"/>
                </a:cubicBezTo>
                <a:cubicBezTo>
                  <a:pt x="115779" y="26531"/>
                  <a:pt x="115779" y="26531"/>
                  <a:pt x="115779" y="26531"/>
                </a:cubicBezTo>
                <a:cubicBezTo>
                  <a:pt x="115705" y="26531"/>
                  <a:pt x="115632" y="26606"/>
                  <a:pt x="115595" y="26456"/>
                </a:cubicBezTo>
                <a:cubicBezTo>
                  <a:pt x="115558" y="26456"/>
                  <a:pt x="115558" y="26381"/>
                  <a:pt x="115558" y="26381"/>
                </a:cubicBezTo>
                <a:cubicBezTo>
                  <a:pt x="115522" y="26306"/>
                  <a:pt x="115558" y="26230"/>
                  <a:pt x="115522" y="26230"/>
                </a:cubicBezTo>
                <a:cubicBezTo>
                  <a:pt x="115522" y="26155"/>
                  <a:pt x="115522" y="26080"/>
                  <a:pt x="115485" y="26080"/>
                </a:cubicBezTo>
                <a:cubicBezTo>
                  <a:pt x="115485" y="26005"/>
                  <a:pt x="115454" y="26005"/>
                  <a:pt x="115418" y="26005"/>
                </a:cubicBezTo>
                <a:cubicBezTo>
                  <a:pt x="115050" y="26005"/>
                  <a:pt x="115050" y="26005"/>
                  <a:pt x="115050" y="26005"/>
                </a:cubicBezTo>
                <a:cubicBezTo>
                  <a:pt x="115013" y="26005"/>
                  <a:pt x="115013" y="26005"/>
                  <a:pt x="114977" y="26005"/>
                </a:cubicBezTo>
                <a:cubicBezTo>
                  <a:pt x="114946" y="25930"/>
                  <a:pt x="114977" y="25854"/>
                  <a:pt x="114946" y="25854"/>
                </a:cubicBezTo>
                <a:cubicBezTo>
                  <a:pt x="114977" y="25779"/>
                  <a:pt x="114977" y="25716"/>
                  <a:pt x="115013" y="25716"/>
                </a:cubicBezTo>
                <a:cubicBezTo>
                  <a:pt x="115013" y="25716"/>
                  <a:pt x="115050" y="25716"/>
                  <a:pt x="115087" y="25641"/>
                </a:cubicBezTo>
                <a:cubicBezTo>
                  <a:pt x="115124" y="25641"/>
                  <a:pt x="115124" y="25566"/>
                  <a:pt x="115160" y="25491"/>
                </a:cubicBezTo>
                <a:cubicBezTo>
                  <a:pt x="115160" y="25491"/>
                  <a:pt x="115197" y="25491"/>
                  <a:pt x="115234" y="25491"/>
                </a:cubicBezTo>
                <a:cubicBezTo>
                  <a:pt x="115271" y="25491"/>
                  <a:pt x="115271" y="25491"/>
                  <a:pt x="115271" y="25491"/>
                </a:cubicBezTo>
                <a:cubicBezTo>
                  <a:pt x="115344" y="25566"/>
                  <a:pt x="115381" y="25716"/>
                  <a:pt x="115418" y="25716"/>
                </a:cubicBezTo>
                <a:cubicBezTo>
                  <a:pt x="115852" y="25716"/>
                  <a:pt x="115852" y="25716"/>
                  <a:pt x="115852" y="25716"/>
                </a:cubicBezTo>
                <a:cubicBezTo>
                  <a:pt x="115926" y="25716"/>
                  <a:pt x="115963" y="25716"/>
                  <a:pt x="116000" y="25716"/>
                </a:cubicBezTo>
                <a:cubicBezTo>
                  <a:pt x="116067" y="25716"/>
                  <a:pt x="116104" y="25716"/>
                  <a:pt x="116140" y="25716"/>
                </a:cubicBezTo>
                <a:cubicBezTo>
                  <a:pt x="116214" y="25641"/>
                  <a:pt x="116214" y="25566"/>
                  <a:pt x="116251" y="25491"/>
                </a:cubicBezTo>
                <a:cubicBezTo>
                  <a:pt x="116287" y="25416"/>
                  <a:pt x="116324" y="25340"/>
                  <a:pt x="116324" y="25340"/>
                </a:cubicBezTo>
                <a:cubicBezTo>
                  <a:pt x="116361" y="25265"/>
                  <a:pt x="116398" y="25265"/>
                  <a:pt x="116398" y="25265"/>
                </a:cubicBezTo>
                <a:cubicBezTo>
                  <a:pt x="116434" y="25190"/>
                  <a:pt x="116398" y="25115"/>
                  <a:pt x="116398" y="25040"/>
                </a:cubicBezTo>
                <a:cubicBezTo>
                  <a:pt x="116398" y="24965"/>
                  <a:pt x="116434" y="24889"/>
                  <a:pt x="116398" y="24814"/>
                </a:cubicBezTo>
                <a:cubicBezTo>
                  <a:pt x="116398" y="24751"/>
                  <a:pt x="116361" y="24814"/>
                  <a:pt x="116324" y="24751"/>
                </a:cubicBezTo>
                <a:lnTo>
                  <a:pt x="116324" y="24664"/>
                </a:lnTo>
                <a:cubicBezTo>
                  <a:pt x="116324" y="24225"/>
                  <a:pt x="116324" y="24225"/>
                  <a:pt x="116324" y="24225"/>
                </a:cubicBezTo>
                <a:cubicBezTo>
                  <a:pt x="116398" y="24225"/>
                  <a:pt x="116434" y="24150"/>
                  <a:pt x="116508" y="24150"/>
                </a:cubicBezTo>
                <a:cubicBezTo>
                  <a:pt x="116575" y="24150"/>
                  <a:pt x="116649" y="24300"/>
                  <a:pt x="116686" y="24451"/>
                </a:cubicBezTo>
                <a:cubicBezTo>
                  <a:pt x="116686" y="24526"/>
                  <a:pt x="116649" y="24526"/>
                  <a:pt x="116686" y="24601"/>
                </a:cubicBezTo>
                <a:cubicBezTo>
                  <a:pt x="116686" y="24664"/>
                  <a:pt x="116686" y="24664"/>
                  <a:pt x="116686" y="24751"/>
                </a:cubicBezTo>
                <a:cubicBezTo>
                  <a:pt x="116722" y="24889"/>
                  <a:pt x="116759" y="24889"/>
                  <a:pt x="116796" y="25040"/>
                </a:cubicBezTo>
                <a:cubicBezTo>
                  <a:pt x="117378" y="25040"/>
                  <a:pt x="117378" y="25040"/>
                  <a:pt x="117378" y="25040"/>
                </a:cubicBezTo>
                <a:cubicBezTo>
                  <a:pt x="117415" y="25040"/>
                  <a:pt x="117415" y="25040"/>
                  <a:pt x="117451" y="25040"/>
                </a:cubicBezTo>
                <a:cubicBezTo>
                  <a:pt x="117488" y="25040"/>
                  <a:pt x="117525" y="25115"/>
                  <a:pt x="117562" y="25115"/>
                </a:cubicBezTo>
                <a:cubicBezTo>
                  <a:pt x="117562" y="25190"/>
                  <a:pt x="117592" y="25190"/>
                  <a:pt x="117629" y="25265"/>
                </a:cubicBezTo>
                <a:cubicBezTo>
                  <a:pt x="117629" y="25416"/>
                  <a:pt x="117629" y="25491"/>
                  <a:pt x="117629" y="25641"/>
                </a:cubicBezTo>
                <a:cubicBezTo>
                  <a:pt x="117960" y="25641"/>
                  <a:pt x="117960" y="25641"/>
                  <a:pt x="117960" y="25641"/>
                </a:cubicBezTo>
                <a:cubicBezTo>
                  <a:pt x="117996" y="25641"/>
                  <a:pt x="118033" y="25716"/>
                  <a:pt x="118101" y="25779"/>
                </a:cubicBezTo>
                <a:cubicBezTo>
                  <a:pt x="118101" y="25854"/>
                  <a:pt x="118101" y="25930"/>
                  <a:pt x="118137" y="25930"/>
                </a:cubicBezTo>
                <a:cubicBezTo>
                  <a:pt x="118174" y="26005"/>
                  <a:pt x="118211" y="26080"/>
                  <a:pt x="118284" y="26155"/>
                </a:cubicBezTo>
                <a:cubicBezTo>
                  <a:pt x="118321" y="26155"/>
                  <a:pt x="118321" y="26155"/>
                  <a:pt x="118358" y="26230"/>
                </a:cubicBezTo>
                <a:cubicBezTo>
                  <a:pt x="118395" y="26230"/>
                  <a:pt x="118431" y="26306"/>
                  <a:pt x="118468" y="26306"/>
                </a:cubicBezTo>
                <a:cubicBezTo>
                  <a:pt x="118505" y="26306"/>
                  <a:pt x="118505" y="26306"/>
                  <a:pt x="118505" y="26306"/>
                </a:cubicBezTo>
                <a:cubicBezTo>
                  <a:pt x="118542" y="26306"/>
                  <a:pt x="118578" y="26230"/>
                  <a:pt x="118578" y="26230"/>
                </a:cubicBezTo>
                <a:cubicBezTo>
                  <a:pt x="118578" y="26155"/>
                  <a:pt x="118578" y="26080"/>
                  <a:pt x="118578" y="26080"/>
                </a:cubicBezTo>
                <a:cubicBezTo>
                  <a:pt x="118578" y="25930"/>
                  <a:pt x="118578" y="25854"/>
                  <a:pt x="118578" y="25779"/>
                </a:cubicBezTo>
                <a:cubicBezTo>
                  <a:pt x="118578" y="25716"/>
                  <a:pt x="118578" y="25716"/>
                  <a:pt x="118578" y="25641"/>
                </a:cubicBezTo>
                <a:cubicBezTo>
                  <a:pt x="118646" y="25641"/>
                  <a:pt x="118646" y="25641"/>
                  <a:pt x="118646" y="25641"/>
                </a:cubicBezTo>
                <a:cubicBezTo>
                  <a:pt x="118683" y="25641"/>
                  <a:pt x="118719" y="25641"/>
                  <a:pt x="118756" y="25566"/>
                </a:cubicBezTo>
                <a:cubicBezTo>
                  <a:pt x="118756" y="25416"/>
                  <a:pt x="118793" y="25340"/>
                  <a:pt x="118756" y="25190"/>
                </a:cubicBezTo>
                <a:cubicBezTo>
                  <a:pt x="118756" y="25115"/>
                  <a:pt x="118756" y="25040"/>
                  <a:pt x="118756" y="25040"/>
                </a:cubicBezTo>
                <a:cubicBezTo>
                  <a:pt x="118756" y="24965"/>
                  <a:pt x="118756" y="24889"/>
                  <a:pt x="118756" y="24889"/>
                </a:cubicBezTo>
                <a:cubicBezTo>
                  <a:pt x="118756" y="24814"/>
                  <a:pt x="118756" y="24751"/>
                  <a:pt x="118756" y="24751"/>
                </a:cubicBezTo>
                <a:cubicBezTo>
                  <a:pt x="118793" y="24664"/>
                  <a:pt x="118830" y="24664"/>
                  <a:pt x="118830" y="24664"/>
                </a:cubicBezTo>
                <a:cubicBezTo>
                  <a:pt x="118903" y="24751"/>
                  <a:pt x="118903" y="24814"/>
                  <a:pt x="118977" y="24889"/>
                </a:cubicBezTo>
                <a:cubicBezTo>
                  <a:pt x="119013" y="24889"/>
                  <a:pt x="119013" y="24965"/>
                  <a:pt x="119050" y="24965"/>
                </a:cubicBezTo>
                <a:cubicBezTo>
                  <a:pt x="119117" y="24965"/>
                  <a:pt x="119117" y="24965"/>
                  <a:pt x="119117" y="24965"/>
                </a:cubicBezTo>
                <a:cubicBezTo>
                  <a:pt x="119154" y="24965"/>
                  <a:pt x="119154" y="24965"/>
                  <a:pt x="119191" y="24965"/>
                </a:cubicBezTo>
                <a:cubicBezTo>
                  <a:pt x="119228" y="24965"/>
                  <a:pt x="119228" y="24965"/>
                  <a:pt x="119264" y="24889"/>
                </a:cubicBezTo>
                <a:cubicBezTo>
                  <a:pt x="119264" y="24889"/>
                  <a:pt x="119301" y="24814"/>
                  <a:pt x="119301" y="24751"/>
                </a:cubicBezTo>
                <a:cubicBezTo>
                  <a:pt x="119338" y="24751"/>
                  <a:pt x="119375" y="24664"/>
                  <a:pt x="119375" y="24664"/>
                </a:cubicBezTo>
                <a:cubicBezTo>
                  <a:pt x="119411" y="24601"/>
                  <a:pt x="119411" y="24526"/>
                  <a:pt x="119411" y="24526"/>
                </a:cubicBezTo>
                <a:cubicBezTo>
                  <a:pt x="119448" y="24526"/>
                  <a:pt x="119448" y="24526"/>
                  <a:pt x="119485" y="24526"/>
                </a:cubicBezTo>
                <a:cubicBezTo>
                  <a:pt x="119522" y="24526"/>
                  <a:pt x="119522" y="24451"/>
                  <a:pt x="119558" y="24451"/>
                </a:cubicBezTo>
                <a:cubicBezTo>
                  <a:pt x="119595" y="24375"/>
                  <a:pt x="119626" y="24375"/>
                  <a:pt x="119626" y="24375"/>
                </a:cubicBezTo>
                <a:cubicBezTo>
                  <a:pt x="119626" y="24300"/>
                  <a:pt x="119626" y="24225"/>
                  <a:pt x="119626" y="24225"/>
                </a:cubicBezTo>
                <a:cubicBezTo>
                  <a:pt x="119626" y="24075"/>
                  <a:pt x="119595" y="24000"/>
                  <a:pt x="119522" y="24000"/>
                </a:cubicBezTo>
                <a:cubicBezTo>
                  <a:pt x="119522" y="23924"/>
                  <a:pt x="119485" y="23924"/>
                  <a:pt x="119485" y="23924"/>
                </a:cubicBezTo>
                <a:cubicBezTo>
                  <a:pt x="119411" y="23849"/>
                  <a:pt x="119375" y="23924"/>
                  <a:pt x="119338" y="23849"/>
                </a:cubicBezTo>
                <a:cubicBezTo>
                  <a:pt x="119301" y="23849"/>
                  <a:pt x="119338" y="23774"/>
                  <a:pt x="119301" y="23699"/>
                </a:cubicBezTo>
                <a:cubicBezTo>
                  <a:pt x="119301" y="23699"/>
                  <a:pt x="119264" y="23636"/>
                  <a:pt x="119264" y="23561"/>
                </a:cubicBezTo>
                <a:cubicBezTo>
                  <a:pt x="119228" y="23561"/>
                  <a:pt x="119228" y="23561"/>
                  <a:pt x="119191" y="23486"/>
                </a:cubicBezTo>
                <a:cubicBezTo>
                  <a:pt x="119154" y="23410"/>
                  <a:pt x="119081" y="23410"/>
                  <a:pt x="119050" y="23410"/>
                </a:cubicBezTo>
                <a:cubicBezTo>
                  <a:pt x="118977" y="23410"/>
                  <a:pt x="118977" y="23410"/>
                  <a:pt x="118977" y="23410"/>
                </a:cubicBezTo>
                <a:cubicBezTo>
                  <a:pt x="118903" y="23410"/>
                  <a:pt x="118903" y="23486"/>
                  <a:pt x="118830" y="23486"/>
                </a:cubicBezTo>
                <a:cubicBezTo>
                  <a:pt x="118756" y="23486"/>
                  <a:pt x="118719" y="23410"/>
                  <a:pt x="118646" y="23410"/>
                </a:cubicBezTo>
                <a:cubicBezTo>
                  <a:pt x="118578" y="23410"/>
                  <a:pt x="118578" y="23410"/>
                  <a:pt x="118578" y="23410"/>
                </a:cubicBezTo>
                <a:cubicBezTo>
                  <a:pt x="118542" y="23410"/>
                  <a:pt x="118542" y="23410"/>
                  <a:pt x="118505" y="23410"/>
                </a:cubicBezTo>
                <a:cubicBezTo>
                  <a:pt x="118468" y="23410"/>
                  <a:pt x="118431" y="23335"/>
                  <a:pt x="118431" y="23335"/>
                </a:cubicBezTo>
                <a:cubicBezTo>
                  <a:pt x="118395" y="23260"/>
                  <a:pt x="118395" y="23185"/>
                  <a:pt x="118358" y="23185"/>
                </a:cubicBezTo>
                <a:cubicBezTo>
                  <a:pt x="118321" y="23185"/>
                  <a:pt x="118284" y="23185"/>
                  <a:pt x="118284" y="23185"/>
                </a:cubicBezTo>
                <a:cubicBezTo>
                  <a:pt x="118248" y="23185"/>
                  <a:pt x="118211" y="23185"/>
                  <a:pt x="118174" y="23185"/>
                </a:cubicBezTo>
                <a:cubicBezTo>
                  <a:pt x="118174" y="23185"/>
                  <a:pt x="118137" y="23260"/>
                  <a:pt x="118101" y="23260"/>
                </a:cubicBezTo>
                <a:cubicBezTo>
                  <a:pt x="118137" y="23335"/>
                  <a:pt x="118137" y="23410"/>
                  <a:pt x="118174" y="23410"/>
                </a:cubicBezTo>
                <a:cubicBezTo>
                  <a:pt x="118211" y="23410"/>
                  <a:pt x="118211" y="23410"/>
                  <a:pt x="118248" y="23410"/>
                </a:cubicBezTo>
                <a:cubicBezTo>
                  <a:pt x="118248" y="23410"/>
                  <a:pt x="118284" y="23486"/>
                  <a:pt x="118321" y="23486"/>
                </a:cubicBezTo>
                <a:cubicBezTo>
                  <a:pt x="118358" y="23561"/>
                  <a:pt x="118321" y="23636"/>
                  <a:pt x="118321" y="23699"/>
                </a:cubicBezTo>
                <a:cubicBezTo>
                  <a:pt x="118321" y="23774"/>
                  <a:pt x="118321" y="23774"/>
                  <a:pt x="118321" y="23774"/>
                </a:cubicBezTo>
                <a:cubicBezTo>
                  <a:pt x="118321" y="23774"/>
                  <a:pt x="118321" y="23849"/>
                  <a:pt x="118321" y="23924"/>
                </a:cubicBezTo>
                <a:cubicBezTo>
                  <a:pt x="118284" y="24000"/>
                  <a:pt x="118248" y="24000"/>
                  <a:pt x="118211" y="24000"/>
                </a:cubicBezTo>
                <a:cubicBezTo>
                  <a:pt x="118101" y="24000"/>
                  <a:pt x="118064" y="23924"/>
                  <a:pt x="118033" y="23774"/>
                </a:cubicBezTo>
                <a:cubicBezTo>
                  <a:pt x="118033" y="23699"/>
                  <a:pt x="118033" y="23699"/>
                  <a:pt x="118033" y="23636"/>
                </a:cubicBezTo>
                <a:cubicBezTo>
                  <a:pt x="118033" y="22734"/>
                  <a:pt x="118033" y="22734"/>
                  <a:pt x="118033" y="22734"/>
                </a:cubicBezTo>
                <a:cubicBezTo>
                  <a:pt x="118033" y="22671"/>
                  <a:pt x="117996" y="22671"/>
                  <a:pt x="117960" y="22583"/>
                </a:cubicBezTo>
                <a:cubicBezTo>
                  <a:pt x="117923" y="22583"/>
                  <a:pt x="117923" y="22583"/>
                  <a:pt x="117886" y="22583"/>
                </a:cubicBezTo>
                <a:cubicBezTo>
                  <a:pt x="117849" y="22521"/>
                  <a:pt x="117849" y="22521"/>
                  <a:pt x="117813" y="22521"/>
                </a:cubicBezTo>
                <a:cubicBezTo>
                  <a:pt x="117739" y="22521"/>
                  <a:pt x="117739" y="22521"/>
                  <a:pt x="117739" y="22521"/>
                </a:cubicBezTo>
                <a:cubicBezTo>
                  <a:pt x="117702" y="22521"/>
                  <a:pt x="117702" y="22445"/>
                  <a:pt x="117666" y="22445"/>
                </a:cubicBezTo>
                <a:cubicBezTo>
                  <a:pt x="117592" y="22445"/>
                  <a:pt x="117562" y="22445"/>
                  <a:pt x="117525" y="22445"/>
                </a:cubicBezTo>
                <a:cubicBezTo>
                  <a:pt x="117488" y="22370"/>
                  <a:pt x="117488" y="22295"/>
                  <a:pt x="117451" y="22295"/>
                </a:cubicBezTo>
                <a:cubicBezTo>
                  <a:pt x="117415" y="22220"/>
                  <a:pt x="117378" y="22220"/>
                  <a:pt x="117378" y="22220"/>
                </a:cubicBezTo>
                <a:cubicBezTo>
                  <a:pt x="117341" y="22220"/>
                  <a:pt x="117304" y="22145"/>
                  <a:pt x="117267" y="22145"/>
                </a:cubicBezTo>
                <a:cubicBezTo>
                  <a:pt x="117231" y="22145"/>
                  <a:pt x="117194" y="22069"/>
                  <a:pt x="117157" y="22069"/>
                </a:cubicBezTo>
                <a:cubicBezTo>
                  <a:pt x="117120" y="21994"/>
                  <a:pt x="117084" y="21994"/>
                  <a:pt x="117084" y="21919"/>
                </a:cubicBezTo>
                <a:cubicBezTo>
                  <a:pt x="117047" y="21844"/>
                  <a:pt x="117016" y="21844"/>
                  <a:pt x="117016" y="21769"/>
                </a:cubicBezTo>
                <a:cubicBezTo>
                  <a:pt x="116980" y="21693"/>
                  <a:pt x="117016" y="21618"/>
                  <a:pt x="116980" y="21618"/>
                </a:cubicBezTo>
                <a:cubicBezTo>
                  <a:pt x="116980" y="21618"/>
                  <a:pt x="116943" y="21618"/>
                  <a:pt x="116906" y="21618"/>
                </a:cubicBezTo>
                <a:cubicBezTo>
                  <a:pt x="116869" y="21556"/>
                  <a:pt x="116869" y="21556"/>
                  <a:pt x="116833" y="21556"/>
                </a:cubicBezTo>
                <a:cubicBezTo>
                  <a:pt x="116759" y="21556"/>
                  <a:pt x="116722" y="21556"/>
                  <a:pt x="116686" y="21556"/>
                </a:cubicBezTo>
                <a:cubicBezTo>
                  <a:pt x="116649" y="21556"/>
                  <a:pt x="116612" y="21480"/>
                  <a:pt x="116612" y="21480"/>
                </a:cubicBezTo>
                <a:cubicBezTo>
                  <a:pt x="116539" y="21480"/>
                  <a:pt x="116508" y="21480"/>
                  <a:pt x="116434" y="21480"/>
                </a:cubicBezTo>
                <a:cubicBezTo>
                  <a:pt x="116434" y="21330"/>
                  <a:pt x="116471" y="21180"/>
                  <a:pt x="116398" y="21104"/>
                </a:cubicBezTo>
                <a:cubicBezTo>
                  <a:pt x="116361" y="20954"/>
                  <a:pt x="116287" y="20879"/>
                  <a:pt x="116214" y="20804"/>
                </a:cubicBezTo>
                <a:cubicBezTo>
                  <a:pt x="116140" y="20728"/>
                  <a:pt x="116140" y="20653"/>
                  <a:pt x="116104" y="20653"/>
                </a:cubicBezTo>
                <a:cubicBezTo>
                  <a:pt x="116067" y="20578"/>
                  <a:pt x="116030" y="20578"/>
                  <a:pt x="115963" y="20578"/>
                </a:cubicBezTo>
                <a:cubicBezTo>
                  <a:pt x="115926" y="20503"/>
                  <a:pt x="115889" y="20578"/>
                  <a:pt x="115816" y="20578"/>
                </a:cubicBezTo>
                <a:cubicBezTo>
                  <a:pt x="115779" y="20578"/>
                  <a:pt x="115779" y="20503"/>
                  <a:pt x="115742" y="20503"/>
                </a:cubicBezTo>
                <a:cubicBezTo>
                  <a:pt x="115705" y="20440"/>
                  <a:pt x="115669" y="20440"/>
                  <a:pt x="115669" y="20440"/>
                </a:cubicBezTo>
                <a:cubicBezTo>
                  <a:pt x="115632" y="20365"/>
                  <a:pt x="115632" y="20290"/>
                  <a:pt x="115595" y="20290"/>
                </a:cubicBezTo>
                <a:cubicBezTo>
                  <a:pt x="115558" y="20290"/>
                  <a:pt x="115522" y="20290"/>
                  <a:pt x="115522" y="20290"/>
                </a:cubicBezTo>
                <a:cubicBezTo>
                  <a:pt x="115485" y="20215"/>
                  <a:pt x="115485" y="20215"/>
                  <a:pt x="115454" y="20215"/>
                </a:cubicBezTo>
                <a:cubicBezTo>
                  <a:pt x="115381" y="20215"/>
                  <a:pt x="115381" y="20215"/>
                  <a:pt x="115381" y="20215"/>
                </a:cubicBezTo>
                <a:cubicBezTo>
                  <a:pt x="115307" y="20215"/>
                  <a:pt x="115307" y="20215"/>
                  <a:pt x="115307" y="20215"/>
                </a:cubicBezTo>
                <a:cubicBezTo>
                  <a:pt x="115271" y="20215"/>
                  <a:pt x="115271" y="20139"/>
                  <a:pt x="115234" y="20139"/>
                </a:cubicBezTo>
                <a:cubicBezTo>
                  <a:pt x="115197" y="20139"/>
                  <a:pt x="115160" y="20064"/>
                  <a:pt x="115160" y="20064"/>
                </a:cubicBezTo>
                <a:cubicBezTo>
                  <a:pt x="115087" y="19989"/>
                  <a:pt x="115013" y="19989"/>
                  <a:pt x="114977" y="19914"/>
                </a:cubicBezTo>
                <a:cubicBezTo>
                  <a:pt x="114946" y="19914"/>
                  <a:pt x="114946" y="19839"/>
                  <a:pt x="114909" y="19763"/>
                </a:cubicBezTo>
                <a:cubicBezTo>
                  <a:pt x="114836" y="19763"/>
                  <a:pt x="114762" y="19763"/>
                  <a:pt x="114689" y="19763"/>
                </a:cubicBezTo>
                <a:cubicBezTo>
                  <a:pt x="114578" y="19763"/>
                  <a:pt x="114578" y="19763"/>
                  <a:pt x="114578" y="19763"/>
                </a:cubicBezTo>
                <a:cubicBezTo>
                  <a:pt x="114542" y="19763"/>
                  <a:pt x="114542" y="19839"/>
                  <a:pt x="114505" y="19839"/>
                </a:cubicBezTo>
                <a:cubicBezTo>
                  <a:pt x="114468" y="19914"/>
                  <a:pt x="114468" y="19989"/>
                  <a:pt x="114437" y="19989"/>
                </a:cubicBezTo>
                <a:cubicBezTo>
                  <a:pt x="114401" y="20064"/>
                  <a:pt x="114364" y="20064"/>
                  <a:pt x="114327" y="20064"/>
                </a:cubicBezTo>
                <a:cubicBezTo>
                  <a:pt x="114254" y="20064"/>
                  <a:pt x="114217" y="19989"/>
                  <a:pt x="114143" y="19989"/>
                </a:cubicBezTo>
                <a:cubicBezTo>
                  <a:pt x="114070" y="19989"/>
                  <a:pt x="114070" y="19989"/>
                  <a:pt x="114070" y="19989"/>
                </a:cubicBezTo>
                <a:cubicBezTo>
                  <a:pt x="114033" y="19989"/>
                  <a:pt x="113996" y="19989"/>
                  <a:pt x="113960" y="19914"/>
                </a:cubicBezTo>
                <a:cubicBezTo>
                  <a:pt x="113929" y="19914"/>
                  <a:pt x="113929" y="19839"/>
                  <a:pt x="113892" y="19763"/>
                </a:cubicBezTo>
                <a:cubicBezTo>
                  <a:pt x="113892" y="19763"/>
                  <a:pt x="113856" y="19839"/>
                  <a:pt x="113856" y="19763"/>
                </a:cubicBezTo>
                <a:cubicBezTo>
                  <a:pt x="113782" y="19763"/>
                  <a:pt x="113745" y="19763"/>
                  <a:pt x="113672" y="19688"/>
                </a:cubicBezTo>
                <a:cubicBezTo>
                  <a:pt x="113635" y="19613"/>
                  <a:pt x="113598" y="19538"/>
                  <a:pt x="113525" y="19538"/>
                </a:cubicBezTo>
                <a:cubicBezTo>
                  <a:pt x="113525" y="19475"/>
                  <a:pt x="113488" y="19475"/>
                  <a:pt x="113457" y="19475"/>
                </a:cubicBezTo>
                <a:cubicBezTo>
                  <a:pt x="113415" y="19475"/>
                  <a:pt x="113415" y="19475"/>
                  <a:pt x="113384" y="19475"/>
                </a:cubicBezTo>
                <a:cubicBezTo>
                  <a:pt x="113310" y="19475"/>
                  <a:pt x="113310" y="19475"/>
                  <a:pt x="113274" y="19475"/>
                </a:cubicBezTo>
                <a:cubicBezTo>
                  <a:pt x="113237" y="19475"/>
                  <a:pt x="113200" y="19538"/>
                  <a:pt x="113200" y="19538"/>
                </a:cubicBezTo>
                <a:cubicBezTo>
                  <a:pt x="113163" y="19613"/>
                  <a:pt x="113127" y="19613"/>
                  <a:pt x="113127" y="19688"/>
                </a:cubicBezTo>
                <a:cubicBezTo>
                  <a:pt x="113127" y="19688"/>
                  <a:pt x="113163" y="19763"/>
                  <a:pt x="113127" y="19763"/>
                </a:cubicBezTo>
                <a:cubicBezTo>
                  <a:pt x="113127" y="19839"/>
                  <a:pt x="113090" y="19914"/>
                  <a:pt x="113090" y="19914"/>
                </a:cubicBezTo>
                <a:cubicBezTo>
                  <a:pt x="113090" y="19989"/>
                  <a:pt x="113053" y="20064"/>
                  <a:pt x="113053" y="20064"/>
                </a:cubicBezTo>
                <a:cubicBezTo>
                  <a:pt x="113016" y="20139"/>
                  <a:pt x="113016" y="20139"/>
                  <a:pt x="112980" y="20215"/>
                </a:cubicBezTo>
                <a:cubicBezTo>
                  <a:pt x="113016" y="20215"/>
                  <a:pt x="113016" y="20215"/>
                  <a:pt x="113053" y="20290"/>
                </a:cubicBezTo>
                <a:cubicBezTo>
                  <a:pt x="113090" y="20290"/>
                  <a:pt x="113090" y="20365"/>
                  <a:pt x="113127" y="20365"/>
                </a:cubicBezTo>
                <a:cubicBezTo>
                  <a:pt x="113127" y="20440"/>
                  <a:pt x="113163" y="20440"/>
                  <a:pt x="113200" y="20440"/>
                </a:cubicBezTo>
                <a:cubicBezTo>
                  <a:pt x="113237" y="20503"/>
                  <a:pt x="113237" y="20653"/>
                  <a:pt x="113237" y="20728"/>
                </a:cubicBezTo>
                <a:cubicBezTo>
                  <a:pt x="113237" y="20804"/>
                  <a:pt x="113237" y="20804"/>
                  <a:pt x="113237" y="20879"/>
                </a:cubicBezTo>
                <a:cubicBezTo>
                  <a:pt x="113200" y="20954"/>
                  <a:pt x="113163" y="20954"/>
                  <a:pt x="113163" y="21029"/>
                </a:cubicBezTo>
                <a:cubicBezTo>
                  <a:pt x="113127" y="21029"/>
                  <a:pt x="113127" y="21104"/>
                  <a:pt x="113127" y="21180"/>
                </a:cubicBezTo>
                <a:cubicBezTo>
                  <a:pt x="113090" y="21180"/>
                  <a:pt x="113090" y="21255"/>
                  <a:pt x="113053" y="21255"/>
                </a:cubicBezTo>
                <a:cubicBezTo>
                  <a:pt x="112765" y="21255"/>
                  <a:pt x="112765" y="21255"/>
                  <a:pt x="112765" y="21255"/>
                </a:cubicBezTo>
                <a:cubicBezTo>
                  <a:pt x="112765" y="20728"/>
                  <a:pt x="112765" y="20728"/>
                  <a:pt x="112765" y="20728"/>
                </a:cubicBezTo>
                <a:cubicBezTo>
                  <a:pt x="112398" y="20728"/>
                  <a:pt x="112398" y="20728"/>
                  <a:pt x="112398" y="20728"/>
                </a:cubicBezTo>
                <a:cubicBezTo>
                  <a:pt x="112398" y="20215"/>
                  <a:pt x="112398" y="20215"/>
                  <a:pt x="112398" y="20215"/>
                </a:cubicBezTo>
                <a:cubicBezTo>
                  <a:pt x="112441" y="20215"/>
                  <a:pt x="112441" y="20215"/>
                  <a:pt x="112441" y="20215"/>
                </a:cubicBezTo>
                <a:cubicBezTo>
                  <a:pt x="112545" y="20215"/>
                  <a:pt x="112581" y="20215"/>
                  <a:pt x="112655" y="20215"/>
                </a:cubicBezTo>
                <a:cubicBezTo>
                  <a:pt x="112728" y="20139"/>
                  <a:pt x="112765" y="20064"/>
                  <a:pt x="112802" y="19989"/>
                </a:cubicBezTo>
                <a:cubicBezTo>
                  <a:pt x="112802" y="19839"/>
                  <a:pt x="112802" y="19839"/>
                  <a:pt x="112802" y="19839"/>
                </a:cubicBezTo>
                <a:cubicBezTo>
                  <a:pt x="112765" y="19839"/>
                  <a:pt x="112728" y="19839"/>
                  <a:pt x="112728" y="19839"/>
                </a:cubicBezTo>
                <a:cubicBezTo>
                  <a:pt x="112692" y="19839"/>
                  <a:pt x="112692" y="19763"/>
                  <a:pt x="112655" y="19763"/>
                </a:cubicBezTo>
                <a:cubicBezTo>
                  <a:pt x="112183" y="19763"/>
                  <a:pt x="112183" y="19763"/>
                  <a:pt x="112183" y="19763"/>
                </a:cubicBezTo>
                <a:cubicBezTo>
                  <a:pt x="112183" y="19914"/>
                  <a:pt x="112183" y="19989"/>
                  <a:pt x="112183" y="20064"/>
                </a:cubicBezTo>
                <a:cubicBezTo>
                  <a:pt x="112183" y="20139"/>
                  <a:pt x="112183" y="20215"/>
                  <a:pt x="112183" y="20215"/>
                </a:cubicBezTo>
                <a:cubicBezTo>
                  <a:pt x="112183" y="20290"/>
                  <a:pt x="112147" y="20365"/>
                  <a:pt x="112147" y="20365"/>
                </a:cubicBezTo>
                <a:cubicBezTo>
                  <a:pt x="112110" y="20440"/>
                  <a:pt x="112073" y="20365"/>
                  <a:pt x="112073" y="20440"/>
                </a:cubicBezTo>
                <a:cubicBezTo>
                  <a:pt x="112036" y="20440"/>
                  <a:pt x="112000" y="20503"/>
                  <a:pt x="111963" y="20503"/>
                </a:cubicBezTo>
                <a:cubicBezTo>
                  <a:pt x="111926" y="20503"/>
                  <a:pt x="111926" y="20503"/>
                  <a:pt x="111926" y="20503"/>
                </a:cubicBezTo>
                <a:cubicBezTo>
                  <a:pt x="111895" y="20440"/>
                  <a:pt x="111852" y="20440"/>
                  <a:pt x="111852" y="20365"/>
                </a:cubicBezTo>
                <a:cubicBezTo>
                  <a:pt x="111785" y="20365"/>
                  <a:pt x="111748" y="20290"/>
                  <a:pt x="111712" y="20290"/>
                </a:cubicBezTo>
                <a:cubicBezTo>
                  <a:pt x="111565" y="20215"/>
                  <a:pt x="111454" y="20290"/>
                  <a:pt x="111313" y="20290"/>
                </a:cubicBezTo>
                <a:cubicBezTo>
                  <a:pt x="111019" y="20290"/>
                  <a:pt x="111019" y="20290"/>
                  <a:pt x="111019" y="20290"/>
                </a:cubicBezTo>
                <a:cubicBezTo>
                  <a:pt x="110983" y="20290"/>
                  <a:pt x="110946" y="20290"/>
                  <a:pt x="110909" y="20290"/>
                </a:cubicBezTo>
                <a:cubicBezTo>
                  <a:pt x="110842" y="20290"/>
                  <a:pt x="110805" y="20440"/>
                  <a:pt x="110732" y="20440"/>
                </a:cubicBezTo>
                <a:cubicBezTo>
                  <a:pt x="110695" y="20440"/>
                  <a:pt x="110695" y="20440"/>
                  <a:pt x="110621" y="20440"/>
                </a:cubicBezTo>
                <a:cubicBezTo>
                  <a:pt x="110584" y="20440"/>
                  <a:pt x="110584" y="20440"/>
                  <a:pt x="110548" y="20440"/>
                </a:cubicBezTo>
                <a:cubicBezTo>
                  <a:pt x="110511" y="20440"/>
                  <a:pt x="110474" y="20440"/>
                  <a:pt x="110437" y="20365"/>
                </a:cubicBezTo>
                <a:cubicBezTo>
                  <a:pt x="110407" y="20290"/>
                  <a:pt x="110407" y="20215"/>
                  <a:pt x="110364" y="20215"/>
                </a:cubicBezTo>
                <a:cubicBezTo>
                  <a:pt x="110364" y="20139"/>
                  <a:pt x="110333" y="20139"/>
                  <a:pt x="110297" y="20139"/>
                </a:cubicBezTo>
                <a:cubicBezTo>
                  <a:pt x="110150" y="20139"/>
                  <a:pt x="110150" y="20139"/>
                  <a:pt x="110150" y="20139"/>
                </a:cubicBezTo>
                <a:cubicBezTo>
                  <a:pt x="110150" y="20215"/>
                  <a:pt x="110150" y="20290"/>
                  <a:pt x="110150" y="20365"/>
                </a:cubicBezTo>
                <a:cubicBezTo>
                  <a:pt x="110150" y="20440"/>
                  <a:pt x="110150" y="20440"/>
                  <a:pt x="110150" y="20503"/>
                </a:cubicBezTo>
                <a:cubicBezTo>
                  <a:pt x="110150" y="20954"/>
                  <a:pt x="110150" y="20954"/>
                  <a:pt x="110150" y="20954"/>
                </a:cubicBezTo>
                <a:cubicBezTo>
                  <a:pt x="110076" y="21029"/>
                  <a:pt x="110076" y="21029"/>
                  <a:pt x="110076" y="21029"/>
                </a:cubicBezTo>
                <a:cubicBezTo>
                  <a:pt x="110003" y="20954"/>
                  <a:pt x="110003" y="20954"/>
                  <a:pt x="110003" y="20954"/>
                </a:cubicBezTo>
                <a:cubicBezTo>
                  <a:pt x="110003" y="20653"/>
                  <a:pt x="110003" y="20653"/>
                  <a:pt x="110003" y="20653"/>
                </a:cubicBezTo>
                <a:cubicBezTo>
                  <a:pt x="110003" y="20578"/>
                  <a:pt x="110003" y="20440"/>
                  <a:pt x="109966" y="20365"/>
                </a:cubicBezTo>
                <a:cubicBezTo>
                  <a:pt x="109966" y="20290"/>
                  <a:pt x="109929" y="20290"/>
                  <a:pt x="109892" y="20290"/>
                </a:cubicBezTo>
                <a:cubicBezTo>
                  <a:pt x="109892" y="20215"/>
                  <a:pt x="109862" y="20215"/>
                  <a:pt x="109825" y="20215"/>
                </a:cubicBezTo>
                <a:cubicBezTo>
                  <a:pt x="109825" y="20215"/>
                  <a:pt x="109788" y="20139"/>
                  <a:pt x="109751" y="20139"/>
                </a:cubicBezTo>
                <a:cubicBezTo>
                  <a:pt x="109751" y="20139"/>
                  <a:pt x="109715" y="20139"/>
                  <a:pt x="109678" y="20064"/>
                </a:cubicBezTo>
                <a:cubicBezTo>
                  <a:pt x="109678" y="20064"/>
                  <a:pt x="109641" y="19989"/>
                  <a:pt x="109604" y="19914"/>
                </a:cubicBezTo>
                <a:cubicBezTo>
                  <a:pt x="109604" y="19839"/>
                  <a:pt x="109568" y="19763"/>
                  <a:pt x="109568" y="19688"/>
                </a:cubicBezTo>
                <a:cubicBezTo>
                  <a:pt x="109568" y="19538"/>
                  <a:pt x="109604" y="19475"/>
                  <a:pt x="109604" y="19325"/>
                </a:cubicBezTo>
                <a:cubicBezTo>
                  <a:pt x="109604" y="19325"/>
                  <a:pt x="109641" y="19250"/>
                  <a:pt x="109641" y="19174"/>
                </a:cubicBezTo>
                <a:cubicBezTo>
                  <a:pt x="109641" y="19099"/>
                  <a:pt x="109604" y="19099"/>
                  <a:pt x="109604" y="19024"/>
                </a:cubicBezTo>
                <a:cubicBezTo>
                  <a:pt x="109604" y="18949"/>
                  <a:pt x="109568" y="18949"/>
                  <a:pt x="109568" y="18874"/>
                </a:cubicBezTo>
                <a:cubicBezTo>
                  <a:pt x="109531" y="18874"/>
                  <a:pt x="109531" y="18798"/>
                  <a:pt x="109531" y="18723"/>
                </a:cubicBezTo>
                <a:cubicBezTo>
                  <a:pt x="109494" y="18723"/>
                  <a:pt x="109457" y="18723"/>
                  <a:pt x="109457" y="18723"/>
                </a:cubicBezTo>
                <a:cubicBezTo>
                  <a:pt x="109421" y="18648"/>
                  <a:pt x="109390" y="18648"/>
                  <a:pt x="109390" y="18648"/>
                </a:cubicBezTo>
                <a:cubicBezTo>
                  <a:pt x="109347" y="18573"/>
                  <a:pt x="109390" y="18498"/>
                  <a:pt x="109347" y="18498"/>
                </a:cubicBezTo>
                <a:cubicBezTo>
                  <a:pt x="109347" y="18422"/>
                  <a:pt x="109316" y="18422"/>
                  <a:pt x="109280" y="18422"/>
                </a:cubicBezTo>
                <a:cubicBezTo>
                  <a:pt x="109280" y="18422"/>
                  <a:pt x="109243" y="18422"/>
                  <a:pt x="109206" y="18422"/>
                </a:cubicBezTo>
                <a:cubicBezTo>
                  <a:pt x="109206" y="18422"/>
                  <a:pt x="109169" y="18360"/>
                  <a:pt x="109133" y="18360"/>
                </a:cubicBezTo>
                <a:cubicBezTo>
                  <a:pt x="109133" y="18360"/>
                  <a:pt x="109096" y="18360"/>
                  <a:pt x="109059" y="18360"/>
                </a:cubicBezTo>
                <a:cubicBezTo>
                  <a:pt x="109022" y="18360"/>
                  <a:pt x="109022" y="18285"/>
                  <a:pt x="108986" y="18285"/>
                </a:cubicBezTo>
                <a:cubicBezTo>
                  <a:pt x="108949" y="18285"/>
                  <a:pt x="108912" y="18285"/>
                  <a:pt x="108845" y="18285"/>
                </a:cubicBezTo>
                <a:cubicBezTo>
                  <a:pt x="108808" y="18285"/>
                  <a:pt x="108771" y="18285"/>
                  <a:pt x="108698" y="18285"/>
                </a:cubicBezTo>
                <a:cubicBezTo>
                  <a:pt x="108661" y="18285"/>
                  <a:pt x="108661" y="18285"/>
                  <a:pt x="108624" y="18285"/>
                </a:cubicBezTo>
                <a:cubicBezTo>
                  <a:pt x="108588" y="18285"/>
                  <a:pt x="108588" y="18285"/>
                  <a:pt x="108551" y="18360"/>
                </a:cubicBezTo>
                <a:cubicBezTo>
                  <a:pt x="108514" y="18360"/>
                  <a:pt x="108514" y="18360"/>
                  <a:pt x="108477" y="18422"/>
                </a:cubicBezTo>
                <a:cubicBezTo>
                  <a:pt x="108441" y="18422"/>
                  <a:pt x="108477" y="18498"/>
                  <a:pt x="108441" y="18573"/>
                </a:cubicBezTo>
                <a:cubicBezTo>
                  <a:pt x="108404" y="18573"/>
                  <a:pt x="108367" y="18573"/>
                  <a:pt x="108330" y="18573"/>
                </a:cubicBezTo>
                <a:cubicBezTo>
                  <a:pt x="108330" y="18573"/>
                  <a:pt x="108300" y="18648"/>
                  <a:pt x="108263" y="18648"/>
                </a:cubicBezTo>
                <a:cubicBezTo>
                  <a:pt x="108116" y="18648"/>
                  <a:pt x="108116" y="18648"/>
                  <a:pt x="108116" y="18648"/>
                </a:cubicBezTo>
                <a:cubicBezTo>
                  <a:pt x="108079" y="18648"/>
                  <a:pt x="108042" y="18648"/>
                  <a:pt x="108042" y="18648"/>
                </a:cubicBezTo>
                <a:cubicBezTo>
                  <a:pt x="107932" y="18648"/>
                  <a:pt x="107895" y="18648"/>
                  <a:pt x="107791" y="18648"/>
                </a:cubicBezTo>
                <a:cubicBezTo>
                  <a:pt x="107718" y="18648"/>
                  <a:pt x="107681" y="18648"/>
                  <a:pt x="107644" y="18723"/>
                </a:cubicBezTo>
                <a:cubicBezTo>
                  <a:pt x="107607" y="18723"/>
                  <a:pt x="107607" y="18798"/>
                  <a:pt x="107571" y="18798"/>
                </a:cubicBezTo>
                <a:cubicBezTo>
                  <a:pt x="107497" y="18798"/>
                  <a:pt x="107497" y="18798"/>
                  <a:pt x="107497" y="18798"/>
                </a:cubicBezTo>
                <a:cubicBezTo>
                  <a:pt x="107460" y="18798"/>
                  <a:pt x="107424" y="18798"/>
                  <a:pt x="107424" y="18798"/>
                </a:cubicBezTo>
                <a:cubicBezTo>
                  <a:pt x="107387" y="18798"/>
                  <a:pt x="107387" y="18723"/>
                  <a:pt x="107350" y="18723"/>
                </a:cubicBezTo>
                <a:cubicBezTo>
                  <a:pt x="107313" y="18723"/>
                  <a:pt x="107313" y="18723"/>
                  <a:pt x="107283" y="18723"/>
                </a:cubicBezTo>
                <a:cubicBezTo>
                  <a:pt x="107246" y="18648"/>
                  <a:pt x="107246" y="18573"/>
                  <a:pt x="107209" y="18573"/>
                </a:cubicBezTo>
                <a:cubicBezTo>
                  <a:pt x="107173" y="18498"/>
                  <a:pt x="107173" y="18422"/>
                  <a:pt x="107136" y="18422"/>
                </a:cubicBezTo>
                <a:cubicBezTo>
                  <a:pt x="107099" y="18422"/>
                  <a:pt x="107062" y="18422"/>
                  <a:pt x="107062" y="18422"/>
                </a:cubicBezTo>
                <a:cubicBezTo>
                  <a:pt x="106879" y="18422"/>
                  <a:pt x="106879" y="18422"/>
                  <a:pt x="106879" y="18422"/>
                </a:cubicBezTo>
                <a:cubicBezTo>
                  <a:pt x="106842" y="18422"/>
                  <a:pt x="106842" y="18360"/>
                  <a:pt x="106805" y="18360"/>
                </a:cubicBezTo>
                <a:cubicBezTo>
                  <a:pt x="106774" y="18360"/>
                  <a:pt x="106738" y="18360"/>
                  <a:pt x="106701" y="18360"/>
                </a:cubicBezTo>
                <a:cubicBezTo>
                  <a:pt x="106664" y="18360"/>
                  <a:pt x="106627" y="18285"/>
                  <a:pt x="106591" y="18285"/>
                </a:cubicBezTo>
                <a:cubicBezTo>
                  <a:pt x="106554" y="18285"/>
                  <a:pt x="106554" y="18209"/>
                  <a:pt x="106517" y="18209"/>
                </a:cubicBezTo>
                <a:cubicBezTo>
                  <a:pt x="106591" y="18059"/>
                  <a:pt x="106591" y="18059"/>
                  <a:pt x="106591" y="18059"/>
                </a:cubicBezTo>
                <a:cubicBezTo>
                  <a:pt x="106517" y="17984"/>
                  <a:pt x="106480" y="17984"/>
                  <a:pt x="106444" y="17909"/>
                </a:cubicBezTo>
                <a:cubicBezTo>
                  <a:pt x="106407" y="17833"/>
                  <a:pt x="106407" y="17833"/>
                  <a:pt x="106370" y="17758"/>
                </a:cubicBezTo>
                <a:cubicBezTo>
                  <a:pt x="106333" y="17758"/>
                  <a:pt x="106370" y="17683"/>
                  <a:pt x="106333" y="17683"/>
                </a:cubicBezTo>
                <a:cubicBezTo>
                  <a:pt x="106297" y="17608"/>
                  <a:pt x="106266" y="17608"/>
                  <a:pt x="106192" y="17608"/>
                </a:cubicBezTo>
                <a:cubicBezTo>
                  <a:pt x="106045" y="17608"/>
                  <a:pt x="106045" y="17608"/>
                  <a:pt x="106045" y="17608"/>
                </a:cubicBezTo>
                <a:cubicBezTo>
                  <a:pt x="106009" y="17457"/>
                  <a:pt x="106009" y="17457"/>
                  <a:pt x="106009" y="17457"/>
                </a:cubicBezTo>
                <a:cubicBezTo>
                  <a:pt x="106045" y="17457"/>
                  <a:pt x="106045" y="17382"/>
                  <a:pt x="106082" y="17320"/>
                </a:cubicBezTo>
                <a:cubicBezTo>
                  <a:pt x="106119" y="17244"/>
                  <a:pt x="106156" y="17244"/>
                  <a:pt x="106229" y="17169"/>
                </a:cubicBezTo>
                <a:cubicBezTo>
                  <a:pt x="106192" y="17019"/>
                  <a:pt x="106192" y="17019"/>
                  <a:pt x="106192" y="17019"/>
                </a:cubicBezTo>
                <a:cubicBezTo>
                  <a:pt x="106156" y="17019"/>
                  <a:pt x="106119" y="17019"/>
                  <a:pt x="106119" y="17019"/>
                </a:cubicBezTo>
                <a:cubicBezTo>
                  <a:pt x="106082" y="17019"/>
                  <a:pt x="106045" y="16944"/>
                  <a:pt x="106009" y="16944"/>
                </a:cubicBezTo>
                <a:cubicBezTo>
                  <a:pt x="105139" y="16944"/>
                  <a:pt x="105139" y="16944"/>
                  <a:pt x="105139" y="16944"/>
                </a:cubicBezTo>
                <a:cubicBezTo>
                  <a:pt x="105139" y="17094"/>
                  <a:pt x="105139" y="17094"/>
                  <a:pt x="105139" y="17244"/>
                </a:cubicBezTo>
                <a:cubicBezTo>
                  <a:pt x="105139" y="17320"/>
                  <a:pt x="105102" y="17320"/>
                  <a:pt x="105065" y="17382"/>
                </a:cubicBezTo>
                <a:cubicBezTo>
                  <a:pt x="105029" y="17457"/>
                  <a:pt x="105029" y="17533"/>
                  <a:pt x="104955" y="17608"/>
                </a:cubicBezTo>
                <a:cubicBezTo>
                  <a:pt x="104918" y="17608"/>
                  <a:pt x="104918" y="17608"/>
                  <a:pt x="104882" y="17608"/>
                </a:cubicBezTo>
                <a:cubicBezTo>
                  <a:pt x="104808" y="17608"/>
                  <a:pt x="104808" y="17608"/>
                  <a:pt x="104808" y="17608"/>
                </a:cubicBezTo>
                <a:cubicBezTo>
                  <a:pt x="104771" y="17608"/>
                  <a:pt x="104771" y="17533"/>
                  <a:pt x="104741" y="17533"/>
                </a:cubicBezTo>
                <a:cubicBezTo>
                  <a:pt x="104771" y="17457"/>
                  <a:pt x="104771" y="17382"/>
                  <a:pt x="104771" y="17382"/>
                </a:cubicBezTo>
                <a:cubicBezTo>
                  <a:pt x="104771" y="17320"/>
                  <a:pt x="104808" y="17244"/>
                  <a:pt x="104808" y="17169"/>
                </a:cubicBezTo>
                <a:cubicBezTo>
                  <a:pt x="104808" y="17169"/>
                  <a:pt x="104808" y="17094"/>
                  <a:pt x="104808" y="17019"/>
                </a:cubicBezTo>
                <a:cubicBezTo>
                  <a:pt x="104808" y="17019"/>
                  <a:pt x="104845" y="16944"/>
                  <a:pt x="104882" y="16868"/>
                </a:cubicBezTo>
                <a:lnTo>
                  <a:pt x="104918" y="16868"/>
                </a:lnTo>
                <a:cubicBezTo>
                  <a:pt x="104955" y="16868"/>
                  <a:pt x="104918" y="16793"/>
                  <a:pt x="104918" y="16718"/>
                </a:cubicBezTo>
                <a:cubicBezTo>
                  <a:pt x="104882" y="16718"/>
                  <a:pt x="104845" y="16718"/>
                  <a:pt x="104808" y="16718"/>
                </a:cubicBezTo>
                <a:cubicBezTo>
                  <a:pt x="104771" y="16718"/>
                  <a:pt x="104741" y="16643"/>
                  <a:pt x="104704" y="16643"/>
                </a:cubicBezTo>
                <a:cubicBezTo>
                  <a:pt x="104667" y="16643"/>
                  <a:pt x="104667" y="16568"/>
                  <a:pt x="104630" y="16568"/>
                </a:cubicBezTo>
                <a:cubicBezTo>
                  <a:pt x="104594" y="16568"/>
                  <a:pt x="104594" y="16568"/>
                  <a:pt x="104557" y="16568"/>
                </a:cubicBezTo>
                <a:cubicBezTo>
                  <a:pt x="104483" y="16492"/>
                  <a:pt x="104483" y="16417"/>
                  <a:pt x="104410" y="16417"/>
                </a:cubicBezTo>
                <a:cubicBezTo>
                  <a:pt x="104373" y="16417"/>
                  <a:pt x="104373" y="16417"/>
                  <a:pt x="104336" y="16417"/>
                </a:cubicBezTo>
                <a:cubicBezTo>
                  <a:pt x="104300" y="16417"/>
                  <a:pt x="104300" y="16417"/>
                  <a:pt x="104263" y="16417"/>
                </a:cubicBezTo>
                <a:cubicBezTo>
                  <a:pt x="104196" y="16417"/>
                  <a:pt x="104159" y="16417"/>
                  <a:pt x="104085" y="16417"/>
                </a:cubicBezTo>
                <a:cubicBezTo>
                  <a:pt x="104049" y="16417"/>
                  <a:pt x="104012" y="16417"/>
                  <a:pt x="103938" y="16417"/>
                </a:cubicBezTo>
                <a:cubicBezTo>
                  <a:pt x="103901" y="16342"/>
                  <a:pt x="103901" y="16279"/>
                  <a:pt x="103865" y="16279"/>
                </a:cubicBezTo>
                <a:cubicBezTo>
                  <a:pt x="103828" y="16279"/>
                  <a:pt x="103791" y="16279"/>
                  <a:pt x="103754" y="16279"/>
                </a:cubicBezTo>
                <a:cubicBezTo>
                  <a:pt x="103724" y="16279"/>
                  <a:pt x="103681" y="16204"/>
                  <a:pt x="103614" y="16204"/>
                </a:cubicBezTo>
                <a:cubicBezTo>
                  <a:pt x="103540" y="16129"/>
                  <a:pt x="103467" y="16204"/>
                  <a:pt x="103393" y="16204"/>
                </a:cubicBezTo>
                <a:cubicBezTo>
                  <a:pt x="103356" y="16204"/>
                  <a:pt x="103320" y="16129"/>
                  <a:pt x="103246" y="16129"/>
                </a:cubicBezTo>
                <a:cubicBezTo>
                  <a:pt x="103246" y="16129"/>
                  <a:pt x="103209" y="16054"/>
                  <a:pt x="103179" y="16054"/>
                </a:cubicBezTo>
                <a:cubicBezTo>
                  <a:pt x="103142" y="16054"/>
                  <a:pt x="103142" y="16129"/>
                  <a:pt x="103105" y="16204"/>
                </a:cubicBezTo>
                <a:cubicBezTo>
                  <a:pt x="103105" y="16204"/>
                  <a:pt x="103142" y="16279"/>
                  <a:pt x="103105" y="16342"/>
                </a:cubicBezTo>
                <a:cubicBezTo>
                  <a:pt x="103105" y="16417"/>
                  <a:pt x="103105" y="16492"/>
                  <a:pt x="103105" y="16643"/>
                </a:cubicBezTo>
                <a:cubicBezTo>
                  <a:pt x="102707" y="16643"/>
                  <a:pt x="102707" y="16643"/>
                  <a:pt x="102707" y="16643"/>
                </a:cubicBezTo>
                <a:cubicBezTo>
                  <a:pt x="102664" y="16643"/>
                  <a:pt x="102633" y="16718"/>
                  <a:pt x="102560" y="16718"/>
                </a:cubicBezTo>
                <a:cubicBezTo>
                  <a:pt x="102560" y="16793"/>
                  <a:pt x="102560" y="16793"/>
                  <a:pt x="102560" y="16868"/>
                </a:cubicBezTo>
                <a:cubicBezTo>
                  <a:pt x="102560" y="16944"/>
                  <a:pt x="102560" y="17019"/>
                  <a:pt x="102597" y="17019"/>
                </a:cubicBezTo>
                <a:cubicBezTo>
                  <a:pt x="102597" y="17094"/>
                  <a:pt x="102633" y="17169"/>
                  <a:pt x="102633" y="17169"/>
                </a:cubicBezTo>
                <a:cubicBezTo>
                  <a:pt x="102664" y="17244"/>
                  <a:pt x="102707" y="17244"/>
                  <a:pt x="102707" y="17244"/>
                </a:cubicBezTo>
                <a:cubicBezTo>
                  <a:pt x="102738" y="17320"/>
                  <a:pt x="102774" y="17244"/>
                  <a:pt x="102774" y="17320"/>
                </a:cubicBezTo>
                <a:cubicBezTo>
                  <a:pt x="102811" y="17320"/>
                  <a:pt x="102811" y="17382"/>
                  <a:pt x="102811" y="17457"/>
                </a:cubicBezTo>
                <a:cubicBezTo>
                  <a:pt x="102848" y="17457"/>
                  <a:pt x="102885" y="17457"/>
                  <a:pt x="102885" y="17533"/>
                </a:cubicBezTo>
                <a:cubicBezTo>
                  <a:pt x="102885" y="17608"/>
                  <a:pt x="102885" y="17608"/>
                  <a:pt x="102921" y="17683"/>
                </a:cubicBezTo>
                <a:cubicBezTo>
                  <a:pt x="102921" y="17758"/>
                  <a:pt x="102921" y="17758"/>
                  <a:pt x="102921" y="17833"/>
                </a:cubicBezTo>
                <a:cubicBezTo>
                  <a:pt x="102921" y="17909"/>
                  <a:pt x="102921" y="17909"/>
                  <a:pt x="102921" y="17984"/>
                </a:cubicBezTo>
                <a:cubicBezTo>
                  <a:pt x="102848" y="17984"/>
                  <a:pt x="102848" y="17984"/>
                  <a:pt x="102848" y="17984"/>
                </a:cubicBezTo>
                <a:cubicBezTo>
                  <a:pt x="102774" y="17984"/>
                  <a:pt x="102738" y="17909"/>
                  <a:pt x="102707" y="17909"/>
                </a:cubicBezTo>
                <a:cubicBezTo>
                  <a:pt x="102664" y="17909"/>
                  <a:pt x="102664" y="17833"/>
                  <a:pt x="102633" y="17833"/>
                </a:cubicBezTo>
                <a:cubicBezTo>
                  <a:pt x="102597" y="17833"/>
                  <a:pt x="102560" y="17909"/>
                  <a:pt x="102523" y="17833"/>
                </a:cubicBezTo>
                <a:lnTo>
                  <a:pt x="102486" y="17833"/>
                </a:lnTo>
                <a:cubicBezTo>
                  <a:pt x="102450" y="17833"/>
                  <a:pt x="102413" y="17758"/>
                  <a:pt x="102413" y="17758"/>
                </a:cubicBezTo>
                <a:cubicBezTo>
                  <a:pt x="102376" y="17683"/>
                  <a:pt x="102339" y="17683"/>
                  <a:pt x="102339" y="17683"/>
                </a:cubicBezTo>
                <a:cubicBezTo>
                  <a:pt x="102303" y="17683"/>
                  <a:pt x="102303" y="17758"/>
                  <a:pt x="102266" y="17758"/>
                </a:cubicBezTo>
                <a:cubicBezTo>
                  <a:pt x="102192" y="17758"/>
                  <a:pt x="102162" y="17683"/>
                  <a:pt x="102088" y="17683"/>
                </a:cubicBezTo>
                <a:cubicBezTo>
                  <a:pt x="102088" y="17909"/>
                  <a:pt x="102088" y="17909"/>
                  <a:pt x="102088" y="17909"/>
                </a:cubicBezTo>
                <a:cubicBezTo>
                  <a:pt x="102162" y="17984"/>
                  <a:pt x="102162" y="17984"/>
                  <a:pt x="102162" y="17984"/>
                </a:cubicBezTo>
                <a:cubicBezTo>
                  <a:pt x="102192" y="17984"/>
                  <a:pt x="102192" y="17984"/>
                  <a:pt x="102229" y="18059"/>
                </a:cubicBezTo>
                <a:cubicBezTo>
                  <a:pt x="102266" y="18059"/>
                  <a:pt x="102303" y="18134"/>
                  <a:pt x="102303" y="18209"/>
                </a:cubicBezTo>
                <a:cubicBezTo>
                  <a:pt x="102303" y="18360"/>
                  <a:pt x="102266" y="18360"/>
                  <a:pt x="102266" y="18498"/>
                </a:cubicBezTo>
                <a:cubicBezTo>
                  <a:pt x="102192" y="18422"/>
                  <a:pt x="102162" y="18422"/>
                  <a:pt x="102088" y="18360"/>
                </a:cubicBezTo>
                <a:cubicBezTo>
                  <a:pt x="102088" y="18285"/>
                  <a:pt x="102052" y="18285"/>
                  <a:pt x="102052" y="18209"/>
                </a:cubicBezTo>
                <a:cubicBezTo>
                  <a:pt x="102015" y="18209"/>
                  <a:pt x="101978" y="18134"/>
                  <a:pt x="101978" y="18059"/>
                </a:cubicBezTo>
                <a:cubicBezTo>
                  <a:pt x="101941" y="18059"/>
                  <a:pt x="101905" y="18059"/>
                  <a:pt x="101905" y="17984"/>
                </a:cubicBezTo>
                <a:cubicBezTo>
                  <a:pt x="101868" y="17984"/>
                  <a:pt x="101868" y="17909"/>
                  <a:pt x="101831" y="17833"/>
                </a:cubicBezTo>
                <a:cubicBezTo>
                  <a:pt x="101831" y="17833"/>
                  <a:pt x="101868" y="17758"/>
                  <a:pt x="101831" y="17758"/>
                </a:cubicBezTo>
                <a:cubicBezTo>
                  <a:pt x="101831" y="17683"/>
                  <a:pt x="101794" y="17683"/>
                  <a:pt x="101758" y="17683"/>
                </a:cubicBezTo>
                <a:cubicBezTo>
                  <a:pt x="101721" y="17683"/>
                  <a:pt x="101690" y="17683"/>
                  <a:pt x="101617" y="17683"/>
                </a:cubicBezTo>
                <a:cubicBezTo>
                  <a:pt x="101580" y="17683"/>
                  <a:pt x="101580" y="17683"/>
                  <a:pt x="101543" y="17683"/>
                </a:cubicBezTo>
                <a:cubicBezTo>
                  <a:pt x="101506" y="17683"/>
                  <a:pt x="101506" y="17683"/>
                  <a:pt x="101470" y="17683"/>
                </a:cubicBezTo>
                <a:cubicBezTo>
                  <a:pt x="101470" y="17683"/>
                  <a:pt x="101470" y="17758"/>
                  <a:pt x="101470" y="17833"/>
                </a:cubicBezTo>
                <a:cubicBezTo>
                  <a:pt x="101470" y="17909"/>
                  <a:pt x="101433" y="17909"/>
                  <a:pt x="101396" y="17909"/>
                </a:cubicBezTo>
                <a:cubicBezTo>
                  <a:pt x="101359" y="18059"/>
                  <a:pt x="101286" y="18059"/>
                  <a:pt x="101176" y="18059"/>
                </a:cubicBezTo>
                <a:cubicBezTo>
                  <a:pt x="101108" y="18059"/>
                  <a:pt x="101071" y="17984"/>
                  <a:pt x="100998" y="17909"/>
                </a:cubicBezTo>
                <a:cubicBezTo>
                  <a:pt x="100924" y="17909"/>
                  <a:pt x="100888" y="17909"/>
                  <a:pt x="100814" y="17833"/>
                </a:cubicBezTo>
                <a:cubicBezTo>
                  <a:pt x="100814" y="17833"/>
                  <a:pt x="100777" y="17909"/>
                  <a:pt x="100741" y="17833"/>
                </a:cubicBezTo>
                <a:cubicBezTo>
                  <a:pt x="100741" y="17833"/>
                  <a:pt x="100741" y="17758"/>
                  <a:pt x="100704" y="17758"/>
                </a:cubicBezTo>
                <a:cubicBezTo>
                  <a:pt x="100673" y="17683"/>
                  <a:pt x="100673" y="17683"/>
                  <a:pt x="100630" y="17683"/>
                </a:cubicBezTo>
                <a:cubicBezTo>
                  <a:pt x="100600" y="17683"/>
                  <a:pt x="100600" y="17683"/>
                  <a:pt x="100563" y="17758"/>
                </a:cubicBezTo>
                <a:cubicBezTo>
                  <a:pt x="100526" y="17758"/>
                  <a:pt x="100563" y="17833"/>
                  <a:pt x="100526" y="17833"/>
                </a:cubicBezTo>
                <a:cubicBezTo>
                  <a:pt x="100416" y="17833"/>
                  <a:pt x="100416" y="17758"/>
                  <a:pt x="100306" y="17758"/>
                </a:cubicBezTo>
                <a:cubicBezTo>
                  <a:pt x="100269" y="17758"/>
                  <a:pt x="100232" y="17758"/>
                  <a:pt x="100196" y="17833"/>
                </a:cubicBezTo>
                <a:cubicBezTo>
                  <a:pt x="100196" y="17909"/>
                  <a:pt x="100232" y="18059"/>
                  <a:pt x="100232" y="18134"/>
                </a:cubicBezTo>
                <a:cubicBezTo>
                  <a:pt x="100232" y="18360"/>
                  <a:pt x="100232" y="18422"/>
                  <a:pt x="100232" y="18573"/>
                </a:cubicBezTo>
                <a:cubicBezTo>
                  <a:pt x="100232" y="18723"/>
                  <a:pt x="100232" y="18723"/>
                  <a:pt x="100196" y="18874"/>
                </a:cubicBezTo>
                <a:cubicBezTo>
                  <a:pt x="99834" y="18874"/>
                  <a:pt x="99834" y="18874"/>
                  <a:pt x="99834" y="18874"/>
                </a:cubicBezTo>
                <a:cubicBezTo>
                  <a:pt x="99834" y="18723"/>
                  <a:pt x="99871" y="18573"/>
                  <a:pt x="99797" y="18422"/>
                </a:cubicBezTo>
                <a:cubicBezTo>
                  <a:pt x="99797" y="18360"/>
                  <a:pt x="99761" y="18360"/>
                  <a:pt x="99724" y="18360"/>
                </a:cubicBezTo>
                <a:cubicBezTo>
                  <a:pt x="99724" y="18285"/>
                  <a:pt x="99687" y="18209"/>
                  <a:pt x="99656" y="18209"/>
                </a:cubicBezTo>
                <a:cubicBezTo>
                  <a:pt x="99614" y="18209"/>
                  <a:pt x="99614" y="18209"/>
                  <a:pt x="99583" y="18134"/>
                </a:cubicBezTo>
                <a:cubicBezTo>
                  <a:pt x="99546" y="18134"/>
                  <a:pt x="99546" y="18059"/>
                  <a:pt x="99509" y="18059"/>
                </a:cubicBezTo>
                <a:cubicBezTo>
                  <a:pt x="99473" y="17984"/>
                  <a:pt x="99473" y="17984"/>
                  <a:pt x="99436" y="17909"/>
                </a:cubicBezTo>
                <a:cubicBezTo>
                  <a:pt x="99399" y="17909"/>
                  <a:pt x="99399" y="17833"/>
                  <a:pt x="99362" y="17758"/>
                </a:cubicBezTo>
                <a:cubicBezTo>
                  <a:pt x="99289" y="17683"/>
                  <a:pt x="99252" y="17608"/>
                  <a:pt x="99252" y="17457"/>
                </a:cubicBezTo>
                <a:cubicBezTo>
                  <a:pt x="99252" y="17382"/>
                  <a:pt x="99252" y="17382"/>
                  <a:pt x="99252" y="17382"/>
                </a:cubicBezTo>
                <a:cubicBezTo>
                  <a:pt x="99252" y="17320"/>
                  <a:pt x="99252" y="17320"/>
                  <a:pt x="99252" y="17244"/>
                </a:cubicBezTo>
                <a:cubicBezTo>
                  <a:pt x="99252" y="17244"/>
                  <a:pt x="99326" y="17244"/>
                  <a:pt x="99326" y="17169"/>
                </a:cubicBezTo>
                <a:cubicBezTo>
                  <a:pt x="99326" y="17094"/>
                  <a:pt x="99289" y="17094"/>
                  <a:pt x="99289" y="17019"/>
                </a:cubicBezTo>
                <a:cubicBezTo>
                  <a:pt x="99289" y="16868"/>
                  <a:pt x="99289" y="16793"/>
                  <a:pt x="99289" y="16718"/>
                </a:cubicBezTo>
                <a:cubicBezTo>
                  <a:pt x="99289" y="16568"/>
                  <a:pt x="99289" y="16492"/>
                  <a:pt x="99289" y="16417"/>
                </a:cubicBezTo>
                <a:cubicBezTo>
                  <a:pt x="99289" y="16279"/>
                  <a:pt x="99252" y="16204"/>
                  <a:pt x="99252" y="16054"/>
                </a:cubicBezTo>
                <a:cubicBezTo>
                  <a:pt x="99252" y="15979"/>
                  <a:pt x="99289" y="15903"/>
                  <a:pt x="99252" y="15828"/>
                </a:cubicBezTo>
                <a:cubicBezTo>
                  <a:pt x="99252" y="15753"/>
                  <a:pt x="99252" y="15678"/>
                  <a:pt x="99252" y="15678"/>
                </a:cubicBezTo>
                <a:cubicBezTo>
                  <a:pt x="99215" y="15603"/>
                  <a:pt x="99179" y="15603"/>
                  <a:pt x="99179" y="15527"/>
                </a:cubicBezTo>
                <a:cubicBezTo>
                  <a:pt x="99142" y="15452"/>
                  <a:pt x="99111" y="15452"/>
                  <a:pt x="99075" y="15377"/>
                </a:cubicBezTo>
                <a:cubicBezTo>
                  <a:pt x="99038" y="15377"/>
                  <a:pt x="99038" y="15302"/>
                  <a:pt x="99001" y="15302"/>
                </a:cubicBezTo>
                <a:cubicBezTo>
                  <a:pt x="98964" y="15302"/>
                  <a:pt x="98928" y="15302"/>
                  <a:pt x="98854" y="15302"/>
                </a:cubicBezTo>
                <a:cubicBezTo>
                  <a:pt x="98817" y="15302"/>
                  <a:pt x="98781" y="15302"/>
                  <a:pt x="98744" y="15377"/>
                </a:cubicBezTo>
                <a:cubicBezTo>
                  <a:pt x="98744" y="15377"/>
                  <a:pt x="98744" y="15452"/>
                  <a:pt x="98707" y="15527"/>
                </a:cubicBezTo>
                <a:cubicBezTo>
                  <a:pt x="98707" y="15527"/>
                  <a:pt x="98707" y="15603"/>
                  <a:pt x="98707" y="15678"/>
                </a:cubicBezTo>
                <a:cubicBezTo>
                  <a:pt x="98670" y="15678"/>
                  <a:pt x="98633" y="15678"/>
                  <a:pt x="98566" y="15678"/>
                </a:cubicBezTo>
                <a:cubicBezTo>
                  <a:pt x="98493" y="15678"/>
                  <a:pt x="98419" y="15678"/>
                  <a:pt x="98382" y="15527"/>
                </a:cubicBezTo>
                <a:cubicBezTo>
                  <a:pt x="98382" y="15452"/>
                  <a:pt x="98382" y="15377"/>
                  <a:pt x="98346" y="15377"/>
                </a:cubicBezTo>
                <a:cubicBezTo>
                  <a:pt x="98346" y="15302"/>
                  <a:pt x="98309" y="15227"/>
                  <a:pt x="98309" y="15227"/>
                </a:cubicBezTo>
                <a:cubicBezTo>
                  <a:pt x="98272" y="15164"/>
                  <a:pt x="98272" y="15089"/>
                  <a:pt x="98235" y="15089"/>
                </a:cubicBezTo>
                <a:cubicBezTo>
                  <a:pt x="98199" y="15089"/>
                  <a:pt x="98199" y="15089"/>
                  <a:pt x="98162" y="15089"/>
                </a:cubicBezTo>
                <a:cubicBezTo>
                  <a:pt x="98094" y="15089"/>
                  <a:pt x="98058" y="15089"/>
                  <a:pt x="97984" y="15014"/>
                </a:cubicBezTo>
                <a:cubicBezTo>
                  <a:pt x="97947" y="15014"/>
                  <a:pt x="97984" y="14938"/>
                  <a:pt x="97947" y="14863"/>
                </a:cubicBezTo>
                <a:cubicBezTo>
                  <a:pt x="97874" y="14788"/>
                  <a:pt x="97837" y="14788"/>
                  <a:pt x="97764" y="14788"/>
                </a:cubicBezTo>
                <a:cubicBezTo>
                  <a:pt x="97727" y="14788"/>
                  <a:pt x="97690" y="14788"/>
                  <a:pt x="97653" y="14863"/>
                </a:cubicBezTo>
                <a:cubicBezTo>
                  <a:pt x="97617" y="14863"/>
                  <a:pt x="97580" y="14863"/>
                  <a:pt x="97549" y="14863"/>
                </a:cubicBezTo>
                <a:cubicBezTo>
                  <a:pt x="97513" y="14938"/>
                  <a:pt x="97513" y="14938"/>
                  <a:pt x="97476" y="15014"/>
                </a:cubicBezTo>
                <a:cubicBezTo>
                  <a:pt x="97439" y="15014"/>
                  <a:pt x="97402" y="15089"/>
                  <a:pt x="97366" y="15089"/>
                </a:cubicBezTo>
                <a:cubicBezTo>
                  <a:pt x="97329" y="15089"/>
                  <a:pt x="97329" y="15164"/>
                  <a:pt x="97292" y="15227"/>
                </a:cubicBezTo>
                <a:cubicBezTo>
                  <a:pt x="97366" y="15527"/>
                  <a:pt x="97366" y="15527"/>
                  <a:pt x="97366" y="15527"/>
                </a:cubicBezTo>
                <a:cubicBezTo>
                  <a:pt x="97366" y="15603"/>
                  <a:pt x="97402" y="15603"/>
                  <a:pt x="97402" y="15678"/>
                </a:cubicBezTo>
                <a:cubicBezTo>
                  <a:pt x="97439" y="15678"/>
                  <a:pt x="97476" y="15753"/>
                  <a:pt x="97476" y="15828"/>
                </a:cubicBezTo>
                <a:cubicBezTo>
                  <a:pt x="97476" y="15828"/>
                  <a:pt x="97476" y="15903"/>
                  <a:pt x="97476" y="15979"/>
                </a:cubicBezTo>
                <a:cubicBezTo>
                  <a:pt x="97476" y="16054"/>
                  <a:pt x="97476" y="16054"/>
                  <a:pt x="97476" y="16129"/>
                </a:cubicBezTo>
                <a:cubicBezTo>
                  <a:pt x="97004" y="16129"/>
                  <a:pt x="97004" y="16129"/>
                  <a:pt x="97004" y="16129"/>
                </a:cubicBezTo>
                <a:cubicBezTo>
                  <a:pt x="96967" y="16129"/>
                  <a:pt x="96967" y="16204"/>
                  <a:pt x="96931" y="16204"/>
                </a:cubicBezTo>
                <a:cubicBezTo>
                  <a:pt x="96857" y="16279"/>
                  <a:pt x="96820" y="16342"/>
                  <a:pt x="96710" y="16342"/>
                </a:cubicBezTo>
                <a:cubicBezTo>
                  <a:pt x="96637" y="16342"/>
                  <a:pt x="96600" y="16279"/>
                  <a:pt x="96532" y="16204"/>
                </a:cubicBezTo>
                <a:cubicBezTo>
                  <a:pt x="96496" y="16204"/>
                  <a:pt x="96459" y="16129"/>
                  <a:pt x="96422" y="16129"/>
                </a:cubicBezTo>
                <a:cubicBezTo>
                  <a:pt x="96349" y="16054"/>
                  <a:pt x="96312" y="16054"/>
                  <a:pt x="96275" y="16054"/>
                </a:cubicBezTo>
                <a:cubicBezTo>
                  <a:pt x="96238" y="16054"/>
                  <a:pt x="96238" y="15903"/>
                  <a:pt x="96202" y="15903"/>
                </a:cubicBezTo>
                <a:cubicBezTo>
                  <a:pt x="96165" y="15828"/>
                  <a:pt x="96128" y="15828"/>
                  <a:pt x="96091" y="15828"/>
                </a:cubicBezTo>
                <a:cubicBezTo>
                  <a:pt x="96055" y="15828"/>
                  <a:pt x="96055" y="15903"/>
                  <a:pt x="96024" y="15903"/>
                </a:cubicBezTo>
                <a:cubicBezTo>
                  <a:pt x="95987" y="15903"/>
                  <a:pt x="95987" y="16054"/>
                  <a:pt x="95950" y="16054"/>
                </a:cubicBezTo>
                <a:cubicBezTo>
                  <a:pt x="95914" y="16054"/>
                  <a:pt x="95877" y="15979"/>
                  <a:pt x="95840" y="15903"/>
                </a:cubicBezTo>
                <a:cubicBezTo>
                  <a:pt x="95803" y="15828"/>
                  <a:pt x="95840" y="15753"/>
                  <a:pt x="95840" y="15678"/>
                </a:cubicBezTo>
                <a:cubicBezTo>
                  <a:pt x="95840" y="15377"/>
                  <a:pt x="95840" y="15377"/>
                  <a:pt x="95840" y="15377"/>
                </a:cubicBezTo>
                <a:cubicBezTo>
                  <a:pt x="95803" y="15302"/>
                  <a:pt x="95767" y="15227"/>
                  <a:pt x="95730" y="15227"/>
                </a:cubicBezTo>
                <a:cubicBezTo>
                  <a:pt x="95693" y="15164"/>
                  <a:pt x="95693" y="15089"/>
                  <a:pt x="95656" y="15089"/>
                </a:cubicBezTo>
                <a:cubicBezTo>
                  <a:pt x="95656" y="15089"/>
                  <a:pt x="95620" y="15089"/>
                  <a:pt x="95583" y="15089"/>
                </a:cubicBezTo>
                <a:cubicBezTo>
                  <a:pt x="95583" y="15089"/>
                  <a:pt x="95546" y="15089"/>
                  <a:pt x="95509" y="15089"/>
                </a:cubicBezTo>
                <a:cubicBezTo>
                  <a:pt x="95509" y="15089"/>
                  <a:pt x="95479" y="15089"/>
                  <a:pt x="95442" y="15164"/>
                </a:cubicBezTo>
                <a:cubicBezTo>
                  <a:pt x="95442" y="15164"/>
                  <a:pt x="95442" y="15302"/>
                  <a:pt x="95405" y="15302"/>
                </a:cubicBezTo>
                <a:cubicBezTo>
                  <a:pt x="95369" y="15302"/>
                  <a:pt x="95332" y="15227"/>
                  <a:pt x="95295" y="15227"/>
                </a:cubicBezTo>
                <a:cubicBezTo>
                  <a:pt x="95222" y="15227"/>
                  <a:pt x="95222" y="15227"/>
                  <a:pt x="95222" y="15227"/>
                </a:cubicBezTo>
                <a:cubicBezTo>
                  <a:pt x="95185" y="15227"/>
                  <a:pt x="95185" y="15164"/>
                  <a:pt x="95148" y="15164"/>
                </a:cubicBezTo>
                <a:cubicBezTo>
                  <a:pt x="94787" y="15164"/>
                  <a:pt x="94787" y="15164"/>
                  <a:pt x="94787" y="15164"/>
                </a:cubicBezTo>
                <a:cubicBezTo>
                  <a:pt x="94640" y="15227"/>
                  <a:pt x="94640" y="15227"/>
                  <a:pt x="94640" y="15227"/>
                </a:cubicBezTo>
                <a:cubicBezTo>
                  <a:pt x="94566" y="15227"/>
                  <a:pt x="94529" y="15164"/>
                  <a:pt x="94462" y="15164"/>
                </a:cubicBezTo>
                <a:cubicBezTo>
                  <a:pt x="94425" y="15164"/>
                  <a:pt x="94425" y="15164"/>
                  <a:pt x="94388" y="15164"/>
                </a:cubicBezTo>
                <a:lnTo>
                  <a:pt x="94388" y="15302"/>
                </a:lnTo>
                <a:cubicBezTo>
                  <a:pt x="94352" y="15377"/>
                  <a:pt x="94315" y="15302"/>
                  <a:pt x="94241" y="15302"/>
                </a:cubicBezTo>
                <a:cubicBezTo>
                  <a:pt x="94131" y="15302"/>
                  <a:pt x="94131" y="15302"/>
                  <a:pt x="94131" y="15302"/>
                </a:cubicBezTo>
                <a:cubicBezTo>
                  <a:pt x="94131" y="15302"/>
                  <a:pt x="94094" y="15302"/>
                  <a:pt x="94058" y="15302"/>
                </a:cubicBezTo>
                <a:cubicBezTo>
                  <a:pt x="94058" y="15302"/>
                  <a:pt x="94021" y="15302"/>
                  <a:pt x="93990" y="15302"/>
                </a:cubicBezTo>
                <a:cubicBezTo>
                  <a:pt x="93990" y="15227"/>
                  <a:pt x="94021" y="15164"/>
                  <a:pt x="94021" y="15014"/>
                </a:cubicBezTo>
                <a:cubicBezTo>
                  <a:pt x="94021" y="15014"/>
                  <a:pt x="93990" y="14938"/>
                  <a:pt x="93990" y="14863"/>
                </a:cubicBezTo>
                <a:lnTo>
                  <a:pt x="93990" y="14788"/>
                </a:lnTo>
                <a:cubicBezTo>
                  <a:pt x="93880" y="14713"/>
                  <a:pt x="93880" y="14713"/>
                  <a:pt x="93880" y="14713"/>
                </a:cubicBezTo>
                <a:cubicBezTo>
                  <a:pt x="93880" y="14713"/>
                  <a:pt x="93843" y="14713"/>
                  <a:pt x="93807" y="14788"/>
                </a:cubicBezTo>
                <a:cubicBezTo>
                  <a:pt x="93807" y="14788"/>
                  <a:pt x="93807" y="14863"/>
                  <a:pt x="93770" y="14863"/>
                </a:cubicBezTo>
                <a:cubicBezTo>
                  <a:pt x="93733" y="15014"/>
                  <a:pt x="93696" y="15089"/>
                  <a:pt x="93586" y="15089"/>
                </a:cubicBezTo>
                <a:cubicBezTo>
                  <a:pt x="93549" y="15089"/>
                  <a:pt x="93549" y="15089"/>
                  <a:pt x="93513" y="15014"/>
                </a:cubicBezTo>
                <a:cubicBezTo>
                  <a:pt x="93476" y="15014"/>
                  <a:pt x="93445" y="14938"/>
                  <a:pt x="93445" y="14863"/>
                </a:cubicBezTo>
                <a:cubicBezTo>
                  <a:pt x="93445" y="14788"/>
                  <a:pt x="93445" y="14788"/>
                  <a:pt x="93445" y="14788"/>
                </a:cubicBezTo>
                <a:cubicBezTo>
                  <a:pt x="93513" y="14788"/>
                  <a:pt x="93549" y="14788"/>
                  <a:pt x="93586" y="14788"/>
                </a:cubicBezTo>
                <a:cubicBezTo>
                  <a:pt x="93623" y="14788"/>
                  <a:pt x="93623" y="14788"/>
                  <a:pt x="93660" y="14788"/>
                </a:cubicBezTo>
                <a:cubicBezTo>
                  <a:pt x="93696" y="14713"/>
                  <a:pt x="93696" y="14713"/>
                  <a:pt x="93733" y="14638"/>
                </a:cubicBezTo>
                <a:cubicBezTo>
                  <a:pt x="93733" y="14638"/>
                  <a:pt x="93733" y="14562"/>
                  <a:pt x="93770" y="14487"/>
                </a:cubicBezTo>
                <a:cubicBezTo>
                  <a:pt x="93770" y="14487"/>
                  <a:pt x="93807" y="14487"/>
                  <a:pt x="93843" y="14487"/>
                </a:cubicBezTo>
                <a:cubicBezTo>
                  <a:pt x="93843" y="14412"/>
                  <a:pt x="93880" y="14412"/>
                  <a:pt x="93917" y="14412"/>
                </a:cubicBezTo>
                <a:cubicBezTo>
                  <a:pt x="93947" y="14337"/>
                  <a:pt x="93947" y="14262"/>
                  <a:pt x="93947" y="14186"/>
                </a:cubicBezTo>
                <a:cubicBezTo>
                  <a:pt x="93947" y="14124"/>
                  <a:pt x="93947" y="14124"/>
                  <a:pt x="93947" y="14124"/>
                </a:cubicBezTo>
                <a:cubicBezTo>
                  <a:pt x="93947" y="14049"/>
                  <a:pt x="93947" y="14049"/>
                  <a:pt x="93917" y="13973"/>
                </a:cubicBezTo>
                <a:cubicBezTo>
                  <a:pt x="93880" y="13898"/>
                  <a:pt x="93843" y="13973"/>
                  <a:pt x="93807" y="13973"/>
                </a:cubicBezTo>
                <a:cubicBezTo>
                  <a:pt x="93733" y="13973"/>
                  <a:pt x="93696" y="13973"/>
                  <a:pt x="93623" y="13973"/>
                </a:cubicBezTo>
                <a:cubicBezTo>
                  <a:pt x="93623" y="14049"/>
                  <a:pt x="93586" y="14049"/>
                  <a:pt x="93586" y="14124"/>
                </a:cubicBezTo>
                <a:cubicBezTo>
                  <a:pt x="93549" y="14124"/>
                  <a:pt x="93513" y="14124"/>
                  <a:pt x="93513" y="14186"/>
                </a:cubicBezTo>
                <a:cubicBezTo>
                  <a:pt x="93476" y="14186"/>
                  <a:pt x="93476" y="14337"/>
                  <a:pt x="93476" y="14337"/>
                </a:cubicBezTo>
                <a:cubicBezTo>
                  <a:pt x="93445" y="14412"/>
                  <a:pt x="93445" y="14487"/>
                  <a:pt x="93408" y="14487"/>
                </a:cubicBezTo>
                <a:cubicBezTo>
                  <a:pt x="93408" y="14562"/>
                  <a:pt x="93372" y="14562"/>
                  <a:pt x="93335" y="14638"/>
                </a:cubicBezTo>
                <a:cubicBezTo>
                  <a:pt x="93298" y="14638"/>
                  <a:pt x="93298" y="14788"/>
                  <a:pt x="93261" y="14788"/>
                </a:cubicBezTo>
                <a:cubicBezTo>
                  <a:pt x="92826" y="14788"/>
                  <a:pt x="92826" y="14788"/>
                  <a:pt x="92826" y="14788"/>
                </a:cubicBezTo>
                <a:cubicBezTo>
                  <a:pt x="92753" y="14863"/>
                  <a:pt x="92753" y="14863"/>
                  <a:pt x="92753" y="14863"/>
                </a:cubicBezTo>
                <a:lnTo>
                  <a:pt x="92753" y="14938"/>
                </a:lnTo>
                <a:cubicBezTo>
                  <a:pt x="92790" y="15089"/>
                  <a:pt x="92826" y="15089"/>
                  <a:pt x="92826" y="15164"/>
                </a:cubicBezTo>
                <a:cubicBezTo>
                  <a:pt x="92826" y="15227"/>
                  <a:pt x="92826" y="15227"/>
                  <a:pt x="92826" y="15227"/>
                </a:cubicBezTo>
                <a:cubicBezTo>
                  <a:pt x="92826" y="15302"/>
                  <a:pt x="92753" y="15302"/>
                  <a:pt x="92753" y="15302"/>
                </a:cubicBezTo>
                <a:cubicBezTo>
                  <a:pt x="92716" y="15377"/>
                  <a:pt x="92716" y="15452"/>
                  <a:pt x="92679" y="15452"/>
                </a:cubicBezTo>
                <a:cubicBezTo>
                  <a:pt x="92643" y="15527"/>
                  <a:pt x="92606" y="15527"/>
                  <a:pt x="92569" y="15527"/>
                </a:cubicBezTo>
                <a:cubicBezTo>
                  <a:pt x="92532" y="15527"/>
                  <a:pt x="92532" y="15527"/>
                  <a:pt x="92532" y="15527"/>
                </a:cubicBezTo>
                <a:cubicBezTo>
                  <a:pt x="92496" y="15527"/>
                  <a:pt x="92496" y="15452"/>
                  <a:pt x="92459" y="15452"/>
                </a:cubicBezTo>
                <a:cubicBezTo>
                  <a:pt x="92428" y="15452"/>
                  <a:pt x="92392" y="15452"/>
                  <a:pt x="92318" y="15452"/>
                </a:cubicBezTo>
                <a:cubicBezTo>
                  <a:pt x="92281" y="15452"/>
                  <a:pt x="92281" y="15527"/>
                  <a:pt x="92245" y="15527"/>
                </a:cubicBezTo>
                <a:cubicBezTo>
                  <a:pt x="92208" y="15603"/>
                  <a:pt x="92208" y="15603"/>
                  <a:pt x="92171" y="15678"/>
                </a:cubicBezTo>
                <a:cubicBezTo>
                  <a:pt x="92134" y="15678"/>
                  <a:pt x="92098" y="15678"/>
                  <a:pt x="92024" y="15678"/>
                </a:cubicBezTo>
                <a:cubicBezTo>
                  <a:pt x="91883" y="15678"/>
                  <a:pt x="91883" y="15678"/>
                  <a:pt x="91883" y="15678"/>
                </a:cubicBezTo>
                <a:cubicBezTo>
                  <a:pt x="91810" y="15678"/>
                  <a:pt x="91773" y="15753"/>
                  <a:pt x="91699" y="15753"/>
                </a:cubicBezTo>
                <a:cubicBezTo>
                  <a:pt x="91663" y="15753"/>
                  <a:pt x="91663" y="15753"/>
                  <a:pt x="91663" y="15753"/>
                </a:cubicBezTo>
                <a:lnTo>
                  <a:pt x="91663" y="15678"/>
                </a:lnTo>
                <a:cubicBezTo>
                  <a:pt x="91699" y="15678"/>
                  <a:pt x="91736" y="15678"/>
                  <a:pt x="91736" y="15678"/>
                </a:cubicBezTo>
                <a:cubicBezTo>
                  <a:pt x="91773" y="15603"/>
                  <a:pt x="91773" y="15527"/>
                  <a:pt x="91810" y="15527"/>
                </a:cubicBezTo>
                <a:cubicBezTo>
                  <a:pt x="91810" y="15452"/>
                  <a:pt x="91846" y="15452"/>
                  <a:pt x="91883" y="15377"/>
                </a:cubicBezTo>
                <a:cubicBezTo>
                  <a:pt x="91883" y="15377"/>
                  <a:pt x="91914" y="15302"/>
                  <a:pt x="91914" y="15227"/>
                </a:cubicBezTo>
                <a:cubicBezTo>
                  <a:pt x="91957" y="15227"/>
                  <a:pt x="91957" y="15227"/>
                  <a:pt x="91987" y="15164"/>
                </a:cubicBezTo>
                <a:cubicBezTo>
                  <a:pt x="92024" y="15164"/>
                  <a:pt x="92098" y="15227"/>
                  <a:pt x="92134" y="15164"/>
                </a:cubicBezTo>
                <a:cubicBezTo>
                  <a:pt x="92171" y="15164"/>
                  <a:pt x="92171" y="15227"/>
                  <a:pt x="92208" y="15164"/>
                </a:cubicBezTo>
                <a:cubicBezTo>
                  <a:pt x="92245" y="15164"/>
                  <a:pt x="92208" y="15089"/>
                  <a:pt x="92245" y="15014"/>
                </a:cubicBezTo>
                <a:cubicBezTo>
                  <a:pt x="92281" y="15014"/>
                  <a:pt x="92281" y="14938"/>
                  <a:pt x="92318" y="14938"/>
                </a:cubicBezTo>
                <a:cubicBezTo>
                  <a:pt x="92355" y="14863"/>
                  <a:pt x="92428" y="14863"/>
                  <a:pt x="92459" y="14713"/>
                </a:cubicBezTo>
                <a:cubicBezTo>
                  <a:pt x="92496" y="14638"/>
                  <a:pt x="92496" y="14487"/>
                  <a:pt x="92532" y="14412"/>
                </a:cubicBezTo>
                <a:cubicBezTo>
                  <a:pt x="92569" y="14337"/>
                  <a:pt x="92606" y="14337"/>
                  <a:pt x="92679" y="14337"/>
                </a:cubicBezTo>
                <a:cubicBezTo>
                  <a:pt x="92753" y="14337"/>
                  <a:pt x="92753" y="14337"/>
                  <a:pt x="92753" y="14337"/>
                </a:cubicBezTo>
                <a:cubicBezTo>
                  <a:pt x="92790" y="14337"/>
                  <a:pt x="92790" y="14337"/>
                  <a:pt x="92826" y="14337"/>
                </a:cubicBezTo>
                <a:cubicBezTo>
                  <a:pt x="92826" y="14337"/>
                  <a:pt x="92863" y="14337"/>
                  <a:pt x="92900" y="14337"/>
                </a:cubicBezTo>
                <a:cubicBezTo>
                  <a:pt x="92900" y="14337"/>
                  <a:pt x="92931" y="14262"/>
                  <a:pt x="92973" y="14262"/>
                </a:cubicBezTo>
                <a:cubicBezTo>
                  <a:pt x="92973" y="14186"/>
                  <a:pt x="92973" y="14124"/>
                  <a:pt x="92973" y="14124"/>
                </a:cubicBezTo>
                <a:cubicBezTo>
                  <a:pt x="93004" y="14049"/>
                  <a:pt x="93004" y="14049"/>
                  <a:pt x="93041" y="13973"/>
                </a:cubicBezTo>
                <a:cubicBezTo>
                  <a:pt x="93078" y="13898"/>
                  <a:pt x="93114" y="13898"/>
                  <a:pt x="93151" y="13898"/>
                </a:cubicBezTo>
                <a:cubicBezTo>
                  <a:pt x="93225" y="13898"/>
                  <a:pt x="93225" y="13898"/>
                  <a:pt x="93225" y="13898"/>
                </a:cubicBezTo>
                <a:cubicBezTo>
                  <a:pt x="93261" y="13898"/>
                  <a:pt x="93298" y="13898"/>
                  <a:pt x="93298" y="13898"/>
                </a:cubicBezTo>
                <a:cubicBezTo>
                  <a:pt x="93335" y="13898"/>
                  <a:pt x="93372" y="13898"/>
                  <a:pt x="93408" y="13898"/>
                </a:cubicBezTo>
                <a:cubicBezTo>
                  <a:pt x="93408" y="13823"/>
                  <a:pt x="93445" y="13823"/>
                  <a:pt x="93476" y="13823"/>
                </a:cubicBezTo>
                <a:cubicBezTo>
                  <a:pt x="93476" y="13823"/>
                  <a:pt x="93513" y="13748"/>
                  <a:pt x="93549" y="13748"/>
                </a:cubicBezTo>
                <a:cubicBezTo>
                  <a:pt x="93549" y="13673"/>
                  <a:pt x="93586" y="13673"/>
                  <a:pt x="93586" y="13597"/>
                </a:cubicBezTo>
                <a:cubicBezTo>
                  <a:pt x="93623" y="13597"/>
                  <a:pt x="93586" y="13522"/>
                  <a:pt x="93586" y="13447"/>
                </a:cubicBezTo>
                <a:cubicBezTo>
                  <a:pt x="93623" y="13372"/>
                  <a:pt x="93623" y="13297"/>
                  <a:pt x="93623" y="13159"/>
                </a:cubicBezTo>
                <a:cubicBezTo>
                  <a:pt x="93990" y="13159"/>
                  <a:pt x="93990" y="13159"/>
                  <a:pt x="93990" y="13159"/>
                </a:cubicBezTo>
                <a:cubicBezTo>
                  <a:pt x="93990" y="13084"/>
                  <a:pt x="93990" y="13084"/>
                  <a:pt x="94021" y="12933"/>
                </a:cubicBezTo>
                <a:cubicBezTo>
                  <a:pt x="94021" y="12933"/>
                  <a:pt x="93990" y="12858"/>
                  <a:pt x="94021" y="12858"/>
                </a:cubicBezTo>
                <a:cubicBezTo>
                  <a:pt x="94021" y="12783"/>
                  <a:pt x="94021" y="12708"/>
                  <a:pt x="94021" y="12708"/>
                </a:cubicBezTo>
                <a:cubicBezTo>
                  <a:pt x="94058" y="12632"/>
                  <a:pt x="94094" y="12708"/>
                  <a:pt x="94094" y="12708"/>
                </a:cubicBezTo>
                <a:cubicBezTo>
                  <a:pt x="94131" y="12632"/>
                  <a:pt x="94131" y="12632"/>
                  <a:pt x="94131" y="12557"/>
                </a:cubicBezTo>
                <a:cubicBezTo>
                  <a:pt x="94131" y="12482"/>
                  <a:pt x="94131" y="12407"/>
                  <a:pt x="94131" y="12407"/>
                </a:cubicBezTo>
                <a:cubicBezTo>
                  <a:pt x="94131" y="12332"/>
                  <a:pt x="94131" y="12256"/>
                  <a:pt x="94094" y="12256"/>
                </a:cubicBezTo>
                <a:cubicBezTo>
                  <a:pt x="94094" y="12181"/>
                  <a:pt x="94058" y="12256"/>
                  <a:pt x="94021" y="12181"/>
                </a:cubicBezTo>
                <a:cubicBezTo>
                  <a:pt x="94021" y="12181"/>
                  <a:pt x="94058" y="12106"/>
                  <a:pt x="94021" y="12043"/>
                </a:cubicBezTo>
                <a:lnTo>
                  <a:pt x="94021" y="11968"/>
                </a:lnTo>
                <a:cubicBezTo>
                  <a:pt x="93990" y="11893"/>
                  <a:pt x="93947" y="11968"/>
                  <a:pt x="93947" y="11968"/>
                </a:cubicBezTo>
                <a:cubicBezTo>
                  <a:pt x="93917" y="11893"/>
                  <a:pt x="93947" y="11818"/>
                  <a:pt x="93947" y="11818"/>
                </a:cubicBezTo>
                <a:cubicBezTo>
                  <a:pt x="93917" y="11743"/>
                  <a:pt x="93917" y="11667"/>
                  <a:pt x="93917" y="11592"/>
                </a:cubicBezTo>
                <a:cubicBezTo>
                  <a:pt x="93880" y="11517"/>
                  <a:pt x="93843" y="11517"/>
                  <a:pt x="93807" y="11442"/>
                </a:cubicBezTo>
                <a:cubicBezTo>
                  <a:pt x="93770" y="11442"/>
                  <a:pt x="93770" y="11367"/>
                  <a:pt x="93733" y="11367"/>
                </a:cubicBezTo>
                <a:cubicBezTo>
                  <a:pt x="93696" y="11367"/>
                  <a:pt x="93696" y="11367"/>
                  <a:pt x="93660" y="11367"/>
                </a:cubicBezTo>
                <a:cubicBezTo>
                  <a:pt x="93623" y="11367"/>
                  <a:pt x="93623" y="11291"/>
                  <a:pt x="93586" y="11291"/>
                </a:cubicBezTo>
                <a:cubicBezTo>
                  <a:pt x="93586" y="11141"/>
                  <a:pt x="93586" y="11078"/>
                  <a:pt x="93586" y="10928"/>
                </a:cubicBezTo>
                <a:cubicBezTo>
                  <a:pt x="93078" y="10928"/>
                  <a:pt x="93078" y="10928"/>
                  <a:pt x="93078" y="10928"/>
                </a:cubicBezTo>
                <a:cubicBezTo>
                  <a:pt x="93004" y="10928"/>
                  <a:pt x="92973" y="10853"/>
                  <a:pt x="92931" y="10853"/>
                </a:cubicBezTo>
                <a:cubicBezTo>
                  <a:pt x="92863" y="10778"/>
                  <a:pt x="92826" y="10778"/>
                  <a:pt x="92753" y="10778"/>
                </a:cubicBezTo>
                <a:cubicBezTo>
                  <a:pt x="92753" y="10778"/>
                  <a:pt x="92716" y="10778"/>
                  <a:pt x="92679" y="10778"/>
                </a:cubicBezTo>
                <a:cubicBezTo>
                  <a:pt x="92679" y="10778"/>
                  <a:pt x="92643" y="10853"/>
                  <a:pt x="92606" y="10853"/>
                </a:cubicBezTo>
                <a:cubicBezTo>
                  <a:pt x="92606" y="10853"/>
                  <a:pt x="92606" y="10991"/>
                  <a:pt x="92569" y="10991"/>
                </a:cubicBezTo>
                <a:cubicBezTo>
                  <a:pt x="92569" y="10991"/>
                  <a:pt x="92532" y="10991"/>
                  <a:pt x="92496" y="10991"/>
                </a:cubicBezTo>
                <a:cubicBezTo>
                  <a:pt x="92459" y="10928"/>
                  <a:pt x="92428" y="10853"/>
                  <a:pt x="92392" y="10778"/>
                </a:cubicBezTo>
                <a:cubicBezTo>
                  <a:pt x="92355" y="10778"/>
                  <a:pt x="92318" y="10778"/>
                  <a:pt x="92318" y="10778"/>
                </a:cubicBezTo>
                <a:cubicBezTo>
                  <a:pt x="92281" y="10702"/>
                  <a:pt x="92245" y="10702"/>
                  <a:pt x="92208" y="10702"/>
                </a:cubicBezTo>
                <a:cubicBezTo>
                  <a:pt x="92171" y="10702"/>
                  <a:pt x="92134" y="10778"/>
                  <a:pt x="92098" y="10778"/>
                </a:cubicBezTo>
                <a:cubicBezTo>
                  <a:pt x="92098" y="11141"/>
                  <a:pt x="92098" y="11141"/>
                  <a:pt x="92098" y="11141"/>
                </a:cubicBezTo>
                <a:cubicBezTo>
                  <a:pt x="91883" y="11141"/>
                  <a:pt x="91883" y="11141"/>
                  <a:pt x="91883" y="11141"/>
                </a:cubicBezTo>
                <a:cubicBezTo>
                  <a:pt x="91810" y="11078"/>
                  <a:pt x="91810" y="11078"/>
                  <a:pt x="91810" y="11078"/>
                </a:cubicBezTo>
                <a:cubicBezTo>
                  <a:pt x="91846" y="10991"/>
                  <a:pt x="91846" y="10928"/>
                  <a:pt x="91846" y="10928"/>
                </a:cubicBezTo>
                <a:cubicBezTo>
                  <a:pt x="91883" y="10928"/>
                  <a:pt x="91914" y="10928"/>
                  <a:pt x="91914" y="10928"/>
                </a:cubicBezTo>
                <a:cubicBezTo>
                  <a:pt x="91957" y="10778"/>
                  <a:pt x="91987" y="10702"/>
                  <a:pt x="91987" y="10627"/>
                </a:cubicBezTo>
                <a:cubicBezTo>
                  <a:pt x="91987" y="10552"/>
                  <a:pt x="91987" y="10552"/>
                  <a:pt x="91987" y="10477"/>
                </a:cubicBezTo>
                <a:cubicBezTo>
                  <a:pt x="91589" y="10477"/>
                  <a:pt x="91589" y="10477"/>
                  <a:pt x="91589" y="10477"/>
                </a:cubicBezTo>
                <a:cubicBezTo>
                  <a:pt x="91552" y="10477"/>
                  <a:pt x="91516" y="10402"/>
                  <a:pt x="91442" y="10402"/>
                </a:cubicBezTo>
                <a:cubicBezTo>
                  <a:pt x="91375" y="10402"/>
                  <a:pt x="91338" y="10402"/>
                  <a:pt x="91264" y="10402"/>
                </a:cubicBezTo>
                <a:lnTo>
                  <a:pt x="91228" y="10326"/>
                </a:lnTo>
                <a:cubicBezTo>
                  <a:pt x="91228" y="10326"/>
                  <a:pt x="91228" y="10251"/>
                  <a:pt x="91228" y="10176"/>
                </a:cubicBezTo>
                <a:cubicBezTo>
                  <a:pt x="91264" y="10101"/>
                  <a:pt x="91301" y="10026"/>
                  <a:pt x="91375" y="9963"/>
                </a:cubicBezTo>
                <a:cubicBezTo>
                  <a:pt x="91375" y="9963"/>
                  <a:pt x="91411" y="9963"/>
                  <a:pt x="91442" y="9963"/>
                </a:cubicBezTo>
                <a:cubicBezTo>
                  <a:pt x="91479" y="9963"/>
                  <a:pt x="91479" y="9888"/>
                  <a:pt x="91516" y="9888"/>
                </a:cubicBezTo>
                <a:cubicBezTo>
                  <a:pt x="91516" y="9587"/>
                  <a:pt x="91516" y="9587"/>
                  <a:pt x="91516" y="9587"/>
                </a:cubicBezTo>
                <a:cubicBezTo>
                  <a:pt x="90719" y="9587"/>
                  <a:pt x="90719" y="9587"/>
                  <a:pt x="90719" y="9587"/>
                </a:cubicBezTo>
                <a:cubicBezTo>
                  <a:pt x="90683" y="9587"/>
                  <a:pt x="90646" y="9587"/>
                  <a:pt x="90646" y="9662"/>
                </a:cubicBezTo>
                <a:cubicBezTo>
                  <a:pt x="90572" y="9662"/>
                  <a:pt x="90535" y="9737"/>
                  <a:pt x="90499" y="9737"/>
                </a:cubicBezTo>
                <a:cubicBezTo>
                  <a:pt x="90462" y="9737"/>
                  <a:pt x="90425" y="9737"/>
                  <a:pt x="90425" y="9737"/>
                </a:cubicBezTo>
                <a:cubicBezTo>
                  <a:pt x="90358" y="9813"/>
                  <a:pt x="90284" y="9813"/>
                  <a:pt x="90211" y="9888"/>
                </a:cubicBezTo>
                <a:cubicBezTo>
                  <a:pt x="90174" y="9888"/>
                  <a:pt x="90174" y="9888"/>
                  <a:pt x="90137" y="9963"/>
                </a:cubicBezTo>
                <a:cubicBezTo>
                  <a:pt x="90101" y="9963"/>
                  <a:pt x="90101" y="10026"/>
                  <a:pt x="90064" y="10026"/>
                </a:cubicBezTo>
                <a:cubicBezTo>
                  <a:pt x="90027" y="10101"/>
                  <a:pt x="90027" y="10101"/>
                  <a:pt x="90027" y="10176"/>
                </a:cubicBezTo>
                <a:cubicBezTo>
                  <a:pt x="90027" y="10251"/>
                  <a:pt x="90027" y="10326"/>
                  <a:pt x="90027" y="10326"/>
                </a:cubicBezTo>
                <a:cubicBezTo>
                  <a:pt x="90027" y="10402"/>
                  <a:pt x="90027" y="10477"/>
                  <a:pt x="90027" y="10477"/>
                </a:cubicBezTo>
                <a:cubicBezTo>
                  <a:pt x="89990" y="10552"/>
                  <a:pt x="89990" y="10627"/>
                  <a:pt x="89954" y="10627"/>
                </a:cubicBezTo>
                <a:cubicBezTo>
                  <a:pt x="89917" y="10702"/>
                  <a:pt x="89880" y="10702"/>
                  <a:pt x="89813" y="10778"/>
                </a:cubicBezTo>
                <a:cubicBezTo>
                  <a:pt x="89849" y="10853"/>
                  <a:pt x="89849" y="10853"/>
                  <a:pt x="89849" y="10928"/>
                </a:cubicBezTo>
                <a:cubicBezTo>
                  <a:pt x="89880" y="10991"/>
                  <a:pt x="89917" y="10991"/>
                  <a:pt x="89917" y="10991"/>
                </a:cubicBezTo>
                <a:cubicBezTo>
                  <a:pt x="89917" y="11141"/>
                  <a:pt x="89917" y="11141"/>
                  <a:pt x="89917" y="11141"/>
                </a:cubicBezTo>
                <a:cubicBezTo>
                  <a:pt x="89231" y="11141"/>
                  <a:pt x="89231" y="11141"/>
                  <a:pt x="89231" y="11141"/>
                </a:cubicBezTo>
                <a:cubicBezTo>
                  <a:pt x="89194" y="11291"/>
                  <a:pt x="89231" y="11367"/>
                  <a:pt x="89194" y="11442"/>
                </a:cubicBezTo>
                <a:cubicBezTo>
                  <a:pt x="89120" y="11517"/>
                  <a:pt x="89084" y="11442"/>
                  <a:pt x="89010" y="11517"/>
                </a:cubicBezTo>
                <a:cubicBezTo>
                  <a:pt x="89010" y="11592"/>
                  <a:pt x="89047" y="11667"/>
                  <a:pt x="89010" y="11667"/>
                </a:cubicBezTo>
                <a:cubicBezTo>
                  <a:pt x="89010" y="11743"/>
                  <a:pt x="88973" y="11818"/>
                  <a:pt x="88973" y="11818"/>
                </a:cubicBezTo>
                <a:cubicBezTo>
                  <a:pt x="88937" y="11893"/>
                  <a:pt x="88937" y="11893"/>
                  <a:pt x="88900" y="11893"/>
                </a:cubicBezTo>
                <a:cubicBezTo>
                  <a:pt x="88833" y="11968"/>
                  <a:pt x="88796" y="11968"/>
                  <a:pt x="88722" y="11968"/>
                </a:cubicBezTo>
                <a:cubicBezTo>
                  <a:pt x="88649" y="11968"/>
                  <a:pt x="88612" y="11968"/>
                  <a:pt x="88575" y="11968"/>
                </a:cubicBezTo>
                <a:cubicBezTo>
                  <a:pt x="88575" y="11893"/>
                  <a:pt x="88539" y="11893"/>
                  <a:pt x="88502" y="11893"/>
                </a:cubicBezTo>
                <a:cubicBezTo>
                  <a:pt x="88502" y="11818"/>
                  <a:pt x="88465" y="11818"/>
                  <a:pt x="88428" y="11743"/>
                </a:cubicBezTo>
                <a:cubicBezTo>
                  <a:pt x="88428" y="11743"/>
                  <a:pt x="88428" y="11667"/>
                  <a:pt x="88392" y="11592"/>
                </a:cubicBezTo>
                <a:cubicBezTo>
                  <a:pt x="88355" y="11592"/>
                  <a:pt x="88355" y="11592"/>
                  <a:pt x="88324" y="11592"/>
                </a:cubicBezTo>
                <a:cubicBezTo>
                  <a:pt x="88287" y="11592"/>
                  <a:pt x="88287" y="11592"/>
                  <a:pt x="88251" y="11592"/>
                </a:cubicBezTo>
                <a:cubicBezTo>
                  <a:pt x="88177" y="11592"/>
                  <a:pt x="88140" y="11592"/>
                  <a:pt x="88067" y="11592"/>
                </a:cubicBezTo>
                <a:cubicBezTo>
                  <a:pt x="87993" y="11592"/>
                  <a:pt x="87993" y="11592"/>
                  <a:pt x="87993" y="11592"/>
                </a:cubicBezTo>
                <a:cubicBezTo>
                  <a:pt x="87957" y="11592"/>
                  <a:pt x="87920" y="11442"/>
                  <a:pt x="87846" y="11442"/>
                </a:cubicBezTo>
                <a:cubicBezTo>
                  <a:pt x="87816" y="11442"/>
                  <a:pt x="87779" y="11517"/>
                  <a:pt x="87779" y="11517"/>
                </a:cubicBezTo>
                <a:cubicBezTo>
                  <a:pt x="87742" y="11517"/>
                  <a:pt x="87705" y="11442"/>
                  <a:pt x="87669" y="11517"/>
                </a:cubicBezTo>
                <a:cubicBezTo>
                  <a:pt x="87669" y="11592"/>
                  <a:pt x="87632" y="11592"/>
                  <a:pt x="87632" y="11667"/>
                </a:cubicBezTo>
                <a:cubicBezTo>
                  <a:pt x="87595" y="11743"/>
                  <a:pt x="87669" y="11818"/>
                  <a:pt x="87632" y="11893"/>
                </a:cubicBezTo>
                <a:lnTo>
                  <a:pt x="87632" y="11968"/>
                </a:lnTo>
                <a:cubicBezTo>
                  <a:pt x="87632" y="12043"/>
                  <a:pt x="87558" y="12043"/>
                  <a:pt x="87558" y="12043"/>
                </a:cubicBezTo>
                <a:cubicBezTo>
                  <a:pt x="87522" y="12106"/>
                  <a:pt x="87485" y="12106"/>
                  <a:pt x="87448" y="12106"/>
                </a:cubicBezTo>
                <a:cubicBezTo>
                  <a:pt x="87087" y="12106"/>
                  <a:pt x="87087" y="12106"/>
                  <a:pt x="87087" y="12106"/>
                </a:cubicBezTo>
                <a:cubicBezTo>
                  <a:pt x="87013" y="12106"/>
                  <a:pt x="86977" y="12181"/>
                  <a:pt x="86903" y="12256"/>
                </a:cubicBezTo>
                <a:cubicBezTo>
                  <a:pt x="86866" y="12332"/>
                  <a:pt x="86830" y="12332"/>
                  <a:pt x="86830" y="12332"/>
                </a:cubicBezTo>
                <a:cubicBezTo>
                  <a:pt x="86762" y="12407"/>
                  <a:pt x="86725" y="12482"/>
                  <a:pt x="86689" y="12482"/>
                </a:cubicBezTo>
                <a:cubicBezTo>
                  <a:pt x="86652" y="12482"/>
                  <a:pt x="86615" y="12482"/>
                  <a:pt x="86615" y="12557"/>
                </a:cubicBezTo>
                <a:cubicBezTo>
                  <a:pt x="86578" y="12557"/>
                  <a:pt x="86578" y="12708"/>
                  <a:pt x="86505" y="12708"/>
                </a:cubicBezTo>
                <a:lnTo>
                  <a:pt x="86468" y="12632"/>
                </a:lnTo>
                <a:cubicBezTo>
                  <a:pt x="86431" y="12632"/>
                  <a:pt x="86431" y="12482"/>
                  <a:pt x="86431" y="12482"/>
                </a:cubicBezTo>
                <a:cubicBezTo>
                  <a:pt x="86395" y="12482"/>
                  <a:pt x="86358" y="12482"/>
                  <a:pt x="86321" y="12482"/>
                </a:cubicBezTo>
                <a:cubicBezTo>
                  <a:pt x="86290" y="12482"/>
                  <a:pt x="86254" y="12482"/>
                  <a:pt x="86180" y="12557"/>
                </a:cubicBezTo>
                <a:cubicBezTo>
                  <a:pt x="86143" y="12557"/>
                  <a:pt x="86143" y="12632"/>
                  <a:pt x="86107" y="12632"/>
                </a:cubicBezTo>
                <a:cubicBezTo>
                  <a:pt x="86070" y="12708"/>
                  <a:pt x="86033" y="12708"/>
                  <a:pt x="85996" y="12783"/>
                </a:cubicBezTo>
                <a:cubicBezTo>
                  <a:pt x="85960" y="12858"/>
                  <a:pt x="85960" y="12933"/>
                  <a:pt x="85923" y="12933"/>
                </a:cubicBezTo>
                <a:cubicBezTo>
                  <a:pt x="85886" y="12933"/>
                  <a:pt x="85849" y="12933"/>
                  <a:pt x="85849" y="12933"/>
                </a:cubicBezTo>
                <a:cubicBezTo>
                  <a:pt x="85813" y="13008"/>
                  <a:pt x="85776" y="12933"/>
                  <a:pt x="85745" y="12933"/>
                </a:cubicBezTo>
                <a:cubicBezTo>
                  <a:pt x="85672" y="12933"/>
                  <a:pt x="85635" y="12933"/>
                  <a:pt x="85562" y="13008"/>
                </a:cubicBezTo>
                <a:cubicBezTo>
                  <a:pt x="85525" y="13008"/>
                  <a:pt x="85488" y="13084"/>
                  <a:pt x="85451" y="13159"/>
                </a:cubicBezTo>
                <a:cubicBezTo>
                  <a:pt x="85415" y="13159"/>
                  <a:pt x="85415" y="13221"/>
                  <a:pt x="85378" y="13297"/>
                </a:cubicBezTo>
                <a:cubicBezTo>
                  <a:pt x="85378" y="13372"/>
                  <a:pt x="85378" y="13447"/>
                  <a:pt x="85378" y="13447"/>
                </a:cubicBezTo>
                <a:cubicBezTo>
                  <a:pt x="85341" y="13522"/>
                  <a:pt x="85341" y="13597"/>
                  <a:pt x="85341" y="13597"/>
                </a:cubicBezTo>
                <a:cubicBezTo>
                  <a:pt x="85304" y="13597"/>
                  <a:pt x="85274" y="13597"/>
                  <a:pt x="85274" y="13597"/>
                </a:cubicBezTo>
                <a:cubicBezTo>
                  <a:pt x="85237" y="13597"/>
                  <a:pt x="85200" y="13597"/>
                  <a:pt x="85163" y="13597"/>
                </a:cubicBezTo>
                <a:cubicBezTo>
                  <a:pt x="85163" y="13597"/>
                  <a:pt x="85127" y="13673"/>
                  <a:pt x="85090" y="13673"/>
                </a:cubicBezTo>
                <a:lnTo>
                  <a:pt x="85053" y="13673"/>
                </a:lnTo>
                <a:cubicBezTo>
                  <a:pt x="85016" y="13673"/>
                  <a:pt x="84980" y="13673"/>
                  <a:pt x="84980" y="13748"/>
                </a:cubicBezTo>
                <a:cubicBezTo>
                  <a:pt x="84943" y="13748"/>
                  <a:pt x="84906" y="13748"/>
                  <a:pt x="84906" y="13898"/>
                </a:cubicBezTo>
                <a:cubicBezTo>
                  <a:pt x="84906" y="13973"/>
                  <a:pt x="84943" y="14049"/>
                  <a:pt x="84980" y="14124"/>
                </a:cubicBezTo>
                <a:cubicBezTo>
                  <a:pt x="84980" y="14186"/>
                  <a:pt x="85016" y="14186"/>
                  <a:pt x="85053" y="14186"/>
                </a:cubicBezTo>
                <a:cubicBezTo>
                  <a:pt x="85090" y="14262"/>
                  <a:pt x="85127" y="14262"/>
                  <a:pt x="85200" y="14337"/>
                </a:cubicBezTo>
                <a:cubicBezTo>
                  <a:pt x="85237" y="14337"/>
                  <a:pt x="85237" y="14337"/>
                  <a:pt x="85274" y="14412"/>
                </a:cubicBezTo>
                <a:cubicBezTo>
                  <a:pt x="85274" y="14412"/>
                  <a:pt x="85274" y="14487"/>
                  <a:pt x="85274" y="14562"/>
                </a:cubicBezTo>
                <a:cubicBezTo>
                  <a:pt x="85274" y="14713"/>
                  <a:pt x="85274" y="14713"/>
                  <a:pt x="85274" y="14713"/>
                </a:cubicBezTo>
                <a:cubicBezTo>
                  <a:pt x="85274" y="14713"/>
                  <a:pt x="85237" y="14788"/>
                  <a:pt x="85200" y="14863"/>
                </a:cubicBezTo>
                <a:cubicBezTo>
                  <a:pt x="85200" y="14788"/>
                  <a:pt x="85163" y="14788"/>
                  <a:pt x="85127" y="14788"/>
                </a:cubicBezTo>
                <a:cubicBezTo>
                  <a:pt x="85053" y="14788"/>
                  <a:pt x="85016" y="14713"/>
                  <a:pt x="84906" y="14713"/>
                </a:cubicBezTo>
                <a:cubicBezTo>
                  <a:pt x="84869" y="14713"/>
                  <a:pt x="84833" y="14713"/>
                  <a:pt x="84759" y="14788"/>
                </a:cubicBezTo>
                <a:cubicBezTo>
                  <a:pt x="84759" y="14788"/>
                  <a:pt x="84728" y="14788"/>
                  <a:pt x="84692" y="14788"/>
                </a:cubicBezTo>
                <a:cubicBezTo>
                  <a:pt x="84692" y="14788"/>
                  <a:pt x="84692" y="14863"/>
                  <a:pt x="84655" y="14938"/>
                </a:cubicBezTo>
                <a:cubicBezTo>
                  <a:pt x="84618" y="14938"/>
                  <a:pt x="84618" y="15014"/>
                  <a:pt x="84581" y="15014"/>
                </a:cubicBezTo>
                <a:cubicBezTo>
                  <a:pt x="84545" y="15089"/>
                  <a:pt x="84545" y="15014"/>
                  <a:pt x="84508" y="15014"/>
                </a:cubicBezTo>
                <a:cubicBezTo>
                  <a:pt x="84471" y="15014"/>
                  <a:pt x="84471" y="15089"/>
                  <a:pt x="84434" y="15014"/>
                </a:cubicBezTo>
                <a:cubicBezTo>
                  <a:pt x="84398" y="15014"/>
                  <a:pt x="84398" y="14863"/>
                  <a:pt x="84361" y="14863"/>
                </a:cubicBezTo>
                <a:cubicBezTo>
                  <a:pt x="84287" y="14863"/>
                  <a:pt x="84257" y="14938"/>
                  <a:pt x="84147" y="14938"/>
                </a:cubicBezTo>
                <a:cubicBezTo>
                  <a:pt x="84110" y="14938"/>
                  <a:pt x="84073" y="14938"/>
                  <a:pt x="84036" y="14938"/>
                </a:cubicBezTo>
                <a:cubicBezTo>
                  <a:pt x="84000" y="14938"/>
                  <a:pt x="83963" y="14938"/>
                  <a:pt x="83963" y="14938"/>
                </a:cubicBezTo>
                <a:cubicBezTo>
                  <a:pt x="83926" y="15014"/>
                  <a:pt x="83889" y="15014"/>
                  <a:pt x="83889" y="15014"/>
                </a:cubicBezTo>
                <a:cubicBezTo>
                  <a:pt x="83565" y="15014"/>
                  <a:pt x="83565" y="15014"/>
                  <a:pt x="83565" y="15014"/>
                </a:cubicBezTo>
                <a:cubicBezTo>
                  <a:pt x="83528" y="15014"/>
                  <a:pt x="83491" y="15014"/>
                  <a:pt x="83491" y="15014"/>
                </a:cubicBezTo>
                <a:cubicBezTo>
                  <a:pt x="83454" y="15014"/>
                  <a:pt x="83418" y="15014"/>
                  <a:pt x="83418" y="15014"/>
                </a:cubicBezTo>
                <a:cubicBezTo>
                  <a:pt x="83381" y="15089"/>
                  <a:pt x="83418" y="15164"/>
                  <a:pt x="83381" y="15164"/>
                </a:cubicBezTo>
                <a:cubicBezTo>
                  <a:pt x="83381" y="15227"/>
                  <a:pt x="83344" y="15302"/>
                  <a:pt x="83344" y="15302"/>
                </a:cubicBezTo>
                <a:cubicBezTo>
                  <a:pt x="82983" y="15302"/>
                  <a:pt x="82983" y="15302"/>
                  <a:pt x="82983" y="15302"/>
                </a:cubicBezTo>
                <a:cubicBezTo>
                  <a:pt x="82909" y="15302"/>
                  <a:pt x="82909" y="15452"/>
                  <a:pt x="82836" y="15527"/>
                </a:cubicBezTo>
                <a:cubicBezTo>
                  <a:pt x="82872" y="15603"/>
                  <a:pt x="82872" y="15603"/>
                  <a:pt x="82872" y="15678"/>
                </a:cubicBezTo>
                <a:cubicBezTo>
                  <a:pt x="82909" y="15753"/>
                  <a:pt x="82946" y="15753"/>
                  <a:pt x="82946" y="15828"/>
                </a:cubicBezTo>
                <a:cubicBezTo>
                  <a:pt x="82983" y="15903"/>
                  <a:pt x="83019" y="15903"/>
                  <a:pt x="83019" y="15979"/>
                </a:cubicBezTo>
                <a:cubicBezTo>
                  <a:pt x="83056" y="16054"/>
                  <a:pt x="83093" y="16054"/>
                  <a:pt x="83093" y="16054"/>
                </a:cubicBezTo>
                <a:cubicBezTo>
                  <a:pt x="83093" y="16204"/>
                  <a:pt x="83093" y="16279"/>
                  <a:pt x="83093" y="16342"/>
                </a:cubicBezTo>
                <a:cubicBezTo>
                  <a:pt x="83093" y="16417"/>
                  <a:pt x="83093" y="16492"/>
                  <a:pt x="83093" y="16492"/>
                </a:cubicBezTo>
                <a:cubicBezTo>
                  <a:pt x="83093" y="16568"/>
                  <a:pt x="83130" y="16568"/>
                  <a:pt x="83130" y="16643"/>
                </a:cubicBezTo>
                <a:cubicBezTo>
                  <a:pt x="83130" y="16718"/>
                  <a:pt x="83130" y="16793"/>
                  <a:pt x="83166" y="16793"/>
                </a:cubicBezTo>
                <a:cubicBezTo>
                  <a:pt x="83197" y="16868"/>
                  <a:pt x="83240" y="16793"/>
                  <a:pt x="83307" y="16793"/>
                </a:cubicBezTo>
                <a:cubicBezTo>
                  <a:pt x="83418" y="16793"/>
                  <a:pt x="83418" y="16793"/>
                  <a:pt x="83418" y="16793"/>
                </a:cubicBezTo>
                <a:cubicBezTo>
                  <a:pt x="83454" y="16793"/>
                  <a:pt x="83491" y="16793"/>
                  <a:pt x="83528" y="16793"/>
                </a:cubicBezTo>
                <a:cubicBezTo>
                  <a:pt x="83528" y="16793"/>
                  <a:pt x="83565" y="16868"/>
                  <a:pt x="83601" y="16868"/>
                </a:cubicBezTo>
                <a:cubicBezTo>
                  <a:pt x="83601" y="16868"/>
                  <a:pt x="83601" y="16944"/>
                  <a:pt x="83638" y="17019"/>
                </a:cubicBezTo>
                <a:cubicBezTo>
                  <a:pt x="83675" y="17094"/>
                  <a:pt x="83712" y="17094"/>
                  <a:pt x="83712" y="17169"/>
                </a:cubicBezTo>
                <a:cubicBezTo>
                  <a:pt x="83712" y="17169"/>
                  <a:pt x="83712" y="17244"/>
                  <a:pt x="83712" y="17320"/>
                </a:cubicBezTo>
                <a:cubicBezTo>
                  <a:pt x="83712" y="17457"/>
                  <a:pt x="83712" y="17457"/>
                  <a:pt x="83712" y="17457"/>
                </a:cubicBezTo>
                <a:cubicBezTo>
                  <a:pt x="83712" y="17608"/>
                  <a:pt x="83638" y="17683"/>
                  <a:pt x="83565" y="17683"/>
                </a:cubicBezTo>
                <a:cubicBezTo>
                  <a:pt x="83491" y="17683"/>
                  <a:pt x="83491" y="17608"/>
                  <a:pt x="83454" y="17608"/>
                </a:cubicBezTo>
                <a:cubicBezTo>
                  <a:pt x="83418" y="17533"/>
                  <a:pt x="83381" y="17533"/>
                  <a:pt x="83381" y="17533"/>
                </a:cubicBezTo>
                <a:cubicBezTo>
                  <a:pt x="83344" y="17457"/>
                  <a:pt x="83381" y="17382"/>
                  <a:pt x="83344" y="17382"/>
                </a:cubicBezTo>
                <a:cubicBezTo>
                  <a:pt x="83307" y="17320"/>
                  <a:pt x="83307" y="17382"/>
                  <a:pt x="83271" y="17382"/>
                </a:cubicBezTo>
                <a:cubicBezTo>
                  <a:pt x="83240" y="17320"/>
                  <a:pt x="83197" y="17320"/>
                  <a:pt x="83197" y="17320"/>
                </a:cubicBezTo>
                <a:cubicBezTo>
                  <a:pt x="83166" y="17320"/>
                  <a:pt x="83130" y="17320"/>
                  <a:pt x="83130" y="17244"/>
                </a:cubicBezTo>
                <a:cubicBezTo>
                  <a:pt x="83093" y="17244"/>
                  <a:pt x="83056" y="17244"/>
                  <a:pt x="83056" y="17244"/>
                </a:cubicBezTo>
                <a:cubicBezTo>
                  <a:pt x="83019" y="17169"/>
                  <a:pt x="83056" y="17094"/>
                  <a:pt x="83019" y="17094"/>
                </a:cubicBezTo>
                <a:cubicBezTo>
                  <a:pt x="83019" y="17019"/>
                  <a:pt x="83019" y="17019"/>
                  <a:pt x="83019" y="16944"/>
                </a:cubicBezTo>
                <a:cubicBezTo>
                  <a:pt x="82983" y="16868"/>
                  <a:pt x="82946" y="16868"/>
                  <a:pt x="82946" y="16868"/>
                </a:cubicBezTo>
                <a:cubicBezTo>
                  <a:pt x="82511" y="16868"/>
                  <a:pt x="82511" y="16868"/>
                  <a:pt x="82511" y="16868"/>
                </a:cubicBezTo>
                <a:cubicBezTo>
                  <a:pt x="82474" y="16868"/>
                  <a:pt x="82437" y="16793"/>
                  <a:pt x="82364" y="16718"/>
                </a:cubicBezTo>
                <a:lnTo>
                  <a:pt x="82364" y="16568"/>
                </a:lnTo>
                <a:cubicBezTo>
                  <a:pt x="82327" y="16492"/>
                  <a:pt x="82254" y="16492"/>
                  <a:pt x="82223" y="16492"/>
                </a:cubicBezTo>
                <a:cubicBezTo>
                  <a:pt x="82180" y="16492"/>
                  <a:pt x="82180" y="16492"/>
                  <a:pt x="82150" y="16492"/>
                </a:cubicBezTo>
                <a:cubicBezTo>
                  <a:pt x="82113" y="16492"/>
                  <a:pt x="82113" y="16568"/>
                  <a:pt x="82076" y="16643"/>
                </a:cubicBezTo>
                <a:cubicBezTo>
                  <a:pt x="82076" y="16643"/>
                  <a:pt x="82039" y="16643"/>
                  <a:pt x="82003" y="16643"/>
                </a:cubicBezTo>
                <a:cubicBezTo>
                  <a:pt x="81929" y="16718"/>
                  <a:pt x="81892" y="16718"/>
                  <a:pt x="81782" y="16793"/>
                </a:cubicBezTo>
                <a:cubicBezTo>
                  <a:pt x="81819" y="16868"/>
                  <a:pt x="81819" y="16868"/>
                  <a:pt x="81819" y="16868"/>
                </a:cubicBezTo>
                <a:cubicBezTo>
                  <a:pt x="81856" y="16944"/>
                  <a:pt x="81856" y="16944"/>
                  <a:pt x="81892" y="16944"/>
                </a:cubicBezTo>
                <a:cubicBezTo>
                  <a:pt x="81929" y="16944"/>
                  <a:pt x="81966" y="16944"/>
                  <a:pt x="82039" y="16944"/>
                </a:cubicBezTo>
                <a:cubicBezTo>
                  <a:pt x="82039" y="16944"/>
                  <a:pt x="82076" y="16944"/>
                  <a:pt x="82113" y="16944"/>
                </a:cubicBezTo>
                <a:cubicBezTo>
                  <a:pt x="82113" y="16944"/>
                  <a:pt x="82150" y="17019"/>
                  <a:pt x="82150" y="17094"/>
                </a:cubicBezTo>
                <a:cubicBezTo>
                  <a:pt x="82180" y="17169"/>
                  <a:pt x="82223" y="17169"/>
                  <a:pt x="82223" y="17244"/>
                </a:cubicBezTo>
                <a:cubicBezTo>
                  <a:pt x="82223" y="17320"/>
                  <a:pt x="82180" y="17320"/>
                  <a:pt x="82180" y="17382"/>
                </a:cubicBezTo>
                <a:cubicBezTo>
                  <a:pt x="82113" y="17382"/>
                  <a:pt x="82076" y="17382"/>
                  <a:pt x="82003" y="17320"/>
                </a:cubicBezTo>
                <a:cubicBezTo>
                  <a:pt x="82003" y="17320"/>
                  <a:pt x="81966" y="17320"/>
                  <a:pt x="81929" y="17320"/>
                </a:cubicBezTo>
                <a:cubicBezTo>
                  <a:pt x="81892" y="17244"/>
                  <a:pt x="81929" y="17169"/>
                  <a:pt x="81892" y="17169"/>
                </a:cubicBezTo>
                <a:cubicBezTo>
                  <a:pt x="81856" y="17094"/>
                  <a:pt x="81819" y="17169"/>
                  <a:pt x="81782" y="17169"/>
                </a:cubicBezTo>
                <a:cubicBezTo>
                  <a:pt x="81745" y="17169"/>
                  <a:pt x="81745" y="17169"/>
                  <a:pt x="81745" y="17169"/>
                </a:cubicBezTo>
                <a:cubicBezTo>
                  <a:pt x="81709" y="17169"/>
                  <a:pt x="81678" y="17094"/>
                  <a:pt x="81678" y="17169"/>
                </a:cubicBezTo>
                <a:cubicBezTo>
                  <a:pt x="81641" y="17169"/>
                  <a:pt x="81641" y="17244"/>
                  <a:pt x="81641" y="17320"/>
                </a:cubicBezTo>
                <a:cubicBezTo>
                  <a:pt x="81604" y="17320"/>
                  <a:pt x="81604" y="17382"/>
                  <a:pt x="81604" y="17457"/>
                </a:cubicBezTo>
                <a:cubicBezTo>
                  <a:pt x="81604" y="17533"/>
                  <a:pt x="81531" y="17533"/>
                  <a:pt x="81531" y="17608"/>
                </a:cubicBezTo>
                <a:cubicBezTo>
                  <a:pt x="81531" y="17758"/>
                  <a:pt x="81641" y="17909"/>
                  <a:pt x="81709" y="17909"/>
                </a:cubicBezTo>
                <a:cubicBezTo>
                  <a:pt x="81745" y="17909"/>
                  <a:pt x="81782" y="17909"/>
                  <a:pt x="81856" y="17909"/>
                </a:cubicBezTo>
                <a:cubicBezTo>
                  <a:pt x="81892" y="17909"/>
                  <a:pt x="81892" y="17909"/>
                  <a:pt x="81929" y="17909"/>
                </a:cubicBezTo>
                <a:cubicBezTo>
                  <a:pt x="82003" y="17984"/>
                  <a:pt x="82076" y="18059"/>
                  <a:pt x="82150" y="18134"/>
                </a:cubicBezTo>
                <a:cubicBezTo>
                  <a:pt x="82150" y="18134"/>
                  <a:pt x="82150" y="18209"/>
                  <a:pt x="82180" y="18285"/>
                </a:cubicBezTo>
                <a:cubicBezTo>
                  <a:pt x="82223" y="18285"/>
                  <a:pt x="82223" y="18285"/>
                  <a:pt x="82254" y="18285"/>
                </a:cubicBezTo>
                <a:cubicBezTo>
                  <a:pt x="82290" y="18360"/>
                  <a:pt x="82290" y="18360"/>
                  <a:pt x="82327" y="18360"/>
                </a:cubicBezTo>
                <a:cubicBezTo>
                  <a:pt x="82327" y="18422"/>
                  <a:pt x="82364" y="18422"/>
                  <a:pt x="82364" y="18498"/>
                </a:cubicBezTo>
                <a:cubicBezTo>
                  <a:pt x="82364" y="18573"/>
                  <a:pt x="82327" y="18573"/>
                  <a:pt x="82327" y="18648"/>
                </a:cubicBezTo>
                <a:cubicBezTo>
                  <a:pt x="82290" y="18573"/>
                  <a:pt x="82290" y="18498"/>
                  <a:pt x="82254" y="18422"/>
                </a:cubicBezTo>
                <a:cubicBezTo>
                  <a:pt x="82223" y="18422"/>
                  <a:pt x="82150" y="18422"/>
                  <a:pt x="82113" y="18422"/>
                </a:cubicBezTo>
                <a:cubicBezTo>
                  <a:pt x="82076" y="18360"/>
                  <a:pt x="82076" y="18285"/>
                  <a:pt x="82039" y="18285"/>
                </a:cubicBezTo>
                <a:cubicBezTo>
                  <a:pt x="82039" y="18285"/>
                  <a:pt x="82003" y="18285"/>
                  <a:pt x="81966" y="18285"/>
                </a:cubicBezTo>
                <a:cubicBezTo>
                  <a:pt x="81966" y="18285"/>
                  <a:pt x="81929" y="18285"/>
                  <a:pt x="81892" y="18285"/>
                </a:cubicBezTo>
                <a:cubicBezTo>
                  <a:pt x="81892" y="18285"/>
                  <a:pt x="81856" y="18209"/>
                  <a:pt x="81819" y="18209"/>
                </a:cubicBezTo>
                <a:lnTo>
                  <a:pt x="81782" y="18134"/>
                </a:lnTo>
                <a:cubicBezTo>
                  <a:pt x="81678" y="18134"/>
                  <a:pt x="81641" y="18209"/>
                  <a:pt x="81568" y="18134"/>
                </a:cubicBezTo>
                <a:cubicBezTo>
                  <a:pt x="81494" y="18134"/>
                  <a:pt x="81457" y="18134"/>
                  <a:pt x="81421" y="18059"/>
                </a:cubicBezTo>
                <a:cubicBezTo>
                  <a:pt x="81384" y="17984"/>
                  <a:pt x="81347" y="17984"/>
                  <a:pt x="81347" y="17909"/>
                </a:cubicBezTo>
                <a:cubicBezTo>
                  <a:pt x="81347" y="17833"/>
                  <a:pt x="81310" y="17833"/>
                  <a:pt x="81310" y="17758"/>
                </a:cubicBezTo>
                <a:cubicBezTo>
                  <a:pt x="81310" y="17683"/>
                  <a:pt x="81310" y="17683"/>
                  <a:pt x="81310" y="17608"/>
                </a:cubicBezTo>
                <a:cubicBezTo>
                  <a:pt x="81310" y="17320"/>
                  <a:pt x="81310" y="17320"/>
                  <a:pt x="81310" y="17320"/>
                </a:cubicBezTo>
                <a:cubicBezTo>
                  <a:pt x="81310" y="17244"/>
                  <a:pt x="81310" y="17169"/>
                  <a:pt x="81310" y="17019"/>
                </a:cubicBezTo>
                <a:cubicBezTo>
                  <a:pt x="81310" y="17019"/>
                  <a:pt x="81347" y="16944"/>
                  <a:pt x="81347" y="16868"/>
                </a:cubicBezTo>
                <a:cubicBezTo>
                  <a:pt x="81384" y="16868"/>
                  <a:pt x="81347" y="16793"/>
                  <a:pt x="81347" y="16793"/>
                </a:cubicBezTo>
                <a:cubicBezTo>
                  <a:pt x="81347" y="16718"/>
                  <a:pt x="81384" y="16643"/>
                  <a:pt x="81347" y="16643"/>
                </a:cubicBezTo>
                <a:cubicBezTo>
                  <a:pt x="81347" y="16568"/>
                  <a:pt x="81347" y="16492"/>
                  <a:pt x="81347" y="16492"/>
                </a:cubicBezTo>
                <a:cubicBezTo>
                  <a:pt x="81347" y="16417"/>
                  <a:pt x="81274" y="16417"/>
                  <a:pt x="81274" y="16417"/>
                </a:cubicBezTo>
                <a:cubicBezTo>
                  <a:pt x="81274" y="16342"/>
                  <a:pt x="81274" y="16279"/>
                  <a:pt x="81274" y="16279"/>
                </a:cubicBezTo>
                <a:cubicBezTo>
                  <a:pt x="81237" y="16129"/>
                  <a:pt x="81237" y="16054"/>
                  <a:pt x="81206" y="15979"/>
                </a:cubicBezTo>
                <a:cubicBezTo>
                  <a:pt x="81163" y="15979"/>
                  <a:pt x="81163" y="16054"/>
                  <a:pt x="81133" y="16054"/>
                </a:cubicBezTo>
                <a:cubicBezTo>
                  <a:pt x="81096" y="16054"/>
                  <a:pt x="81096" y="16054"/>
                  <a:pt x="81059" y="16054"/>
                </a:cubicBezTo>
                <a:cubicBezTo>
                  <a:pt x="81059" y="16129"/>
                  <a:pt x="81059" y="16204"/>
                  <a:pt x="81059" y="16279"/>
                </a:cubicBezTo>
                <a:cubicBezTo>
                  <a:pt x="81059" y="16279"/>
                  <a:pt x="81096" y="16342"/>
                  <a:pt x="81096" y="16417"/>
                </a:cubicBezTo>
                <a:cubicBezTo>
                  <a:pt x="81096" y="16568"/>
                  <a:pt x="81096" y="16643"/>
                  <a:pt x="81096" y="16793"/>
                </a:cubicBezTo>
                <a:cubicBezTo>
                  <a:pt x="81096" y="16868"/>
                  <a:pt x="81059" y="16944"/>
                  <a:pt x="81059" y="16944"/>
                </a:cubicBezTo>
                <a:cubicBezTo>
                  <a:pt x="81059" y="17169"/>
                  <a:pt x="81059" y="17169"/>
                  <a:pt x="81059" y="17169"/>
                </a:cubicBezTo>
                <a:cubicBezTo>
                  <a:pt x="81022" y="17169"/>
                  <a:pt x="80986" y="17094"/>
                  <a:pt x="80912" y="17094"/>
                </a:cubicBezTo>
                <a:cubicBezTo>
                  <a:pt x="80875" y="17094"/>
                  <a:pt x="80875" y="17169"/>
                  <a:pt x="80839" y="17169"/>
                </a:cubicBezTo>
                <a:cubicBezTo>
                  <a:pt x="80802" y="17169"/>
                  <a:pt x="80802" y="17169"/>
                  <a:pt x="80765" y="17169"/>
                </a:cubicBezTo>
                <a:cubicBezTo>
                  <a:pt x="80765" y="17244"/>
                  <a:pt x="80765" y="17320"/>
                  <a:pt x="80765" y="17382"/>
                </a:cubicBezTo>
                <a:cubicBezTo>
                  <a:pt x="80765" y="17382"/>
                  <a:pt x="80765" y="17457"/>
                  <a:pt x="80765" y="17533"/>
                </a:cubicBezTo>
                <a:cubicBezTo>
                  <a:pt x="80728" y="17533"/>
                  <a:pt x="80692" y="17533"/>
                  <a:pt x="80692" y="17608"/>
                </a:cubicBezTo>
                <a:cubicBezTo>
                  <a:pt x="80661" y="17608"/>
                  <a:pt x="80624" y="17608"/>
                  <a:pt x="80624" y="17608"/>
                </a:cubicBezTo>
                <a:cubicBezTo>
                  <a:pt x="80551" y="17683"/>
                  <a:pt x="80514" y="17758"/>
                  <a:pt x="80514" y="17909"/>
                </a:cubicBezTo>
                <a:cubicBezTo>
                  <a:pt x="80514" y="17984"/>
                  <a:pt x="80514" y="17984"/>
                  <a:pt x="80514" y="17984"/>
                </a:cubicBezTo>
                <a:cubicBezTo>
                  <a:pt x="80551" y="18209"/>
                  <a:pt x="80624" y="18285"/>
                  <a:pt x="80692" y="18422"/>
                </a:cubicBezTo>
                <a:cubicBezTo>
                  <a:pt x="80728" y="18498"/>
                  <a:pt x="80765" y="18498"/>
                  <a:pt x="80802" y="18648"/>
                </a:cubicBezTo>
                <a:cubicBezTo>
                  <a:pt x="80802" y="18723"/>
                  <a:pt x="80802" y="18723"/>
                  <a:pt x="80802" y="18798"/>
                </a:cubicBezTo>
                <a:cubicBezTo>
                  <a:pt x="80802" y="18874"/>
                  <a:pt x="80839" y="18949"/>
                  <a:pt x="80839" y="19099"/>
                </a:cubicBezTo>
                <a:cubicBezTo>
                  <a:pt x="80839" y="19174"/>
                  <a:pt x="80839" y="19174"/>
                  <a:pt x="80839" y="19250"/>
                </a:cubicBezTo>
                <a:cubicBezTo>
                  <a:pt x="80802" y="19250"/>
                  <a:pt x="80802" y="19325"/>
                  <a:pt x="80802" y="19400"/>
                </a:cubicBezTo>
                <a:cubicBezTo>
                  <a:pt x="80765" y="19475"/>
                  <a:pt x="80692" y="19475"/>
                  <a:pt x="80692" y="19613"/>
                </a:cubicBezTo>
                <a:cubicBezTo>
                  <a:pt x="80692" y="19688"/>
                  <a:pt x="80692" y="19688"/>
                  <a:pt x="80692" y="19688"/>
                </a:cubicBezTo>
                <a:lnTo>
                  <a:pt x="80728" y="19763"/>
                </a:lnTo>
                <a:cubicBezTo>
                  <a:pt x="80728" y="19839"/>
                  <a:pt x="80728" y="19914"/>
                  <a:pt x="80765" y="19989"/>
                </a:cubicBezTo>
                <a:cubicBezTo>
                  <a:pt x="80765" y="19989"/>
                  <a:pt x="80765" y="20064"/>
                  <a:pt x="80765" y="20139"/>
                </a:cubicBezTo>
                <a:cubicBezTo>
                  <a:pt x="80765" y="20215"/>
                  <a:pt x="80728" y="20215"/>
                  <a:pt x="80728" y="20290"/>
                </a:cubicBezTo>
                <a:cubicBezTo>
                  <a:pt x="80728" y="20290"/>
                  <a:pt x="80728" y="20365"/>
                  <a:pt x="80765" y="20440"/>
                </a:cubicBezTo>
                <a:cubicBezTo>
                  <a:pt x="80765" y="20503"/>
                  <a:pt x="80802" y="20578"/>
                  <a:pt x="80839" y="20653"/>
                </a:cubicBezTo>
                <a:cubicBezTo>
                  <a:pt x="80839" y="20728"/>
                  <a:pt x="80875" y="20728"/>
                  <a:pt x="80912" y="20728"/>
                </a:cubicBezTo>
                <a:cubicBezTo>
                  <a:pt x="81237" y="20728"/>
                  <a:pt x="81237" y="20728"/>
                  <a:pt x="81237" y="20728"/>
                </a:cubicBezTo>
                <a:cubicBezTo>
                  <a:pt x="81274" y="20728"/>
                  <a:pt x="81274" y="20653"/>
                  <a:pt x="81310" y="20653"/>
                </a:cubicBezTo>
                <a:cubicBezTo>
                  <a:pt x="81310" y="20578"/>
                  <a:pt x="81347" y="20578"/>
                  <a:pt x="81347" y="20503"/>
                </a:cubicBezTo>
                <a:cubicBezTo>
                  <a:pt x="81384" y="20440"/>
                  <a:pt x="81384" y="20365"/>
                  <a:pt x="81421" y="20365"/>
                </a:cubicBezTo>
                <a:cubicBezTo>
                  <a:pt x="81457" y="20365"/>
                  <a:pt x="81457" y="20365"/>
                  <a:pt x="81457" y="20365"/>
                </a:cubicBezTo>
                <a:cubicBezTo>
                  <a:pt x="81494" y="20365"/>
                  <a:pt x="81531" y="20365"/>
                  <a:pt x="81531" y="20440"/>
                </a:cubicBezTo>
                <a:cubicBezTo>
                  <a:pt x="81568" y="20440"/>
                  <a:pt x="81568" y="20503"/>
                  <a:pt x="81604" y="20578"/>
                </a:cubicBezTo>
                <a:cubicBezTo>
                  <a:pt x="81641" y="20653"/>
                  <a:pt x="81678" y="20653"/>
                  <a:pt x="81745" y="20728"/>
                </a:cubicBezTo>
                <a:lnTo>
                  <a:pt x="81782" y="20728"/>
                </a:lnTo>
                <a:cubicBezTo>
                  <a:pt x="81819" y="20804"/>
                  <a:pt x="81856" y="20804"/>
                  <a:pt x="81856" y="20879"/>
                </a:cubicBezTo>
                <a:cubicBezTo>
                  <a:pt x="81892" y="20954"/>
                  <a:pt x="81892" y="21029"/>
                  <a:pt x="81929" y="21180"/>
                </a:cubicBezTo>
                <a:cubicBezTo>
                  <a:pt x="81966" y="21255"/>
                  <a:pt x="82003" y="21330"/>
                  <a:pt x="82076" y="21405"/>
                </a:cubicBezTo>
                <a:cubicBezTo>
                  <a:pt x="82076" y="21480"/>
                  <a:pt x="82113" y="21480"/>
                  <a:pt x="82150" y="21556"/>
                </a:cubicBezTo>
                <a:lnTo>
                  <a:pt x="82180" y="21618"/>
                </a:lnTo>
                <a:cubicBezTo>
                  <a:pt x="82180" y="21769"/>
                  <a:pt x="82150" y="21844"/>
                  <a:pt x="82150" y="21919"/>
                </a:cubicBezTo>
                <a:cubicBezTo>
                  <a:pt x="82113" y="21994"/>
                  <a:pt x="82113" y="22069"/>
                  <a:pt x="82076" y="22069"/>
                </a:cubicBezTo>
                <a:cubicBezTo>
                  <a:pt x="82076" y="22145"/>
                  <a:pt x="82003" y="22145"/>
                  <a:pt x="82003" y="22220"/>
                </a:cubicBezTo>
                <a:cubicBezTo>
                  <a:pt x="82003" y="22295"/>
                  <a:pt x="82039" y="22295"/>
                  <a:pt x="82039" y="22370"/>
                </a:cubicBezTo>
                <a:cubicBezTo>
                  <a:pt x="82076" y="22370"/>
                  <a:pt x="82113" y="22295"/>
                  <a:pt x="82113" y="22370"/>
                </a:cubicBezTo>
                <a:cubicBezTo>
                  <a:pt x="82180" y="22445"/>
                  <a:pt x="82180" y="22445"/>
                  <a:pt x="82180" y="22445"/>
                </a:cubicBezTo>
                <a:cubicBezTo>
                  <a:pt x="82223" y="22445"/>
                  <a:pt x="82223" y="22521"/>
                  <a:pt x="82254" y="22583"/>
                </a:cubicBezTo>
                <a:cubicBezTo>
                  <a:pt x="82290" y="22583"/>
                  <a:pt x="82364" y="22583"/>
                  <a:pt x="82437" y="22583"/>
                </a:cubicBezTo>
                <a:cubicBezTo>
                  <a:pt x="82474" y="22583"/>
                  <a:pt x="82474" y="22583"/>
                  <a:pt x="82511" y="22583"/>
                </a:cubicBezTo>
                <a:cubicBezTo>
                  <a:pt x="82474" y="22734"/>
                  <a:pt x="82474" y="22734"/>
                  <a:pt x="82474" y="22734"/>
                </a:cubicBezTo>
                <a:cubicBezTo>
                  <a:pt x="82437" y="22809"/>
                  <a:pt x="82437" y="22809"/>
                  <a:pt x="82401" y="22809"/>
                </a:cubicBezTo>
                <a:cubicBezTo>
                  <a:pt x="82364" y="22884"/>
                  <a:pt x="82290" y="22884"/>
                  <a:pt x="82254" y="22884"/>
                </a:cubicBezTo>
                <a:cubicBezTo>
                  <a:pt x="82180" y="22884"/>
                  <a:pt x="82180" y="22884"/>
                  <a:pt x="82180" y="22884"/>
                </a:cubicBezTo>
                <a:cubicBezTo>
                  <a:pt x="82150" y="22884"/>
                  <a:pt x="82150" y="22809"/>
                  <a:pt x="82113" y="22734"/>
                </a:cubicBezTo>
                <a:cubicBezTo>
                  <a:pt x="82076" y="22734"/>
                  <a:pt x="82076" y="22671"/>
                  <a:pt x="82039" y="22671"/>
                </a:cubicBezTo>
                <a:cubicBezTo>
                  <a:pt x="82039" y="22671"/>
                  <a:pt x="82003" y="22671"/>
                  <a:pt x="81966" y="22583"/>
                </a:cubicBezTo>
                <a:cubicBezTo>
                  <a:pt x="81929" y="22583"/>
                  <a:pt x="81929" y="22445"/>
                  <a:pt x="81929" y="22295"/>
                </a:cubicBezTo>
                <a:cubicBezTo>
                  <a:pt x="81929" y="22069"/>
                  <a:pt x="81929" y="22069"/>
                  <a:pt x="81929" y="22069"/>
                </a:cubicBezTo>
                <a:cubicBezTo>
                  <a:pt x="81929" y="21994"/>
                  <a:pt x="81966" y="21994"/>
                  <a:pt x="81966" y="21919"/>
                </a:cubicBezTo>
                <a:cubicBezTo>
                  <a:pt x="81966" y="21769"/>
                  <a:pt x="81892" y="21693"/>
                  <a:pt x="81856" y="21618"/>
                </a:cubicBezTo>
                <a:cubicBezTo>
                  <a:pt x="81819" y="21556"/>
                  <a:pt x="81782" y="21618"/>
                  <a:pt x="81782" y="21556"/>
                </a:cubicBezTo>
                <a:cubicBezTo>
                  <a:pt x="81782" y="21480"/>
                  <a:pt x="81782" y="21480"/>
                  <a:pt x="81782" y="21405"/>
                </a:cubicBezTo>
                <a:cubicBezTo>
                  <a:pt x="81782" y="21330"/>
                  <a:pt x="81745" y="21330"/>
                  <a:pt x="81745" y="21255"/>
                </a:cubicBezTo>
                <a:cubicBezTo>
                  <a:pt x="81709" y="21255"/>
                  <a:pt x="81678" y="21255"/>
                  <a:pt x="81678" y="21255"/>
                </a:cubicBezTo>
                <a:cubicBezTo>
                  <a:pt x="81641" y="21180"/>
                  <a:pt x="81604" y="21180"/>
                  <a:pt x="81568" y="21180"/>
                </a:cubicBezTo>
                <a:cubicBezTo>
                  <a:pt x="81531" y="21180"/>
                  <a:pt x="81494" y="21180"/>
                  <a:pt x="81421" y="21180"/>
                </a:cubicBezTo>
                <a:cubicBezTo>
                  <a:pt x="81347" y="21180"/>
                  <a:pt x="81310" y="21180"/>
                  <a:pt x="81237" y="21180"/>
                </a:cubicBezTo>
                <a:cubicBezTo>
                  <a:pt x="81206" y="21180"/>
                  <a:pt x="81163" y="21180"/>
                  <a:pt x="81163" y="21180"/>
                </a:cubicBezTo>
                <a:cubicBezTo>
                  <a:pt x="81133" y="21180"/>
                  <a:pt x="81096" y="21255"/>
                  <a:pt x="81096" y="21255"/>
                </a:cubicBezTo>
                <a:cubicBezTo>
                  <a:pt x="81059" y="21255"/>
                  <a:pt x="81022" y="21330"/>
                  <a:pt x="81022" y="21330"/>
                </a:cubicBezTo>
                <a:cubicBezTo>
                  <a:pt x="80986" y="21405"/>
                  <a:pt x="80949" y="21405"/>
                  <a:pt x="80949" y="21480"/>
                </a:cubicBezTo>
                <a:cubicBezTo>
                  <a:pt x="80949" y="21556"/>
                  <a:pt x="80949" y="21556"/>
                  <a:pt x="80949" y="21618"/>
                </a:cubicBezTo>
                <a:cubicBezTo>
                  <a:pt x="80949" y="21693"/>
                  <a:pt x="80986" y="21693"/>
                  <a:pt x="80986" y="21769"/>
                </a:cubicBezTo>
                <a:cubicBezTo>
                  <a:pt x="80986" y="21919"/>
                  <a:pt x="81022" y="21994"/>
                  <a:pt x="81022" y="22145"/>
                </a:cubicBezTo>
                <a:cubicBezTo>
                  <a:pt x="81022" y="22295"/>
                  <a:pt x="81022" y="22370"/>
                  <a:pt x="80986" y="22521"/>
                </a:cubicBezTo>
                <a:lnTo>
                  <a:pt x="80986" y="22583"/>
                </a:lnTo>
                <a:cubicBezTo>
                  <a:pt x="80949" y="22671"/>
                  <a:pt x="80949" y="22734"/>
                  <a:pt x="80912" y="22734"/>
                </a:cubicBezTo>
                <a:cubicBezTo>
                  <a:pt x="80875" y="22809"/>
                  <a:pt x="80875" y="22809"/>
                  <a:pt x="80839" y="22884"/>
                </a:cubicBezTo>
                <a:cubicBezTo>
                  <a:pt x="80802" y="22959"/>
                  <a:pt x="80765" y="22959"/>
                  <a:pt x="80765" y="23034"/>
                </a:cubicBezTo>
                <a:cubicBezTo>
                  <a:pt x="80728" y="23034"/>
                  <a:pt x="80692" y="23034"/>
                  <a:pt x="80692" y="23110"/>
                </a:cubicBezTo>
                <a:cubicBezTo>
                  <a:pt x="80661" y="23260"/>
                  <a:pt x="80692" y="23335"/>
                  <a:pt x="80692" y="23486"/>
                </a:cubicBezTo>
                <a:cubicBezTo>
                  <a:pt x="80624" y="23486"/>
                  <a:pt x="80588" y="23486"/>
                  <a:pt x="80551" y="23486"/>
                </a:cubicBezTo>
                <a:cubicBezTo>
                  <a:pt x="80441" y="23561"/>
                  <a:pt x="80404" y="23636"/>
                  <a:pt x="80330" y="23699"/>
                </a:cubicBezTo>
                <a:cubicBezTo>
                  <a:pt x="80294" y="23774"/>
                  <a:pt x="80220" y="23774"/>
                  <a:pt x="80183" y="23924"/>
                </a:cubicBezTo>
                <a:cubicBezTo>
                  <a:pt x="80183" y="23924"/>
                  <a:pt x="80183" y="24000"/>
                  <a:pt x="80183" y="24075"/>
                </a:cubicBezTo>
                <a:cubicBezTo>
                  <a:pt x="80183" y="24075"/>
                  <a:pt x="80147" y="24150"/>
                  <a:pt x="80147" y="24225"/>
                </a:cubicBezTo>
                <a:cubicBezTo>
                  <a:pt x="80116" y="24225"/>
                  <a:pt x="80116" y="24225"/>
                  <a:pt x="80079" y="24225"/>
                </a:cubicBezTo>
                <a:cubicBezTo>
                  <a:pt x="80006" y="24225"/>
                  <a:pt x="79969" y="24225"/>
                  <a:pt x="79932" y="24150"/>
                </a:cubicBezTo>
                <a:cubicBezTo>
                  <a:pt x="79895" y="24150"/>
                  <a:pt x="79895" y="24075"/>
                  <a:pt x="79859" y="24075"/>
                </a:cubicBezTo>
                <a:cubicBezTo>
                  <a:pt x="79822" y="24075"/>
                  <a:pt x="79822" y="24075"/>
                  <a:pt x="79785" y="24075"/>
                </a:cubicBezTo>
                <a:cubicBezTo>
                  <a:pt x="79748" y="24000"/>
                  <a:pt x="79748" y="23924"/>
                  <a:pt x="79712" y="23924"/>
                </a:cubicBezTo>
                <a:cubicBezTo>
                  <a:pt x="79313" y="23924"/>
                  <a:pt x="79313" y="23924"/>
                  <a:pt x="79313" y="23924"/>
                </a:cubicBezTo>
                <a:cubicBezTo>
                  <a:pt x="79240" y="23849"/>
                  <a:pt x="79240" y="23849"/>
                  <a:pt x="79240" y="23849"/>
                </a:cubicBezTo>
                <a:cubicBezTo>
                  <a:pt x="79240" y="23849"/>
                  <a:pt x="79277" y="23774"/>
                  <a:pt x="79277" y="23699"/>
                </a:cubicBezTo>
                <a:cubicBezTo>
                  <a:pt x="79313" y="23699"/>
                  <a:pt x="79313" y="23636"/>
                  <a:pt x="79350" y="23561"/>
                </a:cubicBezTo>
                <a:cubicBezTo>
                  <a:pt x="79387" y="23561"/>
                  <a:pt x="79387" y="23561"/>
                  <a:pt x="79424" y="23561"/>
                </a:cubicBezTo>
                <a:cubicBezTo>
                  <a:pt x="79497" y="23561"/>
                  <a:pt x="79497" y="23561"/>
                  <a:pt x="79534" y="23561"/>
                </a:cubicBezTo>
                <a:cubicBezTo>
                  <a:pt x="79571" y="23636"/>
                  <a:pt x="79607" y="23636"/>
                  <a:pt x="79607" y="23636"/>
                </a:cubicBezTo>
                <a:cubicBezTo>
                  <a:pt x="79675" y="23699"/>
                  <a:pt x="79712" y="23636"/>
                  <a:pt x="79748" y="23636"/>
                </a:cubicBezTo>
                <a:cubicBezTo>
                  <a:pt x="79822" y="23636"/>
                  <a:pt x="79859" y="23699"/>
                  <a:pt x="79895" y="23636"/>
                </a:cubicBezTo>
                <a:cubicBezTo>
                  <a:pt x="79932" y="23636"/>
                  <a:pt x="79932" y="23561"/>
                  <a:pt x="79969" y="23561"/>
                </a:cubicBezTo>
                <a:cubicBezTo>
                  <a:pt x="80006" y="23561"/>
                  <a:pt x="80006" y="23486"/>
                  <a:pt x="80042" y="23486"/>
                </a:cubicBezTo>
                <a:cubicBezTo>
                  <a:pt x="80042" y="23410"/>
                  <a:pt x="80079" y="23410"/>
                  <a:pt x="80116" y="23335"/>
                </a:cubicBezTo>
                <a:cubicBezTo>
                  <a:pt x="80147" y="23260"/>
                  <a:pt x="80147" y="23110"/>
                  <a:pt x="80183" y="23034"/>
                </a:cubicBezTo>
                <a:cubicBezTo>
                  <a:pt x="80183" y="23034"/>
                  <a:pt x="80220" y="23034"/>
                  <a:pt x="80257" y="22959"/>
                </a:cubicBezTo>
                <a:cubicBezTo>
                  <a:pt x="80294" y="22884"/>
                  <a:pt x="80330" y="22809"/>
                  <a:pt x="80367" y="22734"/>
                </a:cubicBezTo>
                <a:cubicBezTo>
                  <a:pt x="80367" y="22671"/>
                  <a:pt x="80367" y="22583"/>
                  <a:pt x="80367" y="22583"/>
                </a:cubicBezTo>
                <a:cubicBezTo>
                  <a:pt x="80404" y="22521"/>
                  <a:pt x="80441" y="22583"/>
                  <a:pt x="80441" y="22521"/>
                </a:cubicBezTo>
                <a:cubicBezTo>
                  <a:pt x="80477" y="22521"/>
                  <a:pt x="80514" y="22521"/>
                  <a:pt x="80514" y="22445"/>
                </a:cubicBezTo>
                <a:cubicBezTo>
                  <a:pt x="80551" y="22445"/>
                  <a:pt x="80514" y="22370"/>
                  <a:pt x="80514" y="22295"/>
                </a:cubicBezTo>
                <a:cubicBezTo>
                  <a:pt x="80514" y="22295"/>
                  <a:pt x="80551" y="22220"/>
                  <a:pt x="80551" y="22145"/>
                </a:cubicBezTo>
                <a:cubicBezTo>
                  <a:pt x="80551" y="22069"/>
                  <a:pt x="80588" y="21994"/>
                  <a:pt x="80588" y="21844"/>
                </a:cubicBezTo>
                <a:cubicBezTo>
                  <a:pt x="80588" y="21844"/>
                  <a:pt x="80624" y="21769"/>
                  <a:pt x="80624" y="21693"/>
                </a:cubicBezTo>
                <a:lnTo>
                  <a:pt x="80624" y="21618"/>
                </a:lnTo>
                <a:cubicBezTo>
                  <a:pt x="80624" y="21556"/>
                  <a:pt x="80661" y="21556"/>
                  <a:pt x="80661" y="21480"/>
                </a:cubicBezTo>
                <a:cubicBezTo>
                  <a:pt x="80661" y="21405"/>
                  <a:pt x="80661" y="21330"/>
                  <a:pt x="80661" y="21255"/>
                </a:cubicBezTo>
                <a:cubicBezTo>
                  <a:pt x="80588" y="21255"/>
                  <a:pt x="80551" y="21330"/>
                  <a:pt x="80514" y="21330"/>
                </a:cubicBezTo>
                <a:cubicBezTo>
                  <a:pt x="80477" y="21330"/>
                  <a:pt x="80441" y="21255"/>
                  <a:pt x="80404" y="21255"/>
                </a:cubicBezTo>
                <a:cubicBezTo>
                  <a:pt x="80404" y="21255"/>
                  <a:pt x="80367" y="21180"/>
                  <a:pt x="80330" y="21180"/>
                </a:cubicBezTo>
                <a:cubicBezTo>
                  <a:pt x="80294" y="21180"/>
                  <a:pt x="80294" y="21104"/>
                  <a:pt x="80294" y="21029"/>
                </a:cubicBezTo>
                <a:cubicBezTo>
                  <a:pt x="80257" y="20954"/>
                  <a:pt x="80257" y="20879"/>
                  <a:pt x="80257" y="20804"/>
                </a:cubicBezTo>
                <a:cubicBezTo>
                  <a:pt x="80257" y="20653"/>
                  <a:pt x="80294" y="20653"/>
                  <a:pt x="80294" y="20503"/>
                </a:cubicBezTo>
                <a:cubicBezTo>
                  <a:pt x="80294" y="20290"/>
                  <a:pt x="80294" y="20215"/>
                  <a:pt x="80294" y="20064"/>
                </a:cubicBezTo>
                <a:cubicBezTo>
                  <a:pt x="80294" y="19914"/>
                  <a:pt x="80294" y="19914"/>
                  <a:pt x="80294" y="19914"/>
                </a:cubicBezTo>
                <a:cubicBezTo>
                  <a:pt x="80294" y="19763"/>
                  <a:pt x="80330" y="19688"/>
                  <a:pt x="80330" y="19613"/>
                </a:cubicBezTo>
                <a:cubicBezTo>
                  <a:pt x="80367" y="19475"/>
                  <a:pt x="80367" y="19400"/>
                  <a:pt x="80367" y="19174"/>
                </a:cubicBezTo>
                <a:cubicBezTo>
                  <a:pt x="80367" y="19174"/>
                  <a:pt x="80367" y="19099"/>
                  <a:pt x="80367" y="19024"/>
                </a:cubicBezTo>
                <a:cubicBezTo>
                  <a:pt x="80367" y="18949"/>
                  <a:pt x="80330" y="18874"/>
                  <a:pt x="80294" y="18723"/>
                </a:cubicBezTo>
                <a:lnTo>
                  <a:pt x="80294" y="18648"/>
                </a:lnTo>
                <a:cubicBezTo>
                  <a:pt x="80257" y="18498"/>
                  <a:pt x="80257" y="18422"/>
                  <a:pt x="80220" y="18360"/>
                </a:cubicBezTo>
                <a:cubicBezTo>
                  <a:pt x="80220" y="18285"/>
                  <a:pt x="80183" y="18209"/>
                  <a:pt x="80183" y="18209"/>
                </a:cubicBezTo>
                <a:cubicBezTo>
                  <a:pt x="80147" y="18134"/>
                  <a:pt x="80147" y="18134"/>
                  <a:pt x="80147" y="18059"/>
                </a:cubicBezTo>
                <a:cubicBezTo>
                  <a:pt x="80147" y="17169"/>
                  <a:pt x="80147" y="17169"/>
                  <a:pt x="80147" y="17169"/>
                </a:cubicBezTo>
                <a:cubicBezTo>
                  <a:pt x="80183" y="17169"/>
                  <a:pt x="80220" y="17169"/>
                  <a:pt x="80294" y="17169"/>
                </a:cubicBezTo>
                <a:cubicBezTo>
                  <a:pt x="80294" y="17169"/>
                  <a:pt x="80330" y="17169"/>
                  <a:pt x="80367" y="17169"/>
                </a:cubicBezTo>
                <a:lnTo>
                  <a:pt x="80367" y="17169"/>
                </a:lnTo>
                <a:cubicBezTo>
                  <a:pt x="80367" y="16279"/>
                  <a:pt x="80367" y="16279"/>
                  <a:pt x="80367" y="16279"/>
                </a:cubicBezTo>
                <a:cubicBezTo>
                  <a:pt x="80294" y="16279"/>
                  <a:pt x="80257" y="16279"/>
                  <a:pt x="80183" y="16279"/>
                </a:cubicBezTo>
                <a:cubicBezTo>
                  <a:pt x="80147" y="16279"/>
                  <a:pt x="80147" y="16129"/>
                  <a:pt x="80116" y="16129"/>
                </a:cubicBezTo>
                <a:cubicBezTo>
                  <a:pt x="80116" y="16129"/>
                  <a:pt x="80079" y="16054"/>
                  <a:pt x="80042" y="16054"/>
                </a:cubicBezTo>
                <a:cubicBezTo>
                  <a:pt x="80006" y="16054"/>
                  <a:pt x="79969" y="16054"/>
                  <a:pt x="79895" y="16054"/>
                </a:cubicBezTo>
                <a:cubicBezTo>
                  <a:pt x="79785" y="16054"/>
                  <a:pt x="79785" y="16054"/>
                  <a:pt x="79785" y="16054"/>
                </a:cubicBezTo>
                <a:cubicBezTo>
                  <a:pt x="79748" y="16054"/>
                  <a:pt x="79712" y="16054"/>
                  <a:pt x="79675" y="16054"/>
                </a:cubicBezTo>
                <a:cubicBezTo>
                  <a:pt x="79607" y="16054"/>
                  <a:pt x="79571" y="16054"/>
                  <a:pt x="79497" y="16129"/>
                </a:cubicBezTo>
                <a:cubicBezTo>
                  <a:pt x="79460" y="16129"/>
                  <a:pt x="79460" y="16204"/>
                  <a:pt x="79424" y="16204"/>
                </a:cubicBezTo>
                <a:cubicBezTo>
                  <a:pt x="79387" y="16279"/>
                  <a:pt x="79387" y="16279"/>
                  <a:pt x="79350" y="16279"/>
                </a:cubicBezTo>
                <a:cubicBezTo>
                  <a:pt x="79313" y="16279"/>
                  <a:pt x="79313" y="16279"/>
                  <a:pt x="79277" y="16279"/>
                </a:cubicBezTo>
                <a:cubicBezTo>
                  <a:pt x="79240" y="16279"/>
                  <a:pt x="79203" y="16279"/>
                  <a:pt x="79130" y="16279"/>
                </a:cubicBezTo>
                <a:cubicBezTo>
                  <a:pt x="79130" y="16279"/>
                  <a:pt x="79099" y="16342"/>
                  <a:pt x="79062" y="16342"/>
                </a:cubicBezTo>
                <a:cubicBezTo>
                  <a:pt x="79062" y="16492"/>
                  <a:pt x="79062" y="16568"/>
                  <a:pt x="79062" y="16793"/>
                </a:cubicBezTo>
                <a:cubicBezTo>
                  <a:pt x="79062" y="16793"/>
                  <a:pt x="79062" y="16868"/>
                  <a:pt x="79062" y="16944"/>
                </a:cubicBezTo>
                <a:cubicBezTo>
                  <a:pt x="79062" y="17019"/>
                  <a:pt x="79026" y="17094"/>
                  <a:pt x="78989" y="17244"/>
                </a:cubicBezTo>
                <a:cubicBezTo>
                  <a:pt x="78952" y="17320"/>
                  <a:pt x="78952" y="17320"/>
                  <a:pt x="78952" y="17382"/>
                </a:cubicBezTo>
                <a:cubicBezTo>
                  <a:pt x="78879" y="17457"/>
                  <a:pt x="78842" y="17533"/>
                  <a:pt x="78805" y="17683"/>
                </a:cubicBezTo>
                <a:cubicBezTo>
                  <a:pt x="78805" y="17758"/>
                  <a:pt x="78805" y="17833"/>
                  <a:pt x="78768" y="17909"/>
                </a:cubicBezTo>
                <a:cubicBezTo>
                  <a:pt x="78768" y="17984"/>
                  <a:pt x="78768" y="18059"/>
                  <a:pt x="78732" y="18134"/>
                </a:cubicBezTo>
                <a:cubicBezTo>
                  <a:pt x="78732" y="18134"/>
                  <a:pt x="78695" y="18134"/>
                  <a:pt x="78658" y="18134"/>
                </a:cubicBezTo>
                <a:cubicBezTo>
                  <a:pt x="78621" y="18209"/>
                  <a:pt x="78591" y="18134"/>
                  <a:pt x="78517" y="18134"/>
                </a:cubicBezTo>
                <a:cubicBezTo>
                  <a:pt x="78480" y="18134"/>
                  <a:pt x="78480" y="18134"/>
                  <a:pt x="78480" y="18134"/>
                </a:cubicBezTo>
                <a:cubicBezTo>
                  <a:pt x="78444" y="18134"/>
                  <a:pt x="78407" y="18209"/>
                  <a:pt x="78407" y="18209"/>
                </a:cubicBezTo>
                <a:cubicBezTo>
                  <a:pt x="78370" y="18285"/>
                  <a:pt x="78370" y="18360"/>
                  <a:pt x="78370" y="18422"/>
                </a:cubicBezTo>
                <a:cubicBezTo>
                  <a:pt x="78370" y="18498"/>
                  <a:pt x="78370" y="18498"/>
                  <a:pt x="78370" y="18498"/>
                </a:cubicBezTo>
                <a:cubicBezTo>
                  <a:pt x="78370" y="18573"/>
                  <a:pt x="78370" y="18648"/>
                  <a:pt x="78370" y="18723"/>
                </a:cubicBezTo>
                <a:cubicBezTo>
                  <a:pt x="78370" y="18723"/>
                  <a:pt x="78444" y="18648"/>
                  <a:pt x="78444" y="18723"/>
                </a:cubicBezTo>
                <a:cubicBezTo>
                  <a:pt x="78480" y="18798"/>
                  <a:pt x="78554" y="18798"/>
                  <a:pt x="78554" y="18949"/>
                </a:cubicBezTo>
                <a:cubicBezTo>
                  <a:pt x="78591" y="19024"/>
                  <a:pt x="78591" y="19099"/>
                  <a:pt x="78591" y="19250"/>
                </a:cubicBezTo>
                <a:cubicBezTo>
                  <a:pt x="78591" y="19325"/>
                  <a:pt x="78591" y="19475"/>
                  <a:pt x="78554" y="19538"/>
                </a:cubicBezTo>
                <a:cubicBezTo>
                  <a:pt x="78517" y="19538"/>
                  <a:pt x="78480" y="19538"/>
                  <a:pt x="78480" y="19538"/>
                </a:cubicBezTo>
                <a:cubicBezTo>
                  <a:pt x="78444" y="19613"/>
                  <a:pt x="78444" y="19613"/>
                  <a:pt x="78407" y="19613"/>
                </a:cubicBezTo>
                <a:cubicBezTo>
                  <a:pt x="78370" y="19688"/>
                  <a:pt x="78407" y="19763"/>
                  <a:pt x="78407" y="19839"/>
                </a:cubicBezTo>
                <a:cubicBezTo>
                  <a:pt x="78407" y="19914"/>
                  <a:pt x="78407" y="19989"/>
                  <a:pt x="78407" y="20139"/>
                </a:cubicBezTo>
                <a:cubicBezTo>
                  <a:pt x="78480" y="20139"/>
                  <a:pt x="78480" y="20139"/>
                  <a:pt x="78554" y="20139"/>
                </a:cubicBezTo>
                <a:cubicBezTo>
                  <a:pt x="78591" y="20139"/>
                  <a:pt x="78591" y="20064"/>
                  <a:pt x="78621" y="20139"/>
                </a:cubicBezTo>
                <a:cubicBezTo>
                  <a:pt x="78658" y="20139"/>
                  <a:pt x="78658" y="20215"/>
                  <a:pt x="78695" y="20215"/>
                </a:cubicBezTo>
                <a:cubicBezTo>
                  <a:pt x="78695" y="20290"/>
                  <a:pt x="78732" y="20290"/>
                  <a:pt x="78732" y="20365"/>
                </a:cubicBezTo>
                <a:cubicBezTo>
                  <a:pt x="78732" y="20440"/>
                  <a:pt x="78732" y="20440"/>
                  <a:pt x="78732" y="20503"/>
                </a:cubicBezTo>
                <a:cubicBezTo>
                  <a:pt x="78768" y="20578"/>
                  <a:pt x="78768" y="20578"/>
                  <a:pt x="78768" y="20653"/>
                </a:cubicBezTo>
                <a:cubicBezTo>
                  <a:pt x="78805" y="20728"/>
                  <a:pt x="78842" y="20653"/>
                  <a:pt x="78842" y="20728"/>
                </a:cubicBezTo>
                <a:cubicBezTo>
                  <a:pt x="78879" y="20804"/>
                  <a:pt x="78879" y="20804"/>
                  <a:pt x="78915" y="20879"/>
                </a:cubicBezTo>
                <a:lnTo>
                  <a:pt x="78952" y="20879"/>
                </a:lnTo>
                <a:cubicBezTo>
                  <a:pt x="79026" y="20954"/>
                  <a:pt x="79062" y="21104"/>
                  <a:pt x="79099" y="21180"/>
                </a:cubicBezTo>
                <a:cubicBezTo>
                  <a:pt x="79099" y="21180"/>
                  <a:pt x="79130" y="21180"/>
                  <a:pt x="79166" y="21255"/>
                </a:cubicBezTo>
                <a:cubicBezTo>
                  <a:pt x="79166" y="21255"/>
                  <a:pt x="79166" y="21330"/>
                  <a:pt x="79166" y="21405"/>
                </a:cubicBezTo>
                <a:cubicBezTo>
                  <a:pt x="79166" y="21405"/>
                  <a:pt x="79166" y="21480"/>
                  <a:pt x="79166" y="21556"/>
                </a:cubicBezTo>
                <a:cubicBezTo>
                  <a:pt x="79166" y="21618"/>
                  <a:pt x="79099" y="21618"/>
                  <a:pt x="79099" y="21618"/>
                </a:cubicBezTo>
                <a:cubicBezTo>
                  <a:pt x="79062" y="21693"/>
                  <a:pt x="79099" y="21769"/>
                  <a:pt x="79062" y="21769"/>
                </a:cubicBezTo>
                <a:cubicBezTo>
                  <a:pt x="79062" y="21844"/>
                  <a:pt x="79026" y="21769"/>
                  <a:pt x="78989" y="21769"/>
                </a:cubicBezTo>
                <a:cubicBezTo>
                  <a:pt x="78952" y="21769"/>
                  <a:pt x="78952" y="21769"/>
                  <a:pt x="78952" y="21769"/>
                </a:cubicBezTo>
                <a:cubicBezTo>
                  <a:pt x="78879" y="21769"/>
                  <a:pt x="78842" y="21844"/>
                  <a:pt x="78805" y="21769"/>
                </a:cubicBezTo>
                <a:cubicBezTo>
                  <a:pt x="78732" y="21769"/>
                  <a:pt x="78695" y="21693"/>
                  <a:pt x="78658" y="21618"/>
                </a:cubicBezTo>
                <a:cubicBezTo>
                  <a:pt x="78591" y="21556"/>
                  <a:pt x="78554" y="21405"/>
                  <a:pt x="78554" y="21180"/>
                </a:cubicBezTo>
                <a:cubicBezTo>
                  <a:pt x="78517" y="21180"/>
                  <a:pt x="78480" y="21104"/>
                  <a:pt x="78444" y="21104"/>
                </a:cubicBezTo>
                <a:cubicBezTo>
                  <a:pt x="78333" y="21104"/>
                  <a:pt x="78297" y="21104"/>
                  <a:pt x="78223" y="21029"/>
                </a:cubicBezTo>
                <a:cubicBezTo>
                  <a:pt x="78186" y="21029"/>
                  <a:pt x="78186" y="20954"/>
                  <a:pt x="78150" y="20879"/>
                </a:cubicBezTo>
                <a:cubicBezTo>
                  <a:pt x="78150" y="20879"/>
                  <a:pt x="78113" y="20804"/>
                  <a:pt x="78082" y="20804"/>
                </a:cubicBezTo>
                <a:cubicBezTo>
                  <a:pt x="78045" y="20728"/>
                  <a:pt x="78009" y="20804"/>
                  <a:pt x="77972" y="20804"/>
                </a:cubicBezTo>
                <a:cubicBezTo>
                  <a:pt x="77935" y="20804"/>
                  <a:pt x="77898" y="20728"/>
                  <a:pt x="77898" y="20728"/>
                </a:cubicBezTo>
                <a:cubicBezTo>
                  <a:pt x="77825" y="20728"/>
                  <a:pt x="77788" y="20728"/>
                  <a:pt x="77751" y="20728"/>
                </a:cubicBezTo>
                <a:cubicBezTo>
                  <a:pt x="77715" y="20728"/>
                  <a:pt x="77678" y="20653"/>
                  <a:pt x="77678" y="20578"/>
                </a:cubicBezTo>
                <a:cubicBezTo>
                  <a:pt x="77641" y="20503"/>
                  <a:pt x="77678" y="20440"/>
                  <a:pt x="77641" y="20440"/>
                </a:cubicBezTo>
                <a:cubicBezTo>
                  <a:pt x="77604" y="20365"/>
                  <a:pt x="77604" y="20365"/>
                  <a:pt x="77574" y="20365"/>
                </a:cubicBezTo>
                <a:cubicBezTo>
                  <a:pt x="77537" y="20365"/>
                  <a:pt x="77537" y="20365"/>
                  <a:pt x="77500" y="20365"/>
                </a:cubicBezTo>
                <a:cubicBezTo>
                  <a:pt x="77464" y="20290"/>
                  <a:pt x="77427" y="20290"/>
                  <a:pt x="77427" y="20215"/>
                </a:cubicBezTo>
                <a:cubicBezTo>
                  <a:pt x="77390" y="20215"/>
                  <a:pt x="77353" y="20139"/>
                  <a:pt x="77353" y="20139"/>
                </a:cubicBezTo>
                <a:cubicBezTo>
                  <a:pt x="76992" y="20139"/>
                  <a:pt x="76992" y="20139"/>
                  <a:pt x="76992" y="20139"/>
                </a:cubicBezTo>
                <a:cubicBezTo>
                  <a:pt x="76955" y="20139"/>
                  <a:pt x="76955" y="20139"/>
                  <a:pt x="76918" y="20064"/>
                </a:cubicBezTo>
                <a:cubicBezTo>
                  <a:pt x="76918" y="20064"/>
                  <a:pt x="76918" y="19989"/>
                  <a:pt x="76882" y="19914"/>
                </a:cubicBezTo>
                <a:cubicBezTo>
                  <a:pt x="76882" y="19914"/>
                  <a:pt x="76845" y="19839"/>
                  <a:pt x="76808" y="19839"/>
                </a:cubicBezTo>
                <a:cubicBezTo>
                  <a:pt x="76447" y="19839"/>
                  <a:pt x="76447" y="19839"/>
                  <a:pt x="76447" y="19839"/>
                </a:cubicBezTo>
                <a:cubicBezTo>
                  <a:pt x="76373" y="19839"/>
                  <a:pt x="76373" y="19763"/>
                  <a:pt x="76300" y="19688"/>
                </a:cubicBezTo>
                <a:cubicBezTo>
                  <a:pt x="76263" y="19613"/>
                  <a:pt x="76226" y="19538"/>
                  <a:pt x="76153" y="19538"/>
                </a:cubicBezTo>
                <a:cubicBezTo>
                  <a:pt x="76153" y="19475"/>
                  <a:pt x="76116" y="19475"/>
                  <a:pt x="76116" y="19475"/>
                </a:cubicBezTo>
                <a:cubicBezTo>
                  <a:pt x="76079" y="19475"/>
                  <a:pt x="76079" y="19400"/>
                  <a:pt x="76079" y="19325"/>
                </a:cubicBezTo>
                <a:cubicBezTo>
                  <a:pt x="76042" y="19325"/>
                  <a:pt x="76012" y="19325"/>
                  <a:pt x="76012" y="19325"/>
                </a:cubicBezTo>
                <a:cubicBezTo>
                  <a:pt x="75975" y="19250"/>
                  <a:pt x="75938" y="19250"/>
                  <a:pt x="75938" y="19174"/>
                </a:cubicBezTo>
                <a:cubicBezTo>
                  <a:pt x="75901" y="19174"/>
                  <a:pt x="75938" y="19099"/>
                  <a:pt x="75901" y="19024"/>
                </a:cubicBezTo>
                <a:cubicBezTo>
                  <a:pt x="75901" y="19024"/>
                  <a:pt x="75865" y="19024"/>
                  <a:pt x="75828" y="19024"/>
                </a:cubicBezTo>
                <a:cubicBezTo>
                  <a:pt x="75791" y="19024"/>
                  <a:pt x="75754" y="19024"/>
                  <a:pt x="75718" y="19024"/>
                </a:cubicBezTo>
                <a:cubicBezTo>
                  <a:pt x="75681" y="19024"/>
                  <a:pt x="75681" y="19024"/>
                  <a:pt x="75681" y="19024"/>
                </a:cubicBezTo>
                <a:cubicBezTo>
                  <a:pt x="75681" y="19024"/>
                  <a:pt x="75644" y="19024"/>
                  <a:pt x="75644" y="19099"/>
                </a:cubicBezTo>
                <a:cubicBezTo>
                  <a:pt x="75607" y="19099"/>
                  <a:pt x="75571" y="19174"/>
                  <a:pt x="75571" y="19250"/>
                </a:cubicBezTo>
                <a:cubicBezTo>
                  <a:pt x="75571" y="19325"/>
                  <a:pt x="75571" y="19400"/>
                  <a:pt x="75571" y="19475"/>
                </a:cubicBezTo>
                <a:cubicBezTo>
                  <a:pt x="75571" y="19538"/>
                  <a:pt x="75607" y="19538"/>
                  <a:pt x="75644" y="19613"/>
                </a:cubicBezTo>
                <a:cubicBezTo>
                  <a:pt x="75681" y="19613"/>
                  <a:pt x="75718" y="19613"/>
                  <a:pt x="75718" y="19688"/>
                </a:cubicBezTo>
                <a:cubicBezTo>
                  <a:pt x="75718" y="19763"/>
                  <a:pt x="75718" y="19763"/>
                  <a:pt x="75718" y="19839"/>
                </a:cubicBezTo>
                <a:cubicBezTo>
                  <a:pt x="75718" y="19914"/>
                  <a:pt x="75718" y="19914"/>
                  <a:pt x="75718" y="19989"/>
                </a:cubicBezTo>
                <a:cubicBezTo>
                  <a:pt x="75754" y="19989"/>
                  <a:pt x="75791" y="19989"/>
                  <a:pt x="75865" y="19989"/>
                </a:cubicBezTo>
                <a:cubicBezTo>
                  <a:pt x="75901" y="19989"/>
                  <a:pt x="75901" y="20064"/>
                  <a:pt x="75938" y="20064"/>
                </a:cubicBezTo>
                <a:cubicBezTo>
                  <a:pt x="75938" y="20064"/>
                  <a:pt x="75975" y="20064"/>
                  <a:pt x="76012" y="20064"/>
                </a:cubicBezTo>
                <a:cubicBezTo>
                  <a:pt x="76012" y="20064"/>
                  <a:pt x="76042" y="20064"/>
                  <a:pt x="76079" y="20139"/>
                </a:cubicBezTo>
                <a:cubicBezTo>
                  <a:pt x="76079" y="20139"/>
                  <a:pt x="76079" y="20215"/>
                  <a:pt x="76079" y="20290"/>
                </a:cubicBezTo>
                <a:cubicBezTo>
                  <a:pt x="76079" y="20365"/>
                  <a:pt x="76116" y="20365"/>
                  <a:pt x="76116" y="20440"/>
                </a:cubicBezTo>
                <a:cubicBezTo>
                  <a:pt x="76153" y="20503"/>
                  <a:pt x="76226" y="20503"/>
                  <a:pt x="76300" y="20578"/>
                </a:cubicBezTo>
                <a:cubicBezTo>
                  <a:pt x="76336" y="20578"/>
                  <a:pt x="76336" y="20578"/>
                  <a:pt x="76373" y="20653"/>
                </a:cubicBezTo>
                <a:cubicBezTo>
                  <a:pt x="76373" y="20653"/>
                  <a:pt x="76410" y="20653"/>
                  <a:pt x="76410" y="20728"/>
                </a:cubicBezTo>
                <a:cubicBezTo>
                  <a:pt x="76410" y="20804"/>
                  <a:pt x="76410" y="20879"/>
                  <a:pt x="76410" y="20879"/>
                </a:cubicBezTo>
                <a:cubicBezTo>
                  <a:pt x="76410" y="20954"/>
                  <a:pt x="76373" y="21029"/>
                  <a:pt x="76373" y="21029"/>
                </a:cubicBezTo>
                <a:cubicBezTo>
                  <a:pt x="76336" y="21180"/>
                  <a:pt x="76300" y="21255"/>
                  <a:pt x="76263" y="21330"/>
                </a:cubicBezTo>
                <a:cubicBezTo>
                  <a:pt x="76226" y="21330"/>
                  <a:pt x="76226" y="21330"/>
                  <a:pt x="76189" y="21330"/>
                </a:cubicBezTo>
                <a:cubicBezTo>
                  <a:pt x="76116" y="21330"/>
                  <a:pt x="76116" y="21330"/>
                  <a:pt x="76116" y="21330"/>
                </a:cubicBezTo>
                <a:cubicBezTo>
                  <a:pt x="76079" y="21330"/>
                  <a:pt x="76079" y="21255"/>
                  <a:pt x="76042" y="21330"/>
                </a:cubicBezTo>
                <a:cubicBezTo>
                  <a:pt x="76012" y="21330"/>
                  <a:pt x="76012" y="21405"/>
                  <a:pt x="76012" y="21480"/>
                </a:cubicBezTo>
                <a:cubicBezTo>
                  <a:pt x="76012" y="21480"/>
                  <a:pt x="76012" y="21556"/>
                  <a:pt x="76012" y="21618"/>
                </a:cubicBezTo>
                <a:cubicBezTo>
                  <a:pt x="75975" y="21618"/>
                  <a:pt x="75975" y="21693"/>
                  <a:pt x="75975" y="21693"/>
                </a:cubicBezTo>
                <a:cubicBezTo>
                  <a:pt x="75938" y="21769"/>
                  <a:pt x="75901" y="21769"/>
                  <a:pt x="75901" y="21769"/>
                </a:cubicBezTo>
                <a:cubicBezTo>
                  <a:pt x="75828" y="21769"/>
                  <a:pt x="75828" y="21769"/>
                  <a:pt x="75828" y="21769"/>
                </a:cubicBezTo>
                <a:cubicBezTo>
                  <a:pt x="75828" y="21618"/>
                  <a:pt x="75828" y="21618"/>
                  <a:pt x="75828" y="21480"/>
                </a:cubicBezTo>
                <a:cubicBezTo>
                  <a:pt x="75828" y="21405"/>
                  <a:pt x="75828" y="21405"/>
                  <a:pt x="75828" y="21330"/>
                </a:cubicBezTo>
                <a:cubicBezTo>
                  <a:pt x="75828" y="21255"/>
                  <a:pt x="75828" y="21180"/>
                  <a:pt x="75828" y="21029"/>
                </a:cubicBezTo>
                <a:cubicBezTo>
                  <a:pt x="75828" y="20954"/>
                  <a:pt x="75828" y="20954"/>
                  <a:pt x="75828" y="20879"/>
                </a:cubicBezTo>
                <a:cubicBezTo>
                  <a:pt x="75718" y="20879"/>
                  <a:pt x="75718" y="20879"/>
                  <a:pt x="75718" y="20879"/>
                </a:cubicBezTo>
                <a:cubicBezTo>
                  <a:pt x="75681" y="20954"/>
                  <a:pt x="75644" y="20879"/>
                  <a:pt x="75644" y="20954"/>
                </a:cubicBezTo>
                <a:cubicBezTo>
                  <a:pt x="75607" y="20954"/>
                  <a:pt x="75607" y="21029"/>
                  <a:pt x="75571" y="21029"/>
                </a:cubicBezTo>
                <a:cubicBezTo>
                  <a:pt x="75571" y="21104"/>
                  <a:pt x="75571" y="21180"/>
                  <a:pt x="75540" y="21180"/>
                </a:cubicBezTo>
                <a:cubicBezTo>
                  <a:pt x="75540" y="21255"/>
                  <a:pt x="75540" y="21330"/>
                  <a:pt x="75497" y="21330"/>
                </a:cubicBezTo>
                <a:cubicBezTo>
                  <a:pt x="75467" y="21405"/>
                  <a:pt x="75430" y="21330"/>
                  <a:pt x="75356" y="21330"/>
                </a:cubicBezTo>
                <a:cubicBezTo>
                  <a:pt x="75283" y="21330"/>
                  <a:pt x="75283" y="21330"/>
                  <a:pt x="75283" y="21330"/>
                </a:cubicBezTo>
                <a:cubicBezTo>
                  <a:pt x="75246" y="21330"/>
                  <a:pt x="75209" y="21330"/>
                  <a:pt x="75173" y="21330"/>
                </a:cubicBezTo>
                <a:cubicBezTo>
                  <a:pt x="75136" y="21330"/>
                  <a:pt x="75099" y="21255"/>
                  <a:pt x="75062" y="21330"/>
                </a:cubicBezTo>
                <a:cubicBezTo>
                  <a:pt x="75026" y="21330"/>
                  <a:pt x="75062" y="21405"/>
                  <a:pt x="75026" y="21480"/>
                </a:cubicBezTo>
                <a:cubicBezTo>
                  <a:pt x="74995" y="21480"/>
                  <a:pt x="75026" y="21556"/>
                  <a:pt x="74995" y="21618"/>
                </a:cubicBezTo>
                <a:cubicBezTo>
                  <a:pt x="74958" y="21618"/>
                  <a:pt x="74921" y="21618"/>
                  <a:pt x="74885" y="21618"/>
                </a:cubicBezTo>
                <a:cubicBezTo>
                  <a:pt x="74811" y="21618"/>
                  <a:pt x="74811" y="21618"/>
                  <a:pt x="74811" y="21618"/>
                </a:cubicBezTo>
                <a:cubicBezTo>
                  <a:pt x="74811" y="21618"/>
                  <a:pt x="74774" y="21556"/>
                  <a:pt x="74738" y="21556"/>
                </a:cubicBezTo>
                <a:cubicBezTo>
                  <a:pt x="74701" y="21556"/>
                  <a:pt x="74701" y="21556"/>
                  <a:pt x="74701" y="21556"/>
                </a:cubicBezTo>
                <a:cubicBezTo>
                  <a:pt x="74523" y="21556"/>
                  <a:pt x="74523" y="21556"/>
                  <a:pt x="74523" y="21556"/>
                </a:cubicBezTo>
                <a:cubicBezTo>
                  <a:pt x="74480" y="21556"/>
                  <a:pt x="74480" y="21556"/>
                  <a:pt x="74450" y="21556"/>
                </a:cubicBezTo>
                <a:cubicBezTo>
                  <a:pt x="74450" y="21919"/>
                  <a:pt x="74450" y="21919"/>
                  <a:pt x="74450" y="21919"/>
                </a:cubicBezTo>
                <a:cubicBezTo>
                  <a:pt x="74229" y="21919"/>
                  <a:pt x="74229" y="21919"/>
                  <a:pt x="74229" y="21919"/>
                </a:cubicBezTo>
                <a:lnTo>
                  <a:pt x="74192" y="21844"/>
                </a:lnTo>
                <a:cubicBezTo>
                  <a:pt x="74156" y="21769"/>
                  <a:pt x="74156" y="21769"/>
                  <a:pt x="74156" y="21693"/>
                </a:cubicBezTo>
                <a:cubicBezTo>
                  <a:pt x="74119" y="21618"/>
                  <a:pt x="74082" y="21693"/>
                  <a:pt x="74082" y="21618"/>
                </a:cubicBezTo>
                <a:lnTo>
                  <a:pt x="74119" y="21556"/>
                </a:lnTo>
                <a:cubicBezTo>
                  <a:pt x="74119" y="21480"/>
                  <a:pt x="74119" y="21405"/>
                  <a:pt x="74119" y="21405"/>
                </a:cubicBezTo>
                <a:cubicBezTo>
                  <a:pt x="74119" y="21255"/>
                  <a:pt x="74156" y="21180"/>
                  <a:pt x="74192" y="21104"/>
                </a:cubicBezTo>
                <a:cubicBezTo>
                  <a:pt x="74156" y="20954"/>
                  <a:pt x="74156" y="20954"/>
                  <a:pt x="74156" y="20954"/>
                </a:cubicBezTo>
                <a:cubicBezTo>
                  <a:pt x="74119" y="20954"/>
                  <a:pt x="74119" y="20954"/>
                  <a:pt x="74082" y="20954"/>
                </a:cubicBezTo>
                <a:cubicBezTo>
                  <a:pt x="74082" y="21029"/>
                  <a:pt x="74082" y="21104"/>
                  <a:pt x="74045" y="21104"/>
                </a:cubicBezTo>
                <a:cubicBezTo>
                  <a:pt x="74045" y="21180"/>
                  <a:pt x="74009" y="21180"/>
                  <a:pt x="73978" y="21180"/>
                </a:cubicBezTo>
                <a:cubicBezTo>
                  <a:pt x="73978" y="21180"/>
                  <a:pt x="73941" y="21180"/>
                  <a:pt x="73905" y="21180"/>
                </a:cubicBezTo>
                <a:cubicBezTo>
                  <a:pt x="73868" y="21180"/>
                  <a:pt x="73794" y="21180"/>
                  <a:pt x="73758" y="21255"/>
                </a:cubicBezTo>
                <a:cubicBezTo>
                  <a:pt x="73721" y="21255"/>
                  <a:pt x="73721" y="21330"/>
                  <a:pt x="73721" y="21405"/>
                </a:cubicBezTo>
                <a:cubicBezTo>
                  <a:pt x="73647" y="21405"/>
                  <a:pt x="73611" y="21480"/>
                  <a:pt x="73574" y="21556"/>
                </a:cubicBezTo>
                <a:cubicBezTo>
                  <a:pt x="73464" y="21556"/>
                  <a:pt x="73464" y="21556"/>
                  <a:pt x="73464" y="21556"/>
                </a:cubicBezTo>
                <a:cubicBezTo>
                  <a:pt x="73396" y="21556"/>
                  <a:pt x="73323" y="21480"/>
                  <a:pt x="73249" y="21556"/>
                </a:cubicBezTo>
                <a:cubicBezTo>
                  <a:pt x="73212" y="21556"/>
                  <a:pt x="73212" y="21618"/>
                  <a:pt x="73176" y="21618"/>
                </a:cubicBezTo>
                <a:lnTo>
                  <a:pt x="73176" y="21769"/>
                </a:lnTo>
                <a:cubicBezTo>
                  <a:pt x="73139" y="21769"/>
                  <a:pt x="73102" y="21844"/>
                  <a:pt x="73102" y="21844"/>
                </a:cubicBezTo>
                <a:cubicBezTo>
                  <a:pt x="73065" y="21844"/>
                  <a:pt x="73065" y="21844"/>
                  <a:pt x="73029" y="21844"/>
                </a:cubicBezTo>
                <a:cubicBezTo>
                  <a:pt x="72961" y="21844"/>
                  <a:pt x="72961" y="21844"/>
                  <a:pt x="72961" y="21844"/>
                </a:cubicBezTo>
                <a:cubicBezTo>
                  <a:pt x="72924" y="21844"/>
                  <a:pt x="72924" y="21844"/>
                  <a:pt x="72888" y="21844"/>
                </a:cubicBezTo>
                <a:cubicBezTo>
                  <a:pt x="72814" y="21919"/>
                  <a:pt x="72777" y="21919"/>
                  <a:pt x="72741" y="21919"/>
                </a:cubicBezTo>
                <a:cubicBezTo>
                  <a:pt x="72704" y="21994"/>
                  <a:pt x="72667" y="21994"/>
                  <a:pt x="72667" y="22069"/>
                </a:cubicBezTo>
                <a:cubicBezTo>
                  <a:pt x="72594" y="22145"/>
                  <a:pt x="72557" y="22220"/>
                  <a:pt x="72520" y="22295"/>
                </a:cubicBezTo>
                <a:cubicBezTo>
                  <a:pt x="72490" y="22370"/>
                  <a:pt x="72447" y="22370"/>
                  <a:pt x="72416" y="22445"/>
                </a:cubicBezTo>
                <a:cubicBezTo>
                  <a:pt x="72343" y="22445"/>
                  <a:pt x="72232" y="22370"/>
                  <a:pt x="72159" y="22445"/>
                </a:cubicBezTo>
                <a:cubicBezTo>
                  <a:pt x="72122" y="22445"/>
                  <a:pt x="72122" y="22521"/>
                  <a:pt x="72085" y="22583"/>
                </a:cubicBezTo>
                <a:cubicBezTo>
                  <a:pt x="72085" y="22671"/>
                  <a:pt x="72085" y="22671"/>
                  <a:pt x="72122" y="22734"/>
                </a:cubicBezTo>
                <a:cubicBezTo>
                  <a:pt x="72122" y="22809"/>
                  <a:pt x="72196" y="22809"/>
                  <a:pt x="72196" y="22884"/>
                </a:cubicBezTo>
                <a:cubicBezTo>
                  <a:pt x="72196" y="23034"/>
                  <a:pt x="72196" y="23034"/>
                  <a:pt x="72159" y="23110"/>
                </a:cubicBezTo>
                <a:cubicBezTo>
                  <a:pt x="72122" y="23185"/>
                  <a:pt x="72049" y="23185"/>
                  <a:pt x="72012" y="23260"/>
                </a:cubicBezTo>
                <a:cubicBezTo>
                  <a:pt x="71975" y="23335"/>
                  <a:pt x="71975" y="23335"/>
                  <a:pt x="71944" y="23410"/>
                </a:cubicBezTo>
                <a:cubicBezTo>
                  <a:pt x="71908" y="23410"/>
                  <a:pt x="71908" y="23410"/>
                  <a:pt x="71871" y="23410"/>
                </a:cubicBezTo>
                <a:cubicBezTo>
                  <a:pt x="71834" y="23410"/>
                  <a:pt x="71834" y="23410"/>
                  <a:pt x="71797" y="23410"/>
                </a:cubicBezTo>
                <a:cubicBezTo>
                  <a:pt x="71761" y="23410"/>
                  <a:pt x="71761" y="23410"/>
                  <a:pt x="71724" y="23410"/>
                </a:cubicBezTo>
                <a:cubicBezTo>
                  <a:pt x="71650" y="23410"/>
                  <a:pt x="71650" y="23561"/>
                  <a:pt x="71614" y="23561"/>
                </a:cubicBezTo>
                <a:cubicBezTo>
                  <a:pt x="71577" y="23561"/>
                  <a:pt x="71577" y="23561"/>
                  <a:pt x="71577" y="23561"/>
                </a:cubicBezTo>
                <a:cubicBezTo>
                  <a:pt x="71540" y="23561"/>
                  <a:pt x="71540" y="23410"/>
                  <a:pt x="71503" y="23410"/>
                </a:cubicBezTo>
                <a:cubicBezTo>
                  <a:pt x="71503" y="23335"/>
                  <a:pt x="71473" y="23335"/>
                  <a:pt x="71430" y="23335"/>
                </a:cubicBezTo>
                <a:cubicBezTo>
                  <a:pt x="71399" y="23260"/>
                  <a:pt x="71399" y="23185"/>
                  <a:pt x="71362" y="23185"/>
                </a:cubicBezTo>
                <a:cubicBezTo>
                  <a:pt x="71362" y="23110"/>
                  <a:pt x="71362" y="23034"/>
                  <a:pt x="71362" y="23034"/>
                </a:cubicBezTo>
                <a:cubicBezTo>
                  <a:pt x="71326" y="22959"/>
                  <a:pt x="71289" y="22884"/>
                  <a:pt x="71289" y="22809"/>
                </a:cubicBezTo>
                <a:cubicBezTo>
                  <a:pt x="71289" y="22671"/>
                  <a:pt x="71289" y="22583"/>
                  <a:pt x="71289" y="22445"/>
                </a:cubicBezTo>
                <a:cubicBezTo>
                  <a:pt x="71687" y="22445"/>
                  <a:pt x="71687" y="22445"/>
                  <a:pt x="71687" y="22445"/>
                </a:cubicBezTo>
                <a:cubicBezTo>
                  <a:pt x="71687" y="21994"/>
                  <a:pt x="71687" y="21994"/>
                  <a:pt x="71687" y="21994"/>
                </a:cubicBezTo>
                <a:cubicBezTo>
                  <a:pt x="71650" y="21994"/>
                  <a:pt x="71650" y="21919"/>
                  <a:pt x="71614" y="21844"/>
                </a:cubicBezTo>
                <a:cubicBezTo>
                  <a:pt x="71577" y="21844"/>
                  <a:pt x="71540" y="21844"/>
                  <a:pt x="71540" y="21844"/>
                </a:cubicBezTo>
                <a:cubicBezTo>
                  <a:pt x="71503" y="21769"/>
                  <a:pt x="71503" y="21769"/>
                  <a:pt x="71503" y="21693"/>
                </a:cubicBezTo>
                <a:cubicBezTo>
                  <a:pt x="71473" y="21618"/>
                  <a:pt x="71473" y="21618"/>
                  <a:pt x="71430" y="21556"/>
                </a:cubicBezTo>
                <a:cubicBezTo>
                  <a:pt x="71430" y="21480"/>
                  <a:pt x="71430" y="21405"/>
                  <a:pt x="71399" y="21405"/>
                </a:cubicBezTo>
                <a:cubicBezTo>
                  <a:pt x="71326" y="21405"/>
                  <a:pt x="71289" y="21480"/>
                  <a:pt x="71252" y="21480"/>
                </a:cubicBezTo>
                <a:cubicBezTo>
                  <a:pt x="71215" y="21480"/>
                  <a:pt x="71215" y="21480"/>
                  <a:pt x="71215" y="21480"/>
                </a:cubicBezTo>
                <a:cubicBezTo>
                  <a:pt x="71179" y="21480"/>
                  <a:pt x="71179" y="21405"/>
                  <a:pt x="71142" y="21330"/>
                </a:cubicBezTo>
                <a:cubicBezTo>
                  <a:pt x="71105" y="21330"/>
                  <a:pt x="71068" y="21330"/>
                  <a:pt x="71068" y="21330"/>
                </a:cubicBezTo>
                <a:cubicBezTo>
                  <a:pt x="70995" y="21255"/>
                  <a:pt x="70958" y="21330"/>
                  <a:pt x="70928" y="21330"/>
                </a:cubicBezTo>
                <a:cubicBezTo>
                  <a:pt x="70781" y="21330"/>
                  <a:pt x="70781" y="21330"/>
                  <a:pt x="70781" y="21330"/>
                </a:cubicBezTo>
                <a:cubicBezTo>
                  <a:pt x="70744" y="21330"/>
                  <a:pt x="70707" y="21330"/>
                  <a:pt x="70707" y="21330"/>
                </a:cubicBezTo>
                <a:cubicBezTo>
                  <a:pt x="70670" y="21330"/>
                  <a:pt x="70670" y="21330"/>
                  <a:pt x="70633" y="21330"/>
                </a:cubicBezTo>
                <a:cubicBezTo>
                  <a:pt x="70633" y="21618"/>
                  <a:pt x="70633" y="21618"/>
                  <a:pt x="70633" y="21618"/>
                </a:cubicBezTo>
                <a:cubicBezTo>
                  <a:pt x="70707" y="21618"/>
                  <a:pt x="70744" y="21618"/>
                  <a:pt x="70781" y="21618"/>
                </a:cubicBezTo>
                <a:cubicBezTo>
                  <a:pt x="70817" y="21618"/>
                  <a:pt x="70817" y="21693"/>
                  <a:pt x="70854" y="21693"/>
                </a:cubicBezTo>
                <a:cubicBezTo>
                  <a:pt x="70854" y="22583"/>
                  <a:pt x="70854" y="22583"/>
                  <a:pt x="70854" y="22583"/>
                </a:cubicBezTo>
                <a:cubicBezTo>
                  <a:pt x="70854" y="22671"/>
                  <a:pt x="70817" y="22671"/>
                  <a:pt x="70817" y="22734"/>
                </a:cubicBezTo>
                <a:cubicBezTo>
                  <a:pt x="70781" y="22809"/>
                  <a:pt x="70744" y="22734"/>
                  <a:pt x="70744" y="22809"/>
                </a:cubicBezTo>
                <a:cubicBezTo>
                  <a:pt x="70744" y="22884"/>
                  <a:pt x="70744" y="22959"/>
                  <a:pt x="70744" y="22959"/>
                </a:cubicBezTo>
                <a:cubicBezTo>
                  <a:pt x="70744" y="23034"/>
                  <a:pt x="70744" y="23110"/>
                  <a:pt x="70744" y="23110"/>
                </a:cubicBezTo>
                <a:cubicBezTo>
                  <a:pt x="70781" y="23185"/>
                  <a:pt x="70817" y="23110"/>
                  <a:pt x="70817" y="23185"/>
                </a:cubicBezTo>
                <a:cubicBezTo>
                  <a:pt x="70854" y="23185"/>
                  <a:pt x="70854" y="23185"/>
                  <a:pt x="70891" y="23260"/>
                </a:cubicBezTo>
                <a:cubicBezTo>
                  <a:pt x="70928" y="23260"/>
                  <a:pt x="70928" y="23335"/>
                  <a:pt x="70928" y="23410"/>
                </a:cubicBezTo>
                <a:cubicBezTo>
                  <a:pt x="70958" y="23410"/>
                  <a:pt x="70995" y="23486"/>
                  <a:pt x="70995" y="23561"/>
                </a:cubicBezTo>
                <a:cubicBezTo>
                  <a:pt x="70995" y="23636"/>
                  <a:pt x="70995" y="23636"/>
                  <a:pt x="70995" y="23636"/>
                </a:cubicBezTo>
                <a:cubicBezTo>
                  <a:pt x="70995" y="23699"/>
                  <a:pt x="70958" y="23636"/>
                  <a:pt x="70958" y="23699"/>
                </a:cubicBezTo>
                <a:cubicBezTo>
                  <a:pt x="70958" y="23774"/>
                  <a:pt x="70958" y="23774"/>
                  <a:pt x="70958" y="23849"/>
                </a:cubicBezTo>
                <a:cubicBezTo>
                  <a:pt x="70958" y="24000"/>
                  <a:pt x="70958" y="24075"/>
                  <a:pt x="70958" y="24300"/>
                </a:cubicBezTo>
                <a:cubicBezTo>
                  <a:pt x="70958" y="24300"/>
                  <a:pt x="70958" y="24300"/>
                  <a:pt x="70958" y="24375"/>
                </a:cubicBezTo>
                <a:cubicBezTo>
                  <a:pt x="70891" y="24300"/>
                  <a:pt x="70854" y="24300"/>
                  <a:pt x="70817" y="24300"/>
                </a:cubicBezTo>
                <a:cubicBezTo>
                  <a:pt x="70781" y="24300"/>
                  <a:pt x="70744" y="24300"/>
                  <a:pt x="70744" y="24300"/>
                </a:cubicBezTo>
                <a:cubicBezTo>
                  <a:pt x="70707" y="24300"/>
                  <a:pt x="70670" y="24225"/>
                  <a:pt x="70670" y="24225"/>
                </a:cubicBezTo>
                <a:cubicBezTo>
                  <a:pt x="70633" y="24150"/>
                  <a:pt x="70670" y="24075"/>
                  <a:pt x="70670" y="24075"/>
                </a:cubicBezTo>
                <a:cubicBezTo>
                  <a:pt x="70633" y="24000"/>
                  <a:pt x="70633" y="23924"/>
                  <a:pt x="70597" y="23924"/>
                </a:cubicBezTo>
                <a:cubicBezTo>
                  <a:pt x="70597" y="23849"/>
                  <a:pt x="70560" y="23924"/>
                  <a:pt x="70523" y="23924"/>
                </a:cubicBezTo>
                <a:cubicBezTo>
                  <a:pt x="70486" y="23924"/>
                  <a:pt x="70486" y="23924"/>
                  <a:pt x="70450" y="23924"/>
                </a:cubicBezTo>
                <a:cubicBezTo>
                  <a:pt x="70413" y="23924"/>
                  <a:pt x="70413" y="24000"/>
                  <a:pt x="70382" y="24000"/>
                </a:cubicBezTo>
                <a:cubicBezTo>
                  <a:pt x="70346" y="24000"/>
                  <a:pt x="70346" y="24000"/>
                  <a:pt x="70309" y="24000"/>
                </a:cubicBezTo>
                <a:cubicBezTo>
                  <a:pt x="70235" y="24000"/>
                  <a:pt x="70199" y="24000"/>
                  <a:pt x="70162" y="24000"/>
                </a:cubicBezTo>
                <a:cubicBezTo>
                  <a:pt x="70125" y="24000"/>
                  <a:pt x="70125" y="24075"/>
                  <a:pt x="70088" y="24075"/>
                </a:cubicBezTo>
                <a:cubicBezTo>
                  <a:pt x="70088" y="24075"/>
                  <a:pt x="70088" y="24150"/>
                  <a:pt x="70088" y="24225"/>
                </a:cubicBezTo>
                <a:cubicBezTo>
                  <a:pt x="70088" y="24225"/>
                  <a:pt x="70088" y="24300"/>
                  <a:pt x="70052" y="24375"/>
                </a:cubicBezTo>
                <a:cubicBezTo>
                  <a:pt x="70052" y="24375"/>
                  <a:pt x="70015" y="24375"/>
                  <a:pt x="69978" y="24451"/>
                </a:cubicBezTo>
                <a:lnTo>
                  <a:pt x="69941" y="24451"/>
                </a:lnTo>
                <a:cubicBezTo>
                  <a:pt x="69874" y="24451"/>
                  <a:pt x="69837" y="24526"/>
                  <a:pt x="69800" y="24526"/>
                </a:cubicBezTo>
                <a:cubicBezTo>
                  <a:pt x="69764" y="24526"/>
                  <a:pt x="69727" y="24526"/>
                  <a:pt x="69690" y="24526"/>
                </a:cubicBezTo>
                <a:cubicBezTo>
                  <a:pt x="69653" y="24601"/>
                  <a:pt x="69653" y="24601"/>
                  <a:pt x="69617" y="24664"/>
                </a:cubicBezTo>
                <a:cubicBezTo>
                  <a:pt x="69617" y="24751"/>
                  <a:pt x="69617" y="24751"/>
                  <a:pt x="69580" y="24814"/>
                </a:cubicBezTo>
                <a:cubicBezTo>
                  <a:pt x="69580" y="24814"/>
                  <a:pt x="69543" y="24889"/>
                  <a:pt x="69506" y="24889"/>
                </a:cubicBezTo>
                <a:cubicBezTo>
                  <a:pt x="69470" y="24965"/>
                  <a:pt x="69433" y="24965"/>
                  <a:pt x="69396" y="24965"/>
                </a:cubicBezTo>
                <a:cubicBezTo>
                  <a:pt x="69396" y="24965"/>
                  <a:pt x="69433" y="24889"/>
                  <a:pt x="69433" y="24965"/>
                </a:cubicBezTo>
                <a:cubicBezTo>
                  <a:pt x="69433" y="25040"/>
                  <a:pt x="69396" y="25115"/>
                  <a:pt x="69433" y="25265"/>
                </a:cubicBezTo>
                <a:cubicBezTo>
                  <a:pt x="69433" y="25265"/>
                  <a:pt x="69433" y="25340"/>
                  <a:pt x="69470" y="25416"/>
                </a:cubicBezTo>
                <a:lnTo>
                  <a:pt x="69470" y="25491"/>
                </a:lnTo>
                <a:cubicBezTo>
                  <a:pt x="69506" y="25566"/>
                  <a:pt x="69506" y="25566"/>
                  <a:pt x="69543" y="25566"/>
                </a:cubicBezTo>
                <a:cubicBezTo>
                  <a:pt x="69580" y="25566"/>
                  <a:pt x="69580" y="25641"/>
                  <a:pt x="69617" y="25641"/>
                </a:cubicBezTo>
                <a:cubicBezTo>
                  <a:pt x="69653" y="25716"/>
                  <a:pt x="69653" y="25779"/>
                  <a:pt x="69653" y="25854"/>
                </a:cubicBezTo>
                <a:cubicBezTo>
                  <a:pt x="69653" y="25930"/>
                  <a:pt x="69617" y="26005"/>
                  <a:pt x="69617" y="26080"/>
                </a:cubicBezTo>
                <a:cubicBezTo>
                  <a:pt x="69617" y="26080"/>
                  <a:pt x="69653" y="26005"/>
                  <a:pt x="69617" y="26005"/>
                </a:cubicBezTo>
                <a:cubicBezTo>
                  <a:pt x="69580" y="25930"/>
                  <a:pt x="69543" y="26005"/>
                  <a:pt x="69506" y="26005"/>
                </a:cubicBezTo>
                <a:cubicBezTo>
                  <a:pt x="69433" y="26005"/>
                  <a:pt x="69396" y="26005"/>
                  <a:pt x="69366" y="26005"/>
                </a:cubicBezTo>
                <a:cubicBezTo>
                  <a:pt x="69292" y="26005"/>
                  <a:pt x="69255" y="25930"/>
                  <a:pt x="69218" y="25930"/>
                </a:cubicBezTo>
                <a:cubicBezTo>
                  <a:pt x="69145" y="25930"/>
                  <a:pt x="69145" y="25930"/>
                  <a:pt x="69145" y="25930"/>
                </a:cubicBezTo>
                <a:cubicBezTo>
                  <a:pt x="69108" y="25930"/>
                  <a:pt x="69108" y="25854"/>
                  <a:pt x="69071" y="25854"/>
                </a:cubicBezTo>
                <a:cubicBezTo>
                  <a:pt x="68998" y="25854"/>
                  <a:pt x="68961" y="25854"/>
                  <a:pt x="68924" y="25854"/>
                </a:cubicBezTo>
                <a:cubicBezTo>
                  <a:pt x="68888" y="25854"/>
                  <a:pt x="68888" y="25779"/>
                  <a:pt x="68857" y="25716"/>
                </a:cubicBezTo>
                <a:cubicBezTo>
                  <a:pt x="68820" y="25716"/>
                  <a:pt x="68784" y="25716"/>
                  <a:pt x="68784" y="25716"/>
                </a:cubicBezTo>
                <a:cubicBezTo>
                  <a:pt x="68747" y="25716"/>
                  <a:pt x="68710" y="25716"/>
                  <a:pt x="68710" y="25716"/>
                </a:cubicBezTo>
                <a:cubicBezTo>
                  <a:pt x="68673" y="25716"/>
                  <a:pt x="68673" y="25641"/>
                  <a:pt x="68637" y="25566"/>
                </a:cubicBezTo>
                <a:cubicBezTo>
                  <a:pt x="68600" y="25566"/>
                  <a:pt x="68600" y="25491"/>
                  <a:pt x="68563" y="25416"/>
                </a:cubicBezTo>
                <a:cubicBezTo>
                  <a:pt x="68563" y="25265"/>
                  <a:pt x="68563" y="25265"/>
                  <a:pt x="68563" y="25265"/>
                </a:cubicBezTo>
                <a:cubicBezTo>
                  <a:pt x="68526" y="25265"/>
                  <a:pt x="68490" y="25340"/>
                  <a:pt x="68490" y="25340"/>
                </a:cubicBezTo>
                <a:cubicBezTo>
                  <a:pt x="68453" y="25416"/>
                  <a:pt x="68453" y="25491"/>
                  <a:pt x="68416" y="25491"/>
                </a:cubicBezTo>
                <a:cubicBezTo>
                  <a:pt x="68416" y="25491"/>
                  <a:pt x="68379" y="25491"/>
                  <a:pt x="68349" y="25491"/>
                </a:cubicBezTo>
                <a:cubicBezTo>
                  <a:pt x="68312" y="25491"/>
                  <a:pt x="68275" y="25566"/>
                  <a:pt x="68275" y="25641"/>
                </a:cubicBezTo>
                <a:cubicBezTo>
                  <a:pt x="68275" y="25779"/>
                  <a:pt x="68312" y="25779"/>
                  <a:pt x="68312" y="25854"/>
                </a:cubicBezTo>
                <a:cubicBezTo>
                  <a:pt x="68349" y="25930"/>
                  <a:pt x="68349" y="25930"/>
                  <a:pt x="68379" y="26005"/>
                </a:cubicBezTo>
                <a:cubicBezTo>
                  <a:pt x="68416" y="26005"/>
                  <a:pt x="68453" y="26005"/>
                  <a:pt x="68453" y="26005"/>
                </a:cubicBezTo>
                <a:cubicBezTo>
                  <a:pt x="68453" y="26080"/>
                  <a:pt x="68453" y="26155"/>
                  <a:pt x="68453" y="26155"/>
                </a:cubicBezTo>
                <a:cubicBezTo>
                  <a:pt x="68453" y="26230"/>
                  <a:pt x="68490" y="26230"/>
                  <a:pt x="68490" y="26306"/>
                </a:cubicBezTo>
                <a:cubicBezTo>
                  <a:pt x="68563" y="26306"/>
                  <a:pt x="68563" y="26306"/>
                  <a:pt x="68563" y="26306"/>
                </a:cubicBezTo>
                <a:cubicBezTo>
                  <a:pt x="68637" y="26306"/>
                  <a:pt x="68673" y="26230"/>
                  <a:pt x="68710" y="26306"/>
                </a:cubicBezTo>
                <a:cubicBezTo>
                  <a:pt x="68784" y="26306"/>
                  <a:pt x="68820" y="26381"/>
                  <a:pt x="68857" y="26456"/>
                </a:cubicBezTo>
                <a:cubicBezTo>
                  <a:pt x="68888" y="26531"/>
                  <a:pt x="68924" y="26531"/>
                  <a:pt x="68924" y="26606"/>
                </a:cubicBezTo>
                <a:cubicBezTo>
                  <a:pt x="68924" y="26681"/>
                  <a:pt x="68857" y="26681"/>
                  <a:pt x="68857" y="26744"/>
                </a:cubicBezTo>
                <a:cubicBezTo>
                  <a:pt x="68526" y="26744"/>
                  <a:pt x="68526" y="26744"/>
                  <a:pt x="68526" y="26744"/>
                </a:cubicBezTo>
                <a:cubicBezTo>
                  <a:pt x="68490" y="26832"/>
                  <a:pt x="68490" y="26895"/>
                  <a:pt x="68490" y="26895"/>
                </a:cubicBezTo>
                <a:cubicBezTo>
                  <a:pt x="68453" y="26895"/>
                  <a:pt x="68416" y="26970"/>
                  <a:pt x="68416" y="26970"/>
                </a:cubicBezTo>
                <a:cubicBezTo>
                  <a:pt x="68379" y="26970"/>
                  <a:pt x="68349" y="26970"/>
                  <a:pt x="68349" y="26895"/>
                </a:cubicBezTo>
                <a:cubicBezTo>
                  <a:pt x="68312" y="26895"/>
                  <a:pt x="68349" y="26832"/>
                  <a:pt x="68312" y="26744"/>
                </a:cubicBezTo>
                <a:cubicBezTo>
                  <a:pt x="68312" y="26744"/>
                  <a:pt x="68275" y="26681"/>
                  <a:pt x="68238" y="26681"/>
                </a:cubicBezTo>
                <a:cubicBezTo>
                  <a:pt x="68202" y="26531"/>
                  <a:pt x="68128" y="26531"/>
                  <a:pt x="68055" y="26456"/>
                </a:cubicBezTo>
                <a:cubicBezTo>
                  <a:pt x="68018" y="26456"/>
                  <a:pt x="67981" y="26531"/>
                  <a:pt x="67981" y="26456"/>
                </a:cubicBezTo>
                <a:cubicBezTo>
                  <a:pt x="67908" y="26456"/>
                  <a:pt x="67871" y="26381"/>
                  <a:pt x="67840" y="26306"/>
                </a:cubicBezTo>
                <a:cubicBezTo>
                  <a:pt x="67840" y="26230"/>
                  <a:pt x="67803" y="26155"/>
                  <a:pt x="67803" y="26155"/>
                </a:cubicBezTo>
                <a:cubicBezTo>
                  <a:pt x="67803" y="26080"/>
                  <a:pt x="67803" y="26005"/>
                  <a:pt x="67803" y="26005"/>
                </a:cubicBezTo>
                <a:cubicBezTo>
                  <a:pt x="67803" y="25779"/>
                  <a:pt x="67803" y="25716"/>
                  <a:pt x="67803" y="25566"/>
                </a:cubicBezTo>
                <a:cubicBezTo>
                  <a:pt x="67583" y="25566"/>
                  <a:pt x="67583" y="25566"/>
                  <a:pt x="67583" y="25566"/>
                </a:cubicBezTo>
                <a:cubicBezTo>
                  <a:pt x="67583" y="25115"/>
                  <a:pt x="67583" y="25115"/>
                  <a:pt x="67583" y="25115"/>
                </a:cubicBezTo>
                <a:cubicBezTo>
                  <a:pt x="67583" y="24889"/>
                  <a:pt x="67620" y="24664"/>
                  <a:pt x="67620" y="24526"/>
                </a:cubicBezTo>
                <a:cubicBezTo>
                  <a:pt x="67620" y="24375"/>
                  <a:pt x="67620" y="24300"/>
                  <a:pt x="67583" y="24225"/>
                </a:cubicBezTo>
                <a:cubicBezTo>
                  <a:pt x="67509" y="24075"/>
                  <a:pt x="67436" y="24150"/>
                  <a:pt x="67362" y="24150"/>
                </a:cubicBezTo>
                <a:cubicBezTo>
                  <a:pt x="67326" y="24150"/>
                  <a:pt x="67326" y="24000"/>
                  <a:pt x="67326" y="24000"/>
                </a:cubicBezTo>
                <a:cubicBezTo>
                  <a:pt x="67295" y="23924"/>
                  <a:pt x="67258" y="23924"/>
                  <a:pt x="67258" y="23849"/>
                </a:cubicBezTo>
                <a:cubicBezTo>
                  <a:pt x="67222" y="23774"/>
                  <a:pt x="67258" y="23636"/>
                  <a:pt x="67185" y="23561"/>
                </a:cubicBezTo>
                <a:cubicBezTo>
                  <a:pt x="67148" y="23486"/>
                  <a:pt x="67111" y="23561"/>
                  <a:pt x="67038" y="23561"/>
                </a:cubicBezTo>
                <a:cubicBezTo>
                  <a:pt x="67001" y="23486"/>
                  <a:pt x="67001" y="23410"/>
                  <a:pt x="66964" y="23410"/>
                </a:cubicBezTo>
                <a:cubicBezTo>
                  <a:pt x="66928" y="23335"/>
                  <a:pt x="66891" y="23260"/>
                  <a:pt x="66823" y="23260"/>
                </a:cubicBezTo>
                <a:cubicBezTo>
                  <a:pt x="66854" y="23110"/>
                  <a:pt x="66854" y="23110"/>
                  <a:pt x="66854" y="23110"/>
                </a:cubicBezTo>
                <a:cubicBezTo>
                  <a:pt x="66854" y="23110"/>
                  <a:pt x="66891" y="23110"/>
                  <a:pt x="66928" y="23110"/>
                </a:cubicBezTo>
                <a:cubicBezTo>
                  <a:pt x="66928" y="23110"/>
                  <a:pt x="66964" y="23110"/>
                  <a:pt x="67001" y="23185"/>
                </a:cubicBezTo>
                <a:cubicBezTo>
                  <a:pt x="67001" y="23185"/>
                  <a:pt x="67001" y="23260"/>
                  <a:pt x="67038" y="23335"/>
                </a:cubicBezTo>
                <a:cubicBezTo>
                  <a:pt x="67075" y="23335"/>
                  <a:pt x="67111" y="23335"/>
                  <a:pt x="67148" y="23410"/>
                </a:cubicBezTo>
                <a:cubicBezTo>
                  <a:pt x="67222" y="23486"/>
                  <a:pt x="67258" y="23561"/>
                  <a:pt x="67295" y="23561"/>
                </a:cubicBezTo>
                <a:cubicBezTo>
                  <a:pt x="67326" y="23636"/>
                  <a:pt x="67362" y="23636"/>
                  <a:pt x="67362" y="23636"/>
                </a:cubicBezTo>
                <a:cubicBezTo>
                  <a:pt x="67473" y="23699"/>
                  <a:pt x="67509" y="23636"/>
                  <a:pt x="67620" y="23636"/>
                </a:cubicBezTo>
                <a:cubicBezTo>
                  <a:pt x="67656" y="23636"/>
                  <a:pt x="67656" y="23636"/>
                  <a:pt x="67693" y="23636"/>
                </a:cubicBezTo>
                <a:cubicBezTo>
                  <a:pt x="67730" y="23699"/>
                  <a:pt x="67730" y="23774"/>
                  <a:pt x="67730" y="23774"/>
                </a:cubicBezTo>
                <a:cubicBezTo>
                  <a:pt x="67803" y="23849"/>
                  <a:pt x="67840" y="23924"/>
                  <a:pt x="67871" y="23924"/>
                </a:cubicBezTo>
                <a:cubicBezTo>
                  <a:pt x="68379" y="23924"/>
                  <a:pt x="68379" y="23924"/>
                  <a:pt x="68379" y="23924"/>
                </a:cubicBezTo>
                <a:cubicBezTo>
                  <a:pt x="68379" y="23924"/>
                  <a:pt x="68416" y="24000"/>
                  <a:pt x="68453" y="24000"/>
                </a:cubicBezTo>
                <a:cubicBezTo>
                  <a:pt x="68453" y="24000"/>
                  <a:pt x="68490" y="24000"/>
                  <a:pt x="68526" y="24000"/>
                </a:cubicBezTo>
                <a:cubicBezTo>
                  <a:pt x="68526" y="24075"/>
                  <a:pt x="68526" y="24150"/>
                  <a:pt x="68563" y="24150"/>
                </a:cubicBezTo>
                <a:lnTo>
                  <a:pt x="68600" y="24225"/>
                </a:lnTo>
                <a:cubicBezTo>
                  <a:pt x="68637" y="24225"/>
                  <a:pt x="68673" y="24225"/>
                  <a:pt x="68673" y="24225"/>
                </a:cubicBezTo>
                <a:cubicBezTo>
                  <a:pt x="68710" y="24225"/>
                  <a:pt x="68747" y="24225"/>
                  <a:pt x="68747" y="24225"/>
                </a:cubicBezTo>
                <a:cubicBezTo>
                  <a:pt x="68820" y="24225"/>
                  <a:pt x="68857" y="24225"/>
                  <a:pt x="68888" y="24225"/>
                </a:cubicBezTo>
                <a:cubicBezTo>
                  <a:pt x="68961" y="24225"/>
                  <a:pt x="68961" y="24225"/>
                  <a:pt x="68961" y="24225"/>
                </a:cubicBezTo>
                <a:cubicBezTo>
                  <a:pt x="69035" y="24225"/>
                  <a:pt x="69035" y="24225"/>
                  <a:pt x="69035" y="24225"/>
                </a:cubicBezTo>
                <a:cubicBezTo>
                  <a:pt x="69071" y="24225"/>
                  <a:pt x="69071" y="24150"/>
                  <a:pt x="69108" y="24150"/>
                </a:cubicBezTo>
                <a:cubicBezTo>
                  <a:pt x="69145" y="24150"/>
                  <a:pt x="69145" y="24150"/>
                  <a:pt x="69182" y="24150"/>
                </a:cubicBezTo>
                <a:cubicBezTo>
                  <a:pt x="69182" y="24150"/>
                  <a:pt x="69218" y="24150"/>
                  <a:pt x="69255" y="24150"/>
                </a:cubicBezTo>
                <a:cubicBezTo>
                  <a:pt x="69292" y="24075"/>
                  <a:pt x="69329" y="24000"/>
                  <a:pt x="69396" y="24000"/>
                </a:cubicBezTo>
                <a:cubicBezTo>
                  <a:pt x="69396" y="24000"/>
                  <a:pt x="69433" y="24000"/>
                  <a:pt x="69470" y="24000"/>
                </a:cubicBezTo>
                <a:cubicBezTo>
                  <a:pt x="69506" y="24000"/>
                  <a:pt x="69543" y="24000"/>
                  <a:pt x="69580" y="23924"/>
                </a:cubicBezTo>
                <a:cubicBezTo>
                  <a:pt x="69617" y="23924"/>
                  <a:pt x="69653" y="23849"/>
                  <a:pt x="69653" y="23849"/>
                </a:cubicBezTo>
                <a:cubicBezTo>
                  <a:pt x="69690" y="23774"/>
                  <a:pt x="69727" y="23774"/>
                  <a:pt x="69727" y="23699"/>
                </a:cubicBezTo>
                <a:cubicBezTo>
                  <a:pt x="69764" y="23699"/>
                  <a:pt x="69800" y="23699"/>
                  <a:pt x="69800" y="23636"/>
                </a:cubicBezTo>
                <a:cubicBezTo>
                  <a:pt x="69837" y="23561"/>
                  <a:pt x="69837" y="23561"/>
                  <a:pt x="69837" y="23486"/>
                </a:cubicBezTo>
                <a:cubicBezTo>
                  <a:pt x="69874" y="23410"/>
                  <a:pt x="69874" y="23335"/>
                  <a:pt x="69874" y="23185"/>
                </a:cubicBezTo>
                <a:cubicBezTo>
                  <a:pt x="69874" y="23034"/>
                  <a:pt x="69837" y="22959"/>
                  <a:pt x="69837" y="22734"/>
                </a:cubicBezTo>
                <a:cubicBezTo>
                  <a:pt x="69837" y="22734"/>
                  <a:pt x="69837" y="22671"/>
                  <a:pt x="69837" y="22583"/>
                </a:cubicBezTo>
                <a:cubicBezTo>
                  <a:pt x="69837" y="22521"/>
                  <a:pt x="69800" y="22445"/>
                  <a:pt x="69764" y="22370"/>
                </a:cubicBezTo>
                <a:cubicBezTo>
                  <a:pt x="69764" y="22295"/>
                  <a:pt x="69727" y="22295"/>
                  <a:pt x="69690" y="22220"/>
                </a:cubicBezTo>
                <a:cubicBezTo>
                  <a:pt x="69690" y="22145"/>
                  <a:pt x="69653" y="22145"/>
                  <a:pt x="69617" y="22069"/>
                </a:cubicBezTo>
                <a:cubicBezTo>
                  <a:pt x="69617" y="22069"/>
                  <a:pt x="69580" y="22069"/>
                  <a:pt x="69543" y="22069"/>
                </a:cubicBezTo>
                <a:cubicBezTo>
                  <a:pt x="69543" y="22069"/>
                  <a:pt x="69506" y="21994"/>
                  <a:pt x="69470" y="21994"/>
                </a:cubicBezTo>
                <a:cubicBezTo>
                  <a:pt x="69433" y="21994"/>
                  <a:pt x="69396" y="21994"/>
                  <a:pt x="69329" y="21994"/>
                </a:cubicBezTo>
                <a:cubicBezTo>
                  <a:pt x="69292" y="21994"/>
                  <a:pt x="69255" y="22069"/>
                  <a:pt x="69182" y="21994"/>
                </a:cubicBezTo>
                <a:cubicBezTo>
                  <a:pt x="69145" y="21994"/>
                  <a:pt x="69108" y="21919"/>
                  <a:pt x="69035" y="21844"/>
                </a:cubicBezTo>
                <a:lnTo>
                  <a:pt x="68998" y="21769"/>
                </a:lnTo>
                <a:cubicBezTo>
                  <a:pt x="68961" y="21693"/>
                  <a:pt x="68961" y="21618"/>
                  <a:pt x="68961" y="21618"/>
                </a:cubicBezTo>
                <a:cubicBezTo>
                  <a:pt x="68924" y="21618"/>
                  <a:pt x="68888" y="21618"/>
                  <a:pt x="68888" y="21556"/>
                </a:cubicBezTo>
                <a:cubicBezTo>
                  <a:pt x="68857" y="21556"/>
                  <a:pt x="68857" y="21405"/>
                  <a:pt x="68820" y="21405"/>
                </a:cubicBezTo>
                <a:cubicBezTo>
                  <a:pt x="68820" y="21405"/>
                  <a:pt x="68784" y="21405"/>
                  <a:pt x="68747" y="21405"/>
                </a:cubicBezTo>
                <a:cubicBezTo>
                  <a:pt x="68673" y="21330"/>
                  <a:pt x="68673" y="21330"/>
                  <a:pt x="68673" y="21330"/>
                </a:cubicBezTo>
                <a:cubicBezTo>
                  <a:pt x="68673" y="21330"/>
                  <a:pt x="68673" y="21255"/>
                  <a:pt x="68637" y="21180"/>
                </a:cubicBezTo>
                <a:cubicBezTo>
                  <a:pt x="68600" y="21180"/>
                  <a:pt x="68600" y="21180"/>
                  <a:pt x="68563" y="21180"/>
                </a:cubicBezTo>
                <a:cubicBezTo>
                  <a:pt x="68490" y="21104"/>
                  <a:pt x="68490" y="21104"/>
                  <a:pt x="68490" y="21104"/>
                </a:cubicBezTo>
                <a:cubicBezTo>
                  <a:pt x="68453" y="21029"/>
                  <a:pt x="68453" y="21029"/>
                  <a:pt x="68416" y="20954"/>
                </a:cubicBezTo>
                <a:cubicBezTo>
                  <a:pt x="68416" y="20954"/>
                  <a:pt x="68379" y="20954"/>
                  <a:pt x="68349" y="20954"/>
                </a:cubicBezTo>
                <a:cubicBezTo>
                  <a:pt x="68312" y="20879"/>
                  <a:pt x="68238" y="20879"/>
                  <a:pt x="68202" y="20879"/>
                </a:cubicBezTo>
                <a:cubicBezTo>
                  <a:pt x="68128" y="20879"/>
                  <a:pt x="68091" y="20954"/>
                  <a:pt x="68018" y="20954"/>
                </a:cubicBezTo>
                <a:cubicBezTo>
                  <a:pt x="67981" y="20954"/>
                  <a:pt x="67944" y="20954"/>
                  <a:pt x="67908" y="20954"/>
                </a:cubicBezTo>
                <a:cubicBezTo>
                  <a:pt x="67871" y="20954"/>
                  <a:pt x="67871" y="20954"/>
                  <a:pt x="67871" y="20954"/>
                </a:cubicBezTo>
                <a:cubicBezTo>
                  <a:pt x="67840" y="20954"/>
                  <a:pt x="67840" y="20879"/>
                  <a:pt x="67803" y="20879"/>
                </a:cubicBezTo>
                <a:cubicBezTo>
                  <a:pt x="67767" y="20879"/>
                  <a:pt x="67767" y="20804"/>
                  <a:pt x="67730" y="20804"/>
                </a:cubicBezTo>
                <a:cubicBezTo>
                  <a:pt x="67656" y="20728"/>
                  <a:pt x="67656" y="20653"/>
                  <a:pt x="67620" y="20578"/>
                </a:cubicBezTo>
                <a:cubicBezTo>
                  <a:pt x="67399" y="20578"/>
                  <a:pt x="67399" y="20578"/>
                  <a:pt x="67399" y="20578"/>
                </a:cubicBezTo>
                <a:cubicBezTo>
                  <a:pt x="67399" y="20653"/>
                  <a:pt x="67399" y="20728"/>
                  <a:pt x="67399" y="20728"/>
                </a:cubicBezTo>
                <a:cubicBezTo>
                  <a:pt x="67362" y="20804"/>
                  <a:pt x="67399" y="20879"/>
                  <a:pt x="67362" y="20879"/>
                </a:cubicBezTo>
                <a:cubicBezTo>
                  <a:pt x="67326" y="20879"/>
                  <a:pt x="67326" y="20879"/>
                  <a:pt x="67295" y="20879"/>
                </a:cubicBezTo>
                <a:cubicBezTo>
                  <a:pt x="67222" y="20879"/>
                  <a:pt x="67222" y="20879"/>
                  <a:pt x="67222" y="20879"/>
                </a:cubicBezTo>
                <a:cubicBezTo>
                  <a:pt x="67185" y="20879"/>
                  <a:pt x="67148" y="20804"/>
                  <a:pt x="67148" y="20804"/>
                </a:cubicBezTo>
                <a:cubicBezTo>
                  <a:pt x="67148" y="20728"/>
                  <a:pt x="67148" y="20728"/>
                  <a:pt x="67148" y="20653"/>
                </a:cubicBezTo>
                <a:cubicBezTo>
                  <a:pt x="67185" y="20578"/>
                  <a:pt x="67185" y="20503"/>
                  <a:pt x="67185" y="20440"/>
                </a:cubicBezTo>
                <a:cubicBezTo>
                  <a:pt x="67185" y="20440"/>
                  <a:pt x="67222" y="20365"/>
                  <a:pt x="67185" y="20365"/>
                </a:cubicBezTo>
                <a:cubicBezTo>
                  <a:pt x="67185" y="20365"/>
                  <a:pt x="67148" y="20365"/>
                  <a:pt x="67148" y="20290"/>
                </a:cubicBezTo>
                <a:cubicBezTo>
                  <a:pt x="67111" y="20290"/>
                  <a:pt x="67075" y="20290"/>
                  <a:pt x="67075" y="20215"/>
                </a:cubicBezTo>
                <a:cubicBezTo>
                  <a:pt x="67038" y="20215"/>
                  <a:pt x="67075" y="20139"/>
                  <a:pt x="67075" y="20064"/>
                </a:cubicBezTo>
                <a:cubicBezTo>
                  <a:pt x="67038" y="19989"/>
                  <a:pt x="67038" y="19989"/>
                  <a:pt x="67038" y="19914"/>
                </a:cubicBezTo>
                <a:cubicBezTo>
                  <a:pt x="66823" y="19914"/>
                  <a:pt x="66823" y="19914"/>
                  <a:pt x="66823" y="19914"/>
                </a:cubicBezTo>
                <a:cubicBezTo>
                  <a:pt x="66823" y="19914"/>
                  <a:pt x="66787" y="19914"/>
                  <a:pt x="66750" y="19989"/>
                </a:cubicBezTo>
                <a:cubicBezTo>
                  <a:pt x="66750" y="19989"/>
                  <a:pt x="66750" y="20139"/>
                  <a:pt x="66676" y="20139"/>
                </a:cubicBezTo>
                <a:cubicBezTo>
                  <a:pt x="66640" y="20139"/>
                  <a:pt x="66640" y="20064"/>
                  <a:pt x="66603" y="20064"/>
                </a:cubicBezTo>
                <a:cubicBezTo>
                  <a:pt x="66566" y="19989"/>
                  <a:pt x="66529" y="19989"/>
                  <a:pt x="66529" y="19989"/>
                </a:cubicBezTo>
                <a:cubicBezTo>
                  <a:pt x="66493" y="19914"/>
                  <a:pt x="66529" y="19914"/>
                  <a:pt x="66493" y="19839"/>
                </a:cubicBezTo>
                <a:cubicBezTo>
                  <a:pt x="66456" y="19839"/>
                  <a:pt x="66382" y="19914"/>
                  <a:pt x="66346" y="19839"/>
                </a:cubicBezTo>
                <a:cubicBezTo>
                  <a:pt x="66278" y="19839"/>
                  <a:pt x="66241" y="19839"/>
                  <a:pt x="66205" y="19763"/>
                </a:cubicBezTo>
                <a:cubicBezTo>
                  <a:pt x="66168" y="19763"/>
                  <a:pt x="66131" y="19763"/>
                  <a:pt x="66131" y="19763"/>
                </a:cubicBezTo>
                <a:cubicBezTo>
                  <a:pt x="66131" y="19613"/>
                  <a:pt x="66131" y="19613"/>
                  <a:pt x="66131" y="19613"/>
                </a:cubicBezTo>
                <a:cubicBezTo>
                  <a:pt x="66131" y="19613"/>
                  <a:pt x="66168" y="19613"/>
                  <a:pt x="66205" y="19613"/>
                </a:cubicBezTo>
                <a:lnTo>
                  <a:pt x="66241" y="19613"/>
                </a:lnTo>
                <a:cubicBezTo>
                  <a:pt x="66278" y="19613"/>
                  <a:pt x="66309" y="19613"/>
                  <a:pt x="66346" y="19613"/>
                </a:cubicBezTo>
                <a:cubicBezTo>
                  <a:pt x="66346" y="19325"/>
                  <a:pt x="66346" y="19325"/>
                  <a:pt x="66346" y="19325"/>
                </a:cubicBezTo>
                <a:cubicBezTo>
                  <a:pt x="66346" y="19250"/>
                  <a:pt x="66309" y="19174"/>
                  <a:pt x="66309" y="19174"/>
                </a:cubicBezTo>
                <a:cubicBezTo>
                  <a:pt x="66278" y="19099"/>
                  <a:pt x="66278" y="19024"/>
                  <a:pt x="66241" y="19024"/>
                </a:cubicBezTo>
                <a:lnTo>
                  <a:pt x="66205" y="19024"/>
                </a:lnTo>
                <a:cubicBezTo>
                  <a:pt x="66131" y="19024"/>
                  <a:pt x="66094" y="19024"/>
                  <a:pt x="66021" y="19024"/>
                </a:cubicBezTo>
                <a:cubicBezTo>
                  <a:pt x="65984" y="19024"/>
                  <a:pt x="65947" y="19024"/>
                  <a:pt x="65874" y="18949"/>
                </a:cubicBezTo>
                <a:cubicBezTo>
                  <a:pt x="65837" y="18949"/>
                  <a:pt x="65837" y="18874"/>
                  <a:pt x="65837" y="18798"/>
                </a:cubicBezTo>
                <a:cubicBezTo>
                  <a:pt x="65807" y="18798"/>
                  <a:pt x="65807" y="18723"/>
                  <a:pt x="65764" y="18723"/>
                </a:cubicBezTo>
                <a:cubicBezTo>
                  <a:pt x="65764" y="18648"/>
                  <a:pt x="65733" y="18648"/>
                  <a:pt x="65733" y="18648"/>
                </a:cubicBezTo>
                <a:cubicBezTo>
                  <a:pt x="65660" y="18723"/>
                  <a:pt x="65660" y="18723"/>
                  <a:pt x="65660" y="18723"/>
                </a:cubicBezTo>
                <a:cubicBezTo>
                  <a:pt x="65660" y="19099"/>
                  <a:pt x="65660" y="19099"/>
                  <a:pt x="65660" y="19099"/>
                </a:cubicBezTo>
                <a:cubicBezTo>
                  <a:pt x="65586" y="19174"/>
                  <a:pt x="65513" y="19174"/>
                  <a:pt x="65439" y="19174"/>
                </a:cubicBezTo>
                <a:cubicBezTo>
                  <a:pt x="65439" y="18874"/>
                  <a:pt x="65439" y="18874"/>
                  <a:pt x="65439" y="18874"/>
                </a:cubicBezTo>
                <a:cubicBezTo>
                  <a:pt x="65439" y="18798"/>
                  <a:pt x="65476" y="18798"/>
                  <a:pt x="65476" y="18723"/>
                </a:cubicBezTo>
                <a:cubicBezTo>
                  <a:pt x="65513" y="18648"/>
                  <a:pt x="65549" y="18648"/>
                  <a:pt x="65549" y="18573"/>
                </a:cubicBezTo>
                <a:cubicBezTo>
                  <a:pt x="65549" y="18573"/>
                  <a:pt x="65549" y="18498"/>
                  <a:pt x="65549" y="18422"/>
                </a:cubicBezTo>
                <a:cubicBezTo>
                  <a:pt x="65078" y="18422"/>
                  <a:pt x="65078" y="18422"/>
                  <a:pt x="65078" y="18422"/>
                </a:cubicBezTo>
                <a:cubicBezTo>
                  <a:pt x="65078" y="18648"/>
                  <a:pt x="65114" y="18723"/>
                  <a:pt x="65078" y="18874"/>
                </a:cubicBezTo>
                <a:cubicBezTo>
                  <a:pt x="65078" y="18949"/>
                  <a:pt x="65041" y="18949"/>
                  <a:pt x="65041" y="19024"/>
                </a:cubicBezTo>
                <a:cubicBezTo>
                  <a:pt x="65041" y="19174"/>
                  <a:pt x="65041" y="19174"/>
                  <a:pt x="65041" y="19174"/>
                </a:cubicBezTo>
                <a:cubicBezTo>
                  <a:pt x="65041" y="19250"/>
                  <a:pt x="65078" y="19250"/>
                  <a:pt x="65078" y="19325"/>
                </a:cubicBezTo>
                <a:cubicBezTo>
                  <a:pt x="64967" y="19325"/>
                  <a:pt x="64967" y="19325"/>
                  <a:pt x="64967" y="19325"/>
                </a:cubicBezTo>
                <a:cubicBezTo>
                  <a:pt x="64967" y="19250"/>
                  <a:pt x="65004" y="19250"/>
                  <a:pt x="65004" y="19174"/>
                </a:cubicBezTo>
                <a:cubicBezTo>
                  <a:pt x="65004" y="19099"/>
                  <a:pt x="65004" y="19024"/>
                  <a:pt x="65004" y="18949"/>
                </a:cubicBezTo>
                <a:cubicBezTo>
                  <a:pt x="65004" y="18874"/>
                  <a:pt x="64967" y="18798"/>
                  <a:pt x="64967" y="18723"/>
                </a:cubicBezTo>
                <a:cubicBezTo>
                  <a:pt x="64931" y="18648"/>
                  <a:pt x="64931" y="18648"/>
                  <a:pt x="64894" y="18648"/>
                </a:cubicBezTo>
                <a:cubicBezTo>
                  <a:pt x="64747" y="18648"/>
                  <a:pt x="64747" y="18648"/>
                  <a:pt x="64747" y="18648"/>
                </a:cubicBezTo>
                <a:cubicBezTo>
                  <a:pt x="64747" y="19400"/>
                  <a:pt x="64747" y="19400"/>
                  <a:pt x="64747" y="19400"/>
                </a:cubicBezTo>
                <a:cubicBezTo>
                  <a:pt x="64496" y="19400"/>
                  <a:pt x="64496" y="19400"/>
                  <a:pt x="64496" y="19400"/>
                </a:cubicBezTo>
                <a:cubicBezTo>
                  <a:pt x="64496" y="19250"/>
                  <a:pt x="64496" y="19174"/>
                  <a:pt x="64496" y="18949"/>
                </a:cubicBezTo>
                <a:cubicBezTo>
                  <a:pt x="64496" y="18949"/>
                  <a:pt x="64496" y="18874"/>
                  <a:pt x="64496" y="18798"/>
                </a:cubicBezTo>
                <a:cubicBezTo>
                  <a:pt x="64496" y="18798"/>
                  <a:pt x="64496" y="18798"/>
                  <a:pt x="64496" y="18723"/>
                </a:cubicBezTo>
                <a:cubicBezTo>
                  <a:pt x="64643" y="18723"/>
                  <a:pt x="64643" y="18723"/>
                  <a:pt x="64643" y="18723"/>
                </a:cubicBezTo>
                <a:cubicBezTo>
                  <a:pt x="64679" y="18723"/>
                  <a:pt x="64679" y="18723"/>
                  <a:pt x="64716" y="18723"/>
                </a:cubicBezTo>
                <a:lnTo>
                  <a:pt x="64747" y="18723"/>
                </a:lnTo>
                <a:cubicBezTo>
                  <a:pt x="64747" y="18285"/>
                  <a:pt x="64747" y="18285"/>
                  <a:pt x="64747" y="18285"/>
                </a:cubicBezTo>
                <a:cubicBezTo>
                  <a:pt x="64679" y="18285"/>
                  <a:pt x="64679" y="18285"/>
                  <a:pt x="64679" y="18285"/>
                </a:cubicBezTo>
                <a:cubicBezTo>
                  <a:pt x="64606" y="18360"/>
                  <a:pt x="64569" y="18422"/>
                  <a:pt x="64496" y="18498"/>
                </a:cubicBezTo>
                <a:cubicBezTo>
                  <a:pt x="64496" y="18498"/>
                  <a:pt x="64459" y="18573"/>
                  <a:pt x="64422" y="18573"/>
                </a:cubicBezTo>
                <a:cubicBezTo>
                  <a:pt x="64422" y="18573"/>
                  <a:pt x="64385" y="18498"/>
                  <a:pt x="64349" y="18498"/>
                </a:cubicBezTo>
                <a:lnTo>
                  <a:pt x="64312" y="18498"/>
                </a:lnTo>
                <a:cubicBezTo>
                  <a:pt x="64275" y="18498"/>
                  <a:pt x="64245" y="18573"/>
                  <a:pt x="64245" y="18648"/>
                </a:cubicBezTo>
                <a:cubicBezTo>
                  <a:pt x="64245" y="18798"/>
                  <a:pt x="64208" y="18874"/>
                  <a:pt x="64171" y="18949"/>
                </a:cubicBezTo>
                <a:cubicBezTo>
                  <a:pt x="64134" y="19024"/>
                  <a:pt x="64098" y="19024"/>
                  <a:pt x="64061" y="19024"/>
                </a:cubicBezTo>
                <a:cubicBezTo>
                  <a:pt x="64024" y="19024"/>
                  <a:pt x="64024" y="19024"/>
                  <a:pt x="64024" y="19024"/>
                </a:cubicBezTo>
                <a:cubicBezTo>
                  <a:pt x="63987" y="19024"/>
                  <a:pt x="63987" y="19024"/>
                  <a:pt x="63950" y="19024"/>
                </a:cubicBezTo>
                <a:cubicBezTo>
                  <a:pt x="63914" y="19024"/>
                  <a:pt x="63914" y="18874"/>
                  <a:pt x="63877" y="18874"/>
                </a:cubicBezTo>
                <a:cubicBezTo>
                  <a:pt x="63914" y="18798"/>
                  <a:pt x="63914" y="18798"/>
                  <a:pt x="63914" y="18723"/>
                </a:cubicBezTo>
                <a:cubicBezTo>
                  <a:pt x="63950" y="18648"/>
                  <a:pt x="63987" y="18648"/>
                  <a:pt x="63987" y="18648"/>
                </a:cubicBezTo>
                <a:cubicBezTo>
                  <a:pt x="63773" y="18648"/>
                  <a:pt x="63773" y="18648"/>
                  <a:pt x="63773" y="18648"/>
                </a:cubicBezTo>
                <a:cubicBezTo>
                  <a:pt x="63663" y="18648"/>
                  <a:pt x="63626" y="18648"/>
                  <a:pt x="63552" y="18723"/>
                </a:cubicBezTo>
                <a:cubicBezTo>
                  <a:pt x="63516" y="18723"/>
                  <a:pt x="63479" y="18798"/>
                  <a:pt x="63442" y="18798"/>
                </a:cubicBezTo>
                <a:cubicBezTo>
                  <a:pt x="63405" y="18798"/>
                  <a:pt x="63369" y="18798"/>
                  <a:pt x="63369" y="18874"/>
                </a:cubicBezTo>
                <a:cubicBezTo>
                  <a:pt x="63369" y="18949"/>
                  <a:pt x="63369" y="19024"/>
                  <a:pt x="63369" y="19024"/>
                </a:cubicBezTo>
                <a:cubicBezTo>
                  <a:pt x="63369" y="19099"/>
                  <a:pt x="63369" y="19174"/>
                  <a:pt x="63405" y="19174"/>
                </a:cubicBezTo>
                <a:cubicBezTo>
                  <a:pt x="63405" y="19250"/>
                  <a:pt x="63405" y="19325"/>
                  <a:pt x="63442" y="19325"/>
                </a:cubicBezTo>
                <a:cubicBezTo>
                  <a:pt x="63516" y="19400"/>
                  <a:pt x="63552" y="19400"/>
                  <a:pt x="63589" y="19400"/>
                </a:cubicBezTo>
                <a:cubicBezTo>
                  <a:pt x="63663" y="19400"/>
                  <a:pt x="63663" y="19400"/>
                  <a:pt x="63730" y="19400"/>
                </a:cubicBezTo>
                <a:cubicBezTo>
                  <a:pt x="63730" y="19688"/>
                  <a:pt x="63730" y="19688"/>
                  <a:pt x="63730" y="19688"/>
                </a:cubicBezTo>
                <a:cubicBezTo>
                  <a:pt x="63589" y="19688"/>
                  <a:pt x="63589" y="19688"/>
                  <a:pt x="63589" y="19688"/>
                </a:cubicBezTo>
                <a:cubicBezTo>
                  <a:pt x="63552" y="19688"/>
                  <a:pt x="63552" y="19613"/>
                  <a:pt x="63516" y="19613"/>
                </a:cubicBezTo>
                <a:cubicBezTo>
                  <a:pt x="63442" y="19613"/>
                  <a:pt x="63405" y="19613"/>
                  <a:pt x="63369" y="19613"/>
                </a:cubicBezTo>
                <a:cubicBezTo>
                  <a:pt x="63295" y="19613"/>
                  <a:pt x="63258" y="19613"/>
                  <a:pt x="63228" y="19613"/>
                </a:cubicBezTo>
                <a:cubicBezTo>
                  <a:pt x="63191" y="19538"/>
                  <a:pt x="63154" y="19538"/>
                  <a:pt x="63154" y="19538"/>
                </a:cubicBezTo>
                <a:cubicBezTo>
                  <a:pt x="63007" y="19538"/>
                  <a:pt x="63007" y="19538"/>
                  <a:pt x="63007" y="19538"/>
                </a:cubicBezTo>
                <a:cubicBezTo>
                  <a:pt x="63007" y="19688"/>
                  <a:pt x="63007" y="19763"/>
                  <a:pt x="63007" y="19914"/>
                </a:cubicBezTo>
                <a:cubicBezTo>
                  <a:pt x="63007" y="19989"/>
                  <a:pt x="63007" y="20064"/>
                  <a:pt x="63007" y="20064"/>
                </a:cubicBezTo>
                <a:cubicBezTo>
                  <a:pt x="63007" y="20139"/>
                  <a:pt x="62970" y="20139"/>
                  <a:pt x="62970" y="20215"/>
                </a:cubicBezTo>
                <a:cubicBezTo>
                  <a:pt x="62970" y="20290"/>
                  <a:pt x="62934" y="20290"/>
                  <a:pt x="62897" y="20290"/>
                </a:cubicBezTo>
                <a:cubicBezTo>
                  <a:pt x="62897" y="20215"/>
                  <a:pt x="62897" y="20139"/>
                  <a:pt x="62897" y="19989"/>
                </a:cubicBezTo>
                <a:cubicBezTo>
                  <a:pt x="62897" y="19989"/>
                  <a:pt x="62897" y="19914"/>
                  <a:pt x="62897" y="19839"/>
                </a:cubicBezTo>
                <a:cubicBezTo>
                  <a:pt x="62860" y="19839"/>
                  <a:pt x="62823" y="19839"/>
                  <a:pt x="62823" y="19763"/>
                </a:cubicBezTo>
                <a:cubicBezTo>
                  <a:pt x="62787" y="19763"/>
                  <a:pt x="62756" y="19839"/>
                  <a:pt x="62756" y="19763"/>
                </a:cubicBezTo>
                <a:cubicBezTo>
                  <a:pt x="62713" y="19763"/>
                  <a:pt x="62683" y="19688"/>
                  <a:pt x="62683" y="19688"/>
                </a:cubicBezTo>
                <a:cubicBezTo>
                  <a:pt x="62646" y="19688"/>
                  <a:pt x="62646" y="19613"/>
                  <a:pt x="62609" y="19538"/>
                </a:cubicBezTo>
                <a:cubicBezTo>
                  <a:pt x="62609" y="19538"/>
                  <a:pt x="62572" y="19538"/>
                  <a:pt x="62535" y="19538"/>
                </a:cubicBezTo>
                <a:cubicBezTo>
                  <a:pt x="62499" y="19475"/>
                  <a:pt x="62462" y="19325"/>
                  <a:pt x="62388" y="19325"/>
                </a:cubicBezTo>
                <a:cubicBezTo>
                  <a:pt x="62352" y="19325"/>
                  <a:pt x="62315" y="19400"/>
                  <a:pt x="62278" y="19400"/>
                </a:cubicBezTo>
                <a:cubicBezTo>
                  <a:pt x="62278" y="19613"/>
                  <a:pt x="62278" y="19613"/>
                  <a:pt x="62278" y="19613"/>
                </a:cubicBezTo>
                <a:cubicBezTo>
                  <a:pt x="62278" y="19688"/>
                  <a:pt x="62315" y="19763"/>
                  <a:pt x="62315" y="19763"/>
                </a:cubicBezTo>
                <a:cubicBezTo>
                  <a:pt x="62315" y="19839"/>
                  <a:pt x="62352" y="19914"/>
                  <a:pt x="62352" y="19989"/>
                </a:cubicBezTo>
                <a:cubicBezTo>
                  <a:pt x="62352" y="20064"/>
                  <a:pt x="62278" y="20139"/>
                  <a:pt x="62278" y="20290"/>
                </a:cubicBezTo>
                <a:cubicBezTo>
                  <a:pt x="62278" y="20290"/>
                  <a:pt x="62315" y="20365"/>
                  <a:pt x="62315" y="20440"/>
                </a:cubicBezTo>
                <a:cubicBezTo>
                  <a:pt x="62278" y="20440"/>
                  <a:pt x="62241" y="20440"/>
                  <a:pt x="62241" y="20503"/>
                </a:cubicBezTo>
                <a:cubicBezTo>
                  <a:pt x="62211" y="20578"/>
                  <a:pt x="62174" y="20653"/>
                  <a:pt x="62137" y="20653"/>
                </a:cubicBezTo>
                <a:cubicBezTo>
                  <a:pt x="62101" y="20653"/>
                  <a:pt x="62064" y="20653"/>
                  <a:pt x="62027" y="20578"/>
                </a:cubicBezTo>
                <a:cubicBezTo>
                  <a:pt x="62027" y="20578"/>
                  <a:pt x="62027" y="20503"/>
                  <a:pt x="62027" y="20440"/>
                </a:cubicBezTo>
                <a:cubicBezTo>
                  <a:pt x="62027" y="20365"/>
                  <a:pt x="61990" y="20365"/>
                  <a:pt x="61990" y="20290"/>
                </a:cubicBezTo>
                <a:cubicBezTo>
                  <a:pt x="61990" y="20290"/>
                  <a:pt x="61990" y="20215"/>
                  <a:pt x="61990" y="20139"/>
                </a:cubicBezTo>
                <a:cubicBezTo>
                  <a:pt x="61954" y="20215"/>
                  <a:pt x="61954" y="20215"/>
                  <a:pt x="61917" y="20215"/>
                </a:cubicBezTo>
                <a:cubicBezTo>
                  <a:pt x="61880" y="20290"/>
                  <a:pt x="61917" y="20365"/>
                  <a:pt x="61917" y="20440"/>
                </a:cubicBezTo>
                <a:cubicBezTo>
                  <a:pt x="61880" y="20440"/>
                  <a:pt x="61843" y="20440"/>
                  <a:pt x="61843" y="20440"/>
                </a:cubicBezTo>
                <a:cubicBezTo>
                  <a:pt x="61770" y="20440"/>
                  <a:pt x="61739" y="20440"/>
                  <a:pt x="61696" y="20440"/>
                </a:cubicBezTo>
                <a:cubicBezTo>
                  <a:pt x="61666" y="20653"/>
                  <a:pt x="61666" y="20653"/>
                  <a:pt x="61666" y="20653"/>
                </a:cubicBezTo>
                <a:cubicBezTo>
                  <a:pt x="61696" y="20728"/>
                  <a:pt x="61696" y="20804"/>
                  <a:pt x="61696" y="20804"/>
                </a:cubicBezTo>
                <a:cubicBezTo>
                  <a:pt x="61739" y="20879"/>
                  <a:pt x="61770" y="20804"/>
                  <a:pt x="61770" y="20804"/>
                </a:cubicBezTo>
                <a:cubicBezTo>
                  <a:pt x="61807" y="20879"/>
                  <a:pt x="61843" y="20879"/>
                  <a:pt x="61843" y="20879"/>
                </a:cubicBezTo>
                <a:cubicBezTo>
                  <a:pt x="61843" y="20954"/>
                  <a:pt x="61843" y="21029"/>
                  <a:pt x="61843" y="21029"/>
                </a:cubicBezTo>
                <a:cubicBezTo>
                  <a:pt x="61843" y="21180"/>
                  <a:pt x="61843" y="21180"/>
                  <a:pt x="61843" y="21180"/>
                </a:cubicBezTo>
                <a:cubicBezTo>
                  <a:pt x="61843" y="21255"/>
                  <a:pt x="61807" y="21255"/>
                  <a:pt x="61807" y="21330"/>
                </a:cubicBezTo>
                <a:cubicBezTo>
                  <a:pt x="61807" y="21330"/>
                  <a:pt x="61770" y="21330"/>
                  <a:pt x="61739" y="21330"/>
                </a:cubicBezTo>
                <a:cubicBezTo>
                  <a:pt x="61696" y="21255"/>
                  <a:pt x="61696" y="21180"/>
                  <a:pt x="61666" y="21180"/>
                </a:cubicBezTo>
                <a:cubicBezTo>
                  <a:pt x="61629" y="21104"/>
                  <a:pt x="61592" y="21180"/>
                  <a:pt x="61519" y="21180"/>
                </a:cubicBezTo>
                <a:cubicBezTo>
                  <a:pt x="61482" y="21180"/>
                  <a:pt x="61445" y="21104"/>
                  <a:pt x="61445" y="21104"/>
                </a:cubicBezTo>
                <a:cubicBezTo>
                  <a:pt x="61445" y="20954"/>
                  <a:pt x="61482" y="20804"/>
                  <a:pt x="61482" y="20653"/>
                </a:cubicBezTo>
                <a:cubicBezTo>
                  <a:pt x="61482" y="20578"/>
                  <a:pt x="61445" y="20578"/>
                  <a:pt x="61445" y="20503"/>
                </a:cubicBezTo>
                <a:cubicBezTo>
                  <a:pt x="61372" y="20503"/>
                  <a:pt x="61372" y="20578"/>
                  <a:pt x="61335" y="20578"/>
                </a:cubicBezTo>
                <a:cubicBezTo>
                  <a:pt x="61335" y="21029"/>
                  <a:pt x="61335" y="21029"/>
                  <a:pt x="61335" y="21029"/>
                </a:cubicBezTo>
                <a:cubicBezTo>
                  <a:pt x="61298" y="21029"/>
                  <a:pt x="61298" y="21104"/>
                  <a:pt x="61261" y="21104"/>
                </a:cubicBezTo>
                <a:cubicBezTo>
                  <a:pt x="61225" y="21104"/>
                  <a:pt x="61194" y="21029"/>
                  <a:pt x="61151" y="21029"/>
                </a:cubicBezTo>
                <a:cubicBezTo>
                  <a:pt x="61084" y="21029"/>
                  <a:pt x="61047" y="21104"/>
                  <a:pt x="60973" y="21180"/>
                </a:cubicBezTo>
                <a:cubicBezTo>
                  <a:pt x="60973" y="21180"/>
                  <a:pt x="60973" y="21255"/>
                  <a:pt x="61010" y="21330"/>
                </a:cubicBezTo>
                <a:cubicBezTo>
                  <a:pt x="61010" y="21330"/>
                  <a:pt x="61047" y="21330"/>
                  <a:pt x="61047" y="21405"/>
                </a:cubicBezTo>
                <a:cubicBezTo>
                  <a:pt x="61047" y="21405"/>
                  <a:pt x="61047" y="21480"/>
                  <a:pt x="61047" y="21556"/>
                </a:cubicBezTo>
                <a:cubicBezTo>
                  <a:pt x="60973" y="21556"/>
                  <a:pt x="60937" y="21480"/>
                  <a:pt x="60863" y="21556"/>
                </a:cubicBezTo>
                <a:cubicBezTo>
                  <a:pt x="60826" y="21556"/>
                  <a:pt x="60790" y="21556"/>
                  <a:pt x="60790" y="21556"/>
                </a:cubicBezTo>
                <a:cubicBezTo>
                  <a:pt x="60753" y="21556"/>
                  <a:pt x="60716" y="21556"/>
                  <a:pt x="60716" y="21556"/>
                </a:cubicBezTo>
                <a:cubicBezTo>
                  <a:pt x="60679" y="21556"/>
                  <a:pt x="60679" y="21618"/>
                  <a:pt x="60649" y="21618"/>
                </a:cubicBezTo>
                <a:cubicBezTo>
                  <a:pt x="60612" y="21693"/>
                  <a:pt x="60649" y="21769"/>
                  <a:pt x="60612" y="21769"/>
                </a:cubicBezTo>
                <a:cubicBezTo>
                  <a:pt x="60612" y="21844"/>
                  <a:pt x="60575" y="21844"/>
                  <a:pt x="60539" y="21844"/>
                </a:cubicBezTo>
                <a:cubicBezTo>
                  <a:pt x="60539" y="21844"/>
                  <a:pt x="60502" y="21919"/>
                  <a:pt x="60502" y="21994"/>
                </a:cubicBezTo>
                <a:cubicBezTo>
                  <a:pt x="60465" y="21994"/>
                  <a:pt x="60502" y="22069"/>
                  <a:pt x="60465" y="22145"/>
                </a:cubicBezTo>
                <a:cubicBezTo>
                  <a:pt x="60465" y="22145"/>
                  <a:pt x="60428" y="22069"/>
                  <a:pt x="60392" y="22145"/>
                </a:cubicBezTo>
                <a:cubicBezTo>
                  <a:pt x="60355" y="22145"/>
                  <a:pt x="60355" y="22220"/>
                  <a:pt x="60318" y="22295"/>
                </a:cubicBezTo>
                <a:cubicBezTo>
                  <a:pt x="60465" y="22295"/>
                  <a:pt x="60465" y="22295"/>
                  <a:pt x="60465" y="22295"/>
                </a:cubicBezTo>
                <a:cubicBezTo>
                  <a:pt x="60502" y="22295"/>
                  <a:pt x="60502" y="22295"/>
                  <a:pt x="60539" y="22220"/>
                </a:cubicBezTo>
                <a:cubicBezTo>
                  <a:pt x="60575" y="22220"/>
                  <a:pt x="60575" y="22145"/>
                  <a:pt x="60575" y="22069"/>
                </a:cubicBezTo>
                <a:cubicBezTo>
                  <a:pt x="60612" y="22069"/>
                  <a:pt x="60649" y="22069"/>
                  <a:pt x="60649" y="21994"/>
                </a:cubicBezTo>
                <a:cubicBezTo>
                  <a:pt x="60679" y="21994"/>
                  <a:pt x="60716" y="21994"/>
                  <a:pt x="60716" y="21994"/>
                </a:cubicBezTo>
                <a:cubicBezTo>
                  <a:pt x="60753" y="21994"/>
                  <a:pt x="60790" y="21994"/>
                  <a:pt x="60790" y="21994"/>
                </a:cubicBezTo>
                <a:cubicBezTo>
                  <a:pt x="60826" y="21994"/>
                  <a:pt x="60863" y="22069"/>
                  <a:pt x="60863" y="21994"/>
                </a:cubicBezTo>
                <a:cubicBezTo>
                  <a:pt x="60900" y="21994"/>
                  <a:pt x="60900" y="21919"/>
                  <a:pt x="60937" y="21919"/>
                </a:cubicBezTo>
                <a:cubicBezTo>
                  <a:pt x="60973" y="21844"/>
                  <a:pt x="60937" y="21769"/>
                  <a:pt x="60973" y="21769"/>
                </a:cubicBezTo>
                <a:cubicBezTo>
                  <a:pt x="61010" y="21769"/>
                  <a:pt x="61010" y="21769"/>
                  <a:pt x="61047" y="21769"/>
                </a:cubicBezTo>
                <a:cubicBezTo>
                  <a:pt x="61084" y="21769"/>
                  <a:pt x="61084" y="21769"/>
                  <a:pt x="61120" y="21769"/>
                </a:cubicBezTo>
                <a:cubicBezTo>
                  <a:pt x="61151" y="21769"/>
                  <a:pt x="61151" y="21693"/>
                  <a:pt x="61194" y="21618"/>
                </a:cubicBezTo>
                <a:cubicBezTo>
                  <a:pt x="61261" y="21618"/>
                  <a:pt x="61298" y="21618"/>
                  <a:pt x="61372" y="21618"/>
                </a:cubicBezTo>
                <a:cubicBezTo>
                  <a:pt x="61445" y="21618"/>
                  <a:pt x="61482" y="21618"/>
                  <a:pt x="61555" y="21618"/>
                </a:cubicBezTo>
                <a:cubicBezTo>
                  <a:pt x="61592" y="21693"/>
                  <a:pt x="61592" y="21769"/>
                  <a:pt x="61629" y="21769"/>
                </a:cubicBezTo>
                <a:cubicBezTo>
                  <a:pt x="61592" y="21919"/>
                  <a:pt x="61592" y="21919"/>
                  <a:pt x="61592" y="21919"/>
                </a:cubicBezTo>
                <a:cubicBezTo>
                  <a:pt x="61519" y="21919"/>
                  <a:pt x="61482" y="21919"/>
                  <a:pt x="61445" y="21919"/>
                </a:cubicBezTo>
                <a:cubicBezTo>
                  <a:pt x="61408" y="21919"/>
                  <a:pt x="61408" y="21919"/>
                  <a:pt x="61372" y="21919"/>
                </a:cubicBezTo>
                <a:lnTo>
                  <a:pt x="61372" y="22069"/>
                </a:lnTo>
                <a:cubicBezTo>
                  <a:pt x="61335" y="22069"/>
                  <a:pt x="61298" y="22069"/>
                  <a:pt x="61298" y="22069"/>
                </a:cubicBezTo>
                <a:cubicBezTo>
                  <a:pt x="61261" y="22069"/>
                  <a:pt x="61225" y="22069"/>
                  <a:pt x="61225" y="22069"/>
                </a:cubicBezTo>
                <a:cubicBezTo>
                  <a:pt x="61194" y="22069"/>
                  <a:pt x="61151" y="22145"/>
                  <a:pt x="61151" y="22145"/>
                </a:cubicBezTo>
                <a:cubicBezTo>
                  <a:pt x="61151" y="22220"/>
                  <a:pt x="61151" y="22295"/>
                  <a:pt x="61120" y="22295"/>
                </a:cubicBezTo>
                <a:cubicBezTo>
                  <a:pt x="61120" y="22370"/>
                  <a:pt x="61120" y="22370"/>
                  <a:pt x="61084" y="22445"/>
                </a:cubicBezTo>
                <a:cubicBezTo>
                  <a:pt x="61084" y="22521"/>
                  <a:pt x="61047" y="22445"/>
                  <a:pt x="61047" y="22521"/>
                </a:cubicBezTo>
                <a:cubicBezTo>
                  <a:pt x="61010" y="22583"/>
                  <a:pt x="61010" y="22583"/>
                  <a:pt x="61010" y="22671"/>
                </a:cubicBezTo>
                <a:cubicBezTo>
                  <a:pt x="60973" y="22734"/>
                  <a:pt x="61010" y="22734"/>
                  <a:pt x="61010" y="22809"/>
                </a:cubicBezTo>
                <a:cubicBezTo>
                  <a:pt x="61010" y="22884"/>
                  <a:pt x="61010" y="22959"/>
                  <a:pt x="61010" y="23110"/>
                </a:cubicBezTo>
                <a:cubicBezTo>
                  <a:pt x="60900" y="23110"/>
                  <a:pt x="60826" y="23034"/>
                  <a:pt x="60790" y="23185"/>
                </a:cubicBezTo>
                <a:cubicBezTo>
                  <a:pt x="60753" y="23260"/>
                  <a:pt x="60753" y="23335"/>
                  <a:pt x="60716" y="23486"/>
                </a:cubicBezTo>
                <a:cubicBezTo>
                  <a:pt x="60716" y="23486"/>
                  <a:pt x="60679" y="23486"/>
                  <a:pt x="60649" y="23561"/>
                </a:cubicBezTo>
                <a:cubicBezTo>
                  <a:pt x="60649" y="23561"/>
                  <a:pt x="60612" y="23561"/>
                  <a:pt x="60575" y="23636"/>
                </a:cubicBezTo>
                <a:cubicBezTo>
                  <a:pt x="60575" y="23636"/>
                  <a:pt x="60575" y="23699"/>
                  <a:pt x="60539" y="23774"/>
                </a:cubicBezTo>
                <a:cubicBezTo>
                  <a:pt x="60539" y="23774"/>
                  <a:pt x="60502" y="23774"/>
                  <a:pt x="60502" y="23849"/>
                </a:cubicBezTo>
                <a:cubicBezTo>
                  <a:pt x="60465" y="23849"/>
                  <a:pt x="60428" y="23924"/>
                  <a:pt x="60428" y="23924"/>
                </a:cubicBezTo>
                <a:cubicBezTo>
                  <a:pt x="60392" y="24000"/>
                  <a:pt x="60428" y="24075"/>
                  <a:pt x="60428" y="24075"/>
                </a:cubicBezTo>
                <a:cubicBezTo>
                  <a:pt x="60428" y="24150"/>
                  <a:pt x="60428" y="24225"/>
                  <a:pt x="60428" y="24225"/>
                </a:cubicBezTo>
                <a:cubicBezTo>
                  <a:pt x="60392" y="24300"/>
                  <a:pt x="60355" y="24300"/>
                  <a:pt x="60355" y="24375"/>
                </a:cubicBezTo>
                <a:cubicBezTo>
                  <a:pt x="60318" y="24451"/>
                  <a:pt x="60281" y="24451"/>
                  <a:pt x="60281" y="24526"/>
                </a:cubicBezTo>
                <a:cubicBezTo>
                  <a:pt x="60281" y="24601"/>
                  <a:pt x="60281" y="24751"/>
                  <a:pt x="60281" y="24814"/>
                </a:cubicBezTo>
                <a:cubicBezTo>
                  <a:pt x="60281" y="24889"/>
                  <a:pt x="60245" y="24889"/>
                  <a:pt x="60245" y="24965"/>
                </a:cubicBezTo>
                <a:cubicBezTo>
                  <a:pt x="60245" y="24965"/>
                  <a:pt x="60245" y="25040"/>
                  <a:pt x="60245" y="25115"/>
                </a:cubicBezTo>
                <a:cubicBezTo>
                  <a:pt x="60208" y="24965"/>
                  <a:pt x="60208" y="24965"/>
                  <a:pt x="60208" y="24965"/>
                </a:cubicBezTo>
                <a:cubicBezTo>
                  <a:pt x="60208" y="24965"/>
                  <a:pt x="60177" y="25040"/>
                  <a:pt x="60140" y="25040"/>
                </a:cubicBezTo>
                <a:cubicBezTo>
                  <a:pt x="60104" y="25115"/>
                  <a:pt x="60067" y="25115"/>
                  <a:pt x="60030" y="25190"/>
                </a:cubicBezTo>
                <a:cubicBezTo>
                  <a:pt x="60000" y="25190"/>
                  <a:pt x="60000" y="25265"/>
                  <a:pt x="59963" y="25340"/>
                </a:cubicBezTo>
                <a:cubicBezTo>
                  <a:pt x="59926" y="25340"/>
                  <a:pt x="59926" y="25416"/>
                  <a:pt x="59889" y="25416"/>
                </a:cubicBezTo>
                <a:cubicBezTo>
                  <a:pt x="59889" y="25416"/>
                  <a:pt x="59852" y="25416"/>
                  <a:pt x="59816" y="25416"/>
                </a:cubicBezTo>
                <a:cubicBezTo>
                  <a:pt x="59816" y="25416"/>
                  <a:pt x="59742" y="25491"/>
                  <a:pt x="59705" y="25491"/>
                </a:cubicBezTo>
                <a:cubicBezTo>
                  <a:pt x="59705" y="25491"/>
                  <a:pt x="59669" y="25566"/>
                  <a:pt x="59638" y="25566"/>
                </a:cubicBezTo>
                <a:cubicBezTo>
                  <a:pt x="59669" y="25779"/>
                  <a:pt x="59669" y="25779"/>
                  <a:pt x="59669" y="25779"/>
                </a:cubicBezTo>
                <a:cubicBezTo>
                  <a:pt x="59705" y="25779"/>
                  <a:pt x="59705" y="25779"/>
                  <a:pt x="59742" y="25779"/>
                </a:cubicBezTo>
                <a:cubicBezTo>
                  <a:pt x="59779" y="25779"/>
                  <a:pt x="59779" y="25779"/>
                  <a:pt x="59816" y="25779"/>
                </a:cubicBezTo>
                <a:cubicBezTo>
                  <a:pt x="59963" y="25779"/>
                  <a:pt x="59963" y="25779"/>
                  <a:pt x="59963" y="25779"/>
                </a:cubicBezTo>
                <a:cubicBezTo>
                  <a:pt x="59963" y="25854"/>
                  <a:pt x="59926" y="25854"/>
                  <a:pt x="59926" y="25930"/>
                </a:cubicBezTo>
                <a:cubicBezTo>
                  <a:pt x="59926" y="26005"/>
                  <a:pt x="59926" y="26080"/>
                  <a:pt x="59926" y="26080"/>
                </a:cubicBezTo>
                <a:cubicBezTo>
                  <a:pt x="59926" y="26155"/>
                  <a:pt x="59889" y="26155"/>
                  <a:pt x="59852" y="26155"/>
                </a:cubicBezTo>
                <a:cubicBezTo>
                  <a:pt x="59852" y="26155"/>
                  <a:pt x="59816" y="26230"/>
                  <a:pt x="59779" y="26230"/>
                </a:cubicBezTo>
                <a:cubicBezTo>
                  <a:pt x="59742" y="26230"/>
                  <a:pt x="59742" y="26306"/>
                  <a:pt x="59705" y="26381"/>
                </a:cubicBezTo>
                <a:cubicBezTo>
                  <a:pt x="59705" y="26381"/>
                  <a:pt x="59638" y="26381"/>
                  <a:pt x="59601" y="26381"/>
                </a:cubicBezTo>
                <a:cubicBezTo>
                  <a:pt x="59601" y="26456"/>
                  <a:pt x="59565" y="26456"/>
                  <a:pt x="59565" y="26531"/>
                </a:cubicBezTo>
                <a:cubicBezTo>
                  <a:pt x="59528" y="26531"/>
                  <a:pt x="59491" y="26606"/>
                  <a:pt x="59491" y="26606"/>
                </a:cubicBezTo>
                <a:cubicBezTo>
                  <a:pt x="59454" y="26681"/>
                  <a:pt x="59418" y="26681"/>
                  <a:pt x="59418" y="26681"/>
                </a:cubicBezTo>
                <a:cubicBezTo>
                  <a:pt x="59381" y="26681"/>
                  <a:pt x="59344" y="26744"/>
                  <a:pt x="59344" y="26744"/>
                </a:cubicBezTo>
                <a:cubicBezTo>
                  <a:pt x="59307" y="26832"/>
                  <a:pt x="59307" y="26895"/>
                  <a:pt x="59307" y="26895"/>
                </a:cubicBezTo>
                <a:cubicBezTo>
                  <a:pt x="59271" y="26970"/>
                  <a:pt x="59307" y="27045"/>
                  <a:pt x="59271" y="27045"/>
                </a:cubicBezTo>
                <a:cubicBezTo>
                  <a:pt x="59271" y="27120"/>
                  <a:pt x="59234" y="27195"/>
                  <a:pt x="59160" y="27195"/>
                </a:cubicBezTo>
                <a:cubicBezTo>
                  <a:pt x="59093" y="27195"/>
                  <a:pt x="59093" y="27045"/>
                  <a:pt x="59019" y="27045"/>
                </a:cubicBezTo>
                <a:cubicBezTo>
                  <a:pt x="58872" y="27045"/>
                  <a:pt x="58872" y="27045"/>
                  <a:pt x="58872" y="27045"/>
                </a:cubicBezTo>
                <a:cubicBezTo>
                  <a:pt x="58836" y="27346"/>
                  <a:pt x="58836" y="27346"/>
                  <a:pt x="58836" y="27346"/>
                </a:cubicBezTo>
                <a:cubicBezTo>
                  <a:pt x="58872" y="27421"/>
                  <a:pt x="58872" y="27496"/>
                  <a:pt x="58909" y="27571"/>
                </a:cubicBezTo>
                <a:cubicBezTo>
                  <a:pt x="58836" y="27646"/>
                  <a:pt x="58762" y="27646"/>
                  <a:pt x="58689" y="27722"/>
                </a:cubicBezTo>
                <a:cubicBezTo>
                  <a:pt x="58652" y="27722"/>
                  <a:pt x="58652" y="27722"/>
                  <a:pt x="58621" y="27722"/>
                </a:cubicBezTo>
                <a:cubicBezTo>
                  <a:pt x="58548" y="27722"/>
                  <a:pt x="58548" y="27797"/>
                  <a:pt x="58474" y="27860"/>
                </a:cubicBezTo>
                <a:cubicBezTo>
                  <a:pt x="58437" y="27860"/>
                  <a:pt x="58437" y="27935"/>
                  <a:pt x="58401" y="27935"/>
                </a:cubicBezTo>
                <a:cubicBezTo>
                  <a:pt x="58401" y="28010"/>
                  <a:pt x="58364" y="28010"/>
                  <a:pt x="58327" y="28085"/>
                </a:cubicBezTo>
                <a:cubicBezTo>
                  <a:pt x="58327" y="28085"/>
                  <a:pt x="58290" y="28010"/>
                  <a:pt x="58254" y="28085"/>
                </a:cubicBezTo>
                <a:cubicBezTo>
                  <a:pt x="58254" y="28085"/>
                  <a:pt x="58217" y="28085"/>
                  <a:pt x="58180" y="28160"/>
                </a:cubicBezTo>
                <a:cubicBezTo>
                  <a:pt x="58180" y="28160"/>
                  <a:pt x="58217" y="28236"/>
                  <a:pt x="58180" y="28311"/>
                </a:cubicBezTo>
                <a:cubicBezTo>
                  <a:pt x="58180" y="28311"/>
                  <a:pt x="58217" y="28386"/>
                  <a:pt x="58180" y="28386"/>
                </a:cubicBezTo>
                <a:cubicBezTo>
                  <a:pt x="58180" y="28461"/>
                  <a:pt x="58143" y="28536"/>
                  <a:pt x="58143" y="28536"/>
                </a:cubicBezTo>
                <a:cubicBezTo>
                  <a:pt x="58113" y="28612"/>
                  <a:pt x="58076" y="28687"/>
                  <a:pt x="58076" y="28687"/>
                </a:cubicBezTo>
                <a:cubicBezTo>
                  <a:pt x="58039" y="28687"/>
                  <a:pt x="58003" y="28687"/>
                  <a:pt x="58003" y="28687"/>
                </a:cubicBezTo>
                <a:cubicBezTo>
                  <a:pt x="57966" y="28687"/>
                  <a:pt x="57929" y="28687"/>
                  <a:pt x="57929" y="28687"/>
                </a:cubicBezTo>
                <a:cubicBezTo>
                  <a:pt x="57892" y="28687"/>
                  <a:pt x="57892" y="28762"/>
                  <a:pt x="57856" y="28762"/>
                </a:cubicBezTo>
                <a:cubicBezTo>
                  <a:pt x="57819" y="28825"/>
                  <a:pt x="57782" y="28825"/>
                  <a:pt x="57782" y="28912"/>
                </a:cubicBezTo>
                <a:cubicBezTo>
                  <a:pt x="57782" y="28912"/>
                  <a:pt x="57782" y="28975"/>
                  <a:pt x="57782" y="29050"/>
                </a:cubicBezTo>
                <a:cubicBezTo>
                  <a:pt x="57782" y="29125"/>
                  <a:pt x="57819" y="29125"/>
                  <a:pt x="57819" y="29201"/>
                </a:cubicBezTo>
                <a:cubicBezTo>
                  <a:pt x="57819" y="29201"/>
                  <a:pt x="57819" y="29276"/>
                  <a:pt x="57782" y="29351"/>
                </a:cubicBezTo>
                <a:cubicBezTo>
                  <a:pt x="57782" y="29351"/>
                  <a:pt x="57745" y="29351"/>
                  <a:pt x="57709" y="29351"/>
                </a:cubicBezTo>
                <a:cubicBezTo>
                  <a:pt x="57709" y="29426"/>
                  <a:pt x="57709" y="29426"/>
                  <a:pt x="57709" y="29501"/>
                </a:cubicBezTo>
                <a:cubicBezTo>
                  <a:pt x="57709" y="29577"/>
                  <a:pt x="57709" y="29577"/>
                  <a:pt x="57709" y="29652"/>
                </a:cubicBezTo>
                <a:cubicBezTo>
                  <a:pt x="57709" y="29727"/>
                  <a:pt x="57745" y="29802"/>
                  <a:pt x="57745" y="29877"/>
                </a:cubicBezTo>
                <a:cubicBezTo>
                  <a:pt x="57745" y="29940"/>
                  <a:pt x="57782" y="30015"/>
                  <a:pt x="57745" y="30090"/>
                </a:cubicBezTo>
                <a:cubicBezTo>
                  <a:pt x="57745" y="30166"/>
                  <a:pt x="57709" y="30090"/>
                  <a:pt x="57672" y="30090"/>
                </a:cubicBezTo>
                <a:cubicBezTo>
                  <a:pt x="57635" y="30166"/>
                  <a:pt x="57672" y="30241"/>
                  <a:pt x="57635" y="30241"/>
                </a:cubicBezTo>
                <a:cubicBezTo>
                  <a:pt x="57635" y="30542"/>
                  <a:pt x="57635" y="30542"/>
                  <a:pt x="57635" y="30542"/>
                </a:cubicBezTo>
                <a:cubicBezTo>
                  <a:pt x="57819" y="30542"/>
                  <a:pt x="57819" y="30542"/>
                  <a:pt x="57819" y="30542"/>
                </a:cubicBezTo>
                <a:cubicBezTo>
                  <a:pt x="57856" y="30542"/>
                  <a:pt x="57892" y="30466"/>
                  <a:pt x="57892" y="30466"/>
                </a:cubicBezTo>
                <a:cubicBezTo>
                  <a:pt x="57929" y="30542"/>
                  <a:pt x="57966" y="30542"/>
                  <a:pt x="57966" y="30542"/>
                </a:cubicBezTo>
                <a:cubicBezTo>
                  <a:pt x="58003" y="30617"/>
                  <a:pt x="58003" y="30692"/>
                  <a:pt x="58003" y="30692"/>
                </a:cubicBezTo>
                <a:cubicBezTo>
                  <a:pt x="58003" y="30767"/>
                  <a:pt x="57966" y="30842"/>
                  <a:pt x="57966" y="30842"/>
                </a:cubicBezTo>
                <a:cubicBezTo>
                  <a:pt x="57929" y="30905"/>
                  <a:pt x="57892" y="30842"/>
                  <a:pt x="57892" y="30905"/>
                </a:cubicBezTo>
                <a:cubicBezTo>
                  <a:pt x="57892" y="30993"/>
                  <a:pt x="57892" y="30993"/>
                  <a:pt x="57892" y="31055"/>
                </a:cubicBezTo>
                <a:cubicBezTo>
                  <a:pt x="57892" y="31131"/>
                  <a:pt x="57892" y="31131"/>
                  <a:pt x="57892" y="31206"/>
                </a:cubicBezTo>
                <a:cubicBezTo>
                  <a:pt x="57892" y="31281"/>
                  <a:pt x="57819" y="31206"/>
                  <a:pt x="57782" y="31281"/>
                </a:cubicBezTo>
                <a:cubicBezTo>
                  <a:pt x="57782" y="31356"/>
                  <a:pt x="57782" y="31356"/>
                  <a:pt x="57782" y="31431"/>
                </a:cubicBezTo>
                <a:cubicBezTo>
                  <a:pt x="57782" y="31507"/>
                  <a:pt x="57782" y="31507"/>
                  <a:pt x="57782" y="31582"/>
                </a:cubicBezTo>
                <a:cubicBezTo>
                  <a:pt x="57892" y="31582"/>
                  <a:pt x="57966" y="31582"/>
                  <a:pt x="58076" y="31657"/>
                </a:cubicBezTo>
                <a:cubicBezTo>
                  <a:pt x="58076" y="31732"/>
                  <a:pt x="58076" y="31883"/>
                  <a:pt x="58076" y="31958"/>
                </a:cubicBezTo>
                <a:cubicBezTo>
                  <a:pt x="58039" y="32020"/>
                  <a:pt x="58003" y="32020"/>
                  <a:pt x="58003" y="32096"/>
                </a:cubicBezTo>
                <a:cubicBezTo>
                  <a:pt x="57966" y="32096"/>
                  <a:pt x="57966" y="32171"/>
                  <a:pt x="57966" y="32246"/>
                </a:cubicBezTo>
                <a:lnTo>
                  <a:pt x="58003" y="32321"/>
                </a:lnTo>
                <a:cubicBezTo>
                  <a:pt x="58003" y="32396"/>
                  <a:pt x="58003" y="32396"/>
                  <a:pt x="58003" y="32472"/>
                </a:cubicBezTo>
                <a:cubicBezTo>
                  <a:pt x="58039" y="32472"/>
                  <a:pt x="58076" y="32472"/>
                  <a:pt x="58143" y="32472"/>
                </a:cubicBezTo>
                <a:cubicBezTo>
                  <a:pt x="58143" y="32472"/>
                  <a:pt x="58180" y="32472"/>
                  <a:pt x="58217" y="32472"/>
                </a:cubicBezTo>
                <a:cubicBezTo>
                  <a:pt x="58254" y="32472"/>
                  <a:pt x="58254" y="32547"/>
                  <a:pt x="58254" y="32622"/>
                </a:cubicBezTo>
                <a:cubicBezTo>
                  <a:pt x="58290" y="32622"/>
                  <a:pt x="58327" y="32697"/>
                  <a:pt x="58327" y="32772"/>
                </a:cubicBezTo>
                <a:cubicBezTo>
                  <a:pt x="58474" y="32697"/>
                  <a:pt x="58474" y="32697"/>
                  <a:pt x="58474" y="32697"/>
                </a:cubicBezTo>
                <a:cubicBezTo>
                  <a:pt x="58511" y="32697"/>
                  <a:pt x="58548" y="32697"/>
                  <a:pt x="58548" y="32697"/>
                </a:cubicBezTo>
                <a:cubicBezTo>
                  <a:pt x="58584" y="32772"/>
                  <a:pt x="58621" y="32772"/>
                  <a:pt x="58652" y="32772"/>
                </a:cubicBezTo>
                <a:cubicBezTo>
                  <a:pt x="58725" y="32772"/>
                  <a:pt x="58762" y="32772"/>
                  <a:pt x="58836" y="32697"/>
                </a:cubicBezTo>
                <a:cubicBezTo>
                  <a:pt x="58872" y="32622"/>
                  <a:pt x="58836" y="32547"/>
                  <a:pt x="58872" y="32547"/>
                </a:cubicBezTo>
                <a:cubicBezTo>
                  <a:pt x="58909" y="32547"/>
                  <a:pt x="58946" y="32547"/>
                  <a:pt x="58946" y="32547"/>
                </a:cubicBezTo>
                <a:cubicBezTo>
                  <a:pt x="58983" y="32547"/>
                  <a:pt x="59019" y="32547"/>
                  <a:pt x="59019" y="32472"/>
                </a:cubicBezTo>
                <a:cubicBezTo>
                  <a:pt x="59056" y="32472"/>
                  <a:pt x="59056" y="32396"/>
                  <a:pt x="59093" y="32396"/>
                </a:cubicBezTo>
                <a:cubicBezTo>
                  <a:pt x="59130" y="32396"/>
                  <a:pt x="59130" y="32321"/>
                  <a:pt x="59130" y="32246"/>
                </a:cubicBezTo>
                <a:cubicBezTo>
                  <a:pt x="59160" y="32171"/>
                  <a:pt x="59160" y="32171"/>
                  <a:pt x="59197" y="32096"/>
                </a:cubicBezTo>
                <a:cubicBezTo>
                  <a:pt x="59234" y="32020"/>
                  <a:pt x="59271" y="31958"/>
                  <a:pt x="59307" y="31807"/>
                </a:cubicBezTo>
                <a:cubicBezTo>
                  <a:pt x="59307" y="31807"/>
                  <a:pt x="59307" y="31732"/>
                  <a:pt x="59344" y="31657"/>
                </a:cubicBezTo>
                <a:cubicBezTo>
                  <a:pt x="59381" y="31657"/>
                  <a:pt x="59418" y="31657"/>
                  <a:pt x="59418" y="31657"/>
                </a:cubicBezTo>
                <a:cubicBezTo>
                  <a:pt x="59454" y="31657"/>
                  <a:pt x="59454" y="31657"/>
                  <a:pt x="59491" y="31657"/>
                </a:cubicBezTo>
                <a:cubicBezTo>
                  <a:pt x="59528" y="31657"/>
                  <a:pt x="59528" y="31582"/>
                  <a:pt x="59565" y="31582"/>
                </a:cubicBezTo>
                <a:cubicBezTo>
                  <a:pt x="59565" y="31281"/>
                  <a:pt x="59565" y="31281"/>
                  <a:pt x="59565" y="31281"/>
                </a:cubicBezTo>
                <a:cubicBezTo>
                  <a:pt x="59601" y="31356"/>
                  <a:pt x="59601" y="31281"/>
                  <a:pt x="59638" y="31281"/>
                </a:cubicBezTo>
                <a:cubicBezTo>
                  <a:pt x="59669" y="31356"/>
                  <a:pt x="59669" y="31356"/>
                  <a:pt x="59705" y="31356"/>
                </a:cubicBezTo>
                <a:cubicBezTo>
                  <a:pt x="59705" y="31431"/>
                  <a:pt x="59742" y="31507"/>
                  <a:pt x="59742" y="31507"/>
                </a:cubicBezTo>
                <a:cubicBezTo>
                  <a:pt x="59742" y="31582"/>
                  <a:pt x="59742" y="31657"/>
                  <a:pt x="59742" y="31657"/>
                </a:cubicBezTo>
                <a:cubicBezTo>
                  <a:pt x="59742" y="31732"/>
                  <a:pt x="59816" y="31732"/>
                  <a:pt x="59816" y="31807"/>
                </a:cubicBezTo>
                <a:cubicBezTo>
                  <a:pt x="59816" y="31883"/>
                  <a:pt x="59779" y="32020"/>
                  <a:pt x="59816" y="32096"/>
                </a:cubicBezTo>
                <a:cubicBezTo>
                  <a:pt x="59816" y="32171"/>
                  <a:pt x="59816" y="32171"/>
                  <a:pt x="59816" y="32246"/>
                </a:cubicBezTo>
                <a:cubicBezTo>
                  <a:pt x="59852" y="32321"/>
                  <a:pt x="59889" y="32321"/>
                  <a:pt x="59889" y="32321"/>
                </a:cubicBezTo>
                <a:cubicBezTo>
                  <a:pt x="59926" y="32396"/>
                  <a:pt x="59963" y="32472"/>
                  <a:pt x="59963" y="32547"/>
                </a:cubicBezTo>
                <a:cubicBezTo>
                  <a:pt x="59963" y="32622"/>
                  <a:pt x="59963" y="32622"/>
                  <a:pt x="59963" y="32622"/>
                </a:cubicBezTo>
                <a:cubicBezTo>
                  <a:pt x="59963" y="32697"/>
                  <a:pt x="59889" y="32697"/>
                  <a:pt x="59889" y="32772"/>
                </a:cubicBezTo>
                <a:cubicBezTo>
                  <a:pt x="59889" y="32848"/>
                  <a:pt x="59926" y="32923"/>
                  <a:pt x="59926" y="32923"/>
                </a:cubicBezTo>
                <a:cubicBezTo>
                  <a:pt x="59926" y="33073"/>
                  <a:pt x="59963" y="33136"/>
                  <a:pt x="60000" y="33211"/>
                </a:cubicBezTo>
                <a:cubicBezTo>
                  <a:pt x="60030" y="33211"/>
                  <a:pt x="60030" y="33211"/>
                  <a:pt x="60067" y="33211"/>
                </a:cubicBezTo>
                <a:cubicBezTo>
                  <a:pt x="60104" y="33286"/>
                  <a:pt x="60104" y="33361"/>
                  <a:pt x="60104" y="33361"/>
                </a:cubicBezTo>
                <a:cubicBezTo>
                  <a:pt x="60140" y="33437"/>
                  <a:pt x="60177" y="33437"/>
                  <a:pt x="60177" y="33512"/>
                </a:cubicBezTo>
                <a:cubicBezTo>
                  <a:pt x="60177" y="33662"/>
                  <a:pt x="60177" y="33662"/>
                  <a:pt x="60177" y="33662"/>
                </a:cubicBezTo>
                <a:cubicBezTo>
                  <a:pt x="60177" y="33813"/>
                  <a:pt x="60177" y="33813"/>
                  <a:pt x="60177" y="33813"/>
                </a:cubicBezTo>
                <a:cubicBezTo>
                  <a:pt x="60177" y="33963"/>
                  <a:pt x="60208" y="34038"/>
                  <a:pt x="60208" y="34101"/>
                </a:cubicBezTo>
                <a:cubicBezTo>
                  <a:pt x="60245" y="34176"/>
                  <a:pt x="60281" y="34176"/>
                  <a:pt x="60281" y="34176"/>
                </a:cubicBezTo>
                <a:cubicBezTo>
                  <a:pt x="60318" y="34251"/>
                  <a:pt x="60355" y="34326"/>
                  <a:pt x="60355" y="34326"/>
                </a:cubicBezTo>
                <a:cubicBezTo>
                  <a:pt x="60392" y="34402"/>
                  <a:pt x="60428" y="34402"/>
                  <a:pt x="60428" y="34477"/>
                </a:cubicBezTo>
                <a:cubicBezTo>
                  <a:pt x="60428" y="34477"/>
                  <a:pt x="60465" y="34552"/>
                  <a:pt x="60465" y="34627"/>
                </a:cubicBezTo>
                <a:cubicBezTo>
                  <a:pt x="60465" y="34627"/>
                  <a:pt x="60428" y="34702"/>
                  <a:pt x="60428" y="34778"/>
                </a:cubicBezTo>
                <a:cubicBezTo>
                  <a:pt x="60428" y="34853"/>
                  <a:pt x="60392" y="34853"/>
                  <a:pt x="60392" y="35003"/>
                </a:cubicBezTo>
                <a:cubicBezTo>
                  <a:pt x="60392" y="35078"/>
                  <a:pt x="60392" y="35078"/>
                  <a:pt x="60392" y="35078"/>
                </a:cubicBezTo>
                <a:lnTo>
                  <a:pt x="60428" y="35154"/>
                </a:lnTo>
                <a:cubicBezTo>
                  <a:pt x="60428" y="35216"/>
                  <a:pt x="60428" y="35291"/>
                  <a:pt x="60428" y="35291"/>
                </a:cubicBezTo>
                <a:cubicBezTo>
                  <a:pt x="60900" y="35291"/>
                  <a:pt x="60900" y="35291"/>
                  <a:pt x="60900" y="35291"/>
                </a:cubicBezTo>
                <a:cubicBezTo>
                  <a:pt x="60900" y="35216"/>
                  <a:pt x="60900" y="35154"/>
                  <a:pt x="60937" y="35154"/>
                </a:cubicBezTo>
                <a:cubicBezTo>
                  <a:pt x="60937" y="35078"/>
                  <a:pt x="60900" y="35003"/>
                  <a:pt x="60937" y="35003"/>
                </a:cubicBezTo>
                <a:cubicBezTo>
                  <a:pt x="60937" y="34928"/>
                  <a:pt x="60973" y="34853"/>
                  <a:pt x="60973" y="34853"/>
                </a:cubicBezTo>
                <a:cubicBezTo>
                  <a:pt x="61010" y="34778"/>
                  <a:pt x="61010" y="34702"/>
                  <a:pt x="61047" y="34702"/>
                </a:cubicBezTo>
                <a:cubicBezTo>
                  <a:pt x="61084" y="34702"/>
                  <a:pt x="61084" y="34702"/>
                  <a:pt x="61120" y="34702"/>
                </a:cubicBezTo>
                <a:cubicBezTo>
                  <a:pt x="61194" y="34702"/>
                  <a:pt x="61194" y="34702"/>
                  <a:pt x="61194" y="34702"/>
                </a:cubicBezTo>
                <a:cubicBezTo>
                  <a:pt x="61194" y="34702"/>
                  <a:pt x="61225" y="34702"/>
                  <a:pt x="61261" y="34702"/>
                </a:cubicBezTo>
                <a:cubicBezTo>
                  <a:pt x="61261" y="34702"/>
                  <a:pt x="61298" y="34778"/>
                  <a:pt x="61335" y="34778"/>
                </a:cubicBezTo>
                <a:cubicBezTo>
                  <a:pt x="61372" y="34778"/>
                  <a:pt x="61372" y="34778"/>
                  <a:pt x="61408" y="34702"/>
                </a:cubicBezTo>
                <a:cubicBezTo>
                  <a:pt x="61408" y="34702"/>
                  <a:pt x="61408" y="34627"/>
                  <a:pt x="61445" y="34552"/>
                </a:cubicBezTo>
                <a:cubicBezTo>
                  <a:pt x="61482" y="34552"/>
                  <a:pt x="61555" y="34552"/>
                  <a:pt x="61592" y="34552"/>
                </a:cubicBezTo>
                <a:cubicBezTo>
                  <a:pt x="61592" y="34101"/>
                  <a:pt x="61592" y="34101"/>
                  <a:pt x="61592" y="34101"/>
                </a:cubicBezTo>
                <a:cubicBezTo>
                  <a:pt x="61880" y="34101"/>
                  <a:pt x="61880" y="34101"/>
                  <a:pt x="61880" y="34101"/>
                </a:cubicBezTo>
                <a:cubicBezTo>
                  <a:pt x="61880" y="34038"/>
                  <a:pt x="61917" y="34038"/>
                  <a:pt x="61917" y="33963"/>
                </a:cubicBezTo>
                <a:cubicBezTo>
                  <a:pt x="61917" y="33888"/>
                  <a:pt x="61880" y="33813"/>
                  <a:pt x="61880" y="33737"/>
                </a:cubicBezTo>
                <a:cubicBezTo>
                  <a:pt x="61739" y="33737"/>
                  <a:pt x="61739" y="33737"/>
                  <a:pt x="61739" y="33737"/>
                </a:cubicBezTo>
                <a:cubicBezTo>
                  <a:pt x="61739" y="33737"/>
                  <a:pt x="61696" y="33813"/>
                  <a:pt x="61666" y="33813"/>
                </a:cubicBezTo>
                <a:cubicBezTo>
                  <a:pt x="61666" y="33813"/>
                  <a:pt x="61629" y="33813"/>
                  <a:pt x="61592" y="33813"/>
                </a:cubicBezTo>
                <a:cubicBezTo>
                  <a:pt x="61592" y="33737"/>
                  <a:pt x="61629" y="33662"/>
                  <a:pt x="61592" y="33662"/>
                </a:cubicBezTo>
                <a:cubicBezTo>
                  <a:pt x="61592" y="33587"/>
                  <a:pt x="61555" y="33662"/>
                  <a:pt x="61519" y="33587"/>
                </a:cubicBezTo>
                <a:cubicBezTo>
                  <a:pt x="61555" y="33512"/>
                  <a:pt x="61592" y="33437"/>
                  <a:pt x="61629" y="33286"/>
                </a:cubicBezTo>
                <a:lnTo>
                  <a:pt x="61666" y="33211"/>
                </a:lnTo>
                <a:cubicBezTo>
                  <a:pt x="61696" y="33073"/>
                  <a:pt x="61696" y="32985"/>
                  <a:pt x="61696" y="32923"/>
                </a:cubicBezTo>
                <a:cubicBezTo>
                  <a:pt x="61696" y="32772"/>
                  <a:pt x="61696" y="32697"/>
                  <a:pt x="61696" y="32622"/>
                </a:cubicBezTo>
                <a:cubicBezTo>
                  <a:pt x="61696" y="32547"/>
                  <a:pt x="61696" y="32472"/>
                  <a:pt x="61696" y="32472"/>
                </a:cubicBezTo>
                <a:cubicBezTo>
                  <a:pt x="61739" y="32396"/>
                  <a:pt x="61739" y="32396"/>
                  <a:pt x="61739" y="32321"/>
                </a:cubicBezTo>
                <a:cubicBezTo>
                  <a:pt x="61770" y="32246"/>
                  <a:pt x="61807" y="32246"/>
                  <a:pt x="61807" y="32246"/>
                </a:cubicBezTo>
                <a:cubicBezTo>
                  <a:pt x="61843" y="32171"/>
                  <a:pt x="61843" y="32096"/>
                  <a:pt x="61880" y="32096"/>
                </a:cubicBezTo>
                <a:cubicBezTo>
                  <a:pt x="61917" y="32096"/>
                  <a:pt x="61917" y="32096"/>
                  <a:pt x="61954" y="32096"/>
                </a:cubicBezTo>
                <a:cubicBezTo>
                  <a:pt x="61990" y="32020"/>
                  <a:pt x="61990" y="31958"/>
                  <a:pt x="62027" y="31958"/>
                </a:cubicBezTo>
                <a:cubicBezTo>
                  <a:pt x="62064" y="31958"/>
                  <a:pt x="62064" y="31958"/>
                  <a:pt x="62101" y="31958"/>
                </a:cubicBezTo>
                <a:cubicBezTo>
                  <a:pt x="62101" y="31883"/>
                  <a:pt x="62137" y="31958"/>
                  <a:pt x="62174" y="31958"/>
                </a:cubicBezTo>
                <a:cubicBezTo>
                  <a:pt x="62174" y="31883"/>
                  <a:pt x="62174" y="31807"/>
                  <a:pt x="62211" y="31807"/>
                </a:cubicBezTo>
                <a:cubicBezTo>
                  <a:pt x="62211" y="31732"/>
                  <a:pt x="62211" y="31657"/>
                  <a:pt x="62211" y="31657"/>
                </a:cubicBezTo>
                <a:cubicBezTo>
                  <a:pt x="62211" y="31582"/>
                  <a:pt x="62241" y="31582"/>
                  <a:pt x="62241" y="31507"/>
                </a:cubicBezTo>
                <a:cubicBezTo>
                  <a:pt x="62278" y="31431"/>
                  <a:pt x="62315" y="31431"/>
                  <a:pt x="62315" y="31356"/>
                </a:cubicBezTo>
                <a:cubicBezTo>
                  <a:pt x="62352" y="31356"/>
                  <a:pt x="62388" y="31356"/>
                  <a:pt x="62388" y="31281"/>
                </a:cubicBezTo>
                <a:cubicBezTo>
                  <a:pt x="62388" y="31206"/>
                  <a:pt x="62388" y="31206"/>
                  <a:pt x="62388" y="31131"/>
                </a:cubicBezTo>
                <a:cubicBezTo>
                  <a:pt x="62388" y="30993"/>
                  <a:pt x="62388" y="30993"/>
                  <a:pt x="62388" y="30993"/>
                </a:cubicBezTo>
                <a:cubicBezTo>
                  <a:pt x="62388" y="30905"/>
                  <a:pt x="62388" y="30905"/>
                  <a:pt x="62388" y="30842"/>
                </a:cubicBezTo>
                <a:cubicBezTo>
                  <a:pt x="62315" y="30842"/>
                  <a:pt x="62278" y="30842"/>
                  <a:pt x="62241" y="30842"/>
                </a:cubicBezTo>
                <a:cubicBezTo>
                  <a:pt x="62174" y="30842"/>
                  <a:pt x="62137" y="30767"/>
                  <a:pt x="62101" y="30767"/>
                </a:cubicBezTo>
                <a:cubicBezTo>
                  <a:pt x="62064" y="30767"/>
                  <a:pt x="62064" y="30842"/>
                  <a:pt x="62027" y="30842"/>
                </a:cubicBezTo>
                <a:cubicBezTo>
                  <a:pt x="62027" y="30617"/>
                  <a:pt x="62027" y="30542"/>
                  <a:pt x="62027" y="30316"/>
                </a:cubicBezTo>
                <a:cubicBezTo>
                  <a:pt x="62027" y="30316"/>
                  <a:pt x="61990" y="30241"/>
                  <a:pt x="61954" y="30241"/>
                </a:cubicBezTo>
                <a:cubicBezTo>
                  <a:pt x="61917" y="30166"/>
                  <a:pt x="61917" y="30241"/>
                  <a:pt x="61880" y="30241"/>
                </a:cubicBezTo>
                <a:cubicBezTo>
                  <a:pt x="61843" y="30166"/>
                  <a:pt x="61843" y="30166"/>
                  <a:pt x="61807" y="30090"/>
                </a:cubicBezTo>
                <a:cubicBezTo>
                  <a:pt x="61807" y="30090"/>
                  <a:pt x="61807" y="30015"/>
                  <a:pt x="61807" y="29940"/>
                </a:cubicBezTo>
                <a:cubicBezTo>
                  <a:pt x="61807" y="28825"/>
                  <a:pt x="61807" y="28825"/>
                  <a:pt x="61807" y="28825"/>
                </a:cubicBezTo>
                <a:cubicBezTo>
                  <a:pt x="61843" y="28762"/>
                  <a:pt x="61880" y="28762"/>
                  <a:pt x="61917" y="28687"/>
                </a:cubicBezTo>
                <a:cubicBezTo>
                  <a:pt x="61917" y="28687"/>
                  <a:pt x="61917" y="28612"/>
                  <a:pt x="61954" y="28536"/>
                </a:cubicBezTo>
                <a:cubicBezTo>
                  <a:pt x="61954" y="28536"/>
                  <a:pt x="61990" y="28461"/>
                  <a:pt x="61990" y="28386"/>
                </a:cubicBezTo>
                <a:cubicBezTo>
                  <a:pt x="62027" y="28386"/>
                  <a:pt x="62027" y="28311"/>
                  <a:pt x="62027" y="28311"/>
                </a:cubicBezTo>
                <a:cubicBezTo>
                  <a:pt x="62064" y="28160"/>
                  <a:pt x="62064" y="28085"/>
                  <a:pt x="62064" y="28010"/>
                </a:cubicBezTo>
                <a:cubicBezTo>
                  <a:pt x="62101" y="27935"/>
                  <a:pt x="62101" y="27860"/>
                  <a:pt x="62101" y="27860"/>
                </a:cubicBezTo>
                <a:cubicBezTo>
                  <a:pt x="62137" y="27797"/>
                  <a:pt x="62174" y="27797"/>
                  <a:pt x="62174" y="27797"/>
                </a:cubicBezTo>
                <a:cubicBezTo>
                  <a:pt x="62211" y="27797"/>
                  <a:pt x="62241" y="27797"/>
                  <a:pt x="62241" y="27797"/>
                </a:cubicBezTo>
                <a:cubicBezTo>
                  <a:pt x="62315" y="27722"/>
                  <a:pt x="62352" y="27722"/>
                  <a:pt x="62388" y="27646"/>
                </a:cubicBezTo>
                <a:cubicBezTo>
                  <a:pt x="62425" y="27571"/>
                  <a:pt x="62425" y="27571"/>
                  <a:pt x="62462" y="27496"/>
                </a:cubicBezTo>
                <a:cubicBezTo>
                  <a:pt x="62462" y="27421"/>
                  <a:pt x="62499" y="27421"/>
                  <a:pt x="62499" y="27421"/>
                </a:cubicBezTo>
                <a:cubicBezTo>
                  <a:pt x="62535" y="27346"/>
                  <a:pt x="62535" y="27271"/>
                  <a:pt x="62535" y="27271"/>
                </a:cubicBezTo>
                <a:cubicBezTo>
                  <a:pt x="62609" y="27195"/>
                  <a:pt x="62646" y="27195"/>
                  <a:pt x="62683" y="27195"/>
                </a:cubicBezTo>
                <a:cubicBezTo>
                  <a:pt x="62713" y="27195"/>
                  <a:pt x="62756" y="27195"/>
                  <a:pt x="62787" y="27195"/>
                </a:cubicBezTo>
                <a:cubicBezTo>
                  <a:pt x="62787" y="27195"/>
                  <a:pt x="62787" y="27120"/>
                  <a:pt x="62823" y="27045"/>
                </a:cubicBezTo>
                <a:cubicBezTo>
                  <a:pt x="62860" y="27045"/>
                  <a:pt x="62897" y="26970"/>
                  <a:pt x="62897" y="26970"/>
                </a:cubicBezTo>
                <a:cubicBezTo>
                  <a:pt x="62897" y="26895"/>
                  <a:pt x="62897" y="26832"/>
                  <a:pt x="62897" y="26832"/>
                </a:cubicBezTo>
                <a:cubicBezTo>
                  <a:pt x="62897" y="26744"/>
                  <a:pt x="62934" y="26681"/>
                  <a:pt x="62934" y="26681"/>
                </a:cubicBezTo>
                <a:cubicBezTo>
                  <a:pt x="62970" y="26681"/>
                  <a:pt x="63007" y="26681"/>
                  <a:pt x="63007" y="26606"/>
                </a:cubicBezTo>
                <a:cubicBezTo>
                  <a:pt x="63044" y="26606"/>
                  <a:pt x="63081" y="26606"/>
                  <a:pt x="63081" y="26606"/>
                </a:cubicBezTo>
                <a:cubicBezTo>
                  <a:pt x="63117" y="26606"/>
                  <a:pt x="63154" y="26606"/>
                  <a:pt x="63154" y="26606"/>
                </a:cubicBezTo>
                <a:cubicBezTo>
                  <a:pt x="63191" y="26606"/>
                  <a:pt x="63228" y="26606"/>
                  <a:pt x="63228" y="26531"/>
                </a:cubicBezTo>
                <a:cubicBezTo>
                  <a:pt x="63258" y="26531"/>
                  <a:pt x="63295" y="26456"/>
                  <a:pt x="63295" y="26381"/>
                </a:cubicBezTo>
                <a:cubicBezTo>
                  <a:pt x="63295" y="26230"/>
                  <a:pt x="63258" y="26230"/>
                  <a:pt x="63228" y="26155"/>
                </a:cubicBezTo>
                <a:cubicBezTo>
                  <a:pt x="63228" y="26080"/>
                  <a:pt x="63191" y="26080"/>
                  <a:pt x="63154" y="26005"/>
                </a:cubicBezTo>
                <a:cubicBezTo>
                  <a:pt x="63154" y="26005"/>
                  <a:pt x="63154" y="25930"/>
                  <a:pt x="63154" y="25854"/>
                </a:cubicBezTo>
                <a:cubicBezTo>
                  <a:pt x="63154" y="25716"/>
                  <a:pt x="63154" y="25566"/>
                  <a:pt x="63228" y="25491"/>
                </a:cubicBezTo>
                <a:cubicBezTo>
                  <a:pt x="63228" y="25416"/>
                  <a:pt x="63228" y="25340"/>
                  <a:pt x="63258" y="25340"/>
                </a:cubicBezTo>
                <a:cubicBezTo>
                  <a:pt x="63295" y="25265"/>
                  <a:pt x="63295" y="25340"/>
                  <a:pt x="63332" y="25340"/>
                </a:cubicBezTo>
                <a:cubicBezTo>
                  <a:pt x="63369" y="25265"/>
                  <a:pt x="63369" y="25265"/>
                  <a:pt x="63405" y="25190"/>
                </a:cubicBezTo>
                <a:cubicBezTo>
                  <a:pt x="63442" y="25190"/>
                  <a:pt x="63442" y="25115"/>
                  <a:pt x="63442" y="25040"/>
                </a:cubicBezTo>
                <a:cubicBezTo>
                  <a:pt x="63479" y="24889"/>
                  <a:pt x="63479" y="24814"/>
                  <a:pt x="63516" y="24751"/>
                </a:cubicBezTo>
                <a:cubicBezTo>
                  <a:pt x="63516" y="24664"/>
                  <a:pt x="63516" y="24601"/>
                  <a:pt x="63516" y="24601"/>
                </a:cubicBezTo>
                <a:cubicBezTo>
                  <a:pt x="63552" y="24526"/>
                  <a:pt x="63626" y="24526"/>
                  <a:pt x="63663" y="24526"/>
                </a:cubicBezTo>
                <a:cubicBezTo>
                  <a:pt x="63730" y="24526"/>
                  <a:pt x="63773" y="24601"/>
                  <a:pt x="63803" y="24601"/>
                </a:cubicBezTo>
                <a:cubicBezTo>
                  <a:pt x="63840" y="24601"/>
                  <a:pt x="63840" y="24601"/>
                  <a:pt x="63877" y="24601"/>
                </a:cubicBezTo>
                <a:cubicBezTo>
                  <a:pt x="63914" y="24601"/>
                  <a:pt x="63914" y="24664"/>
                  <a:pt x="63914" y="24751"/>
                </a:cubicBezTo>
                <a:cubicBezTo>
                  <a:pt x="63987" y="24814"/>
                  <a:pt x="63987" y="24889"/>
                  <a:pt x="64024" y="25040"/>
                </a:cubicBezTo>
                <a:cubicBezTo>
                  <a:pt x="64061" y="24965"/>
                  <a:pt x="64098" y="24965"/>
                  <a:pt x="64098" y="24965"/>
                </a:cubicBezTo>
                <a:cubicBezTo>
                  <a:pt x="64134" y="24965"/>
                  <a:pt x="64134" y="24889"/>
                  <a:pt x="64171" y="24814"/>
                </a:cubicBezTo>
                <a:cubicBezTo>
                  <a:pt x="64171" y="24814"/>
                  <a:pt x="64208" y="24814"/>
                  <a:pt x="64245" y="24814"/>
                </a:cubicBezTo>
                <a:cubicBezTo>
                  <a:pt x="64275" y="24814"/>
                  <a:pt x="64275" y="24889"/>
                  <a:pt x="64312" y="24889"/>
                </a:cubicBezTo>
                <a:cubicBezTo>
                  <a:pt x="64312" y="24965"/>
                  <a:pt x="64349" y="24965"/>
                  <a:pt x="64349" y="25040"/>
                </a:cubicBezTo>
                <a:cubicBezTo>
                  <a:pt x="64385" y="25040"/>
                  <a:pt x="64385" y="25115"/>
                  <a:pt x="64385" y="25190"/>
                </a:cubicBezTo>
                <a:cubicBezTo>
                  <a:pt x="64422" y="25190"/>
                  <a:pt x="64422" y="25265"/>
                  <a:pt x="64422" y="25340"/>
                </a:cubicBezTo>
                <a:cubicBezTo>
                  <a:pt x="64422" y="25779"/>
                  <a:pt x="64422" y="25779"/>
                  <a:pt x="64422" y="25779"/>
                </a:cubicBezTo>
                <a:cubicBezTo>
                  <a:pt x="64245" y="25779"/>
                  <a:pt x="64245" y="25779"/>
                  <a:pt x="64245" y="25779"/>
                </a:cubicBezTo>
                <a:cubicBezTo>
                  <a:pt x="64245" y="25930"/>
                  <a:pt x="64245" y="26005"/>
                  <a:pt x="64245" y="26230"/>
                </a:cubicBezTo>
                <a:cubicBezTo>
                  <a:pt x="64245" y="26230"/>
                  <a:pt x="64245" y="26306"/>
                  <a:pt x="64245" y="26381"/>
                </a:cubicBezTo>
                <a:cubicBezTo>
                  <a:pt x="64208" y="26456"/>
                  <a:pt x="64208" y="26531"/>
                  <a:pt x="64171" y="26606"/>
                </a:cubicBezTo>
                <a:cubicBezTo>
                  <a:pt x="64134" y="26681"/>
                  <a:pt x="64098" y="26681"/>
                  <a:pt x="64098" y="26744"/>
                </a:cubicBezTo>
                <a:cubicBezTo>
                  <a:pt x="64061" y="26832"/>
                  <a:pt x="64024" y="26832"/>
                  <a:pt x="63987" y="26832"/>
                </a:cubicBezTo>
                <a:cubicBezTo>
                  <a:pt x="63914" y="26832"/>
                  <a:pt x="63877" y="26744"/>
                  <a:pt x="63803" y="26744"/>
                </a:cubicBezTo>
                <a:cubicBezTo>
                  <a:pt x="63773" y="26744"/>
                  <a:pt x="63730" y="26832"/>
                  <a:pt x="63730" y="26832"/>
                </a:cubicBezTo>
                <a:cubicBezTo>
                  <a:pt x="63699" y="26895"/>
                  <a:pt x="63663" y="26895"/>
                  <a:pt x="63663" y="26895"/>
                </a:cubicBezTo>
                <a:cubicBezTo>
                  <a:pt x="63626" y="26970"/>
                  <a:pt x="63626" y="27045"/>
                  <a:pt x="63626" y="27045"/>
                </a:cubicBezTo>
                <a:cubicBezTo>
                  <a:pt x="63589" y="27120"/>
                  <a:pt x="63589" y="27120"/>
                  <a:pt x="63552" y="27195"/>
                </a:cubicBezTo>
                <a:cubicBezTo>
                  <a:pt x="63552" y="27271"/>
                  <a:pt x="63552" y="27271"/>
                  <a:pt x="63552" y="27346"/>
                </a:cubicBezTo>
                <a:cubicBezTo>
                  <a:pt x="63516" y="27421"/>
                  <a:pt x="63479" y="27421"/>
                  <a:pt x="63479" y="27421"/>
                </a:cubicBezTo>
                <a:cubicBezTo>
                  <a:pt x="63442" y="27496"/>
                  <a:pt x="63442" y="27496"/>
                  <a:pt x="63405" y="27571"/>
                </a:cubicBezTo>
                <a:cubicBezTo>
                  <a:pt x="63405" y="27646"/>
                  <a:pt x="63405" y="27646"/>
                  <a:pt x="63369" y="27722"/>
                </a:cubicBezTo>
                <a:cubicBezTo>
                  <a:pt x="63332" y="27722"/>
                  <a:pt x="63332" y="27722"/>
                  <a:pt x="63295" y="27797"/>
                </a:cubicBezTo>
                <a:cubicBezTo>
                  <a:pt x="63258" y="27860"/>
                  <a:pt x="63191" y="27860"/>
                  <a:pt x="63191" y="28010"/>
                </a:cubicBezTo>
                <a:cubicBezTo>
                  <a:pt x="63191" y="28236"/>
                  <a:pt x="63228" y="28311"/>
                  <a:pt x="63228" y="28536"/>
                </a:cubicBezTo>
                <a:cubicBezTo>
                  <a:pt x="63228" y="28612"/>
                  <a:pt x="63228" y="28687"/>
                  <a:pt x="63191" y="28762"/>
                </a:cubicBezTo>
                <a:cubicBezTo>
                  <a:pt x="63191" y="28825"/>
                  <a:pt x="63117" y="28825"/>
                  <a:pt x="63117" y="28975"/>
                </a:cubicBezTo>
                <a:cubicBezTo>
                  <a:pt x="63117" y="29125"/>
                  <a:pt x="63154" y="29276"/>
                  <a:pt x="63154" y="29426"/>
                </a:cubicBezTo>
                <a:cubicBezTo>
                  <a:pt x="63154" y="29577"/>
                  <a:pt x="63154" y="29577"/>
                  <a:pt x="63154" y="29577"/>
                </a:cubicBezTo>
                <a:cubicBezTo>
                  <a:pt x="63154" y="29652"/>
                  <a:pt x="63191" y="29727"/>
                  <a:pt x="63191" y="29727"/>
                </a:cubicBezTo>
                <a:cubicBezTo>
                  <a:pt x="63191" y="29877"/>
                  <a:pt x="63191" y="29940"/>
                  <a:pt x="63191" y="30090"/>
                </a:cubicBezTo>
                <a:cubicBezTo>
                  <a:pt x="63258" y="30090"/>
                  <a:pt x="63295" y="30090"/>
                  <a:pt x="63369" y="30090"/>
                </a:cubicBezTo>
                <a:cubicBezTo>
                  <a:pt x="63405" y="30090"/>
                  <a:pt x="63442" y="30166"/>
                  <a:pt x="63479" y="30241"/>
                </a:cubicBezTo>
                <a:cubicBezTo>
                  <a:pt x="63516" y="30241"/>
                  <a:pt x="63516" y="30316"/>
                  <a:pt x="63552" y="30316"/>
                </a:cubicBezTo>
                <a:cubicBezTo>
                  <a:pt x="63552" y="30391"/>
                  <a:pt x="63589" y="30466"/>
                  <a:pt x="63589" y="30466"/>
                </a:cubicBezTo>
                <a:cubicBezTo>
                  <a:pt x="63663" y="30542"/>
                  <a:pt x="63699" y="30542"/>
                  <a:pt x="63730" y="30617"/>
                </a:cubicBezTo>
                <a:cubicBezTo>
                  <a:pt x="63773" y="30617"/>
                  <a:pt x="63773" y="30692"/>
                  <a:pt x="63803" y="30692"/>
                </a:cubicBezTo>
                <a:cubicBezTo>
                  <a:pt x="63877" y="30767"/>
                  <a:pt x="63914" y="30905"/>
                  <a:pt x="63987" y="30905"/>
                </a:cubicBezTo>
                <a:cubicBezTo>
                  <a:pt x="64024" y="30905"/>
                  <a:pt x="64024" y="30905"/>
                  <a:pt x="64024" y="30905"/>
                </a:cubicBezTo>
                <a:cubicBezTo>
                  <a:pt x="64061" y="30905"/>
                  <a:pt x="64061" y="30842"/>
                  <a:pt x="64098" y="30842"/>
                </a:cubicBezTo>
                <a:cubicBezTo>
                  <a:pt x="64171" y="30767"/>
                  <a:pt x="64245" y="30542"/>
                  <a:pt x="64312" y="30542"/>
                </a:cubicBezTo>
                <a:cubicBezTo>
                  <a:pt x="64385" y="30542"/>
                  <a:pt x="64422" y="30692"/>
                  <a:pt x="64496" y="30692"/>
                </a:cubicBezTo>
                <a:cubicBezTo>
                  <a:pt x="64532" y="30692"/>
                  <a:pt x="64569" y="30617"/>
                  <a:pt x="64606" y="30617"/>
                </a:cubicBezTo>
                <a:cubicBezTo>
                  <a:pt x="64643" y="30617"/>
                  <a:pt x="64679" y="30692"/>
                  <a:pt x="64679" y="30617"/>
                </a:cubicBezTo>
                <a:cubicBezTo>
                  <a:pt x="64716" y="30617"/>
                  <a:pt x="64716" y="30617"/>
                  <a:pt x="64747" y="30542"/>
                </a:cubicBezTo>
                <a:cubicBezTo>
                  <a:pt x="64790" y="30542"/>
                  <a:pt x="64747" y="30466"/>
                  <a:pt x="64790" y="30391"/>
                </a:cubicBezTo>
                <a:cubicBezTo>
                  <a:pt x="64790" y="30391"/>
                  <a:pt x="64820" y="30391"/>
                  <a:pt x="64820" y="30316"/>
                </a:cubicBezTo>
                <a:cubicBezTo>
                  <a:pt x="65402" y="30316"/>
                  <a:pt x="65402" y="30316"/>
                  <a:pt x="65402" y="30316"/>
                </a:cubicBezTo>
                <a:cubicBezTo>
                  <a:pt x="65439" y="30316"/>
                  <a:pt x="65439" y="30241"/>
                  <a:pt x="65476" y="30241"/>
                </a:cubicBezTo>
                <a:cubicBezTo>
                  <a:pt x="65513" y="30241"/>
                  <a:pt x="65549" y="30241"/>
                  <a:pt x="65586" y="30241"/>
                </a:cubicBezTo>
                <a:cubicBezTo>
                  <a:pt x="65586" y="30241"/>
                  <a:pt x="65586" y="30166"/>
                  <a:pt x="65623" y="30241"/>
                </a:cubicBezTo>
                <a:lnTo>
                  <a:pt x="65660" y="30316"/>
                </a:lnTo>
                <a:cubicBezTo>
                  <a:pt x="65660" y="30391"/>
                  <a:pt x="65660" y="30466"/>
                  <a:pt x="65696" y="30466"/>
                </a:cubicBezTo>
                <a:cubicBezTo>
                  <a:pt x="65696" y="30542"/>
                  <a:pt x="65733" y="30542"/>
                  <a:pt x="65733" y="30542"/>
                </a:cubicBezTo>
                <a:cubicBezTo>
                  <a:pt x="66094" y="30542"/>
                  <a:pt x="66094" y="30542"/>
                  <a:pt x="66094" y="30542"/>
                </a:cubicBezTo>
                <a:cubicBezTo>
                  <a:pt x="66131" y="30692"/>
                  <a:pt x="66131" y="30692"/>
                  <a:pt x="66131" y="30692"/>
                </a:cubicBezTo>
                <a:cubicBezTo>
                  <a:pt x="66094" y="30767"/>
                  <a:pt x="66094" y="30842"/>
                  <a:pt x="66058" y="30842"/>
                </a:cubicBezTo>
                <a:cubicBezTo>
                  <a:pt x="66021" y="30842"/>
                  <a:pt x="65984" y="30842"/>
                  <a:pt x="65911" y="30842"/>
                </a:cubicBezTo>
                <a:cubicBezTo>
                  <a:pt x="65837" y="30842"/>
                  <a:pt x="65807" y="30842"/>
                  <a:pt x="65733" y="30842"/>
                </a:cubicBezTo>
                <a:lnTo>
                  <a:pt x="65696" y="30905"/>
                </a:lnTo>
                <a:cubicBezTo>
                  <a:pt x="65660" y="30905"/>
                  <a:pt x="65623" y="30993"/>
                  <a:pt x="65623" y="30993"/>
                </a:cubicBezTo>
                <a:cubicBezTo>
                  <a:pt x="65586" y="30993"/>
                  <a:pt x="65549" y="31055"/>
                  <a:pt x="65549" y="31131"/>
                </a:cubicBezTo>
                <a:cubicBezTo>
                  <a:pt x="65513" y="31131"/>
                  <a:pt x="65476" y="31131"/>
                  <a:pt x="65476" y="31206"/>
                </a:cubicBezTo>
                <a:cubicBezTo>
                  <a:pt x="65439" y="31281"/>
                  <a:pt x="65439" y="31281"/>
                  <a:pt x="65402" y="31356"/>
                </a:cubicBezTo>
                <a:cubicBezTo>
                  <a:pt x="65402" y="31431"/>
                  <a:pt x="65402" y="31431"/>
                  <a:pt x="65366" y="31507"/>
                </a:cubicBezTo>
                <a:cubicBezTo>
                  <a:pt x="65366" y="31582"/>
                  <a:pt x="65366" y="31582"/>
                  <a:pt x="65329" y="31657"/>
                </a:cubicBezTo>
                <a:cubicBezTo>
                  <a:pt x="65292" y="31657"/>
                  <a:pt x="65292" y="31657"/>
                  <a:pt x="65261" y="31657"/>
                </a:cubicBezTo>
                <a:cubicBezTo>
                  <a:pt x="65225" y="31657"/>
                  <a:pt x="65151" y="31657"/>
                  <a:pt x="65114" y="31582"/>
                </a:cubicBezTo>
                <a:cubicBezTo>
                  <a:pt x="65078" y="31582"/>
                  <a:pt x="65078" y="31507"/>
                  <a:pt x="65041" y="31431"/>
                </a:cubicBezTo>
                <a:cubicBezTo>
                  <a:pt x="65004" y="31431"/>
                  <a:pt x="65004" y="31281"/>
                  <a:pt x="64931" y="31281"/>
                </a:cubicBezTo>
                <a:cubicBezTo>
                  <a:pt x="64857" y="31281"/>
                  <a:pt x="64820" y="31431"/>
                  <a:pt x="64790" y="31431"/>
                </a:cubicBezTo>
                <a:cubicBezTo>
                  <a:pt x="64716" y="31431"/>
                  <a:pt x="64679" y="31431"/>
                  <a:pt x="64643" y="31431"/>
                </a:cubicBezTo>
                <a:cubicBezTo>
                  <a:pt x="64569" y="31431"/>
                  <a:pt x="64532" y="31356"/>
                  <a:pt x="64496" y="31356"/>
                </a:cubicBezTo>
                <a:cubicBezTo>
                  <a:pt x="64459" y="31356"/>
                  <a:pt x="64422" y="31431"/>
                  <a:pt x="64422" y="31431"/>
                </a:cubicBezTo>
                <a:cubicBezTo>
                  <a:pt x="64385" y="31431"/>
                  <a:pt x="64385" y="31507"/>
                  <a:pt x="64349" y="31507"/>
                </a:cubicBezTo>
                <a:cubicBezTo>
                  <a:pt x="64312" y="31507"/>
                  <a:pt x="64312" y="31582"/>
                  <a:pt x="64275" y="31582"/>
                </a:cubicBezTo>
                <a:cubicBezTo>
                  <a:pt x="64245" y="31582"/>
                  <a:pt x="64245" y="31582"/>
                  <a:pt x="64208" y="31582"/>
                </a:cubicBezTo>
                <a:cubicBezTo>
                  <a:pt x="64171" y="31582"/>
                  <a:pt x="64171" y="31507"/>
                  <a:pt x="64134" y="31507"/>
                </a:cubicBezTo>
                <a:cubicBezTo>
                  <a:pt x="64098" y="31507"/>
                  <a:pt x="64098" y="31582"/>
                  <a:pt x="64061" y="31582"/>
                </a:cubicBezTo>
                <a:cubicBezTo>
                  <a:pt x="64061" y="31582"/>
                  <a:pt x="64024" y="31582"/>
                  <a:pt x="63987" y="31657"/>
                </a:cubicBezTo>
                <a:cubicBezTo>
                  <a:pt x="63987" y="31657"/>
                  <a:pt x="64024" y="31732"/>
                  <a:pt x="63987" y="31807"/>
                </a:cubicBezTo>
                <a:cubicBezTo>
                  <a:pt x="63987" y="31883"/>
                  <a:pt x="63950" y="31883"/>
                  <a:pt x="63914" y="31958"/>
                </a:cubicBezTo>
                <a:cubicBezTo>
                  <a:pt x="63914" y="31958"/>
                  <a:pt x="63950" y="32096"/>
                  <a:pt x="63914" y="32096"/>
                </a:cubicBezTo>
                <a:cubicBezTo>
                  <a:pt x="63877" y="32096"/>
                  <a:pt x="63877" y="32020"/>
                  <a:pt x="63840" y="32020"/>
                </a:cubicBezTo>
                <a:cubicBezTo>
                  <a:pt x="63803" y="32020"/>
                  <a:pt x="63803" y="32020"/>
                  <a:pt x="63773" y="32020"/>
                </a:cubicBezTo>
                <a:cubicBezTo>
                  <a:pt x="63730" y="32020"/>
                  <a:pt x="63730" y="31958"/>
                  <a:pt x="63699" y="31958"/>
                </a:cubicBezTo>
                <a:cubicBezTo>
                  <a:pt x="63699" y="31883"/>
                  <a:pt x="63730" y="31807"/>
                  <a:pt x="63699" y="31807"/>
                </a:cubicBezTo>
                <a:cubicBezTo>
                  <a:pt x="63699" y="31732"/>
                  <a:pt x="63663" y="31807"/>
                  <a:pt x="63626" y="31807"/>
                </a:cubicBezTo>
                <a:cubicBezTo>
                  <a:pt x="63626" y="31807"/>
                  <a:pt x="63589" y="31807"/>
                  <a:pt x="63552" y="31807"/>
                </a:cubicBezTo>
                <a:cubicBezTo>
                  <a:pt x="63552" y="31807"/>
                  <a:pt x="63516" y="31807"/>
                  <a:pt x="63479" y="31883"/>
                </a:cubicBezTo>
                <a:cubicBezTo>
                  <a:pt x="63479" y="31883"/>
                  <a:pt x="63479" y="31958"/>
                  <a:pt x="63479" y="32020"/>
                </a:cubicBezTo>
                <a:cubicBezTo>
                  <a:pt x="63516" y="32020"/>
                  <a:pt x="63516" y="32096"/>
                  <a:pt x="63552" y="32096"/>
                </a:cubicBezTo>
                <a:cubicBezTo>
                  <a:pt x="63552" y="32096"/>
                  <a:pt x="63589" y="32096"/>
                  <a:pt x="63626" y="32096"/>
                </a:cubicBezTo>
                <a:cubicBezTo>
                  <a:pt x="63663" y="32096"/>
                  <a:pt x="63663" y="32171"/>
                  <a:pt x="63699" y="32246"/>
                </a:cubicBezTo>
                <a:cubicBezTo>
                  <a:pt x="63626" y="32246"/>
                  <a:pt x="63589" y="32171"/>
                  <a:pt x="63552" y="32246"/>
                </a:cubicBezTo>
                <a:cubicBezTo>
                  <a:pt x="63442" y="32246"/>
                  <a:pt x="63405" y="32321"/>
                  <a:pt x="63332" y="32321"/>
                </a:cubicBezTo>
                <a:cubicBezTo>
                  <a:pt x="63295" y="32396"/>
                  <a:pt x="63258" y="32396"/>
                  <a:pt x="63258" y="32396"/>
                </a:cubicBezTo>
                <a:cubicBezTo>
                  <a:pt x="63258" y="32472"/>
                  <a:pt x="63258" y="32547"/>
                  <a:pt x="63258" y="32547"/>
                </a:cubicBezTo>
                <a:cubicBezTo>
                  <a:pt x="63295" y="32697"/>
                  <a:pt x="63332" y="32772"/>
                  <a:pt x="63405" y="32772"/>
                </a:cubicBezTo>
                <a:lnTo>
                  <a:pt x="63442" y="32772"/>
                </a:lnTo>
                <a:cubicBezTo>
                  <a:pt x="63479" y="32772"/>
                  <a:pt x="63516" y="32848"/>
                  <a:pt x="63516" y="32848"/>
                </a:cubicBezTo>
                <a:cubicBezTo>
                  <a:pt x="63552" y="32848"/>
                  <a:pt x="63589" y="32848"/>
                  <a:pt x="63626" y="32848"/>
                </a:cubicBezTo>
                <a:cubicBezTo>
                  <a:pt x="63663" y="32848"/>
                  <a:pt x="63699" y="32848"/>
                  <a:pt x="63730" y="32848"/>
                </a:cubicBezTo>
                <a:cubicBezTo>
                  <a:pt x="63803" y="32772"/>
                  <a:pt x="63803" y="32622"/>
                  <a:pt x="63840" y="32547"/>
                </a:cubicBezTo>
                <a:cubicBezTo>
                  <a:pt x="63877" y="32472"/>
                  <a:pt x="63877" y="32396"/>
                  <a:pt x="63914" y="32396"/>
                </a:cubicBezTo>
                <a:cubicBezTo>
                  <a:pt x="63987" y="32396"/>
                  <a:pt x="63987" y="32396"/>
                  <a:pt x="64024" y="32472"/>
                </a:cubicBezTo>
                <a:cubicBezTo>
                  <a:pt x="64061" y="32472"/>
                  <a:pt x="64098" y="32472"/>
                  <a:pt x="64098" y="32547"/>
                </a:cubicBezTo>
                <a:cubicBezTo>
                  <a:pt x="64134" y="32547"/>
                  <a:pt x="64171" y="32622"/>
                  <a:pt x="64171" y="32622"/>
                </a:cubicBezTo>
                <a:cubicBezTo>
                  <a:pt x="64171" y="32697"/>
                  <a:pt x="64171" y="32772"/>
                  <a:pt x="64208" y="32772"/>
                </a:cubicBezTo>
                <a:cubicBezTo>
                  <a:pt x="64208" y="32848"/>
                  <a:pt x="64171" y="32923"/>
                  <a:pt x="64208" y="32923"/>
                </a:cubicBezTo>
                <a:cubicBezTo>
                  <a:pt x="64208" y="32985"/>
                  <a:pt x="64245" y="32985"/>
                  <a:pt x="64275" y="32985"/>
                </a:cubicBezTo>
                <a:lnTo>
                  <a:pt x="64312" y="33073"/>
                </a:lnTo>
                <a:cubicBezTo>
                  <a:pt x="64349" y="33073"/>
                  <a:pt x="64385" y="33136"/>
                  <a:pt x="64385" y="33211"/>
                </a:cubicBezTo>
                <a:cubicBezTo>
                  <a:pt x="64385" y="33211"/>
                  <a:pt x="64385" y="33286"/>
                  <a:pt x="64349" y="33286"/>
                </a:cubicBezTo>
                <a:cubicBezTo>
                  <a:pt x="64312" y="33437"/>
                  <a:pt x="64245" y="33437"/>
                  <a:pt x="64171" y="33512"/>
                </a:cubicBezTo>
                <a:cubicBezTo>
                  <a:pt x="64171" y="33512"/>
                  <a:pt x="64098" y="33512"/>
                  <a:pt x="64098" y="33587"/>
                </a:cubicBezTo>
                <a:cubicBezTo>
                  <a:pt x="64098" y="33587"/>
                  <a:pt x="64098" y="33662"/>
                  <a:pt x="64098" y="33737"/>
                </a:cubicBezTo>
                <a:cubicBezTo>
                  <a:pt x="64098" y="33813"/>
                  <a:pt x="64098" y="33888"/>
                  <a:pt x="64098" y="33963"/>
                </a:cubicBezTo>
                <a:cubicBezTo>
                  <a:pt x="63950" y="33963"/>
                  <a:pt x="63950" y="33963"/>
                  <a:pt x="63950" y="33963"/>
                </a:cubicBezTo>
                <a:cubicBezTo>
                  <a:pt x="63914" y="33963"/>
                  <a:pt x="63877" y="33963"/>
                  <a:pt x="63840" y="33963"/>
                </a:cubicBezTo>
                <a:cubicBezTo>
                  <a:pt x="63840" y="33888"/>
                  <a:pt x="63803" y="33888"/>
                  <a:pt x="63803" y="33888"/>
                </a:cubicBezTo>
                <a:cubicBezTo>
                  <a:pt x="63773" y="33888"/>
                  <a:pt x="63773" y="33813"/>
                  <a:pt x="63773" y="33737"/>
                </a:cubicBezTo>
                <a:cubicBezTo>
                  <a:pt x="63730" y="33737"/>
                  <a:pt x="63773" y="33662"/>
                  <a:pt x="63773" y="33587"/>
                </a:cubicBezTo>
                <a:cubicBezTo>
                  <a:pt x="63730" y="33587"/>
                  <a:pt x="63730" y="33512"/>
                  <a:pt x="63699" y="33437"/>
                </a:cubicBezTo>
                <a:cubicBezTo>
                  <a:pt x="63699" y="33437"/>
                  <a:pt x="63626" y="33512"/>
                  <a:pt x="63626" y="33437"/>
                </a:cubicBezTo>
                <a:cubicBezTo>
                  <a:pt x="63626" y="33437"/>
                  <a:pt x="63626" y="33361"/>
                  <a:pt x="63626" y="33286"/>
                </a:cubicBezTo>
                <a:lnTo>
                  <a:pt x="63626" y="33211"/>
                </a:lnTo>
                <a:cubicBezTo>
                  <a:pt x="63479" y="33211"/>
                  <a:pt x="63479" y="33211"/>
                  <a:pt x="63479" y="33211"/>
                </a:cubicBezTo>
                <a:cubicBezTo>
                  <a:pt x="63442" y="33286"/>
                  <a:pt x="63442" y="33361"/>
                  <a:pt x="63405" y="33437"/>
                </a:cubicBezTo>
                <a:cubicBezTo>
                  <a:pt x="63369" y="33512"/>
                  <a:pt x="63332" y="33512"/>
                  <a:pt x="63332" y="33587"/>
                </a:cubicBezTo>
                <a:cubicBezTo>
                  <a:pt x="63295" y="33587"/>
                  <a:pt x="63258" y="33587"/>
                  <a:pt x="63258" y="33662"/>
                </a:cubicBezTo>
                <a:cubicBezTo>
                  <a:pt x="63228" y="33662"/>
                  <a:pt x="63258" y="33737"/>
                  <a:pt x="63258" y="33813"/>
                </a:cubicBezTo>
                <a:cubicBezTo>
                  <a:pt x="63258" y="33813"/>
                  <a:pt x="63258" y="33888"/>
                  <a:pt x="63258" y="33963"/>
                </a:cubicBezTo>
                <a:cubicBezTo>
                  <a:pt x="63258" y="33963"/>
                  <a:pt x="63228" y="34038"/>
                  <a:pt x="63228" y="34101"/>
                </a:cubicBezTo>
                <a:cubicBezTo>
                  <a:pt x="63191" y="34101"/>
                  <a:pt x="63191" y="34176"/>
                  <a:pt x="63154" y="34176"/>
                </a:cubicBezTo>
                <a:cubicBezTo>
                  <a:pt x="63154" y="34251"/>
                  <a:pt x="63154" y="34326"/>
                  <a:pt x="63154" y="34326"/>
                </a:cubicBezTo>
                <a:cubicBezTo>
                  <a:pt x="63154" y="34402"/>
                  <a:pt x="63117" y="34477"/>
                  <a:pt x="63117" y="34552"/>
                </a:cubicBezTo>
                <a:cubicBezTo>
                  <a:pt x="63117" y="34627"/>
                  <a:pt x="63117" y="34702"/>
                  <a:pt x="63117" y="34778"/>
                </a:cubicBezTo>
                <a:cubicBezTo>
                  <a:pt x="63117" y="34853"/>
                  <a:pt x="63154" y="34853"/>
                  <a:pt x="63154" y="34928"/>
                </a:cubicBezTo>
                <a:cubicBezTo>
                  <a:pt x="63154" y="35003"/>
                  <a:pt x="63191" y="35003"/>
                  <a:pt x="63191" y="35078"/>
                </a:cubicBezTo>
                <a:cubicBezTo>
                  <a:pt x="63191" y="35154"/>
                  <a:pt x="63154" y="35154"/>
                  <a:pt x="63117" y="35216"/>
                </a:cubicBezTo>
                <a:cubicBezTo>
                  <a:pt x="63117" y="35291"/>
                  <a:pt x="63081" y="35291"/>
                  <a:pt x="63044" y="35367"/>
                </a:cubicBezTo>
                <a:cubicBezTo>
                  <a:pt x="63044" y="35442"/>
                  <a:pt x="63044" y="35442"/>
                  <a:pt x="63044" y="35517"/>
                </a:cubicBezTo>
                <a:cubicBezTo>
                  <a:pt x="63117" y="35667"/>
                  <a:pt x="63117" y="35667"/>
                  <a:pt x="63117" y="35667"/>
                </a:cubicBezTo>
                <a:cubicBezTo>
                  <a:pt x="63081" y="35818"/>
                  <a:pt x="63081" y="35818"/>
                  <a:pt x="63081" y="35818"/>
                </a:cubicBezTo>
                <a:cubicBezTo>
                  <a:pt x="63081" y="35818"/>
                  <a:pt x="63044" y="35818"/>
                  <a:pt x="63007" y="35818"/>
                </a:cubicBezTo>
                <a:cubicBezTo>
                  <a:pt x="62934" y="35818"/>
                  <a:pt x="62934" y="35667"/>
                  <a:pt x="62860" y="35667"/>
                </a:cubicBezTo>
                <a:cubicBezTo>
                  <a:pt x="62787" y="35667"/>
                  <a:pt x="62756" y="35667"/>
                  <a:pt x="62713" y="35667"/>
                </a:cubicBezTo>
                <a:cubicBezTo>
                  <a:pt x="62646" y="35667"/>
                  <a:pt x="62609" y="35667"/>
                  <a:pt x="62572" y="35667"/>
                </a:cubicBezTo>
                <a:cubicBezTo>
                  <a:pt x="62535" y="35667"/>
                  <a:pt x="62499" y="35667"/>
                  <a:pt x="62462" y="35743"/>
                </a:cubicBezTo>
                <a:cubicBezTo>
                  <a:pt x="62462" y="35818"/>
                  <a:pt x="62425" y="35818"/>
                  <a:pt x="62425" y="35893"/>
                </a:cubicBezTo>
                <a:cubicBezTo>
                  <a:pt x="62425" y="35968"/>
                  <a:pt x="62462" y="35968"/>
                  <a:pt x="62462" y="36043"/>
                </a:cubicBezTo>
                <a:cubicBezTo>
                  <a:pt x="62499" y="36181"/>
                  <a:pt x="62535" y="36181"/>
                  <a:pt x="62572" y="36256"/>
                </a:cubicBezTo>
                <a:cubicBezTo>
                  <a:pt x="62572" y="36407"/>
                  <a:pt x="62572" y="36407"/>
                  <a:pt x="62572" y="36407"/>
                </a:cubicBezTo>
                <a:cubicBezTo>
                  <a:pt x="62499" y="36482"/>
                  <a:pt x="62499" y="36482"/>
                  <a:pt x="62499" y="36482"/>
                </a:cubicBezTo>
                <a:cubicBezTo>
                  <a:pt x="62388" y="36332"/>
                  <a:pt x="62352" y="36256"/>
                  <a:pt x="62241" y="36119"/>
                </a:cubicBezTo>
                <a:cubicBezTo>
                  <a:pt x="62211" y="36119"/>
                  <a:pt x="62211" y="36119"/>
                  <a:pt x="62174" y="36043"/>
                </a:cubicBezTo>
                <a:cubicBezTo>
                  <a:pt x="62137" y="35968"/>
                  <a:pt x="62137" y="35893"/>
                  <a:pt x="62101" y="35893"/>
                </a:cubicBezTo>
                <a:cubicBezTo>
                  <a:pt x="62101" y="35818"/>
                  <a:pt x="62064" y="35818"/>
                  <a:pt x="62027" y="35818"/>
                </a:cubicBezTo>
                <a:cubicBezTo>
                  <a:pt x="62027" y="35818"/>
                  <a:pt x="61990" y="35893"/>
                  <a:pt x="61954" y="35893"/>
                </a:cubicBezTo>
                <a:cubicBezTo>
                  <a:pt x="61917" y="35968"/>
                  <a:pt x="61880" y="36043"/>
                  <a:pt x="61807" y="36119"/>
                </a:cubicBezTo>
                <a:cubicBezTo>
                  <a:pt x="61770" y="36119"/>
                  <a:pt x="61770" y="36181"/>
                  <a:pt x="61739" y="36181"/>
                </a:cubicBezTo>
                <a:cubicBezTo>
                  <a:pt x="61739" y="36181"/>
                  <a:pt x="61696" y="36181"/>
                  <a:pt x="61666" y="36181"/>
                </a:cubicBezTo>
                <a:cubicBezTo>
                  <a:pt x="61666" y="36256"/>
                  <a:pt x="61629" y="36256"/>
                  <a:pt x="61592" y="36256"/>
                </a:cubicBezTo>
                <a:cubicBezTo>
                  <a:pt x="61592" y="36332"/>
                  <a:pt x="61592" y="36407"/>
                  <a:pt x="61555" y="36407"/>
                </a:cubicBezTo>
                <a:cubicBezTo>
                  <a:pt x="61519" y="36482"/>
                  <a:pt x="61519" y="36482"/>
                  <a:pt x="61482" y="36557"/>
                </a:cubicBezTo>
                <a:cubicBezTo>
                  <a:pt x="61408" y="36632"/>
                  <a:pt x="61372" y="36557"/>
                  <a:pt x="61261" y="36557"/>
                </a:cubicBezTo>
                <a:cubicBezTo>
                  <a:pt x="61225" y="36557"/>
                  <a:pt x="61194" y="36557"/>
                  <a:pt x="61120" y="36632"/>
                </a:cubicBezTo>
                <a:cubicBezTo>
                  <a:pt x="61084" y="36632"/>
                  <a:pt x="61084" y="36708"/>
                  <a:pt x="61047" y="36708"/>
                </a:cubicBezTo>
                <a:cubicBezTo>
                  <a:pt x="61010" y="36783"/>
                  <a:pt x="60973" y="36783"/>
                  <a:pt x="60937" y="36783"/>
                </a:cubicBezTo>
                <a:cubicBezTo>
                  <a:pt x="60863" y="36783"/>
                  <a:pt x="60790" y="36783"/>
                  <a:pt x="60716" y="36632"/>
                </a:cubicBezTo>
                <a:cubicBezTo>
                  <a:pt x="60679" y="36482"/>
                  <a:pt x="60679" y="36332"/>
                  <a:pt x="60679" y="36119"/>
                </a:cubicBezTo>
                <a:cubicBezTo>
                  <a:pt x="60539" y="36119"/>
                  <a:pt x="60539" y="36119"/>
                  <a:pt x="60539" y="36119"/>
                </a:cubicBezTo>
                <a:cubicBezTo>
                  <a:pt x="60539" y="36181"/>
                  <a:pt x="60502" y="36181"/>
                  <a:pt x="60502" y="36181"/>
                </a:cubicBezTo>
                <a:cubicBezTo>
                  <a:pt x="60465" y="36256"/>
                  <a:pt x="60465" y="36332"/>
                  <a:pt x="60465" y="36332"/>
                </a:cubicBezTo>
                <a:cubicBezTo>
                  <a:pt x="60428" y="36332"/>
                  <a:pt x="60392" y="36332"/>
                  <a:pt x="60392" y="36332"/>
                </a:cubicBezTo>
                <a:cubicBezTo>
                  <a:pt x="60355" y="36332"/>
                  <a:pt x="60318" y="36256"/>
                  <a:pt x="60281" y="36256"/>
                </a:cubicBezTo>
                <a:cubicBezTo>
                  <a:pt x="60140" y="36256"/>
                  <a:pt x="60140" y="36256"/>
                  <a:pt x="60140" y="36256"/>
                </a:cubicBezTo>
                <a:cubicBezTo>
                  <a:pt x="60104" y="36256"/>
                  <a:pt x="60067" y="36332"/>
                  <a:pt x="60000" y="36332"/>
                </a:cubicBezTo>
                <a:cubicBezTo>
                  <a:pt x="60000" y="36482"/>
                  <a:pt x="60030" y="36557"/>
                  <a:pt x="60000" y="36783"/>
                </a:cubicBezTo>
                <a:cubicBezTo>
                  <a:pt x="59852" y="36783"/>
                  <a:pt x="59852" y="36783"/>
                  <a:pt x="59852" y="36783"/>
                </a:cubicBezTo>
                <a:cubicBezTo>
                  <a:pt x="59816" y="36783"/>
                  <a:pt x="59779" y="36783"/>
                  <a:pt x="59742" y="36708"/>
                </a:cubicBezTo>
                <a:cubicBezTo>
                  <a:pt x="59742" y="36708"/>
                  <a:pt x="59705" y="36708"/>
                  <a:pt x="59669" y="36632"/>
                </a:cubicBezTo>
                <a:cubicBezTo>
                  <a:pt x="59669" y="36482"/>
                  <a:pt x="59669" y="36407"/>
                  <a:pt x="59638" y="36256"/>
                </a:cubicBezTo>
                <a:cubicBezTo>
                  <a:pt x="59601" y="36332"/>
                  <a:pt x="59601" y="36332"/>
                  <a:pt x="59601" y="36332"/>
                </a:cubicBezTo>
                <a:cubicBezTo>
                  <a:pt x="59454" y="36332"/>
                  <a:pt x="59454" y="36332"/>
                  <a:pt x="59454" y="36332"/>
                </a:cubicBezTo>
                <a:cubicBezTo>
                  <a:pt x="59454" y="36119"/>
                  <a:pt x="59454" y="36119"/>
                  <a:pt x="59454" y="36119"/>
                </a:cubicBezTo>
                <a:cubicBezTo>
                  <a:pt x="59454" y="36043"/>
                  <a:pt x="59418" y="36043"/>
                  <a:pt x="59418" y="35968"/>
                </a:cubicBezTo>
                <a:cubicBezTo>
                  <a:pt x="59418" y="35893"/>
                  <a:pt x="59454" y="35893"/>
                  <a:pt x="59454" y="35818"/>
                </a:cubicBezTo>
                <a:cubicBezTo>
                  <a:pt x="59742" y="35818"/>
                  <a:pt x="59742" y="35818"/>
                  <a:pt x="59742" y="35818"/>
                </a:cubicBezTo>
                <a:cubicBezTo>
                  <a:pt x="59779" y="35818"/>
                  <a:pt x="59816" y="35893"/>
                  <a:pt x="59889" y="35893"/>
                </a:cubicBezTo>
                <a:cubicBezTo>
                  <a:pt x="59926" y="35893"/>
                  <a:pt x="59926" y="35968"/>
                  <a:pt x="59963" y="36043"/>
                </a:cubicBezTo>
                <a:cubicBezTo>
                  <a:pt x="60000" y="36043"/>
                  <a:pt x="60000" y="36119"/>
                  <a:pt x="60067" y="36119"/>
                </a:cubicBezTo>
                <a:cubicBezTo>
                  <a:pt x="60104" y="36119"/>
                  <a:pt x="60140" y="36043"/>
                  <a:pt x="60177" y="36043"/>
                </a:cubicBezTo>
                <a:cubicBezTo>
                  <a:pt x="60208" y="35968"/>
                  <a:pt x="60208" y="35893"/>
                  <a:pt x="60208" y="35743"/>
                </a:cubicBezTo>
                <a:cubicBezTo>
                  <a:pt x="60208" y="35592"/>
                  <a:pt x="60177" y="35517"/>
                  <a:pt x="60177" y="35367"/>
                </a:cubicBezTo>
                <a:cubicBezTo>
                  <a:pt x="60177" y="35291"/>
                  <a:pt x="60208" y="35291"/>
                  <a:pt x="60208" y="35154"/>
                </a:cubicBezTo>
                <a:cubicBezTo>
                  <a:pt x="60245" y="35078"/>
                  <a:pt x="60281" y="35078"/>
                  <a:pt x="60281" y="35003"/>
                </a:cubicBezTo>
                <a:cubicBezTo>
                  <a:pt x="60281" y="34853"/>
                  <a:pt x="60281" y="34778"/>
                  <a:pt x="60281" y="34702"/>
                </a:cubicBezTo>
                <a:cubicBezTo>
                  <a:pt x="60140" y="34702"/>
                  <a:pt x="60140" y="34702"/>
                  <a:pt x="60140" y="34702"/>
                </a:cubicBezTo>
                <a:cubicBezTo>
                  <a:pt x="60104" y="34702"/>
                  <a:pt x="60104" y="34778"/>
                  <a:pt x="60067" y="34778"/>
                </a:cubicBezTo>
                <a:cubicBezTo>
                  <a:pt x="60030" y="34778"/>
                  <a:pt x="59963" y="34702"/>
                  <a:pt x="59926" y="34778"/>
                </a:cubicBezTo>
                <a:cubicBezTo>
                  <a:pt x="59889" y="34778"/>
                  <a:pt x="59889" y="34778"/>
                  <a:pt x="59852" y="34853"/>
                </a:cubicBezTo>
                <a:cubicBezTo>
                  <a:pt x="59852" y="34853"/>
                  <a:pt x="59852" y="34928"/>
                  <a:pt x="59816" y="35003"/>
                </a:cubicBezTo>
                <a:cubicBezTo>
                  <a:pt x="59816" y="35003"/>
                  <a:pt x="59779" y="35154"/>
                  <a:pt x="59742" y="35154"/>
                </a:cubicBezTo>
                <a:cubicBezTo>
                  <a:pt x="59705" y="35154"/>
                  <a:pt x="59705" y="35154"/>
                  <a:pt x="59705" y="35154"/>
                </a:cubicBezTo>
                <a:cubicBezTo>
                  <a:pt x="59705" y="35154"/>
                  <a:pt x="59669" y="35078"/>
                  <a:pt x="59638" y="35078"/>
                </a:cubicBezTo>
                <a:cubicBezTo>
                  <a:pt x="59669" y="34928"/>
                  <a:pt x="59638" y="34853"/>
                  <a:pt x="59669" y="34778"/>
                </a:cubicBezTo>
                <a:cubicBezTo>
                  <a:pt x="59669" y="34702"/>
                  <a:pt x="59742" y="34702"/>
                  <a:pt x="59742" y="34627"/>
                </a:cubicBezTo>
                <a:cubicBezTo>
                  <a:pt x="59742" y="34627"/>
                  <a:pt x="59742" y="34552"/>
                  <a:pt x="59742" y="34477"/>
                </a:cubicBezTo>
                <a:cubicBezTo>
                  <a:pt x="59742" y="34251"/>
                  <a:pt x="59742" y="34251"/>
                  <a:pt x="59742" y="34251"/>
                </a:cubicBezTo>
                <a:cubicBezTo>
                  <a:pt x="59705" y="34326"/>
                  <a:pt x="59669" y="34326"/>
                  <a:pt x="59601" y="34326"/>
                </a:cubicBezTo>
                <a:cubicBezTo>
                  <a:pt x="59601" y="34326"/>
                  <a:pt x="59565" y="34326"/>
                  <a:pt x="59565" y="34251"/>
                </a:cubicBezTo>
                <a:cubicBezTo>
                  <a:pt x="59565" y="34176"/>
                  <a:pt x="59565" y="34176"/>
                  <a:pt x="59565" y="34101"/>
                </a:cubicBezTo>
                <a:cubicBezTo>
                  <a:pt x="59601" y="34038"/>
                  <a:pt x="59638" y="33963"/>
                  <a:pt x="59638" y="33813"/>
                </a:cubicBezTo>
                <a:cubicBezTo>
                  <a:pt x="59669" y="33813"/>
                  <a:pt x="59638" y="33737"/>
                  <a:pt x="59638" y="33662"/>
                </a:cubicBezTo>
                <a:cubicBezTo>
                  <a:pt x="59638" y="33662"/>
                  <a:pt x="59669" y="33587"/>
                  <a:pt x="59638" y="33512"/>
                </a:cubicBezTo>
                <a:cubicBezTo>
                  <a:pt x="59638" y="33437"/>
                  <a:pt x="59601" y="33437"/>
                  <a:pt x="59601" y="33361"/>
                </a:cubicBezTo>
                <a:cubicBezTo>
                  <a:pt x="59601" y="33361"/>
                  <a:pt x="59601" y="33286"/>
                  <a:pt x="59565" y="33211"/>
                </a:cubicBezTo>
                <a:cubicBezTo>
                  <a:pt x="59528" y="33211"/>
                  <a:pt x="59565" y="33136"/>
                  <a:pt x="59528" y="33136"/>
                </a:cubicBezTo>
                <a:cubicBezTo>
                  <a:pt x="59491" y="33136"/>
                  <a:pt x="59454" y="33136"/>
                  <a:pt x="59454" y="33136"/>
                </a:cubicBezTo>
                <a:cubicBezTo>
                  <a:pt x="59418" y="33136"/>
                  <a:pt x="59381" y="33211"/>
                  <a:pt x="59344" y="33211"/>
                </a:cubicBezTo>
                <a:cubicBezTo>
                  <a:pt x="59344" y="33361"/>
                  <a:pt x="59344" y="33437"/>
                  <a:pt x="59307" y="33512"/>
                </a:cubicBezTo>
                <a:cubicBezTo>
                  <a:pt x="59271" y="33662"/>
                  <a:pt x="59271" y="33737"/>
                  <a:pt x="59197" y="33813"/>
                </a:cubicBezTo>
                <a:cubicBezTo>
                  <a:pt x="59160" y="33813"/>
                  <a:pt x="59160" y="33813"/>
                  <a:pt x="59130" y="33813"/>
                </a:cubicBezTo>
                <a:cubicBezTo>
                  <a:pt x="59093" y="33813"/>
                  <a:pt x="59056" y="33813"/>
                  <a:pt x="59056" y="33813"/>
                </a:cubicBezTo>
                <a:cubicBezTo>
                  <a:pt x="59019" y="33813"/>
                  <a:pt x="58983" y="33888"/>
                  <a:pt x="58983" y="33963"/>
                </a:cubicBezTo>
                <a:cubicBezTo>
                  <a:pt x="58983" y="34038"/>
                  <a:pt x="59019" y="34101"/>
                  <a:pt x="59019" y="34176"/>
                </a:cubicBezTo>
                <a:cubicBezTo>
                  <a:pt x="59019" y="34251"/>
                  <a:pt x="59019" y="34251"/>
                  <a:pt x="59019" y="34251"/>
                </a:cubicBezTo>
                <a:cubicBezTo>
                  <a:pt x="59019" y="34326"/>
                  <a:pt x="59019" y="34402"/>
                  <a:pt x="58983" y="34402"/>
                </a:cubicBezTo>
                <a:cubicBezTo>
                  <a:pt x="58983" y="34402"/>
                  <a:pt x="58946" y="34402"/>
                  <a:pt x="58909" y="34402"/>
                </a:cubicBezTo>
                <a:cubicBezTo>
                  <a:pt x="58909" y="34477"/>
                  <a:pt x="58872" y="34477"/>
                  <a:pt x="58836" y="34477"/>
                </a:cubicBezTo>
                <a:cubicBezTo>
                  <a:pt x="58762" y="34552"/>
                  <a:pt x="58725" y="34627"/>
                  <a:pt x="58725" y="34778"/>
                </a:cubicBezTo>
                <a:cubicBezTo>
                  <a:pt x="58725" y="34928"/>
                  <a:pt x="58762" y="35003"/>
                  <a:pt x="58799" y="35154"/>
                </a:cubicBezTo>
                <a:cubicBezTo>
                  <a:pt x="58799" y="35216"/>
                  <a:pt x="58836" y="35216"/>
                  <a:pt x="58836" y="35291"/>
                </a:cubicBezTo>
                <a:cubicBezTo>
                  <a:pt x="58872" y="35291"/>
                  <a:pt x="58909" y="35291"/>
                  <a:pt x="58909" y="35291"/>
                </a:cubicBezTo>
                <a:cubicBezTo>
                  <a:pt x="58946" y="35367"/>
                  <a:pt x="58946" y="35367"/>
                  <a:pt x="58983" y="35442"/>
                </a:cubicBezTo>
                <a:cubicBezTo>
                  <a:pt x="58983" y="35442"/>
                  <a:pt x="58983" y="35517"/>
                  <a:pt x="58983" y="35592"/>
                </a:cubicBezTo>
                <a:cubicBezTo>
                  <a:pt x="58983" y="35592"/>
                  <a:pt x="58909" y="35667"/>
                  <a:pt x="58909" y="35743"/>
                </a:cubicBezTo>
                <a:cubicBezTo>
                  <a:pt x="58909" y="35818"/>
                  <a:pt x="58946" y="35818"/>
                  <a:pt x="58946" y="35893"/>
                </a:cubicBezTo>
                <a:cubicBezTo>
                  <a:pt x="58946" y="36043"/>
                  <a:pt x="58946" y="36043"/>
                  <a:pt x="58946" y="36043"/>
                </a:cubicBezTo>
                <a:cubicBezTo>
                  <a:pt x="58946" y="36119"/>
                  <a:pt x="58909" y="36119"/>
                  <a:pt x="58909" y="36256"/>
                </a:cubicBezTo>
                <a:cubicBezTo>
                  <a:pt x="58909" y="36256"/>
                  <a:pt x="58909" y="36256"/>
                  <a:pt x="58909" y="36332"/>
                </a:cubicBezTo>
                <a:cubicBezTo>
                  <a:pt x="58909" y="36407"/>
                  <a:pt x="58909" y="36407"/>
                  <a:pt x="58946" y="36482"/>
                </a:cubicBezTo>
                <a:cubicBezTo>
                  <a:pt x="58946" y="36557"/>
                  <a:pt x="58983" y="36557"/>
                  <a:pt x="58983" y="36632"/>
                </a:cubicBezTo>
                <a:cubicBezTo>
                  <a:pt x="59019" y="36708"/>
                  <a:pt x="59056" y="36783"/>
                  <a:pt x="59056" y="36933"/>
                </a:cubicBezTo>
                <a:cubicBezTo>
                  <a:pt x="59056" y="37159"/>
                  <a:pt x="59056" y="37159"/>
                  <a:pt x="59056" y="37159"/>
                </a:cubicBezTo>
                <a:cubicBezTo>
                  <a:pt x="58946" y="37159"/>
                  <a:pt x="58946" y="37159"/>
                  <a:pt x="58946" y="37159"/>
                </a:cubicBezTo>
                <a:cubicBezTo>
                  <a:pt x="58909" y="37159"/>
                  <a:pt x="58872" y="37234"/>
                  <a:pt x="58836" y="37234"/>
                </a:cubicBezTo>
                <a:cubicBezTo>
                  <a:pt x="58762" y="37234"/>
                  <a:pt x="58725" y="37234"/>
                  <a:pt x="58652" y="37234"/>
                </a:cubicBezTo>
                <a:cubicBezTo>
                  <a:pt x="58584" y="37234"/>
                  <a:pt x="58584" y="37234"/>
                  <a:pt x="58584" y="37234"/>
                </a:cubicBezTo>
                <a:cubicBezTo>
                  <a:pt x="58548" y="37234"/>
                  <a:pt x="58511" y="37234"/>
                  <a:pt x="58474" y="37234"/>
                </a:cubicBezTo>
                <a:cubicBezTo>
                  <a:pt x="58401" y="37234"/>
                  <a:pt x="58364" y="37234"/>
                  <a:pt x="58290" y="37234"/>
                </a:cubicBezTo>
                <a:cubicBezTo>
                  <a:pt x="58217" y="37234"/>
                  <a:pt x="58180" y="37234"/>
                  <a:pt x="58143" y="37234"/>
                </a:cubicBezTo>
                <a:cubicBezTo>
                  <a:pt x="58113" y="37297"/>
                  <a:pt x="58143" y="37372"/>
                  <a:pt x="58113" y="37372"/>
                </a:cubicBezTo>
                <a:cubicBezTo>
                  <a:pt x="58076" y="37447"/>
                  <a:pt x="58076" y="37447"/>
                  <a:pt x="58039" y="37447"/>
                </a:cubicBezTo>
                <a:cubicBezTo>
                  <a:pt x="58003" y="37522"/>
                  <a:pt x="57929" y="37447"/>
                  <a:pt x="57892" y="37522"/>
                </a:cubicBezTo>
                <a:cubicBezTo>
                  <a:pt x="57856" y="37597"/>
                  <a:pt x="57892" y="37673"/>
                  <a:pt x="57856" y="37673"/>
                </a:cubicBezTo>
                <a:cubicBezTo>
                  <a:pt x="57856" y="37748"/>
                  <a:pt x="57856" y="37748"/>
                  <a:pt x="57819" y="37823"/>
                </a:cubicBezTo>
                <a:cubicBezTo>
                  <a:pt x="57782" y="37973"/>
                  <a:pt x="57745" y="38049"/>
                  <a:pt x="57672" y="38049"/>
                </a:cubicBezTo>
                <a:cubicBezTo>
                  <a:pt x="57635" y="38049"/>
                  <a:pt x="57635" y="37973"/>
                  <a:pt x="57598" y="37973"/>
                </a:cubicBezTo>
                <a:cubicBezTo>
                  <a:pt x="57531" y="37973"/>
                  <a:pt x="57531" y="37973"/>
                  <a:pt x="57531" y="37973"/>
                </a:cubicBezTo>
                <a:cubicBezTo>
                  <a:pt x="57457" y="37973"/>
                  <a:pt x="57457" y="37973"/>
                  <a:pt x="57457" y="37973"/>
                </a:cubicBezTo>
                <a:cubicBezTo>
                  <a:pt x="57457" y="37973"/>
                  <a:pt x="57421" y="38049"/>
                  <a:pt x="57384" y="38049"/>
                </a:cubicBezTo>
                <a:cubicBezTo>
                  <a:pt x="57384" y="38049"/>
                  <a:pt x="57347" y="37973"/>
                  <a:pt x="57310" y="37973"/>
                </a:cubicBezTo>
                <a:cubicBezTo>
                  <a:pt x="57310" y="38274"/>
                  <a:pt x="57310" y="38274"/>
                  <a:pt x="57310" y="38274"/>
                </a:cubicBezTo>
                <a:cubicBezTo>
                  <a:pt x="57457" y="38412"/>
                  <a:pt x="57457" y="38412"/>
                  <a:pt x="57457" y="38412"/>
                </a:cubicBezTo>
                <a:cubicBezTo>
                  <a:pt x="57457" y="38863"/>
                  <a:pt x="57457" y="38863"/>
                  <a:pt x="57457" y="38863"/>
                </a:cubicBezTo>
                <a:cubicBezTo>
                  <a:pt x="57421" y="38863"/>
                  <a:pt x="57384" y="38863"/>
                  <a:pt x="57347" y="38863"/>
                </a:cubicBezTo>
                <a:cubicBezTo>
                  <a:pt x="57347" y="38863"/>
                  <a:pt x="57310" y="38938"/>
                  <a:pt x="57274" y="38938"/>
                </a:cubicBezTo>
                <a:cubicBezTo>
                  <a:pt x="57274" y="38938"/>
                  <a:pt x="57237" y="38938"/>
                  <a:pt x="57237" y="39014"/>
                </a:cubicBezTo>
                <a:cubicBezTo>
                  <a:pt x="57200" y="39014"/>
                  <a:pt x="57163" y="39089"/>
                  <a:pt x="57163" y="39089"/>
                </a:cubicBezTo>
                <a:cubicBezTo>
                  <a:pt x="57096" y="39164"/>
                  <a:pt x="57059" y="39239"/>
                  <a:pt x="57022" y="39314"/>
                </a:cubicBezTo>
                <a:cubicBezTo>
                  <a:pt x="56986" y="39314"/>
                  <a:pt x="56986" y="39377"/>
                  <a:pt x="56949" y="39452"/>
                </a:cubicBezTo>
                <a:cubicBezTo>
                  <a:pt x="56912" y="39452"/>
                  <a:pt x="56912" y="39527"/>
                  <a:pt x="56875" y="39527"/>
                </a:cubicBezTo>
                <a:cubicBezTo>
                  <a:pt x="56802" y="39527"/>
                  <a:pt x="56802" y="39527"/>
                  <a:pt x="56802" y="39527"/>
                </a:cubicBezTo>
                <a:cubicBezTo>
                  <a:pt x="56728" y="39527"/>
                  <a:pt x="56655" y="39527"/>
                  <a:pt x="56581" y="39527"/>
                </a:cubicBezTo>
                <a:cubicBezTo>
                  <a:pt x="56581" y="40417"/>
                  <a:pt x="56581" y="40417"/>
                  <a:pt x="56581" y="40417"/>
                </a:cubicBezTo>
                <a:cubicBezTo>
                  <a:pt x="56477" y="40417"/>
                  <a:pt x="56404" y="40417"/>
                  <a:pt x="56294" y="40417"/>
                </a:cubicBezTo>
                <a:lnTo>
                  <a:pt x="56257" y="40492"/>
                </a:lnTo>
                <a:cubicBezTo>
                  <a:pt x="56220" y="40492"/>
                  <a:pt x="56183" y="40492"/>
                  <a:pt x="56183" y="40492"/>
                </a:cubicBezTo>
                <a:cubicBezTo>
                  <a:pt x="56183" y="40944"/>
                  <a:pt x="56183" y="40944"/>
                  <a:pt x="56183" y="40944"/>
                </a:cubicBezTo>
                <a:cubicBezTo>
                  <a:pt x="55932" y="40944"/>
                  <a:pt x="55932" y="40944"/>
                  <a:pt x="55932" y="40944"/>
                </a:cubicBezTo>
                <a:cubicBezTo>
                  <a:pt x="55895" y="40944"/>
                  <a:pt x="55859" y="40868"/>
                  <a:pt x="55822" y="40868"/>
                </a:cubicBezTo>
                <a:cubicBezTo>
                  <a:pt x="55785" y="40868"/>
                  <a:pt x="55748" y="40868"/>
                  <a:pt x="55712" y="40868"/>
                </a:cubicBezTo>
                <a:cubicBezTo>
                  <a:pt x="55675" y="40868"/>
                  <a:pt x="55638" y="40868"/>
                  <a:pt x="55601" y="40868"/>
                </a:cubicBezTo>
                <a:cubicBezTo>
                  <a:pt x="55601" y="40793"/>
                  <a:pt x="55638" y="40718"/>
                  <a:pt x="55601" y="40718"/>
                </a:cubicBezTo>
                <a:cubicBezTo>
                  <a:pt x="55601" y="40643"/>
                  <a:pt x="55565" y="40568"/>
                  <a:pt x="55534" y="40568"/>
                </a:cubicBezTo>
                <a:cubicBezTo>
                  <a:pt x="55497" y="40568"/>
                  <a:pt x="55460" y="40568"/>
                  <a:pt x="55424" y="40568"/>
                </a:cubicBezTo>
                <a:cubicBezTo>
                  <a:pt x="55424" y="41019"/>
                  <a:pt x="55424" y="41019"/>
                  <a:pt x="55424" y="41019"/>
                </a:cubicBezTo>
                <a:cubicBezTo>
                  <a:pt x="55460" y="41094"/>
                  <a:pt x="55497" y="41094"/>
                  <a:pt x="55565" y="41094"/>
                </a:cubicBezTo>
                <a:cubicBezTo>
                  <a:pt x="55497" y="41395"/>
                  <a:pt x="55497" y="41395"/>
                  <a:pt x="55497" y="41395"/>
                </a:cubicBezTo>
                <a:cubicBezTo>
                  <a:pt x="55534" y="41533"/>
                  <a:pt x="55534" y="41533"/>
                  <a:pt x="55534" y="41533"/>
                </a:cubicBezTo>
                <a:cubicBezTo>
                  <a:pt x="55534" y="41758"/>
                  <a:pt x="55534" y="41758"/>
                  <a:pt x="55534" y="41758"/>
                </a:cubicBezTo>
                <a:cubicBezTo>
                  <a:pt x="55424" y="41758"/>
                  <a:pt x="55387" y="41758"/>
                  <a:pt x="55313" y="41758"/>
                </a:cubicBezTo>
                <a:cubicBezTo>
                  <a:pt x="55277" y="41758"/>
                  <a:pt x="55240" y="41683"/>
                  <a:pt x="55240" y="41683"/>
                </a:cubicBezTo>
                <a:cubicBezTo>
                  <a:pt x="55203" y="41683"/>
                  <a:pt x="55166" y="41683"/>
                  <a:pt x="55166" y="41683"/>
                </a:cubicBezTo>
                <a:cubicBezTo>
                  <a:pt x="55130" y="41683"/>
                  <a:pt x="55130" y="41683"/>
                  <a:pt x="55093" y="41683"/>
                </a:cubicBezTo>
                <a:cubicBezTo>
                  <a:pt x="55062" y="41683"/>
                  <a:pt x="55019" y="41683"/>
                  <a:pt x="54989" y="41683"/>
                </a:cubicBezTo>
                <a:cubicBezTo>
                  <a:pt x="54989" y="41683"/>
                  <a:pt x="54952" y="41608"/>
                  <a:pt x="54915" y="41608"/>
                </a:cubicBezTo>
                <a:cubicBezTo>
                  <a:pt x="54915" y="41533"/>
                  <a:pt x="54915" y="41470"/>
                  <a:pt x="54879" y="41470"/>
                </a:cubicBezTo>
                <a:cubicBezTo>
                  <a:pt x="54842" y="41470"/>
                  <a:pt x="54805" y="41533"/>
                  <a:pt x="54768" y="41533"/>
                </a:cubicBezTo>
                <a:cubicBezTo>
                  <a:pt x="54732" y="41533"/>
                  <a:pt x="54695" y="41533"/>
                  <a:pt x="54695" y="41533"/>
                </a:cubicBezTo>
                <a:cubicBezTo>
                  <a:pt x="54621" y="41533"/>
                  <a:pt x="54584" y="41608"/>
                  <a:pt x="54548" y="41683"/>
                </a:cubicBezTo>
                <a:cubicBezTo>
                  <a:pt x="54517" y="41683"/>
                  <a:pt x="54480" y="41683"/>
                  <a:pt x="54480" y="41758"/>
                </a:cubicBezTo>
                <a:cubicBezTo>
                  <a:pt x="54480" y="41833"/>
                  <a:pt x="54444" y="41833"/>
                  <a:pt x="54444" y="41909"/>
                </a:cubicBezTo>
                <a:cubicBezTo>
                  <a:pt x="54444" y="41984"/>
                  <a:pt x="54480" y="41984"/>
                  <a:pt x="54480" y="42059"/>
                </a:cubicBezTo>
                <a:cubicBezTo>
                  <a:pt x="54517" y="42059"/>
                  <a:pt x="54548" y="42059"/>
                  <a:pt x="54548" y="42059"/>
                </a:cubicBezTo>
                <a:cubicBezTo>
                  <a:pt x="54584" y="42059"/>
                  <a:pt x="54584" y="42134"/>
                  <a:pt x="54621" y="42209"/>
                </a:cubicBezTo>
                <a:cubicBezTo>
                  <a:pt x="54621" y="42209"/>
                  <a:pt x="54658" y="42209"/>
                  <a:pt x="54695" y="42285"/>
                </a:cubicBezTo>
                <a:cubicBezTo>
                  <a:pt x="54695" y="42285"/>
                  <a:pt x="54732" y="42360"/>
                  <a:pt x="54768" y="42360"/>
                </a:cubicBezTo>
                <a:cubicBezTo>
                  <a:pt x="54805" y="42360"/>
                  <a:pt x="54842" y="42360"/>
                  <a:pt x="54915" y="42360"/>
                </a:cubicBezTo>
                <a:cubicBezTo>
                  <a:pt x="54989" y="42360"/>
                  <a:pt x="54989" y="42360"/>
                  <a:pt x="54989" y="42360"/>
                </a:cubicBezTo>
                <a:cubicBezTo>
                  <a:pt x="55019" y="42360"/>
                  <a:pt x="55019" y="42435"/>
                  <a:pt x="55062" y="42435"/>
                </a:cubicBezTo>
                <a:cubicBezTo>
                  <a:pt x="55093" y="42498"/>
                  <a:pt x="55093" y="42498"/>
                  <a:pt x="55130" y="42573"/>
                </a:cubicBezTo>
                <a:cubicBezTo>
                  <a:pt x="55130" y="42573"/>
                  <a:pt x="55166" y="42573"/>
                  <a:pt x="55203" y="42648"/>
                </a:cubicBezTo>
                <a:cubicBezTo>
                  <a:pt x="55203" y="42648"/>
                  <a:pt x="55240" y="42723"/>
                  <a:pt x="55240" y="42798"/>
                </a:cubicBezTo>
                <a:cubicBezTo>
                  <a:pt x="55277" y="42874"/>
                  <a:pt x="55350" y="42949"/>
                  <a:pt x="55387" y="43024"/>
                </a:cubicBezTo>
                <a:cubicBezTo>
                  <a:pt x="55387" y="43763"/>
                  <a:pt x="55387" y="43763"/>
                  <a:pt x="55387" y="43763"/>
                </a:cubicBezTo>
                <a:cubicBezTo>
                  <a:pt x="55424" y="43839"/>
                  <a:pt x="55424" y="43839"/>
                  <a:pt x="55424" y="43914"/>
                </a:cubicBezTo>
                <a:cubicBezTo>
                  <a:pt x="55460" y="43914"/>
                  <a:pt x="55497" y="43989"/>
                  <a:pt x="55497" y="43989"/>
                </a:cubicBezTo>
                <a:cubicBezTo>
                  <a:pt x="55565" y="44064"/>
                  <a:pt x="55601" y="44064"/>
                  <a:pt x="55638" y="44139"/>
                </a:cubicBezTo>
                <a:cubicBezTo>
                  <a:pt x="55675" y="44139"/>
                  <a:pt x="55712" y="44290"/>
                  <a:pt x="55712" y="44365"/>
                </a:cubicBezTo>
                <a:cubicBezTo>
                  <a:pt x="55712" y="44440"/>
                  <a:pt x="55675" y="44515"/>
                  <a:pt x="55675" y="44578"/>
                </a:cubicBezTo>
                <a:cubicBezTo>
                  <a:pt x="55675" y="44653"/>
                  <a:pt x="55638" y="44728"/>
                  <a:pt x="55638" y="44804"/>
                </a:cubicBezTo>
                <a:cubicBezTo>
                  <a:pt x="55638" y="45029"/>
                  <a:pt x="55675" y="45104"/>
                  <a:pt x="55712" y="45330"/>
                </a:cubicBezTo>
                <a:cubicBezTo>
                  <a:pt x="55712" y="45405"/>
                  <a:pt x="55712" y="45480"/>
                  <a:pt x="55712" y="45556"/>
                </a:cubicBezTo>
                <a:cubicBezTo>
                  <a:pt x="55712" y="45631"/>
                  <a:pt x="55712" y="45693"/>
                  <a:pt x="55712" y="45769"/>
                </a:cubicBezTo>
                <a:cubicBezTo>
                  <a:pt x="55675" y="45919"/>
                  <a:pt x="55565" y="45919"/>
                  <a:pt x="55497" y="46069"/>
                </a:cubicBezTo>
                <a:cubicBezTo>
                  <a:pt x="55497" y="46069"/>
                  <a:pt x="55497" y="46145"/>
                  <a:pt x="55497" y="46220"/>
                </a:cubicBezTo>
                <a:cubicBezTo>
                  <a:pt x="55460" y="46220"/>
                  <a:pt x="55460" y="46220"/>
                  <a:pt x="55424" y="46295"/>
                </a:cubicBezTo>
                <a:cubicBezTo>
                  <a:pt x="55350" y="46370"/>
                  <a:pt x="55313" y="46445"/>
                  <a:pt x="55203" y="46445"/>
                </a:cubicBezTo>
                <a:cubicBezTo>
                  <a:pt x="55130" y="46445"/>
                  <a:pt x="55130" y="46445"/>
                  <a:pt x="55130" y="46445"/>
                </a:cubicBezTo>
                <a:cubicBezTo>
                  <a:pt x="55093" y="46445"/>
                  <a:pt x="55093" y="46370"/>
                  <a:pt x="55062" y="46370"/>
                </a:cubicBezTo>
                <a:cubicBezTo>
                  <a:pt x="55019" y="46370"/>
                  <a:pt x="54989" y="46295"/>
                  <a:pt x="54915" y="46295"/>
                </a:cubicBezTo>
                <a:lnTo>
                  <a:pt x="54879" y="46295"/>
                </a:lnTo>
                <a:cubicBezTo>
                  <a:pt x="54805" y="46295"/>
                  <a:pt x="54768" y="46295"/>
                  <a:pt x="54695" y="46295"/>
                </a:cubicBezTo>
                <a:cubicBezTo>
                  <a:pt x="54658" y="46295"/>
                  <a:pt x="54658" y="46220"/>
                  <a:pt x="54621" y="46145"/>
                </a:cubicBezTo>
                <a:cubicBezTo>
                  <a:pt x="54584" y="46145"/>
                  <a:pt x="54584" y="46069"/>
                  <a:pt x="54548" y="45994"/>
                </a:cubicBezTo>
                <a:cubicBezTo>
                  <a:pt x="54517" y="45994"/>
                  <a:pt x="54517" y="45994"/>
                  <a:pt x="54480" y="45994"/>
                </a:cubicBezTo>
                <a:cubicBezTo>
                  <a:pt x="53862" y="45994"/>
                  <a:pt x="53862" y="45994"/>
                  <a:pt x="53862" y="45994"/>
                </a:cubicBezTo>
                <a:cubicBezTo>
                  <a:pt x="53788" y="45994"/>
                  <a:pt x="53751" y="45919"/>
                  <a:pt x="53678" y="45919"/>
                </a:cubicBezTo>
                <a:cubicBezTo>
                  <a:pt x="53641" y="45919"/>
                  <a:pt x="53604" y="45994"/>
                  <a:pt x="53568" y="45919"/>
                </a:cubicBezTo>
                <a:cubicBezTo>
                  <a:pt x="53531" y="45919"/>
                  <a:pt x="53531" y="45769"/>
                  <a:pt x="53500" y="45769"/>
                </a:cubicBezTo>
                <a:cubicBezTo>
                  <a:pt x="53457" y="45769"/>
                  <a:pt x="53457" y="45769"/>
                  <a:pt x="53457" y="45769"/>
                </a:cubicBezTo>
                <a:cubicBezTo>
                  <a:pt x="53427" y="45844"/>
                  <a:pt x="53390" y="45844"/>
                  <a:pt x="53390" y="45844"/>
                </a:cubicBezTo>
                <a:cubicBezTo>
                  <a:pt x="53353" y="45919"/>
                  <a:pt x="53390" y="45994"/>
                  <a:pt x="53390" y="45994"/>
                </a:cubicBezTo>
                <a:cubicBezTo>
                  <a:pt x="53353" y="46069"/>
                  <a:pt x="53353" y="46145"/>
                  <a:pt x="53353" y="46145"/>
                </a:cubicBezTo>
                <a:cubicBezTo>
                  <a:pt x="52986" y="46145"/>
                  <a:pt x="52986" y="46145"/>
                  <a:pt x="52986" y="46145"/>
                </a:cubicBezTo>
                <a:cubicBezTo>
                  <a:pt x="52955" y="46295"/>
                  <a:pt x="52955" y="46295"/>
                  <a:pt x="52955" y="46295"/>
                </a:cubicBezTo>
                <a:cubicBezTo>
                  <a:pt x="52986" y="46370"/>
                  <a:pt x="52986" y="46445"/>
                  <a:pt x="52986" y="46445"/>
                </a:cubicBezTo>
                <a:cubicBezTo>
                  <a:pt x="53029" y="46521"/>
                  <a:pt x="53059" y="46521"/>
                  <a:pt x="53059" y="46596"/>
                </a:cubicBezTo>
                <a:cubicBezTo>
                  <a:pt x="53096" y="46596"/>
                  <a:pt x="53096" y="46659"/>
                  <a:pt x="53096" y="46746"/>
                </a:cubicBezTo>
                <a:cubicBezTo>
                  <a:pt x="53096" y="46884"/>
                  <a:pt x="53096" y="46884"/>
                  <a:pt x="53059" y="46959"/>
                </a:cubicBezTo>
                <a:cubicBezTo>
                  <a:pt x="53059" y="47110"/>
                  <a:pt x="53029" y="47185"/>
                  <a:pt x="53029" y="47335"/>
                </a:cubicBezTo>
                <a:cubicBezTo>
                  <a:pt x="53029" y="47410"/>
                  <a:pt x="53029" y="47486"/>
                  <a:pt x="53029" y="47636"/>
                </a:cubicBezTo>
                <a:cubicBezTo>
                  <a:pt x="53059" y="47636"/>
                  <a:pt x="53059" y="47711"/>
                  <a:pt x="53059" y="47711"/>
                </a:cubicBezTo>
                <a:cubicBezTo>
                  <a:pt x="53096" y="47774"/>
                  <a:pt x="53133" y="47849"/>
                  <a:pt x="53133" y="47924"/>
                </a:cubicBezTo>
                <a:cubicBezTo>
                  <a:pt x="53133" y="48739"/>
                  <a:pt x="53133" y="48739"/>
                  <a:pt x="53133" y="48739"/>
                </a:cubicBezTo>
                <a:cubicBezTo>
                  <a:pt x="53133" y="48814"/>
                  <a:pt x="53133" y="48814"/>
                  <a:pt x="53096" y="48889"/>
                </a:cubicBezTo>
                <a:cubicBezTo>
                  <a:pt x="53096" y="48965"/>
                  <a:pt x="53059" y="48965"/>
                  <a:pt x="53029" y="48965"/>
                </a:cubicBezTo>
                <a:cubicBezTo>
                  <a:pt x="53029" y="49040"/>
                  <a:pt x="53029" y="49115"/>
                  <a:pt x="52986" y="49115"/>
                </a:cubicBezTo>
                <a:cubicBezTo>
                  <a:pt x="52955" y="49265"/>
                  <a:pt x="52918" y="49416"/>
                  <a:pt x="52918" y="49566"/>
                </a:cubicBezTo>
                <a:cubicBezTo>
                  <a:pt x="52918" y="49641"/>
                  <a:pt x="52918" y="49641"/>
                  <a:pt x="52918" y="49716"/>
                </a:cubicBezTo>
                <a:cubicBezTo>
                  <a:pt x="52918" y="49792"/>
                  <a:pt x="52955" y="49792"/>
                  <a:pt x="52986" y="49854"/>
                </a:cubicBezTo>
                <a:cubicBezTo>
                  <a:pt x="52986" y="50005"/>
                  <a:pt x="52986" y="50005"/>
                  <a:pt x="52986" y="50005"/>
                </a:cubicBezTo>
                <a:cubicBezTo>
                  <a:pt x="53029" y="50080"/>
                  <a:pt x="53059" y="50080"/>
                  <a:pt x="53059" y="50155"/>
                </a:cubicBezTo>
                <a:cubicBezTo>
                  <a:pt x="53059" y="50306"/>
                  <a:pt x="53059" y="50306"/>
                  <a:pt x="53059" y="50306"/>
                </a:cubicBezTo>
                <a:cubicBezTo>
                  <a:pt x="53059" y="50456"/>
                  <a:pt x="53059" y="50456"/>
                  <a:pt x="53059" y="50456"/>
                </a:cubicBezTo>
                <a:cubicBezTo>
                  <a:pt x="53059" y="50531"/>
                  <a:pt x="53029" y="50531"/>
                  <a:pt x="52986" y="50606"/>
                </a:cubicBezTo>
                <a:cubicBezTo>
                  <a:pt x="52986" y="50681"/>
                  <a:pt x="52986" y="50757"/>
                  <a:pt x="52986" y="50819"/>
                </a:cubicBezTo>
                <a:cubicBezTo>
                  <a:pt x="52986" y="50970"/>
                  <a:pt x="52986" y="51045"/>
                  <a:pt x="52986" y="51195"/>
                </a:cubicBezTo>
                <a:cubicBezTo>
                  <a:pt x="53206" y="51195"/>
                  <a:pt x="53206" y="51195"/>
                  <a:pt x="53206" y="51195"/>
                </a:cubicBezTo>
                <a:cubicBezTo>
                  <a:pt x="53280" y="51195"/>
                  <a:pt x="53316" y="51120"/>
                  <a:pt x="53390" y="51120"/>
                </a:cubicBezTo>
                <a:cubicBezTo>
                  <a:pt x="53390" y="51120"/>
                  <a:pt x="53427" y="51120"/>
                  <a:pt x="53457" y="51195"/>
                </a:cubicBezTo>
                <a:cubicBezTo>
                  <a:pt x="53457" y="51195"/>
                  <a:pt x="53457" y="51271"/>
                  <a:pt x="53500" y="51346"/>
                </a:cubicBezTo>
                <a:cubicBezTo>
                  <a:pt x="53531" y="51346"/>
                  <a:pt x="53568" y="51346"/>
                  <a:pt x="53604" y="51346"/>
                </a:cubicBezTo>
                <a:cubicBezTo>
                  <a:pt x="53678" y="51346"/>
                  <a:pt x="53715" y="51271"/>
                  <a:pt x="53788" y="51271"/>
                </a:cubicBezTo>
                <a:cubicBezTo>
                  <a:pt x="53825" y="51271"/>
                  <a:pt x="53825" y="51346"/>
                  <a:pt x="53862" y="51346"/>
                </a:cubicBezTo>
                <a:cubicBezTo>
                  <a:pt x="53862" y="51346"/>
                  <a:pt x="53898" y="51421"/>
                  <a:pt x="53935" y="51421"/>
                </a:cubicBezTo>
                <a:cubicBezTo>
                  <a:pt x="53935" y="51421"/>
                  <a:pt x="53972" y="51421"/>
                  <a:pt x="53972" y="51496"/>
                </a:cubicBezTo>
                <a:cubicBezTo>
                  <a:pt x="54045" y="51496"/>
                  <a:pt x="54045" y="51496"/>
                  <a:pt x="54045" y="51496"/>
                </a:cubicBezTo>
                <a:cubicBezTo>
                  <a:pt x="54076" y="51571"/>
                  <a:pt x="54076" y="51646"/>
                  <a:pt x="54113" y="51646"/>
                </a:cubicBezTo>
                <a:cubicBezTo>
                  <a:pt x="54113" y="51722"/>
                  <a:pt x="54150" y="51797"/>
                  <a:pt x="54150" y="51797"/>
                </a:cubicBezTo>
                <a:cubicBezTo>
                  <a:pt x="54186" y="51872"/>
                  <a:pt x="54150" y="51935"/>
                  <a:pt x="54186" y="51935"/>
                </a:cubicBezTo>
                <a:cubicBezTo>
                  <a:pt x="54186" y="52010"/>
                  <a:pt x="54223" y="52010"/>
                  <a:pt x="54260" y="52085"/>
                </a:cubicBezTo>
                <a:cubicBezTo>
                  <a:pt x="54297" y="51872"/>
                  <a:pt x="54297" y="51872"/>
                  <a:pt x="54297" y="51872"/>
                </a:cubicBezTo>
                <a:cubicBezTo>
                  <a:pt x="54223" y="51872"/>
                  <a:pt x="54223" y="51872"/>
                  <a:pt x="54223" y="51872"/>
                </a:cubicBezTo>
                <a:cubicBezTo>
                  <a:pt x="54223" y="51872"/>
                  <a:pt x="54260" y="51797"/>
                  <a:pt x="54297" y="51797"/>
                </a:cubicBezTo>
                <a:cubicBezTo>
                  <a:pt x="54333" y="51797"/>
                  <a:pt x="54370" y="51797"/>
                  <a:pt x="54444" y="51797"/>
                </a:cubicBezTo>
                <a:cubicBezTo>
                  <a:pt x="54480" y="51797"/>
                  <a:pt x="54517" y="51722"/>
                  <a:pt x="54548" y="51722"/>
                </a:cubicBezTo>
                <a:cubicBezTo>
                  <a:pt x="54584" y="51722"/>
                  <a:pt x="54621" y="51646"/>
                  <a:pt x="54621" y="51571"/>
                </a:cubicBezTo>
                <a:cubicBezTo>
                  <a:pt x="54695" y="51496"/>
                  <a:pt x="54732" y="51496"/>
                  <a:pt x="54768" y="51421"/>
                </a:cubicBezTo>
                <a:cubicBezTo>
                  <a:pt x="54805" y="51346"/>
                  <a:pt x="54805" y="51271"/>
                  <a:pt x="54842" y="51271"/>
                </a:cubicBezTo>
                <a:cubicBezTo>
                  <a:pt x="54879" y="51195"/>
                  <a:pt x="54915" y="51120"/>
                  <a:pt x="54989" y="51120"/>
                </a:cubicBezTo>
                <a:cubicBezTo>
                  <a:pt x="55019" y="51120"/>
                  <a:pt x="55062" y="51120"/>
                  <a:pt x="55130" y="51120"/>
                </a:cubicBezTo>
                <a:cubicBezTo>
                  <a:pt x="55166" y="51120"/>
                  <a:pt x="55166" y="51045"/>
                  <a:pt x="55203" y="51045"/>
                </a:cubicBezTo>
                <a:cubicBezTo>
                  <a:pt x="55240" y="51045"/>
                  <a:pt x="55240" y="51045"/>
                  <a:pt x="55277" y="50970"/>
                </a:cubicBezTo>
                <a:cubicBezTo>
                  <a:pt x="55350" y="50907"/>
                  <a:pt x="55350" y="50819"/>
                  <a:pt x="55387" y="50681"/>
                </a:cubicBezTo>
                <a:cubicBezTo>
                  <a:pt x="55460" y="50531"/>
                  <a:pt x="55497" y="50456"/>
                  <a:pt x="55601" y="50381"/>
                </a:cubicBezTo>
                <a:cubicBezTo>
                  <a:pt x="55638" y="50381"/>
                  <a:pt x="55675" y="50306"/>
                  <a:pt x="55748" y="50306"/>
                </a:cubicBezTo>
                <a:cubicBezTo>
                  <a:pt x="55822" y="50306"/>
                  <a:pt x="55859" y="50306"/>
                  <a:pt x="55969" y="50306"/>
                </a:cubicBezTo>
                <a:cubicBezTo>
                  <a:pt x="56006" y="50306"/>
                  <a:pt x="56036" y="50306"/>
                  <a:pt x="56110" y="50306"/>
                </a:cubicBezTo>
                <a:cubicBezTo>
                  <a:pt x="56110" y="49792"/>
                  <a:pt x="56110" y="49792"/>
                  <a:pt x="56110" y="49792"/>
                </a:cubicBezTo>
                <a:cubicBezTo>
                  <a:pt x="56110" y="49716"/>
                  <a:pt x="56073" y="49716"/>
                  <a:pt x="56073" y="49641"/>
                </a:cubicBezTo>
                <a:cubicBezTo>
                  <a:pt x="56036" y="49641"/>
                  <a:pt x="56036" y="49566"/>
                  <a:pt x="56006" y="49566"/>
                </a:cubicBezTo>
                <a:cubicBezTo>
                  <a:pt x="55969" y="49491"/>
                  <a:pt x="55932" y="49491"/>
                  <a:pt x="55932" y="49416"/>
                </a:cubicBezTo>
                <a:cubicBezTo>
                  <a:pt x="55932" y="49340"/>
                  <a:pt x="55932" y="49265"/>
                  <a:pt x="55932" y="49190"/>
                </a:cubicBezTo>
                <a:cubicBezTo>
                  <a:pt x="55969" y="49115"/>
                  <a:pt x="55969" y="49115"/>
                  <a:pt x="56006" y="49040"/>
                </a:cubicBezTo>
                <a:cubicBezTo>
                  <a:pt x="56036" y="48889"/>
                  <a:pt x="56036" y="48814"/>
                  <a:pt x="56073" y="48676"/>
                </a:cubicBezTo>
                <a:cubicBezTo>
                  <a:pt x="56110" y="48601"/>
                  <a:pt x="56110" y="48601"/>
                  <a:pt x="56110" y="48601"/>
                </a:cubicBezTo>
                <a:cubicBezTo>
                  <a:pt x="56147" y="48526"/>
                  <a:pt x="56147" y="48451"/>
                  <a:pt x="56147" y="48451"/>
                </a:cubicBezTo>
                <a:cubicBezTo>
                  <a:pt x="56183" y="48375"/>
                  <a:pt x="56183" y="48300"/>
                  <a:pt x="56183" y="48300"/>
                </a:cubicBezTo>
                <a:cubicBezTo>
                  <a:pt x="56220" y="48225"/>
                  <a:pt x="56220" y="48300"/>
                  <a:pt x="56257" y="48300"/>
                </a:cubicBezTo>
                <a:cubicBezTo>
                  <a:pt x="56294" y="48225"/>
                  <a:pt x="56367" y="48300"/>
                  <a:pt x="56404" y="48225"/>
                </a:cubicBezTo>
                <a:cubicBezTo>
                  <a:pt x="56441" y="48225"/>
                  <a:pt x="56441" y="48150"/>
                  <a:pt x="56441" y="48075"/>
                </a:cubicBezTo>
                <a:cubicBezTo>
                  <a:pt x="56477" y="48075"/>
                  <a:pt x="56477" y="48000"/>
                  <a:pt x="56514" y="47924"/>
                </a:cubicBezTo>
                <a:cubicBezTo>
                  <a:pt x="56514" y="47924"/>
                  <a:pt x="56551" y="47924"/>
                  <a:pt x="56581" y="47924"/>
                </a:cubicBezTo>
                <a:cubicBezTo>
                  <a:pt x="56581" y="47924"/>
                  <a:pt x="56618" y="47924"/>
                  <a:pt x="56655" y="47924"/>
                </a:cubicBezTo>
                <a:cubicBezTo>
                  <a:pt x="56655" y="47924"/>
                  <a:pt x="56655" y="47774"/>
                  <a:pt x="56692" y="47774"/>
                </a:cubicBezTo>
                <a:cubicBezTo>
                  <a:pt x="56728" y="47774"/>
                  <a:pt x="56728" y="47774"/>
                  <a:pt x="56765" y="47774"/>
                </a:cubicBezTo>
                <a:cubicBezTo>
                  <a:pt x="56802" y="47774"/>
                  <a:pt x="56802" y="47711"/>
                  <a:pt x="56839" y="47711"/>
                </a:cubicBezTo>
                <a:cubicBezTo>
                  <a:pt x="56912" y="47711"/>
                  <a:pt x="56949" y="47711"/>
                  <a:pt x="57059" y="47711"/>
                </a:cubicBezTo>
                <a:cubicBezTo>
                  <a:pt x="57096" y="47711"/>
                  <a:pt x="57127" y="47711"/>
                  <a:pt x="57200" y="47711"/>
                </a:cubicBezTo>
                <a:cubicBezTo>
                  <a:pt x="57200" y="47260"/>
                  <a:pt x="57200" y="47260"/>
                  <a:pt x="57200" y="47260"/>
                </a:cubicBezTo>
                <a:cubicBezTo>
                  <a:pt x="57200" y="47110"/>
                  <a:pt x="57200" y="47110"/>
                  <a:pt x="57200" y="47110"/>
                </a:cubicBezTo>
                <a:cubicBezTo>
                  <a:pt x="57163" y="46959"/>
                  <a:pt x="57163" y="46884"/>
                  <a:pt x="57163" y="46809"/>
                </a:cubicBezTo>
                <a:cubicBezTo>
                  <a:pt x="57163" y="46746"/>
                  <a:pt x="57163" y="46746"/>
                  <a:pt x="57163" y="46659"/>
                </a:cubicBezTo>
                <a:cubicBezTo>
                  <a:pt x="57163" y="46521"/>
                  <a:pt x="57163" y="46445"/>
                  <a:pt x="57163" y="46370"/>
                </a:cubicBezTo>
                <a:cubicBezTo>
                  <a:pt x="57163" y="46295"/>
                  <a:pt x="57200" y="46295"/>
                  <a:pt x="57200" y="46220"/>
                </a:cubicBezTo>
                <a:cubicBezTo>
                  <a:pt x="57237" y="46145"/>
                  <a:pt x="57274" y="46145"/>
                  <a:pt x="57347" y="46145"/>
                </a:cubicBezTo>
                <a:cubicBezTo>
                  <a:pt x="57384" y="46145"/>
                  <a:pt x="57421" y="46069"/>
                  <a:pt x="57457" y="46069"/>
                </a:cubicBezTo>
                <a:cubicBezTo>
                  <a:pt x="57531" y="46069"/>
                  <a:pt x="57568" y="46145"/>
                  <a:pt x="57635" y="46145"/>
                </a:cubicBezTo>
                <a:cubicBezTo>
                  <a:pt x="57635" y="46145"/>
                  <a:pt x="57672" y="46145"/>
                  <a:pt x="57709" y="46145"/>
                </a:cubicBezTo>
                <a:cubicBezTo>
                  <a:pt x="57782" y="46220"/>
                  <a:pt x="57819" y="46295"/>
                  <a:pt x="57892" y="46370"/>
                </a:cubicBezTo>
                <a:cubicBezTo>
                  <a:pt x="57966" y="46445"/>
                  <a:pt x="58003" y="46445"/>
                  <a:pt x="58076" y="46445"/>
                </a:cubicBezTo>
                <a:cubicBezTo>
                  <a:pt x="58180" y="46445"/>
                  <a:pt x="58180" y="46445"/>
                  <a:pt x="58180" y="46445"/>
                </a:cubicBezTo>
                <a:cubicBezTo>
                  <a:pt x="58217" y="46445"/>
                  <a:pt x="58217" y="46370"/>
                  <a:pt x="58254" y="46370"/>
                </a:cubicBezTo>
                <a:cubicBezTo>
                  <a:pt x="58290" y="46370"/>
                  <a:pt x="58290" y="46445"/>
                  <a:pt x="58327" y="46445"/>
                </a:cubicBezTo>
                <a:cubicBezTo>
                  <a:pt x="58327" y="46295"/>
                  <a:pt x="58327" y="46220"/>
                  <a:pt x="58327" y="46145"/>
                </a:cubicBezTo>
                <a:cubicBezTo>
                  <a:pt x="58327" y="46145"/>
                  <a:pt x="58327" y="46069"/>
                  <a:pt x="58327" y="45994"/>
                </a:cubicBezTo>
                <a:cubicBezTo>
                  <a:pt x="58364" y="45994"/>
                  <a:pt x="58401" y="45919"/>
                  <a:pt x="58401" y="45919"/>
                </a:cubicBezTo>
                <a:cubicBezTo>
                  <a:pt x="58437" y="45844"/>
                  <a:pt x="58437" y="45769"/>
                  <a:pt x="58474" y="45769"/>
                </a:cubicBezTo>
                <a:cubicBezTo>
                  <a:pt x="58474" y="45769"/>
                  <a:pt x="58511" y="45769"/>
                  <a:pt x="58548" y="45769"/>
                </a:cubicBezTo>
                <a:cubicBezTo>
                  <a:pt x="58621" y="45769"/>
                  <a:pt x="58621" y="45769"/>
                  <a:pt x="58621" y="45769"/>
                </a:cubicBezTo>
                <a:cubicBezTo>
                  <a:pt x="58652" y="45769"/>
                  <a:pt x="58689" y="45769"/>
                  <a:pt x="58725" y="45769"/>
                </a:cubicBezTo>
                <a:cubicBezTo>
                  <a:pt x="58762" y="45769"/>
                  <a:pt x="58762" y="45693"/>
                  <a:pt x="58799" y="45693"/>
                </a:cubicBezTo>
                <a:cubicBezTo>
                  <a:pt x="58836" y="45631"/>
                  <a:pt x="58872" y="45631"/>
                  <a:pt x="58872" y="45556"/>
                </a:cubicBezTo>
                <a:cubicBezTo>
                  <a:pt x="58909" y="45556"/>
                  <a:pt x="58909" y="45480"/>
                  <a:pt x="58946" y="45480"/>
                </a:cubicBezTo>
                <a:cubicBezTo>
                  <a:pt x="58983" y="45405"/>
                  <a:pt x="58983" y="45330"/>
                  <a:pt x="59019" y="45330"/>
                </a:cubicBezTo>
                <a:cubicBezTo>
                  <a:pt x="59056" y="45330"/>
                  <a:pt x="59056" y="45330"/>
                  <a:pt x="59093" y="45330"/>
                </a:cubicBezTo>
                <a:cubicBezTo>
                  <a:pt x="59160" y="45330"/>
                  <a:pt x="59197" y="45405"/>
                  <a:pt x="59234" y="45480"/>
                </a:cubicBezTo>
                <a:cubicBezTo>
                  <a:pt x="59271" y="45556"/>
                  <a:pt x="59307" y="45631"/>
                  <a:pt x="59344" y="45769"/>
                </a:cubicBezTo>
                <a:cubicBezTo>
                  <a:pt x="59418" y="45844"/>
                  <a:pt x="59454" y="45994"/>
                  <a:pt x="59491" y="46145"/>
                </a:cubicBezTo>
                <a:cubicBezTo>
                  <a:pt x="59491" y="46220"/>
                  <a:pt x="59491" y="46295"/>
                  <a:pt x="59491" y="46295"/>
                </a:cubicBezTo>
                <a:cubicBezTo>
                  <a:pt x="59491" y="46370"/>
                  <a:pt x="59528" y="46370"/>
                  <a:pt x="59565" y="46445"/>
                </a:cubicBezTo>
                <a:cubicBezTo>
                  <a:pt x="59565" y="46521"/>
                  <a:pt x="59565" y="46596"/>
                  <a:pt x="59601" y="46596"/>
                </a:cubicBezTo>
                <a:cubicBezTo>
                  <a:pt x="59638" y="46596"/>
                  <a:pt x="59638" y="46659"/>
                  <a:pt x="59669" y="46659"/>
                </a:cubicBezTo>
                <a:cubicBezTo>
                  <a:pt x="59742" y="46746"/>
                  <a:pt x="59742" y="46746"/>
                  <a:pt x="59742" y="46746"/>
                </a:cubicBezTo>
                <a:cubicBezTo>
                  <a:pt x="59779" y="46746"/>
                  <a:pt x="59779" y="46809"/>
                  <a:pt x="59816" y="46809"/>
                </a:cubicBezTo>
                <a:cubicBezTo>
                  <a:pt x="59852" y="46809"/>
                  <a:pt x="59852" y="46884"/>
                  <a:pt x="59889" y="46959"/>
                </a:cubicBezTo>
                <a:cubicBezTo>
                  <a:pt x="59889" y="46959"/>
                  <a:pt x="59889" y="47034"/>
                  <a:pt x="59889" y="47110"/>
                </a:cubicBezTo>
                <a:cubicBezTo>
                  <a:pt x="59926" y="47185"/>
                  <a:pt x="59963" y="47185"/>
                  <a:pt x="60000" y="47185"/>
                </a:cubicBezTo>
                <a:cubicBezTo>
                  <a:pt x="60000" y="47260"/>
                  <a:pt x="60000" y="47335"/>
                  <a:pt x="60030" y="47335"/>
                </a:cubicBezTo>
                <a:cubicBezTo>
                  <a:pt x="60067" y="47410"/>
                  <a:pt x="60067" y="47410"/>
                  <a:pt x="60104" y="47410"/>
                </a:cubicBezTo>
                <a:cubicBezTo>
                  <a:pt x="60140" y="47486"/>
                  <a:pt x="60140" y="47486"/>
                  <a:pt x="60177" y="47561"/>
                </a:cubicBezTo>
                <a:cubicBezTo>
                  <a:pt x="60177" y="47561"/>
                  <a:pt x="60208" y="47636"/>
                  <a:pt x="60245" y="47636"/>
                </a:cubicBezTo>
                <a:cubicBezTo>
                  <a:pt x="60281" y="47711"/>
                  <a:pt x="60281" y="47711"/>
                  <a:pt x="60318" y="47774"/>
                </a:cubicBezTo>
                <a:cubicBezTo>
                  <a:pt x="60318" y="47774"/>
                  <a:pt x="60355" y="47849"/>
                  <a:pt x="60392" y="47849"/>
                </a:cubicBezTo>
                <a:cubicBezTo>
                  <a:pt x="60465" y="47849"/>
                  <a:pt x="60502" y="47924"/>
                  <a:pt x="60539" y="47924"/>
                </a:cubicBezTo>
                <a:cubicBezTo>
                  <a:pt x="60575" y="47924"/>
                  <a:pt x="60612" y="47924"/>
                  <a:pt x="60612" y="47924"/>
                </a:cubicBezTo>
                <a:cubicBezTo>
                  <a:pt x="60649" y="48000"/>
                  <a:pt x="60679" y="48000"/>
                  <a:pt x="60679" y="48000"/>
                </a:cubicBezTo>
                <a:cubicBezTo>
                  <a:pt x="60716" y="48075"/>
                  <a:pt x="60716" y="48150"/>
                  <a:pt x="60716" y="48150"/>
                </a:cubicBezTo>
                <a:cubicBezTo>
                  <a:pt x="60790" y="48300"/>
                  <a:pt x="60826" y="48451"/>
                  <a:pt x="60900" y="48601"/>
                </a:cubicBezTo>
                <a:cubicBezTo>
                  <a:pt x="60937" y="48601"/>
                  <a:pt x="60937" y="48601"/>
                  <a:pt x="60973" y="48601"/>
                </a:cubicBezTo>
                <a:cubicBezTo>
                  <a:pt x="61010" y="48601"/>
                  <a:pt x="61010" y="48676"/>
                  <a:pt x="61047" y="48676"/>
                </a:cubicBezTo>
                <a:cubicBezTo>
                  <a:pt x="61084" y="48676"/>
                  <a:pt x="61084" y="48676"/>
                  <a:pt x="61120" y="48739"/>
                </a:cubicBezTo>
                <a:cubicBezTo>
                  <a:pt x="61151" y="48814"/>
                  <a:pt x="61151" y="48889"/>
                  <a:pt x="61194" y="49040"/>
                </a:cubicBezTo>
                <a:cubicBezTo>
                  <a:pt x="61225" y="49115"/>
                  <a:pt x="61298" y="49115"/>
                  <a:pt x="61335" y="49265"/>
                </a:cubicBezTo>
                <a:cubicBezTo>
                  <a:pt x="61372" y="49265"/>
                  <a:pt x="61372" y="49340"/>
                  <a:pt x="61372" y="49416"/>
                </a:cubicBezTo>
                <a:cubicBezTo>
                  <a:pt x="61372" y="49416"/>
                  <a:pt x="61372" y="49491"/>
                  <a:pt x="61408" y="49566"/>
                </a:cubicBezTo>
                <a:cubicBezTo>
                  <a:pt x="61408" y="49641"/>
                  <a:pt x="61408" y="49716"/>
                  <a:pt x="61408" y="49854"/>
                </a:cubicBezTo>
                <a:cubicBezTo>
                  <a:pt x="61408" y="49930"/>
                  <a:pt x="61408" y="50005"/>
                  <a:pt x="61408" y="50080"/>
                </a:cubicBezTo>
                <a:cubicBezTo>
                  <a:pt x="61261" y="50080"/>
                  <a:pt x="61151" y="50080"/>
                  <a:pt x="61047" y="50230"/>
                </a:cubicBezTo>
                <a:cubicBezTo>
                  <a:pt x="61010" y="50306"/>
                  <a:pt x="61010" y="50381"/>
                  <a:pt x="61010" y="50381"/>
                </a:cubicBezTo>
                <a:cubicBezTo>
                  <a:pt x="60973" y="50381"/>
                  <a:pt x="60937" y="50381"/>
                  <a:pt x="60937" y="50456"/>
                </a:cubicBezTo>
                <a:cubicBezTo>
                  <a:pt x="60863" y="50456"/>
                  <a:pt x="60826" y="50456"/>
                  <a:pt x="60790" y="50456"/>
                </a:cubicBezTo>
                <a:cubicBezTo>
                  <a:pt x="60753" y="50456"/>
                  <a:pt x="60716" y="50381"/>
                  <a:pt x="60679" y="50381"/>
                </a:cubicBezTo>
                <a:cubicBezTo>
                  <a:pt x="60502" y="50381"/>
                  <a:pt x="60392" y="50381"/>
                  <a:pt x="60208" y="50381"/>
                </a:cubicBezTo>
                <a:cubicBezTo>
                  <a:pt x="60208" y="50606"/>
                  <a:pt x="60208" y="50606"/>
                  <a:pt x="60208" y="50606"/>
                </a:cubicBezTo>
                <a:cubicBezTo>
                  <a:pt x="60281" y="50606"/>
                  <a:pt x="60318" y="50606"/>
                  <a:pt x="60355" y="50681"/>
                </a:cubicBezTo>
                <a:cubicBezTo>
                  <a:pt x="60392" y="50757"/>
                  <a:pt x="60428" y="50757"/>
                  <a:pt x="60428" y="50819"/>
                </a:cubicBezTo>
                <a:cubicBezTo>
                  <a:pt x="60465" y="50819"/>
                  <a:pt x="60465" y="50907"/>
                  <a:pt x="60465" y="50970"/>
                </a:cubicBezTo>
                <a:cubicBezTo>
                  <a:pt x="60465" y="50970"/>
                  <a:pt x="60502" y="51045"/>
                  <a:pt x="60502" y="51120"/>
                </a:cubicBezTo>
                <a:cubicBezTo>
                  <a:pt x="60539" y="51120"/>
                  <a:pt x="60539" y="51195"/>
                  <a:pt x="60575" y="51195"/>
                </a:cubicBezTo>
                <a:cubicBezTo>
                  <a:pt x="60612" y="51195"/>
                  <a:pt x="60612" y="51195"/>
                  <a:pt x="60649" y="51195"/>
                </a:cubicBezTo>
                <a:cubicBezTo>
                  <a:pt x="60679" y="51195"/>
                  <a:pt x="60716" y="51271"/>
                  <a:pt x="60790" y="51271"/>
                </a:cubicBezTo>
                <a:cubicBezTo>
                  <a:pt x="61194" y="51271"/>
                  <a:pt x="61194" y="51271"/>
                  <a:pt x="61194" y="51271"/>
                </a:cubicBezTo>
                <a:cubicBezTo>
                  <a:pt x="61194" y="50757"/>
                  <a:pt x="61194" y="50757"/>
                  <a:pt x="61194" y="50757"/>
                </a:cubicBezTo>
                <a:cubicBezTo>
                  <a:pt x="61225" y="50757"/>
                  <a:pt x="61261" y="50681"/>
                  <a:pt x="61298" y="50681"/>
                </a:cubicBezTo>
                <a:cubicBezTo>
                  <a:pt x="61335" y="50606"/>
                  <a:pt x="61372" y="50606"/>
                  <a:pt x="61445" y="50531"/>
                </a:cubicBezTo>
                <a:cubicBezTo>
                  <a:pt x="61445" y="50456"/>
                  <a:pt x="61482" y="50381"/>
                  <a:pt x="61482" y="50381"/>
                </a:cubicBezTo>
                <a:cubicBezTo>
                  <a:pt x="61519" y="50306"/>
                  <a:pt x="61555" y="50381"/>
                  <a:pt x="61555" y="50381"/>
                </a:cubicBezTo>
                <a:cubicBezTo>
                  <a:pt x="61592" y="50306"/>
                  <a:pt x="61592" y="50230"/>
                  <a:pt x="61592" y="50230"/>
                </a:cubicBezTo>
                <a:cubicBezTo>
                  <a:pt x="61592" y="50080"/>
                  <a:pt x="61592" y="50005"/>
                  <a:pt x="61629" y="49930"/>
                </a:cubicBezTo>
                <a:cubicBezTo>
                  <a:pt x="61629" y="49854"/>
                  <a:pt x="61629" y="49792"/>
                  <a:pt x="61629" y="49792"/>
                </a:cubicBezTo>
                <a:cubicBezTo>
                  <a:pt x="61666" y="49716"/>
                  <a:pt x="61666" y="49716"/>
                  <a:pt x="61696" y="49641"/>
                </a:cubicBezTo>
                <a:cubicBezTo>
                  <a:pt x="61739" y="49641"/>
                  <a:pt x="61770" y="49716"/>
                  <a:pt x="61770" y="49641"/>
                </a:cubicBezTo>
                <a:cubicBezTo>
                  <a:pt x="61843" y="49641"/>
                  <a:pt x="61843" y="49641"/>
                  <a:pt x="61917" y="49566"/>
                </a:cubicBezTo>
                <a:cubicBezTo>
                  <a:pt x="61917" y="49491"/>
                  <a:pt x="61917" y="49491"/>
                  <a:pt x="61917" y="49416"/>
                </a:cubicBezTo>
                <a:cubicBezTo>
                  <a:pt x="61917" y="49340"/>
                  <a:pt x="61917" y="49340"/>
                  <a:pt x="61917" y="49265"/>
                </a:cubicBezTo>
                <a:cubicBezTo>
                  <a:pt x="61917" y="49115"/>
                  <a:pt x="61917" y="49115"/>
                  <a:pt x="61917" y="49115"/>
                </a:cubicBezTo>
                <a:cubicBezTo>
                  <a:pt x="61880" y="49115"/>
                  <a:pt x="61843" y="49115"/>
                  <a:pt x="61807" y="49115"/>
                </a:cubicBezTo>
                <a:cubicBezTo>
                  <a:pt x="61666" y="49115"/>
                  <a:pt x="61666" y="49115"/>
                  <a:pt x="61666" y="49115"/>
                </a:cubicBezTo>
                <a:cubicBezTo>
                  <a:pt x="61666" y="49115"/>
                  <a:pt x="61629" y="49115"/>
                  <a:pt x="61592" y="49115"/>
                </a:cubicBezTo>
                <a:cubicBezTo>
                  <a:pt x="61592" y="48965"/>
                  <a:pt x="61592" y="48965"/>
                  <a:pt x="61592" y="48965"/>
                </a:cubicBezTo>
                <a:cubicBezTo>
                  <a:pt x="61629" y="48889"/>
                  <a:pt x="61629" y="48814"/>
                  <a:pt x="61629" y="48739"/>
                </a:cubicBezTo>
                <a:cubicBezTo>
                  <a:pt x="61880" y="48739"/>
                  <a:pt x="61880" y="48739"/>
                  <a:pt x="61880" y="48739"/>
                </a:cubicBezTo>
                <a:cubicBezTo>
                  <a:pt x="61954" y="48739"/>
                  <a:pt x="61990" y="48814"/>
                  <a:pt x="62027" y="48814"/>
                </a:cubicBezTo>
                <a:cubicBezTo>
                  <a:pt x="62064" y="48889"/>
                  <a:pt x="62101" y="48889"/>
                  <a:pt x="62101" y="48889"/>
                </a:cubicBezTo>
                <a:cubicBezTo>
                  <a:pt x="62137" y="48965"/>
                  <a:pt x="62137" y="49040"/>
                  <a:pt x="62174" y="49040"/>
                </a:cubicBezTo>
                <a:cubicBezTo>
                  <a:pt x="62211" y="49040"/>
                  <a:pt x="62211" y="48965"/>
                  <a:pt x="62241" y="48965"/>
                </a:cubicBezTo>
                <a:cubicBezTo>
                  <a:pt x="62211" y="48814"/>
                  <a:pt x="62174" y="48739"/>
                  <a:pt x="62174" y="48601"/>
                </a:cubicBezTo>
                <a:cubicBezTo>
                  <a:pt x="62174" y="48451"/>
                  <a:pt x="62174" y="48375"/>
                  <a:pt x="62174" y="48300"/>
                </a:cubicBezTo>
                <a:cubicBezTo>
                  <a:pt x="62137" y="48300"/>
                  <a:pt x="62101" y="48225"/>
                  <a:pt x="62064" y="48225"/>
                </a:cubicBezTo>
                <a:cubicBezTo>
                  <a:pt x="62027" y="48225"/>
                  <a:pt x="62027" y="48225"/>
                  <a:pt x="61990" y="48225"/>
                </a:cubicBezTo>
                <a:cubicBezTo>
                  <a:pt x="61954" y="48225"/>
                  <a:pt x="61954" y="48150"/>
                  <a:pt x="61917" y="48150"/>
                </a:cubicBezTo>
                <a:cubicBezTo>
                  <a:pt x="61880" y="48075"/>
                  <a:pt x="61880" y="48075"/>
                  <a:pt x="61843" y="48000"/>
                </a:cubicBezTo>
                <a:cubicBezTo>
                  <a:pt x="61807" y="48000"/>
                  <a:pt x="61807" y="47924"/>
                  <a:pt x="61770" y="47849"/>
                </a:cubicBezTo>
                <a:cubicBezTo>
                  <a:pt x="61770" y="47849"/>
                  <a:pt x="61739" y="47849"/>
                  <a:pt x="61696" y="47849"/>
                </a:cubicBezTo>
                <a:cubicBezTo>
                  <a:pt x="61666" y="47774"/>
                  <a:pt x="61666" y="47711"/>
                  <a:pt x="61629" y="47711"/>
                </a:cubicBezTo>
                <a:cubicBezTo>
                  <a:pt x="61629" y="47711"/>
                  <a:pt x="61592" y="47711"/>
                  <a:pt x="61555" y="47711"/>
                </a:cubicBezTo>
                <a:cubicBezTo>
                  <a:pt x="61555" y="47636"/>
                  <a:pt x="61555" y="47636"/>
                  <a:pt x="61519" y="47561"/>
                </a:cubicBezTo>
                <a:cubicBezTo>
                  <a:pt x="61482" y="47561"/>
                  <a:pt x="61519" y="47410"/>
                  <a:pt x="61482" y="47410"/>
                </a:cubicBezTo>
                <a:lnTo>
                  <a:pt x="61445" y="47410"/>
                </a:lnTo>
                <a:cubicBezTo>
                  <a:pt x="61408" y="47410"/>
                  <a:pt x="61372" y="47410"/>
                  <a:pt x="61372" y="47410"/>
                </a:cubicBezTo>
                <a:cubicBezTo>
                  <a:pt x="61335" y="47410"/>
                  <a:pt x="61298" y="47335"/>
                  <a:pt x="61298" y="47335"/>
                </a:cubicBezTo>
                <a:cubicBezTo>
                  <a:pt x="61261" y="47335"/>
                  <a:pt x="61225" y="47335"/>
                  <a:pt x="61225" y="47335"/>
                </a:cubicBezTo>
                <a:cubicBezTo>
                  <a:pt x="61194" y="47260"/>
                  <a:pt x="61194" y="47185"/>
                  <a:pt x="61194" y="47185"/>
                </a:cubicBezTo>
                <a:cubicBezTo>
                  <a:pt x="61151" y="47110"/>
                  <a:pt x="61151" y="47110"/>
                  <a:pt x="61120" y="47034"/>
                </a:cubicBezTo>
                <a:cubicBezTo>
                  <a:pt x="61084" y="47034"/>
                  <a:pt x="61084" y="47034"/>
                  <a:pt x="61047" y="47034"/>
                </a:cubicBezTo>
                <a:cubicBezTo>
                  <a:pt x="61010" y="47034"/>
                  <a:pt x="61010" y="46959"/>
                  <a:pt x="60973" y="46959"/>
                </a:cubicBezTo>
                <a:cubicBezTo>
                  <a:pt x="60937" y="46959"/>
                  <a:pt x="60937" y="46959"/>
                  <a:pt x="60900" y="46959"/>
                </a:cubicBezTo>
                <a:cubicBezTo>
                  <a:pt x="60900" y="46959"/>
                  <a:pt x="60900" y="46884"/>
                  <a:pt x="60900" y="46809"/>
                </a:cubicBezTo>
                <a:lnTo>
                  <a:pt x="60973" y="46746"/>
                </a:lnTo>
                <a:cubicBezTo>
                  <a:pt x="60973" y="46659"/>
                  <a:pt x="60937" y="46596"/>
                  <a:pt x="60937" y="46596"/>
                </a:cubicBezTo>
                <a:cubicBezTo>
                  <a:pt x="60937" y="46445"/>
                  <a:pt x="60900" y="46445"/>
                  <a:pt x="60900" y="46370"/>
                </a:cubicBezTo>
                <a:cubicBezTo>
                  <a:pt x="60863" y="46370"/>
                  <a:pt x="60863" y="46295"/>
                  <a:pt x="60826" y="46295"/>
                </a:cubicBezTo>
                <a:cubicBezTo>
                  <a:pt x="60753" y="46220"/>
                  <a:pt x="60679" y="46220"/>
                  <a:pt x="60612" y="46145"/>
                </a:cubicBezTo>
                <a:cubicBezTo>
                  <a:pt x="60575" y="46069"/>
                  <a:pt x="60612" y="45994"/>
                  <a:pt x="60575" y="45994"/>
                </a:cubicBezTo>
                <a:cubicBezTo>
                  <a:pt x="60539" y="45994"/>
                  <a:pt x="60502" y="45994"/>
                  <a:pt x="60502" y="45994"/>
                </a:cubicBezTo>
                <a:cubicBezTo>
                  <a:pt x="60502" y="45919"/>
                  <a:pt x="60502" y="45919"/>
                  <a:pt x="60502" y="45844"/>
                </a:cubicBezTo>
                <a:cubicBezTo>
                  <a:pt x="60465" y="45693"/>
                  <a:pt x="60502" y="45631"/>
                  <a:pt x="60502" y="45556"/>
                </a:cubicBezTo>
                <a:cubicBezTo>
                  <a:pt x="60428" y="45480"/>
                  <a:pt x="60392" y="45480"/>
                  <a:pt x="60318" y="45480"/>
                </a:cubicBezTo>
                <a:cubicBezTo>
                  <a:pt x="60281" y="45480"/>
                  <a:pt x="60245" y="45480"/>
                  <a:pt x="60177" y="45480"/>
                </a:cubicBezTo>
                <a:cubicBezTo>
                  <a:pt x="60177" y="45104"/>
                  <a:pt x="60177" y="45104"/>
                  <a:pt x="60177" y="45104"/>
                </a:cubicBezTo>
                <a:cubicBezTo>
                  <a:pt x="60245" y="44954"/>
                  <a:pt x="60245" y="44954"/>
                  <a:pt x="60245" y="44954"/>
                </a:cubicBezTo>
                <a:cubicBezTo>
                  <a:pt x="60245" y="44954"/>
                  <a:pt x="60318" y="44954"/>
                  <a:pt x="60318" y="44879"/>
                </a:cubicBezTo>
                <a:cubicBezTo>
                  <a:pt x="60318" y="44804"/>
                  <a:pt x="60318" y="44804"/>
                  <a:pt x="60318" y="44804"/>
                </a:cubicBezTo>
                <a:cubicBezTo>
                  <a:pt x="60318" y="44728"/>
                  <a:pt x="60281" y="44728"/>
                  <a:pt x="60281" y="44653"/>
                </a:cubicBezTo>
                <a:cubicBezTo>
                  <a:pt x="60281" y="44578"/>
                  <a:pt x="60208" y="44578"/>
                  <a:pt x="60208" y="44515"/>
                </a:cubicBezTo>
                <a:cubicBezTo>
                  <a:pt x="60208" y="44440"/>
                  <a:pt x="60245" y="44365"/>
                  <a:pt x="60281" y="44290"/>
                </a:cubicBezTo>
                <a:cubicBezTo>
                  <a:pt x="60281" y="44290"/>
                  <a:pt x="60355" y="44290"/>
                  <a:pt x="60392" y="44290"/>
                </a:cubicBezTo>
                <a:cubicBezTo>
                  <a:pt x="60428" y="44290"/>
                  <a:pt x="60465" y="44290"/>
                  <a:pt x="60502" y="44290"/>
                </a:cubicBezTo>
                <a:cubicBezTo>
                  <a:pt x="60502" y="44365"/>
                  <a:pt x="60539" y="44365"/>
                  <a:pt x="60539" y="44440"/>
                </a:cubicBezTo>
                <a:cubicBezTo>
                  <a:pt x="60575" y="44440"/>
                  <a:pt x="60539" y="44515"/>
                  <a:pt x="60575" y="44578"/>
                </a:cubicBezTo>
                <a:cubicBezTo>
                  <a:pt x="60575" y="44653"/>
                  <a:pt x="60575" y="44728"/>
                  <a:pt x="60612" y="44728"/>
                </a:cubicBezTo>
                <a:cubicBezTo>
                  <a:pt x="60612" y="44728"/>
                  <a:pt x="60649" y="44728"/>
                  <a:pt x="60679" y="44728"/>
                </a:cubicBezTo>
                <a:cubicBezTo>
                  <a:pt x="60679" y="44728"/>
                  <a:pt x="60716" y="44728"/>
                  <a:pt x="60753" y="44804"/>
                </a:cubicBezTo>
                <a:cubicBezTo>
                  <a:pt x="60790" y="44804"/>
                  <a:pt x="60790" y="44804"/>
                  <a:pt x="60826" y="44879"/>
                </a:cubicBezTo>
                <a:cubicBezTo>
                  <a:pt x="60826" y="44879"/>
                  <a:pt x="60826" y="44954"/>
                  <a:pt x="60863" y="45029"/>
                </a:cubicBezTo>
                <a:cubicBezTo>
                  <a:pt x="60900" y="45029"/>
                  <a:pt x="60900" y="45104"/>
                  <a:pt x="60937" y="45104"/>
                </a:cubicBezTo>
                <a:cubicBezTo>
                  <a:pt x="60973" y="45104"/>
                  <a:pt x="60973" y="45104"/>
                  <a:pt x="61010" y="45104"/>
                </a:cubicBezTo>
                <a:cubicBezTo>
                  <a:pt x="61047" y="45104"/>
                  <a:pt x="61047" y="45180"/>
                  <a:pt x="61084" y="45180"/>
                </a:cubicBezTo>
                <a:cubicBezTo>
                  <a:pt x="61120" y="45255"/>
                  <a:pt x="61120" y="45330"/>
                  <a:pt x="61120" y="45405"/>
                </a:cubicBezTo>
                <a:cubicBezTo>
                  <a:pt x="61151" y="45480"/>
                  <a:pt x="61151" y="45631"/>
                  <a:pt x="61194" y="45693"/>
                </a:cubicBezTo>
                <a:cubicBezTo>
                  <a:pt x="61194" y="45693"/>
                  <a:pt x="61225" y="45693"/>
                  <a:pt x="61261" y="45693"/>
                </a:cubicBezTo>
                <a:cubicBezTo>
                  <a:pt x="61298" y="45769"/>
                  <a:pt x="61335" y="45844"/>
                  <a:pt x="61408" y="45919"/>
                </a:cubicBezTo>
                <a:cubicBezTo>
                  <a:pt x="61408" y="45919"/>
                  <a:pt x="61445" y="45994"/>
                  <a:pt x="61482" y="45994"/>
                </a:cubicBezTo>
                <a:cubicBezTo>
                  <a:pt x="61482" y="45994"/>
                  <a:pt x="61482" y="46069"/>
                  <a:pt x="61519" y="46145"/>
                </a:cubicBezTo>
                <a:cubicBezTo>
                  <a:pt x="61555" y="46220"/>
                  <a:pt x="61629" y="46295"/>
                  <a:pt x="61666" y="46295"/>
                </a:cubicBezTo>
                <a:cubicBezTo>
                  <a:pt x="61739" y="46295"/>
                  <a:pt x="61770" y="46220"/>
                  <a:pt x="61807" y="46295"/>
                </a:cubicBezTo>
                <a:cubicBezTo>
                  <a:pt x="61843" y="46370"/>
                  <a:pt x="61807" y="46445"/>
                  <a:pt x="61843" y="46445"/>
                </a:cubicBezTo>
                <a:cubicBezTo>
                  <a:pt x="61843" y="46521"/>
                  <a:pt x="61843" y="46596"/>
                  <a:pt x="61880" y="46596"/>
                </a:cubicBezTo>
                <a:cubicBezTo>
                  <a:pt x="61917" y="46659"/>
                  <a:pt x="61917" y="46659"/>
                  <a:pt x="61954" y="46659"/>
                </a:cubicBezTo>
                <a:cubicBezTo>
                  <a:pt x="61990" y="46746"/>
                  <a:pt x="62027" y="46746"/>
                  <a:pt x="62101" y="46809"/>
                </a:cubicBezTo>
                <a:cubicBezTo>
                  <a:pt x="62174" y="46884"/>
                  <a:pt x="62211" y="47110"/>
                  <a:pt x="62315" y="47185"/>
                </a:cubicBezTo>
                <a:cubicBezTo>
                  <a:pt x="62352" y="47185"/>
                  <a:pt x="62388" y="47185"/>
                  <a:pt x="62462" y="47260"/>
                </a:cubicBezTo>
                <a:cubicBezTo>
                  <a:pt x="62462" y="47260"/>
                  <a:pt x="62499" y="47260"/>
                  <a:pt x="62499" y="47335"/>
                </a:cubicBezTo>
                <a:cubicBezTo>
                  <a:pt x="62535" y="47410"/>
                  <a:pt x="62535" y="47410"/>
                  <a:pt x="62535" y="47486"/>
                </a:cubicBezTo>
                <a:cubicBezTo>
                  <a:pt x="62535" y="47561"/>
                  <a:pt x="62572" y="47561"/>
                  <a:pt x="62572" y="47636"/>
                </a:cubicBezTo>
                <a:cubicBezTo>
                  <a:pt x="62572" y="47711"/>
                  <a:pt x="62572" y="47711"/>
                  <a:pt x="62535" y="47774"/>
                </a:cubicBezTo>
                <a:cubicBezTo>
                  <a:pt x="62535" y="47849"/>
                  <a:pt x="62499" y="47849"/>
                  <a:pt x="62462" y="47849"/>
                </a:cubicBezTo>
                <a:cubicBezTo>
                  <a:pt x="62462" y="47924"/>
                  <a:pt x="62499" y="48000"/>
                  <a:pt x="62462" y="48000"/>
                </a:cubicBezTo>
                <a:cubicBezTo>
                  <a:pt x="62462" y="48075"/>
                  <a:pt x="62462" y="48150"/>
                  <a:pt x="62462" y="48225"/>
                </a:cubicBezTo>
                <a:cubicBezTo>
                  <a:pt x="62462" y="48300"/>
                  <a:pt x="62462" y="48375"/>
                  <a:pt x="62462" y="48451"/>
                </a:cubicBezTo>
                <a:cubicBezTo>
                  <a:pt x="62499" y="48601"/>
                  <a:pt x="62609" y="48601"/>
                  <a:pt x="62609" y="48676"/>
                </a:cubicBezTo>
                <a:cubicBezTo>
                  <a:pt x="62609" y="48814"/>
                  <a:pt x="62572" y="48889"/>
                  <a:pt x="62572" y="48965"/>
                </a:cubicBezTo>
                <a:cubicBezTo>
                  <a:pt x="62609" y="49115"/>
                  <a:pt x="62646" y="49190"/>
                  <a:pt x="62683" y="49265"/>
                </a:cubicBezTo>
                <a:cubicBezTo>
                  <a:pt x="62683" y="49340"/>
                  <a:pt x="62683" y="49416"/>
                  <a:pt x="62713" y="49416"/>
                </a:cubicBezTo>
                <a:cubicBezTo>
                  <a:pt x="62713" y="49416"/>
                  <a:pt x="62756" y="49416"/>
                  <a:pt x="62787" y="49416"/>
                </a:cubicBezTo>
                <a:cubicBezTo>
                  <a:pt x="62787" y="49416"/>
                  <a:pt x="62823" y="49416"/>
                  <a:pt x="62860" y="49416"/>
                </a:cubicBezTo>
                <a:cubicBezTo>
                  <a:pt x="62897" y="49416"/>
                  <a:pt x="62934" y="49491"/>
                  <a:pt x="62970" y="49491"/>
                </a:cubicBezTo>
                <a:cubicBezTo>
                  <a:pt x="62970" y="50080"/>
                  <a:pt x="62970" y="50080"/>
                  <a:pt x="62970" y="50080"/>
                </a:cubicBezTo>
                <a:cubicBezTo>
                  <a:pt x="62823" y="50080"/>
                  <a:pt x="62823" y="50080"/>
                  <a:pt x="62823" y="50080"/>
                </a:cubicBezTo>
                <a:cubicBezTo>
                  <a:pt x="62787" y="50005"/>
                  <a:pt x="62823" y="49930"/>
                  <a:pt x="62823" y="49930"/>
                </a:cubicBezTo>
                <a:cubicBezTo>
                  <a:pt x="62787" y="49930"/>
                  <a:pt x="62756" y="49854"/>
                  <a:pt x="62756" y="49854"/>
                </a:cubicBezTo>
                <a:cubicBezTo>
                  <a:pt x="62713" y="49854"/>
                  <a:pt x="62683" y="49930"/>
                  <a:pt x="62683" y="49930"/>
                </a:cubicBezTo>
                <a:cubicBezTo>
                  <a:pt x="62683" y="50005"/>
                  <a:pt x="62683" y="50080"/>
                  <a:pt x="62683" y="50080"/>
                </a:cubicBezTo>
                <a:cubicBezTo>
                  <a:pt x="62713" y="50155"/>
                  <a:pt x="62713" y="50155"/>
                  <a:pt x="62756" y="50230"/>
                </a:cubicBezTo>
                <a:cubicBezTo>
                  <a:pt x="62787" y="50381"/>
                  <a:pt x="62787" y="50456"/>
                  <a:pt x="62860" y="50531"/>
                </a:cubicBezTo>
                <a:cubicBezTo>
                  <a:pt x="62860" y="50606"/>
                  <a:pt x="62897" y="50606"/>
                  <a:pt x="62897" y="50606"/>
                </a:cubicBezTo>
                <a:cubicBezTo>
                  <a:pt x="62934" y="50681"/>
                  <a:pt x="62970" y="50681"/>
                  <a:pt x="62970" y="50757"/>
                </a:cubicBezTo>
                <a:cubicBezTo>
                  <a:pt x="63007" y="50681"/>
                  <a:pt x="63044" y="50681"/>
                  <a:pt x="63044" y="50606"/>
                </a:cubicBezTo>
                <a:cubicBezTo>
                  <a:pt x="63081" y="50606"/>
                  <a:pt x="63081" y="50531"/>
                  <a:pt x="63081" y="50531"/>
                </a:cubicBezTo>
                <a:cubicBezTo>
                  <a:pt x="63081" y="50456"/>
                  <a:pt x="63117" y="50456"/>
                  <a:pt x="63154" y="50381"/>
                </a:cubicBezTo>
                <a:cubicBezTo>
                  <a:pt x="63154" y="50456"/>
                  <a:pt x="63154" y="50456"/>
                  <a:pt x="63154" y="50531"/>
                </a:cubicBezTo>
                <a:cubicBezTo>
                  <a:pt x="63154" y="50606"/>
                  <a:pt x="63154" y="50606"/>
                  <a:pt x="63191" y="50681"/>
                </a:cubicBezTo>
                <a:cubicBezTo>
                  <a:pt x="63228" y="50757"/>
                  <a:pt x="63295" y="50757"/>
                  <a:pt x="63332" y="50819"/>
                </a:cubicBezTo>
                <a:cubicBezTo>
                  <a:pt x="63332" y="50970"/>
                  <a:pt x="63295" y="51045"/>
                  <a:pt x="63295" y="51195"/>
                </a:cubicBezTo>
                <a:cubicBezTo>
                  <a:pt x="63295" y="51195"/>
                  <a:pt x="63295" y="51271"/>
                  <a:pt x="63295" y="51346"/>
                </a:cubicBezTo>
                <a:cubicBezTo>
                  <a:pt x="63295" y="51421"/>
                  <a:pt x="63369" y="51421"/>
                  <a:pt x="63405" y="51496"/>
                </a:cubicBezTo>
                <a:cubicBezTo>
                  <a:pt x="63552" y="51496"/>
                  <a:pt x="63552" y="51496"/>
                  <a:pt x="63552" y="51496"/>
                </a:cubicBezTo>
                <a:cubicBezTo>
                  <a:pt x="63589" y="51496"/>
                  <a:pt x="63589" y="51496"/>
                  <a:pt x="63626" y="51496"/>
                </a:cubicBezTo>
                <a:cubicBezTo>
                  <a:pt x="63626" y="51421"/>
                  <a:pt x="63663" y="51421"/>
                  <a:pt x="63699" y="51421"/>
                </a:cubicBezTo>
                <a:cubicBezTo>
                  <a:pt x="63699" y="51421"/>
                  <a:pt x="63699" y="51346"/>
                  <a:pt x="63730" y="51271"/>
                </a:cubicBezTo>
                <a:cubicBezTo>
                  <a:pt x="63730" y="51195"/>
                  <a:pt x="63773" y="51271"/>
                  <a:pt x="63803" y="51195"/>
                </a:cubicBezTo>
                <a:cubicBezTo>
                  <a:pt x="63803" y="51120"/>
                  <a:pt x="63803" y="51045"/>
                  <a:pt x="63803" y="51045"/>
                </a:cubicBezTo>
                <a:cubicBezTo>
                  <a:pt x="63803" y="50907"/>
                  <a:pt x="63803" y="50907"/>
                  <a:pt x="63803" y="50907"/>
                </a:cubicBezTo>
                <a:cubicBezTo>
                  <a:pt x="63803" y="50819"/>
                  <a:pt x="63773" y="50819"/>
                  <a:pt x="63773" y="50757"/>
                </a:cubicBezTo>
                <a:cubicBezTo>
                  <a:pt x="63773" y="50681"/>
                  <a:pt x="63773" y="50606"/>
                  <a:pt x="63803" y="50606"/>
                </a:cubicBezTo>
                <a:cubicBezTo>
                  <a:pt x="63840" y="50606"/>
                  <a:pt x="63840" y="50531"/>
                  <a:pt x="63877" y="50531"/>
                </a:cubicBezTo>
                <a:cubicBezTo>
                  <a:pt x="63914" y="50531"/>
                  <a:pt x="63914" y="50531"/>
                  <a:pt x="63950" y="50606"/>
                </a:cubicBezTo>
                <a:cubicBezTo>
                  <a:pt x="63987" y="50606"/>
                  <a:pt x="63987" y="50681"/>
                  <a:pt x="64024" y="50681"/>
                </a:cubicBezTo>
                <a:cubicBezTo>
                  <a:pt x="64061" y="50757"/>
                  <a:pt x="64061" y="50681"/>
                  <a:pt x="64098" y="50681"/>
                </a:cubicBezTo>
                <a:cubicBezTo>
                  <a:pt x="64171" y="50681"/>
                  <a:pt x="64171" y="50681"/>
                  <a:pt x="64171" y="50681"/>
                </a:cubicBezTo>
                <a:cubicBezTo>
                  <a:pt x="64208" y="50681"/>
                  <a:pt x="64208" y="50681"/>
                  <a:pt x="64245" y="50681"/>
                </a:cubicBezTo>
                <a:cubicBezTo>
                  <a:pt x="64245" y="50531"/>
                  <a:pt x="64245" y="50456"/>
                  <a:pt x="64245" y="50381"/>
                </a:cubicBezTo>
                <a:cubicBezTo>
                  <a:pt x="64245" y="50306"/>
                  <a:pt x="64275" y="50230"/>
                  <a:pt x="64275" y="50230"/>
                </a:cubicBezTo>
                <a:cubicBezTo>
                  <a:pt x="64275" y="50155"/>
                  <a:pt x="64245" y="50155"/>
                  <a:pt x="64245" y="50155"/>
                </a:cubicBezTo>
                <a:cubicBezTo>
                  <a:pt x="64312" y="50155"/>
                  <a:pt x="64349" y="50155"/>
                  <a:pt x="64385" y="50155"/>
                </a:cubicBezTo>
                <a:cubicBezTo>
                  <a:pt x="64422" y="50155"/>
                  <a:pt x="64459" y="50080"/>
                  <a:pt x="64459" y="50080"/>
                </a:cubicBezTo>
                <a:cubicBezTo>
                  <a:pt x="64459" y="50005"/>
                  <a:pt x="64422" y="50005"/>
                  <a:pt x="64422" y="49930"/>
                </a:cubicBezTo>
                <a:cubicBezTo>
                  <a:pt x="64385" y="49854"/>
                  <a:pt x="64385" y="49854"/>
                  <a:pt x="64349" y="49792"/>
                </a:cubicBezTo>
                <a:cubicBezTo>
                  <a:pt x="64312" y="49792"/>
                  <a:pt x="64312" y="49716"/>
                  <a:pt x="64275" y="49641"/>
                </a:cubicBezTo>
                <a:cubicBezTo>
                  <a:pt x="64245" y="49641"/>
                  <a:pt x="64245" y="49641"/>
                  <a:pt x="64208" y="49641"/>
                </a:cubicBezTo>
                <a:cubicBezTo>
                  <a:pt x="64208" y="49792"/>
                  <a:pt x="64208" y="49854"/>
                  <a:pt x="64208" y="49930"/>
                </a:cubicBezTo>
                <a:cubicBezTo>
                  <a:pt x="64208" y="50005"/>
                  <a:pt x="64208" y="50080"/>
                  <a:pt x="64208" y="50080"/>
                </a:cubicBezTo>
                <a:cubicBezTo>
                  <a:pt x="64171" y="50080"/>
                  <a:pt x="64134" y="50155"/>
                  <a:pt x="64098" y="50080"/>
                </a:cubicBezTo>
                <a:cubicBezTo>
                  <a:pt x="64098" y="50080"/>
                  <a:pt x="64061" y="50080"/>
                  <a:pt x="64024" y="50080"/>
                </a:cubicBezTo>
                <a:cubicBezTo>
                  <a:pt x="63987" y="50005"/>
                  <a:pt x="63987" y="49930"/>
                  <a:pt x="63987" y="49854"/>
                </a:cubicBezTo>
                <a:cubicBezTo>
                  <a:pt x="63950" y="49854"/>
                  <a:pt x="63914" y="49854"/>
                  <a:pt x="63914" y="49792"/>
                </a:cubicBezTo>
                <a:cubicBezTo>
                  <a:pt x="63914" y="49716"/>
                  <a:pt x="63914" y="49716"/>
                  <a:pt x="63914" y="49641"/>
                </a:cubicBezTo>
                <a:cubicBezTo>
                  <a:pt x="63914" y="49566"/>
                  <a:pt x="63914" y="49566"/>
                  <a:pt x="63877" y="49491"/>
                </a:cubicBezTo>
                <a:cubicBezTo>
                  <a:pt x="63877" y="49416"/>
                  <a:pt x="63877" y="49416"/>
                  <a:pt x="63877" y="49340"/>
                </a:cubicBezTo>
                <a:cubicBezTo>
                  <a:pt x="63877" y="49265"/>
                  <a:pt x="63877" y="49265"/>
                  <a:pt x="63840" y="49190"/>
                </a:cubicBezTo>
                <a:cubicBezTo>
                  <a:pt x="63840" y="49190"/>
                  <a:pt x="63803" y="49190"/>
                  <a:pt x="63773" y="49190"/>
                </a:cubicBezTo>
                <a:cubicBezTo>
                  <a:pt x="63730" y="49115"/>
                  <a:pt x="63730" y="49190"/>
                  <a:pt x="63699" y="49190"/>
                </a:cubicBezTo>
                <a:cubicBezTo>
                  <a:pt x="63663" y="49115"/>
                  <a:pt x="63663" y="49115"/>
                  <a:pt x="63626" y="49040"/>
                </a:cubicBezTo>
                <a:cubicBezTo>
                  <a:pt x="63626" y="48965"/>
                  <a:pt x="63552" y="48965"/>
                  <a:pt x="63552" y="48889"/>
                </a:cubicBezTo>
                <a:cubicBezTo>
                  <a:pt x="63552" y="48889"/>
                  <a:pt x="63552" y="48814"/>
                  <a:pt x="63552" y="48739"/>
                </a:cubicBezTo>
                <a:cubicBezTo>
                  <a:pt x="63552" y="48676"/>
                  <a:pt x="63552" y="48676"/>
                  <a:pt x="63552" y="48676"/>
                </a:cubicBezTo>
                <a:cubicBezTo>
                  <a:pt x="63552" y="48601"/>
                  <a:pt x="63589" y="48526"/>
                  <a:pt x="63626" y="48526"/>
                </a:cubicBezTo>
                <a:cubicBezTo>
                  <a:pt x="63699" y="48601"/>
                  <a:pt x="63699" y="48601"/>
                  <a:pt x="63699" y="48601"/>
                </a:cubicBezTo>
                <a:cubicBezTo>
                  <a:pt x="63699" y="48601"/>
                  <a:pt x="63730" y="48676"/>
                  <a:pt x="63773" y="48676"/>
                </a:cubicBezTo>
                <a:cubicBezTo>
                  <a:pt x="63773" y="48676"/>
                  <a:pt x="63803" y="48739"/>
                  <a:pt x="63840" y="48739"/>
                </a:cubicBezTo>
                <a:cubicBezTo>
                  <a:pt x="63877" y="48814"/>
                  <a:pt x="63914" y="48739"/>
                  <a:pt x="63950" y="48739"/>
                </a:cubicBezTo>
                <a:cubicBezTo>
                  <a:pt x="64024" y="48739"/>
                  <a:pt x="64024" y="48739"/>
                  <a:pt x="64024" y="48739"/>
                </a:cubicBezTo>
                <a:cubicBezTo>
                  <a:pt x="64098" y="48739"/>
                  <a:pt x="64098" y="48739"/>
                  <a:pt x="64098" y="48739"/>
                </a:cubicBezTo>
                <a:cubicBezTo>
                  <a:pt x="64134" y="48739"/>
                  <a:pt x="64134" y="48676"/>
                  <a:pt x="64171" y="48676"/>
                </a:cubicBezTo>
                <a:cubicBezTo>
                  <a:pt x="64134" y="48601"/>
                  <a:pt x="64134" y="48601"/>
                  <a:pt x="64134" y="48526"/>
                </a:cubicBezTo>
                <a:cubicBezTo>
                  <a:pt x="64098" y="48526"/>
                  <a:pt x="64061" y="48526"/>
                  <a:pt x="64061" y="48526"/>
                </a:cubicBezTo>
                <a:cubicBezTo>
                  <a:pt x="64061" y="48451"/>
                  <a:pt x="64098" y="48375"/>
                  <a:pt x="64098" y="48375"/>
                </a:cubicBezTo>
                <a:cubicBezTo>
                  <a:pt x="64134" y="48300"/>
                  <a:pt x="64134" y="48225"/>
                  <a:pt x="64171" y="48225"/>
                </a:cubicBezTo>
                <a:cubicBezTo>
                  <a:pt x="64245" y="48150"/>
                  <a:pt x="64275" y="48225"/>
                  <a:pt x="64312" y="48225"/>
                </a:cubicBezTo>
                <a:cubicBezTo>
                  <a:pt x="64385" y="48225"/>
                  <a:pt x="64422" y="48150"/>
                  <a:pt x="64496" y="48225"/>
                </a:cubicBezTo>
                <a:cubicBezTo>
                  <a:pt x="64496" y="48225"/>
                  <a:pt x="64532" y="48225"/>
                  <a:pt x="64569" y="48225"/>
                </a:cubicBezTo>
                <a:cubicBezTo>
                  <a:pt x="64569" y="48225"/>
                  <a:pt x="64606" y="48300"/>
                  <a:pt x="64643" y="48300"/>
                </a:cubicBezTo>
                <a:cubicBezTo>
                  <a:pt x="64679" y="48375"/>
                  <a:pt x="64679" y="48451"/>
                  <a:pt x="64716" y="48451"/>
                </a:cubicBezTo>
                <a:cubicBezTo>
                  <a:pt x="64716" y="48451"/>
                  <a:pt x="64747" y="48451"/>
                  <a:pt x="64790" y="48451"/>
                </a:cubicBezTo>
                <a:cubicBezTo>
                  <a:pt x="64790" y="48451"/>
                  <a:pt x="64820" y="48451"/>
                  <a:pt x="64820" y="48526"/>
                </a:cubicBezTo>
                <a:cubicBezTo>
                  <a:pt x="64857" y="48526"/>
                  <a:pt x="64857" y="48601"/>
                  <a:pt x="64857" y="48676"/>
                </a:cubicBezTo>
                <a:lnTo>
                  <a:pt x="64857" y="48739"/>
                </a:lnTo>
                <a:cubicBezTo>
                  <a:pt x="64857" y="48814"/>
                  <a:pt x="64894" y="48814"/>
                  <a:pt x="64931" y="48814"/>
                </a:cubicBezTo>
                <a:cubicBezTo>
                  <a:pt x="64967" y="48814"/>
                  <a:pt x="64967" y="48889"/>
                  <a:pt x="65004" y="48889"/>
                </a:cubicBezTo>
                <a:cubicBezTo>
                  <a:pt x="64967" y="49040"/>
                  <a:pt x="64967" y="49040"/>
                  <a:pt x="64967" y="49040"/>
                </a:cubicBezTo>
                <a:cubicBezTo>
                  <a:pt x="64967" y="49115"/>
                  <a:pt x="64931" y="49040"/>
                  <a:pt x="64894" y="49115"/>
                </a:cubicBezTo>
                <a:cubicBezTo>
                  <a:pt x="64894" y="49115"/>
                  <a:pt x="64820" y="49190"/>
                  <a:pt x="64820" y="49265"/>
                </a:cubicBezTo>
                <a:cubicBezTo>
                  <a:pt x="64820" y="49416"/>
                  <a:pt x="64857" y="49491"/>
                  <a:pt x="64894" y="49641"/>
                </a:cubicBezTo>
                <a:cubicBezTo>
                  <a:pt x="64967" y="49716"/>
                  <a:pt x="65004" y="49641"/>
                  <a:pt x="65041" y="49716"/>
                </a:cubicBezTo>
                <a:cubicBezTo>
                  <a:pt x="65114" y="49854"/>
                  <a:pt x="65114" y="50005"/>
                  <a:pt x="65114" y="50155"/>
                </a:cubicBezTo>
                <a:cubicBezTo>
                  <a:pt x="65114" y="50155"/>
                  <a:pt x="65078" y="50155"/>
                  <a:pt x="65078" y="50230"/>
                </a:cubicBezTo>
                <a:cubicBezTo>
                  <a:pt x="65078" y="50230"/>
                  <a:pt x="65114" y="50306"/>
                  <a:pt x="65114" y="50381"/>
                </a:cubicBezTo>
                <a:cubicBezTo>
                  <a:pt x="65114" y="50381"/>
                  <a:pt x="65078" y="50456"/>
                  <a:pt x="65078" y="50531"/>
                </a:cubicBezTo>
                <a:cubicBezTo>
                  <a:pt x="65078" y="50606"/>
                  <a:pt x="65078" y="50606"/>
                  <a:pt x="65078" y="50606"/>
                </a:cubicBezTo>
                <a:cubicBezTo>
                  <a:pt x="65078" y="50681"/>
                  <a:pt x="65114" y="50681"/>
                  <a:pt x="65114" y="50757"/>
                </a:cubicBezTo>
                <a:cubicBezTo>
                  <a:pt x="65114" y="50819"/>
                  <a:pt x="65151" y="50819"/>
                  <a:pt x="65151" y="50907"/>
                </a:cubicBezTo>
                <a:cubicBezTo>
                  <a:pt x="65188" y="50907"/>
                  <a:pt x="65188" y="50970"/>
                  <a:pt x="65188" y="50970"/>
                </a:cubicBezTo>
                <a:cubicBezTo>
                  <a:pt x="65188" y="51045"/>
                  <a:pt x="65188" y="51045"/>
                  <a:pt x="65225" y="51045"/>
                </a:cubicBezTo>
                <a:cubicBezTo>
                  <a:pt x="65225" y="51045"/>
                  <a:pt x="65225" y="51045"/>
                  <a:pt x="65261" y="51120"/>
                </a:cubicBezTo>
                <a:cubicBezTo>
                  <a:pt x="65261" y="51120"/>
                  <a:pt x="65261" y="51120"/>
                  <a:pt x="65261" y="51195"/>
                </a:cubicBezTo>
                <a:cubicBezTo>
                  <a:pt x="65292" y="51195"/>
                  <a:pt x="65292" y="51195"/>
                  <a:pt x="65329" y="51271"/>
                </a:cubicBezTo>
                <a:cubicBezTo>
                  <a:pt x="65329" y="51271"/>
                  <a:pt x="65329" y="51271"/>
                  <a:pt x="65366" y="51271"/>
                </a:cubicBezTo>
                <a:cubicBezTo>
                  <a:pt x="65366" y="51346"/>
                  <a:pt x="65402" y="51346"/>
                  <a:pt x="65402" y="51421"/>
                </a:cubicBezTo>
                <a:cubicBezTo>
                  <a:pt x="65402" y="51421"/>
                  <a:pt x="65402" y="51496"/>
                  <a:pt x="65366" y="51496"/>
                </a:cubicBezTo>
                <a:cubicBezTo>
                  <a:pt x="65366" y="51571"/>
                  <a:pt x="65366" y="51571"/>
                  <a:pt x="65329" y="51571"/>
                </a:cubicBezTo>
                <a:cubicBezTo>
                  <a:pt x="65329" y="51646"/>
                  <a:pt x="65329" y="51646"/>
                  <a:pt x="65329" y="51646"/>
                </a:cubicBezTo>
                <a:cubicBezTo>
                  <a:pt x="65329" y="51722"/>
                  <a:pt x="65329" y="51722"/>
                  <a:pt x="65292" y="51797"/>
                </a:cubicBezTo>
                <a:lnTo>
                  <a:pt x="65292" y="51872"/>
                </a:lnTo>
                <a:cubicBezTo>
                  <a:pt x="65292" y="52010"/>
                  <a:pt x="65292" y="52010"/>
                  <a:pt x="65329" y="52085"/>
                </a:cubicBezTo>
                <a:cubicBezTo>
                  <a:pt x="65329" y="52160"/>
                  <a:pt x="65329" y="52160"/>
                  <a:pt x="65329" y="52160"/>
                </a:cubicBezTo>
                <a:cubicBezTo>
                  <a:pt x="65329" y="52236"/>
                  <a:pt x="65366" y="52236"/>
                  <a:pt x="65366" y="52236"/>
                </a:cubicBezTo>
                <a:cubicBezTo>
                  <a:pt x="65402" y="52236"/>
                  <a:pt x="65402" y="52311"/>
                  <a:pt x="65402" y="52311"/>
                </a:cubicBezTo>
                <a:cubicBezTo>
                  <a:pt x="65439" y="52311"/>
                  <a:pt x="65476" y="52236"/>
                  <a:pt x="65476" y="52160"/>
                </a:cubicBezTo>
                <a:cubicBezTo>
                  <a:pt x="65476" y="52085"/>
                  <a:pt x="65476" y="52085"/>
                  <a:pt x="65476" y="52085"/>
                </a:cubicBezTo>
                <a:cubicBezTo>
                  <a:pt x="65476" y="52010"/>
                  <a:pt x="65513" y="52010"/>
                  <a:pt x="65513" y="51935"/>
                </a:cubicBezTo>
                <a:cubicBezTo>
                  <a:pt x="65513" y="51935"/>
                  <a:pt x="65513" y="51935"/>
                  <a:pt x="65513" y="51872"/>
                </a:cubicBezTo>
                <a:cubicBezTo>
                  <a:pt x="65513" y="51797"/>
                  <a:pt x="65513" y="51797"/>
                  <a:pt x="65513" y="51646"/>
                </a:cubicBezTo>
                <a:cubicBezTo>
                  <a:pt x="65513" y="51646"/>
                  <a:pt x="65513" y="51646"/>
                  <a:pt x="65513" y="51571"/>
                </a:cubicBezTo>
                <a:cubicBezTo>
                  <a:pt x="65513" y="51496"/>
                  <a:pt x="65513" y="51496"/>
                  <a:pt x="65513" y="51421"/>
                </a:cubicBezTo>
                <a:cubicBezTo>
                  <a:pt x="65586" y="51421"/>
                  <a:pt x="65586" y="51421"/>
                  <a:pt x="65586" y="51421"/>
                </a:cubicBezTo>
                <a:cubicBezTo>
                  <a:pt x="65586" y="51421"/>
                  <a:pt x="65586" y="51421"/>
                  <a:pt x="65623" y="51421"/>
                </a:cubicBezTo>
                <a:cubicBezTo>
                  <a:pt x="65623" y="51421"/>
                  <a:pt x="65623" y="51421"/>
                  <a:pt x="65660" y="51496"/>
                </a:cubicBezTo>
                <a:lnTo>
                  <a:pt x="65660" y="51496"/>
                </a:lnTo>
                <a:cubicBezTo>
                  <a:pt x="65696" y="51571"/>
                  <a:pt x="65696" y="51571"/>
                  <a:pt x="65696" y="51571"/>
                </a:cubicBezTo>
                <a:cubicBezTo>
                  <a:pt x="65733" y="51646"/>
                  <a:pt x="65764" y="51646"/>
                  <a:pt x="65764" y="51722"/>
                </a:cubicBezTo>
                <a:cubicBezTo>
                  <a:pt x="65807" y="51797"/>
                  <a:pt x="65807" y="51797"/>
                  <a:pt x="65807" y="51797"/>
                </a:cubicBezTo>
                <a:cubicBezTo>
                  <a:pt x="65837" y="51872"/>
                  <a:pt x="65837" y="51872"/>
                  <a:pt x="65837" y="51872"/>
                </a:cubicBezTo>
                <a:cubicBezTo>
                  <a:pt x="65874" y="51935"/>
                  <a:pt x="65874" y="51935"/>
                  <a:pt x="65874" y="51935"/>
                </a:cubicBezTo>
                <a:lnTo>
                  <a:pt x="65911" y="52010"/>
                </a:lnTo>
                <a:lnTo>
                  <a:pt x="65947" y="52010"/>
                </a:lnTo>
                <a:cubicBezTo>
                  <a:pt x="65984" y="52010"/>
                  <a:pt x="65984" y="52010"/>
                  <a:pt x="66021" y="52010"/>
                </a:cubicBezTo>
                <a:cubicBezTo>
                  <a:pt x="66058" y="52010"/>
                  <a:pt x="66058" y="52010"/>
                  <a:pt x="66094" y="52010"/>
                </a:cubicBezTo>
                <a:cubicBezTo>
                  <a:pt x="66094" y="52010"/>
                  <a:pt x="66094" y="52085"/>
                  <a:pt x="66131" y="52085"/>
                </a:cubicBezTo>
                <a:cubicBezTo>
                  <a:pt x="66168" y="52085"/>
                  <a:pt x="66168" y="52085"/>
                  <a:pt x="66205" y="52085"/>
                </a:cubicBezTo>
                <a:lnTo>
                  <a:pt x="66241" y="52085"/>
                </a:lnTo>
                <a:cubicBezTo>
                  <a:pt x="66241" y="52085"/>
                  <a:pt x="66278" y="52085"/>
                  <a:pt x="66278" y="52010"/>
                </a:cubicBezTo>
                <a:lnTo>
                  <a:pt x="66309" y="52010"/>
                </a:lnTo>
                <a:cubicBezTo>
                  <a:pt x="66309" y="51935"/>
                  <a:pt x="66309" y="51935"/>
                  <a:pt x="66309" y="51935"/>
                </a:cubicBezTo>
                <a:cubicBezTo>
                  <a:pt x="66309" y="51872"/>
                  <a:pt x="66309" y="51872"/>
                  <a:pt x="66309" y="51872"/>
                </a:cubicBezTo>
                <a:cubicBezTo>
                  <a:pt x="66309" y="51797"/>
                  <a:pt x="66278" y="51722"/>
                  <a:pt x="66278" y="51646"/>
                </a:cubicBezTo>
                <a:cubicBezTo>
                  <a:pt x="66278" y="51646"/>
                  <a:pt x="66278" y="51571"/>
                  <a:pt x="66309" y="51571"/>
                </a:cubicBezTo>
                <a:cubicBezTo>
                  <a:pt x="66309" y="51496"/>
                  <a:pt x="66309" y="51496"/>
                  <a:pt x="66346" y="51496"/>
                </a:cubicBezTo>
                <a:cubicBezTo>
                  <a:pt x="66346" y="51421"/>
                  <a:pt x="66346" y="51421"/>
                  <a:pt x="66346" y="51421"/>
                </a:cubicBezTo>
                <a:cubicBezTo>
                  <a:pt x="66346" y="51421"/>
                  <a:pt x="66382" y="51346"/>
                  <a:pt x="66419" y="51346"/>
                </a:cubicBezTo>
                <a:cubicBezTo>
                  <a:pt x="66419" y="51271"/>
                  <a:pt x="66456" y="51346"/>
                  <a:pt x="66493" y="51346"/>
                </a:cubicBezTo>
                <a:cubicBezTo>
                  <a:pt x="66529" y="51346"/>
                  <a:pt x="66566" y="51271"/>
                  <a:pt x="66603" y="51346"/>
                </a:cubicBezTo>
                <a:cubicBezTo>
                  <a:pt x="66603" y="51346"/>
                  <a:pt x="66603" y="51421"/>
                  <a:pt x="66640" y="51421"/>
                </a:cubicBezTo>
                <a:cubicBezTo>
                  <a:pt x="66640" y="51421"/>
                  <a:pt x="66676" y="51496"/>
                  <a:pt x="66676" y="51571"/>
                </a:cubicBezTo>
                <a:cubicBezTo>
                  <a:pt x="66713" y="51571"/>
                  <a:pt x="66713" y="51571"/>
                  <a:pt x="66713" y="51571"/>
                </a:cubicBezTo>
                <a:cubicBezTo>
                  <a:pt x="66750" y="51646"/>
                  <a:pt x="66787" y="51722"/>
                  <a:pt x="66787" y="51722"/>
                </a:cubicBezTo>
                <a:cubicBezTo>
                  <a:pt x="66823" y="51797"/>
                  <a:pt x="66823" y="51797"/>
                  <a:pt x="66854" y="51797"/>
                </a:cubicBezTo>
                <a:cubicBezTo>
                  <a:pt x="66854" y="51797"/>
                  <a:pt x="66854" y="51872"/>
                  <a:pt x="66891" y="51872"/>
                </a:cubicBezTo>
                <a:cubicBezTo>
                  <a:pt x="66891" y="51872"/>
                  <a:pt x="66891" y="51935"/>
                  <a:pt x="66928" y="51935"/>
                </a:cubicBezTo>
                <a:lnTo>
                  <a:pt x="66928" y="51935"/>
                </a:lnTo>
                <a:cubicBezTo>
                  <a:pt x="66964" y="51935"/>
                  <a:pt x="66964" y="52010"/>
                  <a:pt x="67001" y="52010"/>
                </a:cubicBezTo>
                <a:cubicBezTo>
                  <a:pt x="67473" y="52010"/>
                  <a:pt x="67473" y="52010"/>
                  <a:pt x="67473" y="52010"/>
                </a:cubicBezTo>
                <a:cubicBezTo>
                  <a:pt x="67473" y="51872"/>
                  <a:pt x="67473" y="51797"/>
                  <a:pt x="67473" y="51722"/>
                </a:cubicBezTo>
                <a:cubicBezTo>
                  <a:pt x="67473" y="51646"/>
                  <a:pt x="67473" y="51646"/>
                  <a:pt x="67473" y="51646"/>
                </a:cubicBezTo>
                <a:cubicBezTo>
                  <a:pt x="67473" y="51571"/>
                  <a:pt x="67436" y="51571"/>
                  <a:pt x="67436" y="51496"/>
                </a:cubicBezTo>
                <a:cubicBezTo>
                  <a:pt x="67436" y="51496"/>
                  <a:pt x="67473" y="51421"/>
                  <a:pt x="67473" y="51346"/>
                </a:cubicBezTo>
                <a:lnTo>
                  <a:pt x="67509" y="51421"/>
                </a:lnTo>
                <a:cubicBezTo>
                  <a:pt x="67546" y="51421"/>
                  <a:pt x="67546" y="51346"/>
                  <a:pt x="67546" y="51346"/>
                </a:cubicBezTo>
                <a:cubicBezTo>
                  <a:pt x="67583" y="51346"/>
                  <a:pt x="67583" y="51346"/>
                  <a:pt x="67583" y="51346"/>
                </a:cubicBezTo>
                <a:cubicBezTo>
                  <a:pt x="67620" y="51346"/>
                  <a:pt x="67620" y="51346"/>
                  <a:pt x="67656" y="51346"/>
                </a:cubicBezTo>
                <a:cubicBezTo>
                  <a:pt x="67693" y="51346"/>
                  <a:pt x="67730" y="51346"/>
                  <a:pt x="67767" y="51421"/>
                </a:cubicBezTo>
                <a:cubicBezTo>
                  <a:pt x="67803" y="51421"/>
                  <a:pt x="67803" y="51496"/>
                  <a:pt x="67840" y="51571"/>
                </a:cubicBezTo>
                <a:cubicBezTo>
                  <a:pt x="67840" y="51571"/>
                  <a:pt x="67840" y="51571"/>
                  <a:pt x="67871" y="51571"/>
                </a:cubicBezTo>
                <a:cubicBezTo>
                  <a:pt x="67871" y="51571"/>
                  <a:pt x="67908" y="51571"/>
                  <a:pt x="67944" y="51571"/>
                </a:cubicBezTo>
                <a:cubicBezTo>
                  <a:pt x="67944" y="51571"/>
                  <a:pt x="67944" y="51646"/>
                  <a:pt x="67981" y="51571"/>
                </a:cubicBezTo>
                <a:cubicBezTo>
                  <a:pt x="67981" y="51571"/>
                  <a:pt x="67981" y="51571"/>
                  <a:pt x="68018" y="51571"/>
                </a:cubicBezTo>
                <a:lnTo>
                  <a:pt x="68018" y="51496"/>
                </a:lnTo>
                <a:cubicBezTo>
                  <a:pt x="68018" y="51496"/>
                  <a:pt x="68055" y="51496"/>
                  <a:pt x="68055" y="51421"/>
                </a:cubicBezTo>
                <a:cubicBezTo>
                  <a:pt x="68055" y="51421"/>
                  <a:pt x="68091" y="51421"/>
                  <a:pt x="68091" y="51496"/>
                </a:cubicBezTo>
                <a:cubicBezTo>
                  <a:pt x="68091" y="51496"/>
                  <a:pt x="68091" y="51571"/>
                  <a:pt x="68128" y="51571"/>
                </a:cubicBezTo>
                <a:cubicBezTo>
                  <a:pt x="68128" y="51646"/>
                  <a:pt x="68128" y="51646"/>
                  <a:pt x="68165" y="51646"/>
                </a:cubicBezTo>
                <a:lnTo>
                  <a:pt x="68165" y="51722"/>
                </a:lnTo>
                <a:cubicBezTo>
                  <a:pt x="68165" y="51797"/>
                  <a:pt x="68165" y="51797"/>
                  <a:pt x="68165" y="51872"/>
                </a:cubicBezTo>
                <a:cubicBezTo>
                  <a:pt x="68165" y="51935"/>
                  <a:pt x="68165" y="52010"/>
                  <a:pt x="68165" y="52085"/>
                </a:cubicBezTo>
                <a:lnTo>
                  <a:pt x="68128" y="52160"/>
                </a:lnTo>
                <a:cubicBezTo>
                  <a:pt x="68091" y="52236"/>
                  <a:pt x="68091" y="52311"/>
                  <a:pt x="68091" y="52386"/>
                </a:cubicBezTo>
                <a:cubicBezTo>
                  <a:pt x="68091" y="52461"/>
                  <a:pt x="68055" y="52536"/>
                  <a:pt x="68055" y="52687"/>
                </a:cubicBezTo>
                <a:lnTo>
                  <a:pt x="68055" y="52762"/>
                </a:lnTo>
                <a:cubicBezTo>
                  <a:pt x="68055" y="52837"/>
                  <a:pt x="68091" y="52837"/>
                  <a:pt x="68091" y="52900"/>
                </a:cubicBezTo>
                <a:cubicBezTo>
                  <a:pt x="68091" y="52900"/>
                  <a:pt x="68091" y="52900"/>
                  <a:pt x="68091" y="52987"/>
                </a:cubicBezTo>
                <a:cubicBezTo>
                  <a:pt x="68091" y="52987"/>
                  <a:pt x="68091" y="52987"/>
                  <a:pt x="68091" y="53050"/>
                </a:cubicBezTo>
                <a:cubicBezTo>
                  <a:pt x="68128" y="53050"/>
                  <a:pt x="68128" y="53125"/>
                  <a:pt x="68128" y="53125"/>
                </a:cubicBezTo>
                <a:cubicBezTo>
                  <a:pt x="68165" y="53201"/>
                  <a:pt x="68165" y="53201"/>
                  <a:pt x="68165" y="53276"/>
                </a:cubicBezTo>
                <a:cubicBezTo>
                  <a:pt x="68165" y="53276"/>
                  <a:pt x="68165" y="53351"/>
                  <a:pt x="68128" y="53351"/>
                </a:cubicBezTo>
                <a:cubicBezTo>
                  <a:pt x="68128" y="53426"/>
                  <a:pt x="68128" y="53426"/>
                  <a:pt x="68091" y="53426"/>
                </a:cubicBezTo>
                <a:cubicBezTo>
                  <a:pt x="68091" y="53501"/>
                  <a:pt x="68091" y="53501"/>
                  <a:pt x="68091" y="53501"/>
                </a:cubicBezTo>
                <a:cubicBezTo>
                  <a:pt x="68055" y="53501"/>
                  <a:pt x="68055" y="53577"/>
                  <a:pt x="68055" y="53577"/>
                </a:cubicBezTo>
                <a:cubicBezTo>
                  <a:pt x="68055" y="53652"/>
                  <a:pt x="68055" y="53652"/>
                  <a:pt x="68055" y="53727"/>
                </a:cubicBezTo>
                <a:lnTo>
                  <a:pt x="68055" y="53802"/>
                </a:lnTo>
                <a:cubicBezTo>
                  <a:pt x="68018" y="53877"/>
                  <a:pt x="68018" y="53877"/>
                  <a:pt x="68018" y="53877"/>
                </a:cubicBezTo>
                <a:cubicBezTo>
                  <a:pt x="67981" y="53953"/>
                  <a:pt x="67981" y="54015"/>
                  <a:pt x="67944" y="54090"/>
                </a:cubicBezTo>
                <a:cubicBezTo>
                  <a:pt x="67944" y="54090"/>
                  <a:pt x="67944" y="54166"/>
                  <a:pt x="67908" y="54241"/>
                </a:cubicBezTo>
                <a:cubicBezTo>
                  <a:pt x="67908" y="54241"/>
                  <a:pt x="67871" y="54316"/>
                  <a:pt x="67840" y="54316"/>
                </a:cubicBezTo>
                <a:lnTo>
                  <a:pt x="67803" y="54391"/>
                </a:lnTo>
                <a:lnTo>
                  <a:pt x="67767" y="54391"/>
                </a:lnTo>
                <a:cubicBezTo>
                  <a:pt x="67767" y="54466"/>
                  <a:pt x="67730" y="54466"/>
                  <a:pt x="67730" y="54466"/>
                </a:cubicBezTo>
                <a:cubicBezTo>
                  <a:pt x="67730" y="54542"/>
                  <a:pt x="67730" y="54542"/>
                  <a:pt x="67730" y="54542"/>
                </a:cubicBezTo>
                <a:cubicBezTo>
                  <a:pt x="67730" y="54617"/>
                  <a:pt x="67730" y="54692"/>
                  <a:pt x="67730" y="54692"/>
                </a:cubicBezTo>
                <a:cubicBezTo>
                  <a:pt x="67693" y="54842"/>
                  <a:pt x="67693" y="54918"/>
                  <a:pt x="67656" y="55068"/>
                </a:cubicBezTo>
                <a:cubicBezTo>
                  <a:pt x="67656" y="55131"/>
                  <a:pt x="67656" y="55206"/>
                  <a:pt x="67620" y="55281"/>
                </a:cubicBezTo>
                <a:cubicBezTo>
                  <a:pt x="67620" y="55356"/>
                  <a:pt x="67583" y="55356"/>
                  <a:pt x="67583" y="55431"/>
                </a:cubicBezTo>
                <a:cubicBezTo>
                  <a:pt x="67546" y="55431"/>
                  <a:pt x="67546" y="55431"/>
                  <a:pt x="67546" y="55507"/>
                </a:cubicBezTo>
                <a:cubicBezTo>
                  <a:pt x="67509" y="55507"/>
                  <a:pt x="67509" y="55507"/>
                  <a:pt x="67509" y="55582"/>
                </a:cubicBezTo>
                <a:cubicBezTo>
                  <a:pt x="67473" y="55582"/>
                  <a:pt x="67473" y="55582"/>
                  <a:pt x="67473" y="55582"/>
                </a:cubicBezTo>
                <a:cubicBezTo>
                  <a:pt x="67436" y="55582"/>
                  <a:pt x="67436" y="55582"/>
                  <a:pt x="67436" y="55582"/>
                </a:cubicBezTo>
                <a:cubicBezTo>
                  <a:pt x="67399" y="55582"/>
                  <a:pt x="67362" y="55582"/>
                  <a:pt x="67362" y="55582"/>
                </a:cubicBezTo>
                <a:cubicBezTo>
                  <a:pt x="67326" y="55657"/>
                  <a:pt x="67295" y="55657"/>
                  <a:pt x="67295" y="55657"/>
                </a:cubicBezTo>
                <a:cubicBezTo>
                  <a:pt x="67258" y="55657"/>
                  <a:pt x="67258" y="55657"/>
                  <a:pt x="67258" y="55657"/>
                </a:cubicBezTo>
                <a:cubicBezTo>
                  <a:pt x="67222" y="55657"/>
                  <a:pt x="67222" y="55657"/>
                  <a:pt x="67185" y="55657"/>
                </a:cubicBezTo>
                <a:cubicBezTo>
                  <a:pt x="67185" y="55657"/>
                  <a:pt x="67185" y="55732"/>
                  <a:pt x="67148" y="55732"/>
                </a:cubicBezTo>
                <a:lnTo>
                  <a:pt x="67148" y="55732"/>
                </a:lnTo>
                <a:cubicBezTo>
                  <a:pt x="67111" y="55732"/>
                  <a:pt x="67111" y="55807"/>
                  <a:pt x="67075" y="55807"/>
                </a:cubicBezTo>
                <a:lnTo>
                  <a:pt x="67038" y="55807"/>
                </a:lnTo>
                <a:cubicBezTo>
                  <a:pt x="67001" y="55807"/>
                  <a:pt x="67001" y="55732"/>
                  <a:pt x="67001" y="55732"/>
                </a:cubicBezTo>
                <a:cubicBezTo>
                  <a:pt x="66964" y="55657"/>
                  <a:pt x="66964" y="55657"/>
                  <a:pt x="66928" y="55582"/>
                </a:cubicBezTo>
                <a:cubicBezTo>
                  <a:pt x="66891" y="55582"/>
                  <a:pt x="66891" y="55582"/>
                  <a:pt x="66891" y="55582"/>
                </a:cubicBezTo>
                <a:cubicBezTo>
                  <a:pt x="66854" y="55582"/>
                  <a:pt x="66854" y="55582"/>
                  <a:pt x="66823" y="55582"/>
                </a:cubicBezTo>
                <a:cubicBezTo>
                  <a:pt x="66787" y="55582"/>
                  <a:pt x="66787" y="55582"/>
                  <a:pt x="66750" y="55582"/>
                </a:cubicBezTo>
                <a:cubicBezTo>
                  <a:pt x="66750" y="55582"/>
                  <a:pt x="66750" y="55582"/>
                  <a:pt x="66713" y="55582"/>
                </a:cubicBezTo>
                <a:cubicBezTo>
                  <a:pt x="66676" y="55582"/>
                  <a:pt x="66640" y="55582"/>
                  <a:pt x="66640" y="55582"/>
                </a:cubicBezTo>
                <a:cubicBezTo>
                  <a:pt x="66603" y="55582"/>
                  <a:pt x="66603" y="55507"/>
                  <a:pt x="66566" y="55507"/>
                </a:cubicBezTo>
                <a:cubicBezTo>
                  <a:pt x="66529" y="55507"/>
                  <a:pt x="66529" y="55507"/>
                  <a:pt x="66529" y="55507"/>
                </a:cubicBezTo>
                <a:cubicBezTo>
                  <a:pt x="66529" y="55507"/>
                  <a:pt x="66529" y="55507"/>
                  <a:pt x="66493" y="55507"/>
                </a:cubicBezTo>
                <a:lnTo>
                  <a:pt x="66456" y="55582"/>
                </a:lnTo>
                <a:cubicBezTo>
                  <a:pt x="66493" y="55582"/>
                  <a:pt x="66493" y="55657"/>
                  <a:pt x="66529" y="55657"/>
                </a:cubicBezTo>
                <a:cubicBezTo>
                  <a:pt x="66566" y="55657"/>
                  <a:pt x="66603" y="55732"/>
                  <a:pt x="66640" y="55732"/>
                </a:cubicBezTo>
                <a:cubicBezTo>
                  <a:pt x="66676" y="55732"/>
                  <a:pt x="66713" y="55732"/>
                  <a:pt x="66750" y="55807"/>
                </a:cubicBezTo>
                <a:cubicBezTo>
                  <a:pt x="66787" y="55807"/>
                  <a:pt x="66823" y="55807"/>
                  <a:pt x="66823" y="55807"/>
                </a:cubicBezTo>
                <a:cubicBezTo>
                  <a:pt x="66823" y="55958"/>
                  <a:pt x="66823" y="55958"/>
                  <a:pt x="66823" y="55958"/>
                </a:cubicBezTo>
                <a:cubicBezTo>
                  <a:pt x="66823" y="56033"/>
                  <a:pt x="66823" y="56033"/>
                  <a:pt x="66823" y="56033"/>
                </a:cubicBezTo>
                <a:cubicBezTo>
                  <a:pt x="66823" y="56096"/>
                  <a:pt x="66854" y="56096"/>
                  <a:pt x="66891" y="56171"/>
                </a:cubicBezTo>
                <a:cubicBezTo>
                  <a:pt x="66891" y="56171"/>
                  <a:pt x="66891" y="56171"/>
                  <a:pt x="66891" y="56246"/>
                </a:cubicBezTo>
                <a:cubicBezTo>
                  <a:pt x="66928" y="56246"/>
                  <a:pt x="66928" y="56321"/>
                  <a:pt x="66928" y="56321"/>
                </a:cubicBezTo>
                <a:cubicBezTo>
                  <a:pt x="66928" y="56396"/>
                  <a:pt x="66891" y="56396"/>
                  <a:pt x="66891" y="56396"/>
                </a:cubicBezTo>
                <a:cubicBezTo>
                  <a:pt x="66891" y="56472"/>
                  <a:pt x="66928" y="56472"/>
                  <a:pt x="66928" y="56472"/>
                </a:cubicBezTo>
                <a:cubicBezTo>
                  <a:pt x="66928" y="56547"/>
                  <a:pt x="66891" y="56547"/>
                  <a:pt x="66891" y="56547"/>
                </a:cubicBezTo>
                <a:cubicBezTo>
                  <a:pt x="66891" y="56697"/>
                  <a:pt x="66891" y="56772"/>
                  <a:pt x="66891" y="56848"/>
                </a:cubicBezTo>
                <a:cubicBezTo>
                  <a:pt x="66891" y="56848"/>
                  <a:pt x="66928" y="56998"/>
                  <a:pt x="66964" y="56998"/>
                </a:cubicBezTo>
                <a:cubicBezTo>
                  <a:pt x="67001" y="57073"/>
                  <a:pt x="67038" y="57148"/>
                  <a:pt x="67075" y="57286"/>
                </a:cubicBezTo>
                <a:lnTo>
                  <a:pt x="67111" y="57361"/>
                </a:lnTo>
                <a:cubicBezTo>
                  <a:pt x="67148" y="57512"/>
                  <a:pt x="67148" y="57512"/>
                  <a:pt x="67148" y="57512"/>
                </a:cubicBezTo>
                <a:cubicBezTo>
                  <a:pt x="67148" y="57587"/>
                  <a:pt x="67185" y="57662"/>
                  <a:pt x="67185" y="57662"/>
                </a:cubicBezTo>
                <a:cubicBezTo>
                  <a:pt x="67222" y="57737"/>
                  <a:pt x="67222" y="57813"/>
                  <a:pt x="67258" y="57813"/>
                </a:cubicBezTo>
                <a:cubicBezTo>
                  <a:pt x="67258" y="57888"/>
                  <a:pt x="67295" y="57963"/>
                  <a:pt x="67326" y="57963"/>
                </a:cubicBezTo>
                <a:cubicBezTo>
                  <a:pt x="67362" y="57963"/>
                  <a:pt x="67362" y="58038"/>
                  <a:pt x="67399" y="58038"/>
                </a:cubicBezTo>
                <a:cubicBezTo>
                  <a:pt x="67473" y="58038"/>
                  <a:pt x="67473" y="58038"/>
                  <a:pt x="67473" y="58038"/>
                </a:cubicBezTo>
                <a:cubicBezTo>
                  <a:pt x="67509" y="58038"/>
                  <a:pt x="67509" y="58038"/>
                  <a:pt x="67546" y="58038"/>
                </a:cubicBezTo>
                <a:cubicBezTo>
                  <a:pt x="67583" y="58038"/>
                  <a:pt x="67620" y="57963"/>
                  <a:pt x="67620" y="57963"/>
                </a:cubicBezTo>
                <a:cubicBezTo>
                  <a:pt x="67620" y="57888"/>
                  <a:pt x="67620" y="57813"/>
                  <a:pt x="67620" y="57813"/>
                </a:cubicBezTo>
                <a:cubicBezTo>
                  <a:pt x="67620" y="57737"/>
                  <a:pt x="67656" y="57737"/>
                  <a:pt x="67693" y="57662"/>
                </a:cubicBezTo>
                <a:cubicBezTo>
                  <a:pt x="67730" y="57813"/>
                  <a:pt x="67730" y="57813"/>
                  <a:pt x="67730" y="57813"/>
                </a:cubicBezTo>
                <a:cubicBezTo>
                  <a:pt x="67767" y="57963"/>
                  <a:pt x="67840" y="58038"/>
                  <a:pt x="67871" y="58251"/>
                </a:cubicBezTo>
                <a:cubicBezTo>
                  <a:pt x="67908" y="58251"/>
                  <a:pt x="67908" y="58326"/>
                  <a:pt x="67908" y="58326"/>
                </a:cubicBezTo>
                <a:cubicBezTo>
                  <a:pt x="67944" y="58402"/>
                  <a:pt x="67944" y="58402"/>
                  <a:pt x="67981" y="58477"/>
                </a:cubicBezTo>
                <a:cubicBezTo>
                  <a:pt x="68018" y="58477"/>
                  <a:pt x="68018" y="58552"/>
                  <a:pt x="68055" y="58552"/>
                </a:cubicBezTo>
                <a:cubicBezTo>
                  <a:pt x="68091" y="58552"/>
                  <a:pt x="68091" y="58627"/>
                  <a:pt x="68091" y="58702"/>
                </a:cubicBezTo>
                <a:cubicBezTo>
                  <a:pt x="68128" y="58778"/>
                  <a:pt x="68128" y="58928"/>
                  <a:pt x="68128" y="59003"/>
                </a:cubicBezTo>
                <a:cubicBezTo>
                  <a:pt x="68128" y="59078"/>
                  <a:pt x="68128" y="59078"/>
                  <a:pt x="68128" y="59154"/>
                </a:cubicBezTo>
                <a:cubicBezTo>
                  <a:pt x="68165" y="59229"/>
                  <a:pt x="68202" y="59229"/>
                  <a:pt x="68202" y="59291"/>
                </a:cubicBezTo>
                <a:cubicBezTo>
                  <a:pt x="68238" y="59442"/>
                  <a:pt x="68275" y="59517"/>
                  <a:pt x="68312" y="59592"/>
                </a:cubicBezTo>
                <a:cubicBezTo>
                  <a:pt x="68349" y="59667"/>
                  <a:pt x="68379" y="59667"/>
                  <a:pt x="68379" y="59743"/>
                </a:cubicBezTo>
                <a:cubicBezTo>
                  <a:pt x="68416" y="59818"/>
                  <a:pt x="68416" y="59893"/>
                  <a:pt x="68416" y="60043"/>
                </a:cubicBezTo>
                <a:cubicBezTo>
                  <a:pt x="68416" y="60119"/>
                  <a:pt x="68416" y="60119"/>
                  <a:pt x="68416" y="60119"/>
                </a:cubicBezTo>
                <a:lnTo>
                  <a:pt x="68379" y="60194"/>
                </a:lnTo>
                <a:cubicBezTo>
                  <a:pt x="68379" y="60407"/>
                  <a:pt x="68379" y="60557"/>
                  <a:pt x="68416" y="60708"/>
                </a:cubicBezTo>
                <a:cubicBezTo>
                  <a:pt x="68453" y="60783"/>
                  <a:pt x="68490" y="60783"/>
                  <a:pt x="68526" y="60783"/>
                </a:cubicBezTo>
                <a:cubicBezTo>
                  <a:pt x="68563" y="60783"/>
                  <a:pt x="68563" y="60858"/>
                  <a:pt x="68600" y="60858"/>
                </a:cubicBezTo>
                <a:cubicBezTo>
                  <a:pt x="68637" y="60858"/>
                  <a:pt x="68637" y="60858"/>
                  <a:pt x="68673" y="60933"/>
                </a:cubicBezTo>
                <a:cubicBezTo>
                  <a:pt x="68710" y="60933"/>
                  <a:pt x="68710" y="60933"/>
                  <a:pt x="68747" y="61008"/>
                </a:cubicBezTo>
                <a:cubicBezTo>
                  <a:pt x="68747" y="61084"/>
                  <a:pt x="68747" y="61084"/>
                  <a:pt x="68784" y="61159"/>
                </a:cubicBezTo>
                <a:cubicBezTo>
                  <a:pt x="68784" y="61234"/>
                  <a:pt x="68784" y="61234"/>
                  <a:pt x="68820" y="61309"/>
                </a:cubicBezTo>
                <a:cubicBezTo>
                  <a:pt x="68857" y="61447"/>
                  <a:pt x="68924" y="61447"/>
                  <a:pt x="68961" y="61597"/>
                </a:cubicBezTo>
                <a:cubicBezTo>
                  <a:pt x="68961" y="61748"/>
                  <a:pt x="68998" y="61823"/>
                  <a:pt x="69035" y="61898"/>
                </a:cubicBezTo>
                <a:cubicBezTo>
                  <a:pt x="69071" y="62199"/>
                  <a:pt x="69071" y="62199"/>
                  <a:pt x="69071" y="62199"/>
                </a:cubicBezTo>
                <a:cubicBezTo>
                  <a:pt x="69108" y="62349"/>
                  <a:pt x="69145" y="62487"/>
                  <a:pt x="69145" y="62638"/>
                </a:cubicBezTo>
                <a:cubicBezTo>
                  <a:pt x="69145" y="62713"/>
                  <a:pt x="69182" y="62713"/>
                  <a:pt x="69145" y="62788"/>
                </a:cubicBezTo>
                <a:cubicBezTo>
                  <a:pt x="69145" y="62863"/>
                  <a:pt x="69108" y="62863"/>
                  <a:pt x="69108" y="62938"/>
                </a:cubicBezTo>
                <a:cubicBezTo>
                  <a:pt x="69108" y="63014"/>
                  <a:pt x="69108" y="63014"/>
                  <a:pt x="69108" y="63089"/>
                </a:cubicBezTo>
                <a:cubicBezTo>
                  <a:pt x="69108" y="63164"/>
                  <a:pt x="69108" y="63314"/>
                  <a:pt x="69145" y="63390"/>
                </a:cubicBezTo>
                <a:cubicBezTo>
                  <a:pt x="69145" y="63452"/>
                  <a:pt x="69182" y="63452"/>
                  <a:pt x="69218" y="63452"/>
                </a:cubicBezTo>
                <a:cubicBezTo>
                  <a:pt x="69218" y="63527"/>
                  <a:pt x="69255" y="63527"/>
                  <a:pt x="69292" y="63527"/>
                </a:cubicBezTo>
                <a:cubicBezTo>
                  <a:pt x="69329" y="63603"/>
                  <a:pt x="69329" y="63678"/>
                  <a:pt x="69366" y="63678"/>
                </a:cubicBezTo>
                <a:cubicBezTo>
                  <a:pt x="69396" y="63753"/>
                  <a:pt x="69433" y="63828"/>
                  <a:pt x="69506" y="63979"/>
                </a:cubicBezTo>
                <a:cubicBezTo>
                  <a:pt x="69506" y="63979"/>
                  <a:pt x="69543" y="63979"/>
                  <a:pt x="69543" y="64054"/>
                </a:cubicBezTo>
                <a:cubicBezTo>
                  <a:pt x="69580" y="64129"/>
                  <a:pt x="69580" y="64129"/>
                  <a:pt x="69580" y="64204"/>
                </a:cubicBezTo>
                <a:cubicBezTo>
                  <a:pt x="69617" y="64279"/>
                  <a:pt x="69653" y="64279"/>
                  <a:pt x="69653" y="64355"/>
                </a:cubicBezTo>
                <a:cubicBezTo>
                  <a:pt x="69690" y="64430"/>
                  <a:pt x="69727" y="64568"/>
                  <a:pt x="69727" y="64643"/>
                </a:cubicBezTo>
                <a:cubicBezTo>
                  <a:pt x="69764" y="64718"/>
                  <a:pt x="69764" y="64793"/>
                  <a:pt x="69800" y="64868"/>
                </a:cubicBezTo>
                <a:cubicBezTo>
                  <a:pt x="69800" y="64868"/>
                  <a:pt x="69874" y="64944"/>
                  <a:pt x="69874" y="65019"/>
                </a:cubicBezTo>
                <a:cubicBezTo>
                  <a:pt x="69941" y="65169"/>
                  <a:pt x="69978" y="65244"/>
                  <a:pt x="70015" y="65395"/>
                </a:cubicBezTo>
                <a:cubicBezTo>
                  <a:pt x="70088" y="65608"/>
                  <a:pt x="70162" y="65683"/>
                  <a:pt x="70235" y="65833"/>
                </a:cubicBezTo>
                <a:cubicBezTo>
                  <a:pt x="70235" y="65909"/>
                  <a:pt x="70235" y="65909"/>
                  <a:pt x="70272" y="65984"/>
                </a:cubicBezTo>
                <a:cubicBezTo>
                  <a:pt x="70272" y="66059"/>
                  <a:pt x="70309" y="66059"/>
                  <a:pt x="70309" y="66134"/>
                </a:cubicBezTo>
                <a:cubicBezTo>
                  <a:pt x="70309" y="66209"/>
                  <a:pt x="70346" y="66209"/>
                  <a:pt x="70346" y="66285"/>
                </a:cubicBezTo>
                <a:cubicBezTo>
                  <a:pt x="70346" y="66435"/>
                  <a:pt x="70346" y="66510"/>
                  <a:pt x="70346" y="66573"/>
                </a:cubicBezTo>
                <a:cubicBezTo>
                  <a:pt x="70346" y="66648"/>
                  <a:pt x="70346" y="66723"/>
                  <a:pt x="70346" y="66723"/>
                </a:cubicBezTo>
                <a:cubicBezTo>
                  <a:pt x="70346" y="66798"/>
                  <a:pt x="70382" y="66798"/>
                  <a:pt x="70382" y="66874"/>
                </a:cubicBezTo>
                <a:cubicBezTo>
                  <a:pt x="70413" y="67024"/>
                  <a:pt x="70450" y="67024"/>
                  <a:pt x="70450" y="67174"/>
                </a:cubicBezTo>
                <a:cubicBezTo>
                  <a:pt x="70450" y="68440"/>
                  <a:pt x="70450" y="68440"/>
                  <a:pt x="70450" y="68440"/>
                </a:cubicBezTo>
                <a:cubicBezTo>
                  <a:pt x="70450" y="68591"/>
                  <a:pt x="70560" y="68653"/>
                  <a:pt x="70633" y="68804"/>
                </a:cubicBezTo>
                <a:cubicBezTo>
                  <a:pt x="70707" y="68879"/>
                  <a:pt x="70707" y="68954"/>
                  <a:pt x="70781" y="68954"/>
                </a:cubicBezTo>
                <a:cubicBezTo>
                  <a:pt x="70854" y="69029"/>
                  <a:pt x="70891" y="68954"/>
                  <a:pt x="70928" y="68954"/>
                </a:cubicBezTo>
                <a:cubicBezTo>
                  <a:pt x="70995" y="68954"/>
                  <a:pt x="71068" y="69029"/>
                  <a:pt x="71142" y="68954"/>
                </a:cubicBezTo>
                <a:cubicBezTo>
                  <a:pt x="71179" y="68954"/>
                  <a:pt x="71179" y="68879"/>
                  <a:pt x="71215" y="68804"/>
                </a:cubicBezTo>
                <a:cubicBezTo>
                  <a:pt x="71252" y="68741"/>
                  <a:pt x="71252" y="68591"/>
                  <a:pt x="71289" y="68515"/>
                </a:cubicBezTo>
                <a:cubicBezTo>
                  <a:pt x="71326" y="68440"/>
                  <a:pt x="71399" y="68365"/>
                  <a:pt x="71430" y="68365"/>
                </a:cubicBezTo>
                <a:cubicBezTo>
                  <a:pt x="71473" y="68365"/>
                  <a:pt x="71473" y="68290"/>
                  <a:pt x="71503" y="68290"/>
                </a:cubicBezTo>
                <a:cubicBezTo>
                  <a:pt x="71944" y="68290"/>
                  <a:pt x="71944" y="68290"/>
                  <a:pt x="71944" y="68290"/>
                </a:cubicBezTo>
                <a:cubicBezTo>
                  <a:pt x="71975" y="68290"/>
                  <a:pt x="71975" y="68440"/>
                  <a:pt x="72012" y="68440"/>
                </a:cubicBezTo>
                <a:cubicBezTo>
                  <a:pt x="72012" y="68440"/>
                  <a:pt x="72049" y="68440"/>
                  <a:pt x="72085" y="68440"/>
                </a:cubicBezTo>
                <a:cubicBezTo>
                  <a:pt x="72159" y="68139"/>
                  <a:pt x="72159" y="68139"/>
                  <a:pt x="72159" y="68139"/>
                </a:cubicBezTo>
                <a:cubicBezTo>
                  <a:pt x="72159" y="68064"/>
                  <a:pt x="72196" y="68064"/>
                  <a:pt x="72196" y="67989"/>
                </a:cubicBezTo>
                <a:cubicBezTo>
                  <a:pt x="72232" y="67914"/>
                  <a:pt x="72269" y="67914"/>
                  <a:pt x="72306" y="67914"/>
                </a:cubicBezTo>
                <a:cubicBezTo>
                  <a:pt x="72306" y="67839"/>
                  <a:pt x="72343" y="67763"/>
                  <a:pt x="72343" y="67763"/>
                </a:cubicBezTo>
                <a:cubicBezTo>
                  <a:pt x="72447" y="67688"/>
                  <a:pt x="72490" y="67688"/>
                  <a:pt x="72557" y="67688"/>
                </a:cubicBezTo>
                <a:cubicBezTo>
                  <a:pt x="72594" y="67626"/>
                  <a:pt x="72594" y="67550"/>
                  <a:pt x="72630" y="67550"/>
                </a:cubicBezTo>
                <a:cubicBezTo>
                  <a:pt x="72667" y="67550"/>
                  <a:pt x="72741" y="67550"/>
                  <a:pt x="72777" y="67550"/>
                </a:cubicBezTo>
                <a:cubicBezTo>
                  <a:pt x="72814" y="67550"/>
                  <a:pt x="72814" y="67475"/>
                  <a:pt x="72851" y="67475"/>
                </a:cubicBezTo>
                <a:cubicBezTo>
                  <a:pt x="72888" y="67475"/>
                  <a:pt x="72888" y="67475"/>
                  <a:pt x="72924" y="67475"/>
                </a:cubicBezTo>
                <a:cubicBezTo>
                  <a:pt x="72961" y="67475"/>
                  <a:pt x="72992" y="67475"/>
                  <a:pt x="73065" y="67400"/>
                </a:cubicBezTo>
                <a:cubicBezTo>
                  <a:pt x="73102" y="67400"/>
                  <a:pt x="73102" y="67325"/>
                  <a:pt x="73139" y="67250"/>
                </a:cubicBezTo>
                <a:cubicBezTo>
                  <a:pt x="73212" y="67099"/>
                  <a:pt x="73212" y="67099"/>
                  <a:pt x="73212" y="67099"/>
                </a:cubicBezTo>
                <a:cubicBezTo>
                  <a:pt x="73212" y="67099"/>
                  <a:pt x="73249" y="67024"/>
                  <a:pt x="73286" y="66949"/>
                </a:cubicBezTo>
                <a:lnTo>
                  <a:pt x="73323" y="66949"/>
                </a:lnTo>
                <a:cubicBezTo>
                  <a:pt x="73433" y="66949"/>
                  <a:pt x="73464" y="66949"/>
                  <a:pt x="73537" y="66949"/>
                </a:cubicBezTo>
                <a:cubicBezTo>
                  <a:pt x="73537" y="66874"/>
                  <a:pt x="73537" y="66798"/>
                  <a:pt x="73537" y="66723"/>
                </a:cubicBezTo>
                <a:cubicBezTo>
                  <a:pt x="73537" y="66648"/>
                  <a:pt x="73537" y="66648"/>
                  <a:pt x="73537" y="66573"/>
                </a:cubicBezTo>
                <a:cubicBezTo>
                  <a:pt x="73574" y="66510"/>
                  <a:pt x="73574" y="66510"/>
                  <a:pt x="73611" y="66435"/>
                </a:cubicBezTo>
                <a:cubicBezTo>
                  <a:pt x="73611" y="66435"/>
                  <a:pt x="73647" y="66510"/>
                  <a:pt x="73684" y="66435"/>
                </a:cubicBezTo>
                <a:cubicBezTo>
                  <a:pt x="73684" y="66435"/>
                  <a:pt x="73721" y="66360"/>
                  <a:pt x="73758" y="66360"/>
                </a:cubicBezTo>
                <a:lnTo>
                  <a:pt x="73794" y="66285"/>
                </a:lnTo>
                <a:cubicBezTo>
                  <a:pt x="73831" y="66285"/>
                  <a:pt x="73868" y="66209"/>
                  <a:pt x="73868" y="66209"/>
                </a:cubicBezTo>
                <a:cubicBezTo>
                  <a:pt x="73905" y="66209"/>
                  <a:pt x="73941" y="66209"/>
                  <a:pt x="73941" y="66209"/>
                </a:cubicBezTo>
                <a:cubicBezTo>
                  <a:pt x="73978" y="66209"/>
                  <a:pt x="74009" y="66209"/>
                  <a:pt x="74009" y="66209"/>
                </a:cubicBezTo>
                <a:cubicBezTo>
                  <a:pt x="74523" y="66209"/>
                  <a:pt x="74523" y="66209"/>
                  <a:pt x="74523" y="66209"/>
                </a:cubicBezTo>
                <a:cubicBezTo>
                  <a:pt x="74523" y="66134"/>
                  <a:pt x="74523" y="66134"/>
                  <a:pt x="74523" y="65984"/>
                </a:cubicBezTo>
                <a:lnTo>
                  <a:pt x="74523" y="65909"/>
                </a:lnTo>
                <a:cubicBezTo>
                  <a:pt x="74523" y="65833"/>
                  <a:pt x="74523" y="65758"/>
                  <a:pt x="74523" y="65758"/>
                </a:cubicBezTo>
                <a:cubicBezTo>
                  <a:pt x="74554" y="65608"/>
                  <a:pt x="74591" y="65545"/>
                  <a:pt x="74627" y="65470"/>
                </a:cubicBezTo>
                <a:cubicBezTo>
                  <a:pt x="74958" y="65470"/>
                  <a:pt x="74958" y="65470"/>
                  <a:pt x="74958" y="65470"/>
                </a:cubicBezTo>
                <a:cubicBezTo>
                  <a:pt x="74958" y="65395"/>
                  <a:pt x="74995" y="65320"/>
                  <a:pt x="74995" y="65320"/>
                </a:cubicBezTo>
                <a:cubicBezTo>
                  <a:pt x="74995" y="65244"/>
                  <a:pt x="74995" y="65244"/>
                  <a:pt x="75026" y="65169"/>
                </a:cubicBezTo>
                <a:cubicBezTo>
                  <a:pt x="75026" y="65019"/>
                  <a:pt x="75026" y="64944"/>
                  <a:pt x="75062" y="64868"/>
                </a:cubicBezTo>
                <a:cubicBezTo>
                  <a:pt x="75099" y="64793"/>
                  <a:pt x="75099" y="64793"/>
                  <a:pt x="75136" y="64718"/>
                </a:cubicBezTo>
                <a:cubicBezTo>
                  <a:pt x="75173" y="64718"/>
                  <a:pt x="75173" y="64793"/>
                  <a:pt x="75209" y="64793"/>
                </a:cubicBezTo>
                <a:cubicBezTo>
                  <a:pt x="75283" y="64793"/>
                  <a:pt x="75283" y="64793"/>
                  <a:pt x="75283" y="64793"/>
                </a:cubicBezTo>
                <a:cubicBezTo>
                  <a:pt x="75320" y="64793"/>
                  <a:pt x="75320" y="64718"/>
                  <a:pt x="75356" y="64718"/>
                </a:cubicBezTo>
                <a:cubicBezTo>
                  <a:pt x="75393" y="64492"/>
                  <a:pt x="75393" y="64492"/>
                  <a:pt x="75393" y="64492"/>
                </a:cubicBezTo>
                <a:cubicBezTo>
                  <a:pt x="75393" y="64430"/>
                  <a:pt x="75430" y="64430"/>
                  <a:pt x="75430" y="64355"/>
                </a:cubicBezTo>
                <a:cubicBezTo>
                  <a:pt x="75430" y="64279"/>
                  <a:pt x="75430" y="64279"/>
                  <a:pt x="75430" y="64204"/>
                </a:cubicBezTo>
                <a:cubicBezTo>
                  <a:pt x="75430" y="64129"/>
                  <a:pt x="75467" y="64129"/>
                  <a:pt x="75467" y="64054"/>
                </a:cubicBezTo>
                <a:cubicBezTo>
                  <a:pt x="75497" y="63979"/>
                  <a:pt x="75497" y="63979"/>
                  <a:pt x="75497" y="63903"/>
                </a:cubicBezTo>
                <a:cubicBezTo>
                  <a:pt x="75540" y="63828"/>
                  <a:pt x="75571" y="63828"/>
                  <a:pt x="75607" y="63828"/>
                </a:cubicBezTo>
                <a:cubicBezTo>
                  <a:pt x="75644" y="63828"/>
                  <a:pt x="75644" y="63828"/>
                  <a:pt x="75644" y="63828"/>
                </a:cubicBezTo>
                <a:cubicBezTo>
                  <a:pt x="75681" y="63828"/>
                  <a:pt x="75681" y="63903"/>
                  <a:pt x="75681" y="63979"/>
                </a:cubicBezTo>
                <a:cubicBezTo>
                  <a:pt x="75718" y="63979"/>
                  <a:pt x="75754" y="63979"/>
                  <a:pt x="75754" y="63979"/>
                </a:cubicBezTo>
                <a:cubicBezTo>
                  <a:pt x="75754" y="63828"/>
                  <a:pt x="75754" y="63753"/>
                  <a:pt x="75754" y="63527"/>
                </a:cubicBezTo>
                <a:cubicBezTo>
                  <a:pt x="75791" y="63390"/>
                  <a:pt x="75791" y="63239"/>
                  <a:pt x="75828" y="63089"/>
                </a:cubicBezTo>
                <a:cubicBezTo>
                  <a:pt x="75828" y="63014"/>
                  <a:pt x="75828" y="62938"/>
                  <a:pt x="75828" y="62938"/>
                </a:cubicBezTo>
                <a:cubicBezTo>
                  <a:pt x="75828" y="62863"/>
                  <a:pt x="75828" y="62788"/>
                  <a:pt x="75865" y="62788"/>
                </a:cubicBezTo>
                <a:cubicBezTo>
                  <a:pt x="75865" y="62713"/>
                  <a:pt x="75901" y="62713"/>
                  <a:pt x="75938" y="62713"/>
                </a:cubicBezTo>
                <a:cubicBezTo>
                  <a:pt x="75938" y="62713"/>
                  <a:pt x="75975" y="62713"/>
                  <a:pt x="76012" y="62713"/>
                </a:cubicBezTo>
                <a:cubicBezTo>
                  <a:pt x="76042" y="62713"/>
                  <a:pt x="76079" y="62638"/>
                  <a:pt x="76116" y="62638"/>
                </a:cubicBezTo>
                <a:cubicBezTo>
                  <a:pt x="76116" y="62487"/>
                  <a:pt x="76116" y="62412"/>
                  <a:pt x="76116" y="62274"/>
                </a:cubicBezTo>
                <a:cubicBezTo>
                  <a:pt x="76079" y="62199"/>
                  <a:pt x="76079" y="62199"/>
                  <a:pt x="76042" y="62199"/>
                </a:cubicBezTo>
                <a:cubicBezTo>
                  <a:pt x="76012" y="62124"/>
                  <a:pt x="75975" y="62199"/>
                  <a:pt x="75975" y="62199"/>
                </a:cubicBezTo>
                <a:cubicBezTo>
                  <a:pt x="75938" y="62124"/>
                  <a:pt x="75901" y="62124"/>
                  <a:pt x="75901" y="62124"/>
                </a:cubicBezTo>
                <a:cubicBezTo>
                  <a:pt x="75865" y="62049"/>
                  <a:pt x="75828" y="62049"/>
                  <a:pt x="75828" y="62049"/>
                </a:cubicBezTo>
                <a:cubicBezTo>
                  <a:pt x="75828" y="61973"/>
                  <a:pt x="75828" y="61898"/>
                  <a:pt x="75828" y="61898"/>
                </a:cubicBezTo>
                <a:cubicBezTo>
                  <a:pt x="75828" y="61823"/>
                  <a:pt x="75791" y="61748"/>
                  <a:pt x="75791" y="61673"/>
                </a:cubicBezTo>
                <a:cubicBezTo>
                  <a:pt x="75791" y="61673"/>
                  <a:pt x="75791" y="61597"/>
                  <a:pt x="75754" y="61522"/>
                </a:cubicBezTo>
                <a:cubicBezTo>
                  <a:pt x="75754" y="61447"/>
                  <a:pt x="75718" y="61447"/>
                  <a:pt x="75681" y="61372"/>
                </a:cubicBezTo>
                <a:cubicBezTo>
                  <a:pt x="75644" y="61372"/>
                  <a:pt x="75607" y="61309"/>
                  <a:pt x="75571" y="61309"/>
                </a:cubicBezTo>
                <a:cubicBezTo>
                  <a:pt x="75540" y="61309"/>
                  <a:pt x="75497" y="61309"/>
                  <a:pt x="75497" y="61309"/>
                </a:cubicBezTo>
                <a:cubicBezTo>
                  <a:pt x="75467" y="61309"/>
                  <a:pt x="75430" y="61234"/>
                  <a:pt x="75430" y="61234"/>
                </a:cubicBezTo>
                <a:cubicBezTo>
                  <a:pt x="75430" y="61159"/>
                  <a:pt x="75430" y="61159"/>
                  <a:pt x="75430" y="61084"/>
                </a:cubicBezTo>
                <a:cubicBezTo>
                  <a:pt x="75430" y="61008"/>
                  <a:pt x="75467" y="60933"/>
                  <a:pt x="75467" y="60783"/>
                </a:cubicBezTo>
                <a:cubicBezTo>
                  <a:pt x="75467" y="60708"/>
                  <a:pt x="75467" y="60708"/>
                  <a:pt x="75467" y="60632"/>
                </a:cubicBezTo>
                <a:cubicBezTo>
                  <a:pt x="75430" y="60632"/>
                  <a:pt x="75393" y="60632"/>
                  <a:pt x="75393" y="60557"/>
                </a:cubicBezTo>
                <a:cubicBezTo>
                  <a:pt x="75356" y="60557"/>
                  <a:pt x="75356" y="60482"/>
                  <a:pt x="75320" y="60482"/>
                </a:cubicBezTo>
                <a:cubicBezTo>
                  <a:pt x="75173" y="60482"/>
                  <a:pt x="75173" y="60482"/>
                  <a:pt x="75173" y="60482"/>
                </a:cubicBezTo>
                <a:cubicBezTo>
                  <a:pt x="75173" y="60632"/>
                  <a:pt x="75173" y="60708"/>
                  <a:pt x="75173" y="60858"/>
                </a:cubicBezTo>
                <a:cubicBezTo>
                  <a:pt x="75173" y="60933"/>
                  <a:pt x="75099" y="61008"/>
                  <a:pt x="75062" y="61084"/>
                </a:cubicBezTo>
                <a:cubicBezTo>
                  <a:pt x="75062" y="60933"/>
                  <a:pt x="75026" y="60858"/>
                  <a:pt x="75026" y="60783"/>
                </a:cubicBezTo>
                <a:cubicBezTo>
                  <a:pt x="75026" y="60708"/>
                  <a:pt x="75026" y="60632"/>
                  <a:pt x="75026" y="60632"/>
                </a:cubicBezTo>
                <a:cubicBezTo>
                  <a:pt x="75026" y="60557"/>
                  <a:pt x="74995" y="60557"/>
                  <a:pt x="74958" y="60557"/>
                </a:cubicBezTo>
                <a:cubicBezTo>
                  <a:pt x="74958" y="60482"/>
                  <a:pt x="74921" y="60482"/>
                  <a:pt x="74921" y="60407"/>
                </a:cubicBezTo>
                <a:cubicBezTo>
                  <a:pt x="74921" y="59667"/>
                  <a:pt x="74921" y="59667"/>
                  <a:pt x="74921" y="59667"/>
                </a:cubicBezTo>
                <a:cubicBezTo>
                  <a:pt x="74885" y="59667"/>
                  <a:pt x="74885" y="59592"/>
                  <a:pt x="74848" y="59517"/>
                </a:cubicBezTo>
                <a:cubicBezTo>
                  <a:pt x="74848" y="59517"/>
                  <a:pt x="74811" y="59442"/>
                  <a:pt x="74774" y="59442"/>
                </a:cubicBezTo>
                <a:cubicBezTo>
                  <a:pt x="74774" y="59517"/>
                  <a:pt x="74774" y="59517"/>
                  <a:pt x="74738" y="59592"/>
                </a:cubicBezTo>
                <a:cubicBezTo>
                  <a:pt x="74738" y="59592"/>
                  <a:pt x="74701" y="59592"/>
                  <a:pt x="74701" y="59667"/>
                </a:cubicBezTo>
                <a:cubicBezTo>
                  <a:pt x="74664" y="59667"/>
                  <a:pt x="74627" y="59667"/>
                  <a:pt x="74627" y="59743"/>
                </a:cubicBezTo>
                <a:cubicBezTo>
                  <a:pt x="74554" y="59743"/>
                  <a:pt x="74554" y="59893"/>
                  <a:pt x="74523" y="60043"/>
                </a:cubicBezTo>
                <a:cubicBezTo>
                  <a:pt x="74523" y="60194"/>
                  <a:pt x="74523" y="60269"/>
                  <a:pt x="74523" y="60407"/>
                </a:cubicBezTo>
                <a:cubicBezTo>
                  <a:pt x="74523" y="60557"/>
                  <a:pt x="74523" y="60632"/>
                  <a:pt x="74523" y="60708"/>
                </a:cubicBezTo>
                <a:cubicBezTo>
                  <a:pt x="74450" y="60708"/>
                  <a:pt x="74413" y="60708"/>
                  <a:pt x="74376" y="60708"/>
                </a:cubicBezTo>
                <a:cubicBezTo>
                  <a:pt x="74303" y="60708"/>
                  <a:pt x="74266" y="60708"/>
                  <a:pt x="74229" y="60708"/>
                </a:cubicBezTo>
                <a:cubicBezTo>
                  <a:pt x="74156" y="60708"/>
                  <a:pt x="74156" y="60708"/>
                  <a:pt x="74156" y="60708"/>
                </a:cubicBezTo>
                <a:cubicBezTo>
                  <a:pt x="74119" y="60708"/>
                  <a:pt x="74082" y="60632"/>
                  <a:pt x="74045" y="60632"/>
                </a:cubicBezTo>
                <a:cubicBezTo>
                  <a:pt x="74009" y="60557"/>
                  <a:pt x="73978" y="60557"/>
                  <a:pt x="73941" y="60557"/>
                </a:cubicBezTo>
                <a:cubicBezTo>
                  <a:pt x="73905" y="60557"/>
                  <a:pt x="73905" y="60557"/>
                  <a:pt x="73868" y="60557"/>
                </a:cubicBezTo>
                <a:cubicBezTo>
                  <a:pt x="73868" y="60557"/>
                  <a:pt x="73831" y="60632"/>
                  <a:pt x="73794" y="60632"/>
                </a:cubicBezTo>
                <a:cubicBezTo>
                  <a:pt x="73794" y="60708"/>
                  <a:pt x="73758" y="60708"/>
                  <a:pt x="73758" y="60708"/>
                </a:cubicBezTo>
                <a:cubicBezTo>
                  <a:pt x="73721" y="60783"/>
                  <a:pt x="73684" y="60783"/>
                  <a:pt x="73684" y="60858"/>
                </a:cubicBezTo>
                <a:cubicBezTo>
                  <a:pt x="73647" y="60933"/>
                  <a:pt x="73647" y="61008"/>
                  <a:pt x="73611" y="61008"/>
                </a:cubicBezTo>
                <a:cubicBezTo>
                  <a:pt x="73537" y="61008"/>
                  <a:pt x="73506" y="60933"/>
                  <a:pt x="73464" y="60933"/>
                </a:cubicBezTo>
                <a:cubicBezTo>
                  <a:pt x="73433" y="60858"/>
                  <a:pt x="73433" y="60783"/>
                  <a:pt x="73396" y="60783"/>
                </a:cubicBezTo>
                <a:cubicBezTo>
                  <a:pt x="73359" y="60708"/>
                  <a:pt x="73323" y="60708"/>
                  <a:pt x="73323" y="60632"/>
                </a:cubicBezTo>
                <a:cubicBezTo>
                  <a:pt x="73323" y="60557"/>
                  <a:pt x="73323" y="60557"/>
                  <a:pt x="73323" y="60482"/>
                </a:cubicBezTo>
                <a:cubicBezTo>
                  <a:pt x="73323" y="60407"/>
                  <a:pt x="73323" y="60332"/>
                  <a:pt x="73323" y="60332"/>
                </a:cubicBezTo>
                <a:cubicBezTo>
                  <a:pt x="73323" y="60269"/>
                  <a:pt x="73359" y="60332"/>
                  <a:pt x="73396" y="60269"/>
                </a:cubicBezTo>
                <a:cubicBezTo>
                  <a:pt x="73433" y="60194"/>
                  <a:pt x="73506" y="60194"/>
                  <a:pt x="73574" y="60194"/>
                </a:cubicBezTo>
                <a:cubicBezTo>
                  <a:pt x="73611" y="60194"/>
                  <a:pt x="73611" y="60194"/>
                  <a:pt x="73611" y="60194"/>
                </a:cubicBezTo>
                <a:cubicBezTo>
                  <a:pt x="73647" y="60194"/>
                  <a:pt x="73647" y="60269"/>
                  <a:pt x="73721" y="60269"/>
                </a:cubicBezTo>
                <a:cubicBezTo>
                  <a:pt x="73758" y="60269"/>
                  <a:pt x="73758" y="60269"/>
                  <a:pt x="73831" y="60269"/>
                </a:cubicBezTo>
                <a:cubicBezTo>
                  <a:pt x="73868" y="60269"/>
                  <a:pt x="73905" y="60269"/>
                  <a:pt x="73941" y="60269"/>
                </a:cubicBezTo>
                <a:cubicBezTo>
                  <a:pt x="73978" y="60269"/>
                  <a:pt x="73978" y="60194"/>
                  <a:pt x="74009" y="60194"/>
                </a:cubicBezTo>
                <a:cubicBezTo>
                  <a:pt x="74009" y="60119"/>
                  <a:pt x="74009" y="60043"/>
                  <a:pt x="74009" y="60043"/>
                </a:cubicBezTo>
                <a:cubicBezTo>
                  <a:pt x="73978" y="60043"/>
                  <a:pt x="73978" y="59968"/>
                  <a:pt x="73941" y="59968"/>
                </a:cubicBezTo>
                <a:cubicBezTo>
                  <a:pt x="73868" y="59968"/>
                  <a:pt x="73868" y="59968"/>
                  <a:pt x="73868" y="59968"/>
                </a:cubicBezTo>
                <a:cubicBezTo>
                  <a:pt x="73794" y="59968"/>
                  <a:pt x="73794" y="59968"/>
                  <a:pt x="73721" y="59968"/>
                </a:cubicBezTo>
                <a:cubicBezTo>
                  <a:pt x="73647" y="59968"/>
                  <a:pt x="73647" y="59968"/>
                  <a:pt x="73647" y="59968"/>
                </a:cubicBezTo>
                <a:cubicBezTo>
                  <a:pt x="73611" y="59968"/>
                  <a:pt x="73611" y="59968"/>
                  <a:pt x="73574" y="59968"/>
                </a:cubicBezTo>
                <a:cubicBezTo>
                  <a:pt x="73537" y="59968"/>
                  <a:pt x="73537" y="59968"/>
                  <a:pt x="73506" y="59968"/>
                </a:cubicBezTo>
                <a:cubicBezTo>
                  <a:pt x="73433" y="59893"/>
                  <a:pt x="73396" y="59818"/>
                  <a:pt x="73323" y="59818"/>
                </a:cubicBezTo>
                <a:cubicBezTo>
                  <a:pt x="73249" y="59818"/>
                  <a:pt x="73212" y="59818"/>
                  <a:pt x="73102" y="59818"/>
                </a:cubicBezTo>
                <a:cubicBezTo>
                  <a:pt x="73065" y="59818"/>
                  <a:pt x="73065" y="59743"/>
                  <a:pt x="73029" y="59743"/>
                </a:cubicBezTo>
                <a:cubicBezTo>
                  <a:pt x="72961" y="59743"/>
                  <a:pt x="72961" y="59743"/>
                  <a:pt x="72961" y="59743"/>
                </a:cubicBezTo>
                <a:cubicBezTo>
                  <a:pt x="72961" y="59078"/>
                  <a:pt x="72961" y="59078"/>
                  <a:pt x="72961" y="59078"/>
                </a:cubicBezTo>
                <a:cubicBezTo>
                  <a:pt x="72924" y="59003"/>
                  <a:pt x="72924" y="58928"/>
                  <a:pt x="72888" y="58928"/>
                </a:cubicBezTo>
                <a:cubicBezTo>
                  <a:pt x="72888" y="58853"/>
                  <a:pt x="72851" y="58928"/>
                  <a:pt x="72814" y="58853"/>
                </a:cubicBezTo>
                <a:cubicBezTo>
                  <a:pt x="72814" y="58853"/>
                  <a:pt x="72814" y="58778"/>
                  <a:pt x="72777" y="58702"/>
                </a:cubicBezTo>
                <a:cubicBezTo>
                  <a:pt x="72741" y="58702"/>
                  <a:pt x="72704" y="58702"/>
                  <a:pt x="72704" y="58702"/>
                </a:cubicBezTo>
                <a:cubicBezTo>
                  <a:pt x="72667" y="58702"/>
                  <a:pt x="72630" y="58702"/>
                  <a:pt x="72630" y="58702"/>
                </a:cubicBezTo>
                <a:cubicBezTo>
                  <a:pt x="72594" y="58702"/>
                  <a:pt x="72557" y="58627"/>
                  <a:pt x="72557" y="58627"/>
                </a:cubicBezTo>
                <a:cubicBezTo>
                  <a:pt x="72520" y="58552"/>
                  <a:pt x="72447" y="58627"/>
                  <a:pt x="72447" y="58552"/>
                </a:cubicBezTo>
                <a:cubicBezTo>
                  <a:pt x="72447" y="58477"/>
                  <a:pt x="72447" y="58402"/>
                  <a:pt x="72447" y="58326"/>
                </a:cubicBezTo>
                <a:cubicBezTo>
                  <a:pt x="72447" y="58251"/>
                  <a:pt x="72447" y="58176"/>
                  <a:pt x="72447" y="58113"/>
                </a:cubicBezTo>
                <a:cubicBezTo>
                  <a:pt x="72447" y="57963"/>
                  <a:pt x="72379" y="57888"/>
                  <a:pt x="72343" y="57813"/>
                </a:cubicBezTo>
                <a:cubicBezTo>
                  <a:pt x="72343" y="57737"/>
                  <a:pt x="72306" y="57737"/>
                  <a:pt x="72306" y="57662"/>
                </a:cubicBezTo>
                <a:cubicBezTo>
                  <a:pt x="72269" y="57587"/>
                  <a:pt x="72306" y="57587"/>
                  <a:pt x="72306" y="57512"/>
                </a:cubicBezTo>
                <a:cubicBezTo>
                  <a:pt x="72269" y="57437"/>
                  <a:pt x="72306" y="57437"/>
                  <a:pt x="72306" y="57361"/>
                </a:cubicBezTo>
                <a:cubicBezTo>
                  <a:pt x="72306" y="57286"/>
                  <a:pt x="72269" y="57286"/>
                  <a:pt x="72269" y="57211"/>
                </a:cubicBezTo>
                <a:cubicBezTo>
                  <a:pt x="72232" y="57073"/>
                  <a:pt x="72269" y="57073"/>
                  <a:pt x="72269" y="56923"/>
                </a:cubicBezTo>
                <a:cubicBezTo>
                  <a:pt x="72269" y="56848"/>
                  <a:pt x="72232" y="56848"/>
                  <a:pt x="72269" y="56697"/>
                </a:cubicBezTo>
                <a:cubicBezTo>
                  <a:pt x="72269" y="56622"/>
                  <a:pt x="72269" y="56622"/>
                  <a:pt x="72306" y="56547"/>
                </a:cubicBezTo>
                <a:cubicBezTo>
                  <a:pt x="72306" y="56472"/>
                  <a:pt x="72343" y="56472"/>
                  <a:pt x="72343" y="56396"/>
                </a:cubicBezTo>
                <a:cubicBezTo>
                  <a:pt x="72379" y="56396"/>
                  <a:pt x="72416" y="56396"/>
                  <a:pt x="72447" y="56396"/>
                </a:cubicBezTo>
                <a:cubicBezTo>
                  <a:pt x="72520" y="56396"/>
                  <a:pt x="72557" y="56472"/>
                  <a:pt x="72630" y="56472"/>
                </a:cubicBezTo>
                <a:cubicBezTo>
                  <a:pt x="72741" y="56547"/>
                  <a:pt x="72777" y="56697"/>
                  <a:pt x="72814" y="56848"/>
                </a:cubicBezTo>
                <a:cubicBezTo>
                  <a:pt x="72851" y="56848"/>
                  <a:pt x="72888" y="56923"/>
                  <a:pt x="72888" y="56923"/>
                </a:cubicBezTo>
                <a:cubicBezTo>
                  <a:pt x="72961" y="56998"/>
                  <a:pt x="72992" y="57148"/>
                  <a:pt x="73029" y="57211"/>
                </a:cubicBezTo>
                <a:cubicBezTo>
                  <a:pt x="73029" y="57286"/>
                  <a:pt x="73065" y="57286"/>
                  <a:pt x="73102" y="57361"/>
                </a:cubicBezTo>
                <a:cubicBezTo>
                  <a:pt x="73139" y="57512"/>
                  <a:pt x="73139" y="57662"/>
                  <a:pt x="73212" y="57813"/>
                </a:cubicBezTo>
                <a:cubicBezTo>
                  <a:pt x="73212" y="57888"/>
                  <a:pt x="73249" y="57888"/>
                  <a:pt x="73286" y="57963"/>
                </a:cubicBezTo>
                <a:cubicBezTo>
                  <a:pt x="73359" y="58038"/>
                  <a:pt x="73396" y="58038"/>
                  <a:pt x="73464" y="58176"/>
                </a:cubicBezTo>
                <a:cubicBezTo>
                  <a:pt x="73537" y="58176"/>
                  <a:pt x="73574" y="58326"/>
                  <a:pt x="73611" y="58402"/>
                </a:cubicBezTo>
                <a:cubicBezTo>
                  <a:pt x="73684" y="58477"/>
                  <a:pt x="73684" y="58552"/>
                  <a:pt x="73758" y="58627"/>
                </a:cubicBezTo>
                <a:cubicBezTo>
                  <a:pt x="73794" y="58702"/>
                  <a:pt x="73831" y="58778"/>
                  <a:pt x="73905" y="58778"/>
                </a:cubicBezTo>
                <a:cubicBezTo>
                  <a:pt x="73941" y="58853"/>
                  <a:pt x="74009" y="58778"/>
                  <a:pt x="74045" y="58778"/>
                </a:cubicBezTo>
                <a:cubicBezTo>
                  <a:pt x="74082" y="58778"/>
                  <a:pt x="74119" y="58853"/>
                  <a:pt x="74119" y="58853"/>
                </a:cubicBezTo>
                <a:cubicBezTo>
                  <a:pt x="74229" y="58853"/>
                  <a:pt x="74303" y="58928"/>
                  <a:pt x="74413" y="58928"/>
                </a:cubicBezTo>
                <a:cubicBezTo>
                  <a:pt x="74450" y="58928"/>
                  <a:pt x="74450" y="58928"/>
                  <a:pt x="74450" y="58928"/>
                </a:cubicBezTo>
                <a:cubicBezTo>
                  <a:pt x="74523" y="58928"/>
                  <a:pt x="74523" y="58928"/>
                  <a:pt x="74523" y="58928"/>
                </a:cubicBezTo>
                <a:cubicBezTo>
                  <a:pt x="74523" y="58928"/>
                  <a:pt x="74554" y="58853"/>
                  <a:pt x="74591" y="58853"/>
                </a:cubicBezTo>
                <a:cubicBezTo>
                  <a:pt x="74627" y="58853"/>
                  <a:pt x="74664" y="58853"/>
                  <a:pt x="74701" y="58853"/>
                </a:cubicBezTo>
                <a:cubicBezTo>
                  <a:pt x="74738" y="58853"/>
                  <a:pt x="74774" y="58778"/>
                  <a:pt x="74774" y="58778"/>
                </a:cubicBezTo>
                <a:cubicBezTo>
                  <a:pt x="74848" y="58778"/>
                  <a:pt x="74848" y="58778"/>
                  <a:pt x="74848" y="58778"/>
                </a:cubicBezTo>
                <a:cubicBezTo>
                  <a:pt x="74921" y="58778"/>
                  <a:pt x="74958" y="58778"/>
                  <a:pt x="74995" y="58778"/>
                </a:cubicBezTo>
                <a:cubicBezTo>
                  <a:pt x="75026" y="58778"/>
                  <a:pt x="75026" y="58853"/>
                  <a:pt x="75062" y="58928"/>
                </a:cubicBezTo>
                <a:cubicBezTo>
                  <a:pt x="75099" y="59003"/>
                  <a:pt x="75136" y="59003"/>
                  <a:pt x="75173" y="59154"/>
                </a:cubicBezTo>
                <a:cubicBezTo>
                  <a:pt x="75173" y="59229"/>
                  <a:pt x="75173" y="59229"/>
                  <a:pt x="75173" y="59291"/>
                </a:cubicBezTo>
                <a:cubicBezTo>
                  <a:pt x="75173" y="59367"/>
                  <a:pt x="75173" y="59367"/>
                  <a:pt x="75173" y="59442"/>
                </a:cubicBezTo>
                <a:cubicBezTo>
                  <a:pt x="75209" y="59517"/>
                  <a:pt x="75209" y="59517"/>
                  <a:pt x="75209" y="59592"/>
                </a:cubicBezTo>
                <a:cubicBezTo>
                  <a:pt x="75246" y="59592"/>
                  <a:pt x="75283" y="59592"/>
                  <a:pt x="75283" y="59667"/>
                </a:cubicBezTo>
                <a:cubicBezTo>
                  <a:pt x="75320" y="59667"/>
                  <a:pt x="75356" y="59667"/>
                  <a:pt x="75393" y="59667"/>
                </a:cubicBezTo>
                <a:cubicBezTo>
                  <a:pt x="75754" y="59667"/>
                  <a:pt x="75754" y="59667"/>
                  <a:pt x="75754" y="59667"/>
                </a:cubicBezTo>
                <a:cubicBezTo>
                  <a:pt x="75791" y="59667"/>
                  <a:pt x="75791" y="59667"/>
                  <a:pt x="75828" y="59667"/>
                </a:cubicBezTo>
                <a:cubicBezTo>
                  <a:pt x="75865" y="59667"/>
                  <a:pt x="75865" y="59667"/>
                  <a:pt x="75901" y="59667"/>
                </a:cubicBezTo>
                <a:cubicBezTo>
                  <a:pt x="75938" y="59667"/>
                  <a:pt x="75938" y="59743"/>
                  <a:pt x="75975" y="59743"/>
                </a:cubicBezTo>
                <a:cubicBezTo>
                  <a:pt x="76012" y="59818"/>
                  <a:pt x="76012" y="59893"/>
                  <a:pt x="76012" y="59893"/>
                </a:cubicBezTo>
                <a:cubicBezTo>
                  <a:pt x="76042" y="59968"/>
                  <a:pt x="76042" y="59968"/>
                  <a:pt x="76079" y="59968"/>
                </a:cubicBezTo>
                <a:cubicBezTo>
                  <a:pt x="76116" y="60043"/>
                  <a:pt x="76116" y="60043"/>
                  <a:pt x="76189" y="60043"/>
                </a:cubicBezTo>
                <a:cubicBezTo>
                  <a:pt x="76520" y="60043"/>
                  <a:pt x="76520" y="60043"/>
                  <a:pt x="76520" y="60043"/>
                </a:cubicBezTo>
                <a:cubicBezTo>
                  <a:pt x="76588" y="60043"/>
                  <a:pt x="76624" y="60194"/>
                  <a:pt x="76698" y="60194"/>
                </a:cubicBezTo>
                <a:cubicBezTo>
                  <a:pt x="77280" y="60194"/>
                  <a:pt x="77280" y="60194"/>
                  <a:pt x="77280" y="60194"/>
                </a:cubicBezTo>
                <a:cubicBezTo>
                  <a:pt x="77715" y="60043"/>
                  <a:pt x="77715" y="60043"/>
                  <a:pt x="77715" y="60043"/>
                </a:cubicBezTo>
                <a:cubicBezTo>
                  <a:pt x="78113" y="60043"/>
                  <a:pt x="78113" y="60043"/>
                  <a:pt x="78113" y="60043"/>
                </a:cubicBezTo>
                <a:cubicBezTo>
                  <a:pt x="78186" y="60043"/>
                  <a:pt x="78186" y="60119"/>
                  <a:pt x="78260" y="60194"/>
                </a:cubicBezTo>
                <a:cubicBezTo>
                  <a:pt x="78260" y="60269"/>
                  <a:pt x="78297" y="60269"/>
                  <a:pt x="78333" y="60332"/>
                </a:cubicBezTo>
                <a:cubicBezTo>
                  <a:pt x="78333" y="60332"/>
                  <a:pt x="78370" y="60407"/>
                  <a:pt x="78407" y="60407"/>
                </a:cubicBezTo>
                <a:cubicBezTo>
                  <a:pt x="78444" y="60557"/>
                  <a:pt x="78444" y="60632"/>
                  <a:pt x="78480" y="60708"/>
                </a:cubicBezTo>
                <a:cubicBezTo>
                  <a:pt x="78517" y="60783"/>
                  <a:pt x="78517" y="60783"/>
                  <a:pt x="78554" y="60858"/>
                </a:cubicBezTo>
                <a:cubicBezTo>
                  <a:pt x="78591" y="60858"/>
                  <a:pt x="78591" y="60858"/>
                  <a:pt x="78621" y="60858"/>
                </a:cubicBezTo>
                <a:cubicBezTo>
                  <a:pt x="78658" y="60933"/>
                  <a:pt x="78658" y="60933"/>
                  <a:pt x="78695" y="61008"/>
                </a:cubicBezTo>
                <a:cubicBezTo>
                  <a:pt x="78695" y="61008"/>
                  <a:pt x="78695" y="61084"/>
                  <a:pt x="78732" y="61159"/>
                </a:cubicBezTo>
                <a:cubicBezTo>
                  <a:pt x="78732" y="61234"/>
                  <a:pt x="78732" y="61309"/>
                  <a:pt x="78732" y="61372"/>
                </a:cubicBezTo>
                <a:cubicBezTo>
                  <a:pt x="78768" y="61447"/>
                  <a:pt x="78842" y="61372"/>
                  <a:pt x="78879" y="61447"/>
                </a:cubicBezTo>
                <a:cubicBezTo>
                  <a:pt x="78879" y="61447"/>
                  <a:pt x="78879" y="61522"/>
                  <a:pt x="78915" y="61597"/>
                </a:cubicBezTo>
                <a:cubicBezTo>
                  <a:pt x="78915" y="61597"/>
                  <a:pt x="78915" y="61673"/>
                  <a:pt x="78952" y="61748"/>
                </a:cubicBezTo>
                <a:cubicBezTo>
                  <a:pt x="78989" y="61748"/>
                  <a:pt x="78989" y="61748"/>
                  <a:pt x="79026" y="61748"/>
                </a:cubicBezTo>
                <a:cubicBezTo>
                  <a:pt x="79099" y="61748"/>
                  <a:pt x="79099" y="61748"/>
                  <a:pt x="79099" y="61748"/>
                </a:cubicBezTo>
                <a:cubicBezTo>
                  <a:pt x="79130" y="61748"/>
                  <a:pt x="79166" y="61748"/>
                  <a:pt x="79240" y="61748"/>
                </a:cubicBezTo>
                <a:cubicBezTo>
                  <a:pt x="79240" y="61748"/>
                  <a:pt x="79277" y="61823"/>
                  <a:pt x="79313" y="61823"/>
                </a:cubicBezTo>
                <a:cubicBezTo>
                  <a:pt x="79313" y="61823"/>
                  <a:pt x="79350" y="61823"/>
                  <a:pt x="79387" y="61898"/>
                </a:cubicBezTo>
                <a:cubicBezTo>
                  <a:pt x="79424" y="61898"/>
                  <a:pt x="79460" y="61973"/>
                  <a:pt x="79534" y="62049"/>
                </a:cubicBezTo>
                <a:cubicBezTo>
                  <a:pt x="79460" y="62049"/>
                  <a:pt x="79387" y="61973"/>
                  <a:pt x="79313" y="62049"/>
                </a:cubicBezTo>
                <a:cubicBezTo>
                  <a:pt x="79277" y="62049"/>
                  <a:pt x="79240" y="62049"/>
                  <a:pt x="79166" y="62124"/>
                </a:cubicBezTo>
                <a:cubicBezTo>
                  <a:pt x="79166" y="62124"/>
                  <a:pt x="79130" y="62124"/>
                  <a:pt x="79099" y="62199"/>
                </a:cubicBezTo>
                <a:lnTo>
                  <a:pt x="79099" y="62274"/>
                </a:lnTo>
                <a:cubicBezTo>
                  <a:pt x="79130" y="62349"/>
                  <a:pt x="79130" y="62412"/>
                  <a:pt x="79130" y="62412"/>
                </a:cubicBezTo>
                <a:cubicBezTo>
                  <a:pt x="79166" y="62487"/>
                  <a:pt x="79203" y="62487"/>
                  <a:pt x="79203" y="62487"/>
                </a:cubicBezTo>
                <a:cubicBezTo>
                  <a:pt x="79240" y="62487"/>
                  <a:pt x="79277" y="62487"/>
                  <a:pt x="79277" y="62487"/>
                </a:cubicBezTo>
                <a:cubicBezTo>
                  <a:pt x="79313" y="62562"/>
                  <a:pt x="79313" y="62638"/>
                  <a:pt x="79350" y="62638"/>
                </a:cubicBezTo>
                <a:cubicBezTo>
                  <a:pt x="79350" y="62713"/>
                  <a:pt x="79350" y="62713"/>
                  <a:pt x="79387" y="62788"/>
                </a:cubicBezTo>
                <a:cubicBezTo>
                  <a:pt x="79424" y="62938"/>
                  <a:pt x="79460" y="63014"/>
                  <a:pt x="79534" y="63089"/>
                </a:cubicBezTo>
                <a:cubicBezTo>
                  <a:pt x="79571" y="63089"/>
                  <a:pt x="79571" y="63089"/>
                  <a:pt x="79607" y="63164"/>
                </a:cubicBezTo>
                <a:cubicBezTo>
                  <a:pt x="79644" y="63239"/>
                  <a:pt x="79644" y="63314"/>
                  <a:pt x="79675" y="63314"/>
                </a:cubicBezTo>
                <a:cubicBezTo>
                  <a:pt x="79712" y="63314"/>
                  <a:pt x="79712" y="63314"/>
                  <a:pt x="79748" y="63314"/>
                </a:cubicBezTo>
                <a:cubicBezTo>
                  <a:pt x="79785" y="63314"/>
                  <a:pt x="79785" y="63314"/>
                  <a:pt x="79822" y="63314"/>
                </a:cubicBezTo>
                <a:cubicBezTo>
                  <a:pt x="79859" y="63314"/>
                  <a:pt x="79859" y="63239"/>
                  <a:pt x="79895" y="63164"/>
                </a:cubicBezTo>
                <a:cubicBezTo>
                  <a:pt x="79932" y="63164"/>
                  <a:pt x="79932" y="63089"/>
                  <a:pt x="79932" y="63089"/>
                </a:cubicBezTo>
                <a:cubicBezTo>
                  <a:pt x="80006" y="63014"/>
                  <a:pt x="80042" y="63014"/>
                  <a:pt x="80079" y="63014"/>
                </a:cubicBezTo>
                <a:cubicBezTo>
                  <a:pt x="80116" y="62938"/>
                  <a:pt x="80116" y="62863"/>
                  <a:pt x="80147" y="62788"/>
                </a:cubicBezTo>
                <a:cubicBezTo>
                  <a:pt x="80147" y="62713"/>
                  <a:pt x="80183" y="62638"/>
                  <a:pt x="80220" y="62638"/>
                </a:cubicBezTo>
                <a:cubicBezTo>
                  <a:pt x="80294" y="62638"/>
                  <a:pt x="80330" y="62713"/>
                  <a:pt x="80367" y="62788"/>
                </a:cubicBezTo>
                <a:cubicBezTo>
                  <a:pt x="80404" y="62863"/>
                  <a:pt x="80404" y="62863"/>
                  <a:pt x="80404" y="62938"/>
                </a:cubicBezTo>
                <a:cubicBezTo>
                  <a:pt x="80441" y="63089"/>
                  <a:pt x="80441" y="63164"/>
                  <a:pt x="80441" y="63314"/>
                </a:cubicBezTo>
                <a:cubicBezTo>
                  <a:pt x="80441" y="63390"/>
                  <a:pt x="80477" y="63452"/>
                  <a:pt x="80477" y="63603"/>
                </a:cubicBezTo>
                <a:cubicBezTo>
                  <a:pt x="80477" y="63678"/>
                  <a:pt x="80514" y="63753"/>
                  <a:pt x="80551" y="63903"/>
                </a:cubicBezTo>
                <a:cubicBezTo>
                  <a:pt x="80551" y="63979"/>
                  <a:pt x="80551" y="63979"/>
                  <a:pt x="80551" y="64054"/>
                </a:cubicBezTo>
                <a:cubicBezTo>
                  <a:pt x="80551" y="64129"/>
                  <a:pt x="80551" y="64279"/>
                  <a:pt x="80551" y="64355"/>
                </a:cubicBezTo>
                <a:cubicBezTo>
                  <a:pt x="80551" y="64643"/>
                  <a:pt x="80551" y="64643"/>
                  <a:pt x="80551" y="64643"/>
                </a:cubicBezTo>
                <a:cubicBezTo>
                  <a:pt x="80551" y="64718"/>
                  <a:pt x="80551" y="64793"/>
                  <a:pt x="80551" y="64868"/>
                </a:cubicBezTo>
                <a:cubicBezTo>
                  <a:pt x="80551" y="65019"/>
                  <a:pt x="80551" y="65169"/>
                  <a:pt x="80551" y="65320"/>
                </a:cubicBezTo>
                <a:cubicBezTo>
                  <a:pt x="80551" y="65395"/>
                  <a:pt x="80551" y="65470"/>
                  <a:pt x="80551" y="65470"/>
                </a:cubicBezTo>
                <a:cubicBezTo>
                  <a:pt x="80551" y="65608"/>
                  <a:pt x="80588" y="65683"/>
                  <a:pt x="80588" y="65758"/>
                </a:cubicBezTo>
                <a:cubicBezTo>
                  <a:pt x="80588" y="65833"/>
                  <a:pt x="80624" y="65833"/>
                  <a:pt x="80624" y="65909"/>
                </a:cubicBezTo>
                <a:cubicBezTo>
                  <a:pt x="80624" y="66059"/>
                  <a:pt x="80588" y="66209"/>
                  <a:pt x="80624" y="66360"/>
                </a:cubicBezTo>
                <a:cubicBezTo>
                  <a:pt x="80624" y="66510"/>
                  <a:pt x="80661" y="66573"/>
                  <a:pt x="80728" y="66648"/>
                </a:cubicBezTo>
                <a:cubicBezTo>
                  <a:pt x="80728" y="66723"/>
                  <a:pt x="80728" y="66723"/>
                  <a:pt x="80765" y="66798"/>
                </a:cubicBezTo>
                <a:cubicBezTo>
                  <a:pt x="80802" y="66874"/>
                  <a:pt x="80839" y="66874"/>
                  <a:pt x="80839" y="66949"/>
                </a:cubicBezTo>
                <a:cubicBezTo>
                  <a:pt x="80839" y="67024"/>
                  <a:pt x="80875" y="67024"/>
                  <a:pt x="80875" y="67099"/>
                </a:cubicBezTo>
                <a:cubicBezTo>
                  <a:pt x="80912" y="67174"/>
                  <a:pt x="80875" y="67174"/>
                  <a:pt x="80875" y="67250"/>
                </a:cubicBezTo>
                <a:cubicBezTo>
                  <a:pt x="80912" y="67325"/>
                  <a:pt x="80912" y="67475"/>
                  <a:pt x="80912" y="67550"/>
                </a:cubicBezTo>
                <a:cubicBezTo>
                  <a:pt x="80949" y="67626"/>
                  <a:pt x="80949" y="67688"/>
                  <a:pt x="80949" y="67688"/>
                </a:cubicBezTo>
                <a:cubicBezTo>
                  <a:pt x="80949" y="67763"/>
                  <a:pt x="80986" y="67763"/>
                  <a:pt x="80986" y="67839"/>
                </a:cubicBezTo>
                <a:cubicBezTo>
                  <a:pt x="81022" y="67914"/>
                  <a:pt x="81022" y="67989"/>
                  <a:pt x="81022" y="67989"/>
                </a:cubicBezTo>
                <a:cubicBezTo>
                  <a:pt x="81022" y="68064"/>
                  <a:pt x="81022" y="68139"/>
                  <a:pt x="81022" y="68139"/>
                </a:cubicBezTo>
                <a:cubicBezTo>
                  <a:pt x="81022" y="68215"/>
                  <a:pt x="81059" y="68290"/>
                  <a:pt x="81059" y="68290"/>
                </a:cubicBezTo>
                <a:cubicBezTo>
                  <a:pt x="81059" y="68365"/>
                  <a:pt x="81096" y="68440"/>
                  <a:pt x="81096" y="68440"/>
                </a:cubicBezTo>
                <a:cubicBezTo>
                  <a:pt x="81133" y="68515"/>
                  <a:pt x="81163" y="68515"/>
                  <a:pt x="81163" y="68591"/>
                </a:cubicBezTo>
                <a:cubicBezTo>
                  <a:pt x="81206" y="68653"/>
                  <a:pt x="81206" y="68653"/>
                  <a:pt x="81206" y="68741"/>
                </a:cubicBezTo>
                <a:cubicBezTo>
                  <a:pt x="81237" y="68804"/>
                  <a:pt x="81274" y="68804"/>
                  <a:pt x="81274" y="68879"/>
                </a:cubicBezTo>
                <a:cubicBezTo>
                  <a:pt x="81310" y="68954"/>
                  <a:pt x="81310" y="69029"/>
                  <a:pt x="81310" y="69180"/>
                </a:cubicBezTo>
                <a:cubicBezTo>
                  <a:pt x="81310" y="69330"/>
                  <a:pt x="81310" y="69330"/>
                  <a:pt x="81310" y="69330"/>
                </a:cubicBezTo>
                <a:cubicBezTo>
                  <a:pt x="81274" y="69405"/>
                  <a:pt x="81274" y="69480"/>
                  <a:pt x="81274" y="69631"/>
                </a:cubicBezTo>
                <a:cubicBezTo>
                  <a:pt x="81274" y="69769"/>
                  <a:pt x="81274" y="69919"/>
                  <a:pt x="81347" y="70069"/>
                </a:cubicBezTo>
                <a:cubicBezTo>
                  <a:pt x="81347" y="70145"/>
                  <a:pt x="81384" y="70145"/>
                  <a:pt x="81421" y="70220"/>
                </a:cubicBezTo>
                <a:cubicBezTo>
                  <a:pt x="81421" y="70295"/>
                  <a:pt x="81421" y="70370"/>
                  <a:pt x="81457" y="70370"/>
                </a:cubicBezTo>
                <a:cubicBezTo>
                  <a:pt x="81457" y="70445"/>
                  <a:pt x="81494" y="70445"/>
                  <a:pt x="81494" y="70521"/>
                </a:cubicBezTo>
                <a:cubicBezTo>
                  <a:pt x="81568" y="70734"/>
                  <a:pt x="81604" y="70959"/>
                  <a:pt x="81678" y="71185"/>
                </a:cubicBezTo>
                <a:cubicBezTo>
                  <a:pt x="81709" y="71335"/>
                  <a:pt x="81745" y="71410"/>
                  <a:pt x="81782" y="71636"/>
                </a:cubicBezTo>
                <a:cubicBezTo>
                  <a:pt x="81782" y="71636"/>
                  <a:pt x="81782" y="71711"/>
                  <a:pt x="81782" y="71786"/>
                </a:cubicBezTo>
                <a:cubicBezTo>
                  <a:pt x="81819" y="71849"/>
                  <a:pt x="81819" y="71849"/>
                  <a:pt x="81819" y="71849"/>
                </a:cubicBezTo>
                <a:cubicBezTo>
                  <a:pt x="81819" y="71924"/>
                  <a:pt x="81856" y="71924"/>
                  <a:pt x="81892" y="72000"/>
                </a:cubicBezTo>
                <a:cubicBezTo>
                  <a:pt x="81929" y="72075"/>
                  <a:pt x="81929" y="72150"/>
                  <a:pt x="82003" y="72150"/>
                </a:cubicBezTo>
                <a:cubicBezTo>
                  <a:pt x="82039" y="72150"/>
                  <a:pt x="82076" y="72150"/>
                  <a:pt x="82113" y="72075"/>
                </a:cubicBezTo>
                <a:cubicBezTo>
                  <a:pt x="82113" y="72075"/>
                  <a:pt x="82150" y="72075"/>
                  <a:pt x="82180" y="72000"/>
                </a:cubicBezTo>
                <a:cubicBezTo>
                  <a:pt x="82180" y="71924"/>
                  <a:pt x="82180" y="71924"/>
                  <a:pt x="82180" y="71849"/>
                </a:cubicBezTo>
                <a:cubicBezTo>
                  <a:pt x="82180" y="71786"/>
                  <a:pt x="82223" y="71786"/>
                  <a:pt x="82223" y="71711"/>
                </a:cubicBezTo>
                <a:cubicBezTo>
                  <a:pt x="82254" y="71561"/>
                  <a:pt x="82290" y="71410"/>
                  <a:pt x="82327" y="71260"/>
                </a:cubicBezTo>
                <a:cubicBezTo>
                  <a:pt x="82364" y="71260"/>
                  <a:pt x="82364" y="71185"/>
                  <a:pt x="82364" y="71110"/>
                </a:cubicBezTo>
                <a:cubicBezTo>
                  <a:pt x="82401" y="71110"/>
                  <a:pt x="82437" y="71185"/>
                  <a:pt x="82437" y="71110"/>
                </a:cubicBezTo>
                <a:cubicBezTo>
                  <a:pt x="82474" y="71110"/>
                  <a:pt x="82511" y="71110"/>
                  <a:pt x="82511" y="71110"/>
                </a:cubicBezTo>
                <a:cubicBezTo>
                  <a:pt x="82548" y="71034"/>
                  <a:pt x="82584" y="71034"/>
                  <a:pt x="82584" y="70959"/>
                </a:cubicBezTo>
                <a:cubicBezTo>
                  <a:pt x="82621" y="70884"/>
                  <a:pt x="82658" y="70884"/>
                  <a:pt x="82658" y="70821"/>
                </a:cubicBezTo>
                <a:cubicBezTo>
                  <a:pt x="82658" y="70821"/>
                  <a:pt x="82658" y="70734"/>
                  <a:pt x="82695" y="70734"/>
                </a:cubicBezTo>
                <a:cubicBezTo>
                  <a:pt x="82695" y="70671"/>
                  <a:pt x="82695" y="70596"/>
                  <a:pt x="82695" y="70596"/>
                </a:cubicBezTo>
                <a:cubicBezTo>
                  <a:pt x="82725" y="70445"/>
                  <a:pt x="82762" y="70445"/>
                  <a:pt x="82762" y="70295"/>
                </a:cubicBezTo>
                <a:cubicBezTo>
                  <a:pt x="82762" y="70145"/>
                  <a:pt x="82725" y="70069"/>
                  <a:pt x="82762" y="69919"/>
                </a:cubicBezTo>
                <a:lnTo>
                  <a:pt x="82799" y="69844"/>
                </a:lnTo>
                <a:cubicBezTo>
                  <a:pt x="82836" y="69706"/>
                  <a:pt x="82836" y="69631"/>
                  <a:pt x="82872" y="69556"/>
                </a:cubicBezTo>
                <a:cubicBezTo>
                  <a:pt x="82872" y="69405"/>
                  <a:pt x="82909" y="69330"/>
                  <a:pt x="82909" y="69255"/>
                </a:cubicBezTo>
                <a:cubicBezTo>
                  <a:pt x="82909" y="69104"/>
                  <a:pt x="82909" y="69029"/>
                  <a:pt x="82909" y="68954"/>
                </a:cubicBezTo>
                <a:cubicBezTo>
                  <a:pt x="82909" y="68879"/>
                  <a:pt x="82872" y="68804"/>
                  <a:pt x="82872" y="68653"/>
                </a:cubicBezTo>
                <a:cubicBezTo>
                  <a:pt x="82872" y="68591"/>
                  <a:pt x="82909" y="68591"/>
                  <a:pt x="82909" y="68515"/>
                </a:cubicBezTo>
                <a:cubicBezTo>
                  <a:pt x="82909" y="67763"/>
                  <a:pt x="82909" y="67763"/>
                  <a:pt x="82909" y="67763"/>
                </a:cubicBezTo>
                <a:cubicBezTo>
                  <a:pt x="82909" y="67550"/>
                  <a:pt x="82872" y="67325"/>
                  <a:pt x="82872" y="67099"/>
                </a:cubicBezTo>
                <a:cubicBezTo>
                  <a:pt x="82872" y="67024"/>
                  <a:pt x="82909" y="67024"/>
                  <a:pt x="82909" y="66949"/>
                </a:cubicBezTo>
                <a:cubicBezTo>
                  <a:pt x="82946" y="66949"/>
                  <a:pt x="82946" y="66874"/>
                  <a:pt x="82946" y="66874"/>
                </a:cubicBezTo>
                <a:cubicBezTo>
                  <a:pt x="83019" y="66723"/>
                  <a:pt x="83093" y="66798"/>
                  <a:pt x="83166" y="66798"/>
                </a:cubicBezTo>
                <a:cubicBezTo>
                  <a:pt x="83240" y="66798"/>
                  <a:pt x="83307" y="66874"/>
                  <a:pt x="83381" y="66723"/>
                </a:cubicBezTo>
                <a:cubicBezTo>
                  <a:pt x="83418" y="66648"/>
                  <a:pt x="83418" y="66573"/>
                  <a:pt x="83418" y="66435"/>
                </a:cubicBezTo>
                <a:cubicBezTo>
                  <a:pt x="83418" y="66435"/>
                  <a:pt x="83454" y="66360"/>
                  <a:pt x="83454" y="66285"/>
                </a:cubicBezTo>
                <a:cubicBezTo>
                  <a:pt x="83491" y="66209"/>
                  <a:pt x="83491" y="66209"/>
                  <a:pt x="83528" y="66134"/>
                </a:cubicBezTo>
                <a:cubicBezTo>
                  <a:pt x="83565" y="66134"/>
                  <a:pt x="83565" y="66134"/>
                  <a:pt x="83601" y="66134"/>
                </a:cubicBezTo>
                <a:cubicBezTo>
                  <a:pt x="83638" y="66134"/>
                  <a:pt x="83638" y="66134"/>
                  <a:pt x="83675" y="66059"/>
                </a:cubicBezTo>
                <a:cubicBezTo>
                  <a:pt x="83712" y="66059"/>
                  <a:pt x="83712" y="65984"/>
                  <a:pt x="83742" y="65984"/>
                </a:cubicBezTo>
                <a:cubicBezTo>
                  <a:pt x="83779" y="65984"/>
                  <a:pt x="83779" y="65909"/>
                  <a:pt x="83779" y="65833"/>
                </a:cubicBezTo>
                <a:cubicBezTo>
                  <a:pt x="83816" y="65833"/>
                  <a:pt x="83852" y="65758"/>
                  <a:pt x="83852" y="65758"/>
                </a:cubicBezTo>
                <a:cubicBezTo>
                  <a:pt x="83889" y="65758"/>
                  <a:pt x="83926" y="65758"/>
                  <a:pt x="83926" y="65758"/>
                </a:cubicBezTo>
                <a:cubicBezTo>
                  <a:pt x="83963" y="65683"/>
                  <a:pt x="83963" y="65608"/>
                  <a:pt x="84000" y="65608"/>
                </a:cubicBezTo>
                <a:cubicBezTo>
                  <a:pt x="84036" y="65470"/>
                  <a:pt x="84036" y="65395"/>
                  <a:pt x="84073" y="65320"/>
                </a:cubicBezTo>
                <a:cubicBezTo>
                  <a:pt x="84073" y="65244"/>
                  <a:pt x="84110" y="65244"/>
                  <a:pt x="84110" y="65169"/>
                </a:cubicBezTo>
                <a:cubicBezTo>
                  <a:pt x="84147" y="65094"/>
                  <a:pt x="84147" y="65094"/>
                  <a:pt x="84183" y="65019"/>
                </a:cubicBezTo>
                <a:cubicBezTo>
                  <a:pt x="84183" y="64944"/>
                  <a:pt x="84214" y="64944"/>
                  <a:pt x="84214" y="64868"/>
                </a:cubicBezTo>
                <a:cubicBezTo>
                  <a:pt x="84287" y="64793"/>
                  <a:pt x="84324" y="64793"/>
                  <a:pt x="84361" y="64718"/>
                </a:cubicBezTo>
                <a:cubicBezTo>
                  <a:pt x="84398" y="64718"/>
                  <a:pt x="84398" y="64643"/>
                  <a:pt x="84434" y="64568"/>
                </a:cubicBezTo>
                <a:cubicBezTo>
                  <a:pt x="84434" y="64568"/>
                  <a:pt x="84434" y="64492"/>
                  <a:pt x="84471" y="64430"/>
                </a:cubicBezTo>
                <a:cubicBezTo>
                  <a:pt x="84471" y="64430"/>
                  <a:pt x="84471" y="64355"/>
                  <a:pt x="84508" y="64279"/>
                </a:cubicBezTo>
                <a:cubicBezTo>
                  <a:pt x="84508" y="64279"/>
                  <a:pt x="84545" y="64355"/>
                  <a:pt x="84581" y="64279"/>
                </a:cubicBezTo>
                <a:cubicBezTo>
                  <a:pt x="84581" y="64279"/>
                  <a:pt x="84618" y="64355"/>
                  <a:pt x="84618" y="64279"/>
                </a:cubicBezTo>
                <a:cubicBezTo>
                  <a:pt x="84655" y="64279"/>
                  <a:pt x="84692" y="64279"/>
                  <a:pt x="84692" y="64204"/>
                </a:cubicBezTo>
                <a:cubicBezTo>
                  <a:pt x="84728" y="64129"/>
                  <a:pt x="84692" y="64129"/>
                  <a:pt x="84692" y="64054"/>
                </a:cubicBezTo>
                <a:cubicBezTo>
                  <a:pt x="84728" y="63979"/>
                  <a:pt x="84759" y="63903"/>
                  <a:pt x="84833" y="63828"/>
                </a:cubicBezTo>
                <a:cubicBezTo>
                  <a:pt x="84833" y="63828"/>
                  <a:pt x="84869" y="63828"/>
                  <a:pt x="84906" y="63828"/>
                </a:cubicBezTo>
                <a:cubicBezTo>
                  <a:pt x="84943" y="63828"/>
                  <a:pt x="84980" y="63828"/>
                  <a:pt x="85053" y="63828"/>
                </a:cubicBezTo>
                <a:cubicBezTo>
                  <a:pt x="85053" y="63753"/>
                  <a:pt x="85090" y="63678"/>
                  <a:pt x="85090" y="63678"/>
                </a:cubicBezTo>
                <a:cubicBezTo>
                  <a:pt x="85163" y="63452"/>
                  <a:pt x="85127" y="63314"/>
                  <a:pt x="85127" y="63089"/>
                </a:cubicBezTo>
                <a:cubicBezTo>
                  <a:pt x="85163" y="63014"/>
                  <a:pt x="85163" y="62938"/>
                  <a:pt x="85163" y="62788"/>
                </a:cubicBezTo>
                <a:cubicBezTo>
                  <a:pt x="85488" y="62788"/>
                  <a:pt x="85488" y="62788"/>
                  <a:pt x="85488" y="62788"/>
                </a:cubicBezTo>
                <a:cubicBezTo>
                  <a:pt x="85525" y="62788"/>
                  <a:pt x="85525" y="62863"/>
                  <a:pt x="85562" y="62863"/>
                </a:cubicBezTo>
                <a:cubicBezTo>
                  <a:pt x="85598" y="62863"/>
                  <a:pt x="85635" y="62938"/>
                  <a:pt x="85672" y="62938"/>
                </a:cubicBezTo>
                <a:cubicBezTo>
                  <a:pt x="85709" y="62938"/>
                  <a:pt x="85709" y="62938"/>
                  <a:pt x="85709" y="62938"/>
                </a:cubicBezTo>
                <a:cubicBezTo>
                  <a:pt x="85745" y="62863"/>
                  <a:pt x="85745" y="62863"/>
                  <a:pt x="85776" y="62788"/>
                </a:cubicBezTo>
                <a:cubicBezTo>
                  <a:pt x="85776" y="62788"/>
                  <a:pt x="85813" y="62788"/>
                  <a:pt x="85849" y="62788"/>
                </a:cubicBezTo>
                <a:cubicBezTo>
                  <a:pt x="85886" y="62788"/>
                  <a:pt x="85886" y="62713"/>
                  <a:pt x="85923" y="62638"/>
                </a:cubicBezTo>
                <a:cubicBezTo>
                  <a:pt x="85923" y="62638"/>
                  <a:pt x="85960" y="62638"/>
                  <a:pt x="85996" y="62638"/>
                </a:cubicBezTo>
                <a:cubicBezTo>
                  <a:pt x="85996" y="62562"/>
                  <a:pt x="86033" y="62562"/>
                  <a:pt x="86033" y="62487"/>
                </a:cubicBezTo>
                <a:cubicBezTo>
                  <a:pt x="86070" y="62487"/>
                  <a:pt x="86070" y="62412"/>
                  <a:pt x="86070" y="62349"/>
                </a:cubicBezTo>
                <a:cubicBezTo>
                  <a:pt x="86431" y="62349"/>
                  <a:pt x="86431" y="62349"/>
                  <a:pt x="86431" y="62349"/>
                </a:cubicBezTo>
                <a:cubicBezTo>
                  <a:pt x="86431" y="61973"/>
                  <a:pt x="86431" y="61973"/>
                  <a:pt x="86431" y="61973"/>
                </a:cubicBezTo>
                <a:cubicBezTo>
                  <a:pt x="86468" y="61973"/>
                  <a:pt x="86505" y="61973"/>
                  <a:pt x="86542" y="61973"/>
                </a:cubicBezTo>
                <a:cubicBezTo>
                  <a:pt x="86578" y="61973"/>
                  <a:pt x="86615" y="61973"/>
                  <a:pt x="86615" y="61973"/>
                </a:cubicBezTo>
                <a:cubicBezTo>
                  <a:pt x="86652" y="62049"/>
                  <a:pt x="86652" y="62049"/>
                  <a:pt x="86689" y="62124"/>
                </a:cubicBezTo>
                <a:cubicBezTo>
                  <a:pt x="86689" y="62199"/>
                  <a:pt x="86689" y="62199"/>
                  <a:pt x="86689" y="62274"/>
                </a:cubicBezTo>
                <a:cubicBezTo>
                  <a:pt x="86725" y="62349"/>
                  <a:pt x="86725" y="62349"/>
                  <a:pt x="86725" y="62412"/>
                </a:cubicBezTo>
                <a:cubicBezTo>
                  <a:pt x="86762" y="62412"/>
                  <a:pt x="86799" y="62412"/>
                  <a:pt x="86799" y="62487"/>
                </a:cubicBezTo>
                <a:cubicBezTo>
                  <a:pt x="86830" y="62487"/>
                  <a:pt x="86830" y="62562"/>
                  <a:pt x="86830" y="62638"/>
                </a:cubicBezTo>
                <a:cubicBezTo>
                  <a:pt x="86866" y="62713"/>
                  <a:pt x="86866" y="62863"/>
                  <a:pt x="86903" y="62938"/>
                </a:cubicBezTo>
                <a:cubicBezTo>
                  <a:pt x="86903" y="63089"/>
                  <a:pt x="86866" y="63089"/>
                  <a:pt x="86866" y="63239"/>
                </a:cubicBezTo>
                <a:cubicBezTo>
                  <a:pt x="86866" y="63314"/>
                  <a:pt x="86903" y="63314"/>
                  <a:pt x="86903" y="63390"/>
                </a:cubicBezTo>
                <a:cubicBezTo>
                  <a:pt x="86903" y="63390"/>
                  <a:pt x="86940" y="63452"/>
                  <a:pt x="86940" y="63527"/>
                </a:cubicBezTo>
                <a:cubicBezTo>
                  <a:pt x="86940" y="63527"/>
                  <a:pt x="86977" y="63527"/>
                  <a:pt x="87013" y="63603"/>
                </a:cubicBezTo>
                <a:cubicBezTo>
                  <a:pt x="87013" y="63603"/>
                  <a:pt x="87013" y="63678"/>
                  <a:pt x="87013" y="63753"/>
                </a:cubicBezTo>
                <a:cubicBezTo>
                  <a:pt x="87087" y="63828"/>
                  <a:pt x="87124" y="63828"/>
                  <a:pt x="87160" y="63979"/>
                </a:cubicBezTo>
                <a:cubicBezTo>
                  <a:pt x="87197" y="63979"/>
                  <a:pt x="87234" y="63979"/>
                  <a:pt x="87234" y="64054"/>
                </a:cubicBezTo>
                <a:cubicBezTo>
                  <a:pt x="87271" y="64129"/>
                  <a:pt x="87271" y="64129"/>
                  <a:pt x="87307" y="64204"/>
                </a:cubicBezTo>
                <a:cubicBezTo>
                  <a:pt x="87307" y="64279"/>
                  <a:pt x="87338" y="64279"/>
                  <a:pt x="87338" y="64355"/>
                </a:cubicBezTo>
                <a:cubicBezTo>
                  <a:pt x="87338" y="64492"/>
                  <a:pt x="87338" y="64492"/>
                  <a:pt x="87338" y="64492"/>
                </a:cubicBezTo>
                <a:cubicBezTo>
                  <a:pt x="87338" y="64568"/>
                  <a:pt x="87338" y="64568"/>
                  <a:pt x="87338" y="64643"/>
                </a:cubicBezTo>
                <a:cubicBezTo>
                  <a:pt x="87307" y="64718"/>
                  <a:pt x="87338" y="64793"/>
                  <a:pt x="87338" y="64944"/>
                </a:cubicBezTo>
                <a:cubicBezTo>
                  <a:pt x="87338" y="64944"/>
                  <a:pt x="87307" y="64944"/>
                  <a:pt x="87338" y="64944"/>
                </a:cubicBezTo>
                <a:cubicBezTo>
                  <a:pt x="87375" y="64868"/>
                  <a:pt x="87411" y="64868"/>
                  <a:pt x="87448" y="64868"/>
                </a:cubicBezTo>
                <a:cubicBezTo>
                  <a:pt x="87485" y="64868"/>
                  <a:pt x="87522" y="64944"/>
                  <a:pt x="87522" y="64944"/>
                </a:cubicBezTo>
                <a:cubicBezTo>
                  <a:pt x="87558" y="64944"/>
                  <a:pt x="87595" y="64944"/>
                  <a:pt x="87595" y="65019"/>
                </a:cubicBezTo>
                <a:cubicBezTo>
                  <a:pt x="87632" y="65019"/>
                  <a:pt x="87595" y="65094"/>
                  <a:pt x="87595" y="65094"/>
                </a:cubicBezTo>
                <a:cubicBezTo>
                  <a:pt x="87595" y="65244"/>
                  <a:pt x="87595" y="65320"/>
                  <a:pt x="87595" y="65395"/>
                </a:cubicBezTo>
                <a:cubicBezTo>
                  <a:pt x="87595" y="65470"/>
                  <a:pt x="87558" y="65545"/>
                  <a:pt x="87558" y="65545"/>
                </a:cubicBezTo>
                <a:cubicBezTo>
                  <a:pt x="87522" y="65683"/>
                  <a:pt x="87522" y="65833"/>
                  <a:pt x="87522" y="65984"/>
                </a:cubicBezTo>
                <a:cubicBezTo>
                  <a:pt x="87522" y="66209"/>
                  <a:pt x="87522" y="66435"/>
                  <a:pt x="87595" y="66573"/>
                </a:cubicBezTo>
                <a:cubicBezTo>
                  <a:pt x="87632" y="66573"/>
                  <a:pt x="87669" y="66648"/>
                  <a:pt x="87669" y="66648"/>
                </a:cubicBezTo>
                <a:cubicBezTo>
                  <a:pt x="87705" y="66723"/>
                  <a:pt x="87705" y="66723"/>
                  <a:pt x="87742" y="66798"/>
                </a:cubicBezTo>
                <a:cubicBezTo>
                  <a:pt x="87779" y="66798"/>
                  <a:pt x="87846" y="66798"/>
                  <a:pt x="87883" y="66798"/>
                </a:cubicBezTo>
                <a:cubicBezTo>
                  <a:pt x="87957" y="66798"/>
                  <a:pt x="87957" y="66798"/>
                  <a:pt x="87957" y="66798"/>
                </a:cubicBezTo>
                <a:cubicBezTo>
                  <a:pt x="87993" y="66798"/>
                  <a:pt x="87993" y="66798"/>
                  <a:pt x="88030" y="66798"/>
                </a:cubicBezTo>
                <a:cubicBezTo>
                  <a:pt x="88067" y="66723"/>
                  <a:pt x="88030" y="66648"/>
                  <a:pt x="88067" y="66648"/>
                </a:cubicBezTo>
                <a:cubicBezTo>
                  <a:pt x="88067" y="66573"/>
                  <a:pt x="88104" y="66573"/>
                  <a:pt x="88140" y="66573"/>
                </a:cubicBezTo>
                <a:cubicBezTo>
                  <a:pt x="88177" y="66573"/>
                  <a:pt x="88177" y="66510"/>
                  <a:pt x="88214" y="66510"/>
                </a:cubicBezTo>
                <a:cubicBezTo>
                  <a:pt x="88251" y="66510"/>
                  <a:pt x="88287" y="66510"/>
                  <a:pt x="88355" y="66435"/>
                </a:cubicBezTo>
                <a:cubicBezTo>
                  <a:pt x="88355" y="66285"/>
                  <a:pt x="88355" y="66285"/>
                  <a:pt x="88355" y="66285"/>
                </a:cubicBezTo>
                <a:cubicBezTo>
                  <a:pt x="88355" y="66134"/>
                  <a:pt x="88355" y="66134"/>
                  <a:pt x="88355" y="66134"/>
                </a:cubicBezTo>
                <a:cubicBezTo>
                  <a:pt x="88355" y="66134"/>
                  <a:pt x="88392" y="66059"/>
                  <a:pt x="88392" y="65984"/>
                </a:cubicBezTo>
                <a:cubicBezTo>
                  <a:pt x="88502" y="66059"/>
                  <a:pt x="88575" y="66059"/>
                  <a:pt x="88612" y="66209"/>
                </a:cubicBezTo>
                <a:cubicBezTo>
                  <a:pt x="88649" y="66209"/>
                  <a:pt x="88649" y="66285"/>
                  <a:pt x="88649" y="66360"/>
                </a:cubicBezTo>
                <a:cubicBezTo>
                  <a:pt x="88686" y="66435"/>
                  <a:pt x="88686" y="66435"/>
                  <a:pt x="88686" y="66510"/>
                </a:cubicBezTo>
                <a:cubicBezTo>
                  <a:pt x="88722" y="66573"/>
                  <a:pt x="88722" y="66648"/>
                  <a:pt x="88759" y="66798"/>
                </a:cubicBezTo>
                <a:cubicBezTo>
                  <a:pt x="88759" y="66949"/>
                  <a:pt x="88759" y="67024"/>
                  <a:pt x="88796" y="67250"/>
                </a:cubicBezTo>
                <a:cubicBezTo>
                  <a:pt x="88796" y="67250"/>
                  <a:pt x="88796" y="67325"/>
                  <a:pt x="88833" y="67400"/>
                </a:cubicBezTo>
                <a:cubicBezTo>
                  <a:pt x="88833" y="67475"/>
                  <a:pt x="88863" y="67475"/>
                  <a:pt x="88863" y="67550"/>
                </a:cubicBezTo>
                <a:cubicBezTo>
                  <a:pt x="88863" y="67550"/>
                  <a:pt x="88937" y="67550"/>
                  <a:pt x="88937" y="67626"/>
                </a:cubicBezTo>
                <a:cubicBezTo>
                  <a:pt x="88937" y="67626"/>
                  <a:pt x="88937" y="67688"/>
                  <a:pt x="88937" y="67763"/>
                </a:cubicBezTo>
                <a:cubicBezTo>
                  <a:pt x="88937" y="67914"/>
                  <a:pt x="88833" y="67989"/>
                  <a:pt x="88833" y="68215"/>
                </a:cubicBezTo>
                <a:cubicBezTo>
                  <a:pt x="88833" y="68290"/>
                  <a:pt x="88863" y="68365"/>
                  <a:pt x="88863" y="68365"/>
                </a:cubicBezTo>
                <a:cubicBezTo>
                  <a:pt x="88863" y="68440"/>
                  <a:pt x="88900" y="68515"/>
                  <a:pt x="88900" y="68515"/>
                </a:cubicBezTo>
                <a:cubicBezTo>
                  <a:pt x="88900" y="68591"/>
                  <a:pt x="88937" y="68591"/>
                  <a:pt x="88973" y="68653"/>
                </a:cubicBezTo>
                <a:cubicBezTo>
                  <a:pt x="89010" y="68741"/>
                  <a:pt x="89010" y="68804"/>
                  <a:pt x="89084" y="68879"/>
                </a:cubicBezTo>
                <a:cubicBezTo>
                  <a:pt x="89084" y="68954"/>
                  <a:pt x="89120" y="68954"/>
                  <a:pt x="89157" y="69029"/>
                </a:cubicBezTo>
                <a:cubicBezTo>
                  <a:pt x="89157" y="69104"/>
                  <a:pt x="89194" y="69180"/>
                  <a:pt x="89194" y="69255"/>
                </a:cubicBezTo>
                <a:cubicBezTo>
                  <a:pt x="89194" y="69330"/>
                  <a:pt x="89157" y="69405"/>
                  <a:pt x="89157" y="69556"/>
                </a:cubicBezTo>
                <a:cubicBezTo>
                  <a:pt x="89157" y="69631"/>
                  <a:pt x="89194" y="69706"/>
                  <a:pt x="89194" y="69844"/>
                </a:cubicBezTo>
                <a:cubicBezTo>
                  <a:pt x="89194" y="69994"/>
                  <a:pt x="89157" y="70069"/>
                  <a:pt x="89084" y="70145"/>
                </a:cubicBezTo>
                <a:cubicBezTo>
                  <a:pt x="89084" y="70145"/>
                  <a:pt x="89047" y="70145"/>
                  <a:pt x="89010" y="70220"/>
                </a:cubicBezTo>
                <a:cubicBezTo>
                  <a:pt x="89010" y="70220"/>
                  <a:pt x="88973" y="70220"/>
                  <a:pt x="88937" y="70220"/>
                </a:cubicBezTo>
                <a:cubicBezTo>
                  <a:pt x="88937" y="70295"/>
                  <a:pt x="88937" y="70370"/>
                  <a:pt x="88900" y="70370"/>
                </a:cubicBezTo>
                <a:cubicBezTo>
                  <a:pt x="88900" y="70445"/>
                  <a:pt x="88900" y="70521"/>
                  <a:pt x="88900" y="70521"/>
                </a:cubicBezTo>
                <a:cubicBezTo>
                  <a:pt x="88900" y="70671"/>
                  <a:pt x="88900" y="70821"/>
                  <a:pt x="88900" y="70959"/>
                </a:cubicBezTo>
                <a:cubicBezTo>
                  <a:pt x="88900" y="71110"/>
                  <a:pt x="88900" y="71110"/>
                  <a:pt x="88900" y="71110"/>
                </a:cubicBezTo>
                <a:cubicBezTo>
                  <a:pt x="88900" y="71185"/>
                  <a:pt x="88863" y="71260"/>
                  <a:pt x="88863" y="71410"/>
                </a:cubicBezTo>
                <a:cubicBezTo>
                  <a:pt x="88863" y="71486"/>
                  <a:pt x="88863" y="71561"/>
                  <a:pt x="88863" y="71636"/>
                </a:cubicBezTo>
                <a:cubicBezTo>
                  <a:pt x="88863" y="71786"/>
                  <a:pt x="88863" y="71849"/>
                  <a:pt x="88863" y="72000"/>
                </a:cubicBezTo>
                <a:cubicBezTo>
                  <a:pt x="88900" y="72075"/>
                  <a:pt x="88900" y="72075"/>
                  <a:pt x="88937" y="72150"/>
                </a:cubicBezTo>
                <a:cubicBezTo>
                  <a:pt x="88973" y="72150"/>
                  <a:pt x="88973" y="72150"/>
                  <a:pt x="89010" y="72225"/>
                </a:cubicBezTo>
                <a:cubicBezTo>
                  <a:pt x="89010" y="72225"/>
                  <a:pt x="89047" y="72225"/>
                  <a:pt x="89084" y="72225"/>
                </a:cubicBezTo>
                <a:cubicBezTo>
                  <a:pt x="89120" y="72300"/>
                  <a:pt x="89157" y="72451"/>
                  <a:pt x="89194" y="72526"/>
                </a:cubicBezTo>
                <a:cubicBezTo>
                  <a:pt x="89231" y="72676"/>
                  <a:pt x="89267" y="72751"/>
                  <a:pt x="89341" y="72751"/>
                </a:cubicBezTo>
                <a:cubicBezTo>
                  <a:pt x="89378" y="72814"/>
                  <a:pt x="89378" y="72814"/>
                  <a:pt x="89408" y="72814"/>
                </a:cubicBezTo>
                <a:cubicBezTo>
                  <a:pt x="89445" y="72814"/>
                  <a:pt x="89445" y="72902"/>
                  <a:pt x="89445" y="72965"/>
                </a:cubicBezTo>
                <a:cubicBezTo>
                  <a:pt x="89482" y="73040"/>
                  <a:pt x="89519" y="73040"/>
                  <a:pt x="89519" y="73115"/>
                </a:cubicBezTo>
                <a:cubicBezTo>
                  <a:pt x="89519" y="73265"/>
                  <a:pt x="89519" y="73265"/>
                  <a:pt x="89519" y="73416"/>
                </a:cubicBezTo>
                <a:cubicBezTo>
                  <a:pt x="89519" y="73566"/>
                  <a:pt x="89519" y="73641"/>
                  <a:pt x="89555" y="73716"/>
                </a:cubicBezTo>
                <a:cubicBezTo>
                  <a:pt x="89555" y="73792"/>
                  <a:pt x="89629" y="73867"/>
                  <a:pt x="89629" y="74005"/>
                </a:cubicBezTo>
                <a:cubicBezTo>
                  <a:pt x="89666" y="74080"/>
                  <a:pt x="89629" y="74080"/>
                  <a:pt x="89666" y="74155"/>
                </a:cubicBezTo>
                <a:cubicBezTo>
                  <a:pt x="89666" y="74230"/>
                  <a:pt x="89702" y="74230"/>
                  <a:pt x="89739" y="74306"/>
                </a:cubicBezTo>
                <a:cubicBezTo>
                  <a:pt x="89739" y="74456"/>
                  <a:pt x="89776" y="74531"/>
                  <a:pt x="89776" y="74681"/>
                </a:cubicBezTo>
                <a:cubicBezTo>
                  <a:pt x="89776" y="75421"/>
                  <a:pt x="89776" y="75421"/>
                  <a:pt x="89776" y="75421"/>
                </a:cubicBezTo>
                <a:cubicBezTo>
                  <a:pt x="89776" y="75496"/>
                  <a:pt x="89813" y="75496"/>
                  <a:pt x="89813" y="75571"/>
                </a:cubicBezTo>
                <a:cubicBezTo>
                  <a:pt x="89813" y="75646"/>
                  <a:pt x="89813" y="75722"/>
                  <a:pt x="89813" y="75722"/>
                </a:cubicBezTo>
                <a:cubicBezTo>
                  <a:pt x="89849" y="75797"/>
                  <a:pt x="89849" y="75872"/>
                  <a:pt x="89880" y="75872"/>
                </a:cubicBezTo>
                <a:cubicBezTo>
                  <a:pt x="89917" y="75947"/>
                  <a:pt x="89917" y="76010"/>
                  <a:pt x="89954" y="76010"/>
                </a:cubicBezTo>
                <a:cubicBezTo>
                  <a:pt x="89954" y="76085"/>
                  <a:pt x="89990" y="76085"/>
                  <a:pt x="90027" y="76085"/>
                </a:cubicBezTo>
                <a:cubicBezTo>
                  <a:pt x="90101" y="76236"/>
                  <a:pt x="90137" y="76311"/>
                  <a:pt x="90248" y="76386"/>
                </a:cubicBezTo>
                <a:cubicBezTo>
                  <a:pt x="90284" y="76461"/>
                  <a:pt x="90358" y="76461"/>
                  <a:pt x="90395" y="76536"/>
                </a:cubicBezTo>
                <a:cubicBezTo>
                  <a:pt x="90425" y="76612"/>
                  <a:pt x="90425" y="76687"/>
                  <a:pt x="90462" y="76762"/>
                </a:cubicBezTo>
                <a:cubicBezTo>
                  <a:pt x="90499" y="76837"/>
                  <a:pt x="90499" y="76912"/>
                  <a:pt x="90499" y="76912"/>
                </a:cubicBezTo>
                <a:cubicBezTo>
                  <a:pt x="90535" y="76975"/>
                  <a:pt x="90572" y="76975"/>
                  <a:pt x="90572" y="76975"/>
                </a:cubicBezTo>
                <a:cubicBezTo>
                  <a:pt x="90609" y="76975"/>
                  <a:pt x="90609" y="76975"/>
                  <a:pt x="90646" y="76975"/>
                </a:cubicBezTo>
                <a:cubicBezTo>
                  <a:pt x="90683" y="77063"/>
                  <a:pt x="90719" y="77063"/>
                  <a:pt x="90756" y="77063"/>
                </a:cubicBezTo>
                <a:cubicBezTo>
                  <a:pt x="90793" y="77125"/>
                  <a:pt x="90830" y="77125"/>
                  <a:pt x="90866" y="77125"/>
                </a:cubicBezTo>
                <a:cubicBezTo>
                  <a:pt x="90897" y="77125"/>
                  <a:pt x="90897" y="77125"/>
                  <a:pt x="90897" y="77125"/>
                </a:cubicBezTo>
                <a:cubicBezTo>
                  <a:pt x="90940" y="77125"/>
                  <a:pt x="90940" y="77063"/>
                  <a:pt x="90970" y="77063"/>
                </a:cubicBezTo>
                <a:cubicBezTo>
                  <a:pt x="90940" y="76912"/>
                  <a:pt x="90897" y="76837"/>
                  <a:pt x="90866" y="76762"/>
                </a:cubicBezTo>
                <a:cubicBezTo>
                  <a:pt x="90866" y="76687"/>
                  <a:pt x="90866" y="76612"/>
                  <a:pt x="90830" y="76612"/>
                </a:cubicBezTo>
                <a:cubicBezTo>
                  <a:pt x="90830" y="76612"/>
                  <a:pt x="90793" y="76612"/>
                  <a:pt x="90756" y="76612"/>
                </a:cubicBezTo>
                <a:cubicBezTo>
                  <a:pt x="90719" y="76461"/>
                  <a:pt x="90683" y="76386"/>
                  <a:pt x="90683" y="76311"/>
                </a:cubicBezTo>
                <a:cubicBezTo>
                  <a:pt x="90683" y="76160"/>
                  <a:pt x="90683" y="76085"/>
                  <a:pt x="90683" y="75947"/>
                </a:cubicBezTo>
                <a:cubicBezTo>
                  <a:pt x="90683" y="75947"/>
                  <a:pt x="90683" y="75872"/>
                  <a:pt x="90683" y="75797"/>
                </a:cubicBezTo>
                <a:cubicBezTo>
                  <a:pt x="90646" y="75646"/>
                  <a:pt x="90683" y="75571"/>
                  <a:pt x="90683" y="75421"/>
                </a:cubicBezTo>
                <a:cubicBezTo>
                  <a:pt x="90683" y="75346"/>
                  <a:pt x="90646" y="75271"/>
                  <a:pt x="90646" y="75271"/>
                </a:cubicBezTo>
                <a:cubicBezTo>
                  <a:pt x="90646" y="75195"/>
                  <a:pt x="90609" y="75120"/>
                  <a:pt x="90609" y="75120"/>
                </a:cubicBezTo>
                <a:cubicBezTo>
                  <a:pt x="90609" y="75045"/>
                  <a:pt x="90535" y="75045"/>
                  <a:pt x="90535" y="74982"/>
                </a:cubicBezTo>
                <a:cubicBezTo>
                  <a:pt x="90535" y="74832"/>
                  <a:pt x="90535" y="74681"/>
                  <a:pt x="90535" y="74531"/>
                </a:cubicBezTo>
                <a:cubicBezTo>
                  <a:pt x="90535" y="74381"/>
                  <a:pt x="90535" y="74381"/>
                  <a:pt x="90535" y="74381"/>
                </a:cubicBezTo>
                <a:cubicBezTo>
                  <a:pt x="90535" y="74306"/>
                  <a:pt x="90535" y="74306"/>
                  <a:pt x="90535" y="74230"/>
                </a:cubicBezTo>
                <a:cubicBezTo>
                  <a:pt x="90535" y="74080"/>
                  <a:pt x="90535" y="74080"/>
                  <a:pt x="90535" y="74080"/>
                </a:cubicBezTo>
                <a:cubicBezTo>
                  <a:pt x="90535" y="74005"/>
                  <a:pt x="90499" y="74005"/>
                  <a:pt x="90499" y="73930"/>
                </a:cubicBezTo>
                <a:cubicBezTo>
                  <a:pt x="90499" y="73641"/>
                  <a:pt x="90499" y="73641"/>
                  <a:pt x="90499" y="73641"/>
                </a:cubicBezTo>
                <a:cubicBezTo>
                  <a:pt x="90425" y="73641"/>
                  <a:pt x="90358" y="73716"/>
                  <a:pt x="90284" y="73641"/>
                </a:cubicBezTo>
                <a:cubicBezTo>
                  <a:pt x="90284" y="73566"/>
                  <a:pt x="90248" y="73566"/>
                  <a:pt x="90248" y="73491"/>
                </a:cubicBezTo>
                <a:cubicBezTo>
                  <a:pt x="90211" y="73491"/>
                  <a:pt x="90211" y="73416"/>
                  <a:pt x="90174" y="73340"/>
                </a:cubicBezTo>
                <a:cubicBezTo>
                  <a:pt x="90137" y="73340"/>
                  <a:pt x="90137" y="73340"/>
                  <a:pt x="90101" y="73265"/>
                </a:cubicBezTo>
                <a:cubicBezTo>
                  <a:pt x="90064" y="73265"/>
                  <a:pt x="90064" y="73190"/>
                  <a:pt x="90027" y="73115"/>
                </a:cubicBezTo>
                <a:cubicBezTo>
                  <a:pt x="89990" y="73115"/>
                  <a:pt x="89954" y="73040"/>
                  <a:pt x="89880" y="73040"/>
                </a:cubicBezTo>
                <a:cubicBezTo>
                  <a:pt x="89880" y="73040"/>
                  <a:pt x="89849" y="73040"/>
                  <a:pt x="89813" y="73040"/>
                </a:cubicBezTo>
                <a:cubicBezTo>
                  <a:pt x="89739" y="72965"/>
                  <a:pt x="89739" y="72902"/>
                  <a:pt x="89702" y="72814"/>
                </a:cubicBezTo>
                <a:cubicBezTo>
                  <a:pt x="89666" y="72751"/>
                  <a:pt x="89629" y="72751"/>
                  <a:pt x="89629" y="72676"/>
                </a:cubicBezTo>
                <a:cubicBezTo>
                  <a:pt x="89629" y="72601"/>
                  <a:pt x="89629" y="72601"/>
                  <a:pt x="89629" y="72526"/>
                </a:cubicBezTo>
                <a:cubicBezTo>
                  <a:pt x="89592" y="72451"/>
                  <a:pt x="89629" y="72375"/>
                  <a:pt x="89629" y="72225"/>
                </a:cubicBezTo>
                <a:cubicBezTo>
                  <a:pt x="89629" y="72225"/>
                  <a:pt x="89629" y="72150"/>
                  <a:pt x="89629" y="72075"/>
                </a:cubicBezTo>
                <a:cubicBezTo>
                  <a:pt x="89629" y="72075"/>
                  <a:pt x="89629" y="72000"/>
                  <a:pt x="89592" y="71924"/>
                </a:cubicBezTo>
                <a:cubicBezTo>
                  <a:pt x="89592" y="71924"/>
                  <a:pt x="89555" y="71924"/>
                  <a:pt x="89519" y="71849"/>
                </a:cubicBezTo>
                <a:cubicBezTo>
                  <a:pt x="89519" y="71849"/>
                  <a:pt x="89482" y="71849"/>
                  <a:pt x="89445" y="71786"/>
                </a:cubicBezTo>
                <a:cubicBezTo>
                  <a:pt x="89445" y="71711"/>
                  <a:pt x="89445" y="71636"/>
                  <a:pt x="89445" y="71561"/>
                </a:cubicBezTo>
                <a:cubicBezTo>
                  <a:pt x="89445" y="71410"/>
                  <a:pt x="89445" y="71410"/>
                  <a:pt x="89445" y="71410"/>
                </a:cubicBezTo>
                <a:cubicBezTo>
                  <a:pt x="89445" y="71335"/>
                  <a:pt x="89445" y="71260"/>
                  <a:pt x="89445" y="71260"/>
                </a:cubicBezTo>
                <a:cubicBezTo>
                  <a:pt x="89445" y="71185"/>
                  <a:pt x="89408" y="71260"/>
                  <a:pt x="89378" y="71185"/>
                </a:cubicBezTo>
                <a:cubicBezTo>
                  <a:pt x="89341" y="71185"/>
                  <a:pt x="89341" y="71185"/>
                  <a:pt x="89304" y="71110"/>
                </a:cubicBezTo>
                <a:cubicBezTo>
                  <a:pt x="89267" y="71110"/>
                  <a:pt x="89267" y="71110"/>
                  <a:pt x="89267" y="71110"/>
                </a:cubicBezTo>
                <a:cubicBezTo>
                  <a:pt x="89267" y="70370"/>
                  <a:pt x="89267" y="70370"/>
                  <a:pt x="89267" y="70370"/>
                </a:cubicBezTo>
                <a:cubicBezTo>
                  <a:pt x="89267" y="70145"/>
                  <a:pt x="89341" y="70069"/>
                  <a:pt x="89378" y="69919"/>
                </a:cubicBezTo>
                <a:cubicBezTo>
                  <a:pt x="89445" y="69769"/>
                  <a:pt x="89445" y="69631"/>
                  <a:pt x="89482" y="69480"/>
                </a:cubicBezTo>
                <a:cubicBezTo>
                  <a:pt x="89519" y="69405"/>
                  <a:pt x="89519" y="69330"/>
                  <a:pt x="89519" y="69255"/>
                </a:cubicBezTo>
                <a:cubicBezTo>
                  <a:pt x="89519" y="69180"/>
                  <a:pt x="89482" y="69104"/>
                  <a:pt x="89482" y="68954"/>
                </a:cubicBezTo>
                <a:cubicBezTo>
                  <a:pt x="89482" y="68879"/>
                  <a:pt x="89482" y="68879"/>
                  <a:pt x="89519" y="68804"/>
                </a:cubicBezTo>
                <a:cubicBezTo>
                  <a:pt x="89519" y="68741"/>
                  <a:pt x="89555" y="68741"/>
                  <a:pt x="89592" y="68653"/>
                </a:cubicBezTo>
                <a:cubicBezTo>
                  <a:pt x="89592" y="68591"/>
                  <a:pt x="89629" y="68591"/>
                  <a:pt x="89629" y="68515"/>
                </a:cubicBezTo>
                <a:cubicBezTo>
                  <a:pt x="89666" y="68515"/>
                  <a:pt x="89702" y="68515"/>
                  <a:pt x="89702" y="68515"/>
                </a:cubicBezTo>
                <a:cubicBezTo>
                  <a:pt x="89739" y="68591"/>
                  <a:pt x="89739" y="68591"/>
                  <a:pt x="89776" y="68653"/>
                </a:cubicBezTo>
                <a:cubicBezTo>
                  <a:pt x="89813" y="68653"/>
                  <a:pt x="89776" y="68741"/>
                  <a:pt x="89813" y="68804"/>
                </a:cubicBezTo>
                <a:cubicBezTo>
                  <a:pt x="89813" y="68804"/>
                  <a:pt x="89880" y="68804"/>
                  <a:pt x="89880" y="68879"/>
                </a:cubicBezTo>
                <a:cubicBezTo>
                  <a:pt x="89917" y="68954"/>
                  <a:pt x="89880" y="69104"/>
                  <a:pt x="89917" y="69180"/>
                </a:cubicBezTo>
                <a:cubicBezTo>
                  <a:pt x="89917" y="69255"/>
                  <a:pt x="89954" y="69255"/>
                  <a:pt x="89990" y="69255"/>
                </a:cubicBezTo>
                <a:cubicBezTo>
                  <a:pt x="90027" y="69330"/>
                  <a:pt x="90027" y="69330"/>
                  <a:pt x="90101" y="69330"/>
                </a:cubicBezTo>
                <a:cubicBezTo>
                  <a:pt x="90137" y="69330"/>
                  <a:pt x="90137" y="69330"/>
                  <a:pt x="90137" y="69330"/>
                </a:cubicBezTo>
                <a:cubicBezTo>
                  <a:pt x="90137" y="69330"/>
                  <a:pt x="90174" y="69255"/>
                  <a:pt x="90211" y="69255"/>
                </a:cubicBezTo>
                <a:lnTo>
                  <a:pt x="90248" y="69180"/>
                </a:lnTo>
                <a:cubicBezTo>
                  <a:pt x="90321" y="69180"/>
                  <a:pt x="90321" y="69330"/>
                  <a:pt x="90358" y="69480"/>
                </a:cubicBezTo>
                <a:cubicBezTo>
                  <a:pt x="90395" y="69556"/>
                  <a:pt x="90462" y="69631"/>
                  <a:pt x="90462" y="69769"/>
                </a:cubicBezTo>
                <a:cubicBezTo>
                  <a:pt x="90499" y="69844"/>
                  <a:pt x="90499" y="69919"/>
                  <a:pt x="90535" y="70069"/>
                </a:cubicBezTo>
                <a:cubicBezTo>
                  <a:pt x="90535" y="70145"/>
                  <a:pt x="90572" y="70220"/>
                  <a:pt x="90609" y="70370"/>
                </a:cubicBezTo>
                <a:cubicBezTo>
                  <a:pt x="90609" y="70445"/>
                  <a:pt x="90646" y="70521"/>
                  <a:pt x="90683" y="70671"/>
                </a:cubicBezTo>
                <a:cubicBezTo>
                  <a:pt x="90719" y="70734"/>
                  <a:pt x="90756" y="70821"/>
                  <a:pt x="90793" y="70884"/>
                </a:cubicBezTo>
                <a:cubicBezTo>
                  <a:pt x="90830" y="70884"/>
                  <a:pt x="90866" y="70884"/>
                  <a:pt x="90866" y="70884"/>
                </a:cubicBezTo>
                <a:cubicBezTo>
                  <a:pt x="90897" y="70884"/>
                  <a:pt x="90940" y="70884"/>
                  <a:pt x="90940" y="70884"/>
                </a:cubicBezTo>
                <a:cubicBezTo>
                  <a:pt x="90970" y="70959"/>
                  <a:pt x="91007" y="70959"/>
                  <a:pt x="91007" y="70959"/>
                </a:cubicBezTo>
                <a:cubicBezTo>
                  <a:pt x="91044" y="70959"/>
                  <a:pt x="91081" y="70959"/>
                  <a:pt x="91081" y="70959"/>
                </a:cubicBezTo>
                <a:cubicBezTo>
                  <a:pt x="91117" y="71034"/>
                  <a:pt x="91154" y="71034"/>
                  <a:pt x="91154" y="71110"/>
                </a:cubicBezTo>
                <a:cubicBezTo>
                  <a:pt x="91154" y="71260"/>
                  <a:pt x="91081" y="71335"/>
                  <a:pt x="91081" y="71410"/>
                </a:cubicBezTo>
                <a:cubicBezTo>
                  <a:pt x="91044" y="71561"/>
                  <a:pt x="91044" y="71636"/>
                  <a:pt x="91044" y="71711"/>
                </a:cubicBezTo>
                <a:cubicBezTo>
                  <a:pt x="91044" y="71924"/>
                  <a:pt x="91081" y="72075"/>
                  <a:pt x="91154" y="72300"/>
                </a:cubicBezTo>
                <a:cubicBezTo>
                  <a:pt x="91191" y="72300"/>
                  <a:pt x="91191" y="72225"/>
                  <a:pt x="91228" y="72150"/>
                </a:cubicBezTo>
                <a:cubicBezTo>
                  <a:pt x="91264" y="72075"/>
                  <a:pt x="91264" y="72000"/>
                  <a:pt x="91338" y="71849"/>
                </a:cubicBezTo>
                <a:cubicBezTo>
                  <a:pt x="91375" y="71849"/>
                  <a:pt x="91375" y="71849"/>
                  <a:pt x="91411" y="71786"/>
                </a:cubicBezTo>
                <a:cubicBezTo>
                  <a:pt x="91442" y="71711"/>
                  <a:pt x="91442" y="71711"/>
                  <a:pt x="91479" y="71636"/>
                </a:cubicBezTo>
                <a:cubicBezTo>
                  <a:pt x="91516" y="71561"/>
                  <a:pt x="91516" y="71561"/>
                  <a:pt x="91552" y="71486"/>
                </a:cubicBezTo>
                <a:cubicBezTo>
                  <a:pt x="91589" y="71486"/>
                  <a:pt x="91626" y="71410"/>
                  <a:pt x="91626" y="71410"/>
                </a:cubicBezTo>
                <a:cubicBezTo>
                  <a:pt x="91626" y="71335"/>
                  <a:pt x="91663" y="71260"/>
                  <a:pt x="91663" y="71260"/>
                </a:cubicBezTo>
                <a:cubicBezTo>
                  <a:pt x="91663" y="71185"/>
                  <a:pt x="91699" y="71185"/>
                  <a:pt x="91699" y="71110"/>
                </a:cubicBezTo>
                <a:cubicBezTo>
                  <a:pt x="91736" y="71034"/>
                  <a:pt x="91736" y="71034"/>
                  <a:pt x="91736" y="70959"/>
                </a:cubicBezTo>
                <a:cubicBezTo>
                  <a:pt x="91736" y="70884"/>
                  <a:pt x="91736" y="70884"/>
                  <a:pt x="91736" y="70821"/>
                </a:cubicBezTo>
                <a:cubicBezTo>
                  <a:pt x="91773" y="70734"/>
                  <a:pt x="91773" y="70671"/>
                  <a:pt x="91810" y="70671"/>
                </a:cubicBezTo>
                <a:cubicBezTo>
                  <a:pt x="91846" y="70671"/>
                  <a:pt x="91883" y="70734"/>
                  <a:pt x="91914" y="70734"/>
                </a:cubicBezTo>
                <a:cubicBezTo>
                  <a:pt x="91987" y="70734"/>
                  <a:pt x="92024" y="70734"/>
                  <a:pt x="92061" y="70734"/>
                </a:cubicBezTo>
                <a:cubicBezTo>
                  <a:pt x="92098" y="70671"/>
                  <a:pt x="92134" y="70671"/>
                  <a:pt x="92134" y="70596"/>
                </a:cubicBezTo>
                <a:cubicBezTo>
                  <a:pt x="92208" y="70521"/>
                  <a:pt x="92245" y="70370"/>
                  <a:pt x="92318" y="70295"/>
                </a:cubicBezTo>
                <a:cubicBezTo>
                  <a:pt x="92355" y="70220"/>
                  <a:pt x="92355" y="70145"/>
                  <a:pt x="92392" y="70145"/>
                </a:cubicBezTo>
                <a:cubicBezTo>
                  <a:pt x="92428" y="70145"/>
                  <a:pt x="92459" y="70145"/>
                  <a:pt x="92459" y="70069"/>
                </a:cubicBezTo>
                <a:cubicBezTo>
                  <a:pt x="92496" y="70069"/>
                  <a:pt x="92532" y="70069"/>
                  <a:pt x="92532" y="69994"/>
                </a:cubicBezTo>
                <a:cubicBezTo>
                  <a:pt x="92532" y="69919"/>
                  <a:pt x="92532" y="69919"/>
                  <a:pt x="92569" y="69844"/>
                </a:cubicBezTo>
                <a:cubicBezTo>
                  <a:pt x="92569" y="69769"/>
                  <a:pt x="92569" y="69706"/>
                  <a:pt x="92569" y="69556"/>
                </a:cubicBezTo>
                <a:cubicBezTo>
                  <a:pt x="92569" y="69330"/>
                  <a:pt x="92569" y="69104"/>
                  <a:pt x="92569" y="68879"/>
                </a:cubicBezTo>
                <a:cubicBezTo>
                  <a:pt x="92569" y="68365"/>
                  <a:pt x="92569" y="68365"/>
                  <a:pt x="92569" y="68365"/>
                </a:cubicBezTo>
                <a:cubicBezTo>
                  <a:pt x="92569" y="68215"/>
                  <a:pt x="92569" y="68139"/>
                  <a:pt x="92569" y="67989"/>
                </a:cubicBezTo>
                <a:cubicBezTo>
                  <a:pt x="92532" y="67839"/>
                  <a:pt x="92496" y="67763"/>
                  <a:pt x="92459" y="67550"/>
                </a:cubicBezTo>
                <a:cubicBezTo>
                  <a:pt x="92459" y="67475"/>
                  <a:pt x="92428" y="67400"/>
                  <a:pt x="92428" y="67250"/>
                </a:cubicBezTo>
                <a:cubicBezTo>
                  <a:pt x="92428" y="67099"/>
                  <a:pt x="92428" y="67024"/>
                  <a:pt x="92428" y="66949"/>
                </a:cubicBezTo>
                <a:cubicBezTo>
                  <a:pt x="92355" y="66949"/>
                  <a:pt x="92318" y="66949"/>
                  <a:pt x="92245" y="66949"/>
                </a:cubicBezTo>
                <a:cubicBezTo>
                  <a:pt x="92245" y="66874"/>
                  <a:pt x="92208" y="66874"/>
                  <a:pt x="92171" y="66874"/>
                </a:cubicBezTo>
                <a:cubicBezTo>
                  <a:pt x="92171" y="66798"/>
                  <a:pt x="92171" y="66723"/>
                  <a:pt x="92134" y="66723"/>
                </a:cubicBezTo>
                <a:cubicBezTo>
                  <a:pt x="92098" y="66573"/>
                  <a:pt x="92061" y="66510"/>
                  <a:pt x="92024" y="66360"/>
                </a:cubicBezTo>
                <a:cubicBezTo>
                  <a:pt x="92024" y="66360"/>
                  <a:pt x="92024" y="66285"/>
                  <a:pt x="92024" y="66209"/>
                </a:cubicBezTo>
                <a:cubicBezTo>
                  <a:pt x="92024" y="66209"/>
                  <a:pt x="91987" y="66209"/>
                  <a:pt x="91957" y="66209"/>
                </a:cubicBezTo>
                <a:cubicBezTo>
                  <a:pt x="91914" y="66134"/>
                  <a:pt x="91914" y="66134"/>
                  <a:pt x="91883" y="66059"/>
                </a:cubicBezTo>
                <a:cubicBezTo>
                  <a:pt x="91846" y="65984"/>
                  <a:pt x="91810" y="65984"/>
                  <a:pt x="91736" y="65909"/>
                </a:cubicBezTo>
                <a:cubicBezTo>
                  <a:pt x="91736" y="65833"/>
                  <a:pt x="91699" y="65833"/>
                  <a:pt x="91663" y="65758"/>
                </a:cubicBezTo>
                <a:cubicBezTo>
                  <a:pt x="91663" y="65758"/>
                  <a:pt x="91663" y="65683"/>
                  <a:pt x="91626" y="65608"/>
                </a:cubicBezTo>
                <a:cubicBezTo>
                  <a:pt x="91589" y="65545"/>
                  <a:pt x="91552" y="65608"/>
                  <a:pt x="91552" y="65545"/>
                </a:cubicBezTo>
                <a:cubicBezTo>
                  <a:pt x="91552" y="65470"/>
                  <a:pt x="91552" y="65320"/>
                  <a:pt x="91552" y="65244"/>
                </a:cubicBezTo>
                <a:cubicBezTo>
                  <a:pt x="91552" y="65169"/>
                  <a:pt x="91552" y="65169"/>
                  <a:pt x="91552" y="65094"/>
                </a:cubicBezTo>
                <a:cubicBezTo>
                  <a:pt x="91552" y="65019"/>
                  <a:pt x="91479" y="65019"/>
                  <a:pt x="91479" y="65019"/>
                </a:cubicBezTo>
                <a:cubicBezTo>
                  <a:pt x="91442" y="64868"/>
                  <a:pt x="91479" y="64868"/>
                  <a:pt x="91479" y="64718"/>
                </a:cubicBezTo>
                <a:cubicBezTo>
                  <a:pt x="91479" y="64643"/>
                  <a:pt x="91442" y="64568"/>
                  <a:pt x="91479" y="64492"/>
                </a:cubicBezTo>
                <a:cubicBezTo>
                  <a:pt x="91479" y="64430"/>
                  <a:pt x="91479" y="64430"/>
                  <a:pt x="91479" y="64355"/>
                </a:cubicBezTo>
                <a:cubicBezTo>
                  <a:pt x="91479" y="64279"/>
                  <a:pt x="91552" y="64279"/>
                  <a:pt x="91552" y="64204"/>
                </a:cubicBezTo>
                <a:cubicBezTo>
                  <a:pt x="91589" y="64204"/>
                  <a:pt x="91589" y="64204"/>
                  <a:pt x="91626" y="64129"/>
                </a:cubicBezTo>
                <a:cubicBezTo>
                  <a:pt x="91663" y="64054"/>
                  <a:pt x="91699" y="64129"/>
                  <a:pt x="91699" y="64054"/>
                </a:cubicBezTo>
                <a:cubicBezTo>
                  <a:pt x="91699" y="63979"/>
                  <a:pt x="91699" y="63903"/>
                  <a:pt x="91699" y="63903"/>
                </a:cubicBezTo>
                <a:cubicBezTo>
                  <a:pt x="91699" y="63828"/>
                  <a:pt x="91699" y="63753"/>
                  <a:pt x="91699" y="63678"/>
                </a:cubicBezTo>
                <a:cubicBezTo>
                  <a:pt x="91736" y="63603"/>
                  <a:pt x="91736" y="63527"/>
                  <a:pt x="91736" y="63452"/>
                </a:cubicBezTo>
                <a:cubicBezTo>
                  <a:pt x="91773" y="63390"/>
                  <a:pt x="91773" y="63390"/>
                  <a:pt x="91773" y="63314"/>
                </a:cubicBezTo>
                <a:cubicBezTo>
                  <a:pt x="91773" y="63239"/>
                  <a:pt x="91773" y="63164"/>
                  <a:pt x="91810" y="63089"/>
                </a:cubicBezTo>
                <a:cubicBezTo>
                  <a:pt x="91846" y="63089"/>
                  <a:pt x="91883" y="63089"/>
                  <a:pt x="91883" y="63089"/>
                </a:cubicBezTo>
                <a:cubicBezTo>
                  <a:pt x="91914" y="63089"/>
                  <a:pt x="91957" y="63089"/>
                  <a:pt x="91987" y="63089"/>
                </a:cubicBezTo>
                <a:cubicBezTo>
                  <a:pt x="92024" y="63089"/>
                  <a:pt x="92061" y="63014"/>
                  <a:pt x="92134" y="62938"/>
                </a:cubicBezTo>
                <a:cubicBezTo>
                  <a:pt x="92171" y="62938"/>
                  <a:pt x="92171" y="62938"/>
                  <a:pt x="92208" y="62938"/>
                </a:cubicBezTo>
                <a:cubicBezTo>
                  <a:pt x="92245" y="62938"/>
                  <a:pt x="92245" y="62788"/>
                  <a:pt x="92245" y="62788"/>
                </a:cubicBezTo>
                <a:cubicBezTo>
                  <a:pt x="92281" y="62788"/>
                  <a:pt x="92318" y="62788"/>
                  <a:pt x="92318" y="62788"/>
                </a:cubicBezTo>
                <a:cubicBezTo>
                  <a:pt x="92392" y="62788"/>
                  <a:pt x="92428" y="62788"/>
                  <a:pt x="92459" y="62788"/>
                </a:cubicBezTo>
                <a:cubicBezTo>
                  <a:pt x="92496" y="62788"/>
                  <a:pt x="92496" y="62863"/>
                  <a:pt x="92532" y="62863"/>
                </a:cubicBezTo>
                <a:cubicBezTo>
                  <a:pt x="92606" y="62863"/>
                  <a:pt x="92679" y="62788"/>
                  <a:pt x="92753" y="62788"/>
                </a:cubicBezTo>
                <a:cubicBezTo>
                  <a:pt x="92753" y="63014"/>
                  <a:pt x="92753" y="63014"/>
                  <a:pt x="92753" y="63014"/>
                </a:cubicBezTo>
                <a:lnTo>
                  <a:pt x="92716" y="63089"/>
                </a:lnTo>
                <a:cubicBezTo>
                  <a:pt x="92716" y="63903"/>
                  <a:pt x="92716" y="63903"/>
                  <a:pt x="92716" y="63903"/>
                </a:cubicBezTo>
                <a:cubicBezTo>
                  <a:pt x="92716" y="63979"/>
                  <a:pt x="92716" y="64054"/>
                  <a:pt x="92679" y="64054"/>
                </a:cubicBezTo>
                <a:cubicBezTo>
                  <a:pt x="92643" y="64054"/>
                  <a:pt x="92643" y="64129"/>
                  <a:pt x="92606" y="64129"/>
                </a:cubicBezTo>
                <a:cubicBezTo>
                  <a:pt x="92569" y="64129"/>
                  <a:pt x="92569" y="64129"/>
                  <a:pt x="92532" y="64129"/>
                </a:cubicBezTo>
                <a:cubicBezTo>
                  <a:pt x="92496" y="64129"/>
                  <a:pt x="92496" y="64204"/>
                  <a:pt x="92459" y="64204"/>
                </a:cubicBezTo>
                <a:cubicBezTo>
                  <a:pt x="92428" y="64279"/>
                  <a:pt x="92428" y="64355"/>
                  <a:pt x="92428" y="64355"/>
                </a:cubicBezTo>
                <a:cubicBezTo>
                  <a:pt x="92392" y="64430"/>
                  <a:pt x="92355" y="64492"/>
                  <a:pt x="92355" y="64568"/>
                </a:cubicBezTo>
                <a:cubicBezTo>
                  <a:pt x="92355" y="64643"/>
                  <a:pt x="92355" y="64718"/>
                  <a:pt x="92355" y="64793"/>
                </a:cubicBezTo>
                <a:cubicBezTo>
                  <a:pt x="92392" y="64868"/>
                  <a:pt x="92355" y="64944"/>
                  <a:pt x="92392" y="65019"/>
                </a:cubicBezTo>
                <a:cubicBezTo>
                  <a:pt x="92392" y="65019"/>
                  <a:pt x="92428" y="65019"/>
                  <a:pt x="92459" y="65019"/>
                </a:cubicBezTo>
                <a:cubicBezTo>
                  <a:pt x="93004" y="65019"/>
                  <a:pt x="93004" y="65019"/>
                  <a:pt x="93004" y="65019"/>
                </a:cubicBezTo>
                <a:cubicBezTo>
                  <a:pt x="93004" y="64868"/>
                  <a:pt x="93004" y="64718"/>
                  <a:pt x="93041" y="64568"/>
                </a:cubicBezTo>
                <a:cubicBezTo>
                  <a:pt x="93041" y="64492"/>
                  <a:pt x="93041" y="64430"/>
                  <a:pt x="93078" y="64430"/>
                </a:cubicBezTo>
                <a:cubicBezTo>
                  <a:pt x="93078" y="64355"/>
                  <a:pt x="93114" y="64355"/>
                  <a:pt x="93114" y="64279"/>
                </a:cubicBezTo>
                <a:cubicBezTo>
                  <a:pt x="93114" y="64204"/>
                  <a:pt x="93114" y="64204"/>
                  <a:pt x="93114" y="64129"/>
                </a:cubicBezTo>
                <a:cubicBezTo>
                  <a:pt x="93114" y="64054"/>
                  <a:pt x="93114" y="63979"/>
                  <a:pt x="93114" y="63979"/>
                </a:cubicBezTo>
                <a:cubicBezTo>
                  <a:pt x="93078" y="63828"/>
                  <a:pt x="93041" y="63903"/>
                  <a:pt x="92973" y="63828"/>
                </a:cubicBezTo>
                <a:cubicBezTo>
                  <a:pt x="92973" y="63014"/>
                  <a:pt x="92973" y="63014"/>
                  <a:pt x="92973" y="63014"/>
                </a:cubicBezTo>
                <a:cubicBezTo>
                  <a:pt x="93041" y="63014"/>
                  <a:pt x="93078" y="63014"/>
                  <a:pt x="93114" y="63014"/>
                </a:cubicBezTo>
                <a:cubicBezTo>
                  <a:pt x="93188" y="63014"/>
                  <a:pt x="93188" y="63014"/>
                  <a:pt x="93188" y="63014"/>
                </a:cubicBezTo>
                <a:cubicBezTo>
                  <a:pt x="93225" y="63014"/>
                  <a:pt x="93261" y="62938"/>
                  <a:pt x="93261" y="62938"/>
                </a:cubicBezTo>
                <a:cubicBezTo>
                  <a:pt x="93298" y="62863"/>
                  <a:pt x="93298" y="62788"/>
                  <a:pt x="93335" y="62788"/>
                </a:cubicBezTo>
                <a:cubicBezTo>
                  <a:pt x="93372" y="62713"/>
                  <a:pt x="93372" y="62638"/>
                  <a:pt x="93408" y="62638"/>
                </a:cubicBezTo>
                <a:cubicBezTo>
                  <a:pt x="93445" y="62638"/>
                  <a:pt x="93513" y="62638"/>
                  <a:pt x="93549" y="62562"/>
                </a:cubicBezTo>
                <a:cubicBezTo>
                  <a:pt x="93586" y="62562"/>
                  <a:pt x="93660" y="62562"/>
                  <a:pt x="93696" y="62562"/>
                </a:cubicBezTo>
                <a:cubicBezTo>
                  <a:pt x="93770" y="62562"/>
                  <a:pt x="93770" y="62562"/>
                  <a:pt x="93770" y="62562"/>
                </a:cubicBezTo>
                <a:cubicBezTo>
                  <a:pt x="93807" y="62562"/>
                  <a:pt x="93843" y="62562"/>
                  <a:pt x="93843" y="62562"/>
                </a:cubicBezTo>
                <a:cubicBezTo>
                  <a:pt x="93917" y="62562"/>
                  <a:pt x="93947" y="62638"/>
                  <a:pt x="93990" y="62638"/>
                </a:cubicBezTo>
                <a:cubicBezTo>
                  <a:pt x="94021" y="62638"/>
                  <a:pt x="94021" y="62638"/>
                  <a:pt x="94058" y="62638"/>
                </a:cubicBezTo>
                <a:cubicBezTo>
                  <a:pt x="94094" y="62638"/>
                  <a:pt x="94094" y="62562"/>
                  <a:pt x="94131" y="62562"/>
                </a:cubicBezTo>
                <a:cubicBezTo>
                  <a:pt x="94168" y="62487"/>
                  <a:pt x="94168" y="62412"/>
                  <a:pt x="94168" y="62412"/>
                </a:cubicBezTo>
                <a:cubicBezTo>
                  <a:pt x="94205" y="62349"/>
                  <a:pt x="94205" y="62349"/>
                  <a:pt x="94205" y="62274"/>
                </a:cubicBezTo>
                <a:cubicBezTo>
                  <a:pt x="94278" y="62274"/>
                  <a:pt x="94315" y="62274"/>
                  <a:pt x="94352" y="62274"/>
                </a:cubicBezTo>
                <a:cubicBezTo>
                  <a:pt x="94388" y="62274"/>
                  <a:pt x="94388" y="62199"/>
                  <a:pt x="94425" y="62199"/>
                </a:cubicBezTo>
                <a:cubicBezTo>
                  <a:pt x="94462" y="62199"/>
                  <a:pt x="94493" y="62199"/>
                  <a:pt x="94566" y="62199"/>
                </a:cubicBezTo>
                <a:cubicBezTo>
                  <a:pt x="94603" y="62199"/>
                  <a:pt x="94603" y="62199"/>
                  <a:pt x="94640" y="62199"/>
                </a:cubicBezTo>
                <a:cubicBezTo>
                  <a:pt x="94640" y="62124"/>
                  <a:pt x="94676" y="62199"/>
                  <a:pt x="94713" y="62199"/>
                </a:cubicBezTo>
                <a:cubicBezTo>
                  <a:pt x="94750" y="62124"/>
                  <a:pt x="94750" y="62049"/>
                  <a:pt x="94750" y="62049"/>
                </a:cubicBezTo>
                <a:cubicBezTo>
                  <a:pt x="94787" y="61973"/>
                  <a:pt x="94787" y="61898"/>
                  <a:pt x="94823" y="61898"/>
                </a:cubicBezTo>
                <a:cubicBezTo>
                  <a:pt x="94860" y="61898"/>
                  <a:pt x="94860" y="61898"/>
                  <a:pt x="94897" y="61898"/>
                </a:cubicBezTo>
                <a:cubicBezTo>
                  <a:pt x="94934" y="61823"/>
                  <a:pt x="94934" y="61823"/>
                  <a:pt x="94970" y="61748"/>
                </a:cubicBezTo>
                <a:cubicBezTo>
                  <a:pt x="95007" y="61748"/>
                  <a:pt x="95007" y="61748"/>
                  <a:pt x="95038" y="61673"/>
                </a:cubicBezTo>
                <a:cubicBezTo>
                  <a:pt x="95038" y="61673"/>
                  <a:pt x="95038" y="61597"/>
                  <a:pt x="95075" y="61522"/>
                </a:cubicBezTo>
                <a:cubicBezTo>
                  <a:pt x="95111" y="61522"/>
                  <a:pt x="95111" y="61447"/>
                  <a:pt x="95111" y="61372"/>
                </a:cubicBezTo>
                <a:cubicBezTo>
                  <a:pt x="95148" y="61372"/>
                  <a:pt x="95185" y="61309"/>
                  <a:pt x="95185" y="61309"/>
                </a:cubicBezTo>
                <a:cubicBezTo>
                  <a:pt x="95222" y="61234"/>
                  <a:pt x="95222" y="61234"/>
                  <a:pt x="95258" y="61234"/>
                </a:cubicBezTo>
                <a:cubicBezTo>
                  <a:pt x="95295" y="61234"/>
                  <a:pt x="95332" y="61234"/>
                  <a:pt x="95332" y="61234"/>
                </a:cubicBezTo>
                <a:cubicBezTo>
                  <a:pt x="95369" y="61159"/>
                  <a:pt x="95369" y="61234"/>
                  <a:pt x="95405" y="61234"/>
                </a:cubicBezTo>
                <a:cubicBezTo>
                  <a:pt x="95479" y="61159"/>
                  <a:pt x="95509" y="61084"/>
                  <a:pt x="95546" y="61008"/>
                </a:cubicBezTo>
                <a:cubicBezTo>
                  <a:pt x="95583" y="61008"/>
                  <a:pt x="95546" y="60933"/>
                  <a:pt x="95583" y="60858"/>
                </a:cubicBezTo>
                <a:cubicBezTo>
                  <a:pt x="95583" y="60858"/>
                  <a:pt x="95620" y="60858"/>
                  <a:pt x="95656" y="60783"/>
                </a:cubicBezTo>
                <a:cubicBezTo>
                  <a:pt x="95693" y="60783"/>
                  <a:pt x="95693" y="60708"/>
                  <a:pt x="95730" y="60632"/>
                </a:cubicBezTo>
                <a:cubicBezTo>
                  <a:pt x="95730" y="60632"/>
                  <a:pt x="95767" y="60557"/>
                  <a:pt x="95767" y="60482"/>
                </a:cubicBezTo>
                <a:cubicBezTo>
                  <a:pt x="95803" y="60482"/>
                  <a:pt x="95803" y="60407"/>
                  <a:pt x="95840" y="60332"/>
                </a:cubicBezTo>
                <a:cubicBezTo>
                  <a:pt x="95840" y="60332"/>
                  <a:pt x="95840" y="60269"/>
                  <a:pt x="95840" y="60194"/>
                </a:cubicBezTo>
                <a:lnTo>
                  <a:pt x="95877" y="60119"/>
                </a:lnTo>
                <a:cubicBezTo>
                  <a:pt x="95914" y="59968"/>
                  <a:pt x="95987" y="59968"/>
                  <a:pt x="96024" y="59818"/>
                </a:cubicBezTo>
                <a:cubicBezTo>
                  <a:pt x="96055" y="59667"/>
                  <a:pt x="96091" y="59517"/>
                  <a:pt x="96128" y="59367"/>
                </a:cubicBezTo>
                <a:cubicBezTo>
                  <a:pt x="96128" y="59291"/>
                  <a:pt x="96128" y="59291"/>
                  <a:pt x="96128" y="59229"/>
                </a:cubicBezTo>
                <a:cubicBezTo>
                  <a:pt x="96165" y="59154"/>
                  <a:pt x="96202" y="59154"/>
                  <a:pt x="96202" y="59078"/>
                </a:cubicBezTo>
                <a:cubicBezTo>
                  <a:pt x="96238" y="59003"/>
                  <a:pt x="96238" y="59003"/>
                  <a:pt x="96275" y="58928"/>
                </a:cubicBezTo>
                <a:cubicBezTo>
                  <a:pt x="96275" y="58853"/>
                  <a:pt x="96312" y="58853"/>
                  <a:pt x="96349" y="58778"/>
                </a:cubicBezTo>
                <a:cubicBezTo>
                  <a:pt x="96385" y="58778"/>
                  <a:pt x="96422" y="58702"/>
                  <a:pt x="96422" y="58702"/>
                </a:cubicBezTo>
                <a:cubicBezTo>
                  <a:pt x="96459" y="58627"/>
                  <a:pt x="96496" y="58627"/>
                  <a:pt x="96496" y="58552"/>
                </a:cubicBezTo>
                <a:cubicBezTo>
                  <a:pt x="96496" y="58477"/>
                  <a:pt x="96496" y="58402"/>
                  <a:pt x="96496" y="58326"/>
                </a:cubicBezTo>
                <a:cubicBezTo>
                  <a:pt x="96532" y="58326"/>
                  <a:pt x="96532" y="58251"/>
                  <a:pt x="96532" y="58176"/>
                </a:cubicBezTo>
                <a:cubicBezTo>
                  <a:pt x="96532" y="58113"/>
                  <a:pt x="96532" y="58113"/>
                  <a:pt x="96532" y="58038"/>
                </a:cubicBezTo>
                <a:cubicBezTo>
                  <a:pt x="96532" y="58038"/>
                  <a:pt x="96563" y="57963"/>
                  <a:pt x="96563" y="57888"/>
                </a:cubicBezTo>
                <a:cubicBezTo>
                  <a:pt x="96563" y="57888"/>
                  <a:pt x="96563" y="57813"/>
                  <a:pt x="96563" y="57737"/>
                </a:cubicBezTo>
                <a:cubicBezTo>
                  <a:pt x="96600" y="57662"/>
                  <a:pt x="96637" y="57662"/>
                  <a:pt x="96673" y="57662"/>
                </a:cubicBezTo>
                <a:cubicBezTo>
                  <a:pt x="96710" y="57587"/>
                  <a:pt x="96747" y="57512"/>
                  <a:pt x="96784" y="57361"/>
                </a:cubicBezTo>
                <a:cubicBezTo>
                  <a:pt x="96820" y="57211"/>
                  <a:pt x="96894" y="57148"/>
                  <a:pt x="96894" y="56998"/>
                </a:cubicBezTo>
                <a:cubicBezTo>
                  <a:pt x="96894" y="56848"/>
                  <a:pt x="96857" y="56848"/>
                  <a:pt x="96857" y="56772"/>
                </a:cubicBezTo>
                <a:cubicBezTo>
                  <a:pt x="96820" y="56697"/>
                  <a:pt x="96820" y="56622"/>
                  <a:pt x="96784" y="56622"/>
                </a:cubicBezTo>
                <a:cubicBezTo>
                  <a:pt x="96784" y="56622"/>
                  <a:pt x="96747" y="56622"/>
                  <a:pt x="96710" y="56622"/>
                </a:cubicBezTo>
                <a:cubicBezTo>
                  <a:pt x="96673" y="56622"/>
                  <a:pt x="96637" y="56622"/>
                  <a:pt x="96563" y="56547"/>
                </a:cubicBezTo>
                <a:cubicBezTo>
                  <a:pt x="96563" y="56472"/>
                  <a:pt x="96563" y="56396"/>
                  <a:pt x="96563" y="56321"/>
                </a:cubicBezTo>
                <a:cubicBezTo>
                  <a:pt x="96563" y="56246"/>
                  <a:pt x="96563" y="56171"/>
                  <a:pt x="96563" y="56171"/>
                </a:cubicBezTo>
                <a:cubicBezTo>
                  <a:pt x="96563" y="56096"/>
                  <a:pt x="96563" y="56033"/>
                  <a:pt x="96563" y="56033"/>
                </a:cubicBezTo>
                <a:cubicBezTo>
                  <a:pt x="96710" y="56033"/>
                  <a:pt x="96710" y="56033"/>
                  <a:pt x="96710" y="56033"/>
                </a:cubicBezTo>
                <a:cubicBezTo>
                  <a:pt x="96710" y="55958"/>
                  <a:pt x="96710" y="55883"/>
                  <a:pt x="96710" y="55883"/>
                </a:cubicBezTo>
                <a:cubicBezTo>
                  <a:pt x="96673" y="55807"/>
                  <a:pt x="96637" y="55807"/>
                  <a:pt x="96637" y="55732"/>
                </a:cubicBezTo>
                <a:cubicBezTo>
                  <a:pt x="96637" y="55582"/>
                  <a:pt x="96673" y="55431"/>
                  <a:pt x="96637" y="55281"/>
                </a:cubicBezTo>
                <a:cubicBezTo>
                  <a:pt x="96637" y="55206"/>
                  <a:pt x="96637" y="55206"/>
                  <a:pt x="96637" y="55131"/>
                </a:cubicBezTo>
                <a:cubicBezTo>
                  <a:pt x="96637" y="55068"/>
                  <a:pt x="96600" y="55068"/>
                  <a:pt x="96563" y="54980"/>
                </a:cubicBezTo>
                <a:cubicBezTo>
                  <a:pt x="96563" y="54918"/>
                  <a:pt x="96532" y="54980"/>
                  <a:pt x="96496" y="54918"/>
                </a:cubicBezTo>
                <a:cubicBezTo>
                  <a:pt x="96496" y="54767"/>
                  <a:pt x="96532" y="54617"/>
                  <a:pt x="96532" y="54466"/>
                </a:cubicBezTo>
                <a:cubicBezTo>
                  <a:pt x="96532" y="54316"/>
                  <a:pt x="96496" y="54166"/>
                  <a:pt x="96459" y="54015"/>
                </a:cubicBezTo>
                <a:cubicBezTo>
                  <a:pt x="96459" y="53953"/>
                  <a:pt x="96422" y="53877"/>
                  <a:pt x="96385" y="53727"/>
                </a:cubicBezTo>
                <a:cubicBezTo>
                  <a:pt x="96312" y="53652"/>
                  <a:pt x="96312" y="53501"/>
                  <a:pt x="96238" y="53426"/>
                </a:cubicBezTo>
                <a:cubicBezTo>
                  <a:pt x="96202" y="53426"/>
                  <a:pt x="96202" y="53351"/>
                  <a:pt x="96165" y="53351"/>
                </a:cubicBezTo>
                <a:cubicBezTo>
                  <a:pt x="96128" y="53276"/>
                  <a:pt x="96091" y="53351"/>
                  <a:pt x="96055" y="53351"/>
                </a:cubicBezTo>
                <a:cubicBezTo>
                  <a:pt x="96055" y="53276"/>
                  <a:pt x="96024" y="53276"/>
                  <a:pt x="95987" y="53201"/>
                </a:cubicBezTo>
                <a:cubicBezTo>
                  <a:pt x="95987" y="53201"/>
                  <a:pt x="95987" y="53125"/>
                  <a:pt x="95987" y="53050"/>
                </a:cubicBezTo>
                <a:cubicBezTo>
                  <a:pt x="95987" y="52900"/>
                  <a:pt x="95987" y="52900"/>
                  <a:pt x="95987" y="52900"/>
                </a:cubicBezTo>
                <a:cubicBezTo>
                  <a:pt x="95987" y="52837"/>
                  <a:pt x="96024" y="52837"/>
                  <a:pt x="96024" y="52762"/>
                </a:cubicBezTo>
                <a:cubicBezTo>
                  <a:pt x="96055" y="52687"/>
                  <a:pt x="96091" y="52687"/>
                  <a:pt x="96091" y="52612"/>
                </a:cubicBezTo>
                <a:cubicBezTo>
                  <a:pt x="96128" y="52612"/>
                  <a:pt x="96165" y="52612"/>
                  <a:pt x="96165" y="52536"/>
                </a:cubicBezTo>
                <a:cubicBezTo>
                  <a:pt x="96165" y="52461"/>
                  <a:pt x="96165" y="52386"/>
                  <a:pt x="96165" y="52236"/>
                </a:cubicBezTo>
                <a:cubicBezTo>
                  <a:pt x="96165" y="51935"/>
                  <a:pt x="96165" y="51935"/>
                  <a:pt x="96165" y="51935"/>
                </a:cubicBezTo>
                <a:cubicBezTo>
                  <a:pt x="96385" y="51935"/>
                  <a:pt x="96385" y="51935"/>
                  <a:pt x="96385" y="51935"/>
                </a:cubicBezTo>
                <a:cubicBezTo>
                  <a:pt x="96385" y="51935"/>
                  <a:pt x="96422" y="51935"/>
                  <a:pt x="96422" y="51872"/>
                </a:cubicBezTo>
                <a:cubicBezTo>
                  <a:pt x="96459" y="51797"/>
                  <a:pt x="96459" y="51797"/>
                  <a:pt x="96496" y="51722"/>
                </a:cubicBezTo>
                <a:cubicBezTo>
                  <a:pt x="96496" y="51646"/>
                  <a:pt x="96496" y="51571"/>
                  <a:pt x="96532" y="51571"/>
                </a:cubicBezTo>
                <a:cubicBezTo>
                  <a:pt x="96532" y="51571"/>
                  <a:pt x="96563" y="51571"/>
                  <a:pt x="96600" y="51571"/>
                </a:cubicBezTo>
                <a:cubicBezTo>
                  <a:pt x="96600" y="51571"/>
                  <a:pt x="96637" y="51571"/>
                  <a:pt x="96673" y="51571"/>
                </a:cubicBezTo>
                <a:cubicBezTo>
                  <a:pt x="96673" y="51571"/>
                  <a:pt x="96710" y="51496"/>
                  <a:pt x="96747" y="51496"/>
                </a:cubicBezTo>
                <a:cubicBezTo>
                  <a:pt x="96820" y="51496"/>
                  <a:pt x="96820" y="51496"/>
                  <a:pt x="96820" y="51496"/>
                </a:cubicBezTo>
                <a:cubicBezTo>
                  <a:pt x="96894" y="51496"/>
                  <a:pt x="96931" y="51496"/>
                  <a:pt x="97004" y="51496"/>
                </a:cubicBezTo>
                <a:cubicBezTo>
                  <a:pt x="97041" y="51346"/>
                  <a:pt x="97041" y="51271"/>
                  <a:pt x="97041" y="51120"/>
                </a:cubicBezTo>
                <a:lnTo>
                  <a:pt x="97004" y="51045"/>
                </a:lnTo>
                <a:cubicBezTo>
                  <a:pt x="96673" y="51045"/>
                  <a:pt x="96673" y="51045"/>
                  <a:pt x="96673" y="51045"/>
                </a:cubicBezTo>
                <a:cubicBezTo>
                  <a:pt x="96637" y="50970"/>
                  <a:pt x="96637" y="50907"/>
                  <a:pt x="96637" y="50907"/>
                </a:cubicBezTo>
                <a:cubicBezTo>
                  <a:pt x="96600" y="50757"/>
                  <a:pt x="96563" y="50681"/>
                  <a:pt x="96532" y="50606"/>
                </a:cubicBezTo>
                <a:cubicBezTo>
                  <a:pt x="96275" y="50606"/>
                  <a:pt x="96275" y="50606"/>
                  <a:pt x="96275" y="50606"/>
                </a:cubicBezTo>
                <a:cubicBezTo>
                  <a:pt x="96275" y="50681"/>
                  <a:pt x="96238" y="50757"/>
                  <a:pt x="96238" y="50907"/>
                </a:cubicBezTo>
                <a:cubicBezTo>
                  <a:pt x="96238" y="50970"/>
                  <a:pt x="96238" y="50970"/>
                  <a:pt x="96238" y="51045"/>
                </a:cubicBezTo>
                <a:lnTo>
                  <a:pt x="96202" y="51120"/>
                </a:lnTo>
                <a:cubicBezTo>
                  <a:pt x="96165" y="51120"/>
                  <a:pt x="96165" y="51195"/>
                  <a:pt x="96128" y="51195"/>
                </a:cubicBezTo>
                <a:cubicBezTo>
                  <a:pt x="96128" y="51195"/>
                  <a:pt x="96091" y="51120"/>
                  <a:pt x="96055" y="51120"/>
                </a:cubicBezTo>
                <a:cubicBezTo>
                  <a:pt x="96055" y="51120"/>
                  <a:pt x="96024" y="51120"/>
                  <a:pt x="95987" y="51120"/>
                </a:cubicBezTo>
                <a:cubicBezTo>
                  <a:pt x="95987" y="50381"/>
                  <a:pt x="95987" y="50381"/>
                  <a:pt x="95987" y="50381"/>
                </a:cubicBezTo>
                <a:cubicBezTo>
                  <a:pt x="95546" y="50381"/>
                  <a:pt x="95546" y="50381"/>
                  <a:pt x="95546" y="50381"/>
                </a:cubicBezTo>
                <a:cubicBezTo>
                  <a:pt x="95479" y="50381"/>
                  <a:pt x="95442" y="50230"/>
                  <a:pt x="95442" y="50080"/>
                </a:cubicBezTo>
                <a:cubicBezTo>
                  <a:pt x="95442" y="49930"/>
                  <a:pt x="95442" y="49854"/>
                  <a:pt x="95442" y="49792"/>
                </a:cubicBezTo>
                <a:cubicBezTo>
                  <a:pt x="95442" y="49792"/>
                  <a:pt x="95479" y="49716"/>
                  <a:pt x="95479" y="49641"/>
                </a:cubicBezTo>
                <a:cubicBezTo>
                  <a:pt x="95509" y="49641"/>
                  <a:pt x="95509" y="49566"/>
                  <a:pt x="95546" y="49566"/>
                </a:cubicBezTo>
                <a:cubicBezTo>
                  <a:pt x="95583" y="49491"/>
                  <a:pt x="95620" y="49491"/>
                  <a:pt x="95620" y="49491"/>
                </a:cubicBezTo>
                <a:cubicBezTo>
                  <a:pt x="95730" y="49491"/>
                  <a:pt x="95767" y="49491"/>
                  <a:pt x="95840" y="49491"/>
                </a:cubicBezTo>
                <a:cubicBezTo>
                  <a:pt x="95877" y="49491"/>
                  <a:pt x="95877" y="49491"/>
                  <a:pt x="95914" y="49491"/>
                </a:cubicBezTo>
                <a:cubicBezTo>
                  <a:pt x="95950" y="49491"/>
                  <a:pt x="95950" y="49491"/>
                  <a:pt x="95987" y="49491"/>
                </a:cubicBezTo>
                <a:cubicBezTo>
                  <a:pt x="95987" y="49416"/>
                  <a:pt x="95987" y="49340"/>
                  <a:pt x="95987" y="49340"/>
                </a:cubicBezTo>
                <a:cubicBezTo>
                  <a:pt x="95987" y="49265"/>
                  <a:pt x="96024" y="49190"/>
                  <a:pt x="96024" y="49190"/>
                </a:cubicBezTo>
                <a:cubicBezTo>
                  <a:pt x="96055" y="49115"/>
                  <a:pt x="96055" y="49040"/>
                  <a:pt x="96091" y="49040"/>
                </a:cubicBezTo>
                <a:cubicBezTo>
                  <a:pt x="96128" y="48965"/>
                  <a:pt x="96128" y="49040"/>
                  <a:pt x="96165" y="48965"/>
                </a:cubicBezTo>
                <a:cubicBezTo>
                  <a:pt x="96202" y="48965"/>
                  <a:pt x="96202" y="48889"/>
                  <a:pt x="96238" y="48889"/>
                </a:cubicBezTo>
                <a:cubicBezTo>
                  <a:pt x="96275" y="48889"/>
                  <a:pt x="96349" y="48889"/>
                  <a:pt x="96385" y="48889"/>
                </a:cubicBezTo>
                <a:cubicBezTo>
                  <a:pt x="96422" y="48889"/>
                  <a:pt x="96422" y="48889"/>
                  <a:pt x="96459" y="48889"/>
                </a:cubicBezTo>
                <a:cubicBezTo>
                  <a:pt x="96496" y="48889"/>
                  <a:pt x="96496" y="48814"/>
                  <a:pt x="96496" y="48739"/>
                </a:cubicBezTo>
                <a:cubicBezTo>
                  <a:pt x="96532" y="48739"/>
                  <a:pt x="96563" y="48676"/>
                  <a:pt x="96563" y="48676"/>
                </a:cubicBezTo>
                <a:cubicBezTo>
                  <a:pt x="96600" y="48601"/>
                  <a:pt x="96600" y="48526"/>
                  <a:pt x="96637" y="48526"/>
                </a:cubicBezTo>
                <a:cubicBezTo>
                  <a:pt x="96673" y="48451"/>
                  <a:pt x="96673" y="48375"/>
                  <a:pt x="96710" y="48375"/>
                </a:cubicBezTo>
                <a:cubicBezTo>
                  <a:pt x="96747" y="48300"/>
                  <a:pt x="96747" y="48225"/>
                  <a:pt x="96820" y="48225"/>
                </a:cubicBezTo>
                <a:cubicBezTo>
                  <a:pt x="96857" y="48225"/>
                  <a:pt x="96857" y="48225"/>
                  <a:pt x="96857" y="48225"/>
                </a:cubicBezTo>
                <a:cubicBezTo>
                  <a:pt x="96857" y="48225"/>
                  <a:pt x="96894" y="48225"/>
                  <a:pt x="96894" y="48300"/>
                </a:cubicBezTo>
                <a:cubicBezTo>
                  <a:pt x="96931" y="48451"/>
                  <a:pt x="96931" y="48451"/>
                  <a:pt x="96931" y="48451"/>
                </a:cubicBezTo>
                <a:cubicBezTo>
                  <a:pt x="96894" y="48451"/>
                  <a:pt x="96894" y="48526"/>
                  <a:pt x="96894" y="48601"/>
                </a:cubicBezTo>
                <a:cubicBezTo>
                  <a:pt x="96857" y="48601"/>
                  <a:pt x="96820" y="48601"/>
                  <a:pt x="96820" y="48676"/>
                </a:cubicBezTo>
                <a:cubicBezTo>
                  <a:pt x="96784" y="48739"/>
                  <a:pt x="96784" y="48889"/>
                  <a:pt x="96784" y="48965"/>
                </a:cubicBezTo>
                <a:cubicBezTo>
                  <a:pt x="96784" y="49115"/>
                  <a:pt x="96710" y="49115"/>
                  <a:pt x="96673" y="49265"/>
                </a:cubicBezTo>
                <a:cubicBezTo>
                  <a:pt x="96637" y="49265"/>
                  <a:pt x="96637" y="49340"/>
                  <a:pt x="96600" y="49416"/>
                </a:cubicBezTo>
                <a:cubicBezTo>
                  <a:pt x="96600" y="49416"/>
                  <a:pt x="96563" y="49416"/>
                  <a:pt x="96532" y="49491"/>
                </a:cubicBezTo>
                <a:cubicBezTo>
                  <a:pt x="96532" y="49566"/>
                  <a:pt x="96532" y="49566"/>
                  <a:pt x="96532" y="49641"/>
                </a:cubicBezTo>
                <a:cubicBezTo>
                  <a:pt x="96532" y="49792"/>
                  <a:pt x="96532" y="49792"/>
                  <a:pt x="96532" y="49792"/>
                </a:cubicBezTo>
                <a:cubicBezTo>
                  <a:pt x="96563" y="49792"/>
                  <a:pt x="96600" y="49716"/>
                  <a:pt x="96600" y="49716"/>
                </a:cubicBezTo>
                <a:cubicBezTo>
                  <a:pt x="96637" y="49641"/>
                  <a:pt x="96637" y="49641"/>
                  <a:pt x="96673" y="49566"/>
                </a:cubicBezTo>
                <a:cubicBezTo>
                  <a:pt x="97004" y="49566"/>
                  <a:pt x="97004" y="49566"/>
                  <a:pt x="97004" y="49566"/>
                </a:cubicBezTo>
                <a:cubicBezTo>
                  <a:pt x="97041" y="49566"/>
                  <a:pt x="97071" y="49491"/>
                  <a:pt x="97108" y="49491"/>
                </a:cubicBezTo>
                <a:cubicBezTo>
                  <a:pt x="97145" y="49416"/>
                  <a:pt x="97182" y="49265"/>
                  <a:pt x="97218" y="49190"/>
                </a:cubicBezTo>
                <a:cubicBezTo>
                  <a:pt x="97255" y="49190"/>
                  <a:pt x="97255" y="49115"/>
                  <a:pt x="97292" y="49040"/>
                </a:cubicBezTo>
                <a:lnTo>
                  <a:pt x="97329" y="49040"/>
                </a:lnTo>
                <a:cubicBezTo>
                  <a:pt x="97366" y="49040"/>
                  <a:pt x="97402" y="48965"/>
                  <a:pt x="97402" y="48965"/>
                </a:cubicBezTo>
                <a:cubicBezTo>
                  <a:pt x="97513" y="48965"/>
                  <a:pt x="97549" y="49040"/>
                  <a:pt x="97617" y="49115"/>
                </a:cubicBezTo>
                <a:cubicBezTo>
                  <a:pt x="97653" y="49115"/>
                  <a:pt x="97690" y="49115"/>
                  <a:pt x="97690" y="49115"/>
                </a:cubicBezTo>
                <a:cubicBezTo>
                  <a:pt x="97764" y="49115"/>
                  <a:pt x="97800" y="49115"/>
                  <a:pt x="97837" y="49190"/>
                </a:cubicBezTo>
                <a:cubicBezTo>
                  <a:pt x="97874" y="49265"/>
                  <a:pt x="97874" y="49265"/>
                  <a:pt x="97911" y="49265"/>
                </a:cubicBezTo>
                <a:cubicBezTo>
                  <a:pt x="97947" y="49340"/>
                  <a:pt x="97947" y="49491"/>
                  <a:pt x="97947" y="49566"/>
                </a:cubicBezTo>
                <a:cubicBezTo>
                  <a:pt x="97947" y="49716"/>
                  <a:pt x="97947" y="49716"/>
                  <a:pt x="97947" y="49716"/>
                </a:cubicBezTo>
                <a:cubicBezTo>
                  <a:pt x="97947" y="49792"/>
                  <a:pt x="97911" y="49792"/>
                  <a:pt x="97911" y="49854"/>
                </a:cubicBezTo>
                <a:cubicBezTo>
                  <a:pt x="97874" y="49930"/>
                  <a:pt x="97837" y="49930"/>
                  <a:pt x="97837" y="50005"/>
                </a:cubicBezTo>
                <a:cubicBezTo>
                  <a:pt x="97837" y="50005"/>
                  <a:pt x="97837" y="50080"/>
                  <a:pt x="97837" y="50155"/>
                </a:cubicBezTo>
                <a:cubicBezTo>
                  <a:pt x="97800" y="50230"/>
                  <a:pt x="97764" y="50230"/>
                  <a:pt x="97764" y="50381"/>
                </a:cubicBezTo>
                <a:cubicBezTo>
                  <a:pt x="97764" y="50456"/>
                  <a:pt x="97764" y="50531"/>
                  <a:pt x="97800" y="50681"/>
                </a:cubicBezTo>
                <a:cubicBezTo>
                  <a:pt x="97911" y="50681"/>
                  <a:pt x="97911" y="50681"/>
                  <a:pt x="97911" y="50681"/>
                </a:cubicBezTo>
                <a:cubicBezTo>
                  <a:pt x="97984" y="50606"/>
                  <a:pt x="97984" y="50606"/>
                  <a:pt x="97984" y="50606"/>
                </a:cubicBezTo>
                <a:cubicBezTo>
                  <a:pt x="98021" y="50606"/>
                  <a:pt x="98058" y="50531"/>
                  <a:pt x="98094" y="50531"/>
                </a:cubicBezTo>
                <a:cubicBezTo>
                  <a:pt x="98094" y="50531"/>
                  <a:pt x="98125" y="50531"/>
                  <a:pt x="98162" y="50531"/>
                </a:cubicBezTo>
                <a:cubicBezTo>
                  <a:pt x="98199" y="50606"/>
                  <a:pt x="98235" y="50681"/>
                  <a:pt x="98272" y="50757"/>
                </a:cubicBezTo>
                <a:cubicBezTo>
                  <a:pt x="98272" y="50819"/>
                  <a:pt x="98272" y="50907"/>
                  <a:pt x="98309" y="50907"/>
                </a:cubicBezTo>
                <a:cubicBezTo>
                  <a:pt x="98309" y="51045"/>
                  <a:pt x="98309" y="51120"/>
                  <a:pt x="98309" y="51195"/>
                </a:cubicBezTo>
                <a:cubicBezTo>
                  <a:pt x="98346" y="51271"/>
                  <a:pt x="98346" y="51271"/>
                  <a:pt x="98346" y="51346"/>
                </a:cubicBezTo>
                <a:cubicBezTo>
                  <a:pt x="98346" y="51421"/>
                  <a:pt x="98382" y="51421"/>
                  <a:pt x="98382" y="51496"/>
                </a:cubicBezTo>
                <a:cubicBezTo>
                  <a:pt x="98382" y="51571"/>
                  <a:pt x="98456" y="51571"/>
                  <a:pt x="98456" y="51722"/>
                </a:cubicBezTo>
                <a:cubicBezTo>
                  <a:pt x="98456" y="52461"/>
                  <a:pt x="98456" y="52461"/>
                  <a:pt x="98456" y="52461"/>
                </a:cubicBezTo>
                <a:cubicBezTo>
                  <a:pt x="98456" y="52536"/>
                  <a:pt x="98419" y="52612"/>
                  <a:pt x="98382" y="52612"/>
                </a:cubicBezTo>
                <a:cubicBezTo>
                  <a:pt x="98346" y="52687"/>
                  <a:pt x="98309" y="52687"/>
                  <a:pt x="98309" y="52762"/>
                </a:cubicBezTo>
                <a:cubicBezTo>
                  <a:pt x="98309" y="52762"/>
                  <a:pt x="98309" y="52837"/>
                  <a:pt x="98309" y="52900"/>
                </a:cubicBezTo>
                <a:cubicBezTo>
                  <a:pt x="98272" y="52987"/>
                  <a:pt x="98272" y="52987"/>
                  <a:pt x="98272" y="53050"/>
                </a:cubicBezTo>
                <a:cubicBezTo>
                  <a:pt x="98272" y="53426"/>
                  <a:pt x="98272" y="53426"/>
                  <a:pt x="98272" y="53426"/>
                </a:cubicBezTo>
                <a:cubicBezTo>
                  <a:pt x="98633" y="53426"/>
                  <a:pt x="98633" y="53426"/>
                  <a:pt x="98633" y="53426"/>
                </a:cubicBezTo>
                <a:cubicBezTo>
                  <a:pt x="98744" y="53426"/>
                  <a:pt x="98781" y="53276"/>
                  <a:pt x="98854" y="53201"/>
                </a:cubicBezTo>
                <a:cubicBezTo>
                  <a:pt x="98928" y="53125"/>
                  <a:pt x="98928" y="53125"/>
                  <a:pt x="98928" y="53125"/>
                </a:cubicBezTo>
                <a:cubicBezTo>
                  <a:pt x="98964" y="53125"/>
                  <a:pt x="99001" y="53050"/>
                  <a:pt x="99038" y="53050"/>
                </a:cubicBezTo>
                <a:cubicBezTo>
                  <a:pt x="99075" y="52987"/>
                  <a:pt x="99075" y="52900"/>
                  <a:pt x="99111" y="52900"/>
                </a:cubicBezTo>
                <a:cubicBezTo>
                  <a:pt x="99142" y="52900"/>
                  <a:pt x="99142" y="52900"/>
                  <a:pt x="99179" y="52837"/>
                </a:cubicBezTo>
                <a:cubicBezTo>
                  <a:pt x="99215" y="52837"/>
                  <a:pt x="99215" y="52837"/>
                  <a:pt x="99252" y="52762"/>
                </a:cubicBezTo>
                <a:cubicBezTo>
                  <a:pt x="99289" y="52762"/>
                  <a:pt x="99289" y="52687"/>
                  <a:pt x="99326" y="52687"/>
                </a:cubicBezTo>
                <a:cubicBezTo>
                  <a:pt x="99362" y="52687"/>
                  <a:pt x="99399" y="52687"/>
                  <a:pt x="99399" y="52687"/>
                </a:cubicBezTo>
                <a:cubicBezTo>
                  <a:pt x="99436" y="52687"/>
                  <a:pt x="99473" y="52612"/>
                  <a:pt x="99473" y="52536"/>
                </a:cubicBezTo>
                <a:lnTo>
                  <a:pt x="99473" y="52461"/>
                </a:lnTo>
                <a:cubicBezTo>
                  <a:pt x="99473" y="52311"/>
                  <a:pt x="99473" y="52236"/>
                  <a:pt x="99473" y="52160"/>
                </a:cubicBezTo>
                <a:cubicBezTo>
                  <a:pt x="99473" y="52085"/>
                  <a:pt x="99509" y="52010"/>
                  <a:pt x="99509" y="51935"/>
                </a:cubicBezTo>
                <a:cubicBezTo>
                  <a:pt x="99509" y="51935"/>
                  <a:pt x="99509" y="51872"/>
                  <a:pt x="99509" y="51797"/>
                </a:cubicBezTo>
                <a:cubicBezTo>
                  <a:pt x="99509" y="51421"/>
                  <a:pt x="99509" y="51421"/>
                  <a:pt x="99509" y="51421"/>
                </a:cubicBezTo>
                <a:cubicBezTo>
                  <a:pt x="99436" y="51421"/>
                  <a:pt x="99399" y="51421"/>
                  <a:pt x="99326" y="51346"/>
                </a:cubicBezTo>
                <a:cubicBezTo>
                  <a:pt x="99326" y="51271"/>
                  <a:pt x="99289" y="51195"/>
                  <a:pt x="99289" y="51120"/>
                </a:cubicBezTo>
                <a:cubicBezTo>
                  <a:pt x="99289" y="51045"/>
                  <a:pt x="99289" y="50907"/>
                  <a:pt x="99289" y="50819"/>
                </a:cubicBezTo>
                <a:cubicBezTo>
                  <a:pt x="99289" y="50757"/>
                  <a:pt x="99289" y="50757"/>
                  <a:pt x="99289" y="50681"/>
                </a:cubicBezTo>
                <a:cubicBezTo>
                  <a:pt x="99289" y="50606"/>
                  <a:pt x="99252" y="50606"/>
                  <a:pt x="99215" y="50606"/>
                </a:cubicBezTo>
                <a:cubicBezTo>
                  <a:pt x="99179" y="50606"/>
                  <a:pt x="99179" y="50531"/>
                  <a:pt x="99142" y="50531"/>
                </a:cubicBezTo>
                <a:cubicBezTo>
                  <a:pt x="99111" y="50456"/>
                  <a:pt x="99111" y="50381"/>
                  <a:pt x="99111" y="50381"/>
                </a:cubicBezTo>
                <a:cubicBezTo>
                  <a:pt x="99075" y="50306"/>
                  <a:pt x="99038" y="50306"/>
                  <a:pt x="99038" y="50306"/>
                </a:cubicBezTo>
                <a:cubicBezTo>
                  <a:pt x="99001" y="50230"/>
                  <a:pt x="98964" y="50230"/>
                  <a:pt x="98964" y="50155"/>
                </a:cubicBezTo>
                <a:cubicBezTo>
                  <a:pt x="98928" y="50155"/>
                  <a:pt x="98964" y="50080"/>
                  <a:pt x="98928" y="50005"/>
                </a:cubicBezTo>
                <a:cubicBezTo>
                  <a:pt x="98928" y="50005"/>
                  <a:pt x="98891" y="49930"/>
                  <a:pt x="98891" y="49854"/>
                </a:cubicBezTo>
                <a:cubicBezTo>
                  <a:pt x="98854" y="49792"/>
                  <a:pt x="98891" y="49792"/>
                  <a:pt x="98891" y="49641"/>
                </a:cubicBezTo>
                <a:cubicBezTo>
                  <a:pt x="98891" y="49491"/>
                  <a:pt x="98891" y="49416"/>
                  <a:pt x="98891" y="49265"/>
                </a:cubicBezTo>
                <a:cubicBezTo>
                  <a:pt x="98928" y="49190"/>
                  <a:pt x="98928" y="49190"/>
                  <a:pt x="98964" y="49115"/>
                </a:cubicBezTo>
                <a:cubicBezTo>
                  <a:pt x="98964" y="49115"/>
                  <a:pt x="98964" y="49040"/>
                  <a:pt x="99001" y="48965"/>
                </a:cubicBezTo>
                <a:cubicBezTo>
                  <a:pt x="99001" y="48965"/>
                  <a:pt x="99001" y="48889"/>
                  <a:pt x="99001" y="48814"/>
                </a:cubicBezTo>
                <a:cubicBezTo>
                  <a:pt x="99038" y="48814"/>
                  <a:pt x="99075" y="48889"/>
                  <a:pt x="99075" y="48814"/>
                </a:cubicBezTo>
                <a:cubicBezTo>
                  <a:pt x="99142" y="48814"/>
                  <a:pt x="99179" y="48814"/>
                  <a:pt x="99252" y="48739"/>
                </a:cubicBezTo>
                <a:cubicBezTo>
                  <a:pt x="99289" y="48739"/>
                  <a:pt x="99289" y="48739"/>
                  <a:pt x="99289" y="48739"/>
                </a:cubicBezTo>
                <a:cubicBezTo>
                  <a:pt x="99362" y="48739"/>
                  <a:pt x="99399" y="48739"/>
                  <a:pt x="99436" y="48739"/>
                </a:cubicBezTo>
                <a:cubicBezTo>
                  <a:pt x="99436" y="47486"/>
                  <a:pt x="99436" y="47486"/>
                  <a:pt x="99436" y="47486"/>
                </a:cubicBezTo>
                <a:cubicBezTo>
                  <a:pt x="99436" y="47410"/>
                  <a:pt x="99473" y="47410"/>
                  <a:pt x="99473" y="47335"/>
                </a:cubicBezTo>
                <a:cubicBezTo>
                  <a:pt x="99473" y="47335"/>
                  <a:pt x="99473" y="47260"/>
                  <a:pt x="99473" y="47185"/>
                </a:cubicBezTo>
                <a:cubicBezTo>
                  <a:pt x="99509" y="47185"/>
                  <a:pt x="99509" y="47110"/>
                  <a:pt x="99546" y="47034"/>
                </a:cubicBezTo>
                <a:cubicBezTo>
                  <a:pt x="99546" y="47034"/>
                  <a:pt x="99583" y="47110"/>
                  <a:pt x="99614" y="47034"/>
                </a:cubicBezTo>
                <a:cubicBezTo>
                  <a:pt x="99614" y="47034"/>
                  <a:pt x="99656" y="47034"/>
                  <a:pt x="99687" y="46959"/>
                </a:cubicBezTo>
                <a:cubicBezTo>
                  <a:pt x="99761" y="46884"/>
                  <a:pt x="99761" y="46809"/>
                  <a:pt x="99797" y="46659"/>
                </a:cubicBezTo>
                <a:cubicBezTo>
                  <a:pt x="99834" y="46596"/>
                  <a:pt x="99834" y="46596"/>
                  <a:pt x="99871" y="46521"/>
                </a:cubicBezTo>
                <a:cubicBezTo>
                  <a:pt x="99908" y="46445"/>
                  <a:pt x="99944" y="46295"/>
                  <a:pt x="99981" y="46295"/>
                </a:cubicBezTo>
                <a:cubicBezTo>
                  <a:pt x="100018" y="46220"/>
                  <a:pt x="100018" y="46295"/>
                  <a:pt x="100055" y="46295"/>
                </a:cubicBezTo>
                <a:cubicBezTo>
                  <a:pt x="100091" y="46295"/>
                  <a:pt x="100091" y="46295"/>
                  <a:pt x="100128" y="46295"/>
                </a:cubicBezTo>
                <a:cubicBezTo>
                  <a:pt x="100232" y="46370"/>
                  <a:pt x="100306" y="46521"/>
                  <a:pt x="100416" y="46659"/>
                </a:cubicBezTo>
                <a:cubicBezTo>
                  <a:pt x="100416" y="46659"/>
                  <a:pt x="100453" y="46659"/>
                  <a:pt x="100490" y="46659"/>
                </a:cubicBezTo>
                <a:cubicBezTo>
                  <a:pt x="100526" y="46659"/>
                  <a:pt x="100563" y="46596"/>
                  <a:pt x="100630" y="46596"/>
                </a:cubicBezTo>
                <a:cubicBezTo>
                  <a:pt x="100630" y="46521"/>
                  <a:pt x="100673" y="46521"/>
                  <a:pt x="100673" y="46521"/>
                </a:cubicBezTo>
                <a:cubicBezTo>
                  <a:pt x="100704" y="46445"/>
                  <a:pt x="100704" y="46370"/>
                  <a:pt x="100741" y="46370"/>
                </a:cubicBezTo>
                <a:cubicBezTo>
                  <a:pt x="100777" y="46295"/>
                  <a:pt x="100777" y="46295"/>
                  <a:pt x="100814" y="46220"/>
                </a:cubicBezTo>
                <a:cubicBezTo>
                  <a:pt x="100814" y="46220"/>
                  <a:pt x="100851" y="46220"/>
                  <a:pt x="100888" y="46220"/>
                </a:cubicBezTo>
                <a:cubicBezTo>
                  <a:pt x="100924" y="46220"/>
                  <a:pt x="100888" y="46145"/>
                  <a:pt x="100924" y="46069"/>
                </a:cubicBezTo>
                <a:cubicBezTo>
                  <a:pt x="100998" y="46069"/>
                  <a:pt x="101035" y="46145"/>
                  <a:pt x="101071" y="46069"/>
                </a:cubicBezTo>
                <a:cubicBezTo>
                  <a:pt x="101108" y="46069"/>
                  <a:pt x="101108" y="46069"/>
                  <a:pt x="101145" y="45994"/>
                </a:cubicBezTo>
                <a:cubicBezTo>
                  <a:pt x="101176" y="45994"/>
                  <a:pt x="101176" y="45994"/>
                  <a:pt x="101212" y="45994"/>
                </a:cubicBezTo>
                <a:cubicBezTo>
                  <a:pt x="101249" y="45919"/>
                  <a:pt x="101249" y="45919"/>
                  <a:pt x="101286" y="45844"/>
                </a:cubicBezTo>
                <a:lnTo>
                  <a:pt x="101286" y="45769"/>
                </a:lnTo>
                <a:cubicBezTo>
                  <a:pt x="101323" y="45631"/>
                  <a:pt x="101396" y="45556"/>
                  <a:pt x="101470" y="45480"/>
                </a:cubicBezTo>
                <a:cubicBezTo>
                  <a:pt x="101470" y="45405"/>
                  <a:pt x="101506" y="45405"/>
                  <a:pt x="101543" y="45405"/>
                </a:cubicBezTo>
                <a:cubicBezTo>
                  <a:pt x="101543" y="45330"/>
                  <a:pt x="101543" y="45255"/>
                  <a:pt x="101580" y="45255"/>
                </a:cubicBezTo>
                <a:cubicBezTo>
                  <a:pt x="101580" y="45180"/>
                  <a:pt x="101617" y="45180"/>
                  <a:pt x="101617" y="45104"/>
                </a:cubicBezTo>
                <a:cubicBezTo>
                  <a:pt x="101721" y="44954"/>
                  <a:pt x="101721" y="44804"/>
                  <a:pt x="101831" y="44653"/>
                </a:cubicBezTo>
                <a:cubicBezTo>
                  <a:pt x="101831" y="44578"/>
                  <a:pt x="101868" y="44578"/>
                  <a:pt x="101905" y="44578"/>
                </a:cubicBezTo>
                <a:cubicBezTo>
                  <a:pt x="101941" y="44440"/>
                  <a:pt x="101978" y="44365"/>
                  <a:pt x="102015" y="44290"/>
                </a:cubicBezTo>
                <a:cubicBezTo>
                  <a:pt x="102015" y="44215"/>
                  <a:pt x="102015" y="44139"/>
                  <a:pt x="102015" y="44139"/>
                </a:cubicBezTo>
                <a:cubicBezTo>
                  <a:pt x="102015" y="44064"/>
                  <a:pt x="102052" y="44064"/>
                  <a:pt x="102052" y="43989"/>
                </a:cubicBezTo>
                <a:cubicBezTo>
                  <a:pt x="102088" y="43914"/>
                  <a:pt x="102088" y="43914"/>
                  <a:pt x="102088" y="43839"/>
                </a:cubicBezTo>
                <a:cubicBezTo>
                  <a:pt x="102125" y="43763"/>
                  <a:pt x="102125" y="43688"/>
                  <a:pt x="102125" y="43550"/>
                </a:cubicBezTo>
                <a:cubicBezTo>
                  <a:pt x="102162" y="43463"/>
                  <a:pt x="102192" y="43463"/>
                  <a:pt x="102192" y="43400"/>
                </a:cubicBezTo>
                <a:cubicBezTo>
                  <a:pt x="102229" y="43250"/>
                  <a:pt x="102266" y="43250"/>
                  <a:pt x="102339" y="43099"/>
                </a:cubicBezTo>
                <a:cubicBezTo>
                  <a:pt x="102339" y="43099"/>
                  <a:pt x="102376" y="43099"/>
                  <a:pt x="102413" y="43024"/>
                </a:cubicBezTo>
                <a:cubicBezTo>
                  <a:pt x="102413" y="43024"/>
                  <a:pt x="102413" y="42949"/>
                  <a:pt x="102450" y="42874"/>
                </a:cubicBezTo>
                <a:cubicBezTo>
                  <a:pt x="102450" y="42874"/>
                  <a:pt x="102486" y="42949"/>
                  <a:pt x="102523" y="42874"/>
                </a:cubicBezTo>
                <a:cubicBezTo>
                  <a:pt x="102560" y="42874"/>
                  <a:pt x="102597" y="42723"/>
                  <a:pt x="102633" y="42648"/>
                </a:cubicBezTo>
                <a:cubicBezTo>
                  <a:pt x="102664" y="42573"/>
                  <a:pt x="102664" y="42573"/>
                  <a:pt x="102707" y="42498"/>
                </a:cubicBezTo>
                <a:cubicBezTo>
                  <a:pt x="102707" y="42498"/>
                  <a:pt x="102707" y="42435"/>
                  <a:pt x="102738" y="42360"/>
                </a:cubicBezTo>
                <a:cubicBezTo>
                  <a:pt x="102738" y="42285"/>
                  <a:pt x="102774" y="42285"/>
                  <a:pt x="102811" y="42209"/>
                </a:cubicBezTo>
                <a:cubicBezTo>
                  <a:pt x="102811" y="42209"/>
                  <a:pt x="102848" y="42134"/>
                  <a:pt x="102885" y="42059"/>
                </a:cubicBezTo>
                <a:cubicBezTo>
                  <a:pt x="102885" y="42059"/>
                  <a:pt x="102921" y="42059"/>
                  <a:pt x="102958" y="41984"/>
                </a:cubicBezTo>
                <a:cubicBezTo>
                  <a:pt x="102958" y="41909"/>
                  <a:pt x="102921" y="41833"/>
                  <a:pt x="102958" y="41683"/>
                </a:cubicBezTo>
                <a:cubicBezTo>
                  <a:pt x="102958" y="41608"/>
                  <a:pt x="102958" y="41608"/>
                  <a:pt x="102958" y="41533"/>
                </a:cubicBezTo>
                <a:cubicBezTo>
                  <a:pt x="102958" y="41470"/>
                  <a:pt x="102958" y="41395"/>
                  <a:pt x="102958" y="41244"/>
                </a:cubicBezTo>
                <a:cubicBezTo>
                  <a:pt x="102958" y="41094"/>
                  <a:pt x="102958" y="41094"/>
                  <a:pt x="102958" y="41094"/>
                </a:cubicBezTo>
                <a:cubicBezTo>
                  <a:pt x="102958" y="41094"/>
                  <a:pt x="102995" y="41019"/>
                  <a:pt x="102995" y="40944"/>
                </a:cubicBezTo>
                <a:cubicBezTo>
                  <a:pt x="103032" y="40944"/>
                  <a:pt x="103068" y="40868"/>
                  <a:pt x="103068" y="40868"/>
                </a:cubicBezTo>
                <a:cubicBezTo>
                  <a:pt x="103105" y="40718"/>
                  <a:pt x="103068" y="40568"/>
                  <a:pt x="103068" y="40417"/>
                </a:cubicBezTo>
                <a:cubicBezTo>
                  <a:pt x="103068" y="40204"/>
                  <a:pt x="103068" y="40204"/>
                  <a:pt x="103068" y="40204"/>
                </a:cubicBezTo>
                <a:cubicBezTo>
                  <a:pt x="103068" y="40129"/>
                  <a:pt x="103068" y="40129"/>
                  <a:pt x="103068" y="40054"/>
                </a:cubicBezTo>
                <a:cubicBezTo>
                  <a:pt x="103068" y="39903"/>
                  <a:pt x="103068" y="39903"/>
                  <a:pt x="103068" y="39903"/>
                </a:cubicBezTo>
                <a:cubicBezTo>
                  <a:pt x="103068" y="39828"/>
                  <a:pt x="103068" y="39828"/>
                  <a:pt x="103068" y="39753"/>
                </a:cubicBezTo>
                <a:cubicBezTo>
                  <a:pt x="103068" y="39678"/>
                  <a:pt x="103105" y="39678"/>
                  <a:pt x="103105" y="39603"/>
                </a:cubicBezTo>
                <a:cubicBezTo>
                  <a:pt x="103142" y="39603"/>
                  <a:pt x="103105" y="39527"/>
                  <a:pt x="103105" y="39452"/>
                </a:cubicBezTo>
                <a:cubicBezTo>
                  <a:pt x="103142" y="39377"/>
                  <a:pt x="103142" y="39314"/>
                  <a:pt x="103142" y="39164"/>
                </a:cubicBezTo>
                <a:cubicBezTo>
                  <a:pt x="103179" y="39089"/>
                  <a:pt x="103209" y="39089"/>
                  <a:pt x="103209" y="39014"/>
                </a:cubicBezTo>
                <a:cubicBezTo>
                  <a:pt x="103246" y="39014"/>
                  <a:pt x="103246" y="38938"/>
                  <a:pt x="103246" y="38938"/>
                </a:cubicBezTo>
                <a:cubicBezTo>
                  <a:pt x="103283" y="38863"/>
                  <a:pt x="103283" y="38788"/>
                  <a:pt x="103320" y="38788"/>
                </a:cubicBezTo>
                <a:cubicBezTo>
                  <a:pt x="103320" y="38788"/>
                  <a:pt x="103356" y="38788"/>
                  <a:pt x="103393" y="38788"/>
                </a:cubicBezTo>
                <a:cubicBezTo>
                  <a:pt x="103393" y="38863"/>
                  <a:pt x="103393" y="38938"/>
                  <a:pt x="103430" y="38938"/>
                </a:cubicBezTo>
                <a:cubicBezTo>
                  <a:pt x="103430" y="38938"/>
                  <a:pt x="103467" y="38938"/>
                  <a:pt x="103467" y="39014"/>
                </a:cubicBezTo>
                <a:cubicBezTo>
                  <a:pt x="103503" y="39014"/>
                  <a:pt x="103540" y="39014"/>
                  <a:pt x="103540" y="39089"/>
                </a:cubicBezTo>
                <a:cubicBezTo>
                  <a:pt x="103577" y="39164"/>
                  <a:pt x="103614" y="39164"/>
                  <a:pt x="103614" y="39239"/>
                </a:cubicBezTo>
                <a:cubicBezTo>
                  <a:pt x="103614" y="39314"/>
                  <a:pt x="103577" y="39314"/>
                  <a:pt x="103577" y="39377"/>
                </a:cubicBezTo>
                <a:cubicBezTo>
                  <a:pt x="103577" y="39452"/>
                  <a:pt x="103577" y="39452"/>
                  <a:pt x="103540" y="39527"/>
                </a:cubicBezTo>
                <a:cubicBezTo>
                  <a:pt x="103540" y="39603"/>
                  <a:pt x="103540" y="39678"/>
                  <a:pt x="103540" y="39753"/>
                </a:cubicBezTo>
                <a:cubicBezTo>
                  <a:pt x="103540" y="39903"/>
                  <a:pt x="103577" y="39979"/>
                  <a:pt x="103577" y="40054"/>
                </a:cubicBezTo>
                <a:cubicBezTo>
                  <a:pt x="103614" y="40355"/>
                  <a:pt x="103577" y="40492"/>
                  <a:pt x="103577" y="40718"/>
                </a:cubicBezTo>
                <a:cubicBezTo>
                  <a:pt x="103577" y="40868"/>
                  <a:pt x="103614" y="41019"/>
                  <a:pt x="103577" y="41169"/>
                </a:cubicBezTo>
                <a:cubicBezTo>
                  <a:pt x="103577" y="41244"/>
                  <a:pt x="103614" y="41320"/>
                  <a:pt x="103577" y="41320"/>
                </a:cubicBezTo>
                <a:cubicBezTo>
                  <a:pt x="103577" y="41395"/>
                  <a:pt x="103540" y="41395"/>
                  <a:pt x="103540" y="41470"/>
                </a:cubicBezTo>
                <a:cubicBezTo>
                  <a:pt x="103503" y="41533"/>
                  <a:pt x="103467" y="41533"/>
                  <a:pt x="103467" y="41608"/>
                </a:cubicBezTo>
                <a:cubicBezTo>
                  <a:pt x="103467" y="41683"/>
                  <a:pt x="103467" y="41683"/>
                  <a:pt x="103467" y="41833"/>
                </a:cubicBezTo>
                <a:cubicBezTo>
                  <a:pt x="103467" y="41909"/>
                  <a:pt x="103467" y="41909"/>
                  <a:pt x="103467" y="41984"/>
                </a:cubicBezTo>
                <a:cubicBezTo>
                  <a:pt x="103467" y="42209"/>
                  <a:pt x="103503" y="42285"/>
                  <a:pt x="103540" y="42435"/>
                </a:cubicBezTo>
                <a:cubicBezTo>
                  <a:pt x="103577" y="42573"/>
                  <a:pt x="103577" y="42648"/>
                  <a:pt x="103577" y="42798"/>
                </a:cubicBezTo>
                <a:cubicBezTo>
                  <a:pt x="103577" y="42874"/>
                  <a:pt x="103577" y="42949"/>
                  <a:pt x="103577" y="43024"/>
                </a:cubicBezTo>
                <a:cubicBezTo>
                  <a:pt x="103577" y="43099"/>
                  <a:pt x="103540" y="43099"/>
                  <a:pt x="103503" y="43099"/>
                </a:cubicBezTo>
                <a:cubicBezTo>
                  <a:pt x="103467" y="43174"/>
                  <a:pt x="103430" y="43174"/>
                  <a:pt x="103430" y="43250"/>
                </a:cubicBezTo>
                <a:cubicBezTo>
                  <a:pt x="103430" y="43325"/>
                  <a:pt x="103430" y="43400"/>
                  <a:pt x="103430" y="43463"/>
                </a:cubicBezTo>
                <a:cubicBezTo>
                  <a:pt x="103430" y="43550"/>
                  <a:pt x="103430" y="43613"/>
                  <a:pt x="103430" y="43688"/>
                </a:cubicBezTo>
                <a:cubicBezTo>
                  <a:pt x="103430" y="43763"/>
                  <a:pt x="103467" y="43763"/>
                  <a:pt x="103467" y="43839"/>
                </a:cubicBezTo>
                <a:cubicBezTo>
                  <a:pt x="103467" y="43914"/>
                  <a:pt x="103430" y="43914"/>
                  <a:pt x="103430" y="43989"/>
                </a:cubicBezTo>
                <a:cubicBezTo>
                  <a:pt x="103577" y="43989"/>
                  <a:pt x="103577" y="43989"/>
                  <a:pt x="103577" y="43989"/>
                </a:cubicBezTo>
                <a:cubicBezTo>
                  <a:pt x="103577" y="43914"/>
                  <a:pt x="103614" y="43989"/>
                  <a:pt x="103650" y="43914"/>
                </a:cubicBezTo>
                <a:cubicBezTo>
                  <a:pt x="103650" y="43839"/>
                  <a:pt x="103650" y="43839"/>
                  <a:pt x="103650" y="43763"/>
                </a:cubicBezTo>
                <a:cubicBezTo>
                  <a:pt x="103681" y="43613"/>
                  <a:pt x="103681" y="43613"/>
                  <a:pt x="103681" y="43613"/>
                </a:cubicBezTo>
                <a:cubicBezTo>
                  <a:pt x="103724" y="43550"/>
                  <a:pt x="103724" y="43550"/>
                  <a:pt x="103754" y="43463"/>
                </a:cubicBezTo>
                <a:cubicBezTo>
                  <a:pt x="103754" y="43463"/>
                  <a:pt x="103754" y="43400"/>
                  <a:pt x="103791" y="43325"/>
                </a:cubicBezTo>
                <a:cubicBezTo>
                  <a:pt x="103791" y="43400"/>
                  <a:pt x="103828" y="43325"/>
                  <a:pt x="103865" y="43400"/>
                </a:cubicBezTo>
                <a:cubicBezTo>
                  <a:pt x="103865" y="43550"/>
                  <a:pt x="103828" y="43613"/>
                  <a:pt x="103865" y="43688"/>
                </a:cubicBezTo>
                <a:cubicBezTo>
                  <a:pt x="103865" y="43763"/>
                  <a:pt x="103901" y="43763"/>
                  <a:pt x="103938" y="43763"/>
                </a:cubicBezTo>
                <a:cubicBezTo>
                  <a:pt x="103975" y="43914"/>
                  <a:pt x="104049" y="43914"/>
                  <a:pt x="104122" y="43914"/>
                </a:cubicBezTo>
                <a:cubicBezTo>
                  <a:pt x="104122" y="43839"/>
                  <a:pt x="104122" y="43839"/>
                  <a:pt x="104122" y="43763"/>
                </a:cubicBezTo>
                <a:cubicBezTo>
                  <a:pt x="104122" y="43688"/>
                  <a:pt x="104122" y="43688"/>
                  <a:pt x="104085" y="43613"/>
                </a:cubicBezTo>
                <a:cubicBezTo>
                  <a:pt x="104085" y="43613"/>
                  <a:pt x="104085" y="43550"/>
                  <a:pt x="104085" y="43463"/>
                </a:cubicBezTo>
                <a:cubicBezTo>
                  <a:pt x="104085" y="43400"/>
                  <a:pt x="104049" y="43400"/>
                  <a:pt x="104012" y="43325"/>
                </a:cubicBezTo>
                <a:cubicBezTo>
                  <a:pt x="104012" y="43250"/>
                  <a:pt x="103975" y="43325"/>
                  <a:pt x="103938" y="43250"/>
                </a:cubicBezTo>
                <a:cubicBezTo>
                  <a:pt x="103938" y="43174"/>
                  <a:pt x="103938" y="43099"/>
                  <a:pt x="103901" y="43099"/>
                </a:cubicBezTo>
                <a:cubicBezTo>
                  <a:pt x="103901" y="43024"/>
                  <a:pt x="103828" y="43024"/>
                  <a:pt x="103828" y="42949"/>
                </a:cubicBezTo>
                <a:cubicBezTo>
                  <a:pt x="103791" y="42874"/>
                  <a:pt x="103828" y="42798"/>
                  <a:pt x="103791" y="42648"/>
                </a:cubicBezTo>
                <a:cubicBezTo>
                  <a:pt x="103791" y="42573"/>
                  <a:pt x="103754" y="42573"/>
                  <a:pt x="103754" y="42498"/>
                </a:cubicBezTo>
                <a:cubicBezTo>
                  <a:pt x="103724" y="42435"/>
                  <a:pt x="103681" y="42360"/>
                  <a:pt x="103681" y="42209"/>
                </a:cubicBezTo>
                <a:cubicBezTo>
                  <a:pt x="103681" y="42059"/>
                  <a:pt x="103791" y="42059"/>
                  <a:pt x="103828" y="41909"/>
                </a:cubicBezTo>
                <a:cubicBezTo>
                  <a:pt x="103828" y="41909"/>
                  <a:pt x="103865" y="41909"/>
                  <a:pt x="103865" y="41833"/>
                </a:cubicBezTo>
                <a:cubicBezTo>
                  <a:pt x="103865" y="41758"/>
                  <a:pt x="103865" y="41683"/>
                  <a:pt x="103865" y="41608"/>
                </a:cubicBezTo>
                <a:cubicBezTo>
                  <a:pt x="103865" y="41608"/>
                  <a:pt x="103865" y="41533"/>
                  <a:pt x="103865" y="41470"/>
                </a:cubicBezTo>
                <a:cubicBezTo>
                  <a:pt x="103865" y="41395"/>
                  <a:pt x="103938" y="41470"/>
                  <a:pt x="103938" y="41395"/>
                </a:cubicBezTo>
                <a:cubicBezTo>
                  <a:pt x="103938" y="41395"/>
                  <a:pt x="103938" y="41320"/>
                  <a:pt x="103975" y="41244"/>
                </a:cubicBezTo>
                <a:cubicBezTo>
                  <a:pt x="104012" y="41244"/>
                  <a:pt x="103975" y="41094"/>
                  <a:pt x="104012" y="41094"/>
                </a:cubicBezTo>
                <a:cubicBezTo>
                  <a:pt x="104085" y="41094"/>
                  <a:pt x="104122" y="41169"/>
                  <a:pt x="104159" y="41244"/>
                </a:cubicBezTo>
                <a:cubicBezTo>
                  <a:pt x="104226" y="41320"/>
                  <a:pt x="104226" y="41470"/>
                  <a:pt x="104300" y="41470"/>
                </a:cubicBezTo>
                <a:cubicBezTo>
                  <a:pt x="104336" y="41470"/>
                  <a:pt x="104336" y="41395"/>
                  <a:pt x="104373" y="41320"/>
                </a:cubicBezTo>
                <a:cubicBezTo>
                  <a:pt x="104373" y="41320"/>
                  <a:pt x="104373" y="41244"/>
                  <a:pt x="104373" y="41169"/>
                </a:cubicBezTo>
                <a:cubicBezTo>
                  <a:pt x="104373" y="41169"/>
                  <a:pt x="104336" y="41094"/>
                  <a:pt x="104336" y="41019"/>
                </a:cubicBezTo>
                <a:cubicBezTo>
                  <a:pt x="104336" y="41019"/>
                  <a:pt x="104336" y="40944"/>
                  <a:pt x="104336" y="40868"/>
                </a:cubicBezTo>
                <a:cubicBezTo>
                  <a:pt x="104336" y="40793"/>
                  <a:pt x="104300" y="40718"/>
                  <a:pt x="104300" y="40643"/>
                </a:cubicBezTo>
                <a:cubicBezTo>
                  <a:pt x="104300" y="40568"/>
                  <a:pt x="104300" y="40492"/>
                  <a:pt x="104300" y="40492"/>
                </a:cubicBezTo>
                <a:cubicBezTo>
                  <a:pt x="104300" y="40417"/>
                  <a:pt x="104263" y="40355"/>
                  <a:pt x="104263" y="40279"/>
                </a:cubicBezTo>
                <a:cubicBezTo>
                  <a:pt x="104263" y="40204"/>
                  <a:pt x="104226" y="40204"/>
                  <a:pt x="104226" y="40129"/>
                </a:cubicBezTo>
                <a:cubicBezTo>
                  <a:pt x="104196" y="39979"/>
                  <a:pt x="104226" y="39903"/>
                  <a:pt x="104226" y="39753"/>
                </a:cubicBezTo>
                <a:cubicBezTo>
                  <a:pt x="104226" y="39678"/>
                  <a:pt x="104226" y="39603"/>
                  <a:pt x="104226" y="39603"/>
                </a:cubicBezTo>
                <a:cubicBezTo>
                  <a:pt x="104196" y="39527"/>
                  <a:pt x="104196" y="39527"/>
                  <a:pt x="104159" y="39452"/>
                </a:cubicBezTo>
                <a:cubicBezTo>
                  <a:pt x="104159" y="39377"/>
                  <a:pt x="104159" y="39314"/>
                  <a:pt x="104122" y="39314"/>
                </a:cubicBezTo>
                <a:cubicBezTo>
                  <a:pt x="104085" y="39164"/>
                  <a:pt x="104049" y="39164"/>
                  <a:pt x="104012" y="39014"/>
                </a:cubicBezTo>
                <a:cubicBezTo>
                  <a:pt x="104012" y="38938"/>
                  <a:pt x="103975" y="38938"/>
                  <a:pt x="103975" y="38863"/>
                </a:cubicBezTo>
                <a:cubicBezTo>
                  <a:pt x="103975" y="38788"/>
                  <a:pt x="103975" y="38788"/>
                  <a:pt x="103975" y="38713"/>
                </a:cubicBezTo>
                <a:cubicBezTo>
                  <a:pt x="103975" y="38638"/>
                  <a:pt x="103975" y="38638"/>
                  <a:pt x="103975" y="38562"/>
                </a:cubicBezTo>
                <a:cubicBezTo>
                  <a:pt x="103975" y="38487"/>
                  <a:pt x="103975" y="38487"/>
                  <a:pt x="103975" y="38412"/>
                </a:cubicBezTo>
                <a:cubicBezTo>
                  <a:pt x="103975" y="38274"/>
                  <a:pt x="103975" y="38274"/>
                  <a:pt x="103975" y="38274"/>
                </a:cubicBezTo>
                <a:cubicBezTo>
                  <a:pt x="103975" y="38199"/>
                  <a:pt x="104012" y="38199"/>
                  <a:pt x="104012" y="38124"/>
                </a:cubicBezTo>
                <a:cubicBezTo>
                  <a:pt x="104012" y="38049"/>
                  <a:pt x="103975" y="38049"/>
                  <a:pt x="103975" y="37973"/>
                </a:cubicBezTo>
                <a:cubicBezTo>
                  <a:pt x="103975" y="37898"/>
                  <a:pt x="104012" y="37898"/>
                  <a:pt x="104012" y="37823"/>
                </a:cubicBezTo>
                <a:cubicBezTo>
                  <a:pt x="104012" y="37748"/>
                  <a:pt x="103975" y="37748"/>
                  <a:pt x="103975" y="37673"/>
                </a:cubicBezTo>
                <a:lnTo>
                  <a:pt x="103901" y="37673"/>
                </a:lnTo>
                <a:cubicBezTo>
                  <a:pt x="103865" y="37522"/>
                  <a:pt x="103901" y="37447"/>
                  <a:pt x="103901" y="37372"/>
                </a:cubicBezTo>
                <a:cubicBezTo>
                  <a:pt x="103865" y="37297"/>
                  <a:pt x="103865" y="37159"/>
                  <a:pt x="103865" y="37084"/>
                </a:cubicBezTo>
                <a:cubicBezTo>
                  <a:pt x="103828" y="36933"/>
                  <a:pt x="103865" y="36858"/>
                  <a:pt x="103865" y="36783"/>
                </a:cubicBezTo>
                <a:cubicBezTo>
                  <a:pt x="103865" y="36632"/>
                  <a:pt x="103828" y="36557"/>
                  <a:pt x="103828" y="36482"/>
                </a:cubicBezTo>
                <a:cubicBezTo>
                  <a:pt x="103681" y="36482"/>
                  <a:pt x="103681" y="36482"/>
                  <a:pt x="103681" y="36482"/>
                </a:cubicBezTo>
                <a:cubicBezTo>
                  <a:pt x="103681" y="37522"/>
                  <a:pt x="103681" y="37522"/>
                  <a:pt x="103681" y="37522"/>
                </a:cubicBezTo>
                <a:cubicBezTo>
                  <a:pt x="103650" y="37522"/>
                  <a:pt x="103614" y="37522"/>
                  <a:pt x="103577" y="37522"/>
                </a:cubicBezTo>
                <a:cubicBezTo>
                  <a:pt x="103540" y="37522"/>
                  <a:pt x="103540" y="37522"/>
                  <a:pt x="103503" y="37597"/>
                </a:cubicBezTo>
                <a:cubicBezTo>
                  <a:pt x="103503" y="37748"/>
                  <a:pt x="103503" y="37748"/>
                  <a:pt x="103503" y="37748"/>
                </a:cubicBezTo>
                <a:cubicBezTo>
                  <a:pt x="103503" y="37748"/>
                  <a:pt x="103503" y="37823"/>
                  <a:pt x="103503" y="37898"/>
                </a:cubicBezTo>
                <a:cubicBezTo>
                  <a:pt x="103503" y="38049"/>
                  <a:pt x="103503" y="38049"/>
                  <a:pt x="103503" y="38049"/>
                </a:cubicBezTo>
                <a:cubicBezTo>
                  <a:pt x="103540" y="38049"/>
                  <a:pt x="103540" y="38124"/>
                  <a:pt x="103540" y="38124"/>
                </a:cubicBezTo>
                <a:cubicBezTo>
                  <a:pt x="103577" y="38274"/>
                  <a:pt x="103540" y="38337"/>
                  <a:pt x="103540" y="38412"/>
                </a:cubicBezTo>
                <a:cubicBezTo>
                  <a:pt x="103430" y="38412"/>
                  <a:pt x="103430" y="38412"/>
                  <a:pt x="103430" y="38412"/>
                </a:cubicBezTo>
                <a:cubicBezTo>
                  <a:pt x="103393" y="38412"/>
                  <a:pt x="103356" y="38412"/>
                  <a:pt x="103356" y="38412"/>
                </a:cubicBezTo>
                <a:cubicBezTo>
                  <a:pt x="103356" y="38337"/>
                  <a:pt x="103320" y="38337"/>
                  <a:pt x="103320" y="38274"/>
                </a:cubicBezTo>
                <a:cubicBezTo>
                  <a:pt x="103320" y="38199"/>
                  <a:pt x="103356" y="38199"/>
                  <a:pt x="103356" y="38124"/>
                </a:cubicBezTo>
                <a:cubicBezTo>
                  <a:pt x="103356" y="38049"/>
                  <a:pt x="103356" y="38049"/>
                  <a:pt x="103356" y="37973"/>
                </a:cubicBezTo>
                <a:cubicBezTo>
                  <a:pt x="103356" y="37898"/>
                  <a:pt x="103393" y="37823"/>
                  <a:pt x="103393" y="37673"/>
                </a:cubicBezTo>
                <a:cubicBezTo>
                  <a:pt x="103393" y="37522"/>
                  <a:pt x="103393" y="37522"/>
                  <a:pt x="103393" y="37522"/>
                </a:cubicBezTo>
                <a:cubicBezTo>
                  <a:pt x="103356" y="37447"/>
                  <a:pt x="103356" y="37447"/>
                  <a:pt x="103320" y="37372"/>
                </a:cubicBezTo>
                <a:cubicBezTo>
                  <a:pt x="103320" y="37297"/>
                  <a:pt x="103283" y="37297"/>
                  <a:pt x="103246" y="37234"/>
                </a:cubicBezTo>
                <a:cubicBezTo>
                  <a:pt x="103246" y="37234"/>
                  <a:pt x="103209" y="37159"/>
                  <a:pt x="103179" y="37159"/>
                </a:cubicBezTo>
                <a:cubicBezTo>
                  <a:pt x="103179" y="37159"/>
                  <a:pt x="103142" y="37159"/>
                  <a:pt x="103105" y="37159"/>
                </a:cubicBezTo>
                <a:cubicBezTo>
                  <a:pt x="103068" y="37159"/>
                  <a:pt x="103068" y="37084"/>
                  <a:pt x="103032" y="37084"/>
                </a:cubicBezTo>
                <a:cubicBezTo>
                  <a:pt x="102995" y="37008"/>
                  <a:pt x="103032" y="36933"/>
                  <a:pt x="102995" y="36933"/>
                </a:cubicBezTo>
                <a:cubicBezTo>
                  <a:pt x="102995" y="36858"/>
                  <a:pt x="102958" y="36858"/>
                  <a:pt x="102921" y="36858"/>
                </a:cubicBezTo>
                <a:cubicBezTo>
                  <a:pt x="102848" y="36783"/>
                  <a:pt x="102774" y="36632"/>
                  <a:pt x="102707" y="36482"/>
                </a:cubicBezTo>
                <a:cubicBezTo>
                  <a:pt x="102523" y="36482"/>
                  <a:pt x="102523" y="36482"/>
                  <a:pt x="102523" y="36482"/>
                </a:cubicBezTo>
                <a:cubicBezTo>
                  <a:pt x="102523" y="37159"/>
                  <a:pt x="102523" y="37159"/>
                  <a:pt x="102523" y="37159"/>
                </a:cubicBezTo>
                <a:cubicBezTo>
                  <a:pt x="102192" y="37159"/>
                  <a:pt x="102192" y="37159"/>
                  <a:pt x="102192" y="37159"/>
                </a:cubicBezTo>
                <a:lnTo>
                  <a:pt x="102192" y="37084"/>
                </a:lnTo>
                <a:cubicBezTo>
                  <a:pt x="102192" y="37008"/>
                  <a:pt x="102192" y="36933"/>
                  <a:pt x="102162" y="36933"/>
                </a:cubicBezTo>
                <a:cubicBezTo>
                  <a:pt x="102162" y="36708"/>
                  <a:pt x="102088" y="36632"/>
                  <a:pt x="102052" y="36407"/>
                </a:cubicBezTo>
                <a:cubicBezTo>
                  <a:pt x="101941" y="36482"/>
                  <a:pt x="101941" y="36482"/>
                  <a:pt x="101941" y="36482"/>
                </a:cubicBezTo>
                <a:cubicBezTo>
                  <a:pt x="101941" y="36557"/>
                  <a:pt x="101978" y="36557"/>
                  <a:pt x="101978" y="36632"/>
                </a:cubicBezTo>
                <a:cubicBezTo>
                  <a:pt x="101978" y="36933"/>
                  <a:pt x="101978" y="36933"/>
                  <a:pt x="101978" y="36933"/>
                </a:cubicBezTo>
                <a:cubicBezTo>
                  <a:pt x="101978" y="36933"/>
                  <a:pt x="101941" y="37008"/>
                  <a:pt x="101941" y="37084"/>
                </a:cubicBezTo>
                <a:cubicBezTo>
                  <a:pt x="101905" y="37008"/>
                  <a:pt x="101905" y="37084"/>
                  <a:pt x="101868" y="37084"/>
                </a:cubicBezTo>
                <a:cubicBezTo>
                  <a:pt x="101831" y="37008"/>
                  <a:pt x="101831" y="37008"/>
                  <a:pt x="101794" y="37008"/>
                </a:cubicBezTo>
                <a:cubicBezTo>
                  <a:pt x="101794" y="36858"/>
                  <a:pt x="101794" y="36858"/>
                  <a:pt x="101794" y="36858"/>
                </a:cubicBezTo>
                <a:cubicBezTo>
                  <a:pt x="101794" y="36783"/>
                  <a:pt x="101794" y="36708"/>
                  <a:pt x="101794" y="36708"/>
                </a:cubicBezTo>
                <a:cubicBezTo>
                  <a:pt x="101831" y="36632"/>
                  <a:pt x="101831" y="36557"/>
                  <a:pt x="101831" y="36482"/>
                </a:cubicBezTo>
                <a:cubicBezTo>
                  <a:pt x="101831" y="36332"/>
                  <a:pt x="101758" y="36256"/>
                  <a:pt x="101721" y="36119"/>
                </a:cubicBezTo>
                <a:cubicBezTo>
                  <a:pt x="101690" y="36181"/>
                  <a:pt x="101690" y="36256"/>
                  <a:pt x="101647" y="36256"/>
                </a:cubicBezTo>
                <a:cubicBezTo>
                  <a:pt x="101617" y="36332"/>
                  <a:pt x="101617" y="36332"/>
                  <a:pt x="101580" y="36332"/>
                </a:cubicBezTo>
                <a:cubicBezTo>
                  <a:pt x="101506" y="36332"/>
                  <a:pt x="101506" y="36332"/>
                  <a:pt x="101506" y="36332"/>
                </a:cubicBezTo>
                <a:cubicBezTo>
                  <a:pt x="101433" y="36332"/>
                  <a:pt x="101433" y="36332"/>
                  <a:pt x="101433" y="36332"/>
                </a:cubicBezTo>
                <a:cubicBezTo>
                  <a:pt x="101396" y="36332"/>
                  <a:pt x="101359" y="36332"/>
                  <a:pt x="101359" y="36256"/>
                </a:cubicBezTo>
                <a:cubicBezTo>
                  <a:pt x="101359" y="36181"/>
                  <a:pt x="101359" y="36119"/>
                  <a:pt x="101359" y="36043"/>
                </a:cubicBezTo>
                <a:cubicBezTo>
                  <a:pt x="101359" y="35968"/>
                  <a:pt x="101396" y="35893"/>
                  <a:pt x="101433" y="35893"/>
                </a:cubicBezTo>
                <a:cubicBezTo>
                  <a:pt x="101433" y="35818"/>
                  <a:pt x="101433" y="35743"/>
                  <a:pt x="101470" y="35743"/>
                </a:cubicBezTo>
                <a:cubicBezTo>
                  <a:pt x="101506" y="35667"/>
                  <a:pt x="101506" y="35743"/>
                  <a:pt x="101543" y="35743"/>
                </a:cubicBezTo>
                <a:cubicBezTo>
                  <a:pt x="101580" y="35667"/>
                  <a:pt x="101617" y="35667"/>
                  <a:pt x="101690" y="35592"/>
                </a:cubicBezTo>
                <a:cubicBezTo>
                  <a:pt x="101721" y="35592"/>
                  <a:pt x="101758" y="35592"/>
                  <a:pt x="101758" y="35517"/>
                </a:cubicBezTo>
                <a:cubicBezTo>
                  <a:pt x="101794" y="35517"/>
                  <a:pt x="101794" y="35442"/>
                  <a:pt x="101831" y="35367"/>
                </a:cubicBezTo>
                <a:cubicBezTo>
                  <a:pt x="101831" y="35291"/>
                  <a:pt x="101868" y="35291"/>
                  <a:pt x="101905" y="35216"/>
                </a:cubicBezTo>
                <a:cubicBezTo>
                  <a:pt x="101941" y="35154"/>
                  <a:pt x="101941" y="35078"/>
                  <a:pt x="101978" y="35078"/>
                </a:cubicBezTo>
                <a:cubicBezTo>
                  <a:pt x="102015" y="35003"/>
                  <a:pt x="102015" y="35003"/>
                  <a:pt x="102052" y="35003"/>
                </a:cubicBezTo>
                <a:cubicBezTo>
                  <a:pt x="102088" y="35003"/>
                  <a:pt x="102088" y="34928"/>
                  <a:pt x="102125" y="34928"/>
                </a:cubicBezTo>
                <a:cubicBezTo>
                  <a:pt x="102162" y="34928"/>
                  <a:pt x="102192" y="34928"/>
                  <a:pt x="102266" y="34928"/>
                </a:cubicBezTo>
                <a:cubicBezTo>
                  <a:pt x="102266" y="34702"/>
                  <a:pt x="102229" y="34552"/>
                  <a:pt x="102266" y="34402"/>
                </a:cubicBezTo>
                <a:cubicBezTo>
                  <a:pt x="102303" y="34326"/>
                  <a:pt x="102303" y="34326"/>
                  <a:pt x="102303" y="34251"/>
                </a:cubicBezTo>
                <a:cubicBezTo>
                  <a:pt x="102339" y="34176"/>
                  <a:pt x="102376" y="34176"/>
                  <a:pt x="102376" y="34176"/>
                </a:cubicBezTo>
                <a:cubicBezTo>
                  <a:pt x="102413" y="34101"/>
                  <a:pt x="102413" y="34101"/>
                  <a:pt x="102450" y="34101"/>
                </a:cubicBezTo>
                <a:cubicBezTo>
                  <a:pt x="102486" y="34038"/>
                  <a:pt x="102486" y="33963"/>
                  <a:pt x="102486" y="33963"/>
                </a:cubicBezTo>
                <a:cubicBezTo>
                  <a:pt x="102523" y="33888"/>
                  <a:pt x="102486" y="33813"/>
                  <a:pt x="102523" y="33737"/>
                </a:cubicBezTo>
                <a:cubicBezTo>
                  <a:pt x="102560" y="33737"/>
                  <a:pt x="102560" y="33737"/>
                  <a:pt x="102597" y="33662"/>
                </a:cubicBezTo>
                <a:cubicBezTo>
                  <a:pt x="102633" y="33662"/>
                  <a:pt x="102633" y="33662"/>
                  <a:pt x="102664" y="33587"/>
                </a:cubicBezTo>
                <a:cubicBezTo>
                  <a:pt x="102707" y="33587"/>
                  <a:pt x="102707" y="33512"/>
                  <a:pt x="102707" y="33437"/>
                </a:cubicBezTo>
                <a:cubicBezTo>
                  <a:pt x="102738" y="33437"/>
                  <a:pt x="102774" y="33437"/>
                  <a:pt x="102811" y="33361"/>
                </a:cubicBezTo>
                <a:cubicBezTo>
                  <a:pt x="102811" y="33286"/>
                  <a:pt x="102811" y="33211"/>
                  <a:pt x="102848" y="33211"/>
                </a:cubicBezTo>
                <a:cubicBezTo>
                  <a:pt x="102848" y="33211"/>
                  <a:pt x="102885" y="33211"/>
                  <a:pt x="102921" y="33211"/>
                </a:cubicBezTo>
                <a:cubicBezTo>
                  <a:pt x="102921" y="33136"/>
                  <a:pt x="102958" y="33211"/>
                  <a:pt x="102995" y="33211"/>
                </a:cubicBezTo>
                <a:cubicBezTo>
                  <a:pt x="102995" y="33136"/>
                  <a:pt x="102995" y="33073"/>
                  <a:pt x="102995" y="33073"/>
                </a:cubicBezTo>
                <a:cubicBezTo>
                  <a:pt x="103032" y="32985"/>
                  <a:pt x="103032" y="32923"/>
                  <a:pt x="103032" y="32923"/>
                </a:cubicBezTo>
                <a:cubicBezTo>
                  <a:pt x="103068" y="32848"/>
                  <a:pt x="103068" y="32772"/>
                  <a:pt x="103068" y="32772"/>
                </a:cubicBezTo>
                <a:cubicBezTo>
                  <a:pt x="103068" y="32697"/>
                  <a:pt x="103105" y="32697"/>
                  <a:pt x="103105" y="32622"/>
                </a:cubicBezTo>
                <a:cubicBezTo>
                  <a:pt x="103105" y="32547"/>
                  <a:pt x="103142" y="32547"/>
                  <a:pt x="103142" y="32472"/>
                </a:cubicBezTo>
                <a:cubicBezTo>
                  <a:pt x="103179" y="32396"/>
                  <a:pt x="103179" y="32321"/>
                  <a:pt x="103179" y="32321"/>
                </a:cubicBezTo>
                <a:cubicBezTo>
                  <a:pt x="103209" y="32246"/>
                  <a:pt x="103283" y="32171"/>
                  <a:pt x="103320" y="32171"/>
                </a:cubicBezTo>
                <a:cubicBezTo>
                  <a:pt x="103393" y="32171"/>
                  <a:pt x="103430" y="32171"/>
                  <a:pt x="103467" y="32171"/>
                </a:cubicBezTo>
                <a:cubicBezTo>
                  <a:pt x="103540" y="32171"/>
                  <a:pt x="103577" y="32096"/>
                  <a:pt x="103614" y="32020"/>
                </a:cubicBezTo>
                <a:cubicBezTo>
                  <a:pt x="103650" y="31958"/>
                  <a:pt x="103650" y="31883"/>
                  <a:pt x="103681" y="31883"/>
                </a:cubicBezTo>
                <a:cubicBezTo>
                  <a:pt x="103724" y="31807"/>
                  <a:pt x="103724" y="31732"/>
                  <a:pt x="103754" y="31657"/>
                </a:cubicBezTo>
                <a:cubicBezTo>
                  <a:pt x="103791" y="31582"/>
                  <a:pt x="103828" y="31507"/>
                  <a:pt x="103901" y="31507"/>
                </a:cubicBezTo>
                <a:cubicBezTo>
                  <a:pt x="103938" y="31507"/>
                  <a:pt x="104012" y="31582"/>
                  <a:pt x="104085" y="31582"/>
                </a:cubicBezTo>
                <a:lnTo>
                  <a:pt x="104085" y="31582"/>
                </a:lnTo>
                <a:cubicBezTo>
                  <a:pt x="104159" y="31582"/>
                  <a:pt x="104196" y="31507"/>
                  <a:pt x="104263" y="31507"/>
                </a:cubicBezTo>
                <a:cubicBezTo>
                  <a:pt x="104300" y="31507"/>
                  <a:pt x="104300" y="31507"/>
                  <a:pt x="104300" y="31507"/>
                </a:cubicBezTo>
                <a:cubicBezTo>
                  <a:pt x="104336" y="31507"/>
                  <a:pt x="104336" y="31582"/>
                  <a:pt x="104373" y="31582"/>
                </a:cubicBezTo>
                <a:cubicBezTo>
                  <a:pt x="104447" y="31582"/>
                  <a:pt x="104447" y="31582"/>
                  <a:pt x="104447" y="31582"/>
                </a:cubicBezTo>
                <a:cubicBezTo>
                  <a:pt x="104483" y="31582"/>
                  <a:pt x="104483" y="31582"/>
                  <a:pt x="104520" y="31582"/>
                </a:cubicBezTo>
                <a:cubicBezTo>
                  <a:pt x="104557" y="31582"/>
                  <a:pt x="104594" y="31507"/>
                  <a:pt x="104630" y="31507"/>
                </a:cubicBezTo>
                <a:cubicBezTo>
                  <a:pt x="104667" y="31507"/>
                  <a:pt x="104667" y="31507"/>
                  <a:pt x="104667" y="31507"/>
                </a:cubicBezTo>
                <a:cubicBezTo>
                  <a:pt x="104704" y="31507"/>
                  <a:pt x="104704" y="31582"/>
                  <a:pt x="104741" y="31582"/>
                </a:cubicBezTo>
                <a:cubicBezTo>
                  <a:pt x="104771" y="31582"/>
                  <a:pt x="104845" y="31732"/>
                  <a:pt x="104882" y="31732"/>
                </a:cubicBezTo>
                <a:close/>
                <a:moveTo>
                  <a:pt x="53935" y="32396"/>
                </a:moveTo>
                <a:lnTo>
                  <a:pt x="53935" y="32396"/>
                </a:lnTo>
                <a:cubicBezTo>
                  <a:pt x="53862" y="32472"/>
                  <a:pt x="53862" y="32547"/>
                  <a:pt x="53788" y="32622"/>
                </a:cubicBezTo>
                <a:cubicBezTo>
                  <a:pt x="53788" y="32622"/>
                  <a:pt x="53751" y="32622"/>
                  <a:pt x="53715" y="32622"/>
                </a:cubicBezTo>
                <a:cubicBezTo>
                  <a:pt x="53715" y="32697"/>
                  <a:pt x="53715" y="32772"/>
                  <a:pt x="53678" y="32772"/>
                </a:cubicBezTo>
                <a:cubicBezTo>
                  <a:pt x="53641" y="32923"/>
                  <a:pt x="53604" y="32923"/>
                  <a:pt x="53568" y="33073"/>
                </a:cubicBezTo>
                <a:cubicBezTo>
                  <a:pt x="53568" y="33136"/>
                  <a:pt x="53568" y="33136"/>
                  <a:pt x="53568" y="33211"/>
                </a:cubicBezTo>
                <a:cubicBezTo>
                  <a:pt x="53641" y="33286"/>
                  <a:pt x="53641" y="33286"/>
                  <a:pt x="53641" y="33286"/>
                </a:cubicBezTo>
                <a:cubicBezTo>
                  <a:pt x="53641" y="33286"/>
                  <a:pt x="53678" y="33211"/>
                  <a:pt x="53715" y="33211"/>
                </a:cubicBezTo>
                <a:cubicBezTo>
                  <a:pt x="53715" y="33136"/>
                  <a:pt x="53751" y="33136"/>
                  <a:pt x="53751" y="33073"/>
                </a:cubicBezTo>
                <a:cubicBezTo>
                  <a:pt x="53788" y="33073"/>
                  <a:pt x="53788" y="32923"/>
                  <a:pt x="53825" y="32923"/>
                </a:cubicBezTo>
                <a:cubicBezTo>
                  <a:pt x="53825" y="32923"/>
                  <a:pt x="53862" y="32923"/>
                  <a:pt x="53898" y="32923"/>
                </a:cubicBezTo>
                <a:cubicBezTo>
                  <a:pt x="53898" y="32923"/>
                  <a:pt x="53935" y="32923"/>
                  <a:pt x="53972" y="32923"/>
                </a:cubicBezTo>
                <a:cubicBezTo>
                  <a:pt x="53972" y="32848"/>
                  <a:pt x="53935" y="32772"/>
                  <a:pt x="53972" y="32772"/>
                </a:cubicBezTo>
                <a:cubicBezTo>
                  <a:pt x="53972" y="32697"/>
                  <a:pt x="54003" y="32697"/>
                  <a:pt x="54003" y="32622"/>
                </a:cubicBezTo>
                <a:cubicBezTo>
                  <a:pt x="54003" y="32472"/>
                  <a:pt x="54045" y="32396"/>
                  <a:pt x="54045" y="32321"/>
                </a:cubicBezTo>
                <a:cubicBezTo>
                  <a:pt x="54003" y="32321"/>
                  <a:pt x="53972" y="32396"/>
                  <a:pt x="53935" y="32396"/>
                </a:cubicBezTo>
                <a:close/>
                <a:moveTo>
                  <a:pt x="54297" y="40417"/>
                </a:moveTo>
                <a:lnTo>
                  <a:pt x="54297" y="40417"/>
                </a:lnTo>
                <a:cubicBezTo>
                  <a:pt x="54333" y="40417"/>
                  <a:pt x="54333" y="40355"/>
                  <a:pt x="54370" y="40355"/>
                </a:cubicBezTo>
                <a:cubicBezTo>
                  <a:pt x="54407" y="40355"/>
                  <a:pt x="54407" y="40355"/>
                  <a:pt x="54444" y="40355"/>
                </a:cubicBezTo>
                <a:cubicBezTo>
                  <a:pt x="54480" y="40355"/>
                  <a:pt x="54480" y="40355"/>
                  <a:pt x="54517" y="40279"/>
                </a:cubicBezTo>
                <a:cubicBezTo>
                  <a:pt x="54584" y="40204"/>
                  <a:pt x="54584" y="40204"/>
                  <a:pt x="54584" y="40204"/>
                </a:cubicBezTo>
                <a:cubicBezTo>
                  <a:pt x="54621" y="40204"/>
                  <a:pt x="54584" y="40054"/>
                  <a:pt x="54621" y="40054"/>
                </a:cubicBezTo>
                <a:cubicBezTo>
                  <a:pt x="54658" y="40054"/>
                  <a:pt x="54658" y="40129"/>
                  <a:pt x="54695" y="40129"/>
                </a:cubicBezTo>
                <a:cubicBezTo>
                  <a:pt x="54732" y="40129"/>
                  <a:pt x="54732" y="40204"/>
                  <a:pt x="54768" y="40204"/>
                </a:cubicBezTo>
                <a:cubicBezTo>
                  <a:pt x="54952" y="40204"/>
                  <a:pt x="54952" y="40204"/>
                  <a:pt x="54952" y="40204"/>
                </a:cubicBezTo>
                <a:cubicBezTo>
                  <a:pt x="54952" y="40054"/>
                  <a:pt x="54989" y="39979"/>
                  <a:pt x="54989" y="39828"/>
                </a:cubicBezTo>
                <a:cubicBezTo>
                  <a:pt x="55019" y="39828"/>
                  <a:pt x="55062" y="39828"/>
                  <a:pt x="55130" y="39828"/>
                </a:cubicBezTo>
                <a:cubicBezTo>
                  <a:pt x="55130" y="39828"/>
                  <a:pt x="55166" y="39828"/>
                  <a:pt x="55203" y="39828"/>
                </a:cubicBezTo>
                <a:cubicBezTo>
                  <a:pt x="55203" y="39828"/>
                  <a:pt x="55240" y="39828"/>
                  <a:pt x="55277" y="39828"/>
                </a:cubicBezTo>
                <a:cubicBezTo>
                  <a:pt x="55313" y="39828"/>
                  <a:pt x="55350" y="39828"/>
                  <a:pt x="55387" y="39828"/>
                </a:cubicBezTo>
                <a:cubicBezTo>
                  <a:pt x="55424" y="39828"/>
                  <a:pt x="55460" y="39828"/>
                  <a:pt x="55460" y="39828"/>
                </a:cubicBezTo>
                <a:cubicBezTo>
                  <a:pt x="55497" y="39828"/>
                  <a:pt x="55534" y="39753"/>
                  <a:pt x="55534" y="39753"/>
                </a:cubicBezTo>
                <a:cubicBezTo>
                  <a:pt x="55565" y="39678"/>
                  <a:pt x="55565" y="39603"/>
                  <a:pt x="55601" y="39603"/>
                </a:cubicBezTo>
                <a:cubicBezTo>
                  <a:pt x="55638" y="39603"/>
                  <a:pt x="55675" y="39603"/>
                  <a:pt x="55712" y="39603"/>
                </a:cubicBezTo>
                <a:cubicBezTo>
                  <a:pt x="55785" y="39678"/>
                  <a:pt x="55785" y="39828"/>
                  <a:pt x="55859" y="39828"/>
                </a:cubicBezTo>
                <a:cubicBezTo>
                  <a:pt x="55895" y="39828"/>
                  <a:pt x="55895" y="39828"/>
                  <a:pt x="55895" y="39828"/>
                </a:cubicBezTo>
                <a:cubicBezTo>
                  <a:pt x="55932" y="39828"/>
                  <a:pt x="55969" y="39828"/>
                  <a:pt x="55969" y="39828"/>
                </a:cubicBezTo>
                <a:cubicBezTo>
                  <a:pt x="56036" y="39753"/>
                  <a:pt x="56073" y="39828"/>
                  <a:pt x="56110" y="39828"/>
                </a:cubicBezTo>
                <a:cubicBezTo>
                  <a:pt x="56147" y="39828"/>
                  <a:pt x="56183" y="39828"/>
                  <a:pt x="56183" y="39828"/>
                </a:cubicBezTo>
                <a:cubicBezTo>
                  <a:pt x="56220" y="39753"/>
                  <a:pt x="56220" y="39753"/>
                  <a:pt x="56257" y="39678"/>
                </a:cubicBezTo>
                <a:cubicBezTo>
                  <a:pt x="56294" y="39678"/>
                  <a:pt x="56257" y="39603"/>
                  <a:pt x="56294" y="39527"/>
                </a:cubicBezTo>
                <a:cubicBezTo>
                  <a:pt x="56330" y="39527"/>
                  <a:pt x="56330" y="39527"/>
                  <a:pt x="56367" y="39527"/>
                </a:cubicBezTo>
                <a:cubicBezTo>
                  <a:pt x="56404" y="39527"/>
                  <a:pt x="56404" y="39527"/>
                  <a:pt x="56441" y="39527"/>
                </a:cubicBezTo>
                <a:cubicBezTo>
                  <a:pt x="56477" y="39527"/>
                  <a:pt x="56477" y="39452"/>
                  <a:pt x="56514" y="39452"/>
                </a:cubicBezTo>
                <a:cubicBezTo>
                  <a:pt x="56514" y="39314"/>
                  <a:pt x="56514" y="39314"/>
                  <a:pt x="56514" y="39314"/>
                </a:cubicBezTo>
                <a:cubicBezTo>
                  <a:pt x="56514" y="39314"/>
                  <a:pt x="56477" y="39239"/>
                  <a:pt x="56477" y="39164"/>
                </a:cubicBezTo>
                <a:cubicBezTo>
                  <a:pt x="56441" y="39089"/>
                  <a:pt x="56404" y="39089"/>
                  <a:pt x="56404" y="39014"/>
                </a:cubicBezTo>
                <a:cubicBezTo>
                  <a:pt x="56404" y="38938"/>
                  <a:pt x="56404" y="38938"/>
                  <a:pt x="56404" y="38938"/>
                </a:cubicBezTo>
                <a:cubicBezTo>
                  <a:pt x="56404" y="38863"/>
                  <a:pt x="56404" y="38788"/>
                  <a:pt x="56441" y="38788"/>
                </a:cubicBezTo>
                <a:cubicBezTo>
                  <a:pt x="56441" y="38713"/>
                  <a:pt x="56477" y="38713"/>
                  <a:pt x="56514" y="38713"/>
                </a:cubicBezTo>
                <a:cubicBezTo>
                  <a:pt x="56514" y="38713"/>
                  <a:pt x="56551" y="38713"/>
                  <a:pt x="56581" y="38713"/>
                </a:cubicBezTo>
                <a:cubicBezTo>
                  <a:pt x="56581" y="38713"/>
                  <a:pt x="56581" y="38638"/>
                  <a:pt x="56581" y="38562"/>
                </a:cubicBezTo>
                <a:cubicBezTo>
                  <a:pt x="56581" y="38562"/>
                  <a:pt x="56618" y="38487"/>
                  <a:pt x="56618" y="38412"/>
                </a:cubicBezTo>
                <a:cubicBezTo>
                  <a:pt x="56765" y="38412"/>
                  <a:pt x="56765" y="38412"/>
                  <a:pt x="56765" y="38412"/>
                </a:cubicBezTo>
                <a:cubicBezTo>
                  <a:pt x="56765" y="38124"/>
                  <a:pt x="56765" y="38124"/>
                  <a:pt x="56765" y="38124"/>
                </a:cubicBezTo>
                <a:cubicBezTo>
                  <a:pt x="56728" y="38124"/>
                  <a:pt x="56692" y="38124"/>
                  <a:pt x="56692" y="38049"/>
                </a:cubicBezTo>
                <a:cubicBezTo>
                  <a:pt x="56655" y="37973"/>
                  <a:pt x="56655" y="37973"/>
                  <a:pt x="56618" y="37898"/>
                </a:cubicBezTo>
                <a:cubicBezTo>
                  <a:pt x="56618" y="37823"/>
                  <a:pt x="56655" y="37748"/>
                  <a:pt x="56618" y="37748"/>
                </a:cubicBezTo>
                <a:cubicBezTo>
                  <a:pt x="56618" y="37673"/>
                  <a:pt x="56581" y="37673"/>
                  <a:pt x="56551" y="37673"/>
                </a:cubicBezTo>
                <a:cubicBezTo>
                  <a:pt x="56551" y="37597"/>
                  <a:pt x="56514" y="37597"/>
                  <a:pt x="56477" y="37522"/>
                </a:cubicBezTo>
                <a:cubicBezTo>
                  <a:pt x="56404" y="37597"/>
                  <a:pt x="56404" y="37597"/>
                  <a:pt x="56404" y="37597"/>
                </a:cubicBezTo>
                <a:cubicBezTo>
                  <a:pt x="56404" y="37597"/>
                  <a:pt x="56441" y="37673"/>
                  <a:pt x="56441" y="37748"/>
                </a:cubicBezTo>
                <a:cubicBezTo>
                  <a:pt x="56404" y="37748"/>
                  <a:pt x="56367" y="37748"/>
                  <a:pt x="56367" y="37823"/>
                </a:cubicBezTo>
                <a:cubicBezTo>
                  <a:pt x="56330" y="37898"/>
                  <a:pt x="56330" y="37898"/>
                  <a:pt x="56294" y="37973"/>
                </a:cubicBezTo>
                <a:lnTo>
                  <a:pt x="56257" y="37973"/>
                </a:lnTo>
                <a:cubicBezTo>
                  <a:pt x="56220" y="37898"/>
                  <a:pt x="56183" y="37823"/>
                  <a:pt x="56183" y="37823"/>
                </a:cubicBezTo>
                <a:cubicBezTo>
                  <a:pt x="56183" y="37748"/>
                  <a:pt x="56183" y="37673"/>
                  <a:pt x="56183" y="37673"/>
                </a:cubicBezTo>
                <a:cubicBezTo>
                  <a:pt x="56183" y="37522"/>
                  <a:pt x="56183" y="37447"/>
                  <a:pt x="56183" y="37372"/>
                </a:cubicBezTo>
                <a:cubicBezTo>
                  <a:pt x="56183" y="37297"/>
                  <a:pt x="56183" y="37234"/>
                  <a:pt x="56183" y="37159"/>
                </a:cubicBezTo>
                <a:cubicBezTo>
                  <a:pt x="55969" y="37159"/>
                  <a:pt x="55969" y="37159"/>
                  <a:pt x="55969" y="37159"/>
                </a:cubicBezTo>
                <a:cubicBezTo>
                  <a:pt x="55969" y="37008"/>
                  <a:pt x="56006" y="36933"/>
                  <a:pt x="55969" y="36783"/>
                </a:cubicBezTo>
                <a:cubicBezTo>
                  <a:pt x="55969" y="36708"/>
                  <a:pt x="56006" y="36632"/>
                  <a:pt x="55969" y="36632"/>
                </a:cubicBezTo>
                <a:cubicBezTo>
                  <a:pt x="55969" y="36482"/>
                  <a:pt x="55895" y="36407"/>
                  <a:pt x="55859" y="36332"/>
                </a:cubicBezTo>
                <a:cubicBezTo>
                  <a:pt x="55822" y="36332"/>
                  <a:pt x="55822" y="36407"/>
                  <a:pt x="55785" y="36332"/>
                </a:cubicBezTo>
                <a:cubicBezTo>
                  <a:pt x="55748" y="36332"/>
                  <a:pt x="55785" y="36256"/>
                  <a:pt x="55748" y="36181"/>
                </a:cubicBezTo>
                <a:lnTo>
                  <a:pt x="55675" y="36181"/>
                </a:lnTo>
                <a:cubicBezTo>
                  <a:pt x="55675" y="36119"/>
                  <a:pt x="55675" y="36119"/>
                  <a:pt x="55675" y="36043"/>
                </a:cubicBezTo>
                <a:cubicBezTo>
                  <a:pt x="55675" y="35968"/>
                  <a:pt x="55638" y="35968"/>
                  <a:pt x="55638" y="35893"/>
                </a:cubicBezTo>
                <a:cubicBezTo>
                  <a:pt x="55601" y="35818"/>
                  <a:pt x="55565" y="35818"/>
                  <a:pt x="55534" y="35818"/>
                </a:cubicBezTo>
                <a:cubicBezTo>
                  <a:pt x="55534" y="35743"/>
                  <a:pt x="55565" y="35667"/>
                  <a:pt x="55534" y="35667"/>
                </a:cubicBezTo>
                <a:cubicBezTo>
                  <a:pt x="55534" y="35592"/>
                  <a:pt x="55497" y="35592"/>
                  <a:pt x="55497" y="35517"/>
                </a:cubicBezTo>
                <a:cubicBezTo>
                  <a:pt x="55460" y="35442"/>
                  <a:pt x="55460" y="35367"/>
                  <a:pt x="55460" y="35367"/>
                </a:cubicBezTo>
                <a:cubicBezTo>
                  <a:pt x="55424" y="35291"/>
                  <a:pt x="55424" y="35216"/>
                  <a:pt x="55387" y="35216"/>
                </a:cubicBezTo>
                <a:cubicBezTo>
                  <a:pt x="55350" y="35216"/>
                  <a:pt x="55350" y="35154"/>
                  <a:pt x="55313" y="35154"/>
                </a:cubicBezTo>
                <a:cubicBezTo>
                  <a:pt x="55277" y="35154"/>
                  <a:pt x="55240" y="35154"/>
                  <a:pt x="55166" y="35154"/>
                </a:cubicBezTo>
                <a:cubicBezTo>
                  <a:pt x="55130" y="35154"/>
                  <a:pt x="55093" y="35154"/>
                  <a:pt x="55019" y="35078"/>
                </a:cubicBezTo>
                <a:cubicBezTo>
                  <a:pt x="54989" y="35078"/>
                  <a:pt x="55019" y="35003"/>
                  <a:pt x="54989" y="34928"/>
                </a:cubicBezTo>
                <a:cubicBezTo>
                  <a:pt x="54989" y="34853"/>
                  <a:pt x="54989" y="34853"/>
                  <a:pt x="55019" y="34778"/>
                </a:cubicBezTo>
                <a:cubicBezTo>
                  <a:pt x="55019" y="34702"/>
                  <a:pt x="55062" y="34702"/>
                  <a:pt x="55093" y="34702"/>
                </a:cubicBezTo>
                <a:cubicBezTo>
                  <a:pt x="55093" y="34627"/>
                  <a:pt x="55093" y="34552"/>
                  <a:pt x="55093" y="34552"/>
                </a:cubicBezTo>
                <a:cubicBezTo>
                  <a:pt x="55130" y="34477"/>
                  <a:pt x="55166" y="34552"/>
                  <a:pt x="55166" y="34552"/>
                </a:cubicBezTo>
                <a:cubicBezTo>
                  <a:pt x="55203" y="34552"/>
                  <a:pt x="55203" y="34477"/>
                  <a:pt x="55240" y="34477"/>
                </a:cubicBezTo>
                <a:cubicBezTo>
                  <a:pt x="55240" y="34326"/>
                  <a:pt x="55240" y="34326"/>
                  <a:pt x="55240" y="34326"/>
                </a:cubicBezTo>
                <a:cubicBezTo>
                  <a:pt x="55240" y="34326"/>
                  <a:pt x="55240" y="34251"/>
                  <a:pt x="55240" y="34176"/>
                </a:cubicBezTo>
                <a:cubicBezTo>
                  <a:pt x="55240" y="34176"/>
                  <a:pt x="55277" y="34101"/>
                  <a:pt x="55313" y="34101"/>
                </a:cubicBezTo>
                <a:cubicBezTo>
                  <a:pt x="55313" y="34038"/>
                  <a:pt x="55350" y="34038"/>
                  <a:pt x="55387" y="34038"/>
                </a:cubicBezTo>
                <a:cubicBezTo>
                  <a:pt x="55387" y="33963"/>
                  <a:pt x="55387" y="33963"/>
                  <a:pt x="55387" y="33888"/>
                </a:cubicBezTo>
                <a:cubicBezTo>
                  <a:pt x="55387" y="33286"/>
                  <a:pt x="55387" y="33286"/>
                  <a:pt x="55387" y="33286"/>
                </a:cubicBezTo>
                <a:cubicBezTo>
                  <a:pt x="54732" y="33286"/>
                  <a:pt x="54732" y="33286"/>
                  <a:pt x="54732" y="33286"/>
                </a:cubicBezTo>
                <a:cubicBezTo>
                  <a:pt x="54732" y="33211"/>
                  <a:pt x="54732" y="33211"/>
                  <a:pt x="54768" y="33136"/>
                </a:cubicBezTo>
                <a:cubicBezTo>
                  <a:pt x="54768" y="33073"/>
                  <a:pt x="54805" y="33073"/>
                  <a:pt x="54842" y="33073"/>
                </a:cubicBezTo>
                <a:cubicBezTo>
                  <a:pt x="54842" y="32985"/>
                  <a:pt x="54805" y="32923"/>
                  <a:pt x="54842" y="32923"/>
                </a:cubicBezTo>
                <a:cubicBezTo>
                  <a:pt x="54842" y="32848"/>
                  <a:pt x="54805" y="32772"/>
                  <a:pt x="54842" y="32772"/>
                </a:cubicBezTo>
                <a:cubicBezTo>
                  <a:pt x="54842" y="32697"/>
                  <a:pt x="54879" y="32697"/>
                  <a:pt x="54879" y="32622"/>
                </a:cubicBezTo>
                <a:cubicBezTo>
                  <a:pt x="54915" y="32622"/>
                  <a:pt x="54915" y="32547"/>
                  <a:pt x="54952" y="32472"/>
                </a:cubicBezTo>
                <a:cubicBezTo>
                  <a:pt x="54989" y="32472"/>
                  <a:pt x="54989" y="32472"/>
                  <a:pt x="55019" y="32396"/>
                </a:cubicBezTo>
                <a:cubicBezTo>
                  <a:pt x="54989" y="32396"/>
                  <a:pt x="54989" y="32321"/>
                  <a:pt x="54952" y="32246"/>
                </a:cubicBezTo>
                <a:cubicBezTo>
                  <a:pt x="54915" y="32246"/>
                  <a:pt x="54879" y="32246"/>
                  <a:pt x="54842" y="32246"/>
                </a:cubicBezTo>
                <a:cubicBezTo>
                  <a:pt x="54732" y="32246"/>
                  <a:pt x="54732" y="32246"/>
                  <a:pt x="54732" y="32246"/>
                </a:cubicBezTo>
                <a:cubicBezTo>
                  <a:pt x="54695" y="32246"/>
                  <a:pt x="54695" y="32321"/>
                  <a:pt x="54658" y="32321"/>
                </a:cubicBezTo>
                <a:cubicBezTo>
                  <a:pt x="54548" y="32321"/>
                  <a:pt x="54517" y="32321"/>
                  <a:pt x="54407" y="32321"/>
                </a:cubicBezTo>
                <a:cubicBezTo>
                  <a:pt x="54407" y="32396"/>
                  <a:pt x="54407" y="32472"/>
                  <a:pt x="54407" y="32547"/>
                </a:cubicBezTo>
                <a:cubicBezTo>
                  <a:pt x="54407" y="32622"/>
                  <a:pt x="54370" y="32697"/>
                  <a:pt x="54370" y="32697"/>
                </a:cubicBezTo>
                <a:cubicBezTo>
                  <a:pt x="54370" y="32772"/>
                  <a:pt x="54297" y="32848"/>
                  <a:pt x="54297" y="32923"/>
                </a:cubicBezTo>
                <a:cubicBezTo>
                  <a:pt x="54297" y="32923"/>
                  <a:pt x="54297" y="32923"/>
                  <a:pt x="54297" y="32985"/>
                </a:cubicBezTo>
                <a:cubicBezTo>
                  <a:pt x="54297" y="33073"/>
                  <a:pt x="54333" y="33136"/>
                  <a:pt x="54333" y="33211"/>
                </a:cubicBezTo>
                <a:cubicBezTo>
                  <a:pt x="54333" y="33286"/>
                  <a:pt x="54297" y="33361"/>
                  <a:pt x="54297" y="33361"/>
                </a:cubicBezTo>
                <a:cubicBezTo>
                  <a:pt x="54260" y="33437"/>
                  <a:pt x="54223" y="33437"/>
                  <a:pt x="54150" y="33437"/>
                </a:cubicBezTo>
                <a:cubicBezTo>
                  <a:pt x="54113" y="33437"/>
                  <a:pt x="54113" y="33437"/>
                  <a:pt x="54076" y="33361"/>
                </a:cubicBezTo>
                <a:cubicBezTo>
                  <a:pt x="54045" y="33361"/>
                  <a:pt x="54045" y="33211"/>
                  <a:pt x="53972" y="33211"/>
                </a:cubicBezTo>
                <a:cubicBezTo>
                  <a:pt x="53935" y="33211"/>
                  <a:pt x="53898" y="33286"/>
                  <a:pt x="53898" y="33361"/>
                </a:cubicBezTo>
                <a:cubicBezTo>
                  <a:pt x="53862" y="33437"/>
                  <a:pt x="53898" y="33437"/>
                  <a:pt x="53898" y="33512"/>
                </a:cubicBezTo>
                <a:cubicBezTo>
                  <a:pt x="53898" y="33587"/>
                  <a:pt x="53862" y="33737"/>
                  <a:pt x="53898" y="33813"/>
                </a:cubicBezTo>
                <a:cubicBezTo>
                  <a:pt x="53935" y="33813"/>
                  <a:pt x="53935" y="33813"/>
                  <a:pt x="53972" y="33888"/>
                </a:cubicBezTo>
                <a:cubicBezTo>
                  <a:pt x="54003" y="33888"/>
                  <a:pt x="54076" y="33888"/>
                  <a:pt x="54113" y="33963"/>
                </a:cubicBezTo>
                <a:cubicBezTo>
                  <a:pt x="54113" y="33963"/>
                  <a:pt x="54076" y="34038"/>
                  <a:pt x="54076" y="34101"/>
                </a:cubicBezTo>
                <a:cubicBezTo>
                  <a:pt x="54076" y="34176"/>
                  <a:pt x="54076" y="34176"/>
                  <a:pt x="54076" y="34176"/>
                </a:cubicBezTo>
                <a:cubicBezTo>
                  <a:pt x="54076" y="34251"/>
                  <a:pt x="54045" y="34326"/>
                  <a:pt x="54045" y="34326"/>
                </a:cubicBezTo>
                <a:cubicBezTo>
                  <a:pt x="54045" y="34402"/>
                  <a:pt x="54076" y="34402"/>
                  <a:pt x="54076" y="34477"/>
                </a:cubicBezTo>
                <a:cubicBezTo>
                  <a:pt x="54076" y="34552"/>
                  <a:pt x="54076" y="34627"/>
                  <a:pt x="54045" y="34627"/>
                </a:cubicBezTo>
                <a:cubicBezTo>
                  <a:pt x="54045" y="34702"/>
                  <a:pt x="54003" y="34627"/>
                  <a:pt x="53972" y="34702"/>
                </a:cubicBezTo>
                <a:lnTo>
                  <a:pt x="53935" y="34702"/>
                </a:lnTo>
                <a:cubicBezTo>
                  <a:pt x="53898" y="34778"/>
                  <a:pt x="53862" y="34778"/>
                  <a:pt x="53862" y="34853"/>
                </a:cubicBezTo>
                <a:cubicBezTo>
                  <a:pt x="53862" y="34928"/>
                  <a:pt x="53862" y="35003"/>
                  <a:pt x="53862" y="35078"/>
                </a:cubicBezTo>
                <a:cubicBezTo>
                  <a:pt x="54003" y="35078"/>
                  <a:pt x="54003" y="35078"/>
                  <a:pt x="54003" y="35078"/>
                </a:cubicBezTo>
                <a:cubicBezTo>
                  <a:pt x="54045" y="35078"/>
                  <a:pt x="54045" y="35003"/>
                  <a:pt x="54076" y="35003"/>
                </a:cubicBezTo>
                <a:cubicBezTo>
                  <a:pt x="54113" y="35003"/>
                  <a:pt x="54113" y="35003"/>
                  <a:pt x="54150" y="35078"/>
                </a:cubicBezTo>
                <a:cubicBezTo>
                  <a:pt x="54150" y="35078"/>
                  <a:pt x="54113" y="35154"/>
                  <a:pt x="54150" y="35154"/>
                </a:cubicBezTo>
                <a:cubicBezTo>
                  <a:pt x="54150" y="35216"/>
                  <a:pt x="54186" y="35216"/>
                  <a:pt x="54223" y="35291"/>
                </a:cubicBezTo>
                <a:cubicBezTo>
                  <a:pt x="54370" y="35291"/>
                  <a:pt x="54370" y="35291"/>
                  <a:pt x="54370" y="35291"/>
                </a:cubicBezTo>
                <a:cubicBezTo>
                  <a:pt x="54370" y="35216"/>
                  <a:pt x="54333" y="35216"/>
                  <a:pt x="54370" y="35154"/>
                </a:cubicBezTo>
                <a:cubicBezTo>
                  <a:pt x="54370" y="35078"/>
                  <a:pt x="54370" y="35078"/>
                  <a:pt x="54407" y="35003"/>
                </a:cubicBezTo>
                <a:cubicBezTo>
                  <a:pt x="54444" y="35154"/>
                  <a:pt x="54444" y="35154"/>
                  <a:pt x="54444" y="35154"/>
                </a:cubicBezTo>
                <a:lnTo>
                  <a:pt x="54444" y="35216"/>
                </a:lnTo>
                <a:cubicBezTo>
                  <a:pt x="54444" y="35367"/>
                  <a:pt x="54517" y="35442"/>
                  <a:pt x="54517" y="35592"/>
                </a:cubicBezTo>
                <a:cubicBezTo>
                  <a:pt x="54517" y="35592"/>
                  <a:pt x="54517" y="35667"/>
                  <a:pt x="54480" y="35743"/>
                </a:cubicBezTo>
                <a:lnTo>
                  <a:pt x="54444" y="35743"/>
                </a:lnTo>
                <a:cubicBezTo>
                  <a:pt x="54407" y="35818"/>
                  <a:pt x="54370" y="35818"/>
                  <a:pt x="54370" y="35818"/>
                </a:cubicBezTo>
                <a:cubicBezTo>
                  <a:pt x="54370" y="35893"/>
                  <a:pt x="54333" y="35893"/>
                  <a:pt x="54370" y="35968"/>
                </a:cubicBezTo>
                <a:cubicBezTo>
                  <a:pt x="54370" y="36043"/>
                  <a:pt x="54407" y="36043"/>
                  <a:pt x="54407" y="36119"/>
                </a:cubicBezTo>
                <a:cubicBezTo>
                  <a:pt x="54768" y="36119"/>
                  <a:pt x="54768" y="36119"/>
                  <a:pt x="54768" y="36119"/>
                </a:cubicBezTo>
                <a:cubicBezTo>
                  <a:pt x="54805" y="35968"/>
                  <a:pt x="54805" y="35968"/>
                  <a:pt x="54805" y="35968"/>
                </a:cubicBezTo>
                <a:cubicBezTo>
                  <a:pt x="54805" y="36043"/>
                  <a:pt x="54842" y="35968"/>
                  <a:pt x="54879" y="36043"/>
                </a:cubicBezTo>
                <a:cubicBezTo>
                  <a:pt x="54879" y="36119"/>
                  <a:pt x="54879" y="36119"/>
                  <a:pt x="54879" y="36181"/>
                </a:cubicBezTo>
                <a:cubicBezTo>
                  <a:pt x="54915" y="36256"/>
                  <a:pt x="54952" y="36256"/>
                  <a:pt x="54952" y="36332"/>
                </a:cubicBezTo>
                <a:cubicBezTo>
                  <a:pt x="54952" y="36407"/>
                  <a:pt x="54915" y="36482"/>
                  <a:pt x="54915" y="36557"/>
                </a:cubicBezTo>
                <a:cubicBezTo>
                  <a:pt x="54915" y="36632"/>
                  <a:pt x="54915" y="36708"/>
                  <a:pt x="54952" y="36783"/>
                </a:cubicBezTo>
                <a:cubicBezTo>
                  <a:pt x="54989" y="36858"/>
                  <a:pt x="55019" y="36858"/>
                  <a:pt x="55093" y="36933"/>
                </a:cubicBezTo>
                <a:cubicBezTo>
                  <a:pt x="55062" y="37159"/>
                  <a:pt x="55062" y="37159"/>
                  <a:pt x="55062" y="37159"/>
                </a:cubicBezTo>
                <a:cubicBezTo>
                  <a:pt x="55062" y="37297"/>
                  <a:pt x="55093" y="37372"/>
                  <a:pt x="55093" y="37447"/>
                </a:cubicBezTo>
                <a:cubicBezTo>
                  <a:pt x="55093" y="37522"/>
                  <a:pt x="55062" y="37597"/>
                  <a:pt x="55062" y="37597"/>
                </a:cubicBezTo>
                <a:cubicBezTo>
                  <a:pt x="55019" y="37673"/>
                  <a:pt x="54989" y="37597"/>
                  <a:pt x="54952" y="37597"/>
                </a:cubicBezTo>
                <a:cubicBezTo>
                  <a:pt x="54915" y="37597"/>
                  <a:pt x="54879" y="37597"/>
                  <a:pt x="54842" y="37597"/>
                </a:cubicBezTo>
                <a:cubicBezTo>
                  <a:pt x="54805" y="37597"/>
                  <a:pt x="54805" y="37522"/>
                  <a:pt x="54768" y="37522"/>
                </a:cubicBezTo>
                <a:cubicBezTo>
                  <a:pt x="54732" y="37522"/>
                  <a:pt x="54695" y="37522"/>
                  <a:pt x="54658" y="37522"/>
                </a:cubicBezTo>
                <a:cubicBezTo>
                  <a:pt x="54621" y="37522"/>
                  <a:pt x="54621" y="37522"/>
                  <a:pt x="54621" y="37522"/>
                </a:cubicBezTo>
                <a:cubicBezTo>
                  <a:pt x="54621" y="37522"/>
                  <a:pt x="54584" y="37522"/>
                  <a:pt x="54548" y="37522"/>
                </a:cubicBezTo>
                <a:cubicBezTo>
                  <a:pt x="54548" y="37522"/>
                  <a:pt x="54548" y="37597"/>
                  <a:pt x="54517" y="37673"/>
                </a:cubicBezTo>
                <a:cubicBezTo>
                  <a:pt x="54480" y="37673"/>
                  <a:pt x="54517" y="37748"/>
                  <a:pt x="54480" y="37823"/>
                </a:cubicBezTo>
                <a:cubicBezTo>
                  <a:pt x="54480" y="37823"/>
                  <a:pt x="54444" y="37748"/>
                  <a:pt x="54444" y="37823"/>
                </a:cubicBezTo>
                <a:cubicBezTo>
                  <a:pt x="54407" y="37823"/>
                  <a:pt x="54370" y="37823"/>
                  <a:pt x="54370" y="37823"/>
                </a:cubicBezTo>
                <a:cubicBezTo>
                  <a:pt x="54333" y="37973"/>
                  <a:pt x="54333" y="37973"/>
                  <a:pt x="54333" y="37973"/>
                </a:cubicBezTo>
                <a:cubicBezTo>
                  <a:pt x="54370" y="37973"/>
                  <a:pt x="54370" y="38049"/>
                  <a:pt x="54407" y="38049"/>
                </a:cubicBezTo>
                <a:cubicBezTo>
                  <a:pt x="54480" y="38049"/>
                  <a:pt x="54517" y="37973"/>
                  <a:pt x="54584" y="37973"/>
                </a:cubicBezTo>
                <a:cubicBezTo>
                  <a:pt x="54621" y="37973"/>
                  <a:pt x="54658" y="37973"/>
                  <a:pt x="54695" y="38049"/>
                </a:cubicBezTo>
                <a:lnTo>
                  <a:pt x="54695" y="38124"/>
                </a:lnTo>
                <a:cubicBezTo>
                  <a:pt x="54658" y="38199"/>
                  <a:pt x="54695" y="38274"/>
                  <a:pt x="54658" y="38274"/>
                </a:cubicBezTo>
                <a:cubicBezTo>
                  <a:pt x="54658" y="38337"/>
                  <a:pt x="54621" y="38274"/>
                  <a:pt x="54584" y="38274"/>
                </a:cubicBezTo>
                <a:cubicBezTo>
                  <a:pt x="54584" y="38337"/>
                  <a:pt x="54548" y="38337"/>
                  <a:pt x="54517" y="38412"/>
                </a:cubicBezTo>
                <a:cubicBezTo>
                  <a:pt x="54517" y="38412"/>
                  <a:pt x="54517" y="38487"/>
                  <a:pt x="54480" y="38562"/>
                </a:cubicBezTo>
                <a:cubicBezTo>
                  <a:pt x="54444" y="38562"/>
                  <a:pt x="54407" y="38562"/>
                  <a:pt x="54370" y="38562"/>
                </a:cubicBezTo>
                <a:cubicBezTo>
                  <a:pt x="54333" y="38713"/>
                  <a:pt x="54333" y="38713"/>
                  <a:pt x="54333" y="38713"/>
                </a:cubicBezTo>
                <a:cubicBezTo>
                  <a:pt x="54333" y="38788"/>
                  <a:pt x="54333" y="38788"/>
                  <a:pt x="54370" y="38863"/>
                </a:cubicBezTo>
                <a:cubicBezTo>
                  <a:pt x="54370" y="38938"/>
                  <a:pt x="54370" y="38938"/>
                  <a:pt x="54407" y="39014"/>
                </a:cubicBezTo>
                <a:lnTo>
                  <a:pt x="54444" y="39014"/>
                </a:lnTo>
                <a:cubicBezTo>
                  <a:pt x="54480" y="39014"/>
                  <a:pt x="54517" y="38938"/>
                  <a:pt x="54517" y="38938"/>
                </a:cubicBezTo>
                <a:cubicBezTo>
                  <a:pt x="54548" y="38938"/>
                  <a:pt x="54584" y="38863"/>
                  <a:pt x="54621" y="38863"/>
                </a:cubicBezTo>
                <a:cubicBezTo>
                  <a:pt x="54695" y="38863"/>
                  <a:pt x="54732" y="39014"/>
                  <a:pt x="54805" y="39014"/>
                </a:cubicBezTo>
                <a:cubicBezTo>
                  <a:pt x="54842" y="39014"/>
                  <a:pt x="54842" y="39014"/>
                  <a:pt x="54879" y="39014"/>
                </a:cubicBezTo>
                <a:cubicBezTo>
                  <a:pt x="54915" y="39014"/>
                  <a:pt x="54989" y="39014"/>
                  <a:pt x="55019" y="39014"/>
                </a:cubicBezTo>
                <a:cubicBezTo>
                  <a:pt x="55019" y="39014"/>
                  <a:pt x="55062" y="39014"/>
                  <a:pt x="55093" y="39014"/>
                </a:cubicBezTo>
                <a:cubicBezTo>
                  <a:pt x="55130" y="39014"/>
                  <a:pt x="55093" y="39089"/>
                  <a:pt x="55130" y="39164"/>
                </a:cubicBezTo>
                <a:cubicBezTo>
                  <a:pt x="55093" y="39239"/>
                  <a:pt x="55093" y="39239"/>
                  <a:pt x="55062" y="39314"/>
                </a:cubicBezTo>
                <a:cubicBezTo>
                  <a:pt x="55062" y="39314"/>
                  <a:pt x="55019" y="39314"/>
                  <a:pt x="54989" y="39314"/>
                </a:cubicBezTo>
                <a:cubicBezTo>
                  <a:pt x="54952" y="39377"/>
                  <a:pt x="54915" y="39377"/>
                  <a:pt x="54842" y="39377"/>
                </a:cubicBezTo>
                <a:cubicBezTo>
                  <a:pt x="54805" y="39377"/>
                  <a:pt x="54805" y="39377"/>
                  <a:pt x="54768" y="39377"/>
                </a:cubicBezTo>
                <a:cubicBezTo>
                  <a:pt x="54732" y="39377"/>
                  <a:pt x="54732" y="39377"/>
                  <a:pt x="54695" y="39452"/>
                </a:cubicBezTo>
                <a:cubicBezTo>
                  <a:pt x="54658" y="39452"/>
                  <a:pt x="54695" y="39527"/>
                  <a:pt x="54658" y="39603"/>
                </a:cubicBezTo>
                <a:cubicBezTo>
                  <a:pt x="54658" y="39603"/>
                  <a:pt x="54621" y="39603"/>
                  <a:pt x="54584" y="39603"/>
                </a:cubicBezTo>
                <a:cubicBezTo>
                  <a:pt x="54548" y="39603"/>
                  <a:pt x="54517" y="39603"/>
                  <a:pt x="54444" y="39678"/>
                </a:cubicBezTo>
                <a:cubicBezTo>
                  <a:pt x="54444" y="39753"/>
                  <a:pt x="54480" y="39828"/>
                  <a:pt x="54444" y="39979"/>
                </a:cubicBezTo>
                <a:lnTo>
                  <a:pt x="54444" y="40054"/>
                </a:lnTo>
                <a:cubicBezTo>
                  <a:pt x="54444" y="40129"/>
                  <a:pt x="54407" y="40129"/>
                  <a:pt x="54370" y="40129"/>
                </a:cubicBezTo>
                <a:cubicBezTo>
                  <a:pt x="54333" y="40204"/>
                  <a:pt x="54333" y="40204"/>
                  <a:pt x="54297" y="40279"/>
                </a:cubicBezTo>
                <a:cubicBezTo>
                  <a:pt x="54297" y="40279"/>
                  <a:pt x="54260" y="40279"/>
                  <a:pt x="54223" y="40279"/>
                </a:cubicBezTo>
                <a:cubicBezTo>
                  <a:pt x="54260" y="40355"/>
                  <a:pt x="54260" y="40417"/>
                  <a:pt x="54297" y="40417"/>
                </a:cubicBezTo>
                <a:close/>
                <a:moveTo>
                  <a:pt x="54003" y="36708"/>
                </a:moveTo>
                <a:lnTo>
                  <a:pt x="54003" y="36708"/>
                </a:lnTo>
                <a:cubicBezTo>
                  <a:pt x="54045" y="36708"/>
                  <a:pt x="54045" y="36708"/>
                  <a:pt x="54076" y="36708"/>
                </a:cubicBezTo>
                <a:cubicBezTo>
                  <a:pt x="54150" y="36632"/>
                  <a:pt x="54186" y="36557"/>
                  <a:pt x="54186" y="36407"/>
                </a:cubicBezTo>
                <a:cubicBezTo>
                  <a:pt x="54186" y="36332"/>
                  <a:pt x="54186" y="36256"/>
                  <a:pt x="54150" y="36181"/>
                </a:cubicBezTo>
                <a:cubicBezTo>
                  <a:pt x="54150" y="36181"/>
                  <a:pt x="54113" y="36119"/>
                  <a:pt x="54076" y="36119"/>
                </a:cubicBezTo>
                <a:cubicBezTo>
                  <a:pt x="54076" y="36043"/>
                  <a:pt x="54076" y="35968"/>
                  <a:pt x="54076" y="35968"/>
                </a:cubicBezTo>
                <a:cubicBezTo>
                  <a:pt x="54076" y="35893"/>
                  <a:pt x="54076" y="35818"/>
                  <a:pt x="54076" y="35818"/>
                </a:cubicBezTo>
                <a:cubicBezTo>
                  <a:pt x="54045" y="35743"/>
                  <a:pt x="54045" y="35743"/>
                  <a:pt x="54003" y="35667"/>
                </a:cubicBezTo>
                <a:cubicBezTo>
                  <a:pt x="53972" y="35667"/>
                  <a:pt x="53972" y="35667"/>
                  <a:pt x="53935" y="35667"/>
                </a:cubicBezTo>
                <a:cubicBezTo>
                  <a:pt x="53898" y="35667"/>
                  <a:pt x="53898" y="35592"/>
                  <a:pt x="53862" y="35592"/>
                </a:cubicBezTo>
                <a:cubicBezTo>
                  <a:pt x="53825" y="35592"/>
                  <a:pt x="53825" y="35592"/>
                  <a:pt x="53825" y="35592"/>
                </a:cubicBezTo>
                <a:cubicBezTo>
                  <a:pt x="53788" y="35592"/>
                  <a:pt x="53751" y="35592"/>
                  <a:pt x="53715" y="35667"/>
                </a:cubicBezTo>
                <a:cubicBezTo>
                  <a:pt x="53715" y="35667"/>
                  <a:pt x="53678" y="35667"/>
                  <a:pt x="53641" y="35667"/>
                </a:cubicBezTo>
                <a:cubicBezTo>
                  <a:pt x="53641" y="35743"/>
                  <a:pt x="53641" y="35818"/>
                  <a:pt x="53604" y="35818"/>
                </a:cubicBezTo>
                <a:cubicBezTo>
                  <a:pt x="53604" y="35893"/>
                  <a:pt x="53568" y="35893"/>
                  <a:pt x="53531" y="35893"/>
                </a:cubicBezTo>
                <a:cubicBezTo>
                  <a:pt x="53531" y="35893"/>
                  <a:pt x="53500" y="35893"/>
                  <a:pt x="53500" y="35818"/>
                </a:cubicBezTo>
                <a:cubicBezTo>
                  <a:pt x="53457" y="35818"/>
                  <a:pt x="53457" y="35743"/>
                  <a:pt x="53457" y="35667"/>
                </a:cubicBezTo>
                <a:cubicBezTo>
                  <a:pt x="53427" y="35667"/>
                  <a:pt x="53390" y="35667"/>
                  <a:pt x="53390" y="35592"/>
                </a:cubicBezTo>
                <a:cubicBezTo>
                  <a:pt x="53206" y="35667"/>
                  <a:pt x="53206" y="35667"/>
                  <a:pt x="53206" y="35667"/>
                </a:cubicBezTo>
                <a:cubicBezTo>
                  <a:pt x="53206" y="35667"/>
                  <a:pt x="53206" y="35743"/>
                  <a:pt x="53206" y="35818"/>
                </a:cubicBezTo>
                <a:cubicBezTo>
                  <a:pt x="53206" y="35818"/>
                  <a:pt x="53206" y="35893"/>
                  <a:pt x="53206" y="35968"/>
                </a:cubicBezTo>
                <a:cubicBezTo>
                  <a:pt x="53206" y="36043"/>
                  <a:pt x="53206" y="36043"/>
                  <a:pt x="53206" y="36181"/>
                </a:cubicBezTo>
                <a:cubicBezTo>
                  <a:pt x="53206" y="36256"/>
                  <a:pt x="53206" y="36256"/>
                  <a:pt x="53206" y="36332"/>
                </a:cubicBezTo>
                <a:cubicBezTo>
                  <a:pt x="53206" y="36407"/>
                  <a:pt x="53243" y="36332"/>
                  <a:pt x="53243" y="36332"/>
                </a:cubicBezTo>
                <a:cubicBezTo>
                  <a:pt x="53206" y="36332"/>
                  <a:pt x="53169" y="36332"/>
                  <a:pt x="53169" y="36332"/>
                </a:cubicBezTo>
                <a:cubicBezTo>
                  <a:pt x="53133" y="36332"/>
                  <a:pt x="53133" y="36407"/>
                  <a:pt x="53096" y="36407"/>
                </a:cubicBezTo>
                <a:cubicBezTo>
                  <a:pt x="53059" y="36407"/>
                  <a:pt x="53059" y="36407"/>
                  <a:pt x="53029" y="36407"/>
                </a:cubicBezTo>
                <a:cubicBezTo>
                  <a:pt x="52986" y="36482"/>
                  <a:pt x="52955" y="36557"/>
                  <a:pt x="52882" y="36557"/>
                </a:cubicBezTo>
                <a:cubicBezTo>
                  <a:pt x="52845" y="36557"/>
                  <a:pt x="52845" y="36482"/>
                  <a:pt x="52808" y="36407"/>
                </a:cubicBezTo>
                <a:cubicBezTo>
                  <a:pt x="52735" y="36482"/>
                  <a:pt x="52735" y="36482"/>
                  <a:pt x="52735" y="36482"/>
                </a:cubicBezTo>
                <a:cubicBezTo>
                  <a:pt x="52735" y="37522"/>
                  <a:pt x="52735" y="37522"/>
                  <a:pt x="52735" y="37522"/>
                </a:cubicBezTo>
                <a:cubicBezTo>
                  <a:pt x="52771" y="37522"/>
                  <a:pt x="52771" y="37522"/>
                  <a:pt x="52808" y="37522"/>
                </a:cubicBezTo>
                <a:cubicBezTo>
                  <a:pt x="52882" y="37522"/>
                  <a:pt x="52918" y="37522"/>
                  <a:pt x="52986" y="37522"/>
                </a:cubicBezTo>
                <a:cubicBezTo>
                  <a:pt x="52986" y="37973"/>
                  <a:pt x="52986" y="37973"/>
                  <a:pt x="52986" y="37973"/>
                </a:cubicBezTo>
                <a:cubicBezTo>
                  <a:pt x="52918" y="37973"/>
                  <a:pt x="52918" y="37973"/>
                  <a:pt x="52882" y="37973"/>
                </a:cubicBezTo>
                <a:cubicBezTo>
                  <a:pt x="52845" y="37973"/>
                  <a:pt x="52808" y="37973"/>
                  <a:pt x="52808" y="37973"/>
                </a:cubicBezTo>
                <a:cubicBezTo>
                  <a:pt x="52771" y="37973"/>
                  <a:pt x="52771" y="38049"/>
                  <a:pt x="52771" y="38124"/>
                </a:cubicBezTo>
                <a:cubicBezTo>
                  <a:pt x="52735" y="38199"/>
                  <a:pt x="52735" y="38199"/>
                  <a:pt x="52735" y="38274"/>
                </a:cubicBezTo>
                <a:cubicBezTo>
                  <a:pt x="52735" y="38337"/>
                  <a:pt x="52735" y="38412"/>
                  <a:pt x="52735" y="38562"/>
                </a:cubicBezTo>
                <a:cubicBezTo>
                  <a:pt x="52735" y="38562"/>
                  <a:pt x="52661" y="38562"/>
                  <a:pt x="52661" y="38638"/>
                </a:cubicBezTo>
                <a:cubicBezTo>
                  <a:pt x="52661" y="38638"/>
                  <a:pt x="52624" y="38713"/>
                  <a:pt x="52624" y="38788"/>
                </a:cubicBezTo>
                <a:cubicBezTo>
                  <a:pt x="52624" y="38788"/>
                  <a:pt x="52661" y="38863"/>
                  <a:pt x="52661" y="38938"/>
                </a:cubicBezTo>
                <a:cubicBezTo>
                  <a:pt x="52661" y="38938"/>
                  <a:pt x="52698" y="39014"/>
                  <a:pt x="52735" y="39014"/>
                </a:cubicBezTo>
                <a:cubicBezTo>
                  <a:pt x="52771" y="39089"/>
                  <a:pt x="52771" y="39089"/>
                  <a:pt x="52845" y="39089"/>
                </a:cubicBezTo>
                <a:cubicBezTo>
                  <a:pt x="52882" y="39089"/>
                  <a:pt x="52882" y="39014"/>
                  <a:pt x="52955" y="39014"/>
                </a:cubicBezTo>
                <a:cubicBezTo>
                  <a:pt x="52955" y="39014"/>
                  <a:pt x="52986" y="38938"/>
                  <a:pt x="52986" y="39014"/>
                </a:cubicBezTo>
                <a:cubicBezTo>
                  <a:pt x="53029" y="39014"/>
                  <a:pt x="53059" y="39014"/>
                  <a:pt x="53059" y="39014"/>
                </a:cubicBezTo>
                <a:cubicBezTo>
                  <a:pt x="53096" y="39014"/>
                  <a:pt x="53096" y="39089"/>
                  <a:pt x="53096" y="39089"/>
                </a:cubicBezTo>
                <a:cubicBezTo>
                  <a:pt x="53169" y="39089"/>
                  <a:pt x="53169" y="39014"/>
                  <a:pt x="53206" y="38938"/>
                </a:cubicBezTo>
                <a:cubicBezTo>
                  <a:pt x="53243" y="38938"/>
                  <a:pt x="53280" y="38863"/>
                  <a:pt x="53280" y="38863"/>
                </a:cubicBezTo>
                <a:cubicBezTo>
                  <a:pt x="53280" y="38788"/>
                  <a:pt x="53280" y="38713"/>
                  <a:pt x="53280" y="38713"/>
                </a:cubicBezTo>
                <a:cubicBezTo>
                  <a:pt x="53316" y="38638"/>
                  <a:pt x="53353" y="38638"/>
                  <a:pt x="53353" y="38562"/>
                </a:cubicBezTo>
                <a:cubicBezTo>
                  <a:pt x="53972" y="38562"/>
                  <a:pt x="53972" y="38562"/>
                  <a:pt x="53972" y="38562"/>
                </a:cubicBezTo>
                <a:cubicBezTo>
                  <a:pt x="53972" y="38337"/>
                  <a:pt x="53972" y="38337"/>
                  <a:pt x="53972" y="38337"/>
                </a:cubicBezTo>
                <a:cubicBezTo>
                  <a:pt x="53972" y="38274"/>
                  <a:pt x="53898" y="38199"/>
                  <a:pt x="53898" y="38049"/>
                </a:cubicBezTo>
                <a:lnTo>
                  <a:pt x="53972" y="38049"/>
                </a:lnTo>
                <a:cubicBezTo>
                  <a:pt x="53972" y="37973"/>
                  <a:pt x="54003" y="37898"/>
                  <a:pt x="54003" y="37898"/>
                </a:cubicBezTo>
                <a:cubicBezTo>
                  <a:pt x="54003" y="37823"/>
                  <a:pt x="54003" y="37748"/>
                  <a:pt x="54003" y="37748"/>
                </a:cubicBezTo>
                <a:cubicBezTo>
                  <a:pt x="54003" y="37597"/>
                  <a:pt x="54003" y="37522"/>
                  <a:pt x="54003" y="37447"/>
                </a:cubicBezTo>
                <a:cubicBezTo>
                  <a:pt x="54003" y="37372"/>
                  <a:pt x="54003" y="37372"/>
                  <a:pt x="54003" y="37297"/>
                </a:cubicBezTo>
                <a:cubicBezTo>
                  <a:pt x="54003" y="37159"/>
                  <a:pt x="54003" y="37084"/>
                  <a:pt x="54003" y="37008"/>
                </a:cubicBezTo>
                <a:lnTo>
                  <a:pt x="54003" y="36708"/>
                </a:lnTo>
                <a:close/>
                <a:moveTo>
                  <a:pt x="72704" y="91162"/>
                </a:moveTo>
                <a:lnTo>
                  <a:pt x="72704" y="91162"/>
                </a:lnTo>
                <a:cubicBezTo>
                  <a:pt x="72704" y="90936"/>
                  <a:pt x="72594" y="90786"/>
                  <a:pt x="72594" y="90498"/>
                </a:cubicBezTo>
                <a:cubicBezTo>
                  <a:pt x="72594" y="90272"/>
                  <a:pt x="72630" y="90197"/>
                  <a:pt x="72667" y="90046"/>
                </a:cubicBezTo>
                <a:cubicBezTo>
                  <a:pt x="72704" y="89971"/>
                  <a:pt x="72741" y="89896"/>
                  <a:pt x="72741" y="89746"/>
                </a:cubicBezTo>
                <a:cubicBezTo>
                  <a:pt x="72741" y="89457"/>
                  <a:pt x="72741" y="89457"/>
                  <a:pt x="72741" y="89457"/>
                </a:cubicBezTo>
                <a:cubicBezTo>
                  <a:pt x="72741" y="89382"/>
                  <a:pt x="72704" y="89307"/>
                  <a:pt x="72704" y="89157"/>
                </a:cubicBezTo>
                <a:cubicBezTo>
                  <a:pt x="72704" y="89081"/>
                  <a:pt x="72704" y="89081"/>
                  <a:pt x="72704" y="89081"/>
                </a:cubicBezTo>
                <a:cubicBezTo>
                  <a:pt x="72704" y="88931"/>
                  <a:pt x="72814" y="88931"/>
                  <a:pt x="72851" y="88856"/>
                </a:cubicBezTo>
                <a:cubicBezTo>
                  <a:pt x="72851" y="88706"/>
                  <a:pt x="72888" y="88630"/>
                  <a:pt x="72888" y="88555"/>
                </a:cubicBezTo>
                <a:cubicBezTo>
                  <a:pt x="72888" y="88417"/>
                  <a:pt x="72888" y="88417"/>
                  <a:pt x="72888" y="88417"/>
                </a:cubicBezTo>
                <a:cubicBezTo>
                  <a:pt x="72888" y="88116"/>
                  <a:pt x="72814" y="87966"/>
                  <a:pt x="72814" y="87665"/>
                </a:cubicBezTo>
                <a:cubicBezTo>
                  <a:pt x="72814" y="87452"/>
                  <a:pt x="72814" y="87302"/>
                  <a:pt x="72814" y="87151"/>
                </a:cubicBezTo>
                <a:cubicBezTo>
                  <a:pt x="72814" y="87001"/>
                  <a:pt x="72814" y="86926"/>
                  <a:pt x="72814" y="86851"/>
                </a:cubicBezTo>
                <a:cubicBezTo>
                  <a:pt x="72814" y="86700"/>
                  <a:pt x="72741" y="86700"/>
                  <a:pt x="72667" y="86625"/>
                </a:cubicBezTo>
                <a:cubicBezTo>
                  <a:pt x="72630" y="86550"/>
                  <a:pt x="72594" y="86487"/>
                  <a:pt x="72520" y="86425"/>
                </a:cubicBezTo>
                <a:cubicBezTo>
                  <a:pt x="72490" y="86349"/>
                  <a:pt x="72447" y="86349"/>
                  <a:pt x="72379" y="86349"/>
                </a:cubicBezTo>
                <a:cubicBezTo>
                  <a:pt x="72379" y="86425"/>
                  <a:pt x="72416" y="86550"/>
                  <a:pt x="72379" y="86625"/>
                </a:cubicBezTo>
                <a:cubicBezTo>
                  <a:pt x="72379" y="86700"/>
                  <a:pt x="72416" y="86775"/>
                  <a:pt x="72379" y="86926"/>
                </a:cubicBezTo>
                <a:cubicBezTo>
                  <a:pt x="72379" y="87001"/>
                  <a:pt x="72306" y="87001"/>
                  <a:pt x="72269" y="87151"/>
                </a:cubicBezTo>
                <a:cubicBezTo>
                  <a:pt x="72196" y="87227"/>
                  <a:pt x="72196" y="87302"/>
                  <a:pt x="72159" y="87377"/>
                </a:cubicBezTo>
                <a:cubicBezTo>
                  <a:pt x="72122" y="87527"/>
                  <a:pt x="72049" y="87527"/>
                  <a:pt x="72012" y="87590"/>
                </a:cubicBezTo>
                <a:cubicBezTo>
                  <a:pt x="71975" y="87740"/>
                  <a:pt x="71975" y="87816"/>
                  <a:pt x="71975" y="87891"/>
                </a:cubicBezTo>
                <a:cubicBezTo>
                  <a:pt x="71944" y="87966"/>
                  <a:pt x="71975" y="88116"/>
                  <a:pt x="71975" y="88192"/>
                </a:cubicBezTo>
                <a:cubicBezTo>
                  <a:pt x="71944" y="88267"/>
                  <a:pt x="71871" y="88192"/>
                  <a:pt x="71834" y="88267"/>
                </a:cubicBezTo>
                <a:cubicBezTo>
                  <a:pt x="71797" y="88417"/>
                  <a:pt x="71834" y="88706"/>
                  <a:pt x="71724" y="88856"/>
                </a:cubicBezTo>
                <a:cubicBezTo>
                  <a:pt x="71687" y="88856"/>
                  <a:pt x="71650" y="88856"/>
                  <a:pt x="71577" y="88856"/>
                </a:cubicBezTo>
                <a:cubicBezTo>
                  <a:pt x="71503" y="88856"/>
                  <a:pt x="71399" y="88781"/>
                  <a:pt x="71326" y="88856"/>
                </a:cubicBezTo>
                <a:cubicBezTo>
                  <a:pt x="71215" y="88856"/>
                  <a:pt x="71105" y="88856"/>
                  <a:pt x="71032" y="89006"/>
                </a:cubicBezTo>
                <a:cubicBezTo>
                  <a:pt x="70958" y="89006"/>
                  <a:pt x="70928" y="89006"/>
                  <a:pt x="70891" y="89157"/>
                </a:cubicBezTo>
                <a:cubicBezTo>
                  <a:pt x="70854" y="89232"/>
                  <a:pt x="70891" y="89307"/>
                  <a:pt x="70891" y="89382"/>
                </a:cubicBezTo>
                <a:cubicBezTo>
                  <a:pt x="70891" y="89533"/>
                  <a:pt x="70891" y="89608"/>
                  <a:pt x="70891" y="89671"/>
                </a:cubicBezTo>
                <a:cubicBezTo>
                  <a:pt x="70854" y="89896"/>
                  <a:pt x="70744" y="90046"/>
                  <a:pt x="70744" y="90272"/>
                </a:cubicBezTo>
                <a:cubicBezTo>
                  <a:pt x="70744" y="90347"/>
                  <a:pt x="70781" y="90422"/>
                  <a:pt x="70781" y="90573"/>
                </a:cubicBezTo>
                <a:cubicBezTo>
                  <a:pt x="70781" y="90786"/>
                  <a:pt x="70781" y="90936"/>
                  <a:pt x="70781" y="91087"/>
                </a:cubicBezTo>
                <a:cubicBezTo>
                  <a:pt x="70781" y="91237"/>
                  <a:pt x="70891" y="91312"/>
                  <a:pt x="70891" y="91387"/>
                </a:cubicBezTo>
                <a:cubicBezTo>
                  <a:pt x="70891" y="91538"/>
                  <a:pt x="70891" y="91613"/>
                  <a:pt x="70891" y="91688"/>
                </a:cubicBezTo>
                <a:cubicBezTo>
                  <a:pt x="70891" y="91826"/>
                  <a:pt x="70928" y="91901"/>
                  <a:pt x="70891" y="91977"/>
                </a:cubicBezTo>
                <a:cubicBezTo>
                  <a:pt x="70854" y="92052"/>
                  <a:pt x="70781" y="91901"/>
                  <a:pt x="70744" y="91977"/>
                </a:cubicBezTo>
                <a:cubicBezTo>
                  <a:pt x="70707" y="92052"/>
                  <a:pt x="70707" y="92127"/>
                  <a:pt x="70670" y="92277"/>
                </a:cubicBezTo>
                <a:cubicBezTo>
                  <a:pt x="70670" y="92353"/>
                  <a:pt x="70633" y="92428"/>
                  <a:pt x="70597" y="92578"/>
                </a:cubicBezTo>
                <a:cubicBezTo>
                  <a:pt x="70597" y="92716"/>
                  <a:pt x="70633" y="92942"/>
                  <a:pt x="70597" y="93092"/>
                </a:cubicBezTo>
                <a:cubicBezTo>
                  <a:pt x="70597" y="93242"/>
                  <a:pt x="70523" y="93318"/>
                  <a:pt x="70486" y="93393"/>
                </a:cubicBezTo>
                <a:cubicBezTo>
                  <a:pt x="70486" y="93543"/>
                  <a:pt x="70486" y="93543"/>
                  <a:pt x="70486" y="93543"/>
                </a:cubicBezTo>
                <a:cubicBezTo>
                  <a:pt x="70486" y="93769"/>
                  <a:pt x="70560" y="93831"/>
                  <a:pt x="70560" y="93982"/>
                </a:cubicBezTo>
                <a:cubicBezTo>
                  <a:pt x="70597" y="94057"/>
                  <a:pt x="70597" y="94132"/>
                  <a:pt x="70597" y="94283"/>
                </a:cubicBezTo>
                <a:cubicBezTo>
                  <a:pt x="70597" y="94583"/>
                  <a:pt x="70597" y="94583"/>
                  <a:pt x="70597" y="94583"/>
                </a:cubicBezTo>
                <a:cubicBezTo>
                  <a:pt x="70597" y="94659"/>
                  <a:pt x="70633" y="94734"/>
                  <a:pt x="70633" y="94884"/>
                </a:cubicBezTo>
                <a:cubicBezTo>
                  <a:pt x="70670" y="95022"/>
                  <a:pt x="70633" y="95172"/>
                  <a:pt x="70633" y="95398"/>
                </a:cubicBezTo>
                <a:cubicBezTo>
                  <a:pt x="70707" y="95398"/>
                  <a:pt x="70744" y="95398"/>
                  <a:pt x="70781" y="95398"/>
                </a:cubicBezTo>
                <a:cubicBezTo>
                  <a:pt x="70891" y="95398"/>
                  <a:pt x="70958" y="95398"/>
                  <a:pt x="71068" y="95398"/>
                </a:cubicBezTo>
                <a:cubicBezTo>
                  <a:pt x="71105" y="95398"/>
                  <a:pt x="71105" y="95624"/>
                  <a:pt x="71142" y="95624"/>
                </a:cubicBezTo>
                <a:cubicBezTo>
                  <a:pt x="71179" y="95624"/>
                  <a:pt x="71215" y="95624"/>
                  <a:pt x="71289" y="95624"/>
                </a:cubicBezTo>
                <a:cubicBezTo>
                  <a:pt x="71326" y="95624"/>
                  <a:pt x="71362" y="95699"/>
                  <a:pt x="71399" y="95699"/>
                </a:cubicBezTo>
                <a:cubicBezTo>
                  <a:pt x="71473" y="95699"/>
                  <a:pt x="71503" y="95624"/>
                  <a:pt x="71540" y="95624"/>
                </a:cubicBezTo>
                <a:cubicBezTo>
                  <a:pt x="71650" y="95624"/>
                  <a:pt x="71761" y="95699"/>
                  <a:pt x="71834" y="95548"/>
                </a:cubicBezTo>
                <a:cubicBezTo>
                  <a:pt x="71871" y="95473"/>
                  <a:pt x="71908" y="95398"/>
                  <a:pt x="71944" y="95248"/>
                </a:cubicBezTo>
                <a:cubicBezTo>
                  <a:pt x="71975" y="95172"/>
                  <a:pt x="72012" y="95097"/>
                  <a:pt x="72012" y="94947"/>
                </a:cubicBezTo>
                <a:cubicBezTo>
                  <a:pt x="72012" y="94884"/>
                  <a:pt x="72012" y="94796"/>
                  <a:pt x="72012" y="94734"/>
                </a:cubicBezTo>
                <a:cubicBezTo>
                  <a:pt x="72012" y="94358"/>
                  <a:pt x="71975" y="94132"/>
                  <a:pt x="72012" y="93831"/>
                </a:cubicBezTo>
                <a:cubicBezTo>
                  <a:pt x="72012" y="93769"/>
                  <a:pt x="72049" y="93618"/>
                  <a:pt x="72049" y="93543"/>
                </a:cubicBezTo>
                <a:cubicBezTo>
                  <a:pt x="72049" y="93468"/>
                  <a:pt x="72122" y="93393"/>
                  <a:pt x="72159" y="93242"/>
                </a:cubicBezTo>
                <a:cubicBezTo>
                  <a:pt x="72159" y="93167"/>
                  <a:pt x="72232" y="93092"/>
                  <a:pt x="72269" y="93017"/>
                </a:cubicBezTo>
                <a:cubicBezTo>
                  <a:pt x="72269" y="92804"/>
                  <a:pt x="72269" y="92653"/>
                  <a:pt x="72269" y="92428"/>
                </a:cubicBezTo>
                <a:cubicBezTo>
                  <a:pt x="72269" y="92202"/>
                  <a:pt x="72232" y="92052"/>
                  <a:pt x="72269" y="91826"/>
                </a:cubicBezTo>
                <a:cubicBezTo>
                  <a:pt x="72269" y="91688"/>
                  <a:pt x="72343" y="91688"/>
                  <a:pt x="72379" y="91613"/>
                </a:cubicBezTo>
                <a:cubicBezTo>
                  <a:pt x="72447" y="91538"/>
                  <a:pt x="72520" y="91538"/>
                  <a:pt x="72557" y="91387"/>
                </a:cubicBezTo>
                <a:cubicBezTo>
                  <a:pt x="72594" y="91312"/>
                  <a:pt x="72704" y="91312"/>
                  <a:pt x="72704" y="91162"/>
                </a:cubicBezTo>
                <a:close/>
                <a:moveTo>
                  <a:pt x="66891" y="57073"/>
                </a:moveTo>
                <a:lnTo>
                  <a:pt x="66891" y="57073"/>
                </a:lnTo>
                <a:cubicBezTo>
                  <a:pt x="66891" y="56923"/>
                  <a:pt x="66823" y="56923"/>
                  <a:pt x="66787" y="56772"/>
                </a:cubicBezTo>
                <a:cubicBezTo>
                  <a:pt x="66787" y="56697"/>
                  <a:pt x="66823" y="56622"/>
                  <a:pt x="66787" y="56472"/>
                </a:cubicBezTo>
                <a:cubicBezTo>
                  <a:pt x="66787" y="56396"/>
                  <a:pt x="66823" y="56321"/>
                  <a:pt x="66787" y="56246"/>
                </a:cubicBezTo>
                <a:cubicBezTo>
                  <a:pt x="66787" y="56096"/>
                  <a:pt x="66713" y="56096"/>
                  <a:pt x="66676" y="56033"/>
                </a:cubicBezTo>
                <a:cubicBezTo>
                  <a:pt x="66603" y="55958"/>
                  <a:pt x="66566" y="55883"/>
                  <a:pt x="66529" y="55883"/>
                </a:cubicBezTo>
                <a:cubicBezTo>
                  <a:pt x="66456" y="55807"/>
                  <a:pt x="66419" y="55883"/>
                  <a:pt x="66382" y="55883"/>
                </a:cubicBezTo>
                <a:cubicBezTo>
                  <a:pt x="66309" y="55807"/>
                  <a:pt x="66309" y="55657"/>
                  <a:pt x="66241" y="55657"/>
                </a:cubicBezTo>
                <a:cubicBezTo>
                  <a:pt x="66168" y="55657"/>
                  <a:pt x="66168" y="55657"/>
                  <a:pt x="66168" y="55657"/>
                </a:cubicBezTo>
                <a:cubicBezTo>
                  <a:pt x="66021" y="55657"/>
                  <a:pt x="65947" y="55883"/>
                  <a:pt x="65807" y="55958"/>
                </a:cubicBezTo>
                <a:cubicBezTo>
                  <a:pt x="65733" y="55958"/>
                  <a:pt x="65733" y="55958"/>
                  <a:pt x="65733" y="55958"/>
                </a:cubicBezTo>
                <a:cubicBezTo>
                  <a:pt x="64747" y="55431"/>
                  <a:pt x="64747" y="55431"/>
                  <a:pt x="64747" y="55431"/>
                </a:cubicBezTo>
                <a:cubicBezTo>
                  <a:pt x="64643" y="55507"/>
                  <a:pt x="64569" y="55582"/>
                  <a:pt x="64459" y="55582"/>
                </a:cubicBezTo>
                <a:cubicBezTo>
                  <a:pt x="64385" y="55582"/>
                  <a:pt x="64312" y="55582"/>
                  <a:pt x="64245" y="55507"/>
                </a:cubicBezTo>
                <a:cubicBezTo>
                  <a:pt x="64171" y="55431"/>
                  <a:pt x="64171" y="55281"/>
                  <a:pt x="64098" y="55206"/>
                </a:cubicBezTo>
                <a:cubicBezTo>
                  <a:pt x="63987" y="55068"/>
                  <a:pt x="63950" y="54918"/>
                  <a:pt x="63840" y="54767"/>
                </a:cubicBezTo>
                <a:cubicBezTo>
                  <a:pt x="63663" y="54617"/>
                  <a:pt x="63552" y="54391"/>
                  <a:pt x="63332" y="54391"/>
                </a:cubicBezTo>
                <a:cubicBezTo>
                  <a:pt x="63191" y="54391"/>
                  <a:pt x="63117" y="54542"/>
                  <a:pt x="62970" y="54542"/>
                </a:cubicBezTo>
                <a:cubicBezTo>
                  <a:pt x="62897" y="54542"/>
                  <a:pt x="62860" y="54466"/>
                  <a:pt x="62787" y="54466"/>
                </a:cubicBezTo>
                <a:cubicBezTo>
                  <a:pt x="62787" y="54767"/>
                  <a:pt x="62756" y="54918"/>
                  <a:pt x="62787" y="55131"/>
                </a:cubicBezTo>
                <a:cubicBezTo>
                  <a:pt x="62787" y="55281"/>
                  <a:pt x="62823" y="55356"/>
                  <a:pt x="62823" y="55431"/>
                </a:cubicBezTo>
                <a:cubicBezTo>
                  <a:pt x="62823" y="55807"/>
                  <a:pt x="62787" y="55958"/>
                  <a:pt x="62787" y="56321"/>
                </a:cubicBezTo>
                <a:cubicBezTo>
                  <a:pt x="62683" y="56321"/>
                  <a:pt x="62646" y="56321"/>
                  <a:pt x="62572" y="56321"/>
                </a:cubicBezTo>
                <a:cubicBezTo>
                  <a:pt x="62425" y="56321"/>
                  <a:pt x="62425" y="56321"/>
                  <a:pt x="62425" y="56321"/>
                </a:cubicBezTo>
                <a:cubicBezTo>
                  <a:pt x="62388" y="56321"/>
                  <a:pt x="62352" y="56396"/>
                  <a:pt x="62278" y="56321"/>
                </a:cubicBezTo>
                <a:cubicBezTo>
                  <a:pt x="62211" y="56321"/>
                  <a:pt x="62211" y="56171"/>
                  <a:pt x="62137" y="56096"/>
                </a:cubicBezTo>
                <a:cubicBezTo>
                  <a:pt x="62101" y="55958"/>
                  <a:pt x="62064" y="55883"/>
                  <a:pt x="61990" y="55807"/>
                </a:cubicBezTo>
                <a:cubicBezTo>
                  <a:pt x="61954" y="55732"/>
                  <a:pt x="61880" y="55732"/>
                  <a:pt x="61807" y="55732"/>
                </a:cubicBezTo>
                <a:cubicBezTo>
                  <a:pt x="61120" y="55732"/>
                  <a:pt x="61120" y="55732"/>
                  <a:pt x="61120" y="55732"/>
                </a:cubicBezTo>
                <a:cubicBezTo>
                  <a:pt x="61120" y="55582"/>
                  <a:pt x="61084" y="55507"/>
                  <a:pt x="61047" y="55431"/>
                </a:cubicBezTo>
                <a:cubicBezTo>
                  <a:pt x="61047" y="55356"/>
                  <a:pt x="61047" y="55206"/>
                  <a:pt x="61047" y="55131"/>
                </a:cubicBezTo>
                <a:cubicBezTo>
                  <a:pt x="61010" y="55068"/>
                  <a:pt x="60937" y="55068"/>
                  <a:pt x="60900" y="54980"/>
                </a:cubicBezTo>
                <a:cubicBezTo>
                  <a:pt x="60826" y="54918"/>
                  <a:pt x="60790" y="54842"/>
                  <a:pt x="60753" y="54767"/>
                </a:cubicBezTo>
                <a:cubicBezTo>
                  <a:pt x="60716" y="54767"/>
                  <a:pt x="60649" y="54767"/>
                  <a:pt x="60612" y="54692"/>
                </a:cubicBezTo>
                <a:cubicBezTo>
                  <a:pt x="60502" y="54692"/>
                  <a:pt x="60428" y="54617"/>
                  <a:pt x="60318" y="54542"/>
                </a:cubicBezTo>
                <a:cubicBezTo>
                  <a:pt x="60208" y="54542"/>
                  <a:pt x="60140" y="54617"/>
                  <a:pt x="60067" y="54542"/>
                </a:cubicBezTo>
                <a:cubicBezTo>
                  <a:pt x="59926" y="54542"/>
                  <a:pt x="59889" y="54391"/>
                  <a:pt x="59779" y="54316"/>
                </a:cubicBezTo>
                <a:cubicBezTo>
                  <a:pt x="59638" y="54166"/>
                  <a:pt x="59528" y="54015"/>
                  <a:pt x="59491" y="53802"/>
                </a:cubicBezTo>
                <a:cubicBezTo>
                  <a:pt x="59491" y="53727"/>
                  <a:pt x="59454" y="53577"/>
                  <a:pt x="59454" y="53501"/>
                </a:cubicBezTo>
                <a:cubicBezTo>
                  <a:pt x="59454" y="53351"/>
                  <a:pt x="59491" y="53351"/>
                  <a:pt x="59528" y="53201"/>
                </a:cubicBezTo>
                <a:cubicBezTo>
                  <a:pt x="59565" y="53050"/>
                  <a:pt x="59638" y="53125"/>
                  <a:pt x="59669" y="52987"/>
                </a:cubicBezTo>
                <a:cubicBezTo>
                  <a:pt x="59669" y="52900"/>
                  <a:pt x="59705" y="52837"/>
                  <a:pt x="59705" y="52687"/>
                </a:cubicBezTo>
                <a:cubicBezTo>
                  <a:pt x="59705" y="52612"/>
                  <a:pt x="59669" y="52536"/>
                  <a:pt x="59638" y="52461"/>
                </a:cubicBezTo>
                <a:cubicBezTo>
                  <a:pt x="59601" y="52311"/>
                  <a:pt x="59528" y="52311"/>
                  <a:pt x="59491" y="52311"/>
                </a:cubicBezTo>
                <a:cubicBezTo>
                  <a:pt x="59454" y="52236"/>
                  <a:pt x="59418" y="52160"/>
                  <a:pt x="59344" y="52085"/>
                </a:cubicBezTo>
                <a:cubicBezTo>
                  <a:pt x="59418" y="52010"/>
                  <a:pt x="59381" y="51872"/>
                  <a:pt x="59454" y="51797"/>
                </a:cubicBezTo>
                <a:cubicBezTo>
                  <a:pt x="59491" y="51722"/>
                  <a:pt x="59565" y="51722"/>
                  <a:pt x="59601" y="51722"/>
                </a:cubicBezTo>
                <a:cubicBezTo>
                  <a:pt x="59638" y="51646"/>
                  <a:pt x="59705" y="51646"/>
                  <a:pt x="59742" y="51646"/>
                </a:cubicBezTo>
                <a:cubicBezTo>
                  <a:pt x="59705" y="51571"/>
                  <a:pt x="59742" y="51421"/>
                  <a:pt x="59705" y="51346"/>
                </a:cubicBezTo>
                <a:cubicBezTo>
                  <a:pt x="59669" y="51271"/>
                  <a:pt x="59601" y="51346"/>
                  <a:pt x="59565" y="51271"/>
                </a:cubicBezTo>
                <a:cubicBezTo>
                  <a:pt x="59454" y="51195"/>
                  <a:pt x="59381" y="51045"/>
                  <a:pt x="59271" y="51045"/>
                </a:cubicBezTo>
                <a:cubicBezTo>
                  <a:pt x="59234" y="51045"/>
                  <a:pt x="59197" y="51120"/>
                  <a:pt x="59130" y="51120"/>
                </a:cubicBezTo>
                <a:cubicBezTo>
                  <a:pt x="59093" y="51120"/>
                  <a:pt x="59056" y="51120"/>
                  <a:pt x="59019" y="51120"/>
                </a:cubicBezTo>
                <a:cubicBezTo>
                  <a:pt x="58909" y="51195"/>
                  <a:pt x="58836" y="51346"/>
                  <a:pt x="58725" y="51346"/>
                </a:cubicBezTo>
                <a:cubicBezTo>
                  <a:pt x="58689" y="51346"/>
                  <a:pt x="58652" y="51346"/>
                  <a:pt x="58584" y="51346"/>
                </a:cubicBezTo>
                <a:cubicBezTo>
                  <a:pt x="58437" y="51346"/>
                  <a:pt x="58327" y="51271"/>
                  <a:pt x="58180" y="51346"/>
                </a:cubicBezTo>
                <a:cubicBezTo>
                  <a:pt x="58113" y="51346"/>
                  <a:pt x="58076" y="51496"/>
                  <a:pt x="58039" y="51571"/>
                </a:cubicBezTo>
                <a:cubicBezTo>
                  <a:pt x="57966" y="51646"/>
                  <a:pt x="57929" y="51722"/>
                  <a:pt x="57892" y="51797"/>
                </a:cubicBezTo>
                <a:cubicBezTo>
                  <a:pt x="57856" y="51722"/>
                  <a:pt x="57782" y="51646"/>
                  <a:pt x="57745" y="51571"/>
                </a:cubicBezTo>
                <a:cubicBezTo>
                  <a:pt x="57709" y="51496"/>
                  <a:pt x="57709" y="51346"/>
                  <a:pt x="57635" y="51271"/>
                </a:cubicBezTo>
                <a:cubicBezTo>
                  <a:pt x="57568" y="51120"/>
                  <a:pt x="57457" y="51045"/>
                  <a:pt x="57347" y="51045"/>
                </a:cubicBezTo>
                <a:cubicBezTo>
                  <a:pt x="57200" y="51045"/>
                  <a:pt x="57096" y="51271"/>
                  <a:pt x="56949" y="51421"/>
                </a:cubicBezTo>
                <a:cubicBezTo>
                  <a:pt x="56912" y="51496"/>
                  <a:pt x="56839" y="51421"/>
                  <a:pt x="56802" y="51421"/>
                </a:cubicBezTo>
                <a:cubicBezTo>
                  <a:pt x="56728" y="51496"/>
                  <a:pt x="56728" y="51571"/>
                  <a:pt x="56655" y="51722"/>
                </a:cubicBezTo>
                <a:cubicBezTo>
                  <a:pt x="55969" y="51722"/>
                  <a:pt x="55969" y="51722"/>
                  <a:pt x="55969" y="51722"/>
                </a:cubicBezTo>
                <a:cubicBezTo>
                  <a:pt x="55932" y="51797"/>
                  <a:pt x="55932" y="51872"/>
                  <a:pt x="55895" y="52010"/>
                </a:cubicBezTo>
                <a:cubicBezTo>
                  <a:pt x="55859" y="52085"/>
                  <a:pt x="55895" y="52236"/>
                  <a:pt x="55859" y="52311"/>
                </a:cubicBezTo>
                <a:cubicBezTo>
                  <a:pt x="55822" y="52386"/>
                  <a:pt x="55785" y="52461"/>
                  <a:pt x="55712" y="52536"/>
                </a:cubicBezTo>
                <a:cubicBezTo>
                  <a:pt x="55675" y="52536"/>
                  <a:pt x="55638" y="52536"/>
                  <a:pt x="55565" y="52536"/>
                </a:cubicBezTo>
                <a:cubicBezTo>
                  <a:pt x="55460" y="52536"/>
                  <a:pt x="55387" y="52461"/>
                  <a:pt x="55313" y="52536"/>
                </a:cubicBezTo>
                <a:cubicBezTo>
                  <a:pt x="55240" y="52536"/>
                  <a:pt x="55203" y="52612"/>
                  <a:pt x="55166" y="52612"/>
                </a:cubicBezTo>
                <a:cubicBezTo>
                  <a:pt x="55093" y="52612"/>
                  <a:pt x="55093" y="52612"/>
                  <a:pt x="55093" y="52612"/>
                </a:cubicBezTo>
                <a:cubicBezTo>
                  <a:pt x="55019" y="52612"/>
                  <a:pt x="54952" y="52536"/>
                  <a:pt x="54879" y="52536"/>
                </a:cubicBezTo>
                <a:cubicBezTo>
                  <a:pt x="54695" y="52536"/>
                  <a:pt x="54621" y="52612"/>
                  <a:pt x="54444" y="52536"/>
                </a:cubicBezTo>
                <a:cubicBezTo>
                  <a:pt x="54407" y="52536"/>
                  <a:pt x="54370" y="52536"/>
                  <a:pt x="54333" y="52536"/>
                </a:cubicBezTo>
                <a:cubicBezTo>
                  <a:pt x="54260" y="52461"/>
                  <a:pt x="54223" y="52311"/>
                  <a:pt x="54186" y="52311"/>
                </a:cubicBezTo>
                <a:cubicBezTo>
                  <a:pt x="54045" y="52160"/>
                  <a:pt x="54045" y="52160"/>
                  <a:pt x="54045" y="52160"/>
                </a:cubicBezTo>
                <a:cubicBezTo>
                  <a:pt x="54003" y="52236"/>
                  <a:pt x="53935" y="52311"/>
                  <a:pt x="53935" y="52461"/>
                </a:cubicBezTo>
                <a:cubicBezTo>
                  <a:pt x="53935" y="52536"/>
                  <a:pt x="53935" y="52612"/>
                  <a:pt x="53935" y="52687"/>
                </a:cubicBezTo>
                <a:cubicBezTo>
                  <a:pt x="53935" y="52837"/>
                  <a:pt x="53898" y="52900"/>
                  <a:pt x="53898" y="52987"/>
                </a:cubicBezTo>
                <a:cubicBezTo>
                  <a:pt x="53898" y="53201"/>
                  <a:pt x="53898" y="53276"/>
                  <a:pt x="53898" y="53426"/>
                </a:cubicBezTo>
                <a:cubicBezTo>
                  <a:pt x="53862" y="53426"/>
                  <a:pt x="53825" y="53426"/>
                  <a:pt x="53751" y="53426"/>
                </a:cubicBezTo>
                <a:cubicBezTo>
                  <a:pt x="53715" y="53426"/>
                  <a:pt x="53678" y="53501"/>
                  <a:pt x="53604" y="53501"/>
                </a:cubicBezTo>
                <a:cubicBezTo>
                  <a:pt x="53531" y="53501"/>
                  <a:pt x="53457" y="53426"/>
                  <a:pt x="53390" y="53426"/>
                </a:cubicBezTo>
                <a:cubicBezTo>
                  <a:pt x="53390" y="54617"/>
                  <a:pt x="53390" y="54617"/>
                  <a:pt x="53390" y="54617"/>
                </a:cubicBezTo>
                <a:cubicBezTo>
                  <a:pt x="52845" y="54617"/>
                  <a:pt x="52845" y="54617"/>
                  <a:pt x="52845" y="54617"/>
                </a:cubicBezTo>
                <a:cubicBezTo>
                  <a:pt x="52845" y="54842"/>
                  <a:pt x="52808" y="54980"/>
                  <a:pt x="52808" y="55206"/>
                </a:cubicBezTo>
                <a:cubicBezTo>
                  <a:pt x="52808" y="55431"/>
                  <a:pt x="52808" y="55582"/>
                  <a:pt x="52808" y="55807"/>
                </a:cubicBezTo>
                <a:cubicBezTo>
                  <a:pt x="52808" y="55883"/>
                  <a:pt x="52771" y="55958"/>
                  <a:pt x="52735" y="56096"/>
                </a:cubicBezTo>
                <a:cubicBezTo>
                  <a:pt x="52735" y="56246"/>
                  <a:pt x="52698" y="56472"/>
                  <a:pt x="52698" y="56697"/>
                </a:cubicBezTo>
                <a:cubicBezTo>
                  <a:pt x="52698" y="57211"/>
                  <a:pt x="52698" y="57211"/>
                  <a:pt x="52698" y="57211"/>
                </a:cubicBezTo>
                <a:cubicBezTo>
                  <a:pt x="52300" y="57211"/>
                  <a:pt x="52300" y="57211"/>
                  <a:pt x="52300" y="57211"/>
                </a:cubicBezTo>
                <a:cubicBezTo>
                  <a:pt x="52300" y="57587"/>
                  <a:pt x="52263" y="57888"/>
                  <a:pt x="52116" y="58113"/>
                </a:cubicBezTo>
                <a:cubicBezTo>
                  <a:pt x="52079" y="58113"/>
                  <a:pt x="52006" y="58113"/>
                  <a:pt x="51969" y="58176"/>
                </a:cubicBezTo>
                <a:cubicBezTo>
                  <a:pt x="51938" y="58251"/>
                  <a:pt x="51938" y="58402"/>
                  <a:pt x="51865" y="58402"/>
                </a:cubicBezTo>
                <a:cubicBezTo>
                  <a:pt x="51828" y="58477"/>
                  <a:pt x="51791" y="58477"/>
                  <a:pt x="51718" y="58477"/>
                </a:cubicBezTo>
                <a:cubicBezTo>
                  <a:pt x="51681" y="58552"/>
                  <a:pt x="51607" y="58477"/>
                  <a:pt x="51607" y="58477"/>
                </a:cubicBezTo>
                <a:cubicBezTo>
                  <a:pt x="51534" y="58552"/>
                  <a:pt x="51571" y="58702"/>
                  <a:pt x="51534" y="58778"/>
                </a:cubicBezTo>
                <a:cubicBezTo>
                  <a:pt x="51497" y="58853"/>
                  <a:pt x="51430" y="59003"/>
                  <a:pt x="51430" y="59078"/>
                </a:cubicBezTo>
                <a:cubicBezTo>
                  <a:pt x="51356" y="59291"/>
                  <a:pt x="51356" y="59517"/>
                  <a:pt x="51283" y="59743"/>
                </a:cubicBezTo>
                <a:cubicBezTo>
                  <a:pt x="51246" y="59818"/>
                  <a:pt x="51209" y="59968"/>
                  <a:pt x="51173" y="60119"/>
                </a:cubicBezTo>
                <a:cubicBezTo>
                  <a:pt x="51136" y="60194"/>
                  <a:pt x="51173" y="60269"/>
                  <a:pt x="51136" y="60332"/>
                </a:cubicBezTo>
                <a:cubicBezTo>
                  <a:pt x="51099" y="60482"/>
                  <a:pt x="51026" y="60557"/>
                  <a:pt x="50989" y="60632"/>
                </a:cubicBezTo>
                <a:cubicBezTo>
                  <a:pt x="50952" y="60783"/>
                  <a:pt x="50952" y="60858"/>
                  <a:pt x="50921" y="60933"/>
                </a:cubicBezTo>
                <a:cubicBezTo>
                  <a:pt x="50885" y="61008"/>
                  <a:pt x="50921" y="61159"/>
                  <a:pt x="50885" y="61234"/>
                </a:cubicBezTo>
                <a:cubicBezTo>
                  <a:pt x="50848" y="61309"/>
                  <a:pt x="50811" y="61234"/>
                  <a:pt x="50738" y="61234"/>
                </a:cubicBezTo>
                <a:cubicBezTo>
                  <a:pt x="50664" y="61309"/>
                  <a:pt x="50591" y="61309"/>
                  <a:pt x="50517" y="61309"/>
                </a:cubicBezTo>
                <a:cubicBezTo>
                  <a:pt x="50517" y="61673"/>
                  <a:pt x="50517" y="61898"/>
                  <a:pt x="50517" y="62199"/>
                </a:cubicBezTo>
                <a:cubicBezTo>
                  <a:pt x="50517" y="62349"/>
                  <a:pt x="50480" y="62412"/>
                  <a:pt x="50480" y="62487"/>
                </a:cubicBezTo>
                <a:cubicBezTo>
                  <a:pt x="50444" y="62638"/>
                  <a:pt x="50444" y="62713"/>
                  <a:pt x="50444" y="62788"/>
                </a:cubicBezTo>
                <a:cubicBezTo>
                  <a:pt x="50413" y="62938"/>
                  <a:pt x="50339" y="62938"/>
                  <a:pt x="50303" y="63014"/>
                </a:cubicBezTo>
                <a:cubicBezTo>
                  <a:pt x="50266" y="63089"/>
                  <a:pt x="50192" y="63014"/>
                  <a:pt x="50156" y="63089"/>
                </a:cubicBezTo>
                <a:cubicBezTo>
                  <a:pt x="50119" y="63164"/>
                  <a:pt x="50119" y="63314"/>
                  <a:pt x="50082" y="63390"/>
                </a:cubicBezTo>
                <a:cubicBezTo>
                  <a:pt x="50082" y="63903"/>
                  <a:pt x="50082" y="63903"/>
                  <a:pt x="50082" y="63903"/>
                </a:cubicBezTo>
                <a:cubicBezTo>
                  <a:pt x="50192" y="63903"/>
                  <a:pt x="50266" y="63903"/>
                  <a:pt x="50376" y="63979"/>
                </a:cubicBezTo>
                <a:cubicBezTo>
                  <a:pt x="50413" y="63979"/>
                  <a:pt x="50444" y="63903"/>
                  <a:pt x="50517" y="63979"/>
                </a:cubicBezTo>
                <a:cubicBezTo>
                  <a:pt x="50554" y="63979"/>
                  <a:pt x="50591" y="63903"/>
                  <a:pt x="50627" y="63979"/>
                </a:cubicBezTo>
                <a:cubicBezTo>
                  <a:pt x="50701" y="63979"/>
                  <a:pt x="50701" y="64129"/>
                  <a:pt x="50738" y="64204"/>
                </a:cubicBezTo>
                <a:cubicBezTo>
                  <a:pt x="50664" y="64492"/>
                  <a:pt x="50664" y="64492"/>
                  <a:pt x="50664" y="64492"/>
                </a:cubicBezTo>
                <a:cubicBezTo>
                  <a:pt x="50664" y="64643"/>
                  <a:pt x="50591" y="64643"/>
                  <a:pt x="50591" y="64793"/>
                </a:cubicBezTo>
                <a:cubicBezTo>
                  <a:pt x="50591" y="65470"/>
                  <a:pt x="50627" y="65833"/>
                  <a:pt x="50627" y="66510"/>
                </a:cubicBezTo>
                <a:cubicBezTo>
                  <a:pt x="50627" y="66798"/>
                  <a:pt x="50627" y="66798"/>
                  <a:pt x="50627" y="66798"/>
                </a:cubicBezTo>
                <a:cubicBezTo>
                  <a:pt x="50627" y="66874"/>
                  <a:pt x="50627" y="67024"/>
                  <a:pt x="50627" y="67099"/>
                </a:cubicBezTo>
                <a:cubicBezTo>
                  <a:pt x="50591" y="67250"/>
                  <a:pt x="50554" y="67325"/>
                  <a:pt x="50517" y="67400"/>
                </a:cubicBezTo>
                <a:cubicBezTo>
                  <a:pt x="50480" y="67475"/>
                  <a:pt x="50376" y="67325"/>
                  <a:pt x="50376" y="67400"/>
                </a:cubicBezTo>
                <a:cubicBezTo>
                  <a:pt x="50339" y="67475"/>
                  <a:pt x="50339" y="67550"/>
                  <a:pt x="50339" y="67688"/>
                </a:cubicBezTo>
                <a:cubicBezTo>
                  <a:pt x="50339" y="67763"/>
                  <a:pt x="50413" y="67839"/>
                  <a:pt x="50413" y="67914"/>
                </a:cubicBezTo>
                <a:cubicBezTo>
                  <a:pt x="50413" y="68064"/>
                  <a:pt x="50413" y="68139"/>
                  <a:pt x="50444" y="68215"/>
                </a:cubicBezTo>
                <a:cubicBezTo>
                  <a:pt x="50444" y="68365"/>
                  <a:pt x="50480" y="68440"/>
                  <a:pt x="50480" y="68515"/>
                </a:cubicBezTo>
                <a:cubicBezTo>
                  <a:pt x="50480" y="68804"/>
                  <a:pt x="50480" y="68804"/>
                  <a:pt x="50480" y="68804"/>
                </a:cubicBezTo>
                <a:cubicBezTo>
                  <a:pt x="50480" y="69029"/>
                  <a:pt x="50444" y="69180"/>
                  <a:pt x="50517" y="69405"/>
                </a:cubicBezTo>
                <a:cubicBezTo>
                  <a:pt x="50517" y="69480"/>
                  <a:pt x="50591" y="69480"/>
                  <a:pt x="50627" y="69631"/>
                </a:cubicBezTo>
                <a:cubicBezTo>
                  <a:pt x="50664" y="69706"/>
                  <a:pt x="50664" y="69844"/>
                  <a:pt x="50701" y="69844"/>
                </a:cubicBezTo>
                <a:cubicBezTo>
                  <a:pt x="50774" y="69919"/>
                  <a:pt x="50811" y="69994"/>
                  <a:pt x="50848" y="69994"/>
                </a:cubicBezTo>
                <a:cubicBezTo>
                  <a:pt x="50921" y="70069"/>
                  <a:pt x="50921" y="70220"/>
                  <a:pt x="50989" y="70220"/>
                </a:cubicBezTo>
                <a:cubicBezTo>
                  <a:pt x="51026" y="70295"/>
                  <a:pt x="51099" y="70220"/>
                  <a:pt x="51136" y="70220"/>
                </a:cubicBezTo>
                <a:cubicBezTo>
                  <a:pt x="51173" y="70295"/>
                  <a:pt x="51246" y="70295"/>
                  <a:pt x="51283" y="70370"/>
                </a:cubicBezTo>
                <a:cubicBezTo>
                  <a:pt x="51356" y="70521"/>
                  <a:pt x="51283" y="70821"/>
                  <a:pt x="51356" y="70959"/>
                </a:cubicBezTo>
                <a:cubicBezTo>
                  <a:pt x="51393" y="71034"/>
                  <a:pt x="51430" y="71034"/>
                  <a:pt x="51497" y="71110"/>
                </a:cubicBezTo>
                <a:cubicBezTo>
                  <a:pt x="51534" y="71185"/>
                  <a:pt x="51571" y="71110"/>
                  <a:pt x="51607" y="71110"/>
                </a:cubicBezTo>
                <a:cubicBezTo>
                  <a:pt x="51607" y="71410"/>
                  <a:pt x="51607" y="71636"/>
                  <a:pt x="51607" y="71924"/>
                </a:cubicBezTo>
                <a:cubicBezTo>
                  <a:pt x="51644" y="72075"/>
                  <a:pt x="51681" y="72150"/>
                  <a:pt x="51718" y="72225"/>
                </a:cubicBezTo>
                <a:cubicBezTo>
                  <a:pt x="51754" y="72375"/>
                  <a:pt x="51828" y="72300"/>
                  <a:pt x="51901" y="72375"/>
                </a:cubicBezTo>
                <a:cubicBezTo>
                  <a:pt x="52006" y="72526"/>
                  <a:pt x="52079" y="72676"/>
                  <a:pt x="52189" y="72751"/>
                </a:cubicBezTo>
                <a:cubicBezTo>
                  <a:pt x="52300" y="72814"/>
                  <a:pt x="52373" y="72814"/>
                  <a:pt x="52514" y="72814"/>
                </a:cubicBezTo>
                <a:cubicBezTo>
                  <a:pt x="52514" y="72902"/>
                  <a:pt x="52514" y="72965"/>
                  <a:pt x="52514" y="73115"/>
                </a:cubicBezTo>
                <a:cubicBezTo>
                  <a:pt x="52514" y="73190"/>
                  <a:pt x="52514" y="73265"/>
                  <a:pt x="52514" y="73416"/>
                </a:cubicBezTo>
                <a:cubicBezTo>
                  <a:pt x="52551" y="73491"/>
                  <a:pt x="52514" y="73566"/>
                  <a:pt x="52514" y="73716"/>
                </a:cubicBezTo>
                <a:cubicBezTo>
                  <a:pt x="52551" y="73792"/>
                  <a:pt x="52624" y="73792"/>
                  <a:pt x="52661" y="73792"/>
                </a:cubicBezTo>
                <a:cubicBezTo>
                  <a:pt x="52735" y="73867"/>
                  <a:pt x="52771" y="73930"/>
                  <a:pt x="52808" y="73930"/>
                </a:cubicBezTo>
                <a:cubicBezTo>
                  <a:pt x="52882" y="74005"/>
                  <a:pt x="52882" y="74155"/>
                  <a:pt x="52918" y="74230"/>
                </a:cubicBezTo>
                <a:cubicBezTo>
                  <a:pt x="52986" y="74381"/>
                  <a:pt x="53096" y="74531"/>
                  <a:pt x="53206" y="74606"/>
                </a:cubicBezTo>
                <a:cubicBezTo>
                  <a:pt x="53243" y="74606"/>
                  <a:pt x="53280" y="74606"/>
                  <a:pt x="53353" y="74606"/>
                </a:cubicBezTo>
                <a:cubicBezTo>
                  <a:pt x="53390" y="74606"/>
                  <a:pt x="53427" y="74757"/>
                  <a:pt x="53500" y="74757"/>
                </a:cubicBezTo>
                <a:cubicBezTo>
                  <a:pt x="53531" y="74757"/>
                  <a:pt x="53604" y="74832"/>
                  <a:pt x="53678" y="74832"/>
                </a:cubicBezTo>
                <a:cubicBezTo>
                  <a:pt x="53751" y="74832"/>
                  <a:pt x="53788" y="74681"/>
                  <a:pt x="53825" y="74531"/>
                </a:cubicBezTo>
                <a:cubicBezTo>
                  <a:pt x="53862" y="74456"/>
                  <a:pt x="53825" y="74306"/>
                  <a:pt x="53862" y="74230"/>
                </a:cubicBezTo>
                <a:cubicBezTo>
                  <a:pt x="53935" y="74155"/>
                  <a:pt x="54045" y="74155"/>
                  <a:pt x="54150" y="74155"/>
                </a:cubicBezTo>
                <a:cubicBezTo>
                  <a:pt x="54186" y="74155"/>
                  <a:pt x="54223" y="74230"/>
                  <a:pt x="54297" y="74230"/>
                </a:cubicBezTo>
                <a:cubicBezTo>
                  <a:pt x="54333" y="74230"/>
                  <a:pt x="54370" y="74155"/>
                  <a:pt x="54444" y="74155"/>
                </a:cubicBezTo>
                <a:cubicBezTo>
                  <a:pt x="54517" y="74155"/>
                  <a:pt x="54517" y="74155"/>
                  <a:pt x="54517" y="74155"/>
                </a:cubicBezTo>
                <a:cubicBezTo>
                  <a:pt x="54658" y="74155"/>
                  <a:pt x="54732" y="74155"/>
                  <a:pt x="54879" y="74155"/>
                </a:cubicBezTo>
                <a:cubicBezTo>
                  <a:pt x="54915" y="74155"/>
                  <a:pt x="54989" y="74155"/>
                  <a:pt x="55019" y="74155"/>
                </a:cubicBezTo>
                <a:cubicBezTo>
                  <a:pt x="55062" y="74230"/>
                  <a:pt x="55019" y="74381"/>
                  <a:pt x="55093" y="74456"/>
                </a:cubicBezTo>
                <a:cubicBezTo>
                  <a:pt x="55203" y="74606"/>
                  <a:pt x="55313" y="74531"/>
                  <a:pt x="55424" y="74531"/>
                </a:cubicBezTo>
                <a:cubicBezTo>
                  <a:pt x="55534" y="74531"/>
                  <a:pt x="55565" y="74531"/>
                  <a:pt x="55638" y="74531"/>
                </a:cubicBezTo>
                <a:cubicBezTo>
                  <a:pt x="55712" y="74531"/>
                  <a:pt x="55748" y="74456"/>
                  <a:pt x="55785" y="74381"/>
                </a:cubicBezTo>
                <a:cubicBezTo>
                  <a:pt x="55822" y="74381"/>
                  <a:pt x="55895" y="74456"/>
                  <a:pt x="55932" y="74381"/>
                </a:cubicBezTo>
                <a:cubicBezTo>
                  <a:pt x="55969" y="74306"/>
                  <a:pt x="55969" y="74155"/>
                  <a:pt x="56006" y="74080"/>
                </a:cubicBezTo>
                <a:cubicBezTo>
                  <a:pt x="56036" y="74005"/>
                  <a:pt x="56073" y="73930"/>
                  <a:pt x="56147" y="73867"/>
                </a:cubicBezTo>
                <a:cubicBezTo>
                  <a:pt x="56183" y="73792"/>
                  <a:pt x="56220" y="73716"/>
                  <a:pt x="56294" y="73716"/>
                </a:cubicBezTo>
                <a:cubicBezTo>
                  <a:pt x="56367" y="73641"/>
                  <a:pt x="56441" y="73716"/>
                  <a:pt x="56551" y="73716"/>
                </a:cubicBezTo>
                <a:cubicBezTo>
                  <a:pt x="56655" y="73716"/>
                  <a:pt x="56728" y="73792"/>
                  <a:pt x="56839" y="73792"/>
                </a:cubicBezTo>
                <a:cubicBezTo>
                  <a:pt x="56912" y="73792"/>
                  <a:pt x="56912" y="73792"/>
                  <a:pt x="56912" y="73792"/>
                </a:cubicBezTo>
                <a:cubicBezTo>
                  <a:pt x="56986" y="73716"/>
                  <a:pt x="57022" y="73491"/>
                  <a:pt x="57096" y="73491"/>
                </a:cubicBezTo>
                <a:cubicBezTo>
                  <a:pt x="57200" y="73340"/>
                  <a:pt x="57310" y="73340"/>
                  <a:pt x="57457" y="73340"/>
                </a:cubicBezTo>
                <a:cubicBezTo>
                  <a:pt x="57531" y="73340"/>
                  <a:pt x="57635" y="73265"/>
                  <a:pt x="57672" y="73416"/>
                </a:cubicBezTo>
                <a:cubicBezTo>
                  <a:pt x="57709" y="73491"/>
                  <a:pt x="57709" y="73641"/>
                  <a:pt x="57709" y="73716"/>
                </a:cubicBezTo>
                <a:cubicBezTo>
                  <a:pt x="57745" y="73792"/>
                  <a:pt x="57782" y="73867"/>
                  <a:pt x="57819" y="73930"/>
                </a:cubicBezTo>
                <a:cubicBezTo>
                  <a:pt x="57819" y="74080"/>
                  <a:pt x="57819" y="74155"/>
                  <a:pt x="57856" y="74230"/>
                </a:cubicBezTo>
                <a:cubicBezTo>
                  <a:pt x="57856" y="74306"/>
                  <a:pt x="57856" y="74456"/>
                  <a:pt x="57892" y="74531"/>
                </a:cubicBezTo>
                <a:cubicBezTo>
                  <a:pt x="57929" y="74606"/>
                  <a:pt x="57966" y="74606"/>
                  <a:pt x="58039" y="74681"/>
                </a:cubicBezTo>
                <a:cubicBezTo>
                  <a:pt x="58076" y="74757"/>
                  <a:pt x="58113" y="74757"/>
                  <a:pt x="58180" y="74757"/>
                </a:cubicBezTo>
                <a:cubicBezTo>
                  <a:pt x="59381" y="74757"/>
                  <a:pt x="59381" y="74757"/>
                  <a:pt x="59381" y="74757"/>
                </a:cubicBezTo>
                <a:cubicBezTo>
                  <a:pt x="59381" y="75646"/>
                  <a:pt x="59381" y="75646"/>
                  <a:pt x="59381" y="75646"/>
                </a:cubicBezTo>
                <a:cubicBezTo>
                  <a:pt x="59381" y="75722"/>
                  <a:pt x="59344" y="75797"/>
                  <a:pt x="59344" y="75872"/>
                </a:cubicBezTo>
                <a:cubicBezTo>
                  <a:pt x="59344" y="76085"/>
                  <a:pt x="59381" y="76236"/>
                  <a:pt x="59344" y="76461"/>
                </a:cubicBezTo>
                <a:cubicBezTo>
                  <a:pt x="59344" y="76612"/>
                  <a:pt x="59381" y="76687"/>
                  <a:pt x="59344" y="76762"/>
                </a:cubicBezTo>
                <a:cubicBezTo>
                  <a:pt x="59344" y="76912"/>
                  <a:pt x="59271" y="76912"/>
                  <a:pt x="59234" y="77063"/>
                </a:cubicBezTo>
                <a:cubicBezTo>
                  <a:pt x="59234" y="77125"/>
                  <a:pt x="59197" y="77201"/>
                  <a:pt x="59197" y="77276"/>
                </a:cubicBezTo>
                <a:cubicBezTo>
                  <a:pt x="59197" y="77652"/>
                  <a:pt x="59160" y="77877"/>
                  <a:pt x="59160" y="78166"/>
                </a:cubicBezTo>
                <a:cubicBezTo>
                  <a:pt x="59160" y="78241"/>
                  <a:pt x="59160" y="78466"/>
                  <a:pt x="59130" y="78466"/>
                </a:cubicBezTo>
                <a:cubicBezTo>
                  <a:pt x="59130" y="78542"/>
                  <a:pt x="59056" y="78466"/>
                  <a:pt x="59019" y="78466"/>
                </a:cubicBezTo>
                <a:cubicBezTo>
                  <a:pt x="58946" y="78542"/>
                  <a:pt x="58983" y="78692"/>
                  <a:pt x="58946" y="78767"/>
                </a:cubicBezTo>
                <a:cubicBezTo>
                  <a:pt x="58983" y="78767"/>
                  <a:pt x="59019" y="78842"/>
                  <a:pt x="59093" y="78918"/>
                </a:cubicBezTo>
                <a:cubicBezTo>
                  <a:pt x="59160" y="78993"/>
                  <a:pt x="59271" y="78918"/>
                  <a:pt x="59344" y="79143"/>
                </a:cubicBezTo>
                <a:cubicBezTo>
                  <a:pt x="59418" y="79281"/>
                  <a:pt x="59344" y="79507"/>
                  <a:pt x="59381" y="79657"/>
                </a:cubicBezTo>
                <a:cubicBezTo>
                  <a:pt x="59418" y="79807"/>
                  <a:pt x="59418" y="79883"/>
                  <a:pt x="59454" y="79958"/>
                </a:cubicBezTo>
                <a:cubicBezTo>
                  <a:pt x="59491" y="80033"/>
                  <a:pt x="59565" y="80033"/>
                  <a:pt x="59601" y="80033"/>
                </a:cubicBezTo>
                <a:cubicBezTo>
                  <a:pt x="59638" y="80108"/>
                  <a:pt x="59705" y="80108"/>
                  <a:pt x="59742" y="80171"/>
                </a:cubicBezTo>
                <a:cubicBezTo>
                  <a:pt x="59779" y="80246"/>
                  <a:pt x="59742" y="80396"/>
                  <a:pt x="59779" y="80472"/>
                </a:cubicBezTo>
                <a:cubicBezTo>
                  <a:pt x="59852" y="80697"/>
                  <a:pt x="59963" y="80848"/>
                  <a:pt x="60030" y="81073"/>
                </a:cubicBezTo>
                <a:cubicBezTo>
                  <a:pt x="60030" y="81148"/>
                  <a:pt x="60067" y="81211"/>
                  <a:pt x="60067" y="81361"/>
                </a:cubicBezTo>
                <a:cubicBezTo>
                  <a:pt x="60140" y="81512"/>
                  <a:pt x="60208" y="81662"/>
                  <a:pt x="60245" y="81888"/>
                </a:cubicBezTo>
                <a:cubicBezTo>
                  <a:pt x="60281" y="82038"/>
                  <a:pt x="60318" y="82113"/>
                  <a:pt x="60318" y="82189"/>
                </a:cubicBezTo>
                <a:cubicBezTo>
                  <a:pt x="60355" y="82402"/>
                  <a:pt x="60318" y="82552"/>
                  <a:pt x="60318" y="82853"/>
                </a:cubicBezTo>
                <a:cubicBezTo>
                  <a:pt x="60318" y="83078"/>
                  <a:pt x="60355" y="83229"/>
                  <a:pt x="60392" y="83367"/>
                </a:cubicBezTo>
                <a:cubicBezTo>
                  <a:pt x="60428" y="83517"/>
                  <a:pt x="60502" y="83592"/>
                  <a:pt x="60502" y="83667"/>
                </a:cubicBezTo>
                <a:cubicBezTo>
                  <a:pt x="60502" y="83818"/>
                  <a:pt x="60465" y="83893"/>
                  <a:pt x="60465" y="83968"/>
                </a:cubicBezTo>
                <a:cubicBezTo>
                  <a:pt x="60465" y="84269"/>
                  <a:pt x="60465" y="84269"/>
                  <a:pt x="60465" y="84269"/>
                </a:cubicBezTo>
                <a:cubicBezTo>
                  <a:pt x="60465" y="84482"/>
                  <a:pt x="60502" y="84632"/>
                  <a:pt x="60539" y="84858"/>
                </a:cubicBezTo>
                <a:cubicBezTo>
                  <a:pt x="60575" y="84933"/>
                  <a:pt x="60649" y="84858"/>
                  <a:pt x="60679" y="85008"/>
                </a:cubicBezTo>
                <a:cubicBezTo>
                  <a:pt x="60716" y="85084"/>
                  <a:pt x="60679" y="85234"/>
                  <a:pt x="60679" y="85384"/>
                </a:cubicBezTo>
                <a:cubicBezTo>
                  <a:pt x="60679" y="85597"/>
                  <a:pt x="60679" y="85673"/>
                  <a:pt x="60679" y="85823"/>
                </a:cubicBezTo>
                <a:cubicBezTo>
                  <a:pt x="60679" y="85973"/>
                  <a:pt x="60649" y="86049"/>
                  <a:pt x="60649" y="86124"/>
                </a:cubicBezTo>
                <a:cubicBezTo>
                  <a:pt x="60649" y="86199"/>
                  <a:pt x="60649" y="86349"/>
                  <a:pt x="60612" y="86425"/>
                </a:cubicBezTo>
                <a:cubicBezTo>
                  <a:pt x="60575" y="86487"/>
                  <a:pt x="60502" y="86487"/>
                  <a:pt x="60465" y="86625"/>
                </a:cubicBezTo>
                <a:cubicBezTo>
                  <a:pt x="60355" y="86926"/>
                  <a:pt x="60281" y="87151"/>
                  <a:pt x="60245" y="87452"/>
                </a:cubicBezTo>
                <a:cubicBezTo>
                  <a:pt x="60245" y="87665"/>
                  <a:pt x="60281" y="87816"/>
                  <a:pt x="60245" y="88041"/>
                </a:cubicBezTo>
                <a:cubicBezTo>
                  <a:pt x="60245" y="88116"/>
                  <a:pt x="60245" y="88267"/>
                  <a:pt x="60208" y="88342"/>
                </a:cubicBezTo>
                <a:cubicBezTo>
                  <a:pt x="60208" y="88492"/>
                  <a:pt x="60104" y="88492"/>
                  <a:pt x="60067" y="88630"/>
                </a:cubicBezTo>
                <a:cubicBezTo>
                  <a:pt x="60067" y="88706"/>
                  <a:pt x="60030" y="88781"/>
                  <a:pt x="60030" y="88931"/>
                </a:cubicBezTo>
                <a:cubicBezTo>
                  <a:pt x="60000" y="89157"/>
                  <a:pt x="60030" y="89232"/>
                  <a:pt x="60030" y="89457"/>
                </a:cubicBezTo>
                <a:cubicBezTo>
                  <a:pt x="60030" y="89821"/>
                  <a:pt x="60000" y="90046"/>
                  <a:pt x="60067" y="90347"/>
                </a:cubicBezTo>
                <a:cubicBezTo>
                  <a:pt x="60067" y="90498"/>
                  <a:pt x="60140" y="90498"/>
                  <a:pt x="60177" y="90636"/>
                </a:cubicBezTo>
                <a:cubicBezTo>
                  <a:pt x="60245" y="90723"/>
                  <a:pt x="60318" y="90723"/>
                  <a:pt x="60318" y="90861"/>
                </a:cubicBezTo>
                <a:cubicBezTo>
                  <a:pt x="60318" y="90936"/>
                  <a:pt x="60318" y="91012"/>
                  <a:pt x="60318" y="91087"/>
                </a:cubicBezTo>
                <a:cubicBezTo>
                  <a:pt x="60318" y="91237"/>
                  <a:pt x="60318" y="91312"/>
                  <a:pt x="60318" y="91387"/>
                </a:cubicBezTo>
                <a:cubicBezTo>
                  <a:pt x="60318" y="91538"/>
                  <a:pt x="60355" y="91613"/>
                  <a:pt x="60392" y="91688"/>
                </a:cubicBezTo>
                <a:cubicBezTo>
                  <a:pt x="60428" y="91826"/>
                  <a:pt x="60428" y="91901"/>
                  <a:pt x="60465" y="91977"/>
                </a:cubicBezTo>
                <a:cubicBezTo>
                  <a:pt x="60539" y="92127"/>
                  <a:pt x="60679" y="92277"/>
                  <a:pt x="60790" y="92428"/>
                </a:cubicBezTo>
                <a:cubicBezTo>
                  <a:pt x="60790" y="92503"/>
                  <a:pt x="60790" y="92578"/>
                  <a:pt x="60790" y="92716"/>
                </a:cubicBezTo>
                <a:cubicBezTo>
                  <a:pt x="60790" y="92866"/>
                  <a:pt x="60826" y="92942"/>
                  <a:pt x="60863" y="93017"/>
                </a:cubicBezTo>
                <a:cubicBezTo>
                  <a:pt x="60863" y="93167"/>
                  <a:pt x="60863" y="93242"/>
                  <a:pt x="60900" y="93318"/>
                </a:cubicBezTo>
                <a:cubicBezTo>
                  <a:pt x="60900" y="93468"/>
                  <a:pt x="60863" y="93543"/>
                  <a:pt x="60900" y="93618"/>
                </a:cubicBezTo>
                <a:cubicBezTo>
                  <a:pt x="60900" y="93769"/>
                  <a:pt x="61010" y="93769"/>
                  <a:pt x="61010" y="93907"/>
                </a:cubicBezTo>
                <a:cubicBezTo>
                  <a:pt x="61010" y="95398"/>
                  <a:pt x="61010" y="95398"/>
                  <a:pt x="61010" y="95398"/>
                </a:cubicBezTo>
                <a:cubicBezTo>
                  <a:pt x="61010" y="95548"/>
                  <a:pt x="61047" y="95699"/>
                  <a:pt x="61047" y="95912"/>
                </a:cubicBezTo>
                <a:cubicBezTo>
                  <a:pt x="61047" y="95987"/>
                  <a:pt x="61047" y="96137"/>
                  <a:pt x="61047" y="96213"/>
                </a:cubicBezTo>
                <a:cubicBezTo>
                  <a:pt x="61084" y="96438"/>
                  <a:pt x="61151" y="96589"/>
                  <a:pt x="61194" y="96814"/>
                </a:cubicBezTo>
                <a:cubicBezTo>
                  <a:pt x="61298" y="97102"/>
                  <a:pt x="61482" y="97178"/>
                  <a:pt x="61592" y="97554"/>
                </a:cubicBezTo>
                <a:cubicBezTo>
                  <a:pt x="61592" y="97629"/>
                  <a:pt x="61592" y="97779"/>
                  <a:pt x="61592" y="97854"/>
                </a:cubicBezTo>
                <a:cubicBezTo>
                  <a:pt x="61592" y="97930"/>
                  <a:pt x="61629" y="98067"/>
                  <a:pt x="61629" y="98143"/>
                </a:cubicBezTo>
                <a:cubicBezTo>
                  <a:pt x="61629" y="98218"/>
                  <a:pt x="61666" y="98293"/>
                  <a:pt x="61696" y="98443"/>
                </a:cubicBezTo>
                <a:cubicBezTo>
                  <a:pt x="61739" y="98669"/>
                  <a:pt x="61739" y="98819"/>
                  <a:pt x="61807" y="98957"/>
                </a:cubicBezTo>
                <a:cubicBezTo>
                  <a:pt x="61807" y="99108"/>
                  <a:pt x="61880" y="99183"/>
                  <a:pt x="61954" y="99258"/>
                </a:cubicBezTo>
                <a:cubicBezTo>
                  <a:pt x="61990" y="99408"/>
                  <a:pt x="62064" y="99333"/>
                  <a:pt x="62064" y="99484"/>
                </a:cubicBezTo>
                <a:cubicBezTo>
                  <a:pt x="62101" y="99709"/>
                  <a:pt x="62064" y="99860"/>
                  <a:pt x="62064" y="100073"/>
                </a:cubicBezTo>
                <a:cubicBezTo>
                  <a:pt x="62101" y="100148"/>
                  <a:pt x="62137" y="100223"/>
                  <a:pt x="62137" y="100373"/>
                </a:cubicBezTo>
                <a:cubicBezTo>
                  <a:pt x="62174" y="100449"/>
                  <a:pt x="62241" y="100524"/>
                  <a:pt x="62241" y="100674"/>
                </a:cubicBezTo>
                <a:cubicBezTo>
                  <a:pt x="62241" y="100749"/>
                  <a:pt x="62241" y="100749"/>
                  <a:pt x="62241" y="100749"/>
                </a:cubicBezTo>
                <a:cubicBezTo>
                  <a:pt x="62241" y="100900"/>
                  <a:pt x="62137" y="100900"/>
                  <a:pt x="62101" y="100975"/>
                </a:cubicBezTo>
                <a:cubicBezTo>
                  <a:pt x="62064" y="101125"/>
                  <a:pt x="62027" y="101188"/>
                  <a:pt x="61990" y="101263"/>
                </a:cubicBezTo>
                <a:cubicBezTo>
                  <a:pt x="61990" y="101338"/>
                  <a:pt x="62027" y="101489"/>
                  <a:pt x="61990" y="101564"/>
                </a:cubicBezTo>
                <a:cubicBezTo>
                  <a:pt x="62064" y="101564"/>
                  <a:pt x="62101" y="101639"/>
                  <a:pt x="62137" y="101639"/>
                </a:cubicBezTo>
                <a:cubicBezTo>
                  <a:pt x="62278" y="101639"/>
                  <a:pt x="62278" y="101639"/>
                  <a:pt x="62278" y="101639"/>
                </a:cubicBezTo>
                <a:cubicBezTo>
                  <a:pt x="62278" y="101714"/>
                  <a:pt x="62278" y="101865"/>
                  <a:pt x="62278" y="101940"/>
                </a:cubicBezTo>
                <a:cubicBezTo>
                  <a:pt x="62278" y="102015"/>
                  <a:pt x="62278" y="102153"/>
                  <a:pt x="62278" y="102228"/>
                </a:cubicBezTo>
                <a:cubicBezTo>
                  <a:pt x="62315" y="102303"/>
                  <a:pt x="62388" y="102303"/>
                  <a:pt x="62425" y="102379"/>
                </a:cubicBezTo>
                <a:cubicBezTo>
                  <a:pt x="62462" y="102454"/>
                  <a:pt x="62499" y="102529"/>
                  <a:pt x="62572" y="102529"/>
                </a:cubicBezTo>
                <a:cubicBezTo>
                  <a:pt x="63258" y="102529"/>
                  <a:pt x="63258" y="102529"/>
                  <a:pt x="63258" y="102529"/>
                </a:cubicBezTo>
                <a:cubicBezTo>
                  <a:pt x="63369" y="102529"/>
                  <a:pt x="63442" y="102379"/>
                  <a:pt x="63552" y="102303"/>
                </a:cubicBezTo>
                <a:cubicBezTo>
                  <a:pt x="63663" y="102228"/>
                  <a:pt x="63730" y="102153"/>
                  <a:pt x="63840" y="102153"/>
                </a:cubicBezTo>
                <a:cubicBezTo>
                  <a:pt x="64716" y="102153"/>
                  <a:pt x="64716" y="102153"/>
                  <a:pt x="64716" y="102153"/>
                </a:cubicBezTo>
                <a:cubicBezTo>
                  <a:pt x="64716" y="102015"/>
                  <a:pt x="64790" y="102015"/>
                  <a:pt x="64790" y="101865"/>
                </a:cubicBezTo>
                <a:cubicBezTo>
                  <a:pt x="64820" y="101790"/>
                  <a:pt x="64790" y="101639"/>
                  <a:pt x="64790" y="101564"/>
                </a:cubicBezTo>
                <a:cubicBezTo>
                  <a:pt x="64820" y="101489"/>
                  <a:pt x="64894" y="101489"/>
                  <a:pt x="64931" y="101489"/>
                </a:cubicBezTo>
                <a:cubicBezTo>
                  <a:pt x="65004" y="101489"/>
                  <a:pt x="65041" y="101489"/>
                  <a:pt x="65078" y="101489"/>
                </a:cubicBezTo>
                <a:cubicBezTo>
                  <a:pt x="65188" y="101489"/>
                  <a:pt x="65261" y="101489"/>
                  <a:pt x="65366" y="101414"/>
                </a:cubicBezTo>
                <a:cubicBezTo>
                  <a:pt x="65402" y="101414"/>
                  <a:pt x="65476" y="101414"/>
                  <a:pt x="65513" y="101338"/>
                </a:cubicBezTo>
                <a:cubicBezTo>
                  <a:pt x="65549" y="101263"/>
                  <a:pt x="65586" y="101188"/>
                  <a:pt x="65623" y="101038"/>
                </a:cubicBezTo>
                <a:cubicBezTo>
                  <a:pt x="65623" y="100975"/>
                  <a:pt x="65586" y="100825"/>
                  <a:pt x="65623" y="100749"/>
                </a:cubicBezTo>
                <a:cubicBezTo>
                  <a:pt x="65623" y="100674"/>
                  <a:pt x="65696" y="100749"/>
                  <a:pt x="65733" y="100674"/>
                </a:cubicBezTo>
                <a:cubicBezTo>
                  <a:pt x="65807" y="100599"/>
                  <a:pt x="65837" y="100524"/>
                  <a:pt x="65874" y="100449"/>
                </a:cubicBezTo>
                <a:cubicBezTo>
                  <a:pt x="65947" y="100298"/>
                  <a:pt x="65984" y="100223"/>
                  <a:pt x="66021" y="100148"/>
                </a:cubicBezTo>
                <a:cubicBezTo>
                  <a:pt x="66094" y="100010"/>
                  <a:pt x="66131" y="100010"/>
                  <a:pt x="66168" y="99860"/>
                </a:cubicBezTo>
                <a:cubicBezTo>
                  <a:pt x="66205" y="99634"/>
                  <a:pt x="66205" y="99484"/>
                  <a:pt x="66278" y="99258"/>
                </a:cubicBezTo>
                <a:cubicBezTo>
                  <a:pt x="66309" y="99183"/>
                  <a:pt x="66346" y="99108"/>
                  <a:pt x="66419" y="98957"/>
                </a:cubicBezTo>
                <a:cubicBezTo>
                  <a:pt x="66529" y="98819"/>
                  <a:pt x="66640" y="98744"/>
                  <a:pt x="66676" y="98519"/>
                </a:cubicBezTo>
                <a:cubicBezTo>
                  <a:pt x="66713" y="98368"/>
                  <a:pt x="66713" y="98293"/>
                  <a:pt x="66713" y="98218"/>
                </a:cubicBezTo>
                <a:cubicBezTo>
                  <a:pt x="66750" y="98067"/>
                  <a:pt x="66823" y="97992"/>
                  <a:pt x="66854" y="97930"/>
                </a:cubicBezTo>
                <a:cubicBezTo>
                  <a:pt x="66928" y="97779"/>
                  <a:pt x="66964" y="97779"/>
                  <a:pt x="67001" y="97629"/>
                </a:cubicBezTo>
                <a:cubicBezTo>
                  <a:pt x="67038" y="97328"/>
                  <a:pt x="67038" y="97178"/>
                  <a:pt x="67038" y="96877"/>
                </a:cubicBezTo>
                <a:cubicBezTo>
                  <a:pt x="67038" y="96739"/>
                  <a:pt x="67075" y="96664"/>
                  <a:pt x="67038" y="96513"/>
                </a:cubicBezTo>
                <a:cubicBezTo>
                  <a:pt x="67038" y="96363"/>
                  <a:pt x="66964" y="96363"/>
                  <a:pt x="66928" y="96213"/>
                </a:cubicBezTo>
                <a:cubicBezTo>
                  <a:pt x="66928" y="96137"/>
                  <a:pt x="66928" y="95987"/>
                  <a:pt x="66891" y="95912"/>
                </a:cubicBezTo>
                <a:cubicBezTo>
                  <a:pt x="66964" y="95849"/>
                  <a:pt x="66964" y="95699"/>
                  <a:pt x="67038" y="95699"/>
                </a:cubicBezTo>
                <a:cubicBezTo>
                  <a:pt x="67075" y="95699"/>
                  <a:pt x="67148" y="95699"/>
                  <a:pt x="67185" y="95699"/>
                </a:cubicBezTo>
                <a:cubicBezTo>
                  <a:pt x="67222" y="95699"/>
                  <a:pt x="67295" y="95699"/>
                  <a:pt x="67326" y="95699"/>
                </a:cubicBezTo>
                <a:cubicBezTo>
                  <a:pt x="67399" y="95699"/>
                  <a:pt x="67399" y="95473"/>
                  <a:pt x="67473" y="95398"/>
                </a:cubicBezTo>
                <a:cubicBezTo>
                  <a:pt x="67509" y="95323"/>
                  <a:pt x="67546" y="95323"/>
                  <a:pt x="67620" y="95172"/>
                </a:cubicBezTo>
                <a:cubicBezTo>
                  <a:pt x="67656" y="95097"/>
                  <a:pt x="67656" y="94947"/>
                  <a:pt x="67693" y="94947"/>
                </a:cubicBezTo>
                <a:cubicBezTo>
                  <a:pt x="67767" y="94884"/>
                  <a:pt x="67803" y="94796"/>
                  <a:pt x="67840" y="94734"/>
                </a:cubicBezTo>
                <a:cubicBezTo>
                  <a:pt x="67871" y="94659"/>
                  <a:pt x="67981" y="94734"/>
                  <a:pt x="67981" y="94659"/>
                </a:cubicBezTo>
                <a:cubicBezTo>
                  <a:pt x="68018" y="94583"/>
                  <a:pt x="67981" y="94433"/>
                  <a:pt x="67981" y="94358"/>
                </a:cubicBezTo>
                <a:cubicBezTo>
                  <a:pt x="67981" y="93982"/>
                  <a:pt x="67944" y="93831"/>
                  <a:pt x="67908" y="93468"/>
                </a:cubicBezTo>
                <a:cubicBezTo>
                  <a:pt x="67908" y="93318"/>
                  <a:pt x="67871" y="93092"/>
                  <a:pt x="67840" y="92942"/>
                </a:cubicBezTo>
                <a:cubicBezTo>
                  <a:pt x="67840" y="92716"/>
                  <a:pt x="67803" y="92503"/>
                  <a:pt x="67730" y="92353"/>
                </a:cubicBezTo>
                <a:cubicBezTo>
                  <a:pt x="67693" y="92127"/>
                  <a:pt x="67620" y="92052"/>
                  <a:pt x="67620" y="91751"/>
                </a:cubicBezTo>
                <a:cubicBezTo>
                  <a:pt x="67620" y="91613"/>
                  <a:pt x="67693" y="91613"/>
                  <a:pt x="67730" y="91463"/>
                </a:cubicBezTo>
                <a:cubicBezTo>
                  <a:pt x="67803" y="91387"/>
                  <a:pt x="67803" y="91312"/>
                  <a:pt x="67840" y="91162"/>
                </a:cubicBezTo>
                <a:cubicBezTo>
                  <a:pt x="67871" y="91087"/>
                  <a:pt x="67908" y="91012"/>
                  <a:pt x="67981" y="90936"/>
                </a:cubicBezTo>
                <a:cubicBezTo>
                  <a:pt x="68018" y="90861"/>
                  <a:pt x="68091" y="90861"/>
                  <a:pt x="68128" y="90861"/>
                </a:cubicBezTo>
                <a:cubicBezTo>
                  <a:pt x="68165" y="90786"/>
                  <a:pt x="68165" y="90636"/>
                  <a:pt x="68202" y="90573"/>
                </a:cubicBezTo>
                <a:cubicBezTo>
                  <a:pt x="68238" y="90422"/>
                  <a:pt x="68312" y="90422"/>
                  <a:pt x="68349" y="90272"/>
                </a:cubicBezTo>
                <a:cubicBezTo>
                  <a:pt x="68379" y="90197"/>
                  <a:pt x="68349" y="90046"/>
                  <a:pt x="68416" y="89971"/>
                </a:cubicBezTo>
                <a:cubicBezTo>
                  <a:pt x="68490" y="89821"/>
                  <a:pt x="68563" y="89746"/>
                  <a:pt x="68673" y="89671"/>
                </a:cubicBezTo>
                <a:cubicBezTo>
                  <a:pt x="68747" y="89671"/>
                  <a:pt x="68784" y="89671"/>
                  <a:pt x="68820" y="89608"/>
                </a:cubicBezTo>
                <a:cubicBezTo>
                  <a:pt x="68857" y="89608"/>
                  <a:pt x="68924" y="89671"/>
                  <a:pt x="68961" y="89608"/>
                </a:cubicBezTo>
                <a:cubicBezTo>
                  <a:pt x="69035" y="89608"/>
                  <a:pt x="69035" y="89457"/>
                  <a:pt x="69108" y="89382"/>
                </a:cubicBezTo>
                <a:cubicBezTo>
                  <a:pt x="69218" y="89307"/>
                  <a:pt x="69292" y="89232"/>
                  <a:pt x="69396" y="89081"/>
                </a:cubicBezTo>
                <a:cubicBezTo>
                  <a:pt x="69470" y="88856"/>
                  <a:pt x="69543" y="88706"/>
                  <a:pt x="69543" y="88492"/>
                </a:cubicBezTo>
                <a:cubicBezTo>
                  <a:pt x="69580" y="88267"/>
                  <a:pt x="69543" y="88116"/>
                  <a:pt x="69543" y="87891"/>
                </a:cubicBezTo>
                <a:cubicBezTo>
                  <a:pt x="69543" y="87816"/>
                  <a:pt x="69580" y="87740"/>
                  <a:pt x="69580" y="87590"/>
                </a:cubicBezTo>
                <a:cubicBezTo>
                  <a:pt x="69580" y="87227"/>
                  <a:pt x="69580" y="87227"/>
                  <a:pt x="69580" y="87227"/>
                </a:cubicBezTo>
                <a:cubicBezTo>
                  <a:pt x="69580" y="87001"/>
                  <a:pt x="69617" y="86926"/>
                  <a:pt x="69580" y="86775"/>
                </a:cubicBezTo>
                <a:cubicBezTo>
                  <a:pt x="69580" y="86625"/>
                  <a:pt x="69506" y="86550"/>
                  <a:pt x="69506" y="86487"/>
                </a:cubicBezTo>
                <a:cubicBezTo>
                  <a:pt x="69506" y="84783"/>
                  <a:pt x="69506" y="84783"/>
                  <a:pt x="69506" y="84783"/>
                </a:cubicBezTo>
                <a:cubicBezTo>
                  <a:pt x="69470" y="84708"/>
                  <a:pt x="69433" y="84632"/>
                  <a:pt x="69396" y="84557"/>
                </a:cubicBezTo>
                <a:cubicBezTo>
                  <a:pt x="69292" y="84269"/>
                  <a:pt x="69255" y="83968"/>
                  <a:pt x="69182" y="83592"/>
                </a:cubicBezTo>
                <a:cubicBezTo>
                  <a:pt x="69182" y="83442"/>
                  <a:pt x="69255" y="83304"/>
                  <a:pt x="69255" y="83078"/>
                </a:cubicBezTo>
                <a:cubicBezTo>
                  <a:pt x="69255" y="82928"/>
                  <a:pt x="69218" y="82853"/>
                  <a:pt x="69218" y="82778"/>
                </a:cubicBezTo>
                <a:cubicBezTo>
                  <a:pt x="69218" y="82627"/>
                  <a:pt x="69255" y="82552"/>
                  <a:pt x="69255" y="82477"/>
                </a:cubicBezTo>
                <a:cubicBezTo>
                  <a:pt x="69255" y="82402"/>
                  <a:pt x="69182" y="82326"/>
                  <a:pt x="69182" y="82189"/>
                </a:cubicBezTo>
                <a:cubicBezTo>
                  <a:pt x="69182" y="82113"/>
                  <a:pt x="69108" y="82038"/>
                  <a:pt x="69108" y="81888"/>
                </a:cubicBezTo>
                <a:cubicBezTo>
                  <a:pt x="69108" y="81737"/>
                  <a:pt x="69108" y="81737"/>
                  <a:pt x="69108" y="81737"/>
                </a:cubicBezTo>
                <a:cubicBezTo>
                  <a:pt x="69108" y="81587"/>
                  <a:pt x="69108" y="81437"/>
                  <a:pt x="69145" y="81361"/>
                </a:cubicBezTo>
                <a:cubicBezTo>
                  <a:pt x="69145" y="81211"/>
                  <a:pt x="69145" y="81148"/>
                  <a:pt x="69145" y="81073"/>
                </a:cubicBezTo>
                <a:cubicBezTo>
                  <a:pt x="69145" y="80923"/>
                  <a:pt x="69255" y="80923"/>
                  <a:pt x="69292" y="80848"/>
                </a:cubicBezTo>
                <a:cubicBezTo>
                  <a:pt x="69396" y="80472"/>
                  <a:pt x="69543" y="80321"/>
                  <a:pt x="69617" y="79958"/>
                </a:cubicBezTo>
                <a:cubicBezTo>
                  <a:pt x="69653" y="79883"/>
                  <a:pt x="69653" y="79807"/>
                  <a:pt x="69653" y="79657"/>
                </a:cubicBezTo>
                <a:cubicBezTo>
                  <a:pt x="69690" y="79582"/>
                  <a:pt x="69764" y="79507"/>
                  <a:pt x="69764" y="79431"/>
                </a:cubicBezTo>
                <a:cubicBezTo>
                  <a:pt x="69800" y="79281"/>
                  <a:pt x="69800" y="79206"/>
                  <a:pt x="69800" y="79143"/>
                </a:cubicBezTo>
                <a:cubicBezTo>
                  <a:pt x="69837" y="78918"/>
                  <a:pt x="69874" y="78767"/>
                  <a:pt x="69941" y="78542"/>
                </a:cubicBezTo>
                <a:cubicBezTo>
                  <a:pt x="69978" y="78466"/>
                  <a:pt x="70052" y="78391"/>
                  <a:pt x="70088" y="78316"/>
                </a:cubicBezTo>
                <a:cubicBezTo>
                  <a:pt x="70125" y="78241"/>
                  <a:pt x="70199" y="78166"/>
                  <a:pt x="70235" y="78090"/>
                </a:cubicBezTo>
                <a:cubicBezTo>
                  <a:pt x="70272" y="78028"/>
                  <a:pt x="70309" y="77953"/>
                  <a:pt x="70346" y="77802"/>
                </a:cubicBezTo>
                <a:cubicBezTo>
                  <a:pt x="70413" y="77652"/>
                  <a:pt x="70486" y="77501"/>
                  <a:pt x="70597" y="77351"/>
                </a:cubicBezTo>
                <a:cubicBezTo>
                  <a:pt x="70670" y="77201"/>
                  <a:pt x="70707" y="77125"/>
                  <a:pt x="70744" y="77063"/>
                </a:cubicBezTo>
                <a:cubicBezTo>
                  <a:pt x="70817" y="76912"/>
                  <a:pt x="70817" y="76837"/>
                  <a:pt x="70891" y="76762"/>
                </a:cubicBezTo>
                <a:cubicBezTo>
                  <a:pt x="70995" y="76612"/>
                  <a:pt x="71068" y="76536"/>
                  <a:pt x="71179" y="76386"/>
                </a:cubicBezTo>
                <a:cubicBezTo>
                  <a:pt x="71215" y="76311"/>
                  <a:pt x="71215" y="76160"/>
                  <a:pt x="71252" y="76085"/>
                </a:cubicBezTo>
                <a:cubicBezTo>
                  <a:pt x="71289" y="76010"/>
                  <a:pt x="71326" y="76010"/>
                  <a:pt x="71399" y="75872"/>
                </a:cubicBezTo>
                <a:cubicBezTo>
                  <a:pt x="71399" y="75797"/>
                  <a:pt x="71399" y="75646"/>
                  <a:pt x="71399" y="75646"/>
                </a:cubicBezTo>
                <a:cubicBezTo>
                  <a:pt x="71430" y="75571"/>
                  <a:pt x="71503" y="75571"/>
                  <a:pt x="71540" y="75571"/>
                </a:cubicBezTo>
                <a:cubicBezTo>
                  <a:pt x="71614" y="75496"/>
                  <a:pt x="71650" y="75346"/>
                  <a:pt x="71687" y="75346"/>
                </a:cubicBezTo>
                <a:cubicBezTo>
                  <a:pt x="71761" y="75271"/>
                  <a:pt x="71797" y="75195"/>
                  <a:pt x="71834" y="75120"/>
                </a:cubicBezTo>
                <a:cubicBezTo>
                  <a:pt x="71871" y="75045"/>
                  <a:pt x="71944" y="75045"/>
                  <a:pt x="71975" y="74982"/>
                </a:cubicBezTo>
                <a:cubicBezTo>
                  <a:pt x="72012" y="74895"/>
                  <a:pt x="72049" y="74757"/>
                  <a:pt x="72085" y="74681"/>
                </a:cubicBezTo>
                <a:cubicBezTo>
                  <a:pt x="72159" y="74381"/>
                  <a:pt x="72122" y="74155"/>
                  <a:pt x="72196" y="73792"/>
                </a:cubicBezTo>
                <a:cubicBezTo>
                  <a:pt x="72196" y="73716"/>
                  <a:pt x="72306" y="73716"/>
                  <a:pt x="72343" y="73641"/>
                </a:cubicBezTo>
                <a:cubicBezTo>
                  <a:pt x="72379" y="73491"/>
                  <a:pt x="72416" y="73416"/>
                  <a:pt x="72447" y="73340"/>
                </a:cubicBezTo>
                <a:cubicBezTo>
                  <a:pt x="72520" y="73265"/>
                  <a:pt x="72594" y="73190"/>
                  <a:pt x="72630" y="73115"/>
                </a:cubicBezTo>
                <a:cubicBezTo>
                  <a:pt x="72704" y="73040"/>
                  <a:pt x="72704" y="72902"/>
                  <a:pt x="72741" y="72814"/>
                </a:cubicBezTo>
                <a:cubicBezTo>
                  <a:pt x="72777" y="72751"/>
                  <a:pt x="72814" y="72676"/>
                  <a:pt x="72851" y="72526"/>
                </a:cubicBezTo>
                <a:cubicBezTo>
                  <a:pt x="72888" y="72300"/>
                  <a:pt x="72888" y="72150"/>
                  <a:pt x="72888" y="71924"/>
                </a:cubicBezTo>
                <a:cubicBezTo>
                  <a:pt x="72888" y="71786"/>
                  <a:pt x="72888" y="71636"/>
                  <a:pt x="72888" y="71410"/>
                </a:cubicBezTo>
                <a:cubicBezTo>
                  <a:pt x="72888" y="71034"/>
                  <a:pt x="72992" y="70821"/>
                  <a:pt x="72992" y="70445"/>
                </a:cubicBezTo>
                <a:cubicBezTo>
                  <a:pt x="72992" y="69844"/>
                  <a:pt x="72992" y="69844"/>
                  <a:pt x="72992" y="69844"/>
                </a:cubicBezTo>
                <a:cubicBezTo>
                  <a:pt x="72924" y="69844"/>
                  <a:pt x="72851" y="69844"/>
                  <a:pt x="72777" y="69844"/>
                </a:cubicBezTo>
                <a:cubicBezTo>
                  <a:pt x="72704" y="69844"/>
                  <a:pt x="72594" y="69844"/>
                  <a:pt x="72520" y="69844"/>
                </a:cubicBezTo>
                <a:cubicBezTo>
                  <a:pt x="72490" y="69919"/>
                  <a:pt x="72447" y="70069"/>
                  <a:pt x="72379" y="70069"/>
                </a:cubicBezTo>
                <a:cubicBezTo>
                  <a:pt x="72232" y="70295"/>
                  <a:pt x="72122" y="70521"/>
                  <a:pt x="71908" y="70521"/>
                </a:cubicBezTo>
                <a:cubicBezTo>
                  <a:pt x="71797" y="70521"/>
                  <a:pt x="71761" y="70370"/>
                  <a:pt x="71650" y="70370"/>
                </a:cubicBezTo>
                <a:cubicBezTo>
                  <a:pt x="71503" y="70370"/>
                  <a:pt x="71503" y="70370"/>
                  <a:pt x="71503" y="70370"/>
                </a:cubicBezTo>
                <a:cubicBezTo>
                  <a:pt x="71399" y="70370"/>
                  <a:pt x="71362" y="70445"/>
                  <a:pt x="71252" y="70445"/>
                </a:cubicBezTo>
                <a:cubicBezTo>
                  <a:pt x="71142" y="70445"/>
                  <a:pt x="71068" y="70445"/>
                  <a:pt x="70958" y="70445"/>
                </a:cubicBezTo>
                <a:cubicBezTo>
                  <a:pt x="70928" y="70445"/>
                  <a:pt x="70817" y="70370"/>
                  <a:pt x="70744" y="70295"/>
                </a:cubicBezTo>
                <a:cubicBezTo>
                  <a:pt x="70670" y="69994"/>
                  <a:pt x="70670" y="69994"/>
                  <a:pt x="70670" y="69994"/>
                </a:cubicBezTo>
                <a:cubicBezTo>
                  <a:pt x="70670" y="69919"/>
                  <a:pt x="70597" y="69844"/>
                  <a:pt x="70560" y="69769"/>
                </a:cubicBezTo>
                <a:cubicBezTo>
                  <a:pt x="70560" y="69631"/>
                  <a:pt x="70597" y="69556"/>
                  <a:pt x="70560" y="69480"/>
                </a:cubicBezTo>
                <a:cubicBezTo>
                  <a:pt x="70560" y="69330"/>
                  <a:pt x="70450" y="69405"/>
                  <a:pt x="70450" y="69330"/>
                </a:cubicBezTo>
                <a:cubicBezTo>
                  <a:pt x="70382" y="69029"/>
                  <a:pt x="70382" y="69029"/>
                  <a:pt x="70382" y="69029"/>
                </a:cubicBezTo>
                <a:cubicBezTo>
                  <a:pt x="70346" y="68954"/>
                  <a:pt x="70382" y="68804"/>
                  <a:pt x="70382" y="68741"/>
                </a:cubicBezTo>
                <a:cubicBezTo>
                  <a:pt x="70346" y="68653"/>
                  <a:pt x="70272" y="68591"/>
                  <a:pt x="70235" y="68515"/>
                </a:cubicBezTo>
                <a:cubicBezTo>
                  <a:pt x="70199" y="68515"/>
                  <a:pt x="70125" y="68591"/>
                  <a:pt x="70088" y="68515"/>
                </a:cubicBezTo>
                <a:cubicBezTo>
                  <a:pt x="70015" y="68440"/>
                  <a:pt x="69978" y="68365"/>
                  <a:pt x="69941" y="68215"/>
                </a:cubicBezTo>
                <a:cubicBezTo>
                  <a:pt x="69911" y="68139"/>
                  <a:pt x="69911" y="68064"/>
                  <a:pt x="69837" y="67914"/>
                </a:cubicBezTo>
                <a:cubicBezTo>
                  <a:pt x="69800" y="67914"/>
                  <a:pt x="69764" y="67914"/>
                  <a:pt x="69690" y="67839"/>
                </a:cubicBezTo>
                <a:cubicBezTo>
                  <a:pt x="69653" y="67688"/>
                  <a:pt x="69653" y="67550"/>
                  <a:pt x="69580" y="67550"/>
                </a:cubicBezTo>
                <a:cubicBezTo>
                  <a:pt x="69543" y="67475"/>
                  <a:pt x="69506" y="67400"/>
                  <a:pt x="69470" y="67400"/>
                </a:cubicBezTo>
                <a:cubicBezTo>
                  <a:pt x="69396" y="67325"/>
                  <a:pt x="69366" y="67400"/>
                  <a:pt x="69329" y="67400"/>
                </a:cubicBezTo>
                <a:cubicBezTo>
                  <a:pt x="69255" y="67325"/>
                  <a:pt x="69218" y="67250"/>
                  <a:pt x="69182" y="67174"/>
                </a:cubicBezTo>
                <a:cubicBezTo>
                  <a:pt x="69071" y="67024"/>
                  <a:pt x="69071" y="66798"/>
                  <a:pt x="69035" y="66573"/>
                </a:cubicBezTo>
                <a:cubicBezTo>
                  <a:pt x="69035" y="66510"/>
                  <a:pt x="68998" y="66435"/>
                  <a:pt x="68998" y="66285"/>
                </a:cubicBezTo>
                <a:cubicBezTo>
                  <a:pt x="68998" y="66134"/>
                  <a:pt x="68998" y="65909"/>
                  <a:pt x="68961" y="65758"/>
                </a:cubicBezTo>
                <a:cubicBezTo>
                  <a:pt x="68924" y="65608"/>
                  <a:pt x="68857" y="65608"/>
                  <a:pt x="68820" y="65545"/>
                </a:cubicBezTo>
                <a:cubicBezTo>
                  <a:pt x="68747" y="65320"/>
                  <a:pt x="68673" y="65169"/>
                  <a:pt x="68600" y="64944"/>
                </a:cubicBezTo>
                <a:cubicBezTo>
                  <a:pt x="68600" y="64793"/>
                  <a:pt x="68526" y="64793"/>
                  <a:pt x="68526" y="64643"/>
                </a:cubicBezTo>
                <a:cubicBezTo>
                  <a:pt x="68526" y="64568"/>
                  <a:pt x="68563" y="64492"/>
                  <a:pt x="68563" y="64355"/>
                </a:cubicBezTo>
                <a:cubicBezTo>
                  <a:pt x="68563" y="64054"/>
                  <a:pt x="68563" y="64054"/>
                  <a:pt x="68563" y="64054"/>
                </a:cubicBezTo>
                <a:cubicBezTo>
                  <a:pt x="68563" y="63903"/>
                  <a:pt x="68563" y="63678"/>
                  <a:pt x="68526" y="63527"/>
                </a:cubicBezTo>
                <a:cubicBezTo>
                  <a:pt x="68490" y="63390"/>
                  <a:pt x="68416" y="63390"/>
                  <a:pt x="68416" y="63239"/>
                </a:cubicBezTo>
                <a:cubicBezTo>
                  <a:pt x="68349" y="63014"/>
                  <a:pt x="68349" y="62863"/>
                  <a:pt x="68275" y="62638"/>
                </a:cubicBezTo>
                <a:cubicBezTo>
                  <a:pt x="68238" y="62562"/>
                  <a:pt x="68238" y="62487"/>
                  <a:pt x="68202" y="62349"/>
                </a:cubicBezTo>
                <a:cubicBezTo>
                  <a:pt x="68165" y="62274"/>
                  <a:pt x="68091" y="62349"/>
                  <a:pt x="68055" y="62199"/>
                </a:cubicBezTo>
                <a:cubicBezTo>
                  <a:pt x="68018" y="62124"/>
                  <a:pt x="68018" y="62049"/>
                  <a:pt x="67981" y="61973"/>
                </a:cubicBezTo>
                <a:cubicBezTo>
                  <a:pt x="67981" y="61823"/>
                  <a:pt x="67981" y="61748"/>
                  <a:pt x="67981" y="61673"/>
                </a:cubicBezTo>
                <a:cubicBezTo>
                  <a:pt x="67981" y="61447"/>
                  <a:pt x="68018" y="61309"/>
                  <a:pt x="67981" y="61084"/>
                </a:cubicBezTo>
                <a:cubicBezTo>
                  <a:pt x="67981" y="61008"/>
                  <a:pt x="67944" y="60858"/>
                  <a:pt x="67944" y="60783"/>
                </a:cubicBezTo>
                <a:cubicBezTo>
                  <a:pt x="67944" y="60708"/>
                  <a:pt x="67871" y="60632"/>
                  <a:pt x="67840" y="60482"/>
                </a:cubicBezTo>
                <a:cubicBezTo>
                  <a:pt x="67767" y="60269"/>
                  <a:pt x="67656" y="60194"/>
                  <a:pt x="67620" y="59968"/>
                </a:cubicBezTo>
                <a:cubicBezTo>
                  <a:pt x="67583" y="59818"/>
                  <a:pt x="67546" y="59743"/>
                  <a:pt x="67546" y="59667"/>
                </a:cubicBezTo>
                <a:cubicBezTo>
                  <a:pt x="67509" y="59442"/>
                  <a:pt x="67546" y="59291"/>
                  <a:pt x="67546" y="59078"/>
                </a:cubicBezTo>
                <a:cubicBezTo>
                  <a:pt x="67509" y="58853"/>
                  <a:pt x="67436" y="58702"/>
                  <a:pt x="67399" y="58477"/>
                </a:cubicBezTo>
                <a:cubicBezTo>
                  <a:pt x="67362" y="58402"/>
                  <a:pt x="67326" y="58326"/>
                  <a:pt x="67295" y="58251"/>
                </a:cubicBezTo>
                <a:cubicBezTo>
                  <a:pt x="67258" y="58113"/>
                  <a:pt x="67222" y="58038"/>
                  <a:pt x="67185" y="57963"/>
                </a:cubicBezTo>
                <a:cubicBezTo>
                  <a:pt x="67148" y="57813"/>
                  <a:pt x="67075" y="57813"/>
                  <a:pt x="67038" y="57737"/>
                </a:cubicBezTo>
                <a:cubicBezTo>
                  <a:pt x="67001" y="57662"/>
                  <a:pt x="66928" y="57148"/>
                  <a:pt x="66891" y="57073"/>
                </a:cubicBezTo>
                <a:close/>
                <a:moveTo>
                  <a:pt x="31344" y="111816"/>
                </a:moveTo>
                <a:lnTo>
                  <a:pt x="31344" y="111816"/>
                </a:lnTo>
                <a:cubicBezTo>
                  <a:pt x="31307" y="111816"/>
                  <a:pt x="31307" y="111816"/>
                  <a:pt x="31271" y="111816"/>
                </a:cubicBezTo>
                <a:cubicBezTo>
                  <a:pt x="31234" y="111740"/>
                  <a:pt x="31197" y="111740"/>
                  <a:pt x="31197" y="111740"/>
                </a:cubicBezTo>
                <a:cubicBezTo>
                  <a:pt x="31197" y="111665"/>
                  <a:pt x="31197" y="111603"/>
                  <a:pt x="31197" y="111603"/>
                </a:cubicBezTo>
                <a:cubicBezTo>
                  <a:pt x="31197" y="111527"/>
                  <a:pt x="31197" y="111452"/>
                  <a:pt x="31197" y="111452"/>
                </a:cubicBezTo>
                <a:cubicBezTo>
                  <a:pt x="31160" y="111377"/>
                  <a:pt x="31160" y="111377"/>
                  <a:pt x="31124" y="111377"/>
                </a:cubicBezTo>
                <a:cubicBezTo>
                  <a:pt x="31087" y="111377"/>
                  <a:pt x="31087" y="111377"/>
                  <a:pt x="31050" y="111377"/>
                </a:cubicBezTo>
                <a:cubicBezTo>
                  <a:pt x="31050" y="111816"/>
                  <a:pt x="31050" y="111816"/>
                  <a:pt x="31050" y="111816"/>
                </a:cubicBezTo>
                <a:cubicBezTo>
                  <a:pt x="30977" y="111816"/>
                  <a:pt x="30946" y="111816"/>
                  <a:pt x="30909" y="111891"/>
                </a:cubicBezTo>
                <a:cubicBezTo>
                  <a:pt x="30872" y="111966"/>
                  <a:pt x="30872" y="112041"/>
                  <a:pt x="30872" y="112041"/>
                </a:cubicBezTo>
                <a:cubicBezTo>
                  <a:pt x="30836" y="112116"/>
                  <a:pt x="30799" y="112116"/>
                  <a:pt x="30799" y="112192"/>
                </a:cubicBezTo>
                <a:cubicBezTo>
                  <a:pt x="30799" y="112342"/>
                  <a:pt x="30872" y="112492"/>
                  <a:pt x="30946" y="112492"/>
                </a:cubicBezTo>
                <a:cubicBezTo>
                  <a:pt x="30977" y="112492"/>
                  <a:pt x="31013" y="112417"/>
                  <a:pt x="31013" y="112417"/>
                </a:cubicBezTo>
                <a:cubicBezTo>
                  <a:pt x="31050" y="112417"/>
                  <a:pt x="31087" y="112492"/>
                  <a:pt x="31087" y="112492"/>
                </a:cubicBezTo>
                <a:cubicBezTo>
                  <a:pt x="31124" y="112492"/>
                  <a:pt x="31160" y="112492"/>
                  <a:pt x="31160" y="112492"/>
                </a:cubicBezTo>
                <a:cubicBezTo>
                  <a:pt x="31197" y="112492"/>
                  <a:pt x="31197" y="112568"/>
                  <a:pt x="31234" y="112630"/>
                </a:cubicBezTo>
                <a:cubicBezTo>
                  <a:pt x="31197" y="112630"/>
                  <a:pt x="31197" y="112706"/>
                  <a:pt x="31197" y="112781"/>
                </a:cubicBezTo>
                <a:cubicBezTo>
                  <a:pt x="31197" y="112856"/>
                  <a:pt x="31124" y="112856"/>
                  <a:pt x="31124" y="112931"/>
                </a:cubicBezTo>
                <a:cubicBezTo>
                  <a:pt x="31124" y="113006"/>
                  <a:pt x="31160" y="113006"/>
                  <a:pt x="31160" y="113081"/>
                </a:cubicBezTo>
                <a:cubicBezTo>
                  <a:pt x="31160" y="113081"/>
                  <a:pt x="31160" y="113157"/>
                  <a:pt x="31160" y="113232"/>
                </a:cubicBezTo>
                <a:cubicBezTo>
                  <a:pt x="31234" y="113232"/>
                  <a:pt x="31307" y="113157"/>
                  <a:pt x="31344" y="113232"/>
                </a:cubicBezTo>
                <a:cubicBezTo>
                  <a:pt x="31418" y="113307"/>
                  <a:pt x="31454" y="113307"/>
                  <a:pt x="31485" y="113382"/>
                </a:cubicBezTo>
                <a:cubicBezTo>
                  <a:pt x="31485" y="113457"/>
                  <a:pt x="31454" y="113457"/>
                  <a:pt x="31454" y="113533"/>
                </a:cubicBezTo>
                <a:cubicBezTo>
                  <a:pt x="31454" y="113608"/>
                  <a:pt x="31454" y="113608"/>
                  <a:pt x="31454" y="113683"/>
                </a:cubicBezTo>
                <a:cubicBezTo>
                  <a:pt x="31418" y="113683"/>
                  <a:pt x="31381" y="113683"/>
                  <a:pt x="31307" y="113683"/>
                </a:cubicBezTo>
                <a:lnTo>
                  <a:pt x="31271" y="113683"/>
                </a:lnTo>
                <a:cubicBezTo>
                  <a:pt x="31197" y="113683"/>
                  <a:pt x="31160" y="113746"/>
                  <a:pt x="31124" y="113746"/>
                </a:cubicBezTo>
                <a:cubicBezTo>
                  <a:pt x="31050" y="113746"/>
                  <a:pt x="31013" y="113746"/>
                  <a:pt x="30977" y="113746"/>
                </a:cubicBezTo>
                <a:cubicBezTo>
                  <a:pt x="30946" y="113746"/>
                  <a:pt x="30946" y="113821"/>
                  <a:pt x="30909" y="113896"/>
                </a:cubicBezTo>
                <a:cubicBezTo>
                  <a:pt x="30872" y="113896"/>
                  <a:pt x="30836" y="113971"/>
                  <a:pt x="30836" y="114046"/>
                </a:cubicBezTo>
                <a:cubicBezTo>
                  <a:pt x="30836" y="114122"/>
                  <a:pt x="30836" y="114122"/>
                  <a:pt x="30836" y="114122"/>
                </a:cubicBezTo>
                <a:cubicBezTo>
                  <a:pt x="30836" y="114122"/>
                  <a:pt x="30872" y="114197"/>
                  <a:pt x="30872" y="114272"/>
                </a:cubicBezTo>
                <a:lnTo>
                  <a:pt x="30872" y="114347"/>
                </a:lnTo>
                <a:cubicBezTo>
                  <a:pt x="30872" y="114422"/>
                  <a:pt x="30872" y="114498"/>
                  <a:pt x="30872" y="114498"/>
                </a:cubicBezTo>
                <a:cubicBezTo>
                  <a:pt x="30872" y="114573"/>
                  <a:pt x="30946" y="114573"/>
                  <a:pt x="30946" y="114573"/>
                </a:cubicBezTo>
                <a:cubicBezTo>
                  <a:pt x="30946" y="114648"/>
                  <a:pt x="30977" y="114711"/>
                  <a:pt x="30977" y="114798"/>
                </a:cubicBezTo>
                <a:cubicBezTo>
                  <a:pt x="30977" y="114861"/>
                  <a:pt x="30977" y="114861"/>
                  <a:pt x="30977" y="114861"/>
                </a:cubicBezTo>
                <a:cubicBezTo>
                  <a:pt x="30977" y="114936"/>
                  <a:pt x="30946" y="114936"/>
                  <a:pt x="30946" y="115012"/>
                </a:cubicBezTo>
                <a:cubicBezTo>
                  <a:pt x="30946" y="115087"/>
                  <a:pt x="30909" y="115087"/>
                  <a:pt x="30909" y="115162"/>
                </a:cubicBezTo>
                <a:cubicBezTo>
                  <a:pt x="30909" y="115312"/>
                  <a:pt x="30977" y="115312"/>
                  <a:pt x="31013" y="115387"/>
                </a:cubicBezTo>
                <a:cubicBezTo>
                  <a:pt x="31050" y="115538"/>
                  <a:pt x="31087" y="115613"/>
                  <a:pt x="31087" y="115688"/>
                </a:cubicBezTo>
                <a:cubicBezTo>
                  <a:pt x="31087" y="115763"/>
                  <a:pt x="31013" y="115688"/>
                  <a:pt x="31013" y="115763"/>
                </a:cubicBezTo>
                <a:cubicBezTo>
                  <a:pt x="31013" y="115826"/>
                  <a:pt x="31013" y="115901"/>
                  <a:pt x="31013" y="115901"/>
                </a:cubicBezTo>
                <a:cubicBezTo>
                  <a:pt x="31050" y="115977"/>
                  <a:pt x="31087" y="115977"/>
                  <a:pt x="31087" y="115977"/>
                </a:cubicBezTo>
                <a:cubicBezTo>
                  <a:pt x="31124" y="116052"/>
                  <a:pt x="31160" y="116052"/>
                  <a:pt x="31160" y="116052"/>
                </a:cubicBezTo>
                <a:cubicBezTo>
                  <a:pt x="31197" y="116052"/>
                  <a:pt x="31160" y="116127"/>
                  <a:pt x="31160" y="116202"/>
                </a:cubicBezTo>
                <a:cubicBezTo>
                  <a:pt x="31013" y="116353"/>
                  <a:pt x="31013" y="116353"/>
                  <a:pt x="31013" y="116353"/>
                </a:cubicBezTo>
                <a:cubicBezTo>
                  <a:pt x="31050" y="116503"/>
                  <a:pt x="31050" y="116503"/>
                  <a:pt x="31050" y="116503"/>
                </a:cubicBezTo>
                <a:cubicBezTo>
                  <a:pt x="31087" y="116503"/>
                  <a:pt x="31087" y="116503"/>
                  <a:pt x="31124" y="116503"/>
                </a:cubicBezTo>
                <a:cubicBezTo>
                  <a:pt x="31271" y="116503"/>
                  <a:pt x="31271" y="116503"/>
                  <a:pt x="31271" y="116503"/>
                </a:cubicBezTo>
                <a:cubicBezTo>
                  <a:pt x="31307" y="116503"/>
                  <a:pt x="31307" y="116503"/>
                  <a:pt x="31344" y="116503"/>
                </a:cubicBezTo>
                <a:cubicBezTo>
                  <a:pt x="31344" y="116578"/>
                  <a:pt x="31344" y="116653"/>
                  <a:pt x="31307" y="116728"/>
                </a:cubicBezTo>
                <a:cubicBezTo>
                  <a:pt x="31271" y="116791"/>
                  <a:pt x="31234" y="116791"/>
                  <a:pt x="31197" y="116879"/>
                </a:cubicBezTo>
                <a:cubicBezTo>
                  <a:pt x="31234" y="116942"/>
                  <a:pt x="31234" y="117017"/>
                  <a:pt x="31307" y="117092"/>
                </a:cubicBezTo>
                <a:cubicBezTo>
                  <a:pt x="31344" y="117092"/>
                  <a:pt x="31344" y="117092"/>
                  <a:pt x="31381" y="117092"/>
                </a:cubicBezTo>
                <a:cubicBezTo>
                  <a:pt x="31418" y="117092"/>
                  <a:pt x="31418" y="117092"/>
                  <a:pt x="31454" y="117092"/>
                </a:cubicBezTo>
                <a:cubicBezTo>
                  <a:pt x="31454" y="117092"/>
                  <a:pt x="31418" y="117167"/>
                  <a:pt x="31454" y="117167"/>
                </a:cubicBezTo>
                <a:cubicBezTo>
                  <a:pt x="31381" y="117318"/>
                  <a:pt x="31381" y="117318"/>
                  <a:pt x="31381" y="117318"/>
                </a:cubicBezTo>
                <a:cubicBezTo>
                  <a:pt x="31381" y="117393"/>
                  <a:pt x="31418" y="117393"/>
                  <a:pt x="31418" y="117468"/>
                </a:cubicBezTo>
                <a:cubicBezTo>
                  <a:pt x="31454" y="117543"/>
                  <a:pt x="31485" y="117468"/>
                  <a:pt x="31485" y="117543"/>
                </a:cubicBezTo>
                <a:cubicBezTo>
                  <a:pt x="31522" y="117618"/>
                  <a:pt x="31522" y="117693"/>
                  <a:pt x="31522" y="117769"/>
                </a:cubicBezTo>
                <a:cubicBezTo>
                  <a:pt x="31522" y="117769"/>
                  <a:pt x="31485" y="117844"/>
                  <a:pt x="31485" y="117907"/>
                </a:cubicBezTo>
                <a:cubicBezTo>
                  <a:pt x="31522" y="117907"/>
                  <a:pt x="31558" y="117982"/>
                  <a:pt x="31558" y="117982"/>
                </a:cubicBezTo>
                <a:cubicBezTo>
                  <a:pt x="31632" y="118057"/>
                  <a:pt x="31705" y="118057"/>
                  <a:pt x="31779" y="118132"/>
                </a:cubicBezTo>
                <a:cubicBezTo>
                  <a:pt x="31816" y="118207"/>
                  <a:pt x="31816" y="118207"/>
                  <a:pt x="31852" y="118283"/>
                </a:cubicBezTo>
                <a:cubicBezTo>
                  <a:pt x="31852" y="118283"/>
                  <a:pt x="31852" y="118358"/>
                  <a:pt x="31852" y="118433"/>
                </a:cubicBezTo>
                <a:cubicBezTo>
                  <a:pt x="31889" y="118433"/>
                  <a:pt x="31889" y="118508"/>
                  <a:pt x="31889" y="118583"/>
                </a:cubicBezTo>
                <a:cubicBezTo>
                  <a:pt x="31889" y="118583"/>
                  <a:pt x="31926" y="118583"/>
                  <a:pt x="31963" y="118659"/>
                </a:cubicBezTo>
                <a:cubicBezTo>
                  <a:pt x="32000" y="118659"/>
                  <a:pt x="32030" y="118659"/>
                  <a:pt x="32030" y="118734"/>
                </a:cubicBezTo>
                <a:cubicBezTo>
                  <a:pt x="32030" y="118809"/>
                  <a:pt x="32030" y="118809"/>
                  <a:pt x="32030" y="118872"/>
                </a:cubicBezTo>
                <a:cubicBezTo>
                  <a:pt x="32030" y="118959"/>
                  <a:pt x="32030" y="119022"/>
                  <a:pt x="32030" y="119097"/>
                </a:cubicBezTo>
                <a:cubicBezTo>
                  <a:pt x="32104" y="119097"/>
                  <a:pt x="32140" y="119097"/>
                  <a:pt x="32177" y="119097"/>
                </a:cubicBezTo>
                <a:cubicBezTo>
                  <a:pt x="32214" y="119097"/>
                  <a:pt x="32214" y="119097"/>
                  <a:pt x="32251" y="119097"/>
                </a:cubicBezTo>
                <a:cubicBezTo>
                  <a:pt x="32287" y="119172"/>
                  <a:pt x="32287" y="119172"/>
                  <a:pt x="32324" y="119172"/>
                </a:cubicBezTo>
                <a:cubicBezTo>
                  <a:pt x="32324" y="119172"/>
                  <a:pt x="32324" y="119248"/>
                  <a:pt x="32324" y="119323"/>
                </a:cubicBezTo>
                <a:cubicBezTo>
                  <a:pt x="32361" y="119398"/>
                  <a:pt x="32398" y="119548"/>
                  <a:pt x="32434" y="119548"/>
                </a:cubicBezTo>
                <a:cubicBezTo>
                  <a:pt x="32502" y="119624"/>
                  <a:pt x="32539" y="119548"/>
                  <a:pt x="32575" y="119548"/>
                </a:cubicBezTo>
                <a:cubicBezTo>
                  <a:pt x="32612" y="119548"/>
                  <a:pt x="32612" y="119624"/>
                  <a:pt x="32649" y="119624"/>
                </a:cubicBezTo>
                <a:cubicBezTo>
                  <a:pt x="32686" y="119624"/>
                  <a:pt x="32686" y="119699"/>
                  <a:pt x="32722" y="119699"/>
                </a:cubicBezTo>
                <a:cubicBezTo>
                  <a:pt x="32759" y="119699"/>
                  <a:pt x="32759" y="119699"/>
                  <a:pt x="32796" y="119699"/>
                </a:cubicBezTo>
                <a:cubicBezTo>
                  <a:pt x="32833" y="119699"/>
                  <a:pt x="32833" y="119774"/>
                  <a:pt x="32869" y="119849"/>
                </a:cubicBezTo>
                <a:cubicBezTo>
                  <a:pt x="32906" y="119849"/>
                  <a:pt x="32943" y="119774"/>
                  <a:pt x="33016" y="119849"/>
                </a:cubicBezTo>
                <a:cubicBezTo>
                  <a:pt x="33084" y="119849"/>
                  <a:pt x="33084" y="119849"/>
                  <a:pt x="33084" y="119849"/>
                </a:cubicBezTo>
                <a:cubicBezTo>
                  <a:pt x="33084" y="119849"/>
                  <a:pt x="33120" y="119924"/>
                  <a:pt x="33157" y="119924"/>
                </a:cubicBezTo>
                <a:cubicBezTo>
                  <a:pt x="33157" y="119924"/>
                  <a:pt x="33194" y="119987"/>
                  <a:pt x="33231" y="119987"/>
                </a:cubicBezTo>
                <a:cubicBezTo>
                  <a:pt x="33776" y="119987"/>
                  <a:pt x="33776" y="119987"/>
                  <a:pt x="33776" y="119987"/>
                </a:cubicBezTo>
                <a:cubicBezTo>
                  <a:pt x="33813" y="119987"/>
                  <a:pt x="33813" y="119987"/>
                  <a:pt x="33849" y="119987"/>
                </a:cubicBezTo>
                <a:cubicBezTo>
                  <a:pt x="33886" y="119987"/>
                  <a:pt x="33886" y="119987"/>
                  <a:pt x="33923" y="119924"/>
                </a:cubicBezTo>
                <a:cubicBezTo>
                  <a:pt x="33960" y="119924"/>
                  <a:pt x="33923" y="119849"/>
                  <a:pt x="33960" y="119774"/>
                </a:cubicBezTo>
                <a:cubicBezTo>
                  <a:pt x="33960" y="119699"/>
                  <a:pt x="33996" y="119699"/>
                  <a:pt x="34033" y="119624"/>
                </a:cubicBezTo>
                <a:cubicBezTo>
                  <a:pt x="34033" y="119624"/>
                  <a:pt x="34064" y="119699"/>
                  <a:pt x="34137" y="119699"/>
                </a:cubicBezTo>
                <a:cubicBezTo>
                  <a:pt x="34174" y="119699"/>
                  <a:pt x="34211" y="119699"/>
                  <a:pt x="34248" y="119624"/>
                </a:cubicBezTo>
                <a:cubicBezTo>
                  <a:pt x="34248" y="119548"/>
                  <a:pt x="34248" y="119473"/>
                  <a:pt x="34211" y="119398"/>
                </a:cubicBezTo>
                <a:cubicBezTo>
                  <a:pt x="34211" y="119323"/>
                  <a:pt x="34174" y="119398"/>
                  <a:pt x="34137" y="119398"/>
                </a:cubicBezTo>
                <a:cubicBezTo>
                  <a:pt x="34101" y="119323"/>
                  <a:pt x="34064" y="119248"/>
                  <a:pt x="33996" y="119248"/>
                </a:cubicBezTo>
                <a:cubicBezTo>
                  <a:pt x="33996" y="119248"/>
                  <a:pt x="33960" y="119248"/>
                  <a:pt x="33923" y="119248"/>
                </a:cubicBezTo>
                <a:cubicBezTo>
                  <a:pt x="33923" y="119248"/>
                  <a:pt x="33886" y="119172"/>
                  <a:pt x="33849" y="119172"/>
                </a:cubicBezTo>
                <a:cubicBezTo>
                  <a:pt x="33813" y="119172"/>
                  <a:pt x="33776" y="119172"/>
                  <a:pt x="33702" y="119172"/>
                </a:cubicBezTo>
                <a:cubicBezTo>
                  <a:pt x="33666" y="119172"/>
                  <a:pt x="33666" y="119172"/>
                  <a:pt x="33629" y="119172"/>
                </a:cubicBezTo>
                <a:cubicBezTo>
                  <a:pt x="33629" y="118872"/>
                  <a:pt x="33629" y="118872"/>
                  <a:pt x="33629" y="118872"/>
                </a:cubicBezTo>
                <a:cubicBezTo>
                  <a:pt x="33592" y="118872"/>
                  <a:pt x="33562" y="118872"/>
                  <a:pt x="33488" y="118872"/>
                </a:cubicBezTo>
                <a:cubicBezTo>
                  <a:pt x="33451" y="118872"/>
                  <a:pt x="33451" y="118872"/>
                  <a:pt x="33415" y="118872"/>
                </a:cubicBezTo>
                <a:cubicBezTo>
                  <a:pt x="33415" y="118809"/>
                  <a:pt x="33378" y="118809"/>
                  <a:pt x="33341" y="118734"/>
                </a:cubicBezTo>
                <a:cubicBezTo>
                  <a:pt x="33341" y="118659"/>
                  <a:pt x="33341" y="118659"/>
                  <a:pt x="33341" y="118583"/>
                </a:cubicBezTo>
                <a:cubicBezTo>
                  <a:pt x="33304" y="118433"/>
                  <a:pt x="33304" y="118358"/>
                  <a:pt x="33304" y="118283"/>
                </a:cubicBezTo>
                <a:cubicBezTo>
                  <a:pt x="33304" y="118207"/>
                  <a:pt x="33304" y="118207"/>
                  <a:pt x="33304" y="118132"/>
                </a:cubicBezTo>
                <a:cubicBezTo>
                  <a:pt x="33304" y="118057"/>
                  <a:pt x="33304" y="118057"/>
                  <a:pt x="33304" y="117982"/>
                </a:cubicBezTo>
                <a:cubicBezTo>
                  <a:pt x="33304" y="117907"/>
                  <a:pt x="33231" y="117907"/>
                  <a:pt x="33231" y="117907"/>
                </a:cubicBezTo>
                <a:cubicBezTo>
                  <a:pt x="33231" y="117844"/>
                  <a:pt x="33194" y="117769"/>
                  <a:pt x="33194" y="117769"/>
                </a:cubicBezTo>
                <a:cubicBezTo>
                  <a:pt x="33194" y="117693"/>
                  <a:pt x="33194" y="117618"/>
                  <a:pt x="33194" y="117618"/>
                </a:cubicBezTo>
                <a:cubicBezTo>
                  <a:pt x="33194" y="117468"/>
                  <a:pt x="33194" y="117468"/>
                  <a:pt x="33194" y="117468"/>
                </a:cubicBezTo>
                <a:cubicBezTo>
                  <a:pt x="33194" y="117393"/>
                  <a:pt x="33157" y="117393"/>
                  <a:pt x="33157" y="117318"/>
                </a:cubicBezTo>
                <a:cubicBezTo>
                  <a:pt x="33157" y="117242"/>
                  <a:pt x="33157" y="117092"/>
                  <a:pt x="33157" y="117017"/>
                </a:cubicBezTo>
                <a:cubicBezTo>
                  <a:pt x="33157" y="116942"/>
                  <a:pt x="33157" y="116942"/>
                  <a:pt x="33157" y="116879"/>
                </a:cubicBezTo>
                <a:cubicBezTo>
                  <a:pt x="33120" y="116791"/>
                  <a:pt x="33120" y="116791"/>
                  <a:pt x="33120" y="116728"/>
                </a:cubicBezTo>
                <a:cubicBezTo>
                  <a:pt x="33084" y="116653"/>
                  <a:pt x="33016" y="116653"/>
                  <a:pt x="33016" y="116578"/>
                </a:cubicBezTo>
                <a:cubicBezTo>
                  <a:pt x="33016" y="116503"/>
                  <a:pt x="33047" y="116428"/>
                  <a:pt x="33047" y="116353"/>
                </a:cubicBezTo>
                <a:cubicBezTo>
                  <a:pt x="33047" y="116202"/>
                  <a:pt x="33047" y="116202"/>
                  <a:pt x="33047" y="116202"/>
                </a:cubicBezTo>
                <a:cubicBezTo>
                  <a:pt x="33047" y="116127"/>
                  <a:pt x="33016" y="116127"/>
                  <a:pt x="33016" y="116052"/>
                </a:cubicBezTo>
                <a:cubicBezTo>
                  <a:pt x="33016" y="115613"/>
                  <a:pt x="33016" y="115613"/>
                  <a:pt x="33016" y="115613"/>
                </a:cubicBezTo>
                <a:cubicBezTo>
                  <a:pt x="33016" y="115463"/>
                  <a:pt x="33047" y="115387"/>
                  <a:pt x="33047" y="115237"/>
                </a:cubicBezTo>
                <a:cubicBezTo>
                  <a:pt x="33378" y="115237"/>
                  <a:pt x="33378" y="115237"/>
                  <a:pt x="33378" y="115237"/>
                </a:cubicBezTo>
                <a:cubicBezTo>
                  <a:pt x="33378" y="115162"/>
                  <a:pt x="33378" y="115087"/>
                  <a:pt x="33378" y="115012"/>
                </a:cubicBezTo>
                <a:cubicBezTo>
                  <a:pt x="33378" y="114936"/>
                  <a:pt x="33378" y="114936"/>
                  <a:pt x="33378" y="114861"/>
                </a:cubicBezTo>
                <a:cubicBezTo>
                  <a:pt x="33378" y="114798"/>
                  <a:pt x="33378" y="114711"/>
                  <a:pt x="33378" y="114573"/>
                </a:cubicBezTo>
                <a:cubicBezTo>
                  <a:pt x="33415" y="114498"/>
                  <a:pt x="33415" y="114498"/>
                  <a:pt x="33451" y="114422"/>
                </a:cubicBezTo>
                <a:cubicBezTo>
                  <a:pt x="33451" y="114422"/>
                  <a:pt x="33488" y="114422"/>
                  <a:pt x="33519" y="114422"/>
                </a:cubicBezTo>
                <a:cubicBezTo>
                  <a:pt x="33562" y="114422"/>
                  <a:pt x="33592" y="114422"/>
                  <a:pt x="33666" y="114347"/>
                </a:cubicBezTo>
                <a:lnTo>
                  <a:pt x="33702" y="114272"/>
                </a:lnTo>
                <a:cubicBezTo>
                  <a:pt x="33776" y="114046"/>
                  <a:pt x="33776" y="113896"/>
                  <a:pt x="33813" y="113683"/>
                </a:cubicBezTo>
                <a:cubicBezTo>
                  <a:pt x="33813" y="113608"/>
                  <a:pt x="33849" y="113533"/>
                  <a:pt x="33849" y="113533"/>
                </a:cubicBezTo>
                <a:cubicBezTo>
                  <a:pt x="33849" y="113457"/>
                  <a:pt x="33886" y="113457"/>
                  <a:pt x="33886" y="113382"/>
                </a:cubicBezTo>
                <a:cubicBezTo>
                  <a:pt x="33923" y="113307"/>
                  <a:pt x="33923" y="113307"/>
                  <a:pt x="33960" y="113307"/>
                </a:cubicBezTo>
                <a:cubicBezTo>
                  <a:pt x="33996" y="113307"/>
                  <a:pt x="33996" y="113232"/>
                  <a:pt x="34033" y="113232"/>
                </a:cubicBezTo>
                <a:cubicBezTo>
                  <a:pt x="34064" y="113157"/>
                  <a:pt x="34064" y="113232"/>
                  <a:pt x="34101" y="113232"/>
                </a:cubicBezTo>
                <a:cubicBezTo>
                  <a:pt x="34137" y="113157"/>
                  <a:pt x="34137" y="113081"/>
                  <a:pt x="34137" y="113081"/>
                </a:cubicBezTo>
                <a:cubicBezTo>
                  <a:pt x="34137" y="112781"/>
                  <a:pt x="34137" y="112781"/>
                  <a:pt x="34137" y="112781"/>
                </a:cubicBezTo>
                <a:cubicBezTo>
                  <a:pt x="34101" y="112781"/>
                  <a:pt x="34064" y="112706"/>
                  <a:pt x="34033" y="112706"/>
                </a:cubicBezTo>
                <a:cubicBezTo>
                  <a:pt x="33960" y="112706"/>
                  <a:pt x="33923" y="112781"/>
                  <a:pt x="33886" y="112706"/>
                </a:cubicBezTo>
                <a:cubicBezTo>
                  <a:pt x="33849" y="112706"/>
                  <a:pt x="33813" y="112706"/>
                  <a:pt x="33813" y="112630"/>
                </a:cubicBezTo>
                <a:cubicBezTo>
                  <a:pt x="33776" y="112630"/>
                  <a:pt x="33813" y="112568"/>
                  <a:pt x="33776" y="112492"/>
                </a:cubicBezTo>
                <a:cubicBezTo>
                  <a:pt x="33776" y="112492"/>
                  <a:pt x="33739" y="112417"/>
                  <a:pt x="33702" y="112342"/>
                </a:cubicBezTo>
                <a:lnTo>
                  <a:pt x="33666" y="112342"/>
                </a:lnTo>
                <a:cubicBezTo>
                  <a:pt x="33629" y="112342"/>
                  <a:pt x="33592" y="112267"/>
                  <a:pt x="33592" y="112267"/>
                </a:cubicBezTo>
                <a:cubicBezTo>
                  <a:pt x="33562" y="112192"/>
                  <a:pt x="33519" y="112116"/>
                  <a:pt x="33519" y="112116"/>
                </a:cubicBezTo>
                <a:cubicBezTo>
                  <a:pt x="33488" y="112041"/>
                  <a:pt x="33451" y="112041"/>
                  <a:pt x="33451" y="111966"/>
                </a:cubicBezTo>
                <a:cubicBezTo>
                  <a:pt x="33451" y="111816"/>
                  <a:pt x="33451" y="111740"/>
                  <a:pt x="33451" y="111665"/>
                </a:cubicBezTo>
                <a:cubicBezTo>
                  <a:pt x="33451" y="111527"/>
                  <a:pt x="33451" y="111527"/>
                  <a:pt x="33451" y="111527"/>
                </a:cubicBezTo>
                <a:cubicBezTo>
                  <a:pt x="33451" y="111452"/>
                  <a:pt x="33451" y="111452"/>
                  <a:pt x="33488" y="111377"/>
                </a:cubicBezTo>
                <a:cubicBezTo>
                  <a:pt x="33488" y="111302"/>
                  <a:pt x="33519" y="111302"/>
                  <a:pt x="33562" y="111227"/>
                </a:cubicBezTo>
                <a:cubicBezTo>
                  <a:pt x="33592" y="111076"/>
                  <a:pt x="33666" y="111001"/>
                  <a:pt x="33776" y="111001"/>
                </a:cubicBezTo>
                <a:cubicBezTo>
                  <a:pt x="34174" y="111001"/>
                  <a:pt x="34174" y="111001"/>
                  <a:pt x="34174" y="111001"/>
                </a:cubicBezTo>
                <a:cubicBezTo>
                  <a:pt x="34174" y="110186"/>
                  <a:pt x="34174" y="110186"/>
                  <a:pt x="34174" y="110186"/>
                </a:cubicBezTo>
                <a:cubicBezTo>
                  <a:pt x="34174" y="110111"/>
                  <a:pt x="34174" y="110111"/>
                  <a:pt x="34174" y="110036"/>
                </a:cubicBezTo>
                <a:cubicBezTo>
                  <a:pt x="34211" y="109961"/>
                  <a:pt x="34248" y="109961"/>
                  <a:pt x="34248" y="109961"/>
                </a:cubicBezTo>
                <a:cubicBezTo>
                  <a:pt x="34284" y="109810"/>
                  <a:pt x="34321" y="109735"/>
                  <a:pt x="34321" y="109660"/>
                </a:cubicBezTo>
                <a:cubicBezTo>
                  <a:pt x="34358" y="109585"/>
                  <a:pt x="34358" y="109585"/>
                  <a:pt x="34358" y="109522"/>
                </a:cubicBezTo>
                <a:cubicBezTo>
                  <a:pt x="34358" y="109447"/>
                  <a:pt x="34358" y="109447"/>
                  <a:pt x="34358" y="109372"/>
                </a:cubicBezTo>
                <a:cubicBezTo>
                  <a:pt x="34358" y="109297"/>
                  <a:pt x="34358" y="109297"/>
                  <a:pt x="34358" y="109221"/>
                </a:cubicBezTo>
                <a:cubicBezTo>
                  <a:pt x="34358" y="109146"/>
                  <a:pt x="34358" y="109146"/>
                  <a:pt x="34358" y="109071"/>
                </a:cubicBezTo>
                <a:cubicBezTo>
                  <a:pt x="34358" y="108996"/>
                  <a:pt x="34395" y="108921"/>
                  <a:pt x="34431" y="108921"/>
                </a:cubicBezTo>
                <a:cubicBezTo>
                  <a:pt x="34505" y="108921"/>
                  <a:pt x="34535" y="108996"/>
                  <a:pt x="34609" y="108996"/>
                </a:cubicBezTo>
                <a:cubicBezTo>
                  <a:pt x="34646" y="108996"/>
                  <a:pt x="34683" y="108996"/>
                  <a:pt x="34719" y="108921"/>
                </a:cubicBezTo>
                <a:cubicBezTo>
                  <a:pt x="34756" y="108921"/>
                  <a:pt x="34793" y="108845"/>
                  <a:pt x="34793" y="108770"/>
                </a:cubicBezTo>
                <a:cubicBezTo>
                  <a:pt x="34793" y="108770"/>
                  <a:pt x="34793" y="108695"/>
                  <a:pt x="34793" y="108620"/>
                </a:cubicBezTo>
                <a:cubicBezTo>
                  <a:pt x="34793" y="108469"/>
                  <a:pt x="34793" y="108469"/>
                  <a:pt x="34793" y="108469"/>
                </a:cubicBezTo>
                <a:lnTo>
                  <a:pt x="34756" y="108407"/>
                </a:lnTo>
                <a:cubicBezTo>
                  <a:pt x="34719" y="108407"/>
                  <a:pt x="34719" y="108332"/>
                  <a:pt x="34683" y="108407"/>
                </a:cubicBezTo>
                <a:cubicBezTo>
                  <a:pt x="34646" y="108407"/>
                  <a:pt x="34646" y="108407"/>
                  <a:pt x="34609" y="108469"/>
                </a:cubicBezTo>
                <a:cubicBezTo>
                  <a:pt x="34578" y="108469"/>
                  <a:pt x="34578" y="108545"/>
                  <a:pt x="34535" y="108545"/>
                </a:cubicBezTo>
                <a:cubicBezTo>
                  <a:pt x="34505" y="108620"/>
                  <a:pt x="34505" y="108545"/>
                  <a:pt x="34468" y="108545"/>
                </a:cubicBezTo>
                <a:cubicBezTo>
                  <a:pt x="34468" y="108545"/>
                  <a:pt x="34358" y="108545"/>
                  <a:pt x="34358" y="108469"/>
                </a:cubicBezTo>
                <a:cubicBezTo>
                  <a:pt x="34321" y="108407"/>
                  <a:pt x="34358" y="108332"/>
                  <a:pt x="34358" y="108181"/>
                </a:cubicBezTo>
                <a:cubicBezTo>
                  <a:pt x="34358" y="108106"/>
                  <a:pt x="34321" y="108031"/>
                  <a:pt x="34321" y="107880"/>
                </a:cubicBezTo>
                <a:lnTo>
                  <a:pt x="34321" y="107805"/>
                </a:lnTo>
                <a:cubicBezTo>
                  <a:pt x="34321" y="107367"/>
                  <a:pt x="34321" y="107367"/>
                  <a:pt x="34321" y="107367"/>
                </a:cubicBezTo>
                <a:cubicBezTo>
                  <a:pt x="34431" y="107367"/>
                  <a:pt x="34431" y="107367"/>
                  <a:pt x="34431" y="107367"/>
                </a:cubicBezTo>
                <a:cubicBezTo>
                  <a:pt x="34505" y="107367"/>
                  <a:pt x="34535" y="107429"/>
                  <a:pt x="34578" y="107429"/>
                </a:cubicBezTo>
                <a:cubicBezTo>
                  <a:pt x="34646" y="107504"/>
                  <a:pt x="34646" y="107655"/>
                  <a:pt x="34719" y="107655"/>
                </a:cubicBezTo>
                <a:cubicBezTo>
                  <a:pt x="35154" y="107655"/>
                  <a:pt x="35154" y="107655"/>
                  <a:pt x="35154" y="107655"/>
                </a:cubicBezTo>
                <a:cubicBezTo>
                  <a:pt x="35154" y="107580"/>
                  <a:pt x="35191" y="107580"/>
                  <a:pt x="35191" y="107504"/>
                </a:cubicBezTo>
                <a:cubicBezTo>
                  <a:pt x="35191" y="107429"/>
                  <a:pt x="35154" y="107429"/>
                  <a:pt x="35117" y="107367"/>
                </a:cubicBezTo>
                <a:cubicBezTo>
                  <a:pt x="35117" y="107216"/>
                  <a:pt x="35117" y="107216"/>
                  <a:pt x="35117" y="107216"/>
                </a:cubicBezTo>
                <a:cubicBezTo>
                  <a:pt x="35117" y="107216"/>
                  <a:pt x="35117" y="107141"/>
                  <a:pt x="35117" y="107066"/>
                </a:cubicBezTo>
                <a:cubicBezTo>
                  <a:pt x="35154" y="107066"/>
                  <a:pt x="35154" y="106991"/>
                  <a:pt x="35154" y="106991"/>
                </a:cubicBezTo>
                <a:cubicBezTo>
                  <a:pt x="35191" y="106915"/>
                  <a:pt x="35228" y="106915"/>
                  <a:pt x="35228" y="106915"/>
                </a:cubicBezTo>
                <a:cubicBezTo>
                  <a:pt x="35264" y="106840"/>
                  <a:pt x="35228" y="106765"/>
                  <a:pt x="35228" y="106765"/>
                </a:cubicBezTo>
                <a:cubicBezTo>
                  <a:pt x="35228" y="106690"/>
                  <a:pt x="35228" y="106615"/>
                  <a:pt x="35228" y="106615"/>
                </a:cubicBezTo>
                <a:cubicBezTo>
                  <a:pt x="35228" y="106464"/>
                  <a:pt x="35191" y="106389"/>
                  <a:pt x="35191" y="106326"/>
                </a:cubicBezTo>
                <a:cubicBezTo>
                  <a:pt x="35191" y="106251"/>
                  <a:pt x="35154" y="106251"/>
                  <a:pt x="35154" y="106176"/>
                </a:cubicBezTo>
                <a:cubicBezTo>
                  <a:pt x="35154" y="105875"/>
                  <a:pt x="35154" y="105875"/>
                  <a:pt x="35154" y="105875"/>
                </a:cubicBezTo>
                <a:cubicBezTo>
                  <a:pt x="35485" y="105875"/>
                  <a:pt x="35485" y="105875"/>
                  <a:pt x="35485" y="105875"/>
                </a:cubicBezTo>
                <a:cubicBezTo>
                  <a:pt x="35522" y="105875"/>
                  <a:pt x="35552" y="105800"/>
                  <a:pt x="35552" y="105800"/>
                </a:cubicBezTo>
                <a:cubicBezTo>
                  <a:pt x="35699" y="105800"/>
                  <a:pt x="35699" y="105800"/>
                  <a:pt x="35699" y="105800"/>
                </a:cubicBezTo>
                <a:cubicBezTo>
                  <a:pt x="35773" y="105800"/>
                  <a:pt x="35810" y="105800"/>
                  <a:pt x="35846" y="105800"/>
                </a:cubicBezTo>
                <a:cubicBezTo>
                  <a:pt x="35920" y="105725"/>
                  <a:pt x="35920" y="105650"/>
                  <a:pt x="35993" y="105650"/>
                </a:cubicBezTo>
                <a:cubicBezTo>
                  <a:pt x="36318" y="105650"/>
                  <a:pt x="36318" y="105650"/>
                  <a:pt x="36318" y="105650"/>
                </a:cubicBezTo>
                <a:cubicBezTo>
                  <a:pt x="36392" y="105650"/>
                  <a:pt x="36428" y="105800"/>
                  <a:pt x="36465" y="105800"/>
                </a:cubicBezTo>
                <a:cubicBezTo>
                  <a:pt x="36502" y="105800"/>
                  <a:pt x="36539" y="105725"/>
                  <a:pt x="36539" y="105650"/>
                </a:cubicBezTo>
                <a:cubicBezTo>
                  <a:pt x="36569" y="105650"/>
                  <a:pt x="36569" y="105574"/>
                  <a:pt x="36569" y="105499"/>
                </a:cubicBezTo>
                <a:cubicBezTo>
                  <a:pt x="36569" y="105499"/>
                  <a:pt x="36569" y="105424"/>
                  <a:pt x="36569" y="105349"/>
                </a:cubicBezTo>
                <a:cubicBezTo>
                  <a:pt x="36612" y="105286"/>
                  <a:pt x="36612" y="105286"/>
                  <a:pt x="36643" y="105211"/>
                </a:cubicBezTo>
                <a:cubicBezTo>
                  <a:pt x="36679" y="105136"/>
                  <a:pt x="36679" y="105061"/>
                  <a:pt x="36716" y="104985"/>
                </a:cubicBezTo>
                <a:cubicBezTo>
                  <a:pt x="36753" y="104910"/>
                  <a:pt x="36790" y="104910"/>
                  <a:pt x="36826" y="104835"/>
                </a:cubicBezTo>
                <a:cubicBezTo>
                  <a:pt x="36863" y="104760"/>
                  <a:pt x="36900" y="104760"/>
                  <a:pt x="36937" y="104685"/>
                </a:cubicBezTo>
                <a:cubicBezTo>
                  <a:pt x="36973" y="104609"/>
                  <a:pt x="36973" y="104534"/>
                  <a:pt x="37010" y="104534"/>
                </a:cubicBezTo>
                <a:cubicBezTo>
                  <a:pt x="37010" y="104459"/>
                  <a:pt x="37047" y="104459"/>
                  <a:pt x="37047" y="104384"/>
                </a:cubicBezTo>
                <a:cubicBezTo>
                  <a:pt x="37084" y="104233"/>
                  <a:pt x="37084" y="104233"/>
                  <a:pt x="37084" y="104233"/>
                </a:cubicBezTo>
                <a:cubicBezTo>
                  <a:pt x="37114" y="104171"/>
                  <a:pt x="37114" y="104171"/>
                  <a:pt x="37114" y="104096"/>
                </a:cubicBezTo>
                <a:cubicBezTo>
                  <a:pt x="37114" y="103644"/>
                  <a:pt x="37114" y="103644"/>
                  <a:pt x="37114" y="103644"/>
                </a:cubicBezTo>
                <a:cubicBezTo>
                  <a:pt x="37047" y="103644"/>
                  <a:pt x="37047" y="103644"/>
                  <a:pt x="37047" y="103644"/>
                </a:cubicBezTo>
                <a:cubicBezTo>
                  <a:pt x="37047" y="103644"/>
                  <a:pt x="37010" y="103644"/>
                  <a:pt x="36973" y="103644"/>
                </a:cubicBezTo>
                <a:cubicBezTo>
                  <a:pt x="36973" y="103344"/>
                  <a:pt x="36973" y="103344"/>
                  <a:pt x="36973" y="103344"/>
                </a:cubicBezTo>
                <a:cubicBezTo>
                  <a:pt x="36973" y="103268"/>
                  <a:pt x="37010" y="103268"/>
                  <a:pt x="36973" y="103206"/>
                </a:cubicBezTo>
                <a:cubicBezTo>
                  <a:pt x="36973" y="103131"/>
                  <a:pt x="36973" y="103131"/>
                  <a:pt x="36973" y="103055"/>
                </a:cubicBezTo>
                <a:cubicBezTo>
                  <a:pt x="36973" y="102980"/>
                  <a:pt x="36937" y="102980"/>
                  <a:pt x="36900" y="102980"/>
                </a:cubicBezTo>
                <a:cubicBezTo>
                  <a:pt x="36863" y="102905"/>
                  <a:pt x="36826" y="102905"/>
                  <a:pt x="36826" y="102830"/>
                </a:cubicBezTo>
                <a:cubicBezTo>
                  <a:pt x="36753" y="102755"/>
                  <a:pt x="36716" y="102679"/>
                  <a:pt x="36679" y="102604"/>
                </a:cubicBezTo>
                <a:cubicBezTo>
                  <a:pt x="36643" y="102529"/>
                  <a:pt x="36612" y="102529"/>
                  <a:pt x="36612" y="102529"/>
                </a:cubicBezTo>
                <a:cubicBezTo>
                  <a:pt x="36569" y="102454"/>
                  <a:pt x="36569" y="102454"/>
                  <a:pt x="36539" y="102379"/>
                </a:cubicBezTo>
                <a:cubicBezTo>
                  <a:pt x="36539" y="102303"/>
                  <a:pt x="36539" y="102303"/>
                  <a:pt x="36539" y="102228"/>
                </a:cubicBezTo>
                <a:cubicBezTo>
                  <a:pt x="36826" y="102228"/>
                  <a:pt x="36826" y="102228"/>
                  <a:pt x="36826" y="102228"/>
                </a:cubicBezTo>
                <a:cubicBezTo>
                  <a:pt x="36900" y="102228"/>
                  <a:pt x="36937" y="102228"/>
                  <a:pt x="36973" y="102303"/>
                </a:cubicBezTo>
                <a:cubicBezTo>
                  <a:pt x="37047" y="102379"/>
                  <a:pt x="37084" y="102454"/>
                  <a:pt x="37114" y="102529"/>
                </a:cubicBezTo>
                <a:cubicBezTo>
                  <a:pt x="37151" y="102529"/>
                  <a:pt x="37151" y="102604"/>
                  <a:pt x="37188" y="102604"/>
                </a:cubicBezTo>
                <a:cubicBezTo>
                  <a:pt x="37225" y="102604"/>
                  <a:pt x="37261" y="102604"/>
                  <a:pt x="37261" y="102604"/>
                </a:cubicBezTo>
                <a:cubicBezTo>
                  <a:pt x="37335" y="102679"/>
                  <a:pt x="37408" y="102679"/>
                  <a:pt x="37482" y="102679"/>
                </a:cubicBezTo>
                <a:cubicBezTo>
                  <a:pt x="37519" y="102679"/>
                  <a:pt x="37519" y="102679"/>
                  <a:pt x="37555" y="102679"/>
                </a:cubicBezTo>
                <a:cubicBezTo>
                  <a:pt x="37586" y="102679"/>
                  <a:pt x="37586" y="102604"/>
                  <a:pt x="37629" y="102529"/>
                </a:cubicBezTo>
                <a:cubicBezTo>
                  <a:pt x="37660" y="102529"/>
                  <a:pt x="37696" y="102529"/>
                  <a:pt x="37770" y="102529"/>
                </a:cubicBezTo>
                <a:cubicBezTo>
                  <a:pt x="37807" y="102529"/>
                  <a:pt x="37843" y="102604"/>
                  <a:pt x="37880" y="102529"/>
                </a:cubicBezTo>
                <a:cubicBezTo>
                  <a:pt x="37917" y="102529"/>
                  <a:pt x="37954" y="102454"/>
                  <a:pt x="37954" y="102454"/>
                </a:cubicBezTo>
                <a:cubicBezTo>
                  <a:pt x="37990" y="102454"/>
                  <a:pt x="38027" y="102454"/>
                  <a:pt x="38027" y="102379"/>
                </a:cubicBezTo>
                <a:cubicBezTo>
                  <a:pt x="38064" y="102379"/>
                  <a:pt x="38064" y="102303"/>
                  <a:pt x="38101" y="102228"/>
                </a:cubicBezTo>
                <a:cubicBezTo>
                  <a:pt x="38131" y="102153"/>
                  <a:pt x="38131" y="102090"/>
                  <a:pt x="38168" y="102015"/>
                </a:cubicBezTo>
                <a:cubicBezTo>
                  <a:pt x="38168" y="101940"/>
                  <a:pt x="38168" y="101865"/>
                  <a:pt x="38205" y="101865"/>
                </a:cubicBezTo>
                <a:cubicBezTo>
                  <a:pt x="38205" y="101790"/>
                  <a:pt x="38241" y="101714"/>
                  <a:pt x="38278" y="101714"/>
                </a:cubicBezTo>
                <a:cubicBezTo>
                  <a:pt x="38278" y="101639"/>
                  <a:pt x="38315" y="101714"/>
                  <a:pt x="38315" y="101639"/>
                </a:cubicBezTo>
                <a:cubicBezTo>
                  <a:pt x="38352" y="101639"/>
                  <a:pt x="38388" y="101639"/>
                  <a:pt x="38425" y="101564"/>
                </a:cubicBezTo>
                <a:cubicBezTo>
                  <a:pt x="38425" y="101489"/>
                  <a:pt x="38462" y="101489"/>
                  <a:pt x="38462" y="101414"/>
                </a:cubicBezTo>
                <a:cubicBezTo>
                  <a:pt x="38462" y="101338"/>
                  <a:pt x="38499" y="101338"/>
                  <a:pt x="38499" y="101263"/>
                </a:cubicBezTo>
                <a:cubicBezTo>
                  <a:pt x="38499" y="101188"/>
                  <a:pt x="38499" y="101125"/>
                  <a:pt x="38499" y="100975"/>
                </a:cubicBezTo>
                <a:cubicBezTo>
                  <a:pt x="38535" y="100900"/>
                  <a:pt x="38572" y="100825"/>
                  <a:pt x="38609" y="100674"/>
                </a:cubicBezTo>
                <a:cubicBezTo>
                  <a:pt x="38646" y="100599"/>
                  <a:pt x="38676" y="100599"/>
                  <a:pt x="38676" y="100524"/>
                </a:cubicBezTo>
                <a:cubicBezTo>
                  <a:pt x="38676" y="100373"/>
                  <a:pt x="38676" y="100298"/>
                  <a:pt x="38676" y="100148"/>
                </a:cubicBezTo>
                <a:cubicBezTo>
                  <a:pt x="38676" y="100073"/>
                  <a:pt x="38676" y="100010"/>
                  <a:pt x="38676" y="100010"/>
                </a:cubicBezTo>
                <a:cubicBezTo>
                  <a:pt x="38676" y="99935"/>
                  <a:pt x="38676" y="99860"/>
                  <a:pt x="38676" y="99860"/>
                </a:cubicBezTo>
                <a:cubicBezTo>
                  <a:pt x="38676" y="99784"/>
                  <a:pt x="38713" y="99709"/>
                  <a:pt x="38713" y="99709"/>
                </a:cubicBezTo>
                <a:cubicBezTo>
                  <a:pt x="38750" y="99559"/>
                  <a:pt x="38787" y="99484"/>
                  <a:pt x="38823" y="99484"/>
                </a:cubicBezTo>
                <a:cubicBezTo>
                  <a:pt x="38860" y="99484"/>
                  <a:pt x="38897" y="99408"/>
                  <a:pt x="38897" y="99408"/>
                </a:cubicBezTo>
                <a:cubicBezTo>
                  <a:pt x="38934" y="99408"/>
                  <a:pt x="38934" y="99484"/>
                  <a:pt x="38970" y="99484"/>
                </a:cubicBezTo>
                <a:cubicBezTo>
                  <a:pt x="38970" y="99559"/>
                  <a:pt x="38970" y="99559"/>
                  <a:pt x="38934" y="99634"/>
                </a:cubicBezTo>
                <a:cubicBezTo>
                  <a:pt x="38934" y="99634"/>
                  <a:pt x="38934" y="99709"/>
                  <a:pt x="38934" y="99784"/>
                </a:cubicBezTo>
                <a:cubicBezTo>
                  <a:pt x="38934" y="99784"/>
                  <a:pt x="38897" y="99860"/>
                  <a:pt x="38897" y="99935"/>
                </a:cubicBezTo>
                <a:cubicBezTo>
                  <a:pt x="38897" y="100010"/>
                  <a:pt x="38934" y="100010"/>
                  <a:pt x="38934" y="100073"/>
                </a:cubicBezTo>
                <a:cubicBezTo>
                  <a:pt x="39007" y="100010"/>
                  <a:pt x="39044" y="100010"/>
                  <a:pt x="39081" y="99935"/>
                </a:cubicBezTo>
                <a:cubicBezTo>
                  <a:pt x="39117" y="99860"/>
                  <a:pt x="39117" y="99784"/>
                  <a:pt x="39117" y="99784"/>
                </a:cubicBezTo>
                <a:cubicBezTo>
                  <a:pt x="39148" y="99634"/>
                  <a:pt x="39148" y="99559"/>
                  <a:pt x="39185" y="99484"/>
                </a:cubicBezTo>
                <a:cubicBezTo>
                  <a:pt x="39185" y="99408"/>
                  <a:pt x="39222" y="99408"/>
                  <a:pt x="39222" y="99333"/>
                </a:cubicBezTo>
                <a:cubicBezTo>
                  <a:pt x="39258" y="99258"/>
                  <a:pt x="39258" y="99258"/>
                  <a:pt x="39295" y="99183"/>
                </a:cubicBezTo>
                <a:cubicBezTo>
                  <a:pt x="39295" y="99108"/>
                  <a:pt x="39332" y="99108"/>
                  <a:pt x="39332" y="99045"/>
                </a:cubicBezTo>
                <a:cubicBezTo>
                  <a:pt x="39332" y="98957"/>
                  <a:pt x="39369" y="98957"/>
                  <a:pt x="39369" y="98895"/>
                </a:cubicBezTo>
                <a:cubicBezTo>
                  <a:pt x="39405" y="98895"/>
                  <a:pt x="39405" y="98819"/>
                  <a:pt x="39405" y="98744"/>
                </a:cubicBezTo>
                <a:cubicBezTo>
                  <a:pt x="39405" y="98744"/>
                  <a:pt x="39442" y="98669"/>
                  <a:pt x="39442" y="98594"/>
                </a:cubicBezTo>
                <a:cubicBezTo>
                  <a:pt x="39442" y="98594"/>
                  <a:pt x="39442" y="98519"/>
                  <a:pt x="39442" y="98443"/>
                </a:cubicBezTo>
                <a:cubicBezTo>
                  <a:pt x="39442" y="98443"/>
                  <a:pt x="39442" y="98368"/>
                  <a:pt x="39479" y="98293"/>
                </a:cubicBezTo>
                <a:cubicBezTo>
                  <a:pt x="39479" y="98293"/>
                  <a:pt x="39479" y="98218"/>
                  <a:pt x="39516" y="98218"/>
                </a:cubicBezTo>
                <a:cubicBezTo>
                  <a:pt x="39552" y="98143"/>
                  <a:pt x="39589" y="98143"/>
                  <a:pt x="39589" y="98143"/>
                </a:cubicBezTo>
                <a:cubicBezTo>
                  <a:pt x="39626" y="98143"/>
                  <a:pt x="39626" y="98143"/>
                  <a:pt x="39663" y="98143"/>
                </a:cubicBezTo>
                <a:cubicBezTo>
                  <a:pt x="39693" y="98067"/>
                  <a:pt x="39693" y="98067"/>
                  <a:pt x="39730" y="97992"/>
                </a:cubicBezTo>
                <a:cubicBezTo>
                  <a:pt x="39767" y="97992"/>
                  <a:pt x="39767" y="97930"/>
                  <a:pt x="39803" y="97854"/>
                </a:cubicBezTo>
                <a:cubicBezTo>
                  <a:pt x="39803" y="97779"/>
                  <a:pt x="39840" y="97779"/>
                  <a:pt x="39840" y="97704"/>
                </a:cubicBezTo>
                <a:cubicBezTo>
                  <a:pt x="39840" y="97629"/>
                  <a:pt x="39840" y="97554"/>
                  <a:pt x="39840" y="97403"/>
                </a:cubicBezTo>
                <a:cubicBezTo>
                  <a:pt x="39840" y="97328"/>
                  <a:pt x="39840" y="97253"/>
                  <a:pt x="39840" y="97178"/>
                </a:cubicBezTo>
                <a:cubicBezTo>
                  <a:pt x="39840" y="97027"/>
                  <a:pt x="39803" y="96965"/>
                  <a:pt x="39767" y="96877"/>
                </a:cubicBezTo>
                <a:cubicBezTo>
                  <a:pt x="39767" y="96814"/>
                  <a:pt x="39767" y="96814"/>
                  <a:pt x="39767" y="96739"/>
                </a:cubicBezTo>
                <a:cubicBezTo>
                  <a:pt x="39767" y="96664"/>
                  <a:pt x="39767" y="96589"/>
                  <a:pt x="39767" y="96513"/>
                </a:cubicBezTo>
                <a:cubicBezTo>
                  <a:pt x="39767" y="96438"/>
                  <a:pt x="39767" y="96363"/>
                  <a:pt x="39767" y="96213"/>
                </a:cubicBezTo>
                <a:cubicBezTo>
                  <a:pt x="39767" y="96062"/>
                  <a:pt x="39730" y="95987"/>
                  <a:pt x="39767" y="95912"/>
                </a:cubicBezTo>
                <a:cubicBezTo>
                  <a:pt x="39767" y="95849"/>
                  <a:pt x="39803" y="95849"/>
                  <a:pt x="39803" y="95774"/>
                </a:cubicBezTo>
                <a:cubicBezTo>
                  <a:pt x="39803" y="95699"/>
                  <a:pt x="39840" y="95699"/>
                  <a:pt x="39877" y="95624"/>
                </a:cubicBezTo>
                <a:cubicBezTo>
                  <a:pt x="39914" y="95624"/>
                  <a:pt x="39914" y="95548"/>
                  <a:pt x="39950" y="95473"/>
                </a:cubicBezTo>
                <a:cubicBezTo>
                  <a:pt x="39987" y="95398"/>
                  <a:pt x="40024" y="95398"/>
                  <a:pt x="40098" y="95323"/>
                </a:cubicBezTo>
                <a:cubicBezTo>
                  <a:pt x="40098" y="95323"/>
                  <a:pt x="40134" y="95323"/>
                  <a:pt x="40171" y="95323"/>
                </a:cubicBezTo>
                <a:cubicBezTo>
                  <a:pt x="40171" y="95248"/>
                  <a:pt x="40171" y="95172"/>
                  <a:pt x="40202" y="95172"/>
                </a:cubicBezTo>
                <a:cubicBezTo>
                  <a:pt x="40202" y="95097"/>
                  <a:pt x="40238" y="95022"/>
                  <a:pt x="40238" y="94947"/>
                </a:cubicBezTo>
                <a:cubicBezTo>
                  <a:pt x="40275" y="94947"/>
                  <a:pt x="40275" y="94884"/>
                  <a:pt x="40312" y="94796"/>
                </a:cubicBezTo>
                <a:cubicBezTo>
                  <a:pt x="40312" y="94734"/>
                  <a:pt x="40349" y="94734"/>
                  <a:pt x="40349" y="94659"/>
                </a:cubicBezTo>
                <a:cubicBezTo>
                  <a:pt x="40385" y="94583"/>
                  <a:pt x="40422" y="94583"/>
                  <a:pt x="40422" y="94508"/>
                </a:cubicBezTo>
                <a:cubicBezTo>
                  <a:pt x="40459" y="94508"/>
                  <a:pt x="40459" y="94433"/>
                  <a:pt x="40496" y="94433"/>
                </a:cubicBezTo>
                <a:cubicBezTo>
                  <a:pt x="40857" y="94433"/>
                  <a:pt x="40857" y="94433"/>
                  <a:pt x="40857" y="94433"/>
                </a:cubicBezTo>
                <a:cubicBezTo>
                  <a:pt x="40894" y="94433"/>
                  <a:pt x="40931" y="94358"/>
                  <a:pt x="41004" y="94283"/>
                </a:cubicBezTo>
                <a:cubicBezTo>
                  <a:pt x="41004" y="94207"/>
                  <a:pt x="41041" y="94207"/>
                  <a:pt x="41078" y="94132"/>
                </a:cubicBezTo>
                <a:cubicBezTo>
                  <a:pt x="41078" y="94132"/>
                  <a:pt x="41078" y="94057"/>
                  <a:pt x="41114" y="93982"/>
                </a:cubicBezTo>
                <a:cubicBezTo>
                  <a:pt x="41114" y="93907"/>
                  <a:pt x="41151" y="93907"/>
                  <a:pt x="41151" y="93907"/>
                </a:cubicBezTo>
                <a:cubicBezTo>
                  <a:pt x="42021" y="93907"/>
                  <a:pt x="42021" y="93907"/>
                  <a:pt x="42021" y="93907"/>
                </a:cubicBezTo>
                <a:cubicBezTo>
                  <a:pt x="42021" y="93831"/>
                  <a:pt x="42021" y="93769"/>
                  <a:pt x="42058" y="93693"/>
                </a:cubicBezTo>
                <a:cubicBezTo>
                  <a:pt x="42058" y="93618"/>
                  <a:pt x="42021" y="93618"/>
                  <a:pt x="42058" y="93543"/>
                </a:cubicBezTo>
                <a:cubicBezTo>
                  <a:pt x="42058" y="93468"/>
                  <a:pt x="42094" y="93468"/>
                  <a:pt x="42094" y="93393"/>
                </a:cubicBezTo>
                <a:cubicBezTo>
                  <a:pt x="42131" y="93393"/>
                  <a:pt x="42168" y="93393"/>
                  <a:pt x="42168" y="93393"/>
                </a:cubicBezTo>
                <a:cubicBezTo>
                  <a:pt x="42205" y="93318"/>
                  <a:pt x="42205" y="93242"/>
                  <a:pt x="42205" y="93242"/>
                </a:cubicBezTo>
                <a:cubicBezTo>
                  <a:pt x="42272" y="93092"/>
                  <a:pt x="42272" y="93017"/>
                  <a:pt x="42309" y="92942"/>
                </a:cubicBezTo>
                <a:cubicBezTo>
                  <a:pt x="42346" y="92804"/>
                  <a:pt x="42382" y="92716"/>
                  <a:pt x="42419" y="92653"/>
                </a:cubicBezTo>
                <a:cubicBezTo>
                  <a:pt x="42419" y="92578"/>
                  <a:pt x="42382" y="92578"/>
                  <a:pt x="42419" y="92503"/>
                </a:cubicBezTo>
                <a:cubicBezTo>
                  <a:pt x="42419" y="92428"/>
                  <a:pt x="42419" y="92428"/>
                  <a:pt x="42456" y="92353"/>
                </a:cubicBezTo>
                <a:cubicBezTo>
                  <a:pt x="42493" y="92277"/>
                  <a:pt x="42566" y="92353"/>
                  <a:pt x="42603" y="92277"/>
                </a:cubicBezTo>
                <a:cubicBezTo>
                  <a:pt x="42640" y="92202"/>
                  <a:pt x="42640" y="92127"/>
                  <a:pt x="42640" y="91977"/>
                </a:cubicBezTo>
                <a:cubicBezTo>
                  <a:pt x="42640" y="91826"/>
                  <a:pt x="42640" y="91613"/>
                  <a:pt x="42676" y="91463"/>
                </a:cubicBezTo>
                <a:cubicBezTo>
                  <a:pt x="42713" y="91387"/>
                  <a:pt x="42713" y="91312"/>
                  <a:pt x="42713" y="91312"/>
                </a:cubicBezTo>
                <a:cubicBezTo>
                  <a:pt x="42750" y="91237"/>
                  <a:pt x="42750" y="91162"/>
                  <a:pt x="42750" y="91162"/>
                </a:cubicBezTo>
                <a:cubicBezTo>
                  <a:pt x="42781" y="91087"/>
                  <a:pt x="42817" y="91162"/>
                  <a:pt x="42817" y="91087"/>
                </a:cubicBezTo>
                <a:cubicBezTo>
                  <a:pt x="42854" y="91087"/>
                  <a:pt x="42854" y="91012"/>
                  <a:pt x="42854" y="90936"/>
                </a:cubicBezTo>
                <a:cubicBezTo>
                  <a:pt x="42891" y="90936"/>
                  <a:pt x="42891" y="90861"/>
                  <a:pt x="42891" y="90786"/>
                </a:cubicBezTo>
                <a:cubicBezTo>
                  <a:pt x="42891" y="90786"/>
                  <a:pt x="42891" y="90723"/>
                  <a:pt x="42891" y="90636"/>
                </a:cubicBezTo>
                <a:cubicBezTo>
                  <a:pt x="42891" y="90573"/>
                  <a:pt x="42928" y="90498"/>
                  <a:pt x="42928" y="90422"/>
                </a:cubicBezTo>
                <a:cubicBezTo>
                  <a:pt x="42928" y="90197"/>
                  <a:pt x="42891" y="90122"/>
                  <a:pt x="42928" y="89971"/>
                </a:cubicBezTo>
                <a:cubicBezTo>
                  <a:pt x="42928" y="89896"/>
                  <a:pt x="42928" y="89821"/>
                  <a:pt x="42928" y="89821"/>
                </a:cubicBezTo>
                <a:cubicBezTo>
                  <a:pt x="42928" y="89671"/>
                  <a:pt x="42928" y="89671"/>
                  <a:pt x="42928" y="89671"/>
                </a:cubicBezTo>
                <a:cubicBezTo>
                  <a:pt x="42928" y="89608"/>
                  <a:pt x="42964" y="89608"/>
                  <a:pt x="42964" y="89533"/>
                </a:cubicBezTo>
                <a:cubicBezTo>
                  <a:pt x="43001" y="89382"/>
                  <a:pt x="43001" y="89307"/>
                  <a:pt x="43038" y="89232"/>
                </a:cubicBezTo>
                <a:cubicBezTo>
                  <a:pt x="43038" y="89157"/>
                  <a:pt x="43038" y="89081"/>
                  <a:pt x="43038" y="89081"/>
                </a:cubicBezTo>
                <a:cubicBezTo>
                  <a:pt x="43075" y="89006"/>
                  <a:pt x="43075" y="88931"/>
                  <a:pt x="43075" y="88931"/>
                </a:cubicBezTo>
                <a:cubicBezTo>
                  <a:pt x="43075" y="88856"/>
                  <a:pt x="43075" y="88856"/>
                  <a:pt x="43075" y="88781"/>
                </a:cubicBezTo>
                <a:cubicBezTo>
                  <a:pt x="43111" y="88706"/>
                  <a:pt x="43075" y="88630"/>
                  <a:pt x="43075" y="88555"/>
                </a:cubicBezTo>
                <a:cubicBezTo>
                  <a:pt x="43075" y="88342"/>
                  <a:pt x="43075" y="88342"/>
                  <a:pt x="43075" y="88342"/>
                </a:cubicBezTo>
                <a:cubicBezTo>
                  <a:pt x="43075" y="88192"/>
                  <a:pt x="43038" y="88116"/>
                  <a:pt x="43038" y="87966"/>
                </a:cubicBezTo>
                <a:cubicBezTo>
                  <a:pt x="43038" y="87665"/>
                  <a:pt x="43038" y="87665"/>
                  <a:pt x="43038" y="87665"/>
                </a:cubicBezTo>
                <a:cubicBezTo>
                  <a:pt x="43038" y="87590"/>
                  <a:pt x="43038" y="87590"/>
                  <a:pt x="43038" y="87527"/>
                </a:cubicBezTo>
                <a:cubicBezTo>
                  <a:pt x="43038" y="86700"/>
                  <a:pt x="43038" y="86700"/>
                  <a:pt x="43038" y="86700"/>
                </a:cubicBezTo>
                <a:cubicBezTo>
                  <a:pt x="43075" y="86625"/>
                  <a:pt x="43075" y="86625"/>
                  <a:pt x="43111" y="86625"/>
                </a:cubicBezTo>
                <a:cubicBezTo>
                  <a:pt x="43148" y="86625"/>
                  <a:pt x="43148" y="86625"/>
                  <a:pt x="43185" y="86625"/>
                </a:cubicBezTo>
                <a:cubicBezTo>
                  <a:pt x="43222" y="86625"/>
                  <a:pt x="43222" y="86550"/>
                  <a:pt x="43252" y="86550"/>
                </a:cubicBezTo>
                <a:cubicBezTo>
                  <a:pt x="43295" y="86487"/>
                  <a:pt x="43295" y="86487"/>
                  <a:pt x="43326" y="86487"/>
                </a:cubicBezTo>
                <a:cubicBezTo>
                  <a:pt x="43399" y="86349"/>
                  <a:pt x="43436" y="86274"/>
                  <a:pt x="43473" y="86049"/>
                </a:cubicBezTo>
                <a:cubicBezTo>
                  <a:pt x="43473" y="85973"/>
                  <a:pt x="43473" y="85973"/>
                  <a:pt x="43509" y="85898"/>
                </a:cubicBezTo>
                <a:cubicBezTo>
                  <a:pt x="43509" y="85748"/>
                  <a:pt x="43509" y="85673"/>
                  <a:pt x="43546" y="85597"/>
                </a:cubicBezTo>
                <a:cubicBezTo>
                  <a:pt x="43546" y="85522"/>
                  <a:pt x="43583" y="85522"/>
                  <a:pt x="43583" y="85447"/>
                </a:cubicBezTo>
                <a:cubicBezTo>
                  <a:pt x="43620" y="85447"/>
                  <a:pt x="43656" y="85447"/>
                  <a:pt x="43656" y="85447"/>
                </a:cubicBezTo>
                <a:cubicBezTo>
                  <a:pt x="43693" y="85447"/>
                  <a:pt x="43730" y="85447"/>
                  <a:pt x="43730" y="85447"/>
                </a:cubicBezTo>
                <a:cubicBezTo>
                  <a:pt x="43797" y="85384"/>
                  <a:pt x="43797" y="85234"/>
                  <a:pt x="43871" y="85159"/>
                </a:cubicBezTo>
                <a:cubicBezTo>
                  <a:pt x="43908" y="85159"/>
                  <a:pt x="43944" y="85159"/>
                  <a:pt x="43944" y="85084"/>
                </a:cubicBezTo>
                <a:cubicBezTo>
                  <a:pt x="43981" y="85008"/>
                  <a:pt x="43981" y="84933"/>
                  <a:pt x="44018" y="84783"/>
                </a:cubicBezTo>
                <a:cubicBezTo>
                  <a:pt x="44091" y="84557"/>
                  <a:pt x="44128" y="84407"/>
                  <a:pt x="44165" y="84194"/>
                </a:cubicBezTo>
                <a:cubicBezTo>
                  <a:pt x="44202" y="84194"/>
                  <a:pt x="44202" y="84119"/>
                  <a:pt x="44202" y="84043"/>
                </a:cubicBezTo>
                <a:cubicBezTo>
                  <a:pt x="44202" y="84043"/>
                  <a:pt x="44238" y="84043"/>
                  <a:pt x="44269" y="83968"/>
                </a:cubicBezTo>
                <a:cubicBezTo>
                  <a:pt x="44269" y="83893"/>
                  <a:pt x="44312" y="83893"/>
                  <a:pt x="44343" y="83818"/>
                </a:cubicBezTo>
                <a:lnTo>
                  <a:pt x="44343" y="83743"/>
                </a:lnTo>
                <a:cubicBezTo>
                  <a:pt x="44379" y="83592"/>
                  <a:pt x="44379" y="83592"/>
                  <a:pt x="44379" y="83592"/>
                </a:cubicBezTo>
                <a:cubicBezTo>
                  <a:pt x="44416" y="83442"/>
                  <a:pt x="44453" y="83367"/>
                  <a:pt x="44453" y="83229"/>
                </a:cubicBezTo>
                <a:cubicBezTo>
                  <a:pt x="44490" y="83154"/>
                  <a:pt x="44453" y="83078"/>
                  <a:pt x="44453" y="83003"/>
                </a:cubicBezTo>
                <a:cubicBezTo>
                  <a:pt x="44453" y="82928"/>
                  <a:pt x="44490" y="82853"/>
                  <a:pt x="44453" y="82853"/>
                </a:cubicBezTo>
                <a:cubicBezTo>
                  <a:pt x="44453" y="82778"/>
                  <a:pt x="44416" y="82702"/>
                  <a:pt x="44416" y="82702"/>
                </a:cubicBezTo>
                <a:cubicBezTo>
                  <a:pt x="44379" y="82552"/>
                  <a:pt x="44343" y="82477"/>
                  <a:pt x="44343" y="82326"/>
                </a:cubicBezTo>
                <a:cubicBezTo>
                  <a:pt x="44312" y="82251"/>
                  <a:pt x="44269" y="82113"/>
                  <a:pt x="44269" y="81963"/>
                </a:cubicBezTo>
                <a:cubicBezTo>
                  <a:pt x="44269" y="81888"/>
                  <a:pt x="44269" y="81813"/>
                  <a:pt x="44269" y="81737"/>
                </a:cubicBezTo>
                <a:cubicBezTo>
                  <a:pt x="44269" y="81587"/>
                  <a:pt x="44269" y="81512"/>
                  <a:pt x="44238" y="81361"/>
                </a:cubicBezTo>
                <a:cubicBezTo>
                  <a:pt x="44238" y="81286"/>
                  <a:pt x="44202" y="81286"/>
                  <a:pt x="44202" y="81211"/>
                </a:cubicBezTo>
                <a:cubicBezTo>
                  <a:pt x="44128" y="81211"/>
                  <a:pt x="44091" y="81073"/>
                  <a:pt x="44055" y="81073"/>
                </a:cubicBezTo>
                <a:cubicBezTo>
                  <a:pt x="43693" y="81073"/>
                  <a:pt x="43693" y="81073"/>
                  <a:pt x="43693" y="81073"/>
                </a:cubicBezTo>
                <a:cubicBezTo>
                  <a:pt x="43693" y="81073"/>
                  <a:pt x="43656" y="81073"/>
                  <a:pt x="43620" y="81073"/>
                </a:cubicBezTo>
                <a:cubicBezTo>
                  <a:pt x="43620" y="81073"/>
                  <a:pt x="43583" y="80998"/>
                  <a:pt x="43546" y="80998"/>
                </a:cubicBezTo>
                <a:cubicBezTo>
                  <a:pt x="43546" y="80998"/>
                  <a:pt x="43509" y="80998"/>
                  <a:pt x="43473" y="80998"/>
                </a:cubicBezTo>
                <a:cubicBezTo>
                  <a:pt x="43436" y="80998"/>
                  <a:pt x="43436" y="80998"/>
                  <a:pt x="43399" y="80923"/>
                </a:cubicBezTo>
                <a:cubicBezTo>
                  <a:pt x="43362" y="80923"/>
                  <a:pt x="43326" y="80848"/>
                  <a:pt x="43252" y="80848"/>
                </a:cubicBezTo>
                <a:cubicBezTo>
                  <a:pt x="43252" y="80772"/>
                  <a:pt x="43222" y="80772"/>
                  <a:pt x="43185" y="80772"/>
                </a:cubicBezTo>
                <a:cubicBezTo>
                  <a:pt x="43185" y="80697"/>
                  <a:pt x="43185" y="80622"/>
                  <a:pt x="43185" y="80622"/>
                </a:cubicBezTo>
                <a:cubicBezTo>
                  <a:pt x="43148" y="80472"/>
                  <a:pt x="43148" y="80396"/>
                  <a:pt x="43111" y="80321"/>
                </a:cubicBezTo>
                <a:cubicBezTo>
                  <a:pt x="43111" y="80246"/>
                  <a:pt x="43148" y="80171"/>
                  <a:pt x="43111" y="80171"/>
                </a:cubicBezTo>
                <a:cubicBezTo>
                  <a:pt x="43111" y="80108"/>
                  <a:pt x="43075" y="80108"/>
                  <a:pt x="43038" y="80033"/>
                </a:cubicBezTo>
                <a:cubicBezTo>
                  <a:pt x="43038" y="80033"/>
                  <a:pt x="43001" y="80033"/>
                  <a:pt x="42964" y="79958"/>
                </a:cubicBezTo>
                <a:cubicBezTo>
                  <a:pt x="42928" y="79883"/>
                  <a:pt x="42928" y="79883"/>
                  <a:pt x="42891" y="79807"/>
                </a:cubicBezTo>
                <a:cubicBezTo>
                  <a:pt x="42891" y="79807"/>
                  <a:pt x="42854" y="79807"/>
                  <a:pt x="42817" y="79807"/>
                </a:cubicBezTo>
                <a:cubicBezTo>
                  <a:pt x="42781" y="79732"/>
                  <a:pt x="42750" y="79732"/>
                  <a:pt x="42713" y="79732"/>
                </a:cubicBezTo>
                <a:cubicBezTo>
                  <a:pt x="42640" y="79732"/>
                  <a:pt x="42603" y="79883"/>
                  <a:pt x="42529" y="79883"/>
                </a:cubicBezTo>
                <a:cubicBezTo>
                  <a:pt x="42131" y="79883"/>
                  <a:pt x="42131" y="79883"/>
                  <a:pt x="42131" y="79883"/>
                </a:cubicBezTo>
                <a:cubicBezTo>
                  <a:pt x="42094" y="79883"/>
                  <a:pt x="42058" y="79807"/>
                  <a:pt x="42021" y="79807"/>
                </a:cubicBezTo>
                <a:cubicBezTo>
                  <a:pt x="41947" y="79732"/>
                  <a:pt x="41947" y="79657"/>
                  <a:pt x="41874" y="79582"/>
                </a:cubicBezTo>
                <a:cubicBezTo>
                  <a:pt x="41837" y="79582"/>
                  <a:pt x="41837" y="79507"/>
                  <a:pt x="41800" y="79507"/>
                </a:cubicBezTo>
                <a:cubicBezTo>
                  <a:pt x="41764" y="79507"/>
                  <a:pt x="41733" y="79507"/>
                  <a:pt x="41660" y="79507"/>
                </a:cubicBezTo>
                <a:cubicBezTo>
                  <a:pt x="41623" y="79507"/>
                  <a:pt x="41549" y="79507"/>
                  <a:pt x="41513" y="79507"/>
                </a:cubicBezTo>
                <a:cubicBezTo>
                  <a:pt x="41513" y="79732"/>
                  <a:pt x="41513" y="79807"/>
                  <a:pt x="41476" y="79958"/>
                </a:cubicBezTo>
                <a:cubicBezTo>
                  <a:pt x="41439" y="79958"/>
                  <a:pt x="41439" y="79958"/>
                  <a:pt x="41402" y="79958"/>
                </a:cubicBezTo>
                <a:cubicBezTo>
                  <a:pt x="41366" y="79958"/>
                  <a:pt x="41329" y="79958"/>
                  <a:pt x="41329" y="79958"/>
                </a:cubicBezTo>
                <a:cubicBezTo>
                  <a:pt x="41292" y="79958"/>
                  <a:pt x="41255" y="79958"/>
                  <a:pt x="41255" y="79958"/>
                </a:cubicBezTo>
                <a:cubicBezTo>
                  <a:pt x="41218" y="79883"/>
                  <a:pt x="41218" y="79883"/>
                  <a:pt x="41188" y="79883"/>
                </a:cubicBezTo>
                <a:cubicBezTo>
                  <a:pt x="41151" y="79807"/>
                  <a:pt x="41151" y="79807"/>
                  <a:pt x="41114" y="79807"/>
                </a:cubicBezTo>
                <a:cubicBezTo>
                  <a:pt x="41114" y="79732"/>
                  <a:pt x="41114" y="79657"/>
                  <a:pt x="41114" y="79657"/>
                </a:cubicBezTo>
                <a:cubicBezTo>
                  <a:pt x="41114" y="79582"/>
                  <a:pt x="41114" y="79507"/>
                  <a:pt x="41151" y="79507"/>
                </a:cubicBezTo>
                <a:cubicBezTo>
                  <a:pt x="41188" y="79431"/>
                  <a:pt x="41188" y="79507"/>
                  <a:pt x="41218" y="79431"/>
                </a:cubicBezTo>
                <a:cubicBezTo>
                  <a:pt x="41255" y="79431"/>
                  <a:pt x="41255" y="79356"/>
                  <a:pt x="41292" y="79356"/>
                </a:cubicBezTo>
                <a:cubicBezTo>
                  <a:pt x="41255" y="79206"/>
                  <a:pt x="41255" y="79206"/>
                  <a:pt x="41255" y="79206"/>
                </a:cubicBezTo>
                <a:cubicBezTo>
                  <a:pt x="41218" y="79206"/>
                  <a:pt x="41218" y="79206"/>
                  <a:pt x="41188" y="79206"/>
                </a:cubicBezTo>
                <a:cubicBezTo>
                  <a:pt x="41151" y="79206"/>
                  <a:pt x="41151" y="79143"/>
                  <a:pt x="41114" y="79143"/>
                </a:cubicBezTo>
                <a:cubicBezTo>
                  <a:pt x="41078" y="79143"/>
                  <a:pt x="41041" y="79143"/>
                  <a:pt x="41041" y="79068"/>
                </a:cubicBezTo>
                <a:cubicBezTo>
                  <a:pt x="41004" y="79068"/>
                  <a:pt x="40967" y="78993"/>
                  <a:pt x="40967" y="78993"/>
                </a:cubicBezTo>
                <a:cubicBezTo>
                  <a:pt x="40931" y="78993"/>
                  <a:pt x="40894" y="78918"/>
                  <a:pt x="40857" y="78918"/>
                </a:cubicBezTo>
                <a:cubicBezTo>
                  <a:pt x="40857" y="78842"/>
                  <a:pt x="40857" y="78767"/>
                  <a:pt x="40820" y="78767"/>
                </a:cubicBezTo>
                <a:cubicBezTo>
                  <a:pt x="40784" y="78692"/>
                  <a:pt x="40784" y="78692"/>
                  <a:pt x="40747" y="78692"/>
                </a:cubicBezTo>
                <a:cubicBezTo>
                  <a:pt x="40710" y="78692"/>
                  <a:pt x="40679" y="78617"/>
                  <a:pt x="40643" y="78617"/>
                </a:cubicBezTo>
                <a:cubicBezTo>
                  <a:pt x="40606" y="78617"/>
                  <a:pt x="40606" y="78617"/>
                  <a:pt x="40569" y="78617"/>
                </a:cubicBezTo>
                <a:cubicBezTo>
                  <a:pt x="40532" y="78617"/>
                  <a:pt x="40496" y="78542"/>
                  <a:pt x="40496" y="78542"/>
                </a:cubicBezTo>
                <a:cubicBezTo>
                  <a:pt x="40422" y="78542"/>
                  <a:pt x="40422" y="78542"/>
                  <a:pt x="40422" y="78542"/>
                </a:cubicBezTo>
                <a:cubicBezTo>
                  <a:pt x="40385" y="78542"/>
                  <a:pt x="40385" y="78466"/>
                  <a:pt x="40349" y="78466"/>
                </a:cubicBezTo>
                <a:cubicBezTo>
                  <a:pt x="40312" y="78466"/>
                  <a:pt x="40275" y="78391"/>
                  <a:pt x="40238" y="78391"/>
                </a:cubicBezTo>
                <a:cubicBezTo>
                  <a:pt x="40202" y="78316"/>
                  <a:pt x="40134" y="78316"/>
                  <a:pt x="40098" y="78316"/>
                </a:cubicBezTo>
                <a:cubicBezTo>
                  <a:pt x="40024" y="78316"/>
                  <a:pt x="39987" y="78316"/>
                  <a:pt x="39950" y="78316"/>
                </a:cubicBezTo>
                <a:cubicBezTo>
                  <a:pt x="39950" y="78993"/>
                  <a:pt x="39950" y="78993"/>
                  <a:pt x="39950" y="78993"/>
                </a:cubicBezTo>
                <a:cubicBezTo>
                  <a:pt x="39663" y="78993"/>
                  <a:pt x="39663" y="78993"/>
                  <a:pt x="39663" y="78993"/>
                </a:cubicBezTo>
                <a:cubicBezTo>
                  <a:pt x="39663" y="78767"/>
                  <a:pt x="39663" y="78767"/>
                  <a:pt x="39663" y="78767"/>
                </a:cubicBezTo>
                <a:cubicBezTo>
                  <a:pt x="39663" y="78692"/>
                  <a:pt x="39663" y="78617"/>
                  <a:pt x="39663" y="78617"/>
                </a:cubicBezTo>
                <a:cubicBezTo>
                  <a:pt x="39693" y="78542"/>
                  <a:pt x="39693" y="78466"/>
                  <a:pt x="39730" y="78466"/>
                </a:cubicBezTo>
                <a:cubicBezTo>
                  <a:pt x="39767" y="78391"/>
                  <a:pt x="39767" y="78316"/>
                  <a:pt x="39767" y="78316"/>
                </a:cubicBezTo>
                <a:cubicBezTo>
                  <a:pt x="39803" y="78316"/>
                  <a:pt x="39840" y="78316"/>
                  <a:pt x="39840" y="78241"/>
                </a:cubicBezTo>
                <a:cubicBezTo>
                  <a:pt x="39877" y="78166"/>
                  <a:pt x="39877" y="78090"/>
                  <a:pt x="39877" y="78028"/>
                </a:cubicBezTo>
                <a:cubicBezTo>
                  <a:pt x="39803" y="77953"/>
                  <a:pt x="39767" y="78028"/>
                  <a:pt x="39730" y="77953"/>
                </a:cubicBezTo>
                <a:cubicBezTo>
                  <a:pt x="39693" y="77953"/>
                  <a:pt x="39693" y="77877"/>
                  <a:pt x="39663" y="77877"/>
                </a:cubicBezTo>
                <a:cubicBezTo>
                  <a:pt x="39626" y="77802"/>
                  <a:pt x="39589" y="77802"/>
                  <a:pt x="39516" y="77802"/>
                </a:cubicBezTo>
                <a:cubicBezTo>
                  <a:pt x="39479" y="77727"/>
                  <a:pt x="39479" y="77727"/>
                  <a:pt x="39442" y="77727"/>
                </a:cubicBezTo>
                <a:cubicBezTo>
                  <a:pt x="39369" y="77727"/>
                  <a:pt x="39369" y="77727"/>
                  <a:pt x="39369" y="77727"/>
                </a:cubicBezTo>
                <a:cubicBezTo>
                  <a:pt x="39295" y="77727"/>
                  <a:pt x="39295" y="77727"/>
                  <a:pt x="39295" y="77727"/>
                </a:cubicBezTo>
                <a:cubicBezTo>
                  <a:pt x="39258" y="77727"/>
                  <a:pt x="39258" y="77727"/>
                  <a:pt x="39222" y="77727"/>
                </a:cubicBezTo>
                <a:cubicBezTo>
                  <a:pt x="39222" y="77877"/>
                  <a:pt x="39222" y="77953"/>
                  <a:pt x="39222" y="78028"/>
                </a:cubicBezTo>
                <a:cubicBezTo>
                  <a:pt x="39222" y="78090"/>
                  <a:pt x="39222" y="78090"/>
                  <a:pt x="39222" y="78166"/>
                </a:cubicBezTo>
                <a:cubicBezTo>
                  <a:pt x="39185" y="78316"/>
                  <a:pt x="39117" y="78391"/>
                  <a:pt x="39044" y="78391"/>
                </a:cubicBezTo>
                <a:cubicBezTo>
                  <a:pt x="39007" y="78391"/>
                  <a:pt x="38970" y="78316"/>
                  <a:pt x="38934" y="78316"/>
                </a:cubicBezTo>
                <a:cubicBezTo>
                  <a:pt x="38934" y="78028"/>
                  <a:pt x="38934" y="78028"/>
                  <a:pt x="38934" y="78028"/>
                </a:cubicBezTo>
                <a:lnTo>
                  <a:pt x="38934" y="77953"/>
                </a:lnTo>
                <a:cubicBezTo>
                  <a:pt x="38934" y="77877"/>
                  <a:pt x="38934" y="77802"/>
                  <a:pt x="38934" y="77802"/>
                </a:cubicBezTo>
                <a:cubicBezTo>
                  <a:pt x="39007" y="77802"/>
                  <a:pt x="39081" y="77802"/>
                  <a:pt x="39148" y="77727"/>
                </a:cubicBezTo>
                <a:cubicBezTo>
                  <a:pt x="39148" y="77727"/>
                  <a:pt x="39185" y="77727"/>
                  <a:pt x="39222" y="77727"/>
                </a:cubicBezTo>
                <a:cubicBezTo>
                  <a:pt x="39222" y="77652"/>
                  <a:pt x="39222" y="77577"/>
                  <a:pt x="39258" y="77577"/>
                </a:cubicBezTo>
                <a:cubicBezTo>
                  <a:pt x="39258" y="77426"/>
                  <a:pt x="39222" y="77351"/>
                  <a:pt x="39258" y="77276"/>
                </a:cubicBezTo>
                <a:cubicBezTo>
                  <a:pt x="39258" y="77125"/>
                  <a:pt x="39258" y="77063"/>
                  <a:pt x="39258" y="76975"/>
                </a:cubicBezTo>
                <a:cubicBezTo>
                  <a:pt x="39258" y="76912"/>
                  <a:pt x="39258" y="76837"/>
                  <a:pt x="39258" y="76762"/>
                </a:cubicBezTo>
                <a:cubicBezTo>
                  <a:pt x="39258" y="76612"/>
                  <a:pt x="39258" y="76536"/>
                  <a:pt x="39258" y="76386"/>
                </a:cubicBezTo>
                <a:cubicBezTo>
                  <a:pt x="39222" y="76386"/>
                  <a:pt x="39185" y="76386"/>
                  <a:pt x="39148" y="76386"/>
                </a:cubicBezTo>
                <a:cubicBezTo>
                  <a:pt x="39117" y="76386"/>
                  <a:pt x="39117" y="76386"/>
                  <a:pt x="39081" y="76386"/>
                </a:cubicBezTo>
                <a:lnTo>
                  <a:pt x="39044" y="76386"/>
                </a:lnTo>
                <a:cubicBezTo>
                  <a:pt x="39044" y="75646"/>
                  <a:pt x="39044" y="75646"/>
                  <a:pt x="39044" y="75646"/>
                </a:cubicBezTo>
                <a:cubicBezTo>
                  <a:pt x="39044" y="75571"/>
                  <a:pt x="39007" y="75571"/>
                  <a:pt x="39007" y="75496"/>
                </a:cubicBezTo>
                <a:cubicBezTo>
                  <a:pt x="39007" y="75421"/>
                  <a:pt x="39007" y="75346"/>
                  <a:pt x="38970" y="75271"/>
                </a:cubicBezTo>
                <a:cubicBezTo>
                  <a:pt x="38970" y="75271"/>
                  <a:pt x="38970" y="75195"/>
                  <a:pt x="38970" y="75120"/>
                </a:cubicBezTo>
                <a:cubicBezTo>
                  <a:pt x="38934" y="75120"/>
                  <a:pt x="38897" y="75120"/>
                  <a:pt x="38897" y="75045"/>
                </a:cubicBezTo>
                <a:cubicBezTo>
                  <a:pt x="38897" y="74982"/>
                  <a:pt x="38897" y="74895"/>
                  <a:pt x="38897" y="74895"/>
                </a:cubicBezTo>
                <a:cubicBezTo>
                  <a:pt x="38860" y="74832"/>
                  <a:pt x="38860" y="74757"/>
                  <a:pt x="38823" y="74757"/>
                </a:cubicBezTo>
                <a:cubicBezTo>
                  <a:pt x="38823" y="74681"/>
                  <a:pt x="38787" y="74757"/>
                  <a:pt x="38787" y="74757"/>
                </a:cubicBezTo>
                <a:cubicBezTo>
                  <a:pt x="38713" y="74681"/>
                  <a:pt x="38609" y="74606"/>
                  <a:pt x="38572" y="74531"/>
                </a:cubicBezTo>
                <a:cubicBezTo>
                  <a:pt x="38535" y="74531"/>
                  <a:pt x="38499" y="74531"/>
                  <a:pt x="38499" y="74456"/>
                </a:cubicBezTo>
                <a:cubicBezTo>
                  <a:pt x="38462" y="74381"/>
                  <a:pt x="38499" y="74230"/>
                  <a:pt x="38462" y="74155"/>
                </a:cubicBezTo>
                <a:cubicBezTo>
                  <a:pt x="38425" y="74155"/>
                  <a:pt x="38388" y="74155"/>
                  <a:pt x="38388" y="74155"/>
                </a:cubicBezTo>
                <a:cubicBezTo>
                  <a:pt x="38352" y="74155"/>
                  <a:pt x="38315" y="74080"/>
                  <a:pt x="38315" y="74080"/>
                </a:cubicBezTo>
                <a:cubicBezTo>
                  <a:pt x="38278" y="74080"/>
                  <a:pt x="38278" y="73930"/>
                  <a:pt x="38241" y="73930"/>
                </a:cubicBezTo>
                <a:cubicBezTo>
                  <a:pt x="38205" y="73867"/>
                  <a:pt x="38168" y="73930"/>
                  <a:pt x="38101" y="73930"/>
                </a:cubicBezTo>
                <a:cubicBezTo>
                  <a:pt x="38064" y="73930"/>
                  <a:pt x="38027" y="73867"/>
                  <a:pt x="38027" y="73867"/>
                </a:cubicBezTo>
                <a:cubicBezTo>
                  <a:pt x="37990" y="73867"/>
                  <a:pt x="37954" y="73792"/>
                  <a:pt x="37917" y="73792"/>
                </a:cubicBezTo>
                <a:cubicBezTo>
                  <a:pt x="37843" y="73716"/>
                  <a:pt x="37843" y="73716"/>
                  <a:pt x="37843" y="73716"/>
                </a:cubicBezTo>
                <a:cubicBezTo>
                  <a:pt x="37807" y="73641"/>
                  <a:pt x="37807" y="73566"/>
                  <a:pt x="37733" y="73566"/>
                </a:cubicBezTo>
                <a:cubicBezTo>
                  <a:pt x="37696" y="73566"/>
                  <a:pt x="37660" y="73566"/>
                  <a:pt x="37629" y="73641"/>
                </a:cubicBezTo>
                <a:cubicBezTo>
                  <a:pt x="37629" y="73641"/>
                  <a:pt x="37629" y="73716"/>
                  <a:pt x="37586" y="73792"/>
                </a:cubicBezTo>
                <a:cubicBezTo>
                  <a:pt x="37519" y="73867"/>
                  <a:pt x="37482" y="73792"/>
                  <a:pt x="37408" y="73792"/>
                </a:cubicBezTo>
                <a:cubicBezTo>
                  <a:pt x="37298" y="73792"/>
                  <a:pt x="37298" y="73792"/>
                  <a:pt x="37298" y="73792"/>
                </a:cubicBezTo>
                <a:cubicBezTo>
                  <a:pt x="37261" y="73792"/>
                  <a:pt x="37261" y="73792"/>
                  <a:pt x="37225" y="73792"/>
                </a:cubicBezTo>
                <a:cubicBezTo>
                  <a:pt x="37151" y="73716"/>
                  <a:pt x="37114" y="73716"/>
                  <a:pt x="37084" y="73716"/>
                </a:cubicBezTo>
                <a:cubicBezTo>
                  <a:pt x="37010" y="73716"/>
                  <a:pt x="37010" y="73641"/>
                  <a:pt x="36937" y="73566"/>
                </a:cubicBezTo>
                <a:cubicBezTo>
                  <a:pt x="36937" y="73566"/>
                  <a:pt x="36900" y="73566"/>
                  <a:pt x="36863" y="73566"/>
                </a:cubicBezTo>
                <a:cubicBezTo>
                  <a:pt x="36826" y="73491"/>
                  <a:pt x="36790" y="73416"/>
                  <a:pt x="36716" y="73340"/>
                </a:cubicBezTo>
                <a:cubicBezTo>
                  <a:pt x="36679" y="73265"/>
                  <a:pt x="36612" y="73265"/>
                  <a:pt x="36569" y="73190"/>
                </a:cubicBezTo>
                <a:cubicBezTo>
                  <a:pt x="36539" y="73115"/>
                  <a:pt x="36539" y="73115"/>
                  <a:pt x="36539" y="73040"/>
                </a:cubicBezTo>
                <a:cubicBezTo>
                  <a:pt x="36502" y="72965"/>
                  <a:pt x="36465" y="72965"/>
                  <a:pt x="36465" y="72902"/>
                </a:cubicBezTo>
                <a:cubicBezTo>
                  <a:pt x="36465" y="72676"/>
                  <a:pt x="36465" y="72601"/>
                  <a:pt x="36465" y="72451"/>
                </a:cubicBezTo>
                <a:cubicBezTo>
                  <a:pt x="36428" y="72451"/>
                  <a:pt x="36428" y="72375"/>
                  <a:pt x="36392" y="72375"/>
                </a:cubicBezTo>
                <a:cubicBezTo>
                  <a:pt x="36355" y="72375"/>
                  <a:pt x="36318" y="72375"/>
                  <a:pt x="36318" y="72375"/>
                </a:cubicBezTo>
                <a:cubicBezTo>
                  <a:pt x="36281" y="72375"/>
                  <a:pt x="36281" y="72300"/>
                  <a:pt x="36245" y="72300"/>
                </a:cubicBezTo>
                <a:cubicBezTo>
                  <a:pt x="36208" y="72300"/>
                  <a:pt x="36208" y="72225"/>
                  <a:pt x="36171" y="72225"/>
                </a:cubicBezTo>
                <a:cubicBezTo>
                  <a:pt x="36134" y="72150"/>
                  <a:pt x="36134" y="72150"/>
                  <a:pt x="36098" y="72075"/>
                </a:cubicBezTo>
                <a:cubicBezTo>
                  <a:pt x="36067" y="72000"/>
                  <a:pt x="36067" y="72075"/>
                  <a:pt x="36030" y="72000"/>
                </a:cubicBezTo>
                <a:cubicBezTo>
                  <a:pt x="36030" y="72000"/>
                  <a:pt x="36067" y="71849"/>
                  <a:pt x="36030" y="71849"/>
                </a:cubicBezTo>
                <a:cubicBezTo>
                  <a:pt x="36030" y="71849"/>
                  <a:pt x="35993" y="71849"/>
                  <a:pt x="35957" y="71849"/>
                </a:cubicBezTo>
                <a:cubicBezTo>
                  <a:pt x="35920" y="71849"/>
                  <a:pt x="35920" y="71786"/>
                  <a:pt x="35883" y="71786"/>
                </a:cubicBezTo>
                <a:cubicBezTo>
                  <a:pt x="35846" y="71711"/>
                  <a:pt x="35810" y="71711"/>
                  <a:pt x="35810" y="71636"/>
                </a:cubicBezTo>
                <a:cubicBezTo>
                  <a:pt x="35810" y="71636"/>
                  <a:pt x="35810" y="71561"/>
                  <a:pt x="35773" y="71486"/>
                </a:cubicBezTo>
                <a:cubicBezTo>
                  <a:pt x="35773" y="71410"/>
                  <a:pt x="35773" y="71335"/>
                  <a:pt x="35773" y="71185"/>
                </a:cubicBezTo>
                <a:cubicBezTo>
                  <a:pt x="35699" y="71185"/>
                  <a:pt x="35699" y="71185"/>
                  <a:pt x="35699" y="71185"/>
                </a:cubicBezTo>
                <a:cubicBezTo>
                  <a:pt x="35663" y="71185"/>
                  <a:pt x="35626" y="71260"/>
                  <a:pt x="35595" y="71260"/>
                </a:cubicBezTo>
                <a:cubicBezTo>
                  <a:pt x="35522" y="71260"/>
                  <a:pt x="35485" y="71335"/>
                  <a:pt x="35448" y="71335"/>
                </a:cubicBezTo>
                <a:cubicBezTo>
                  <a:pt x="35411" y="71335"/>
                  <a:pt x="35411" y="71410"/>
                  <a:pt x="35375" y="71410"/>
                </a:cubicBezTo>
                <a:cubicBezTo>
                  <a:pt x="35338" y="71410"/>
                  <a:pt x="35301" y="71410"/>
                  <a:pt x="35264" y="71335"/>
                </a:cubicBezTo>
                <a:cubicBezTo>
                  <a:pt x="35264" y="71260"/>
                  <a:pt x="35301" y="71260"/>
                  <a:pt x="35264" y="71185"/>
                </a:cubicBezTo>
                <a:cubicBezTo>
                  <a:pt x="35264" y="71034"/>
                  <a:pt x="35264" y="70959"/>
                  <a:pt x="35264" y="70821"/>
                </a:cubicBezTo>
                <a:cubicBezTo>
                  <a:pt x="35338" y="70821"/>
                  <a:pt x="35338" y="70821"/>
                  <a:pt x="35338" y="70821"/>
                </a:cubicBezTo>
                <a:cubicBezTo>
                  <a:pt x="35375" y="70734"/>
                  <a:pt x="35375" y="70734"/>
                  <a:pt x="35411" y="70671"/>
                </a:cubicBezTo>
                <a:cubicBezTo>
                  <a:pt x="35411" y="70596"/>
                  <a:pt x="35375" y="70521"/>
                  <a:pt x="35338" y="70521"/>
                </a:cubicBezTo>
                <a:cubicBezTo>
                  <a:pt x="35338" y="70445"/>
                  <a:pt x="35301" y="70521"/>
                  <a:pt x="35264" y="70445"/>
                </a:cubicBezTo>
                <a:cubicBezTo>
                  <a:pt x="35228" y="70445"/>
                  <a:pt x="35228" y="70445"/>
                  <a:pt x="35191" y="70370"/>
                </a:cubicBezTo>
                <a:cubicBezTo>
                  <a:pt x="35154" y="70370"/>
                  <a:pt x="35117" y="70370"/>
                  <a:pt x="35117" y="70370"/>
                </a:cubicBezTo>
                <a:cubicBezTo>
                  <a:pt x="34940" y="70596"/>
                  <a:pt x="34940" y="70596"/>
                  <a:pt x="34940" y="70596"/>
                </a:cubicBezTo>
                <a:cubicBezTo>
                  <a:pt x="34903" y="70596"/>
                  <a:pt x="34903" y="70596"/>
                  <a:pt x="34903" y="70596"/>
                </a:cubicBezTo>
                <a:cubicBezTo>
                  <a:pt x="34903" y="70596"/>
                  <a:pt x="34866" y="70596"/>
                  <a:pt x="34830" y="70521"/>
                </a:cubicBezTo>
                <a:cubicBezTo>
                  <a:pt x="34793" y="70521"/>
                  <a:pt x="34756" y="70445"/>
                  <a:pt x="34719" y="70445"/>
                </a:cubicBezTo>
                <a:cubicBezTo>
                  <a:pt x="34646" y="70445"/>
                  <a:pt x="34609" y="70445"/>
                  <a:pt x="34609" y="70521"/>
                </a:cubicBezTo>
                <a:cubicBezTo>
                  <a:pt x="34578" y="70596"/>
                  <a:pt x="34578" y="70671"/>
                  <a:pt x="34578" y="70671"/>
                </a:cubicBezTo>
                <a:cubicBezTo>
                  <a:pt x="34578" y="70734"/>
                  <a:pt x="34578" y="70821"/>
                  <a:pt x="34578" y="70821"/>
                </a:cubicBezTo>
                <a:cubicBezTo>
                  <a:pt x="34535" y="70884"/>
                  <a:pt x="34535" y="70884"/>
                  <a:pt x="34535" y="70959"/>
                </a:cubicBezTo>
                <a:cubicBezTo>
                  <a:pt x="34505" y="71034"/>
                  <a:pt x="34468" y="71185"/>
                  <a:pt x="34395" y="71185"/>
                </a:cubicBezTo>
                <a:cubicBezTo>
                  <a:pt x="34358" y="71185"/>
                  <a:pt x="34358" y="71185"/>
                  <a:pt x="34321" y="71110"/>
                </a:cubicBezTo>
                <a:cubicBezTo>
                  <a:pt x="34284" y="71110"/>
                  <a:pt x="34284" y="71034"/>
                  <a:pt x="34284" y="71034"/>
                </a:cubicBezTo>
                <a:cubicBezTo>
                  <a:pt x="34284" y="70959"/>
                  <a:pt x="34248" y="70884"/>
                  <a:pt x="34248" y="70884"/>
                </a:cubicBezTo>
                <a:cubicBezTo>
                  <a:pt x="34211" y="70821"/>
                  <a:pt x="34211" y="70734"/>
                  <a:pt x="34174" y="70734"/>
                </a:cubicBezTo>
                <a:cubicBezTo>
                  <a:pt x="34137" y="70671"/>
                  <a:pt x="34064" y="70671"/>
                  <a:pt x="34033" y="70596"/>
                </a:cubicBezTo>
                <a:cubicBezTo>
                  <a:pt x="33996" y="70596"/>
                  <a:pt x="33960" y="70596"/>
                  <a:pt x="33923" y="70596"/>
                </a:cubicBezTo>
                <a:cubicBezTo>
                  <a:pt x="33562" y="70596"/>
                  <a:pt x="33562" y="70596"/>
                  <a:pt x="33562" y="70596"/>
                </a:cubicBezTo>
                <a:cubicBezTo>
                  <a:pt x="33562" y="70596"/>
                  <a:pt x="33519" y="70521"/>
                  <a:pt x="33488" y="70521"/>
                </a:cubicBezTo>
                <a:cubicBezTo>
                  <a:pt x="33451" y="70445"/>
                  <a:pt x="33378" y="70445"/>
                  <a:pt x="33304" y="70445"/>
                </a:cubicBezTo>
                <a:cubicBezTo>
                  <a:pt x="33304" y="69994"/>
                  <a:pt x="33304" y="69994"/>
                  <a:pt x="33304" y="69994"/>
                </a:cubicBezTo>
                <a:cubicBezTo>
                  <a:pt x="33267" y="69994"/>
                  <a:pt x="33231" y="69994"/>
                  <a:pt x="33194" y="69994"/>
                </a:cubicBezTo>
                <a:cubicBezTo>
                  <a:pt x="33157" y="69994"/>
                  <a:pt x="33120" y="69919"/>
                  <a:pt x="33120" y="69919"/>
                </a:cubicBezTo>
                <a:cubicBezTo>
                  <a:pt x="33084" y="69919"/>
                  <a:pt x="33047" y="69919"/>
                  <a:pt x="33016" y="69844"/>
                </a:cubicBezTo>
                <a:cubicBezTo>
                  <a:pt x="33016" y="69844"/>
                  <a:pt x="33016" y="69769"/>
                  <a:pt x="32980" y="69706"/>
                </a:cubicBezTo>
                <a:cubicBezTo>
                  <a:pt x="32943" y="69706"/>
                  <a:pt x="32943" y="69706"/>
                  <a:pt x="32906" y="69706"/>
                </a:cubicBezTo>
                <a:cubicBezTo>
                  <a:pt x="32833" y="69631"/>
                  <a:pt x="32759" y="69631"/>
                  <a:pt x="32649" y="69556"/>
                </a:cubicBezTo>
                <a:cubicBezTo>
                  <a:pt x="32649" y="69706"/>
                  <a:pt x="32649" y="69769"/>
                  <a:pt x="32649" y="69844"/>
                </a:cubicBezTo>
                <a:cubicBezTo>
                  <a:pt x="32649" y="69919"/>
                  <a:pt x="32649" y="69994"/>
                  <a:pt x="32612" y="70069"/>
                </a:cubicBezTo>
                <a:cubicBezTo>
                  <a:pt x="32612" y="70069"/>
                  <a:pt x="32612" y="70145"/>
                  <a:pt x="32575" y="70145"/>
                </a:cubicBezTo>
                <a:cubicBezTo>
                  <a:pt x="32502" y="70220"/>
                  <a:pt x="32471" y="70145"/>
                  <a:pt x="32434" y="70145"/>
                </a:cubicBezTo>
                <a:cubicBezTo>
                  <a:pt x="32398" y="70220"/>
                  <a:pt x="32398" y="70295"/>
                  <a:pt x="32361" y="70295"/>
                </a:cubicBezTo>
                <a:cubicBezTo>
                  <a:pt x="32324" y="70295"/>
                  <a:pt x="32324" y="70370"/>
                  <a:pt x="32287" y="70370"/>
                </a:cubicBezTo>
                <a:cubicBezTo>
                  <a:pt x="32251" y="70445"/>
                  <a:pt x="32214" y="70445"/>
                  <a:pt x="32214" y="70521"/>
                </a:cubicBezTo>
                <a:cubicBezTo>
                  <a:pt x="32214" y="70596"/>
                  <a:pt x="32251" y="70596"/>
                  <a:pt x="32251" y="70671"/>
                </a:cubicBezTo>
                <a:cubicBezTo>
                  <a:pt x="32251" y="70734"/>
                  <a:pt x="32251" y="70821"/>
                  <a:pt x="32251" y="70821"/>
                </a:cubicBezTo>
                <a:cubicBezTo>
                  <a:pt x="32251" y="70884"/>
                  <a:pt x="32251" y="70884"/>
                  <a:pt x="32251" y="70959"/>
                </a:cubicBezTo>
                <a:cubicBezTo>
                  <a:pt x="32251" y="71034"/>
                  <a:pt x="32287" y="71034"/>
                  <a:pt x="32287" y="71110"/>
                </a:cubicBezTo>
                <a:cubicBezTo>
                  <a:pt x="32287" y="71185"/>
                  <a:pt x="32287" y="71260"/>
                  <a:pt x="32287" y="71335"/>
                </a:cubicBezTo>
                <a:cubicBezTo>
                  <a:pt x="32287" y="71410"/>
                  <a:pt x="32287" y="71486"/>
                  <a:pt x="32287" y="71561"/>
                </a:cubicBezTo>
                <a:cubicBezTo>
                  <a:pt x="32287" y="71636"/>
                  <a:pt x="32251" y="71636"/>
                  <a:pt x="32251" y="71711"/>
                </a:cubicBezTo>
                <a:cubicBezTo>
                  <a:pt x="32251" y="71711"/>
                  <a:pt x="32214" y="71711"/>
                  <a:pt x="32177" y="71636"/>
                </a:cubicBezTo>
                <a:cubicBezTo>
                  <a:pt x="32177" y="71636"/>
                  <a:pt x="32177" y="71561"/>
                  <a:pt x="32140" y="71486"/>
                </a:cubicBezTo>
                <a:cubicBezTo>
                  <a:pt x="32104" y="71410"/>
                  <a:pt x="32067" y="71260"/>
                  <a:pt x="32030" y="71110"/>
                </a:cubicBezTo>
                <a:cubicBezTo>
                  <a:pt x="32030" y="71034"/>
                  <a:pt x="32000" y="70959"/>
                  <a:pt x="32000" y="70821"/>
                </a:cubicBezTo>
                <a:cubicBezTo>
                  <a:pt x="32000" y="70734"/>
                  <a:pt x="32000" y="70734"/>
                  <a:pt x="32000" y="70671"/>
                </a:cubicBezTo>
                <a:cubicBezTo>
                  <a:pt x="32030" y="70596"/>
                  <a:pt x="32067" y="70596"/>
                  <a:pt x="32067" y="70521"/>
                </a:cubicBezTo>
                <a:cubicBezTo>
                  <a:pt x="32067" y="70521"/>
                  <a:pt x="32067" y="70445"/>
                  <a:pt x="32067" y="70370"/>
                </a:cubicBezTo>
                <a:cubicBezTo>
                  <a:pt x="32067" y="70370"/>
                  <a:pt x="32104" y="70295"/>
                  <a:pt x="32104" y="70220"/>
                </a:cubicBezTo>
                <a:cubicBezTo>
                  <a:pt x="32104" y="70145"/>
                  <a:pt x="32030" y="70145"/>
                  <a:pt x="32030" y="70069"/>
                </a:cubicBezTo>
                <a:cubicBezTo>
                  <a:pt x="32030" y="69844"/>
                  <a:pt x="32104" y="69769"/>
                  <a:pt x="32177" y="69706"/>
                </a:cubicBezTo>
                <a:cubicBezTo>
                  <a:pt x="32177" y="69631"/>
                  <a:pt x="32214" y="69631"/>
                  <a:pt x="32251" y="69556"/>
                </a:cubicBezTo>
                <a:cubicBezTo>
                  <a:pt x="32251" y="69556"/>
                  <a:pt x="32287" y="69480"/>
                  <a:pt x="32287" y="69405"/>
                </a:cubicBezTo>
                <a:cubicBezTo>
                  <a:pt x="32324" y="69405"/>
                  <a:pt x="32324" y="69405"/>
                  <a:pt x="32361" y="69330"/>
                </a:cubicBezTo>
                <a:cubicBezTo>
                  <a:pt x="32324" y="69180"/>
                  <a:pt x="32324" y="69180"/>
                  <a:pt x="32324" y="69180"/>
                </a:cubicBezTo>
                <a:cubicBezTo>
                  <a:pt x="32177" y="69180"/>
                  <a:pt x="32177" y="69180"/>
                  <a:pt x="32177" y="69180"/>
                </a:cubicBezTo>
                <a:cubicBezTo>
                  <a:pt x="32140" y="69180"/>
                  <a:pt x="32140" y="69255"/>
                  <a:pt x="32104" y="69255"/>
                </a:cubicBezTo>
                <a:cubicBezTo>
                  <a:pt x="32067" y="69255"/>
                  <a:pt x="32030" y="69255"/>
                  <a:pt x="32030" y="69255"/>
                </a:cubicBezTo>
                <a:cubicBezTo>
                  <a:pt x="32000" y="69330"/>
                  <a:pt x="31963" y="69330"/>
                  <a:pt x="31963" y="69330"/>
                </a:cubicBezTo>
                <a:cubicBezTo>
                  <a:pt x="31963" y="69405"/>
                  <a:pt x="31963" y="69480"/>
                  <a:pt x="31926" y="69480"/>
                </a:cubicBezTo>
                <a:cubicBezTo>
                  <a:pt x="31926" y="69631"/>
                  <a:pt x="31926" y="69706"/>
                  <a:pt x="31926" y="69844"/>
                </a:cubicBezTo>
                <a:cubicBezTo>
                  <a:pt x="31558" y="69844"/>
                  <a:pt x="31558" y="69844"/>
                  <a:pt x="31558" y="69844"/>
                </a:cubicBezTo>
                <a:cubicBezTo>
                  <a:pt x="31485" y="69844"/>
                  <a:pt x="31454" y="69919"/>
                  <a:pt x="31418" y="69994"/>
                </a:cubicBezTo>
                <a:cubicBezTo>
                  <a:pt x="31381" y="70069"/>
                  <a:pt x="31344" y="70069"/>
                  <a:pt x="31344" y="70069"/>
                </a:cubicBezTo>
                <a:cubicBezTo>
                  <a:pt x="31307" y="70145"/>
                  <a:pt x="31271" y="70145"/>
                  <a:pt x="31234" y="70145"/>
                </a:cubicBezTo>
                <a:cubicBezTo>
                  <a:pt x="31197" y="70220"/>
                  <a:pt x="31197" y="70220"/>
                  <a:pt x="31160" y="70220"/>
                </a:cubicBezTo>
                <a:cubicBezTo>
                  <a:pt x="31087" y="70295"/>
                  <a:pt x="31050" y="70295"/>
                  <a:pt x="30977" y="70295"/>
                </a:cubicBezTo>
                <a:lnTo>
                  <a:pt x="30946" y="70370"/>
                </a:lnTo>
                <a:cubicBezTo>
                  <a:pt x="30872" y="70370"/>
                  <a:pt x="30836" y="70370"/>
                  <a:pt x="30799" y="70370"/>
                </a:cubicBezTo>
                <a:cubicBezTo>
                  <a:pt x="30799" y="71185"/>
                  <a:pt x="30799" y="71185"/>
                  <a:pt x="30799" y="71185"/>
                </a:cubicBezTo>
                <a:cubicBezTo>
                  <a:pt x="30725" y="71260"/>
                  <a:pt x="30725" y="71335"/>
                  <a:pt x="30652" y="71410"/>
                </a:cubicBezTo>
                <a:cubicBezTo>
                  <a:pt x="30615" y="71410"/>
                  <a:pt x="30615" y="71410"/>
                  <a:pt x="30578" y="71410"/>
                </a:cubicBezTo>
                <a:cubicBezTo>
                  <a:pt x="30542" y="71410"/>
                  <a:pt x="30505" y="71410"/>
                  <a:pt x="30437" y="71410"/>
                </a:cubicBezTo>
                <a:cubicBezTo>
                  <a:pt x="30437" y="71486"/>
                  <a:pt x="30437" y="71561"/>
                  <a:pt x="30437" y="71636"/>
                </a:cubicBezTo>
                <a:cubicBezTo>
                  <a:pt x="30437" y="71711"/>
                  <a:pt x="30401" y="71711"/>
                  <a:pt x="30401" y="71786"/>
                </a:cubicBezTo>
                <a:cubicBezTo>
                  <a:pt x="30401" y="71849"/>
                  <a:pt x="30364" y="71849"/>
                  <a:pt x="30364" y="71924"/>
                </a:cubicBezTo>
                <a:cubicBezTo>
                  <a:pt x="30364" y="72000"/>
                  <a:pt x="30364" y="72000"/>
                  <a:pt x="30364" y="72075"/>
                </a:cubicBezTo>
                <a:cubicBezTo>
                  <a:pt x="30364" y="72150"/>
                  <a:pt x="30327" y="72150"/>
                  <a:pt x="30290" y="72150"/>
                </a:cubicBezTo>
                <a:cubicBezTo>
                  <a:pt x="30254" y="72300"/>
                  <a:pt x="30217" y="72300"/>
                  <a:pt x="30143" y="72375"/>
                </a:cubicBezTo>
                <a:cubicBezTo>
                  <a:pt x="30143" y="72451"/>
                  <a:pt x="30107" y="72451"/>
                  <a:pt x="30070" y="72526"/>
                </a:cubicBezTo>
                <a:cubicBezTo>
                  <a:pt x="30070" y="72526"/>
                  <a:pt x="30107" y="72601"/>
                  <a:pt x="30070" y="72676"/>
                </a:cubicBezTo>
                <a:cubicBezTo>
                  <a:pt x="30070" y="72751"/>
                  <a:pt x="30033" y="72751"/>
                  <a:pt x="29996" y="72814"/>
                </a:cubicBezTo>
                <a:lnTo>
                  <a:pt x="29996" y="72902"/>
                </a:lnTo>
                <a:lnTo>
                  <a:pt x="29996" y="73040"/>
                </a:lnTo>
                <a:cubicBezTo>
                  <a:pt x="30033" y="73040"/>
                  <a:pt x="30070" y="73040"/>
                  <a:pt x="30070" y="73040"/>
                </a:cubicBezTo>
                <a:cubicBezTo>
                  <a:pt x="30107" y="73115"/>
                  <a:pt x="30143" y="73115"/>
                  <a:pt x="30180" y="73115"/>
                </a:cubicBezTo>
                <a:cubicBezTo>
                  <a:pt x="30180" y="73340"/>
                  <a:pt x="30143" y="73491"/>
                  <a:pt x="30180" y="73716"/>
                </a:cubicBezTo>
                <a:lnTo>
                  <a:pt x="30180" y="73792"/>
                </a:lnTo>
                <a:cubicBezTo>
                  <a:pt x="30217" y="73930"/>
                  <a:pt x="30254" y="74005"/>
                  <a:pt x="30254" y="74080"/>
                </a:cubicBezTo>
                <a:cubicBezTo>
                  <a:pt x="30254" y="74155"/>
                  <a:pt x="30254" y="74230"/>
                  <a:pt x="30290" y="74230"/>
                </a:cubicBezTo>
                <a:cubicBezTo>
                  <a:pt x="30290" y="74306"/>
                  <a:pt x="30290" y="74381"/>
                  <a:pt x="30290" y="74456"/>
                </a:cubicBezTo>
                <a:cubicBezTo>
                  <a:pt x="30290" y="74531"/>
                  <a:pt x="30290" y="74606"/>
                  <a:pt x="30290" y="74681"/>
                </a:cubicBezTo>
                <a:cubicBezTo>
                  <a:pt x="30254" y="74757"/>
                  <a:pt x="30217" y="74757"/>
                  <a:pt x="30217" y="74757"/>
                </a:cubicBezTo>
                <a:cubicBezTo>
                  <a:pt x="30180" y="74832"/>
                  <a:pt x="30107" y="74832"/>
                  <a:pt x="30107" y="74895"/>
                </a:cubicBezTo>
                <a:cubicBezTo>
                  <a:pt x="30107" y="74982"/>
                  <a:pt x="30107" y="75045"/>
                  <a:pt x="30107" y="75045"/>
                </a:cubicBezTo>
                <a:cubicBezTo>
                  <a:pt x="30107" y="75195"/>
                  <a:pt x="30143" y="75271"/>
                  <a:pt x="30143" y="75346"/>
                </a:cubicBezTo>
                <a:cubicBezTo>
                  <a:pt x="30143" y="75496"/>
                  <a:pt x="30143" y="75571"/>
                  <a:pt x="30107" y="75646"/>
                </a:cubicBezTo>
                <a:cubicBezTo>
                  <a:pt x="30107" y="75722"/>
                  <a:pt x="30070" y="75797"/>
                  <a:pt x="30033" y="75797"/>
                </a:cubicBezTo>
                <a:cubicBezTo>
                  <a:pt x="30033" y="75872"/>
                  <a:pt x="30033" y="75947"/>
                  <a:pt x="29996" y="75947"/>
                </a:cubicBezTo>
                <a:cubicBezTo>
                  <a:pt x="29960" y="75947"/>
                  <a:pt x="29960" y="75947"/>
                  <a:pt x="29929" y="75947"/>
                </a:cubicBezTo>
                <a:cubicBezTo>
                  <a:pt x="29892" y="76010"/>
                  <a:pt x="29856" y="76010"/>
                  <a:pt x="29782" y="76010"/>
                </a:cubicBezTo>
                <a:cubicBezTo>
                  <a:pt x="29782" y="76236"/>
                  <a:pt x="29782" y="76236"/>
                  <a:pt x="29782" y="76236"/>
                </a:cubicBezTo>
                <a:cubicBezTo>
                  <a:pt x="29782" y="76311"/>
                  <a:pt x="29819" y="76311"/>
                  <a:pt x="29819" y="76386"/>
                </a:cubicBezTo>
                <a:cubicBezTo>
                  <a:pt x="29819" y="76386"/>
                  <a:pt x="29819" y="76461"/>
                  <a:pt x="29819" y="76536"/>
                </a:cubicBezTo>
                <a:cubicBezTo>
                  <a:pt x="29745" y="76612"/>
                  <a:pt x="29672" y="76687"/>
                  <a:pt x="29598" y="76762"/>
                </a:cubicBezTo>
                <a:cubicBezTo>
                  <a:pt x="29598" y="77063"/>
                  <a:pt x="29598" y="77063"/>
                  <a:pt x="29598" y="77063"/>
                </a:cubicBezTo>
                <a:cubicBezTo>
                  <a:pt x="29562" y="77063"/>
                  <a:pt x="29525" y="77063"/>
                  <a:pt x="29525" y="77063"/>
                </a:cubicBezTo>
                <a:cubicBezTo>
                  <a:pt x="29451" y="77125"/>
                  <a:pt x="29415" y="77125"/>
                  <a:pt x="29384" y="77201"/>
                </a:cubicBezTo>
                <a:cubicBezTo>
                  <a:pt x="29347" y="77201"/>
                  <a:pt x="29347" y="77276"/>
                  <a:pt x="29347" y="77351"/>
                </a:cubicBezTo>
                <a:cubicBezTo>
                  <a:pt x="29274" y="77501"/>
                  <a:pt x="29274" y="77652"/>
                  <a:pt x="29274" y="77877"/>
                </a:cubicBezTo>
                <a:cubicBezTo>
                  <a:pt x="28980" y="77877"/>
                  <a:pt x="28980" y="77877"/>
                  <a:pt x="28980" y="77877"/>
                </a:cubicBezTo>
                <a:cubicBezTo>
                  <a:pt x="28980" y="78090"/>
                  <a:pt x="29016" y="78166"/>
                  <a:pt x="28980" y="78316"/>
                </a:cubicBezTo>
                <a:cubicBezTo>
                  <a:pt x="28980" y="78466"/>
                  <a:pt x="28980" y="78542"/>
                  <a:pt x="28980" y="78617"/>
                </a:cubicBezTo>
                <a:cubicBezTo>
                  <a:pt x="28980" y="78692"/>
                  <a:pt x="28943" y="78692"/>
                  <a:pt x="28943" y="78767"/>
                </a:cubicBezTo>
                <a:cubicBezTo>
                  <a:pt x="28943" y="78842"/>
                  <a:pt x="28980" y="78842"/>
                  <a:pt x="28980" y="78918"/>
                </a:cubicBezTo>
                <a:cubicBezTo>
                  <a:pt x="28980" y="78993"/>
                  <a:pt x="28943" y="79068"/>
                  <a:pt x="28943" y="79068"/>
                </a:cubicBezTo>
                <a:cubicBezTo>
                  <a:pt x="28980" y="79206"/>
                  <a:pt x="29016" y="79281"/>
                  <a:pt x="29016" y="79356"/>
                </a:cubicBezTo>
                <a:cubicBezTo>
                  <a:pt x="29053" y="79356"/>
                  <a:pt x="29090" y="79281"/>
                  <a:pt x="29090" y="79281"/>
                </a:cubicBezTo>
                <a:cubicBezTo>
                  <a:pt x="29127" y="79281"/>
                  <a:pt x="29163" y="79206"/>
                  <a:pt x="29200" y="79206"/>
                </a:cubicBezTo>
                <a:cubicBezTo>
                  <a:pt x="29274" y="79206"/>
                  <a:pt x="29310" y="79281"/>
                  <a:pt x="29384" y="79281"/>
                </a:cubicBezTo>
                <a:cubicBezTo>
                  <a:pt x="29384" y="79507"/>
                  <a:pt x="29384" y="79507"/>
                  <a:pt x="29384" y="79507"/>
                </a:cubicBezTo>
                <a:cubicBezTo>
                  <a:pt x="29347" y="79582"/>
                  <a:pt x="29347" y="79657"/>
                  <a:pt x="29347" y="79657"/>
                </a:cubicBezTo>
                <a:cubicBezTo>
                  <a:pt x="29274" y="79732"/>
                  <a:pt x="29237" y="79807"/>
                  <a:pt x="29200" y="79807"/>
                </a:cubicBezTo>
                <a:cubicBezTo>
                  <a:pt x="29163" y="79807"/>
                  <a:pt x="29163" y="79807"/>
                  <a:pt x="29127" y="79807"/>
                </a:cubicBezTo>
                <a:cubicBezTo>
                  <a:pt x="29090" y="79807"/>
                  <a:pt x="29053" y="79807"/>
                  <a:pt x="29016" y="79807"/>
                </a:cubicBezTo>
                <a:cubicBezTo>
                  <a:pt x="29016" y="79958"/>
                  <a:pt x="29053" y="80033"/>
                  <a:pt x="29016" y="80108"/>
                </a:cubicBezTo>
                <a:cubicBezTo>
                  <a:pt x="29016" y="80171"/>
                  <a:pt x="29016" y="80246"/>
                  <a:pt x="29016" y="80246"/>
                </a:cubicBezTo>
                <a:cubicBezTo>
                  <a:pt x="28980" y="80321"/>
                  <a:pt x="28980" y="80321"/>
                  <a:pt x="28943" y="80321"/>
                </a:cubicBezTo>
                <a:cubicBezTo>
                  <a:pt x="28912" y="80396"/>
                  <a:pt x="28912" y="80396"/>
                  <a:pt x="28875" y="80472"/>
                </a:cubicBezTo>
                <a:cubicBezTo>
                  <a:pt x="28839" y="80472"/>
                  <a:pt x="28839" y="80472"/>
                  <a:pt x="28802" y="80547"/>
                </a:cubicBezTo>
                <a:cubicBezTo>
                  <a:pt x="28802" y="80622"/>
                  <a:pt x="28802" y="80697"/>
                  <a:pt x="28802" y="80772"/>
                </a:cubicBezTo>
                <a:cubicBezTo>
                  <a:pt x="28802" y="80848"/>
                  <a:pt x="28802" y="80923"/>
                  <a:pt x="28802" y="80998"/>
                </a:cubicBezTo>
                <a:cubicBezTo>
                  <a:pt x="28802" y="81073"/>
                  <a:pt x="28839" y="81073"/>
                  <a:pt x="28875" y="81148"/>
                </a:cubicBezTo>
                <a:cubicBezTo>
                  <a:pt x="28875" y="81211"/>
                  <a:pt x="28912" y="81211"/>
                  <a:pt x="28912" y="81286"/>
                </a:cubicBezTo>
                <a:cubicBezTo>
                  <a:pt x="28912" y="81437"/>
                  <a:pt x="28912" y="81437"/>
                  <a:pt x="28912" y="81437"/>
                </a:cubicBezTo>
                <a:cubicBezTo>
                  <a:pt x="28912" y="81512"/>
                  <a:pt x="28912" y="81587"/>
                  <a:pt x="28912" y="81737"/>
                </a:cubicBezTo>
                <a:cubicBezTo>
                  <a:pt x="28912" y="81813"/>
                  <a:pt x="28912" y="81813"/>
                  <a:pt x="28912" y="81888"/>
                </a:cubicBezTo>
                <a:cubicBezTo>
                  <a:pt x="28912" y="81963"/>
                  <a:pt x="28943" y="81963"/>
                  <a:pt x="28943" y="82038"/>
                </a:cubicBezTo>
                <a:cubicBezTo>
                  <a:pt x="28980" y="82038"/>
                  <a:pt x="29016" y="82038"/>
                  <a:pt x="29016" y="82113"/>
                </a:cubicBezTo>
                <a:cubicBezTo>
                  <a:pt x="29053" y="82113"/>
                  <a:pt x="29090" y="82113"/>
                  <a:pt x="29090" y="82113"/>
                </a:cubicBezTo>
                <a:cubicBezTo>
                  <a:pt x="29127" y="82113"/>
                  <a:pt x="29163" y="82113"/>
                  <a:pt x="29163" y="82113"/>
                </a:cubicBezTo>
                <a:cubicBezTo>
                  <a:pt x="29200" y="82113"/>
                  <a:pt x="29200" y="82113"/>
                  <a:pt x="29237" y="82189"/>
                </a:cubicBezTo>
                <a:cubicBezTo>
                  <a:pt x="29274" y="82189"/>
                  <a:pt x="29310" y="82189"/>
                  <a:pt x="29310" y="82251"/>
                </a:cubicBezTo>
                <a:cubicBezTo>
                  <a:pt x="29347" y="82251"/>
                  <a:pt x="29347" y="82326"/>
                  <a:pt x="29384" y="82402"/>
                </a:cubicBezTo>
                <a:lnTo>
                  <a:pt x="29415" y="82477"/>
                </a:lnTo>
                <a:cubicBezTo>
                  <a:pt x="29415" y="82552"/>
                  <a:pt x="29451" y="82627"/>
                  <a:pt x="29451" y="82702"/>
                </a:cubicBezTo>
                <a:cubicBezTo>
                  <a:pt x="29488" y="82702"/>
                  <a:pt x="29488" y="82778"/>
                  <a:pt x="29488" y="82853"/>
                </a:cubicBezTo>
                <a:cubicBezTo>
                  <a:pt x="29525" y="82853"/>
                  <a:pt x="29562" y="82853"/>
                  <a:pt x="29562" y="82928"/>
                </a:cubicBezTo>
                <a:cubicBezTo>
                  <a:pt x="29598" y="83003"/>
                  <a:pt x="29598" y="83003"/>
                  <a:pt x="29598" y="83078"/>
                </a:cubicBezTo>
                <a:cubicBezTo>
                  <a:pt x="29635" y="83154"/>
                  <a:pt x="29598" y="83304"/>
                  <a:pt x="29598" y="83367"/>
                </a:cubicBezTo>
                <a:cubicBezTo>
                  <a:pt x="29598" y="83442"/>
                  <a:pt x="29635" y="83442"/>
                  <a:pt x="29635" y="83517"/>
                </a:cubicBezTo>
                <a:cubicBezTo>
                  <a:pt x="29635" y="83592"/>
                  <a:pt x="29635" y="83592"/>
                  <a:pt x="29635" y="83667"/>
                </a:cubicBezTo>
                <a:cubicBezTo>
                  <a:pt x="29672" y="83743"/>
                  <a:pt x="29709" y="83743"/>
                  <a:pt x="29709" y="83743"/>
                </a:cubicBezTo>
                <a:cubicBezTo>
                  <a:pt x="29745" y="83818"/>
                  <a:pt x="29745" y="83893"/>
                  <a:pt x="29782" y="83893"/>
                </a:cubicBezTo>
                <a:cubicBezTo>
                  <a:pt x="29782" y="83968"/>
                  <a:pt x="29819" y="83968"/>
                  <a:pt x="29856" y="84043"/>
                </a:cubicBezTo>
                <a:cubicBezTo>
                  <a:pt x="29856" y="84119"/>
                  <a:pt x="29856" y="84194"/>
                  <a:pt x="29856" y="84344"/>
                </a:cubicBezTo>
                <a:cubicBezTo>
                  <a:pt x="29856" y="84632"/>
                  <a:pt x="29856" y="84632"/>
                  <a:pt x="29856" y="84632"/>
                </a:cubicBezTo>
                <a:cubicBezTo>
                  <a:pt x="29856" y="84708"/>
                  <a:pt x="29892" y="84783"/>
                  <a:pt x="29892" y="84783"/>
                </a:cubicBezTo>
                <a:cubicBezTo>
                  <a:pt x="29929" y="84858"/>
                  <a:pt x="29929" y="84933"/>
                  <a:pt x="29929" y="84933"/>
                </a:cubicBezTo>
                <a:cubicBezTo>
                  <a:pt x="29960" y="85008"/>
                  <a:pt x="29996" y="85008"/>
                  <a:pt x="29996" y="85084"/>
                </a:cubicBezTo>
                <a:cubicBezTo>
                  <a:pt x="30070" y="85159"/>
                  <a:pt x="30107" y="85309"/>
                  <a:pt x="30107" y="85447"/>
                </a:cubicBezTo>
                <a:cubicBezTo>
                  <a:pt x="30107" y="85673"/>
                  <a:pt x="30070" y="85823"/>
                  <a:pt x="30107" y="85973"/>
                </a:cubicBezTo>
                <a:cubicBezTo>
                  <a:pt x="30107" y="85973"/>
                  <a:pt x="30143" y="86049"/>
                  <a:pt x="30143" y="86124"/>
                </a:cubicBezTo>
                <a:cubicBezTo>
                  <a:pt x="30180" y="86124"/>
                  <a:pt x="30217" y="86124"/>
                  <a:pt x="30217" y="86199"/>
                </a:cubicBezTo>
                <a:cubicBezTo>
                  <a:pt x="30254" y="86199"/>
                  <a:pt x="30254" y="86274"/>
                  <a:pt x="30254" y="86274"/>
                </a:cubicBezTo>
                <a:cubicBezTo>
                  <a:pt x="30290" y="86349"/>
                  <a:pt x="30290" y="86349"/>
                  <a:pt x="30327" y="86349"/>
                </a:cubicBezTo>
                <a:cubicBezTo>
                  <a:pt x="30364" y="86425"/>
                  <a:pt x="30364" y="86425"/>
                  <a:pt x="30401" y="86487"/>
                </a:cubicBezTo>
                <a:cubicBezTo>
                  <a:pt x="30437" y="86487"/>
                  <a:pt x="30437" y="86487"/>
                  <a:pt x="30468" y="86550"/>
                </a:cubicBezTo>
                <a:cubicBezTo>
                  <a:pt x="30468" y="86550"/>
                  <a:pt x="30505" y="86625"/>
                  <a:pt x="30505" y="86700"/>
                </a:cubicBezTo>
                <a:cubicBezTo>
                  <a:pt x="30505" y="86700"/>
                  <a:pt x="30505" y="86775"/>
                  <a:pt x="30505" y="86851"/>
                </a:cubicBezTo>
                <a:cubicBezTo>
                  <a:pt x="30505" y="87001"/>
                  <a:pt x="30505" y="87076"/>
                  <a:pt x="30505" y="87227"/>
                </a:cubicBezTo>
                <a:cubicBezTo>
                  <a:pt x="30505" y="87227"/>
                  <a:pt x="30505" y="87302"/>
                  <a:pt x="30505" y="87377"/>
                </a:cubicBezTo>
                <a:cubicBezTo>
                  <a:pt x="30505" y="87452"/>
                  <a:pt x="30505" y="87452"/>
                  <a:pt x="30505" y="87527"/>
                </a:cubicBezTo>
                <a:cubicBezTo>
                  <a:pt x="30542" y="87590"/>
                  <a:pt x="30578" y="87590"/>
                  <a:pt x="30578" y="87590"/>
                </a:cubicBezTo>
                <a:cubicBezTo>
                  <a:pt x="30615" y="87740"/>
                  <a:pt x="30615" y="87816"/>
                  <a:pt x="30652" y="87891"/>
                </a:cubicBezTo>
                <a:cubicBezTo>
                  <a:pt x="30689" y="87966"/>
                  <a:pt x="30689" y="87966"/>
                  <a:pt x="30689" y="88041"/>
                </a:cubicBezTo>
                <a:cubicBezTo>
                  <a:pt x="30725" y="88116"/>
                  <a:pt x="30725" y="88116"/>
                  <a:pt x="30762" y="88192"/>
                </a:cubicBezTo>
                <a:cubicBezTo>
                  <a:pt x="30799" y="88192"/>
                  <a:pt x="30799" y="88192"/>
                  <a:pt x="30836" y="88192"/>
                </a:cubicBezTo>
                <a:cubicBezTo>
                  <a:pt x="30872" y="88267"/>
                  <a:pt x="30909" y="88267"/>
                  <a:pt x="30909" y="88342"/>
                </a:cubicBezTo>
                <a:cubicBezTo>
                  <a:pt x="30946" y="88342"/>
                  <a:pt x="30946" y="88417"/>
                  <a:pt x="30977" y="88417"/>
                </a:cubicBezTo>
                <a:cubicBezTo>
                  <a:pt x="31013" y="88417"/>
                  <a:pt x="31050" y="88492"/>
                  <a:pt x="31050" y="88492"/>
                </a:cubicBezTo>
                <a:cubicBezTo>
                  <a:pt x="31124" y="88492"/>
                  <a:pt x="31160" y="88492"/>
                  <a:pt x="31197" y="88492"/>
                </a:cubicBezTo>
                <a:cubicBezTo>
                  <a:pt x="31234" y="88492"/>
                  <a:pt x="31234" y="88555"/>
                  <a:pt x="31271" y="88555"/>
                </a:cubicBezTo>
                <a:cubicBezTo>
                  <a:pt x="31307" y="88630"/>
                  <a:pt x="31307" y="88706"/>
                  <a:pt x="31344" y="88706"/>
                </a:cubicBezTo>
                <a:cubicBezTo>
                  <a:pt x="31381" y="88781"/>
                  <a:pt x="31381" y="88856"/>
                  <a:pt x="31381" y="88856"/>
                </a:cubicBezTo>
                <a:cubicBezTo>
                  <a:pt x="31418" y="88931"/>
                  <a:pt x="31454" y="88931"/>
                  <a:pt x="31454" y="88931"/>
                </a:cubicBezTo>
                <a:cubicBezTo>
                  <a:pt x="31485" y="89006"/>
                  <a:pt x="31522" y="89006"/>
                  <a:pt x="31522" y="89081"/>
                </a:cubicBezTo>
                <a:cubicBezTo>
                  <a:pt x="31595" y="89157"/>
                  <a:pt x="31595" y="89232"/>
                  <a:pt x="31669" y="89232"/>
                </a:cubicBezTo>
                <a:cubicBezTo>
                  <a:pt x="31705" y="89307"/>
                  <a:pt x="31779" y="89307"/>
                  <a:pt x="31816" y="89382"/>
                </a:cubicBezTo>
                <a:cubicBezTo>
                  <a:pt x="31852" y="89382"/>
                  <a:pt x="31852" y="89457"/>
                  <a:pt x="31889" y="89457"/>
                </a:cubicBezTo>
                <a:cubicBezTo>
                  <a:pt x="31963" y="89533"/>
                  <a:pt x="32000" y="89533"/>
                  <a:pt x="32030" y="89671"/>
                </a:cubicBezTo>
                <a:cubicBezTo>
                  <a:pt x="32067" y="89671"/>
                  <a:pt x="32067" y="89746"/>
                  <a:pt x="32067" y="89821"/>
                </a:cubicBezTo>
                <a:cubicBezTo>
                  <a:pt x="32104" y="89896"/>
                  <a:pt x="32140" y="89896"/>
                  <a:pt x="32140" y="89971"/>
                </a:cubicBezTo>
                <a:cubicBezTo>
                  <a:pt x="32177" y="90046"/>
                  <a:pt x="32214" y="90122"/>
                  <a:pt x="32251" y="90197"/>
                </a:cubicBezTo>
                <a:cubicBezTo>
                  <a:pt x="32287" y="90272"/>
                  <a:pt x="32287" y="90347"/>
                  <a:pt x="32324" y="90347"/>
                </a:cubicBezTo>
                <a:cubicBezTo>
                  <a:pt x="32361" y="90347"/>
                  <a:pt x="32361" y="90347"/>
                  <a:pt x="32398" y="90347"/>
                </a:cubicBezTo>
                <a:cubicBezTo>
                  <a:pt x="32434" y="90347"/>
                  <a:pt x="32471" y="90347"/>
                  <a:pt x="32539" y="90347"/>
                </a:cubicBezTo>
                <a:cubicBezTo>
                  <a:pt x="32539" y="91826"/>
                  <a:pt x="32539" y="91826"/>
                  <a:pt x="32539" y="91826"/>
                </a:cubicBezTo>
                <a:cubicBezTo>
                  <a:pt x="32539" y="91977"/>
                  <a:pt x="32502" y="92052"/>
                  <a:pt x="32502" y="92127"/>
                </a:cubicBezTo>
                <a:cubicBezTo>
                  <a:pt x="32502" y="92277"/>
                  <a:pt x="32502" y="92277"/>
                  <a:pt x="32502" y="92353"/>
                </a:cubicBezTo>
                <a:cubicBezTo>
                  <a:pt x="32502" y="92428"/>
                  <a:pt x="32502" y="92428"/>
                  <a:pt x="32502" y="92428"/>
                </a:cubicBezTo>
                <a:cubicBezTo>
                  <a:pt x="32502" y="92578"/>
                  <a:pt x="32502" y="92578"/>
                  <a:pt x="32502" y="92578"/>
                </a:cubicBezTo>
                <a:cubicBezTo>
                  <a:pt x="32502" y="92716"/>
                  <a:pt x="32539" y="92804"/>
                  <a:pt x="32539" y="92942"/>
                </a:cubicBezTo>
                <a:cubicBezTo>
                  <a:pt x="32539" y="93017"/>
                  <a:pt x="32539" y="93017"/>
                  <a:pt x="32539" y="93017"/>
                </a:cubicBezTo>
                <a:cubicBezTo>
                  <a:pt x="32539" y="93092"/>
                  <a:pt x="32502" y="93092"/>
                  <a:pt x="32502" y="93167"/>
                </a:cubicBezTo>
                <a:cubicBezTo>
                  <a:pt x="32502" y="93242"/>
                  <a:pt x="32502" y="93242"/>
                  <a:pt x="32502" y="93318"/>
                </a:cubicBezTo>
                <a:cubicBezTo>
                  <a:pt x="32502" y="93393"/>
                  <a:pt x="32471" y="93393"/>
                  <a:pt x="32471" y="93468"/>
                </a:cubicBezTo>
                <a:cubicBezTo>
                  <a:pt x="32471" y="93543"/>
                  <a:pt x="32471" y="93618"/>
                  <a:pt x="32471" y="93693"/>
                </a:cubicBezTo>
                <a:cubicBezTo>
                  <a:pt x="32471" y="93693"/>
                  <a:pt x="32471" y="93693"/>
                  <a:pt x="32471" y="93769"/>
                </a:cubicBezTo>
                <a:cubicBezTo>
                  <a:pt x="32471" y="93907"/>
                  <a:pt x="32471" y="93907"/>
                  <a:pt x="32471" y="93907"/>
                </a:cubicBezTo>
                <a:cubicBezTo>
                  <a:pt x="32471" y="93982"/>
                  <a:pt x="32502" y="93982"/>
                  <a:pt x="32502" y="94057"/>
                </a:cubicBezTo>
                <a:cubicBezTo>
                  <a:pt x="32502" y="94132"/>
                  <a:pt x="32502" y="94207"/>
                  <a:pt x="32502" y="94283"/>
                </a:cubicBezTo>
                <a:cubicBezTo>
                  <a:pt x="32502" y="94358"/>
                  <a:pt x="32502" y="94358"/>
                  <a:pt x="32502" y="94358"/>
                </a:cubicBezTo>
                <a:cubicBezTo>
                  <a:pt x="32502" y="94508"/>
                  <a:pt x="32502" y="94508"/>
                  <a:pt x="32502" y="94508"/>
                </a:cubicBezTo>
                <a:cubicBezTo>
                  <a:pt x="32502" y="94583"/>
                  <a:pt x="32434" y="94583"/>
                  <a:pt x="32434" y="94659"/>
                </a:cubicBezTo>
                <a:cubicBezTo>
                  <a:pt x="32434" y="94796"/>
                  <a:pt x="32434" y="94884"/>
                  <a:pt x="32434" y="94947"/>
                </a:cubicBezTo>
                <a:cubicBezTo>
                  <a:pt x="32471" y="95022"/>
                  <a:pt x="32502" y="95097"/>
                  <a:pt x="32502" y="95172"/>
                </a:cubicBezTo>
                <a:cubicBezTo>
                  <a:pt x="32502" y="95323"/>
                  <a:pt x="32502" y="95323"/>
                  <a:pt x="32502" y="95323"/>
                </a:cubicBezTo>
                <a:cubicBezTo>
                  <a:pt x="32502" y="95473"/>
                  <a:pt x="32502" y="95473"/>
                  <a:pt x="32502" y="95473"/>
                </a:cubicBezTo>
                <a:cubicBezTo>
                  <a:pt x="32502" y="95473"/>
                  <a:pt x="32471" y="95548"/>
                  <a:pt x="32471" y="95624"/>
                </a:cubicBezTo>
                <a:cubicBezTo>
                  <a:pt x="32471" y="95624"/>
                  <a:pt x="32471" y="95699"/>
                  <a:pt x="32471" y="95774"/>
                </a:cubicBezTo>
                <a:cubicBezTo>
                  <a:pt x="32471" y="95774"/>
                  <a:pt x="32434" y="95849"/>
                  <a:pt x="32434" y="95912"/>
                </a:cubicBezTo>
                <a:cubicBezTo>
                  <a:pt x="32434" y="95912"/>
                  <a:pt x="32434" y="95987"/>
                  <a:pt x="32398" y="95987"/>
                </a:cubicBezTo>
                <a:cubicBezTo>
                  <a:pt x="32398" y="96062"/>
                  <a:pt x="32398" y="96137"/>
                  <a:pt x="32361" y="96213"/>
                </a:cubicBezTo>
                <a:cubicBezTo>
                  <a:pt x="32361" y="96363"/>
                  <a:pt x="32324" y="96438"/>
                  <a:pt x="32287" y="96589"/>
                </a:cubicBezTo>
                <a:cubicBezTo>
                  <a:pt x="32287" y="96589"/>
                  <a:pt x="32251" y="96664"/>
                  <a:pt x="32251" y="96739"/>
                </a:cubicBezTo>
                <a:cubicBezTo>
                  <a:pt x="32251" y="96814"/>
                  <a:pt x="32251" y="96877"/>
                  <a:pt x="32251" y="97027"/>
                </a:cubicBezTo>
                <a:cubicBezTo>
                  <a:pt x="32251" y="97027"/>
                  <a:pt x="32251" y="97027"/>
                  <a:pt x="32251" y="97102"/>
                </a:cubicBezTo>
                <a:cubicBezTo>
                  <a:pt x="32251" y="97253"/>
                  <a:pt x="32251" y="97328"/>
                  <a:pt x="32251" y="97478"/>
                </a:cubicBezTo>
                <a:cubicBezTo>
                  <a:pt x="32251" y="97478"/>
                  <a:pt x="32251" y="97554"/>
                  <a:pt x="32251" y="97629"/>
                </a:cubicBezTo>
                <a:cubicBezTo>
                  <a:pt x="32251" y="97629"/>
                  <a:pt x="32251" y="97704"/>
                  <a:pt x="32251" y="97779"/>
                </a:cubicBezTo>
                <a:cubicBezTo>
                  <a:pt x="32251" y="97854"/>
                  <a:pt x="32251" y="97854"/>
                  <a:pt x="32251" y="97930"/>
                </a:cubicBezTo>
                <a:cubicBezTo>
                  <a:pt x="32251" y="97992"/>
                  <a:pt x="32251" y="98067"/>
                  <a:pt x="32251" y="98067"/>
                </a:cubicBezTo>
                <a:cubicBezTo>
                  <a:pt x="32251" y="98143"/>
                  <a:pt x="32214" y="98218"/>
                  <a:pt x="32214" y="98293"/>
                </a:cubicBezTo>
                <a:cubicBezTo>
                  <a:pt x="32177" y="98293"/>
                  <a:pt x="32177" y="98368"/>
                  <a:pt x="32177" y="98443"/>
                </a:cubicBezTo>
                <a:cubicBezTo>
                  <a:pt x="32177" y="98519"/>
                  <a:pt x="32140" y="98519"/>
                  <a:pt x="32140" y="98594"/>
                </a:cubicBezTo>
                <a:cubicBezTo>
                  <a:pt x="32104" y="98669"/>
                  <a:pt x="32067" y="98669"/>
                  <a:pt x="32067" y="98744"/>
                </a:cubicBezTo>
                <a:cubicBezTo>
                  <a:pt x="32000" y="98895"/>
                  <a:pt x="31963" y="98957"/>
                  <a:pt x="31963" y="99183"/>
                </a:cubicBezTo>
                <a:cubicBezTo>
                  <a:pt x="31963" y="99258"/>
                  <a:pt x="31963" y="99258"/>
                  <a:pt x="31963" y="99258"/>
                </a:cubicBezTo>
                <a:cubicBezTo>
                  <a:pt x="31963" y="99258"/>
                  <a:pt x="31963" y="99333"/>
                  <a:pt x="31963" y="99408"/>
                </a:cubicBezTo>
                <a:cubicBezTo>
                  <a:pt x="31963" y="99408"/>
                  <a:pt x="31963" y="99484"/>
                  <a:pt x="31963" y="99559"/>
                </a:cubicBezTo>
                <a:cubicBezTo>
                  <a:pt x="32000" y="99559"/>
                  <a:pt x="32000" y="99634"/>
                  <a:pt x="32000" y="99709"/>
                </a:cubicBezTo>
                <a:cubicBezTo>
                  <a:pt x="32030" y="99709"/>
                  <a:pt x="32030" y="99784"/>
                  <a:pt x="32067" y="99784"/>
                </a:cubicBezTo>
                <a:cubicBezTo>
                  <a:pt x="32104" y="100010"/>
                  <a:pt x="32140" y="100148"/>
                  <a:pt x="32140" y="100373"/>
                </a:cubicBezTo>
                <a:cubicBezTo>
                  <a:pt x="32140" y="100599"/>
                  <a:pt x="32104" y="100749"/>
                  <a:pt x="32104" y="100975"/>
                </a:cubicBezTo>
                <a:cubicBezTo>
                  <a:pt x="32104" y="100975"/>
                  <a:pt x="32067" y="101038"/>
                  <a:pt x="32067" y="101125"/>
                </a:cubicBezTo>
                <a:cubicBezTo>
                  <a:pt x="32067" y="101263"/>
                  <a:pt x="32067" y="101338"/>
                  <a:pt x="32067" y="101564"/>
                </a:cubicBezTo>
                <a:cubicBezTo>
                  <a:pt x="32067" y="101639"/>
                  <a:pt x="32030" y="101714"/>
                  <a:pt x="32030" y="101865"/>
                </a:cubicBezTo>
                <a:cubicBezTo>
                  <a:pt x="32030" y="101940"/>
                  <a:pt x="32030" y="101940"/>
                  <a:pt x="32000" y="102015"/>
                </a:cubicBezTo>
                <a:cubicBezTo>
                  <a:pt x="32000" y="102090"/>
                  <a:pt x="31963" y="102090"/>
                  <a:pt x="31926" y="102153"/>
                </a:cubicBezTo>
                <a:cubicBezTo>
                  <a:pt x="31926" y="102228"/>
                  <a:pt x="31963" y="102228"/>
                  <a:pt x="31926" y="102303"/>
                </a:cubicBezTo>
                <a:cubicBezTo>
                  <a:pt x="31926" y="102379"/>
                  <a:pt x="31926" y="102379"/>
                  <a:pt x="31889" y="102454"/>
                </a:cubicBezTo>
                <a:cubicBezTo>
                  <a:pt x="31889" y="102529"/>
                  <a:pt x="31852" y="102529"/>
                  <a:pt x="31852" y="102604"/>
                </a:cubicBezTo>
                <a:cubicBezTo>
                  <a:pt x="31816" y="102679"/>
                  <a:pt x="31816" y="102679"/>
                  <a:pt x="31779" y="102755"/>
                </a:cubicBezTo>
                <a:lnTo>
                  <a:pt x="31742" y="102830"/>
                </a:lnTo>
                <a:cubicBezTo>
                  <a:pt x="31742" y="103131"/>
                  <a:pt x="31742" y="103131"/>
                  <a:pt x="31742" y="103131"/>
                </a:cubicBezTo>
                <a:cubicBezTo>
                  <a:pt x="31742" y="103206"/>
                  <a:pt x="31742" y="103268"/>
                  <a:pt x="31742" y="103344"/>
                </a:cubicBezTo>
                <a:cubicBezTo>
                  <a:pt x="31742" y="103419"/>
                  <a:pt x="31742" y="103419"/>
                  <a:pt x="31742" y="103569"/>
                </a:cubicBezTo>
                <a:lnTo>
                  <a:pt x="31742" y="103644"/>
                </a:lnTo>
                <a:cubicBezTo>
                  <a:pt x="31742" y="103720"/>
                  <a:pt x="31742" y="103720"/>
                  <a:pt x="31742" y="103795"/>
                </a:cubicBezTo>
                <a:cubicBezTo>
                  <a:pt x="31742" y="103870"/>
                  <a:pt x="31705" y="103870"/>
                  <a:pt x="31705" y="103945"/>
                </a:cubicBezTo>
                <a:cubicBezTo>
                  <a:pt x="31669" y="104020"/>
                  <a:pt x="31669" y="104020"/>
                  <a:pt x="31669" y="104096"/>
                </a:cubicBezTo>
                <a:cubicBezTo>
                  <a:pt x="31632" y="104171"/>
                  <a:pt x="31595" y="104171"/>
                  <a:pt x="31595" y="104233"/>
                </a:cubicBezTo>
                <a:cubicBezTo>
                  <a:pt x="31558" y="104309"/>
                  <a:pt x="31558" y="104309"/>
                  <a:pt x="31558" y="104384"/>
                </a:cubicBezTo>
                <a:cubicBezTo>
                  <a:pt x="31558" y="104459"/>
                  <a:pt x="31485" y="104534"/>
                  <a:pt x="31454" y="104609"/>
                </a:cubicBezTo>
                <a:cubicBezTo>
                  <a:pt x="31454" y="104609"/>
                  <a:pt x="31418" y="104609"/>
                  <a:pt x="31381" y="104685"/>
                </a:cubicBezTo>
                <a:cubicBezTo>
                  <a:pt x="31381" y="104760"/>
                  <a:pt x="31381" y="104760"/>
                  <a:pt x="31344" y="104835"/>
                </a:cubicBezTo>
                <a:cubicBezTo>
                  <a:pt x="31344" y="104835"/>
                  <a:pt x="31344" y="104910"/>
                  <a:pt x="31344" y="104985"/>
                </a:cubicBezTo>
                <a:cubicBezTo>
                  <a:pt x="31344" y="105061"/>
                  <a:pt x="31418" y="105061"/>
                  <a:pt x="31418" y="105136"/>
                </a:cubicBezTo>
                <a:cubicBezTo>
                  <a:pt x="31418" y="105136"/>
                  <a:pt x="31418" y="105211"/>
                  <a:pt x="31418" y="105286"/>
                </a:cubicBezTo>
                <a:cubicBezTo>
                  <a:pt x="31418" y="105349"/>
                  <a:pt x="31454" y="105424"/>
                  <a:pt x="31454" y="105574"/>
                </a:cubicBezTo>
                <a:lnTo>
                  <a:pt x="31454" y="105650"/>
                </a:lnTo>
                <a:cubicBezTo>
                  <a:pt x="31454" y="105725"/>
                  <a:pt x="31485" y="105800"/>
                  <a:pt x="31485" y="105800"/>
                </a:cubicBezTo>
                <a:cubicBezTo>
                  <a:pt x="31485" y="105950"/>
                  <a:pt x="31485" y="106026"/>
                  <a:pt x="31485" y="106101"/>
                </a:cubicBezTo>
                <a:cubicBezTo>
                  <a:pt x="31485" y="106389"/>
                  <a:pt x="31485" y="106539"/>
                  <a:pt x="31418" y="106690"/>
                </a:cubicBezTo>
                <a:cubicBezTo>
                  <a:pt x="31418" y="106765"/>
                  <a:pt x="31381" y="106840"/>
                  <a:pt x="31381" y="106840"/>
                </a:cubicBezTo>
                <a:cubicBezTo>
                  <a:pt x="31344" y="106915"/>
                  <a:pt x="31307" y="106915"/>
                  <a:pt x="31307" y="106991"/>
                </a:cubicBezTo>
                <a:cubicBezTo>
                  <a:pt x="31271" y="107066"/>
                  <a:pt x="31307" y="107141"/>
                  <a:pt x="31307" y="107291"/>
                </a:cubicBezTo>
                <a:cubicBezTo>
                  <a:pt x="31307" y="107291"/>
                  <a:pt x="31271" y="107367"/>
                  <a:pt x="31307" y="107429"/>
                </a:cubicBezTo>
                <a:lnTo>
                  <a:pt x="31344" y="107504"/>
                </a:lnTo>
                <a:cubicBezTo>
                  <a:pt x="31381" y="107655"/>
                  <a:pt x="31381" y="107655"/>
                  <a:pt x="31381" y="107655"/>
                </a:cubicBezTo>
                <a:cubicBezTo>
                  <a:pt x="31418" y="107805"/>
                  <a:pt x="31454" y="107880"/>
                  <a:pt x="31454" y="107956"/>
                </a:cubicBezTo>
                <a:cubicBezTo>
                  <a:pt x="31454" y="108031"/>
                  <a:pt x="31418" y="108031"/>
                  <a:pt x="31418" y="108106"/>
                </a:cubicBezTo>
                <a:cubicBezTo>
                  <a:pt x="31381" y="108106"/>
                  <a:pt x="31344" y="108106"/>
                  <a:pt x="31307" y="108181"/>
                </a:cubicBezTo>
                <a:cubicBezTo>
                  <a:pt x="31271" y="108181"/>
                  <a:pt x="31234" y="108181"/>
                  <a:pt x="31234" y="108256"/>
                </a:cubicBezTo>
                <a:cubicBezTo>
                  <a:pt x="31197" y="108332"/>
                  <a:pt x="31197" y="108332"/>
                  <a:pt x="31197" y="108407"/>
                </a:cubicBezTo>
                <a:cubicBezTo>
                  <a:pt x="31197" y="108469"/>
                  <a:pt x="31197" y="108469"/>
                  <a:pt x="31197" y="108545"/>
                </a:cubicBezTo>
                <a:cubicBezTo>
                  <a:pt x="31160" y="108620"/>
                  <a:pt x="31124" y="108620"/>
                  <a:pt x="31124" y="108695"/>
                </a:cubicBezTo>
                <a:cubicBezTo>
                  <a:pt x="31124" y="108695"/>
                  <a:pt x="31124" y="108770"/>
                  <a:pt x="31124" y="108845"/>
                </a:cubicBezTo>
                <a:cubicBezTo>
                  <a:pt x="31087" y="108921"/>
                  <a:pt x="31087" y="108996"/>
                  <a:pt x="31087" y="109071"/>
                </a:cubicBezTo>
                <a:cubicBezTo>
                  <a:pt x="31087" y="109146"/>
                  <a:pt x="31087" y="109221"/>
                  <a:pt x="31124" y="109297"/>
                </a:cubicBezTo>
                <a:cubicBezTo>
                  <a:pt x="31160" y="109297"/>
                  <a:pt x="31197" y="109297"/>
                  <a:pt x="31197" y="109372"/>
                </a:cubicBezTo>
                <a:cubicBezTo>
                  <a:pt x="31234" y="109372"/>
                  <a:pt x="31234" y="109447"/>
                  <a:pt x="31271" y="109447"/>
                </a:cubicBezTo>
                <a:cubicBezTo>
                  <a:pt x="31485" y="109447"/>
                  <a:pt x="31485" y="109447"/>
                  <a:pt x="31485" y="109447"/>
                </a:cubicBezTo>
                <a:cubicBezTo>
                  <a:pt x="31558" y="108181"/>
                  <a:pt x="31558" y="108181"/>
                  <a:pt x="31558" y="108181"/>
                </a:cubicBezTo>
                <a:cubicBezTo>
                  <a:pt x="31816" y="108181"/>
                  <a:pt x="31816" y="108181"/>
                  <a:pt x="31816" y="108181"/>
                </a:cubicBezTo>
                <a:cubicBezTo>
                  <a:pt x="31816" y="108545"/>
                  <a:pt x="31816" y="108545"/>
                  <a:pt x="31816" y="108545"/>
                </a:cubicBezTo>
                <a:cubicBezTo>
                  <a:pt x="31779" y="108620"/>
                  <a:pt x="31779" y="108695"/>
                  <a:pt x="31779" y="108695"/>
                </a:cubicBezTo>
                <a:cubicBezTo>
                  <a:pt x="31742" y="108770"/>
                  <a:pt x="31705" y="108770"/>
                  <a:pt x="31705" y="108770"/>
                </a:cubicBezTo>
                <a:cubicBezTo>
                  <a:pt x="31669" y="108845"/>
                  <a:pt x="31669" y="108921"/>
                  <a:pt x="31632" y="108921"/>
                </a:cubicBezTo>
                <a:cubicBezTo>
                  <a:pt x="31632" y="109660"/>
                  <a:pt x="31632" y="109660"/>
                  <a:pt x="31632" y="109660"/>
                </a:cubicBezTo>
                <a:cubicBezTo>
                  <a:pt x="31632" y="109735"/>
                  <a:pt x="31595" y="109810"/>
                  <a:pt x="31595" y="109810"/>
                </a:cubicBezTo>
                <a:cubicBezTo>
                  <a:pt x="31558" y="109886"/>
                  <a:pt x="31522" y="109886"/>
                  <a:pt x="31522" y="109961"/>
                </a:cubicBezTo>
                <a:cubicBezTo>
                  <a:pt x="31485" y="109961"/>
                  <a:pt x="31485" y="110036"/>
                  <a:pt x="31485" y="110111"/>
                </a:cubicBezTo>
                <a:cubicBezTo>
                  <a:pt x="31485" y="110111"/>
                  <a:pt x="31485" y="110186"/>
                  <a:pt x="31485" y="110262"/>
                </a:cubicBezTo>
                <a:cubicBezTo>
                  <a:pt x="31485" y="110412"/>
                  <a:pt x="31522" y="110487"/>
                  <a:pt x="31522" y="110700"/>
                </a:cubicBezTo>
                <a:cubicBezTo>
                  <a:pt x="31522" y="110851"/>
                  <a:pt x="31522" y="110926"/>
                  <a:pt x="31522" y="111151"/>
                </a:cubicBezTo>
                <a:cubicBezTo>
                  <a:pt x="31522" y="111151"/>
                  <a:pt x="31485" y="111227"/>
                  <a:pt x="31485" y="111302"/>
                </a:cubicBezTo>
                <a:cubicBezTo>
                  <a:pt x="31418" y="111151"/>
                  <a:pt x="31418" y="111151"/>
                  <a:pt x="31418" y="111151"/>
                </a:cubicBezTo>
                <a:cubicBezTo>
                  <a:pt x="31381" y="111151"/>
                  <a:pt x="31381" y="111076"/>
                  <a:pt x="31344" y="111001"/>
                </a:cubicBezTo>
                <a:lnTo>
                  <a:pt x="31307" y="111001"/>
                </a:lnTo>
                <a:cubicBezTo>
                  <a:pt x="31271" y="110926"/>
                  <a:pt x="31307" y="110851"/>
                  <a:pt x="31307" y="110851"/>
                </a:cubicBezTo>
                <a:cubicBezTo>
                  <a:pt x="31307" y="110700"/>
                  <a:pt x="31307" y="110700"/>
                  <a:pt x="31307" y="110700"/>
                </a:cubicBezTo>
                <a:cubicBezTo>
                  <a:pt x="31307" y="110550"/>
                  <a:pt x="31271" y="110487"/>
                  <a:pt x="31271" y="110412"/>
                </a:cubicBezTo>
                <a:lnTo>
                  <a:pt x="31271" y="110487"/>
                </a:lnTo>
                <a:cubicBezTo>
                  <a:pt x="31234" y="110487"/>
                  <a:pt x="31197" y="110487"/>
                  <a:pt x="31160" y="110487"/>
                </a:cubicBezTo>
                <a:cubicBezTo>
                  <a:pt x="31160" y="110926"/>
                  <a:pt x="31160" y="110926"/>
                  <a:pt x="31160" y="110926"/>
                </a:cubicBezTo>
                <a:cubicBezTo>
                  <a:pt x="31197" y="110926"/>
                  <a:pt x="31234" y="110926"/>
                  <a:pt x="31234" y="110926"/>
                </a:cubicBezTo>
                <a:cubicBezTo>
                  <a:pt x="31271" y="111001"/>
                  <a:pt x="31271" y="111076"/>
                  <a:pt x="31271" y="111076"/>
                </a:cubicBezTo>
                <a:cubicBezTo>
                  <a:pt x="31307" y="111151"/>
                  <a:pt x="31344" y="111151"/>
                  <a:pt x="31344" y="111227"/>
                </a:cubicBezTo>
                <a:cubicBezTo>
                  <a:pt x="31344" y="111227"/>
                  <a:pt x="31381" y="111302"/>
                  <a:pt x="31381" y="111377"/>
                </a:cubicBezTo>
                <a:lnTo>
                  <a:pt x="31381" y="111452"/>
                </a:lnTo>
                <a:cubicBezTo>
                  <a:pt x="31381" y="111527"/>
                  <a:pt x="31381" y="111603"/>
                  <a:pt x="31381" y="111603"/>
                </a:cubicBezTo>
                <a:cubicBezTo>
                  <a:pt x="31418" y="111740"/>
                  <a:pt x="31381" y="111816"/>
                  <a:pt x="31381" y="111891"/>
                </a:cubicBezTo>
                <a:lnTo>
                  <a:pt x="31344" y="111816"/>
                </a:lnTo>
                <a:close/>
                <a:moveTo>
                  <a:pt x="32214" y="65683"/>
                </a:moveTo>
                <a:lnTo>
                  <a:pt x="32214" y="65683"/>
                </a:lnTo>
                <a:cubicBezTo>
                  <a:pt x="32287" y="65608"/>
                  <a:pt x="32287" y="65470"/>
                  <a:pt x="32361" y="65395"/>
                </a:cubicBezTo>
                <a:cubicBezTo>
                  <a:pt x="32398" y="65395"/>
                  <a:pt x="32471" y="65320"/>
                  <a:pt x="32502" y="65320"/>
                </a:cubicBezTo>
                <a:cubicBezTo>
                  <a:pt x="32539" y="65320"/>
                  <a:pt x="32575" y="65320"/>
                  <a:pt x="32649" y="65320"/>
                </a:cubicBezTo>
                <a:cubicBezTo>
                  <a:pt x="32686" y="65320"/>
                  <a:pt x="32722" y="65395"/>
                  <a:pt x="32759" y="65395"/>
                </a:cubicBezTo>
                <a:cubicBezTo>
                  <a:pt x="32833" y="65395"/>
                  <a:pt x="32869" y="65320"/>
                  <a:pt x="32906" y="65320"/>
                </a:cubicBezTo>
                <a:cubicBezTo>
                  <a:pt x="33016" y="65320"/>
                  <a:pt x="33084" y="65320"/>
                  <a:pt x="33194" y="65320"/>
                </a:cubicBezTo>
                <a:cubicBezTo>
                  <a:pt x="33304" y="65320"/>
                  <a:pt x="33378" y="65244"/>
                  <a:pt x="33488" y="65244"/>
                </a:cubicBezTo>
                <a:cubicBezTo>
                  <a:pt x="33519" y="65244"/>
                  <a:pt x="33562" y="65169"/>
                  <a:pt x="33629" y="65169"/>
                </a:cubicBezTo>
                <a:cubicBezTo>
                  <a:pt x="33666" y="65169"/>
                  <a:pt x="33702" y="65244"/>
                  <a:pt x="33739" y="65244"/>
                </a:cubicBezTo>
                <a:cubicBezTo>
                  <a:pt x="33849" y="65244"/>
                  <a:pt x="33923" y="65320"/>
                  <a:pt x="34033" y="65320"/>
                </a:cubicBezTo>
                <a:cubicBezTo>
                  <a:pt x="34174" y="65320"/>
                  <a:pt x="34174" y="65320"/>
                  <a:pt x="34174" y="65320"/>
                </a:cubicBezTo>
                <a:cubicBezTo>
                  <a:pt x="34248" y="65320"/>
                  <a:pt x="34248" y="65169"/>
                  <a:pt x="34321" y="65169"/>
                </a:cubicBezTo>
                <a:cubicBezTo>
                  <a:pt x="34284" y="65094"/>
                  <a:pt x="34211" y="65094"/>
                  <a:pt x="34174" y="65019"/>
                </a:cubicBezTo>
                <a:cubicBezTo>
                  <a:pt x="34137" y="64868"/>
                  <a:pt x="34174" y="64718"/>
                  <a:pt x="34174" y="64568"/>
                </a:cubicBezTo>
                <a:cubicBezTo>
                  <a:pt x="33996" y="64643"/>
                  <a:pt x="33923" y="64718"/>
                  <a:pt x="33739" y="64718"/>
                </a:cubicBezTo>
                <a:cubicBezTo>
                  <a:pt x="33629" y="64718"/>
                  <a:pt x="33629" y="64718"/>
                  <a:pt x="33629" y="64718"/>
                </a:cubicBezTo>
                <a:cubicBezTo>
                  <a:pt x="33519" y="64718"/>
                  <a:pt x="33488" y="64568"/>
                  <a:pt x="33415" y="64568"/>
                </a:cubicBezTo>
                <a:cubicBezTo>
                  <a:pt x="33341" y="64568"/>
                  <a:pt x="33341" y="64568"/>
                  <a:pt x="33341" y="64568"/>
                </a:cubicBezTo>
                <a:cubicBezTo>
                  <a:pt x="33267" y="64568"/>
                  <a:pt x="33267" y="64793"/>
                  <a:pt x="33194" y="64793"/>
                </a:cubicBezTo>
                <a:cubicBezTo>
                  <a:pt x="33157" y="64793"/>
                  <a:pt x="33120" y="64793"/>
                  <a:pt x="33047" y="64793"/>
                </a:cubicBezTo>
                <a:cubicBezTo>
                  <a:pt x="33016" y="64793"/>
                  <a:pt x="32943" y="64793"/>
                  <a:pt x="32906" y="64793"/>
                </a:cubicBezTo>
                <a:cubicBezTo>
                  <a:pt x="32869" y="64793"/>
                  <a:pt x="32833" y="64643"/>
                  <a:pt x="32759" y="64568"/>
                </a:cubicBezTo>
                <a:cubicBezTo>
                  <a:pt x="32722" y="64568"/>
                  <a:pt x="32686" y="64568"/>
                  <a:pt x="32649" y="64492"/>
                </a:cubicBezTo>
                <a:cubicBezTo>
                  <a:pt x="32575" y="64492"/>
                  <a:pt x="32539" y="64355"/>
                  <a:pt x="32502" y="64279"/>
                </a:cubicBezTo>
                <a:cubicBezTo>
                  <a:pt x="32398" y="64279"/>
                  <a:pt x="32324" y="64279"/>
                  <a:pt x="32214" y="64279"/>
                </a:cubicBezTo>
                <a:cubicBezTo>
                  <a:pt x="32104" y="64279"/>
                  <a:pt x="32030" y="64204"/>
                  <a:pt x="31926" y="64204"/>
                </a:cubicBezTo>
                <a:cubicBezTo>
                  <a:pt x="31816" y="64204"/>
                  <a:pt x="31779" y="64279"/>
                  <a:pt x="31669" y="64279"/>
                </a:cubicBezTo>
                <a:cubicBezTo>
                  <a:pt x="31669" y="65169"/>
                  <a:pt x="31669" y="65169"/>
                  <a:pt x="31669" y="65169"/>
                </a:cubicBezTo>
                <a:cubicBezTo>
                  <a:pt x="31705" y="65244"/>
                  <a:pt x="31742" y="65395"/>
                  <a:pt x="31779" y="65470"/>
                </a:cubicBezTo>
                <a:cubicBezTo>
                  <a:pt x="31852" y="65545"/>
                  <a:pt x="31889" y="65608"/>
                  <a:pt x="31926" y="65683"/>
                </a:cubicBezTo>
                <a:cubicBezTo>
                  <a:pt x="32067" y="65683"/>
                  <a:pt x="32067" y="65683"/>
                  <a:pt x="32067" y="65683"/>
                </a:cubicBezTo>
                <a:cubicBezTo>
                  <a:pt x="32140" y="65683"/>
                  <a:pt x="32177" y="65683"/>
                  <a:pt x="32214" y="65683"/>
                </a:cubicBezTo>
                <a:close/>
                <a:moveTo>
                  <a:pt x="30578" y="65470"/>
                </a:moveTo>
                <a:lnTo>
                  <a:pt x="30578" y="65470"/>
                </a:lnTo>
                <a:cubicBezTo>
                  <a:pt x="30542" y="65395"/>
                  <a:pt x="30578" y="65244"/>
                  <a:pt x="30542" y="65169"/>
                </a:cubicBezTo>
                <a:cubicBezTo>
                  <a:pt x="30505" y="65094"/>
                  <a:pt x="30437" y="65169"/>
                  <a:pt x="30401" y="65094"/>
                </a:cubicBezTo>
                <a:cubicBezTo>
                  <a:pt x="30364" y="65019"/>
                  <a:pt x="30327" y="64944"/>
                  <a:pt x="30254" y="64944"/>
                </a:cubicBezTo>
                <a:cubicBezTo>
                  <a:pt x="29856" y="64944"/>
                  <a:pt x="29856" y="64944"/>
                  <a:pt x="29856" y="64944"/>
                </a:cubicBezTo>
                <a:cubicBezTo>
                  <a:pt x="29892" y="65094"/>
                  <a:pt x="29892" y="65244"/>
                  <a:pt x="29960" y="65320"/>
                </a:cubicBezTo>
                <a:cubicBezTo>
                  <a:pt x="30033" y="65320"/>
                  <a:pt x="30070" y="65244"/>
                  <a:pt x="30107" y="65320"/>
                </a:cubicBezTo>
                <a:cubicBezTo>
                  <a:pt x="30180" y="65395"/>
                  <a:pt x="30217" y="65395"/>
                  <a:pt x="30254" y="65470"/>
                </a:cubicBezTo>
                <a:cubicBezTo>
                  <a:pt x="30290" y="65545"/>
                  <a:pt x="30254" y="65608"/>
                  <a:pt x="30290" y="65758"/>
                </a:cubicBezTo>
                <a:cubicBezTo>
                  <a:pt x="30327" y="65683"/>
                  <a:pt x="30401" y="65758"/>
                  <a:pt x="30437" y="65758"/>
                </a:cubicBezTo>
                <a:cubicBezTo>
                  <a:pt x="30505" y="65683"/>
                  <a:pt x="30505" y="65545"/>
                  <a:pt x="30578" y="65470"/>
                </a:cubicBezTo>
                <a:close/>
                <a:moveTo>
                  <a:pt x="31197" y="63828"/>
                </a:moveTo>
                <a:lnTo>
                  <a:pt x="31197" y="63828"/>
                </a:lnTo>
                <a:cubicBezTo>
                  <a:pt x="31124" y="63603"/>
                  <a:pt x="31050" y="63452"/>
                  <a:pt x="30946" y="63314"/>
                </a:cubicBezTo>
                <a:cubicBezTo>
                  <a:pt x="30836" y="63164"/>
                  <a:pt x="30799" y="62938"/>
                  <a:pt x="30652" y="62938"/>
                </a:cubicBezTo>
                <a:cubicBezTo>
                  <a:pt x="30505" y="62938"/>
                  <a:pt x="30505" y="62938"/>
                  <a:pt x="30505" y="62938"/>
                </a:cubicBezTo>
                <a:cubicBezTo>
                  <a:pt x="30364" y="62938"/>
                  <a:pt x="30327" y="62938"/>
                  <a:pt x="30180" y="62938"/>
                </a:cubicBezTo>
                <a:cubicBezTo>
                  <a:pt x="30143" y="62938"/>
                  <a:pt x="30107" y="62938"/>
                  <a:pt x="30033" y="62938"/>
                </a:cubicBezTo>
                <a:cubicBezTo>
                  <a:pt x="29996" y="62938"/>
                  <a:pt x="29960" y="62863"/>
                  <a:pt x="29892" y="62788"/>
                </a:cubicBezTo>
                <a:cubicBezTo>
                  <a:pt x="29856" y="62713"/>
                  <a:pt x="29856" y="62562"/>
                  <a:pt x="29819" y="62487"/>
                </a:cubicBezTo>
                <a:cubicBezTo>
                  <a:pt x="29745" y="62487"/>
                  <a:pt x="29709" y="62412"/>
                  <a:pt x="29672" y="62349"/>
                </a:cubicBezTo>
                <a:cubicBezTo>
                  <a:pt x="29562" y="62274"/>
                  <a:pt x="29488" y="62199"/>
                  <a:pt x="29384" y="62124"/>
                </a:cubicBezTo>
                <a:cubicBezTo>
                  <a:pt x="29237" y="61973"/>
                  <a:pt x="29237" y="61973"/>
                  <a:pt x="29237" y="61973"/>
                </a:cubicBezTo>
                <a:cubicBezTo>
                  <a:pt x="29200" y="61898"/>
                  <a:pt x="29200" y="61673"/>
                  <a:pt x="29127" y="61673"/>
                </a:cubicBezTo>
                <a:cubicBezTo>
                  <a:pt x="29053" y="61597"/>
                  <a:pt x="28980" y="61673"/>
                  <a:pt x="28912" y="61673"/>
                </a:cubicBezTo>
                <a:cubicBezTo>
                  <a:pt x="28839" y="61673"/>
                  <a:pt x="28765" y="61673"/>
                  <a:pt x="28692" y="61673"/>
                </a:cubicBezTo>
                <a:cubicBezTo>
                  <a:pt x="28618" y="61673"/>
                  <a:pt x="28618" y="61823"/>
                  <a:pt x="28545" y="61823"/>
                </a:cubicBezTo>
                <a:cubicBezTo>
                  <a:pt x="28471" y="61823"/>
                  <a:pt x="28471" y="61748"/>
                  <a:pt x="28398" y="61748"/>
                </a:cubicBezTo>
                <a:cubicBezTo>
                  <a:pt x="28110" y="61748"/>
                  <a:pt x="28110" y="61748"/>
                  <a:pt x="28110" y="61748"/>
                </a:cubicBezTo>
                <a:cubicBezTo>
                  <a:pt x="28036" y="61748"/>
                  <a:pt x="28000" y="61673"/>
                  <a:pt x="27963" y="61748"/>
                </a:cubicBezTo>
                <a:cubicBezTo>
                  <a:pt x="27895" y="61748"/>
                  <a:pt x="27852" y="61673"/>
                  <a:pt x="27822" y="61748"/>
                </a:cubicBezTo>
                <a:cubicBezTo>
                  <a:pt x="27748" y="61823"/>
                  <a:pt x="27712" y="61973"/>
                  <a:pt x="27712" y="62199"/>
                </a:cubicBezTo>
                <a:cubicBezTo>
                  <a:pt x="27712" y="62349"/>
                  <a:pt x="27785" y="62487"/>
                  <a:pt x="27852" y="62562"/>
                </a:cubicBezTo>
                <a:cubicBezTo>
                  <a:pt x="27926" y="62713"/>
                  <a:pt x="28036" y="62713"/>
                  <a:pt x="28147" y="62713"/>
                </a:cubicBezTo>
                <a:cubicBezTo>
                  <a:pt x="28220" y="62713"/>
                  <a:pt x="28257" y="62713"/>
                  <a:pt x="28294" y="62713"/>
                </a:cubicBezTo>
                <a:cubicBezTo>
                  <a:pt x="28398" y="62638"/>
                  <a:pt x="28471" y="62412"/>
                  <a:pt x="28581" y="62349"/>
                </a:cubicBezTo>
                <a:cubicBezTo>
                  <a:pt x="28618" y="62349"/>
                  <a:pt x="28655" y="62349"/>
                  <a:pt x="28728" y="62349"/>
                </a:cubicBezTo>
                <a:cubicBezTo>
                  <a:pt x="28912" y="62349"/>
                  <a:pt x="29016" y="62487"/>
                  <a:pt x="29127" y="62713"/>
                </a:cubicBezTo>
                <a:cubicBezTo>
                  <a:pt x="29200" y="62788"/>
                  <a:pt x="29163" y="62938"/>
                  <a:pt x="29200" y="63014"/>
                </a:cubicBezTo>
                <a:cubicBezTo>
                  <a:pt x="29237" y="63089"/>
                  <a:pt x="29310" y="63089"/>
                  <a:pt x="29347" y="63089"/>
                </a:cubicBezTo>
                <a:cubicBezTo>
                  <a:pt x="29415" y="63089"/>
                  <a:pt x="29415" y="63239"/>
                  <a:pt x="29488" y="63239"/>
                </a:cubicBezTo>
                <a:cubicBezTo>
                  <a:pt x="29562" y="63239"/>
                  <a:pt x="29598" y="63164"/>
                  <a:pt x="29672" y="63239"/>
                </a:cubicBezTo>
                <a:cubicBezTo>
                  <a:pt x="29745" y="63239"/>
                  <a:pt x="29745" y="63452"/>
                  <a:pt x="29819" y="63527"/>
                </a:cubicBezTo>
                <a:cubicBezTo>
                  <a:pt x="29892" y="63678"/>
                  <a:pt x="29996" y="63828"/>
                  <a:pt x="30107" y="63828"/>
                </a:cubicBezTo>
                <a:lnTo>
                  <a:pt x="31197" y="63828"/>
                </a:lnTo>
                <a:close/>
                <a:moveTo>
                  <a:pt x="48085" y="25040"/>
                </a:moveTo>
                <a:lnTo>
                  <a:pt x="48085" y="25040"/>
                </a:lnTo>
                <a:cubicBezTo>
                  <a:pt x="48159" y="24965"/>
                  <a:pt x="48159" y="24889"/>
                  <a:pt x="48232" y="24889"/>
                </a:cubicBezTo>
                <a:cubicBezTo>
                  <a:pt x="48269" y="24889"/>
                  <a:pt x="48343" y="24889"/>
                  <a:pt x="48373" y="24889"/>
                </a:cubicBezTo>
                <a:cubicBezTo>
                  <a:pt x="48410" y="24889"/>
                  <a:pt x="48447" y="25040"/>
                  <a:pt x="48483" y="25115"/>
                </a:cubicBezTo>
                <a:cubicBezTo>
                  <a:pt x="48520" y="25190"/>
                  <a:pt x="48594" y="25115"/>
                  <a:pt x="48630" y="25265"/>
                </a:cubicBezTo>
                <a:cubicBezTo>
                  <a:pt x="48667" y="25340"/>
                  <a:pt x="48594" y="25491"/>
                  <a:pt x="48630" y="25566"/>
                </a:cubicBezTo>
                <a:cubicBezTo>
                  <a:pt x="48557" y="25566"/>
                  <a:pt x="48520" y="25491"/>
                  <a:pt x="48483" y="25491"/>
                </a:cubicBezTo>
                <a:cubicBezTo>
                  <a:pt x="48306" y="25491"/>
                  <a:pt x="48232" y="25491"/>
                  <a:pt x="48049" y="25491"/>
                </a:cubicBezTo>
                <a:cubicBezTo>
                  <a:pt x="48012" y="25491"/>
                  <a:pt x="47975" y="25566"/>
                  <a:pt x="47901" y="25566"/>
                </a:cubicBezTo>
                <a:cubicBezTo>
                  <a:pt x="47938" y="26005"/>
                  <a:pt x="47938" y="26005"/>
                  <a:pt x="47938" y="26005"/>
                </a:cubicBezTo>
                <a:cubicBezTo>
                  <a:pt x="48012" y="26005"/>
                  <a:pt x="48049" y="25930"/>
                  <a:pt x="48085" y="25930"/>
                </a:cubicBezTo>
                <a:cubicBezTo>
                  <a:pt x="48373" y="25930"/>
                  <a:pt x="48373" y="25930"/>
                  <a:pt x="48373" y="25930"/>
                </a:cubicBezTo>
                <a:lnTo>
                  <a:pt x="48410" y="26005"/>
                </a:lnTo>
                <a:cubicBezTo>
                  <a:pt x="48410" y="26606"/>
                  <a:pt x="48410" y="26606"/>
                  <a:pt x="48410" y="26606"/>
                </a:cubicBezTo>
                <a:cubicBezTo>
                  <a:pt x="48483" y="26895"/>
                  <a:pt x="48483" y="26895"/>
                  <a:pt x="48483" y="26895"/>
                </a:cubicBezTo>
                <a:cubicBezTo>
                  <a:pt x="48630" y="26895"/>
                  <a:pt x="48630" y="26895"/>
                  <a:pt x="48630" y="26895"/>
                </a:cubicBezTo>
                <a:cubicBezTo>
                  <a:pt x="48667" y="26895"/>
                  <a:pt x="48704" y="26832"/>
                  <a:pt x="48741" y="26832"/>
                </a:cubicBezTo>
                <a:cubicBezTo>
                  <a:pt x="48851" y="26832"/>
                  <a:pt x="48918" y="26832"/>
                  <a:pt x="49029" y="26832"/>
                </a:cubicBezTo>
                <a:cubicBezTo>
                  <a:pt x="49176" y="26832"/>
                  <a:pt x="49176" y="26832"/>
                  <a:pt x="49176" y="26832"/>
                </a:cubicBezTo>
                <a:cubicBezTo>
                  <a:pt x="49212" y="26832"/>
                  <a:pt x="49286" y="26744"/>
                  <a:pt x="49323" y="26832"/>
                </a:cubicBezTo>
                <a:cubicBezTo>
                  <a:pt x="49396" y="26895"/>
                  <a:pt x="49359" y="27045"/>
                  <a:pt x="49427" y="27120"/>
                </a:cubicBezTo>
                <a:cubicBezTo>
                  <a:pt x="49464" y="27120"/>
                  <a:pt x="49500" y="27195"/>
                  <a:pt x="49574" y="27271"/>
                </a:cubicBezTo>
                <a:cubicBezTo>
                  <a:pt x="49647" y="27271"/>
                  <a:pt x="49684" y="27271"/>
                  <a:pt x="49758" y="27271"/>
                </a:cubicBezTo>
                <a:cubicBezTo>
                  <a:pt x="49868" y="27271"/>
                  <a:pt x="49905" y="27271"/>
                  <a:pt x="49972" y="27271"/>
                </a:cubicBezTo>
                <a:cubicBezTo>
                  <a:pt x="50045" y="27195"/>
                  <a:pt x="50082" y="27120"/>
                  <a:pt x="50119" y="27045"/>
                </a:cubicBezTo>
                <a:cubicBezTo>
                  <a:pt x="50192" y="26895"/>
                  <a:pt x="50156" y="26744"/>
                  <a:pt x="50229" y="26681"/>
                </a:cubicBezTo>
                <a:cubicBezTo>
                  <a:pt x="50266" y="26606"/>
                  <a:pt x="50303" y="26531"/>
                  <a:pt x="50376" y="26456"/>
                </a:cubicBezTo>
                <a:cubicBezTo>
                  <a:pt x="50413" y="26456"/>
                  <a:pt x="50444" y="26456"/>
                  <a:pt x="50517" y="26456"/>
                </a:cubicBezTo>
                <a:cubicBezTo>
                  <a:pt x="50591" y="26381"/>
                  <a:pt x="50591" y="26230"/>
                  <a:pt x="50627" y="26155"/>
                </a:cubicBezTo>
                <a:cubicBezTo>
                  <a:pt x="50738" y="26080"/>
                  <a:pt x="50811" y="26005"/>
                  <a:pt x="50921" y="25930"/>
                </a:cubicBezTo>
                <a:cubicBezTo>
                  <a:pt x="51099" y="25930"/>
                  <a:pt x="51246" y="25930"/>
                  <a:pt x="51467" y="25930"/>
                </a:cubicBezTo>
                <a:cubicBezTo>
                  <a:pt x="51467" y="25416"/>
                  <a:pt x="51467" y="25416"/>
                  <a:pt x="51467" y="25416"/>
                </a:cubicBezTo>
                <a:cubicBezTo>
                  <a:pt x="51430" y="25265"/>
                  <a:pt x="51430" y="25115"/>
                  <a:pt x="51393" y="25115"/>
                </a:cubicBezTo>
                <a:cubicBezTo>
                  <a:pt x="51246" y="24965"/>
                  <a:pt x="51246" y="24965"/>
                  <a:pt x="51246" y="24965"/>
                </a:cubicBezTo>
                <a:cubicBezTo>
                  <a:pt x="51209" y="24889"/>
                  <a:pt x="51136" y="24965"/>
                  <a:pt x="51099" y="24965"/>
                </a:cubicBezTo>
                <a:cubicBezTo>
                  <a:pt x="51099" y="24814"/>
                  <a:pt x="51099" y="24751"/>
                  <a:pt x="51099" y="24664"/>
                </a:cubicBezTo>
                <a:cubicBezTo>
                  <a:pt x="51099" y="24526"/>
                  <a:pt x="51173" y="24526"/>
                  <a:pt x="51173" y="24375"/>
                </a:cubicBezTo>
                <a:cubicBezTo>
                  <a:pt x="51173" y="24225"/>
                  <a:pt x="51136" y="24150"/>
                  <a:pt x="51136" y="24000"/>
                </a:cubicBezTo>
                <a:cubicBezTo>
                  <a:pt x="50811" y="24000"/>
                  <a:pt x="50811" y="24000"/>
                  <a:pt x="50811" y="24000"/>
                </a:cubicBezTo>
                <a:cubicBezTo>
                  <a:pt x="50738" y="24000"/>
                  <a:pt x="50701" y="24075"/>
                  <a:pt x="50627" y="24075"/>
                </a:cubicBezTo>
                <a:cubicBezTo>
                  <a:pt x="50591" y="24150"/>
                  <a:pt x="50554" y="24225"/>
                  <a:pt x="50517" y="24300"/>
                </a:cubicBezTo>
                <a:cubicBezTo>
                  <a:pt x="50444" y="24375"/>
                  <a:pt x="50413" y="24451"/>
                  <a:pt x="50339" y="24451"/>
                </a:cubicBezTo>
                <a:cubicBezTo>
                  <a:pt x="50303" y="24451"/>
                  <a:pt x="50303" y="24601"/>
                  <a:pt x="50266" y="24601"/>
                </a:cubicBezTo>
                <a:cubicBezTo>
                  <a:pt x="50192" y="24601"/>
                  <a:pt x="50156" y="24526"/>
                  <a:pt x="50119" y="24526"/>
                </a:cubicBezTo>
                <a:cubicBezTo>
                  <a:pt x="50009" y="24526"/>
                  <a:pt x="49935" y="24451"/>
                  <a:pt x="49831" y="24451"/>
                </a:cubicBezTo>
                <a:cubicBezTo>
                  <a:pt x="49721" y="24451"/>
                  <a:pt x="49647" y="24526"/>
                  <a:pt x="49574" y="24526"/>
                </a:cubicBezTo>
                <a:cubicBezTo>
                  <a:pt x="49427" y="24601"/>
                  <a:pt x="49396" y="24814"/>
                  <a:pt x="49249" y="24814"/>
                </a:cubicBezTo>
                <a:cubicBezTo>
                  <a:pt x="48955" y="24814"/>
                  <a:pt x="48955" y="24814"/>
                  <a:pt x="48955" y="24814"/>
                </a:cubicBezTo>
                <a:cubicBezTo>
                  <a:pt x="48955" y="24526"/>
                  <a:pt x="48955" y="24526"/>
                  <a:pt x="48955" y="24526"/>
                </a:cubicBezTo>
                <a:cubicBezTo>
                  <a:pt x="48955" y="24225"/>
                  <a:pt x="48955" y="24225"/>
                  <a:pt x="48955" y="24225"/>
                </a:cubicBezTo>
                <a:cubicBezTo>
                  <a:pt x="48955" y="24075"/>
                  <a:pt x="48882" y="24075"/>
                  <a:pt x="48851" y="23924"/>
                </a:cubicBezTo>
                <a:cubicBezTo>
                  <a:pt x="48741" y="24000"/>
                  <a:pt x="48741" y="24000"/>
                  <a:pt x="48741" y="24000"/>
                </a:cubicBezTo>
                <a:cubicBezTo>
                  <a:pt x="48741" y="24300"/>
                  <a:pt x="48741" y="24300"/>
                  <a:pt x="48741" y="24300"/>
                </a:cubicBezTo>
                <a:cubicBezTo>
                  <a:pt x="48630" y="24225"/>
                  <a:pt x="48594" y="24150"/>
                  <a:pt x="48520" y="24150"/>
                </a:cubicBezTo>
                <a:cubicBezTo>
                  <a:pt x="48447" y="24150"/>
                  <a:pt x="48373" y="24225"/>
                  <a:pt x="48306" y="24225"/>
                </a:cubicBezTo>
                <a:cubicBezTo>
                  <a:pt x="48269" y="24225"/>
                  <a:pt x="48196" y="24225"/>
                  <a:pt x="48159" y="24225"/>
                </a:cubicBezTo>
                <a:cubicBezTo>
                  <a:pt x="48122" y="24300"/>
                  <a:pt x="48049" y="24300"/>
                  <a:pt x="48012" y="24375"/>
                </a:cubicBezTo>
                <a:cubicBezTo>
                  <a:pt x="47975" y="24451"/>
                  <a:pt x="47901" y="24526"/>
                  <a:pt x="47901" y="24664"/>
                </a:cubicBezTo>
                <a:cubicBezTo>
                  <a:pt x="47901" y="24814"/>
                  <a:pt x="47938" y="24889"/>
                  <a:pt x="47938" y="25040"/>
                </a:cubicBezTo>
                <a:cubicBezTo>
                  <a:pt x="48012" y="24965"/>
                  <a:pt x="48049" y="25040"/>
                  <a:pt x="48085" y="25040"/>
                </a:cubicBezTo>
                <a:close/>
                <a:moveTo>
                  <a:pt x="37335" y="39314"/>
                </a:moveTo>
                <a:lnTo>
                  <a:pt x="37335" y="39314"/>
                </a:lnTo>
                <a:cubicBezTo>
                  <a:pt x="37261" y="39377"/>
                  <a:pt x="37225" y="39377"/>
                  <a:pt x="37188" y="39452"/>
                </a:cubicBezTo>
                <a:cubicBezTo>
                  <a:pt x="37151" y="39527"/>
                  <a:pt x="37188" y="39678"/>
                  <a:pt x="37188" y="39753"/>
                </a:cubicBezTo>
                <a:cubicBezTo>
                  <a:pt x="37151" y="39903"/>
                  <a:pt x="37151" y="39979"/>
                  <a:pt x="37151" y="40129"/>
                </a:cubicBezTo>
                <a:cubicBezTo>
                  <a:pt x="37151" y="40279"/>
                  <a:pt x="37084" y="40279"/>
                  <a:pt x="37047" y="40417"/>
                </a:cubicBezTo>
                <a:cubicBezTo>
                  <a:pt x="37010" y="40492"/>
                  <a:pt x="36973" y="40568"/>
                  <a:pt x="36937" y="40718"/>
                </a:cubicBezTo>
                <a:cubicBezTo>
                  <a:pt x="36863" y="40868"/>
                  <a:pt x="36790" y="41094"/>
                  <a:pt x="36679" y="41244"/>
                </a:cubicBezTo>
                <a:cubicBezTo>
                  <a:pt x="36539" y="41533"/>
                  <a:pt x="36428" y="41758"/>
                  <a:pt x="36428" y="42209"/>
                </a:cubicBezTo>
                <a:cubicBezTo>
                  <a:pt x="36428" y="42360"/>
                  <a:pt x="36465" y="42435"/>
                  <a:pt x="36465" y="42573"/>
                </a:cubicBezTo>
                <a:cubicBezTo>
                  <a:pt x="37445" y="42573"/>
                  <a:pt x="37445" y="42573"/>
                  <a:pt x="37445" y="42573"/>
                </a:cubicBezTo>
                <a:cubicBezTo>
                  <a:pt x="37586" y="42573"/>
                  <a:pt x="37660" y="42798"/>
                  <a:pt x="37733" y="42949"/>
                </a:cubicBezTo>
                <a:cubicBezTo>
                  <a:pt x="37843" y="43174"/>
                  <a:pt x="37880" y="43325"/>
                  <a:pt x="38027" y="43400"/>
                </a:cubicBezTo>
                <a:cubicBezTo>
                  <a:pt x="38064" y="43325"/>
                  <a:pt x="38131" y="43325"/>
                  <a:pt x="38168" y="43174"/>
                </a:cubicBezTo>
                <a:cubicBezTo>
                  <a:pt x="38168" y="43024"/>
                  <a:pt x="38168" y="42798"/>
                  <a:pt x="38168" y="42648"/>
                </a:cubicBezTo>
                <a:cubicBezTo>
                  <a:pt x="38168" y="42498"/>
                  <a:pt x="38131" y="42435"/>
                  <a:pt x="38131" y="42360"/>
                </a:cubicBezTo>
                <a:cubicBezTo>
                  <a:pt x="38131" y="42059"/>
                  <a:pt x="38205" y="41984"/>
                  <a:pt x="38278" y="41758"/>
                </a:cubicBezTo>
                <a:cubicBezTo>
                  <a:pt x="38241" y="41470"/>
                  <a:pt x="38241" y="41470"/>
                  <a:pt x="38241" y="41470"/>
                </a:cubicBezTo>
                <a:cubicBezTo>
                  <a:pt x="38168" y="41470"/>
                  <a:pt x="38131" y="41533"/>
                  <a:pt x="38101" y="41470"/>
                </a:cubicBezTo>
                <a:cubicBezTo>
                  <a:pt x="37990" y="41395"/>
                  <a:pt x="37917" y="41244"/>
                  <a:pt x="37807" y="41094"/>
                </a:cubicBezTo>
                <a:cubicBezTo>
                  <a:pt x="37733" y="41019"/>
                  <a:pt x="37733" y="40868"/>
                  <a:pt x="37660" y="40868"/>
                </a:cubicBezTo>
                <a:cubicBezTo>
                  <a:pt x="37629" y="40793"/>
                  <a:pt x="37586" y="40793"/>
                  <a:pt x="37519" y="40793"/>
                </a:cubicBezTo>
                <a:cubicBezTo>
                  <a:pt x="37482" y="40718"/>
                  <a:pt x="37445" y="40793"/>
                  <a:pt x="37408" y="40793"/>
                </a:cubicBezTo>
                <a:cubicBezTo>
                  <a:pt x="37335" y="40718"/>
                  <a:pt x="37298" y="40643"/>
                  <a:pt x="37261" y="40643"/>
                </a:cubicBezTo>
                <a:cubicBezTo>
                  <a:pt x="37298" y="40417"/>
                  <a:pt x="37298" y="40204"/>
                  <a:pt x="37372" y="40054"/>
                </a:cubicBezTo>
                <a:cubicBezTo>
                  <a:pt x="37372" y="39979"/>
                  <a:pt x="37482" y="39979"/>
                  <a:pt x="37482" y="39903"/>
                </a:cubicBezTo>
                <a:cubicBezTo>
                  <a:pt x="37519" y="39828"/>
                  <a:pt x="37519" y="39753"/>
                  <a:pt x="37519" y="39603"/>
                </a:cubicBezTo>
                <a:cubicBezTo>
                  <a:pt x="37519" y="39452"/>
                  <a:pt x="37482" y="39452"/>
                  <a:pt x="37445" y="39314"/>
                </a:cubicBezTo>
                <a:cubicBezTo>
                  <a:pt x="37408" y="39377"/>
                  <a:pt x="37372" y="39314"/>
                  <a:pt x="37335" y="39314"/>
                </a:cubicBezTo>
                <a:close/>
                <a:moveTo>
                  <a:pt x="35448" y="40868"/>
                </a:moveTo>
                <a:lnTo>
                  <a:pt x="35448" y="40868"/>
                </a:lnTo>
                <a:cubicBezTo>
                  <a:pt x="35375" y="40868"/>
                  <a:pt x="35338" y="40793"/>
                  <a:pt x="35301" y="40793"/>
                </a:cubicBezTo>
                <a:cubicBezTo>
                  <a:pt x="35264" y="40718"/>
                  <a:pt x="35191" y="40793"/>
                  <a:pt x="35154" y="40793"/>
                </a:cubicBezTo>
                <a:cubicBezTo>
                  <a:pt x="35081" y="40718"/>
                  <a:pt x="35081" y="40643"/>
                  <a:pt x="35013" y="40643"/>
                </a:cubicBezTo>
                <a:cubicBezTo>
                  <a:pt x="34940" y="40568"/>
                  <a:pt x="34940" y="40417"/>
                  <a:pt x="34866" y="40355"/>
                </a:cubicBezTo>
                <a:cubicBezTo>
                  <a:pt x="34830" y="40279"/>
                  <a:pt x="34793" y="40355"/>
                  <a:pt x="34719" y="40355"/>
                </a:cubicBezTo>
                <a:cubicBezTo>
                  <a:pt x="34609" y="40492"/>
                  <a:pt x="34609" y="40492"/>
                  <a:pt x="34609" y="40492"/>
                </a:cubicBezTo>
                <a:cubicBezTo>
                  <a:pt x="34646" y="40492"/>
                  <a:pt x="34683" y="40568"/>
                  <a:pt x="34719" y="40643"/>
                </a:cubicBezTo>
                <a:cubicBezTo>
                  <a:pt x="34793" y="40718"/>
                  <a:pt x="34793" y="40868"/>
                  <a:pt x="34830" y="40868"/>
                </a:cubicBezTo>
                <a:cubicBezTo>
                  <a:pt x="34866" y="40944"/>
                  <a:pt x="34940" y="41019"/>
                  <a:pt x="34977" y="41094"/>
                </a:cubicBezTo>
                <a:cubicBezTo>
                  <a:pt x="35050" y="41244"/>
                  <a:pt x="35081" y="41395"/>
                  <a:pt x="35191" y="41395"/>
                </a:cubicBezTo>
                <a:cubicBezTo>
                  <a:pt x="35264" y="41395"/>
                  <a:pt x="35301" y="41244"/>
                  <a:pt x="35375" y="41094"/>
                </a:cubicBezTo>
                <a:cubicBezTo>
                  <a:pt x="35375" y="41094"/>
                  <a:pt x="35411" y="40944"/>
                  <a:pt x="35448" y="40868"/>
                </a:cubicBezTo>
                <a:close/>
                <a:moveTo>
                  <a:pt x="45286" y="21693"/>
                </a:moveTo>
                <a:lnTo>
                  <a:pt x="45286" y="21693"/>
                </a:lnTo>
                <a:cubicBezTo>
                  <a:pt x="45329" y="21693"/>
                  <a:pt x="45329" y="21693"/>
                  <a:pt x="45329" y="21693"/>
                </a:cubicBezTo>
                <a:cubicBezTo>
                  <a:pt x="45359" y="21693"/>
                  <a:pt x="45359" y="21693"/>
                  <a:pt x="45396" y="21693"/>
                </a:cubicBezTo>
                <a:lnTo>
                  <a:pt x="45396" y="21693"/>
                </a:lnTo>
                <a:cubicBezTo>
                  <a:pt x="45396" y="21693"/>
                  <a:pt x="45396" y="21693"/>
                  <a:pt x="45433" y="21693"/>
                </a:cubicBezTo>
                <a:lnTo>
                  <a:pt x="45433" y="21693"/>
                </a:lnTo>
                <a:cubicBezTo>
                  <a:pt x="45470" y="21769"/>
                  <a:pt x="45470" y="21769"/>
                  <a:pt x="45470" y="21769"/>
                </a:cubicBezTo>
                <a:cubicBezTo>
                  <a:pt x="45470" y="21769"/>
                  <a:pt x="45470" y="21769"/>
                  <a:pt x="45506" y="21769"/>
                </a:cubicBezTo>
                <a:cubicBezTo>
                  <a:pt x="45506" y="21844"/>
                  <a:pt x="45506" y="21844"/>
                  <a:pt x="45543" y="21844"/>
                </a:cubicBezTo>
                <a:cubicBezTo>
                  <a:pt x="45543" y="21919"/>
                  <a:pt x="45543" y="21919"/>
                  <a:pt x="45543" y="21919"/>
                </a:cubicBezTo>
                <a:cubicBezTo>
                  <a:pt x="45580" y="21919"/>
                  <a:pt x="45617" y="21919"/>
                  <a:pt x="45617" y="21919"/>
                </a:cubicBezTo>
                <a:cubicBezTo>
                  <a:pt x="45690" y="21919"/>
                  <a:pt x="45727" y="21919"/>
                  <a:pt x="45764" y="21919"/>
                </a:cubicBezTo>
                <a:cubicBezTo>
                  <a:pt x="45831" y="21994"/>
                  <a:pt x="45868" y="22069"/>
                  <a:pt x="45905" y="22145"/>
                </a:cubicBezTo>
                <a:cubicBezTo>
                  <a:pt x="45978" y="22220"/>
                  <a:pt x="46015" y="22145"/>
                  <a:pt x="46088" y="22145"/>
                </a:cubicBezTo>
                <a:cubicBezTo>
                  <a:pt x="46125" y="22145"/>
                  <a:pt x="46162" y="22145"/>
                  <a:pt x="46199" y="22145"/>
                </a:cubicBezTo>
                <a:cubicBezTo>
                  <a:pt x="46235" y="22145"/>
                  <a:pt x="46235" y="22069"/>
                  <a:pt x="46272" y="22069"/>
                </a:cubicBezTo>
                <a:cubicBezTo>
                  <a:pt x="46346" y="22069"/>
                  <a:pt x="46376" y="21994"/>
                  <a:pt x="46413" y="21919"/>
                </a:cubicBezTo>
                <a:cubicBezTo>
                  <a:pt x="46450" y="21844"/>
                  <a:pt x="46486" y="21844"/>
                  <a:pt x="46523" y="21769"/>
                </a:cubicBezTo>
                <a:cubicBezTo>
                  <a:pt x="46523" y="21693"/>
                  <a:pt x="46523" y="21618"/>
                  <a:pt x="46560" y="21618"/>
                </a:cubicBezTo>
                <a:cubicBezTo>
                  <a:pt x="46633" y="21556"/>
                  <a:pt x="46670" y="21480"/>
                  <a:pt x="46707" y="21480"/>
                </a:cubicBezTo>
                <a:cubicBezTo>
                  <a:pt x="46744" y="21405"/>
                  <a:pt x="46817" y="21480"/>
                  <a:pt x="46848" y="21480"/>
                </a:cubicBezTo>
                <a:cubicBezTo>
                  <a:pt x="46885" y="21480"/>
                  <a:pt x="46885" y="21405"/>
                  <a:pt x="46921" y="21405"/>
                </a:cubicBezTo>
                <a:cubicBezTo>
                  <a:pt x="46958" y="21405"/>
                  <a:pt x="46995" y="21330"/>
                  <a:pt x="46995" y="21330"/>
                </a:cubicBezTo>
                <a:cubicBezTo>
                  <a:pt x="47032" y="21330"/>
                  <a:pt x="47068" y="21330"/>
                  <a:pt x="47105" y="21330"/>
                </a:cubicBezTo>
                <a:cubicBezTo>
                  <a:pt x="47105" y="21330"/>
                  <a:pt x="47142" y="21255"/>
                  <a:pt x="47179" y="21255"/>
                </a:cubicBezTo>
                <a:cubicBezTo>
                  <a:pt x="47179" y="21255"/>
                  <a:pt x="47215" y="21180"/>
                  <a:pt x="47252" y="21180"/>
                </a:cubicBezTo>
                <a:cubicBezTo>
                  <a:pt x="47252" y="21180"/>
                  <a:pt x="47289" y="21180"/>
                  <a:pt x="47326" y="21180"/>
                </a:cubicBezTo>
                <a:lnTo>
                  <a:pt x="47362" y="21104"/>
                </a:lnTo>
                <a:cubicBezTo>
                  <a:pt x="47393" y="21029"/>
                  <a:pt x="47430" y="21029"/>
                  <a:pt x="47430" y="21029"/>
                </a:cubicBezTo>
                <a:cubicBezTo>
                  <a:pt x="47467" y="20954"/>
                  <a:pt x="47467" y="20879"/>
                  <a:pt x="47503" y="20879"/>
                </a:cubicBezTo>
                <a:cubicBezTo>
                  <a:pt x="47540" y="20804"/>
                  <a:pt x="47540" y="20728"/>
                  <a:pt x="47577" y="20653"/>
                </a:cubicBezTo>
                <a:cubicBezTo>
                  <a:pt x="47577" y="20653"/>
                  <a:pt x="47614" y="20578"/>
                  <a:pt x="47650" y="20503"/>
                </a:cubicBezTo>
                <a:cubicBezTo>
                  <a:pt x="47687" y="20365"/>
                  <a:pt x="47724" y="20290"/>
                  <a:pt x="47797" y="20290"/>
                </a:cubicBezTo>
                <a:cubicBezTo>
                  <a:pt x="48159" y="20290"/>
                  <a:pt x="48159" y="20290"/>
                  <a:pt x="48159" y="20290"/>
                </a:cubicBezTo>
                <a:cubicBezTo>
                  <a:pt x="48196" y="20290"/>
                  <a:pt x="48232" y="20215"/>
                  <a:pt x="48269" y="20139"/>
                </a:cubicBezTo>
                <a:cubicBezTo>
                  <a:pt x="48306" y="20139"/>
                  <a:pt x="48343" y="20064"/>
                  <a:pt x="48343" y="19989"/>
                </a:cubicBezTo>
                <a:cubicBezTo>
                  <a:pt x="48373" y="19989"/>
                  <a:pt x="48410" y="19914"/>
                  <a:pt x="48447" y="19839"/>
                </a:cubicBezTo>
                <a:cubicBezTo>
                  <a:pt x="48447" y="19839"/>
                  <a:pt x="48447" y="19763"/>
                  <a:pt x="48447" y="19688"/>
                </a:cubicBezTo>
                <a:cubicBezTo>
                  <a:pt x="48373" y="19688"/>
                  <a:pt x="48373" y="19688"/>
                  <a:pt x="48373" y="19688"/>
                </a:cubicBezTo>
                <a:cubicBezTo>
                  <a:pt x="48306" y="19763"/>
                  <a:pt x="48269" y="19763"/>
                  <a:pt x="48232" y="19839"/>
                </a:cubicBezTo>
                <a:cubicBezTo>
                  <a:pt x="48232" y="19914"/>
                  <a:pt x="48232" y="19989"/>
                  <a:pt x="48232" y="19989"/>
                </a:cubicBezTo>
                <a:cubicBezTo>
                  <a:pt x="48196" y="20064"/>
                  <a:pt x="48159" y="20064"/>
                  <a:pt x="48085" y="20064"/>
                </a:cubicBezTo>
                <a:cubicBezTo>
                  <a:pt x="48049" y="20064"/>
                  <a:pt x="48049" y="20064"/>
                  <a:pt x="48049" y="20064"/>
                </a:cubicBezTo>
                <a:cubicBezTo>
                  <a:pt x="48012" y="20064"/>
                  <a:pt x="47938" y="19989"/>
                  <a:pt x="47901" y="19914"/>
                </a:cubicBezTo>
                <a:cubicBezTo>
                  <a:pt x="47865" y="19839"/>
                  <a:pt x="47865" y="19688"/>
                  <a:pt x="47797" y="19688"/>
                </a:cubicBezTo>
                <a:cubicBezTo>
                  <a:pt x="47797" y="19613"/>
                  <a:pt x="47761" y="19688"/>
                  <a:pt x="47761" y="19688"/>
                </a:cubicBezTo>
                <a:cubicBezTo>
                  <a:pt x="47687" y="19688"/>
                  <a:pt x="47687" y="19688"/>
                  <a:pt x="47687" y="19688"/>
                </a:cubicBezTo>
                <a:cubicBezTo>
                  <a:pt x="47540" y="19688"/>
                  <a:pt x="47467" y="19688"/>
                  <a:pt x="47362" y="19613"/>
                </a:cubicBezTo>
                <a:cubicBezTo>
                  <a:pt x="47362" y="19538"/>
                  <a:pt x="47326" y="19538"/>
                  <a:pt x="47326" y="19538"/>
                </a:cubicBezTo>
                <a:cubicBezTo>
                  <a:pt x="47289" y="19538"/>
                  <a:pt x="47252" y="19475"/>
                  <a:pt x="47252" y="19475"/>
                </a:cubicBezTo>
                <a:cubicBezTo>
                  <a:pt x="47215" y="19400"/>
                  <a:pt x="47179" y="19400"/>
                  <a:pt x="47179" y="19325"/>
                </a:cubicBezTo>
                <a:cubicBezTo>
                  <a:pt x="47142" y="19250"/>
                  <a:pt x="47142" y="19250"/>
                  <a:pt x="47142" y="19174"/>
                </a:cubicBezTo>
                <a:cubicBezTo>
                  <a:pt x="47142" y="18874"/>
                  <a:pt x="47142" y="18874"/>
                  <a:pt x="47142" y="18874"/>
                </a:cubicBezTo>
                <a:cubicBezTo>
                  <a:pt x="47215" y="18874"/>
                  <a:pt x="47215" y="18798"/>
                  <a:pt x="47289" y="18798"/>
                </a:cubicBezTo>
                <a:cubicBezTo>
                  <a:pt x="47362" y="18798"/>
                  <a:pt x="47393" y="18874"/>
                  <a:pt x="47467" y="18798"/>
                </a:cubicBezTo>
                <a:cubicBezTo>
                  <a:pt x="47503" y="18798"/>
                  <a:pt x="47540" y="18798"/>
                  <a:pt x="47540" y="18798"/>
                </a:cubicBezTo>
                <a:cubicBezTo>
                  <a:pt x="47614" y="18798"/>
                  <a:pt x="47650" y="18798"/>
                  <a:pt x="47724" y="18723"/>
                </a:cubicBezTo>
                <a:cubicBezTo>
                  <a:pt x="47761" y="18648"/>
                  <a:pt x="47797" y="18573"/>
                  <a:pt x="47834" y="18422"/>
                </a:cubicBezTo>
                <a:cubicBezTo>
                  <a:pt x="47865" y="18422"/>
                  <a:pt x="47865" y="18422"/>
                  <a:pt x="47901" y="18498"/>
                </a:cubicBezTo>
                <a:cubicBezTo>
                  <a:pt x="47938" y="18498"/>
                  <a:pt x="47938" y="18573"/>
                  <a:pt x="47938" y="18648"/>
                </a:cubicBezTo>
                <a:cubicBezTo>
                  <a:pt x="47975" y="18723"/>
                  <a:pt x="47938" y="18874"/>
                  <a:pt x="47938" y="18949"/>
                </a:cubicBezTo>
                <a:cubicBezTo>
                  <a:pt x="47938" y="19024"/>
                  <a:pt x="47975" y="19099"/>
                  <a:pt x="47975" y="19099"/>
                </a:cubicBezTo>
                <a:cubicBezTo>
                  <a:pt x="48012" y="19174"/>
                  <a:pt x="48012" y="19250"/>
                  <a:pt x="48012" y="19250"/>
                </a:cubicBezTo>
                <a:cubicBezTo>
                  <a:pt x="48049" y="19400"/>
                  <a:pt x="48122" y="19400"/>
                  <a:pt x="48196" y="19400"/>
                </a:cubicBezTo>
                <a:cubicBezTo>
                  <a:pt x="48232" y="19400"/>
                  <a:pt x="48232" y="19400"/>
                  <a:pt x="48269" y="19325"/>
                </a:cubicBezTo>
                <a:cubicBezTo>
                  <a:pt x="48269" y="19250"/>
                  <a:pt x="48269" y="19174"/>
                  <a:pt x="48269" y="19174"/>
                </a:cubicBezTo>
                <a:cubicBezTo>
                  <a:pt x="48306" y="19024"/>
                  <a:pt x="48373" y="19024"/>
                  <a:pt x="48410" y="18949"/>
                </a:cubicBezTo>
                <a:cubicBezTo>
                  <a:pt x="48483" y="18949"/>
                  <a:pt x="48520" y="18949"/>
                  <a:pt x="48557" y="18949"/>
                </a:cubicBezTo>
                <a:cubicBezTo>
                  <a:pt x="48630" y="18949"/>
                  <a:pt x="48667" y="18949"/>
                  <a:pt x="48741" y="18949"/>
                </a:cubicBezTo>
                <a:cubicBezTo>
                  <a:pt x="48741" y="18949"/>
                  <a:pt x="48777" y="18949"/>
                  <a:pt x="48777" y="18874"/>
                </a:cubicBezTo>
                <a:cubicBezTo>
                  <a:pt x="48777" y="18798"/>
                  <a:pt x="48777" y="18723"/>
                  <a:pt x="48777" y="18648"/>
                </a:cubicBezTo>
                <a:cubicBezTo>
                  <a:pt x="48777" y="18498"/>
                  <a:pt x="48741" y="18422"/>
                  <a:pt x="48704" y="18285"/>
                </a:cubicBezTo>
                <a:cubicBezTo>
                  <a:pt x="48704" y="18209"/>
                  <a:pt x="48667" y="18134"/>
                  <a:pt x="48667" y="18134"/>
                </a:cubicBezTo>
                <a:cubicBezTo>
                  <a:pt x="48594" y="18059"/>
                  <a:pt x="48557" y="18059"/>
                  <a:pt x="48520" y="17984"/>
                </a:cubicBezTo>
                <a:cubicBezTo>
                  <a:pt x="48447" y="17909"/>
                  <a:pt x="48410" y="17833"/>
                  <a:pt x="48373" y="17758"/>
                </a:cubicBezTo>
                <a:cubicBezTo>
                  <a:pt x="48373" y="17608"/>
                  <a:pt x="48410" y="17533"/>
                  <a:pt x="48373" y="17457"/>
                </a:cubicBezTo>
                <a:cubicBezTo>
                  <a:pt x="48373" y="17382"/>
                  <a:pt x="48343" y="17382"/>
                  <a:pt x="48306" y="17382"/>
                </a:cubicBezTo>
                <a:cubicBezTo>
                  <a:pt x="48306" y="17320"/>
                  <a:pt x="48306" y="17244"/>
                  <a:pt x="48306" y="17244"/>
                </a:cubicBezTo>
                <a:cubicBezTo>
                  <a:pt x="48306" y="17169"/>
                  <a:pt x="48306" y="17094"/>
                  <a:pt x="48306" y="17094"/>
                </a:cubicBezTo>
                <a:cubicBezTo>
                  <a:pt x="48306" y="17019"/>
                  <a:pt x="48269" y="17019"/>
                  <a:pt x="48232" y="17019"/>
                </a:cubicBezTo>
                <a:cubicBezTo>
                  <a:pt x="48196" y="16944"/>
                  <a:pt x="48159" y="16944"/>
                  <a:pt x="48085" y="16868"/>
                </a:cubicBezTo>
                <a:cubicBezTo>
                  <a:pt x="48049" y="16868"/>
                  <a:pt x="48049" y="16793"/>
                  <a:pt x="48012" y="16793"/>
                </a:cubicBezTo>
                <a:cubicBezTo>
                  <a:pt x="48049" y="16718"/>
                  <a:pt x="48049" y="16718"/>
                  <a:pt x="48085" y="16643"/>
                </a:cubicBezTo>
                <a:cubicBezTo>
                  <a:pt x="48085" y="16643"/>
                  <a:pt x="48122" y="16643"/>
                  <a:pt x="48159" y="16643"/>
                </a:cubicBezTo>
                <a:cubicBezTo>
                  <a:pt x="48196" y="16643"/>
                  <a:pt x="48232" y="16793"/>
                  <a:pt x="48269" y="16868"/>
                </a:cubicBezTo>
                <a:cubicBezTo>
                  <a:pt x="48306" y="16868"/>
                  <a:pt x="48269" y="17019"/>
                  <a:pt x="48306" y="17019"/>
                </a:cubicBezTo>
                <a:cubicBezTo>
                  <a:pt x="48343" y="17019"/>
                  <a:pt x="48343" y="17019"/>
                  <a:pt x="48373" y="17019"/>
                </a:cubicBezTo>
                <a:cubicBezTo>
                  <a:pt x="48447" y="17019"/>
                  <a:pt x="48447" y="17019"/>
                  <a:pt x="48447" y="17019"/>
                </a:cubicBezTo>
                <a:cubicBezTo>
                  <a:pt x="48483" y="17019"/>
                  <a:pt x="48520" y="16944"/>
                  <a:pt x="48520" y="16944"/>
                </a:cubicBezTo>
                <a:cubicBezTo>
                  <a:pt x="48557" y="16944"/>
                  <a:pt x="48557" y="17019"/>
                  <a:pt x="48594" y="17019"/>
                </a:cubicBezTo>
                <a:cubicBezTo>
                  <a:pt x="48630" y="16793"/>
                  <a:pt x="48630" y="16643"/>
                  <a:pt x="48630" y="16417"/>
                </a:cubicBezTo>
                <a:cubicBezTo>
                  <a:pt x="48630" y="16279"/>
                  <a:pt x="48630" y="16279"/>
                  <a:pt x="48630" y="16279"/>
                </a:cubicBezTo>
                <a:cubicBezTo>
                  <a:pt x="48630" y="16279"/>
                  <a:pt x="48630" y="16204"/>
                  <a:pt x="48630" y="16129"/>
                </a:cubicBezTo>
                <a:cubicBezTo>
                  <a:pt x="48630" y="16129"/>
                  <a:pt x="48667" y="16054"/>
                  <a:pt x="48667" y="15979"/>
                </a:cubicBezTo>
                <a:cubicBezTo>
                  <a:pt x="48667" y="15979"/>
                  <a:pt x="48667" y="15903"/>
                  <a:pt x="48667" y="15828"/>
                </a:cubicBezTo>
                <a:cubicBezTo>
                  <a:pt x="48630" y="15828"/>
                  <a:pt x="48594" y="15828"/>
                  <a:pt x="48594" y="15828"/>
                </a:cubicBezTo>
                <a:cubicBezTo>
                  <a:pt x="48520" y="15753"/>
                  <a:pt x="48483" y="15753"/>
                  <a:pt x="48447" y="15753"/>
                </a:cubicBezTo>
                <a:cubicBezTo>
                  <a:pt x="48373" y="15753"/>
                  <a:pt x="48343" y="15678"/>
                  <a:pt x="48269" y="15753"/>
                </a:cubicBezTo>
                <a:cubicBezTo>
                  <a:pt x="48269" y="15753"/>
                  <a:pt x="48269" y="15828"/>
                  <a:pt x="48269" y="15903"/>
                </a:cubicBezTo>
                <a:cubicBezTo>
                  <a:pt x="48232" y="15903"/>
                  <a:pt x="48196" y="15903"/>
                  <a:pt x="48159" y="15903"/>
                </a:cubicBezTo>
                <a:cubicBezTo>
                  <a:pt x="47938" y="15903"/>
                  <a:pt x="47938" y="15903"/>
                  <a:pt x="47938" y="15903"/>
                </a:cubicBezTo>
                <a:cubicBezTo>
                  <a:pt x="47975" y="15828"/>
                  <a:pt x="47975" y="15753"/>
                  <a:pt x="48012" y="15753"/>
                </a:cubicBezTo>
                <a:cubicBezTo>
                  <a:pt x="48012" y="15678"/>
                  <a:pt x="48049" y="15678"/>
                  <a:pt x="48085" y="15678"/>
                </a:cubicBezTo>
                <a:cubicBezTo>
                  <a:pt x="48085" y="15678"/>
                  <a:pt x="48122" y="15603"/>
                  <a:pt x="48159" y="15603"/>
                </a:cubicBezTo>
                <a:cubicBezTo>
                  <a:pt x="48159" y="15603"/>
                  <a:pt x="48122" y="15527"/>
                  <a:pt x="48159" y="15452"/>
                </a:cubicBezTo>
                <a:cubicBezTo>
                  <a:pt x="48085" y="15452"/>
                  <a:pt x="48049" y="15377"/>
                  <a:pt x="48012" y="15377"/>
                </a:cubicBezTo>
                <a:cubicBezTo>
                  <a:pt x="47975" y="15377"/>
                  <a:pt x="47975" y="15302"/>
                  <a:pt x="47938" y="15302"/>
                </a:cubicBezTo>
                <a:cubicBezTo>
                  <a:pt x="47975" y="15164"/>
                  <a:pt x="47975" y="15164"/>
                  <a:pt x="47975" y="15164"/>
                </a:cubicBezTo>
                <a:cubicBezTo>
                  <a:pt x="48269" y="15164"/>
                  <a:pt x="48269" y="15164"/>
                  <a:pt x="48269" y="15164"/>
                </a:cubicBezTo>
                <a:cubicBezTo>
                  <a:pt x="48269" y="15603"/>
                  <a:pt x="48269" y="15603"/>
                  <a:pt x="48269" y="15603"/>
                </a:cubicBezTo>
                <a:cubicBezTo>
                  <a:pt x="48557" y="15603"/>
                  <a:pt x="48557" y="15603"/>
                  <a:pt x="48557" y="15603"/>
                </a:cubicBezTo>
                <a:cubicBezTo>
                  <a:pt x="48594" y="15603"/>
                  <a:pt x="48630" y="15603"/>
                  <a:pt x="48630" y="15527"/>
                </a:cubicBezTo>
                <a:cubicBezTo>
                  <a:pt x="48667" y="15527"/>
                  <a:pt x="48630" y="15452"/>
                  <a:pt x="48667" y="15377"/>
                </a:cubicBezTo>
                <a:cubicBezTo>
                  <a:pt x="48704" y="15377"/>
                  <a:pt x="48777" y="15377"/>
                  <a:pt x="48814" y="15377"/>
                </a:cubicBezTo>
                <a:cubicBezTo>
                  <a:pt x="48882" y="15377"/>
                  <a:pt x="48882" y="15377"/>
                  <a:pt x="48882" y="15377"/>
                </a:cubicBezTo>
                <a:cubicBezTo>
                  <a:pt x="48992" y="15377"/>
                  <a:pt x="48992" y="15527"/>
                  <a:pt x="49102" y="15527"/>
                </a:cubicBezTo>
                <a:cubicBezTo>
                  <a:pt x="49139" y="15527"/>
                  <a:pt x="49176" y="15452"/>
                  <a:pt x="49212" y="15452"/>
                </a:cubicBezTo>
                <a:cubicBezTo>
                  <a:pt x="49212" y="15377"/>
                  <a:pt x="49212" y="15302"/>
                  <a:pt x="49249" y="15302"/>
                </a:cubicBezTo>
                <a:cubicBezTo>
                  <a:pt x="49286" y="15227"/>
                  <a:pt x="49323" y="15227"/>
                  <a:pt x="49323" y="15164"/>
                </a:cubicBezTo>
                <a:cubicBezTo>
                  <a:pt x="49323" y="15089"/>
                  <a:pt x="49286" y="15014"/>
                  <a:pt x="49249" y="14938"/>
                </a:cubicBezTo>
                <a:cubicBezTo>
                  <a:pt x="49249" y="14863"/>
                  <a:pt x="49212" y="14788"/>
                  <a:pt x="49212" y="14788"/>
                </a:cubicBezTo>
                <a:cubicBezTo>
                  <a:pt x="49176" y="14713"/>
                  <a:pt x="49139" y="14638"/>
                  <a:pt x="49102" y="14638"/>
                </a:cubicBezTo>
                <a:cubicBezTo>
                  <a:pt x="49065" y="14638"/>
                  <a:pt x="49029" y="14638"/>
                  <a:pt x="48992" y="14638"/>
                </a:cubicBezTo>
                <a:cubicBezTo>
                  <a:pt x="48955" y="14638"/>
                  <a:pt x="48955" y="14713"/>
                  <a:pt x="48918" y="14713"/>
                </a:cubicBezTo>
                <a:cubicBezTo>
                  <a:pt x="48882" y="14713"/>
                  <a:pt x="48882" y="14788"/>
                  <a:pt x="48851" y="14788"/>
                </a:cubicBezTo>
                <a:cubicBezTo>
                  <a:pt x="48814" y="14788"/>
                  <a:pt x="48814" y="14713"/>
                  <a:pt x="48777" y="14713"/>
                </a:cubicBezTo>
                <a:cubicBezTo>
                  <a:pt x="48741" y="14713"/>
                  <a:pt x="48704" y="14638"/>
                  <a:pt x="48704" y="14638"/>
                </a:cubicBezTo>
                <a:cubicBezTo>
                  <a:pt x="48704" y="14562"/>
                  <a:pt x="48667" y="14562"/>
                  <a:pt x="48667" y="14487"/>
                </a:cubicBezTo>
                <a:cubicBezTo>
                  <a:pt x="48667" y="14337"/>
                  <a:pt x="48704" y="14337"/>
                  <a:pt x="48741" y="14337"/>
                </a:cubicBezTo>
                <a:cubicBezTo>
                  <a:pt x="48777" y="14337"/>
                  <a:pt x="48814" y="14337"/>
                  <a:pt x="48814" y="14337"/>
                </a:cubicBezTo>
                <a:cubicBezTo>
                  <a:pt x="48851" y="14337"/>
                  <a:pt x="48882" y="14412"/>
                  <a:pt x="48882" y="14412"/>
                </a:cubicBezTo>
                <a:cubicBezTo>
                  <a:pt x="48955" y="14412"/>
                  <a:pt x="48992" y="14412"/>
                  <a:pt x="49029" y="14412"/>
                </a:cubicBezTo>
                <a:cubicBezTo>
                  <a:pt x="49102" y="14412"/>
                  <a:pt x="49139" y="14412"/>
                  <a:pt x="49212" y="14412"/>
                </a:cubicBezTo>
                <a:lnTo>
                  <a:pt x="49249" y="14337"/>
                </a:lnTo>
                <a:cubicBezTo>
                  <a:pt x="49323" y="14262"/>
                  <a:pt x="49323" y="14262"/>
                  <a:pt x="49323" y="14262"/>
                </a:cubicBezTo>
                <a:cubicBezTo>
                  <a:pt x="49359" y="14186"/>
                  <a:pt x="49359" y="14124"/>
                  <a:pt x="49396" y="14124"/>
                </a:cubicBezTo>
                <a:cubicBezTo>
                  <a:pt x="49427" y="14124"/>
                  <a:pt x="49427" y="14186"/>
                  <a:pt x="49464" y="14186"/>
                </a:cubicBezTo>
                <a:cubicBezTo>
                  <a:pt x="49574" y="14186"/>
                  <a:pt x="49574" y="14186"/>
                  <a:pt x="49574" y="14186"/>
                </a:cubicBezTo>
                <a:cubicBezTo>
                  <a:pt x="49611" y="14186"/>
                  <a:pt x="49647" y="14186"/>
                  <a:pt x="49684" y="14186"/>
                </a:cubicBezTo>
                <a:cubicBezTo>
                  <a:pt x="49721" y="14186"/>
                  <a:pt x="49721" y="14186"/>
                  <a:pt x="49758" y="14124"/>
                </a:cubicBezTo>
                <a:cubicBezTo>
                  <a:pt x="49794" y="14124"/>
                  <a:pt x="49758" y="14049"/>
                  <a:pt x="49758" y="13973"/>
                </a:cubicBezTo>
                <a:cubicBezTo>
                  <a:pt x="49721" y="13898"/>
                  <a:pt x="49684" y="13823"/>
                  <a:pt x="49647" y="13823"/>
                </a:cubicBezTo>
                <a:cubicBezTo>
                  <a:pt x="49611" y="13748"/>
                  <a:pt x="49574" y="13823"/>
                  <a:pt x="49574" y="13823"/>
                </a:cubicBezTo>
                <a:cubicBezTo>
                  <a:pt x="49537" y="13748"/>
                  <a:pt x="49500" y="13748"/>
                  <a:pt x="49464" y="13673"/>
                </a:cubicBezTo>
                <a:cubicBezTo>
                  <a:pt x="49427" y="13597"/>
                  <a:pt x="49396" y="13597"/>
                  <a:pt x="49396" y="13522"/>
                </a:cubicBezTo>
                <a:cubicBezTo>
                  <a:pt x="49396" y="13447"/>
                  <a:pt x="49359" y="13447"/>
                  <a:pt x="49359" y="13372"/>
                </a:cubicBezTo>
                <a:cubicBezTo>
                  <a:pt x="49359" y="13297"/>
                  <a:pt x="49396" y="13221"/>
                  <a:pt x="49396" y="13159"/>
                </a:cubicBezTo>
                <a:cubicBezTo>
                  <a:pt x="49396" y="13084"/>
                  <a:pt x="49359" y="13008"/>
                  <a:pt x="49359" y="12933"/>
                </a:cubicBezTo>
                <a:cubicBezTo>
                  <a:pt x="49359" y="12858"/>
                  <a:pt x="49396" y="12858"/>
                  <a:pt x="49396" y="12783"/>
                </a:cubicBezTo>
                <a:lnTo>
                  <a:pt x="49396" y="12708"/>
                </a:lnTo>
                <a:cubicBezTo>
                  <a:pt x="49500" y="12708"/>
                  <a:pt x="49537" y="12708"/>
                  <a:pt x="49684" y="12708"/>
                </a:cubicBezTo>
                <a:cubicBezTo>
                  <a:pt x="49684" y="12256"/>
                  <a:pt x="49684" y="12256"/>
                  <a:pt x="49684" y="12256"/>
                </a:cubicBezTo>
                <a:cubicBezTo>
                  <a:pt x="49684" y="12106"/>
                  <a:pt x="49574" y="12043"/>
                  <a:pt x="49537" y="11893"/>
                </a:cubicBezTo>
                <a:cubicBezTo>
                  <a:pt x="49500" y="11818"/>
                  <a:pt x="49537" y="11818"/>
                  <a:pt x="49537" y="11743"/>
                </a:cubicBezTo>
                <a:cubicBezTo>
                  <a:pt x="49537" y="11667"/>
                  <a:pt x="49500" y="11592"/>
                  <a:pt x="49500" y="11517"/>
                </a:cubicBezTo>
                <a:cubicBezTo>
                  <a:pt x="49427" y="11517"/>
                  <a:pt x="49396" y="11592"/>
                  <a:pt x="49286" y="11517"/>
                </a:cubicBezTo>
                <a:cubicBezTo>
                  <a:pt x="49249" y="11517"/>
                  <a:pt x="49249" y="11517"/>
                  <a:pt x="49212" y="11517"/>
                </a:cubicBezTo>
                <a:cubicBezTo>
                  <a:pt x="49176" y="11517"/>
                  <a:pt x="49176" y="11442"/>
                  <a:pt x="49139" y="11442"/>
                </a:cubicBezTo>
                <a:cubicBezTo>
                  <a:pt x="49102" y="11442"/>
                  <a:pt x="49102" y="11442"/>
                  <a:pt x="49065" y="11367"/>
                </a:cubicBezTo>
                <a:cubicBezTo>
                  <a:pt x="49029" y="11367"/>
                  <a:pt x="49029" y="11367"/>
                  <a:pt x="48992" y="11291"/>
                </a:cubicBezTo>
                <a:cubicBezTo>
                  <a:pt x="48992" y="11291"/>
                  <a:pt x="48955" y="11216"/>
                  <a:pt x="48955" y="11141"/>
                </a:cubicBezTo>
                <a:cubicBezTo>
                  <a:pt x="48918" y="11141"/>
                  <a:pt x="48918" y="11078"/>
                  <a:pt x="48918" y="10991"/>
                </a:cubicBezTo>
                <a:cubicBezTo>
                  <a:pt x="48918" y="10928"/>
                  <a:pt x="48918" y="10928"/>
                  <a:pt x="48918" y="10928"/>
                </a:cubicBezTo>
                <a:cubicBezTo>
                  <a:pt x="48955" y="10853"/>
                  <a:pt x="48992" y="10853"/>
                  <a:pt x="48992" y="10853"/>
                </a:cubicBezTo>
                <a:cubicBezTo>
                  <a:pt x="49029" y="10778"/>
                  <a:pt x="49029" y="10702"/>
                  <a:pt x="49065" y="10702"/>
                </a:cubicBezTo>
                <a:cubicBezTo>
                  <a:pt x="49065" y="10627"/>
                  <a:pt x="49102" y="10702"/>
                  <a:pt x="49139" y="10702"/>
                </a:cubicBezTo>
                <a:cubicBezTo>
                  <a:pt x="49176" y="10627"/>
                  <a:pt x="49212" y="10627"/>
                  <a:pt x="49286" y="10627"/>
                </a:cubicBezTo>
                <a:cubicBezTo>
                  <a:pt x="49323" y="10627"/>
                  <a:pt x="49323" y="10627"/>
                  <a:pt x="49359" y="10627"/>
                </a:cubicBezTo>
                <a:cubicBezTo>
                  <a:pt x="49500" y="10627"/>
                  <a:pt x="49500" y="10627"/>
                  <a:pt x="49500" y="10627"/>
                </a:cubicBezTo>
                <a:cubicBezTo>
                  <a:pt x="49537" y="10627"/>
                  <a:pt x="49574" y="10552"/>
                  <a:pt x="49647" y="10627"/>
                </a:cubicBezTo>
                <a:lnTo>
                  <a:pt x="49684" y="10702"/>
                </a:lnTo>
                <a:cubicBezTo>
                  <a:pt x="49721" y="10778"/>
                  <a:pt x="49758" y="10778"/>
                  <a:pt x="49758" y="10928"/>
                </a:cubicBezTo>
                <a:cubicBezTo>
                  <a:pt x="49758" y="10991"/>
                  <a:pt x="49758" y="10991"/>
                  <a:pt x="49758" y="10991"/>
                </a:cubicBezTo>
                <a:cubicBezTo>
                  <a:pt x="49794" y="10991"/>
                  <a:pt x="49758" y="11078"/>
                  <a:pt x="49721" y="11078"/>
                </a:cubicBezTo>
                <a:cubicBezTo>
                  <a:pt x="49721" y="11216"/>
                  <a:pt x="49684" y="11216"/>
                  <a:pt x="49684" y="11291"/>
                </a:cubicBezTo>
                <a:cubicBezTo>
                  <a:pt x="49684" y="11517"/>
                  <a:pt x="49721" y="11667"/>
                  <a:pt x="49758" y="11893"/>
                </a:cubicBezTo>
                <a:cubicBezTo>
                  <a:pt x="49868" y="11818"/>
                  <a:pt x="49868" y="11818"/>
                  <a:pt x="49868" y="11818"/>
                </a:cubicBezTo>
                <a:cubicBezTo>
                  <a:pt x="49868" y="10627"/>
                  <a:pt x="49868" y="10627"/>
                  <a:pt x="49868" y="10627"/>
                </a:cubicBezTo>
                <a:cubicBezTo>
                  <a:pt x="49868" y="10552"/>
                  <a:pt x="49905" y="10552"/>
                  <a:pt x="49905" y="10477"/>
                </a:cubicBezTo>
                <a:cubicBezTo>
                  <a:pt x="49935" y="10477"/>
                  <a:pt x="49972" y="10402"/>
                  <a:pt x="49972" y="10326"/>
                </a:cubicBezTo>
                <a:cubicBezTo>
                  <a:pt x="49972" y="10251"/>
                  <a:pt x="49972" y="10251"/>
                  <a:pt x="49972" y="10251"/>
                </a:cubicBezTo>
                <a:cubicBezTo>
                  <a:pt x="49972" y="10176"/>
                  <a:pt x="49935" y="10176"/>
                  <a:pt x="49935" y="10101"/>
                </a:cubicBezTo>
                <a:cubicBezTo>
                  <a:pt x="49905" y="10026"/>
                  <a:pt x="49905" y="9963"/>
                  <a:pt x="49831" y="9963"/>
                </a:cubicBezTo>
                <a:cubicBezTo>
                  <a:pt x="49794" y="9963"/>
                  <a:pt x="49758" y="9963"/>
                  <a:pt x="49721" y="9963"/>
                </a:cubicBezTo>
                <a:lnTo>
                  <a:pt x="49684" y="10026"/>
                </a:lnTo>
                <a:cubicBezTo>
                  <a:pt x="49611" y="10026"/>
                  <a:pt x="49611" y="10026"/>
                  <a:pt x="49537" y="10026"/>
                </a:cubicBezTo>
                <a:cubicBezTo>
                  <a:pt x="49427" y="10026"/>
                  <a:pt x="49427" y="10026"/>
                  <a:pt x="49427" y="10026"/>
                </a:cubicBezTo>
                <a:cubicBezTo>
                  <a:pt x="49396" y="10026"/>
                  <a:pt x="49396" y="10026"/>
                  <a:pt x="49359" y="10026"/>
                </a:cubicBezTo>
                <a:cubicBezTo>
                  <a:pt x="49323" y="10026"/>
                  <a:pt x="49323" y="10026"/>
                  <a:pt x="49286" y="10026"/>
                </a:cubicBezTo>
                <a:cubicBezTo>
                  <a:pt x="49286" y="9587"/>
                  <a:pt x="49286" y="9587"/>
                  <a:pt x="49286" y="9587"/>
                </a:cubicBezTo>
                <a:cubicBezTo>
                  <a:pt x="49323" y="9587"/>
                  <a:pt x="49359" y="9512"/>
                  <a:pt x="49359" y="9512"/>
                </a:cubicBezTo>
                <a:cubicBezTo>
                  <a:pt x="49396" y="9512"/>
                  <a:pt x="49396" y="9587"/>
                  <a:pt x="49427" y="9587"/>
                </a:cubicBezTo>
                <a:cubicBezTo>
                  <a:pt x="49500" y="9587"/>
                  <a:pt x="49500" y="9587"/>
                  <a:pt x="49500" y="9587"/>
                </a:cubicBezTo>
                <a:cubicBezTo>
                  <a:pt x="49574" y="9587"/>
                  <a:pt x="49611" y="9587"/>
                  <a:pt x="49647" y="9587"/>
                </a:cubicBezTo>
                <a:cubicBezTo>
                  <a:pt x="49684" y="9587"/>
                  <a:pt x="49684" y="9512"/>
                  <a:pt x="49721" y="9437"/>
                </a:cubicBezTo>
                <a:cubicBezTo>
                  <a:pt x="49684" y="9437"/>
                  <a:pt x="49684" y="9361"/>
                  <a:pt x="49684" y="9286"/>
                </a:cubicBezTo>
                <a:cubicBezTo>
                  <a:pt x="49647" y="9286"/>
                  <a:pt x="49647" y="9211"/>
                  <a:pt x="49611" y="9136"/>
                </a:cubicBezTo>
                <a:cubicBezTo>
                  <a:pt x="49537" y="9136"/>
                  <a:pt x="49500" y="9211"/>
                  <a:pt x="49464" y="9211"/>
                </a:cubicBezTo>
                <a:cubicBezTo>
                  <a:pt x="49427" y="9211"/>
                  <a:pt x="49427" y="9136"/>
                  <a:pt x="49396" y="9061"/>
                </a:cubicBezTo>
                <a:cubicBezTo>
                  <a:pt x="49359" y="9061"/>
                  <a:pt x="49359" y="9061"/>
                  <a:pt x="49323" y="9061"/>
                </a:cubicBezTo>
                <a:cubicBezTo>
                  <a:pt x="49286" y="9061"/>
                  <a:pt x="49286" y="9061"/>
                  <a:pt x="49249" y="9061"/>
                </a:cubicBezTo>
                <a:cubicBezTo>
                  <a:pt x="49212" y="9061"/>
                  <a:pt x="49176" y="8998"/>
                  <a:pt x="49139" y="8998"/>
                </a:cubicBezTo>
                <a:cubicBezTo>
                  <a:pt x="49065" y="8998"/>
                  <a:pt x="49029" y="8998"/>
                  <a:pt x="48955" y="9061"/>
                </a:cubicBezTo>
                <a:cubicBezTo>
                  <a:pt x="48955" y="9136"/>
                  <a:pt x="48992" y="9211"/>
                  <a:pt x="48955" y="9286"/>
                </a:cubicBezTo>
                <a:cubicBezTo>
                  <a:pt x="48955" y="9361"/>
                  <a:pt x="48955" y="9361"/>
                  <a:pt x="48918" y="9437"/>
                </a:cubicBezTo>
                <a:cubicBezTo>
                  <a:pt x="48918" y="9437"/>
                  <a:pt x="48882" y="9437"/>
                  <a:pt x="48851" y="9437"/>
                </a:cubicBezTo>
                <a:cubicBezTo>
                  <a:pt x="48851" y="9361"/>
                  <a:pt x="48814" y="9361"/>
                  <a:pt x="48777" y="9286"/>
                </a:cubicBezTo>
                <a:cubicBezTo>
                  <a:pt x="48777" y="9286"/>
                  <a:pt x="48777" y="9211"/>
                  <a:pt x="48777" y="9136"/>
                </a:cubicBezTo>
                <a:cubicBezTo>
                  <a:pt x="48777" y="9061"/>
                  <a:pt x="48777" y="8998"/>
                  <a:pt x="48814" y="8910"/>
                </a:cubicBezTo>
                <a:cubicBezTo>
                  <a:pt x="48814" y="8848"/>
                  <a:pt x="48814" y="8772"/>
                  <a:pt x="48851" y="8772"/>
                </a:cubicBezTo>
                <a:cubicBezTo>
                  <a:pt x="48851" y="8697"/>
                  <a:pt x="48882" y="8772"/>
                  <a:pt x="48918" y="8697"/>
                </a:cubicBezTo>
                <a:cubicBezTo>
                  <a:pt x="48918" y="8622"/>
                  <a:pt x="48955" y="8622"/>
                  <a:pt x="48955" y="8547"/>
                </a:cubicBezTo>
                <a:cubicBezTo>
                  <a:pt x="48992" y="8547"/>
                  <a:pt x="48955" y="8472"/>
                  <a:pt x="48955" y="8396"/>
                </a:cubicBezTo>
                <a:cubicBezTo>
                  <a:pt x="48955" y="8321"/>
                  <a:pt x="48955" y="8246"/>
                  <a:pt x="48955" y="8096"/>
                </a:cubicBezTo>
                <a:cubicBezTo>
                  <a:pt x="48955" y="8020"/>
                  <a:pt x="48992" y="7883"/>
                  <a:pt x="48992" y="7732"/>
                </a:cubicBezTo>
                <a:cubicBezTo>
                  <a:pt x="49212" y="7732"/>
                  <a:pt x="49212" y="7732"/>
                  <a:pt x="49212" y="7732"/>
                </a:cubicBezTo>
                <a:cubicBezTo>
                  <a:pt x="49212" y="7582"/>
                  <a:pt x="49212" y="7507"/>
                  <a:pt x="49249" y="7356"/>
                </a:cubicBezTo>
                <a:cubicBezTo>
                  <a:pt x="49249" y="7356"/>
                  <a:pt x="49286" y="7281"/>
                  <a:pt x="49286" y="7206"/>
                </a:cubicBezTo>
                <a:cubicBezTo>
                  <a:pt x="49359" y="7206"/>
                  <a:pt x="49396" y="7206"/>
                  <a:pt x="49427" y="7206"/>
                </a:cubicBezTo>
                <a:cubicBezTo>
                  <a:pt x="49500" y="7206"/>
                  <a:pt x="49500" y="7206"/>
                  <a:pt x="49500" y="7206"/>
                </a:cubicBezTo>
                <a:cubicBezTo>
                  <a:pt x="49537" y="7206"/>
                  <a:pt x="49537" y="7131"/>
                  <a:pt x="49574" y="7131"/>
                </a:cubicBezTo>
                <a:cubicBezTo>
                  <a:pt x="49574" y="7055"/>
                  <a:pt x="49574" y="6980"/>
                  <a:pt x="49574" y="6980"/>
                </a:cubicBezTo>
                <a:cubicBezTo>
                  <a:pt x="49574" y="6918"/>
                  <a:pt x="49537" y="6830"/>
                  <a:pt x="49537" y="6767"/>
                </a:cubicBezTo>
                <a:cubicBezTo>
                  <a:pt x="49537" y="6692"/>
                  <a:pt x="49574" y="6617"/>
                  <a:pt x="49611" y="6542"/>
                </a:cubicBezTo>
                <a:cubicBezTo>
                  <a:pt x="49611" y="6466"/>
                  <a:pt x="49647" y="6466"/>
                  <a:pt x="49647" y="6391"/>
                </a:cubicBezTo>
                <a:cubicBezTo>
                  <a:pt x="49647" y="6316"/>
                  <a:pt x="49684" y="6316"/>
                  <a:pt x="49684" y="6241"/>
                </a:cubicBezTo>
                <a:cubicBezTo>
                  <a:pt x="49684" y="6166"/>
                  <a:pt x="49721" y="6166"/>
                  <a:pt x="49758" y="6166"/>
                </a:cubicBezTo>
                <a:cubicBezTo>
                  <a:pt x="49794" y="6090"/>
                  <a:pt x="49831" y="6015"/>
                  <a:pt x="49905" y="6015"/>
                </a:cubicBezTo>
                <a:cubicBezTo>
                  <a:pt x="49972" y="5940"/>
                  <a:pt x="50009" y="6090"/>
                  <a:pt x="50119" y="6015"/>
                </a:cubicBezTo>
                <a:lnTo>
                  <a:pt x="50156" y="6015"/>
                </a:lnTo>
                <a:cubicBezTo>
                  <a:pt x="50192" y="5940"/>
                  <a:pt x="50192" y="5865"/>
                  <a:pt x="50192" y="5865"/>
                </a:cubicBezTo>
                <a:cubicBezTo>
                  <a:pt x="50229" y="5802"/>
                  <a:pt x="50229" y="5727"/>
                  <a:pt x="50229" y="5727"/>
                </a:cubicBezTo>
                <a:cubicBezTo>
                  <a:pt x="50229" y="5652"/>
                  <a:pt x="50229" y="5577"/>
                  <a:pt x="50266" y="5577"/>
                </a:cubicBezTo>
                <a:cubicBezTo>
                  <a:pt x="50266" y="5501"/>
                  <a:pt x="50303" y="5501"/>
                  <a:pt x="50339" y="5501"/>
                </a:cubicBezTo>
                <a:cubicBezTo>
                  <a:pt x="50376" y="5426"/>
                  <a:pt x="50376" y="5426"/>
                  <a:pt x="50413" y="5426"/>
                </a:cubicBezTo>
                <a:cubicBezTo>
                  <a:pt x="50413" y="5426"/>
                  <a:pt x="50444" y="5426"/>
                  <a:pt x="50480" y="5426"/>
                </a:cubicBezTo>
                <a:cubicBezTo>
                  <a:pt x="50480" y="5426"/>
                  <a:pt x="50517" y="5426"/>
                  <a:pt x="50554" y="5351"/>
                </a:cubicBezTo>
                <a:cubicBezTo>
                  <a:pt x="50554" y="5351"/>
                  <a:pt x="50591" y="5426"/>
                  <a:pt x="50627" y="5351"/>
                </a:cubicBezTo>
                <a:cubicBezTo>
                  <a:pt x="50627" y="5351"/>
                  <a:pt x="50627" y="5276"/>
                  <a:pt x="50664" y="5201"/>
                </a:cubicBezTo>
                <a:cubicBezTo>
                  <a:pt x="50627" y="5050"/>
                  <a:pt x="50627" y="5050"/>
                  <a:pt x="50627" y="5050"/>
                </a:cubicBezTo>
                <a:cubicBezTo>
                  <a:pt x="50009" y="5050"/>
                  <a:pt x="50009" y="5050"/>
                  <a:pt x="50009" y="5050"/>
                </a:cubicBezTo>
                <a:cubicBezTo>
                  <a:pt x="49831" y="4975"/>
                  <a:pt x="49831" y="4975"/>
                  <a:pt x="49831" y="4975"/>
                </a:cubicBezTo>
                <a:cubicBezTo>
                  <a:pt x="49905" y="4975"/>
                  <a:pt x="49935" y="4975"/>
                  <a:pt x="49972" y="4900"/>
                </a:cubicBezTo>
                <a:cubicBezTo>
                  <a:pt x="50045" y="4837"/>
                  <a:pt x="50082" y="4687"/>
                  <a:pt x="50156" y="4687"/>
                </a:cubicBezTo>
                <a:cubicBezTo>
                  <a:pt x="50229" y="4687"/>
                  <a:pt x="50229" y="4687"/>
                  <a:pt x="50266" y="4749"/>
                </a:cubicBezTo>
                <a:cubicBezTo>
                  <a:pt x="50303" y="4749"/>
                  <a:pt x="50339" y="4837"/>
                  <a:pt x="50376" y="4837"/>
                </a:cubicBezTo>
                <a:cubicBezTo>
                  <a:pt x="50413" y="4837"/>
                  <a:pt x="50413" y="4837"/>
                  <a:pt x="50444" y="4837"/>
                </a:cubicBezTo>
                <a:cubicBezTo>
                  <a:pt x="50517" y="4837"/>
                  <a:pt x="50517" y="4837"/>
                  <a:pt x="50517" y="4837"/>
                </a:cubicBezTo>
                <a:cubicBezTo>
                  <a:pt x="50554" y="4837"/>
                  <a:pt x="50554" y="4837"/>
                  <a:pt x="50591" y="4837"/>
                </a:cubicBezTo>
                <a:cubicBezTo>
                  <a:pt x="50627" y="4837"/>
                  <a:pt x="50627" y="4837"/>
                  <a:pt x="50664" y="4837"/>
                </a:cubicBezTo>
                <a:cubicBezTo>
                  <a:pt x="50701" y="4837"/>
                  <a:pt x="50738" y="4749"/>
                  <a:pt x="50738" y="4749"/>
                </a:cubicBezTo>
                <a:cubicBezTo>
                  <a:pt x="50774" y="4749"/>
                  <a:pt x="50774" y="4687"/>
                  <a:pt x="50811" y="4612"/>
                </a:cubicBezTo>
                <a:cubicBezTo>
                  <a:pt x="50811" y="4612"/>
                  <a:pt x="50848" y="4536"/>
                  <a:pt x="50848" y="4461"/>
                </a:cubicBezTo>
                <a:cubicBezTo>
                  <a:pt x="50885" y="4386"/>
                  <a:pt x="50921" y="4386"/>
                  <a:pt x="50952" y="4311"/>
                </a:cubicBezTo>
                <a:cubicBezTo>
                  <a:pt x="50952" y="4236"/>
                  <a:pt x="50952" y="4160"/>
                  <a:pt x="50989" y="4160"/>
                </a:cubicBezTo>
                <a:cubicBezTo>
                  <a:pt x="51026" y="4160"/>
                  <a:pt x="51099" y="4160"/>
                  <a:pt x="51136" y="4160"/>
                </a:cubicBezTo>
                <a:cubicBezTo>
                  <a:pt x="51209" y="4160"/>
                  <a:pt x="51209" y="4160"/>
                  <a:pt x="51209" y="4160"/>
                </a:cubicBezTo>
                <a:cubicBezTo>
                  <a:pt x="51320" y="4160"/>
                  <a:pt x="51393" y="4085"/>
                  <a:pt x="51497" y="4085"/>
                </a:cubicBezTo>
                <a:cubicBezTo>
                  <a:pt x="51497" y="4085"/>
                  <a:pt x="51534" y="4085"/>
                  <a:pt x="51571" y="4085"/>
                </a:cubicBezTo>
                <a:cubicBezTo>
                  <a:pt x="51571" y="4010"/>
                  <a:pt x="51607" y="4010"/>
                  <a:pt x="51607" y="4010"/>
                </a:cubicBezTo>
                <a:cubicBezTo>
                  <a:pt x="51644" y="4010"/>
                  <a:pt x="51681" y="3935"/>
                  <a:pt x="51681" y="3860"/>
                </a:cubicBezTo>
                <a:cubicBezTo>
                  <a:pt x="51718" y="3784"/>
                  <a:pt x="51754" y="3784"/>
                  <a:pt x="51754" y="3722"/>
                </a:cubicBezTo>
                <a:cubicBezTo>
                  <a:pt x="51754" y="3646"/>
                  <a:pt x="51754" y="3571"/>
                  <a:pt x="51754" y="3421"/>
                </a:cubicBezTo>
                <a:cubicBezTo>
                  <a:pt x="51754" y="3346"/>
                  <a:pt x="51754" y="3271"/>
                  <a:pt x="51718" y="3195"/>
                </a:cubicBezTo>
                <a:cubicBezTo>
                  <a:pt x="51718" y="3120"/>
                  <a:pt x="51681" y="3120"/>
                  <a:pt x="51644" y="3120"/>
                </a:cubicBezTo>
                <a:cubicBezTo>
                  <a:pt x="51607" y="3045"/>
                  <a:pt x="51571" y="3045"/>
                  <a:pt x="51497" y="3045"/>
                </a:cubicBezTo>
                <a:cubicBezTo>
                  <a:pt x="51430" y="3045"/>
                  <a:pt x="51393" y="3045"/>
                  <a:pt x="51356" y="3120"/>
                </a:cubicBezTo>
                <a:cubicBezTo>
                  <a:pt x="51320" y="3120"/>
                  <a:pt x="51283" y="3195"/>
                  <a:pt x="51246" y="3195"/>
                </a:cubicBezTo>
                <a:cubicBezTo>
                  <a:pt x="51209" y="3195"/>
                  <a:pt x="51173" y="3271"/>
                  <a:pt x="51099" y="3271"/>
                </a:cubicBezTo>
                <a:cubicBezTo>
                  <a:pt x="51062" y="3271"/>
                  <a:pt x="51026" y="3195"/>
                  <a:pt x="50952" y="3195"/>
                </a:cubicBezTo>
                <a:cubicBezTo>
                  <a:pt x="50921" y="3120"/>
                  <a:pt x="50921" y="3120"/>
                  <a:pt x="50885" y="3120"/>
                </a:cubicBezTo>
                <a:cubicBezTo>
                  <a:pt x="50774" y="3045"/>
                  <a:pt x="50774" y="3045"/>
                  <a:pt x="50774" y="3045"/>
                </a:cubicBezTo>
                <a:cubicBezTo>
                  <a:pt x="50738" y="2970"/>
                  <a:pt x="50701" y="2970"/>
                  <a:pt x="50664" y="2970"/>
                </a:cubicBezTo>
                <a:cubicBezTo>
                  <a:pt x="50627" y="2970"/>
                  <a:pt x="50591" y="3045"/>
                  <a:pt x="50517" y="3045"/>
                </a:cubicBezTo>
                <a:cubicBezTo>
                  <a:pt x="50480" y="3045"/>
                  <a:pt x="50480" y="3045"/>
                  <a:pt x="50444" y="3045"/>
                </a:cubicBezTo>
                <a:cubicBezTo>
                  <a:pt x="50376" y="3045"/>
                  <a:pt x="50339" y="3045"/>
                  <a:pt x="50266" y="3120"/>
                </a:cubicBezTo>
                <a:cubicBezTo>
                  <a:pt x="50266" y="3120"/>
                  <a:pt x="50229" y="3195"/>
                  <a:pt x="50192" y="3195"/>
                </a:cubicBezTo>
                <a:cubicBezTo>
                  <a:pt x="50192" y="3271"/>
                  <a:pt x="50156" y="3271"/>
                  <a:pt x="50156" y="3271"/>
                </a:cubicBezTo>
                <a:cubicBezTo>
                  <a:pt x="50119" y="3421"/>
                  <a:pt x="50119" y="3496"/>
                  <a:pt x="50082" y="3571"/>
                </a:cubicBezTo>
                <a:cubicBezTo>
                  <a:pt x="50082" y="3646"/>
                  <a:pt x="50082" y="3722"/>
                  <a:pt x="50045" y="3722"/>
                </a:cubicBezTo>
                <a:cubicBezTo>
                  <a:pt x="50045" y="3784"/>
                  <a:pt x="50009" y="3784"/>
                  <a:pt x="49972" y="3784"/>
                </a:cubicBezTo>
                <a:cubicBezTo>
                  <a:pt x="49935" y="3784"/>
                  <a:pt x="49905" y="3784"/>
                  <a:pt x="49831" y="3784"/>
                </a:cubicBezTo>
                <a:cubicBezTo>
                  <a:pt x="49758" y="3784"/>
                  <a:pt x="49721" y="3784"/>
                  <a:pt x="49684" y="3784"/>
                </a:cubicBezTo>
                <a:cubicBezTo>
                  <a:pt x="49611" y="3784"/>
                  <a:pt x="49574" y="3784"/>
                  <a:pt x="49537" y="3784"/>
                </a:cubicBezTo>
                <a:cubicBezTo>
                  <a:pt x="49500" y="3722"/>
                  <a:pt x="49500" y="3646"/>
                  <a:pt x="49464" y="3646"/>
                </a:cubicBezTo>
                <a:cubicBezTo>
                  <a:pt x="49427" y="3571"/>
                  <a:pt x="49359" y="3571"/>
                  <a:pt x="49286" y="3571"/>
                </a:cubicBezTo>
                <a:cubicBezTo>
                  <a:pt x="49249" y="3571"/>
                  <a:pt x="49212" y="3571"/>
                  <a:pt x="49176" y="3571"/>
                </a:cubicBezTo>
                <a:cubicBezTo>
                  <a:pt x="49102" y="3646"/>
                  <a:pt x="49102" y="3722"/>
                  <a:pt x="49065" y="3860"/>
                </a:cubicBezTo>
                <a:cubicBezTo>
                  <a:pt x="49029" y="3860"/>
                  <a:pt x="49029" y="3935"/>
                  <a:pt x="49029" y="4010"/>
                </a:cubicBezTo>
                <a:cubicBezTo>
                  <a:pt x="48992" y="4010"/>
                  <a:pt x="48992" y="4010"/>
                  <a:pt x="48955" y="4085"/>
                </a:cubicBezTo>
                <a:cubicBezTo>
                  <a:pt x="48918" y="4085"/>
                  <a:pt x="48918" y="4085"/>
                  <a:pt x="48882" y="4085"/>
                </a:cubicBezTo>
                <a:cubicBezTo>
                  <a:pt x="48814" y="4085"/>
                  <a:pt x="48777" y="4010"/>
                  <a:pt x="48741" y="4085"/>
                </a:cubicBezTo>
                <a:cubicBezTo>
                  <a:pt x="48667" y="4085"/>
                  <a:pt x="48630" y="4085"/>
                  <a:pt x="48594" y="4160"/>
                </a:cubicBezTo>
                <a:cubicBezTo>
                  <a:pt x="48557" y="4160"/>
                  <a:pt x="48557" y="4236"/>
                  <a:pt x="48520" y="4236"/>
                </a:cubicBezTo>
                <a:cubicBezTo>
                  <a:pt x="48447" y="4311"/>
                  <a:pt x="48410" y="4236"/>
                  <a:pt x="48343" y="4311"/>
                </a:cubicBezTo>
                <a:cubicBezTo>
                  <a:pt x="48343" y="4311"/>
                  <a:pt x="48306" y="4386"/>
                  <a:pt x="48269" y="4386"/>
                </a:cubicBezTo>
                <a:cubicBezTo>
                  <a:pt x="48269" y="4461"/>
                  <a:pt x="48232" y="4536"/>
                  <a:pt x="48196" y="4536"/>
                </a:cubicBezTo>
                <a:cubicBezTo>
                  <a:pt x="48159" y="4687"/>
                  <a:pt x="48159" y="4837"/>
                  <a:pt x="48085" y="4900"/>
                </a:cubicBezTo>
                <a:cubicBezTo>
                  <a:pt x="48049" y="4975"/>
                  <a:pt x="48049" y="4975"/>
                  <a:pt x="48012" y="4975"/>
                </a:cubicBezTo>
                <a:cubicBezTo>
                  <a:pt x="47975" y="4975"/>
                  <a:pt x="47975" y="4900"/>
                  <a:pt x="47938" y="4900"/>
                </a:cubicBezTo>
                <a:cubicBezTo>
                  <a:pt x="47975" y="4900"/>
                  <a:pt x="47975" y="4837"/>
                  <a:pt x="47975" y="4749"/>
                </a:cubicBezTo>
                <a:cubicBezTo>
                  <a:pt x="48012" y="4749"/>
                  <a:pt x="48049" y="4749"/>
                  <a:pt x="48049" y="4687"/>
                </a:cubicBezTo>
                <a:cubicBezTo>
                  <a:pt x="48085" y="4687"/>
                  <a:pt x="48085" y="4612"/>
                  <a:pt x="48085" y="4536"/>
                </a:cubicBezTo>
                <a:cubicBezTo>
                  <a:pt x="48122" y="4536"/>
                  <a:pt x="48122" y="4461"/>
                  <a:pt x="48159" y="4386"/>
                </a:cubicBezTo>
                <a:cubicBezTo>
                  <a:pt x="48159" y="4311"/>
                  <a:pt x="48196" y="4160"/>
                  <a:pt x="48232" y="4160"/>
                </a:cubicBezTo>
                <a:cubicBezTo>
                  <a:pt x="48269" y="4085"/>
                  <a:pt x="48269" y="4160"/>
                  <a:pt x="48306" y="4160"/>
                </a:cubicBezTo>
                <a:cubicBezTo>
                  <a:pt x="48343" y="4085"/>
                  <a:pt x="48373" y="4085"/>
                  <a:pt x="48410" y="4010"/>
                </a:cubicBezTo>
                <a:cubicBezTo>
                  <a:pt x="48410" y="3935"/>
                  <a:pt x="48410" y="3935"/>
                  <a:pt x="48410" y="3860"/>
                </a:cubicBezTo>
                <a:cubicBezTo>
                  <a:pt x="48410" y="3571"/>
                  <a:pt x="48410" y="3571"/>
                  <a:pt x="48410" y="3571"/>
                </a:cubicBezTo>
                <a:cubicBezTo>
                  <a:pt x="48447" y="3496"/>
                  <a:pt x="48447" y="3421"/>
                  <a:pt x="48483" y="3421"/>
                </a:cubicBezTo>
                <a:cubicBezTo>
                  <a:pt x="48520" y="3421"/>
                  <a:pt x="48557" y="3421"/>
                  <a:pt x="48557" y="3346"/>
                </a:cubicBezTo>
                <a:cubicBezTo>
                  <a:pt x="48594" y="3346"/>
                  <a:pt x="48630" y="3346"/>
                  <a:pt x="48630" y="3271"/>
                </a:cubicBezTo>
                <a:cubicBezTo>
                  <a:pt x="48667" y="3195"/>
                  <a:pt x="48630" y="3195"/>
                  <a:pt x="48630" y="3120"/>
                </a:cubicBezTo>
                <a:cubicBezTo>
                  <a:pt x="48630" y="3045"/>
                  <a:pt x="48630" y="3045"/>
                  <a:pt x="48630" y="2970"/>
                </a:cubicBezTo>
                <a:cubicBezTo>
                  <a:pt x="48630" y="2895"/>
                  <a:pt x="48630" y="2895"/>
                  <a:pt x="48594" y="2819"/>
                </a:cubicBezTo>
                <a:cubicBezTo>
                  <a:pt x="48594" y="2819"/>
                  <a:pt x="48557" y="2757"/>
                  <a:pt x="48557" y="2669"/>
                </a:cubicBezTo>
                <a:cubicBezTo>
                  <a:pt x="48520" y="2669"/>
                  <a:pt x="48520" y="2669"/>
                  <a:pt x="48483" y="2669"/>
                </a:cubicBezTo>
                <a:cubicBezTo>
                  <a:pt x="48410" y="2669"/>
                  <a:pt x="48410" y="2669"/>
                  <a:pt x="48410" y="2669"/>
                </a:cubicBezTo>
                <a:cubicBezTo>
                  <a:pt x="48373" y="2669"/>
                  <a:pt x="48373" y="2757"/>
                  <a:pt x="48343" y="2757"/>
                </a:cubicBezTo>
                <a:cubicBezTo>
                  <a:pt x="48269" y="2757"/>
                  <a:pt x="48232" y="2757"/>
                  <a:pt x="48159" y="2757"/>
                </a:cubicBezTo>
                <a:cubicBezTo>
                  <a:pt x="48122" y="2757"/>
                  <a:pt x="48122" y="2757"/>
                  <a:pt x="48085" y="2757"/>
                </a:cubicBezTo>
                <a:cubicBezTo>
                  <a:pt x="48012" y="2757"/>
                  <a:pt x="47938" y="2757"/>
                  <a:pt x="47865" y="2757"/>
                </a:cubicBezTo>
                <a:cubicBezTo>
                  <a:pt x="47834" y="2757"/>
                  <a:pt x="47797" y="2757"/>
                  <a:pt x="47797" y="2669"/>
                </a:cubicBezTo>
                <a:cubicBezTo>
                  <a:pt x="47797" y="2895"/>
                  <a:pt x="47797" y="2970"/>
                  <a:pt x="47797" y="3195"/>
                </a:cubicBezTo>
                <a:lnTo>
                  <a:pt x="47761" y="3271"/>
                </a:lnTo>
                <a:cubicBezTo>
                  <a:pt x="47761" y="3346"/>
                  <a:pt x="47797" y="3346"/>
                  <a:pt x="47797" y="3421"/>
                </a:cubicBezTo>
                <a:cubicBezTo>
                  <a:pt x="47761" y="3421"/>
                  <a:pt x="47724" y="3496"/>
                  <a:pt x="47687" y="3496"/>
                </a:cubicBezTo>
                <a:cubicBezTo>
                  <a:pt x="47650" y="3496"/>
                  <a:pt x="47650" y="3421"/>
                  <a:pt x="47614" y="3421"/>
                </a:cubicBezTo>
                <a:cubicBezTo>
                  <a:pt x="47540" y="3421"/>
                  <a:pt x="47540" y="3421"/>
                  <a:pt x="47467" y="3421"/>
                </a:cubicBezTo>
                <a:cubicBezTo>
                  <a:pt x="47430" y="3421"/>
                  <a:pt x="47393" y="3421"/>
                  <a:pt x="47362" y="3421"/>
                </a:cubicBezTo>
                <a:cubicBezTo>
                  <a:pt x="47289" y="3421"/>
                  <a:pt x="47289" y="3496"/>
                  <a:pt x="47215" y="3571"/>
                </a:cubicBezTo>
                <a:cubicBezTo>
                  <a:pt x="47215" y="3571"/>
                  <a:pt x="47179" y="3571"/>
                  <a:pt x="47142" y="3571"/>
                </a:cubicBezTo>
                <a:cubicBezTo>
                  <a:pt x="47105" y="3646"/>
                  <a:pt x="47105" y="3646"/>
                  <a:pt x="47068" y="3722"/>
                </a:cubicBezTo>
                <a:cubicBezTo>
                  <a:pt x="47068" y="3722"/>
                  <a:pt x="47032" y="3722"/>
                  <a:pt x="46995" y="3722"/>
                </a:cubicBezTo>
                <a:cubicBezTo>
                  <a:pt x="46995" y="3646"/>
                  <a:pt x="47032" y="3571"/>
                  <a:pt x="47032" y="3571"/>
                </a:cubicBezTo>
                <a:cubicBezTo>
                  <a:pt x="47032" y="3496"/>
                  <a:pt x="47068" y="3496"/>
                  <a:pt x="47068" y="3421"/>
                </a:cubicBezTo>
                <a:cubicBezTo>
                  <a:pt x="47068" y="3346"/>
                  <a:pt x="47068" y="3271"/>
                  <a:pt x="47105" y="3271"/>
                </a:cubicBezTo>
                <a:cubicBezTo>
                  <a:pt x="47105" y="3195"/>
                  <a:pt x="47142" y="3120"/>
                  <a:pt x="47179" y="3120"/>
                </a:cubicBezTo>
                <a:cubicBezTo>
                  <a:pt x="47252" y="3120"/>
                  <a:pt x="47252" y="3120"/>
                  <a:pt x="47252" y="3120"/>
                </a:cubicBezTo>
                <a:cubicBezTo>
                  <a:pt x="47289" y="3120"/>
                  <a:pt x="47326" y="3120"/>
                  <a:pt x="47393" y="3120"/>
                </a:cubicBezTo>
                <a:cubicBezTo>
                  <a:pt x="47430" y="3120"/>
                  <a:pt x="47467" y="3120"/>
                  <a:pt x="47540" y="3120"/>
                </a:cubicBezTo>
                <a:cubicBezTo>
                  <a:pt x="47577" y="3045"/>
                  <a:pt x="47577" y="3045"/>
                  <a:pt x="47614" y="2970"/>
                </a:cubicBezTo>
                <a:cubicBezTo>
                  <a:pt x="47577" y="2819"/>
                  <a:pt x="47577" y="2819"/>
                  <a:pt x="47577" y="2819"/>
                </a:cubicBezTo>
                <a:cubicBezTo>
                  <a:pt x="47577" y="2819"/>
                  <a:pt x="47540" y="2757"/>
                  <a:pt x="47503" y="2757"/>
                </a:cubicBezTo>
                <a:cubicBezTo>
                  <a:pt x="47467" y="2757"/>
                  <a:pt x="47467" y="2757"/>
                  <a:pt x="47430" y="2757"/>
                </a:cubicBezTo>
                <a:cubicBezTo>
                  <a:pt x="47393" y="2757"/>
                  <a:pt x="47362" y="2757"/>
                  <a:pt x="47326" y="2757"/>
                </a:cubicBezTo>
                <a:cubicBezTo>
                  <a:pt x="47215" y="2757"/>
                  <a:pt x="47142" y="2819"/>
                  <a:pt x="47032" y="2819"/>
                </a:cubicBezTo>
                <a:cubicBezTo>
                  <a:pt x="46995" y="2819"/>
                  <a:pt x="46958" y="2819"/>
                  <a:pt x="46885" y="2819"/>
                </a:cubicBezTo>
                <a:cubicBezTo>
                  <a:pt x="46885" y="2819"/>
                  <a:pt x="46848" y="2895"/>
                  <a:pt x="46817" y="2895"/>
                </a:cubicBezTo>
                <a:cubicBezTo>
                  <a:pt x="46346" y="2895"/>
                  <a:pt x="46346" y="2895"/>
                  <a:pt x="46346" y="2895"/>
                </a:cubicBezTo>
                <a:cubicBezTo>
                  <a:pt x="46272" y="2895"/>
                  <a:pt x="46235" y="2819"/>
                  <a:pt x="46162" y="2819"/>
                </a:cubicBezTo>
                <a:cubicBezTo>
                  <a:pt x="46088" y="2819"/>
                  <a:pt x="46052" y="2819"/>
                  <a:pt x="45978" y="2895"/>
                </a:cubicBezTo>
                <a:cubicBezTo>
                  <a:pt x="45941" y="2895"/>
                  <a:pt x="45905" y="2895"/>
                  <a:pt x="45905" y="2895"/>
                </a:cubicBezTo>
                <a:cubicBezTo>
                  <a:pt x="45868" y="2895"/>
                  <a:pt x="45831" y="2970"/>
                  <a:pt x="45831" y="2970"/>
                </a:cubicBezTo>
                <a:cubicBezTo>
                  <a:pt x="45800" y="2970"/>
                  <a:pt x="45764" y="3045"/>
                  <a:pt x="45764" y="3045"/>
                </a:cubicBezTo>
                <a:cubicBezTo>
                  <a:pt x="45727" y="3045"/>
                  <a:pt x="45690" y="3120"/>
                  <a:pt x="45653" y="3120"/>
                </a:cubicBezTo>
                <a:cubicBezTo>
                  <a:pt x="45617" y="3120"/>
                  <a:pt x="45580" y="3120"/>
                  <a:pt x="45543" y="3120"/>
                </a:cubicBezTo>
                <a:cubicBezTo>
                  <a:pt x="45506" y="3120"/>
                  <a:pt x="45506" y="3195"/>
                  <a:pt x="45470" y="3195"/>
                </a:cubicBezTo>
                <a:cubicBezTo>
                  <a:pt x="45433" y="3195"/>
                  <a:pt x="45396" y="3195"/>
                  <a:pt x="45359" y="3195"/>
                </a:cubicBezTo>
                <a:cubicBezTo>
                  <a:pt x="45329" y="3195"/>
                  <a:pt x="45329" y="3271"/>
                  <a:pt x="45286" y="3271"/>
                </a:cubicBezTo>
                <a:cubicBezTo>
                  <a:pt x="45255" y="3271"/>
                  <a:pt x="45218" y="3271"/>
                  <a:pt x="45218" y="3271"/>
                </a:cubicBezTo>
                <a:cubicBezTo>
                  <a:pt x="45182" y="3346"/>
                  <a:pt x="45145" y="3346"/>
                  <a:pt x="45108" y="3346"/>
                </a:cubicBezTo>
                <a:cubicBezTo>
                  <a:pt x="45071" y="3346"/>
                  <a:pt x="45071" y="3346"/>
                  <a:pt x="45035" y="3271"/>
                </a:cubicBezTo>
                <a:cubicBezTo>
                  <a:pt x="45071" y="3271"/>
                  <a:pt x="45071" y="3195"/>
                  <a:pt x="45071" y="3195"/>
                </a:cubicBezTo>
                <a:cubicBezTo>
                  <a:pt x="45108" y="3045"/>
                  <a:pt x="45145" y="2970"/>
                  <a:pt x="45182" y="2895"/>
                </a:cubicBezTo>
                <a:cubicBezTo>
                  <a:pt x="45182" y="2819"/>
                  <a:pt x="45218" y="2757"/>
                  <a:pt x="45218" y="2757"/>
                </a:cubicBezTo>
                <a:cubicBezTo>
                  <a:pt x="45286" y="2669"/>
                  <a:pt x="45329" y="2606"/>
                  <a:pt x="45396" y="2606"/>
                </a:cubicBezTo>
                <a:cubicBezTo>
                  <a:pt x="45433" y="2606"/>
                  <a:pt x="45433" y="2531"/>
                  <a:pt x="45470" y="2531"/>
                </a:cubicBezTo>
                <a:cubicBezTo>
                  <a:pt x="46670" y="2531"/>
                  <a:pt x="46670" y="2531"/>
                  <a:pt x="46670" y="2531"/>
                </a:cubicBezTo>
                <a:cubicBezTo>
                  <a:pt x="46670" y="2531"/>
                  <a:pt x="46707" y="2531"/>
                  <a:pt x="46744" y="2531"/>
                </a:cubicBezTo>
                <a:cubicBezTo>
                  <a:pt x="46744" y="2456"/>
                  <a:pt x="46744" y="2381"/>
                  <a:pt x="46781" y="2381"/>
                </a:cubicBezTo>
                <a:cubicBezTo>
                  <a:pt x="46817" y="2381"/>
                  <a:pt x="46817" y="2306"/>
                  <a:pt x="46848" y="2306"/>
                </a:cubicBezTo>
                <a:cubicBezTo>
                  <a:pt x="47834" y="2306"/>
                  <a:pt x="47834" y="2306"/>
                  <a:pt x="47834" y="2306"/>
                </a:cubicBezTo>
                <a:cubicBezTo>
                  <a:pt x="47865" y="2306"/>
                  <a:pt x="47901" y="2306"/>
                  <a:pt x="47901" y="2306"/>
                </a:cubicBezTo>
                <a:cubicBezTo>
                  <a:pt x="47975" y="2306"/>
                  <a:pt x="48012" y="2306"/>
                  <a:pt x="48049" y="2306"/>
                </a:cubicBezTo>
                <a:cubicBezTo>
                  <a:pt x="48085" y="2306"/>
                  <a:pt x="48085" y="2230"/>
                  <a:pt x="48122" y="2230"/>
                </a:cubicBezTo>
                <a:cubicBezTo>
                  <a:pt x="48159" y="2230"/>
                  <a:pt x="48122" y="2080"/>
                  <a:pt x="48159" y="2080"/>
                </a:cubicBezTo>
                <a:cubicBezTo>
                  <a:pt x="48196" y="2080"/>
                  <a:pt x="48196" y="2080"/>
                  <a:pt x="48232" y="2080"/>
                </a:cubicBezTo>
                <a:cubicBezTo>
                  <a:pt x="48269" y="2080"/>
                  <a:pt x="48269" y="2005"/>
                  <a:pt x="48306" y="2005"/>
                </a:cubicBezTo>
                <a:cubicBezTo>
                  <a:pt x="48343" y="2005"/>
                  <a:pt x="48343" y="2005"/>
                  <a:pt x="48373" y="2005"/>
                </a:cubicBezTo>
                <a:cubicBezTo>
                  <a:pt x="48410" y="2005"/>
                  <a:pt x="48410" y="2005"/>
                  <a:pt x="48447" y="2005"/>
                </a:cubicBezTo>
                <a:cubicBezTo>
                  <a:pt x="48483" y="2005"/>
                  <a:pt x="48483" y="1930"/>
                  <a:pt x="48520" y="1930"/>
                </a:cubicBezTo>
                <a:cubicBezTo>
                  <a:pt x="48594" y="1854"/>
                  <a:pt x="48667" y="1930"/>
                  <a:pt x="48741" y="1930"/>
                </a:cubicBezTo>
                <a:cubicBezTo>
                  <a:pt x="48777" y="1930"/>
                  <a:pt x="48777" y="1854"/>
                  <a:pt x="48814" y="1854"/>
                </a:cubicBezTo>
                <a:cubicBezTo>
                  <a:pt x="48814" y="1566"/>
                  <a:pt x="48814" y="1566"/>
                  <a:pt x="48814" y="1566"/>
                </a:cubicBezTo>
                <a:cubicBezTo>
                  <a:pt x="48630" y="1491"/>
                  <a:pt x="48630" y="1491"/>
                  <a:pt x="48630" y="1491"/>
                </a:cubicBezTo>
                <a:cubicBezTo>
                  <a:pt x="48594" y="1566"/>
                  <a:pt x="48557" y="1566"/>
                  <a:pt x="48520" y="1566"/>
                </a:cubicBezTo>
                <a:cubicBezTo>
                  <a:pt x="48483" y="1566"/>
                  <a:pt x="48483" y="1566"/>
                  <a:pt x="48483" y="1566"/>
                </a:cubicBezTo>
                <a:cubicBezTo>
                  <a:pt x="48447" y="1566"/>
                  <a:pt x="48447" y="1566"/>
                  <a:pt x="48410" y="1491"/>
                </a:cubicBezTo>
                <a:cubicBezTo>
                  <a:pt x="48343" y="1491"/>
                  <a:pt x="48269" y="1416"/>
                  <a:pt x="48196" y="1416"/>
                </a:cubicBezTo>
                <a:cubicBezTo>
                  <a:pt x="48122" y="1416"/>
                  <a:pt x="48085" y="1491"/>
                  <a:pt x="48049" y="1491"/>
                </a:cubicBezTo>
                <a:cubicBezTo>
                  <a:pt x="47975" y="1491"/>
                  <a:pt x="47938" y="1491"/>
                  <a:pt x="47865" y="1416"/>
                </a:cubicBezTo>
                <a:cubicBezTo>
                  <a:pt x="47834" y="1416"/>
                  <a:pt x="47834" y="1416"/>
                  <a:pt x="47797" y="1340"/>
                </a:cubicBezTo>
                <a:cubicBezTo>
                  <a:pt x="47797" y="1340"/>
                  <a:pt x="47865" y="1340"/>
                  <a:pt x="47865" y="1265"/>
                </a:cubicBezTo>
                <a:cubicBezTo>
                  <a:pt x="47865" y="1190"/>
                  <a:pt x="47834" y="1190"/>
                  <a:pt x="47834" y="1115"/>
                </a:cubicBezTo>
                <a:cubicBezTo>
                  <a:pt x="47797" y="1115"/>
                  <a:pt x="47797" y="1115"/>
                  <a:pt x="47761" y="1115"/>
                </a:cubicBezTo>
                <a:cubicBezTo>
                  <a:pt x="47724" y="1115"/>
                  <a:pt x="47687" y="1040"/>
                  <a:pt x="47614" y="1040"/>
                </a:cubicBezTo>
                <a:cubicBezTo>
                  <a:pt x="47614" y="1040"/>
                  <a:pt x="47614" y="1040"/>
                  <a:pt x="47577" y="1040"/>
                </a:cubicBezTo>
                <a:cubicBezTo>
                  <a:pt x="47540" y="1115"/>
                  <a:pt x="47540" y="1190"/>
                  <a:pt x="47503" y="1190"/>
                </a:cubicBezTo>
                <a:cubicBezTo>
                  <a:pt x="47179" y="1190"/>
                  <a:pt x="47179" y="1190"/>
                  <a:pt x="47179" y="1190"/>
                </a:cubicBezTo>
                <a:cubicBezTo>
                  <a:pt x="47105" y="1190"/>
                  <a:pt x="47068" y="1040"/>
                  <a:pt x="47032" y="965"/>
                </a:cubicBezTo>
                <a:cubicBezTo>
                  <a:pt x="46995" y="965"/>
                  <a:pt x="46995" y="965"/>
                  <a:pt x="46958" y="965"/>
                </a:cubicBezTo>
                <a:cubicBezTo>
                  <a:pt x="46885" y="889"/>
                  <a:pt x="46848" y="965"/>
                  <a:pt x="46817" y="965"/>
                </a:cubicBezTo>
                <a:cubicBezTo>
                  <a:pt x="46376" y="965"/>
                  <a:pt x="46376" y="965"/>
                  <a:pt x="46376" y="965"/>
                </a:cubicBezTo>
                <a:cubicBezTo>
                  <a:pt x="46272" y="965"/>
                  <a:pt x="46272" y="965"/>
                  <a:pt x="46272" y="965"/>
                </a:cubicBezTo>
                <a:cubicBezTo>
                  <a:pt x="46015" y="965"/>
                  <a:pt x="46015" y="965"/>
                  <a:pt x="46015" y="965"/>
                </a:cubicBezTo>
                <a:cubicBezTo>
                  <a:pt x="45868" y="965"/>
                  <a:pt x="45868" y="965"/>
                  <a:pt x="45868" y="965"/>
                </a:cubicBezTo>
                <a:cubicBezTo>
                  <a:pt x="45831" y="965"/>
                  <a:pt x="45800" y="965"/>
                  <a:pt x="45727" y="965"/>
                </a:cubicBezTo>
                <a:cubicBezTo>
                  <a:pt x="45690" y="965"/>
                  <a:pt x="45690" y="1040"/>
                  <a:pt x="45653" y="1115"/>
                </a:cubicBezTo>
                <a:cubicBezTo>
                  <a:pt x="45035" y="1115"/>
                  <a:pt x="45035" y="1115"/>
                  <a:pt x="45035" y="1115"/>
                </a:cubicBezTo>
                <a:cubicBezTo>
                  <a:pt x="45071" y="965"/>
                  <a:pt x="45071" y="965"/>
                  <a:pt x="45071" y="965"/>
                </a:cubicBezTo>
                <a:cubicBezTo>
                  <a:pt x="45218" y="965"/>
                  <a:pt x="45218" y="965"/>
                  <a:pt x="45218" y="965"/>
                </a:cubicBezTo>
                <a:cubicBezTo>
                  <a:pt x="45255" y="965"/>
                  <a:pt x="45286" y="965"/>
                  <a:pt x="45359" y="965"/>
                </a:cubicBezTo>
                <a:cubicBezTo>
                  <a:pt x="45359" y="965"/>
                  <a:pt x="45396" y="889"/>
                  <a:pt x="45396" y="814"/>
                </a:cubicBezTo>
                <a:cubicBezTo>
                  <a:pt x="45433" y="814"/>
                  <a:pt x="45433" y="739"/>
                  <a:pt x="45433" y="676"/>
                </a:cubicBezTo>
                <a:cubicBezTo>
                  <a:pt x="47540" y="676"/>
                  <a:pt x="47540" y="676"/>
                  <a:pt x="47540" y="676"/>
                </a:cubicBezTo>
                <a:cubicBezTo>
                  <a:pt x="47540" y="589"/>
                  <a:pt x="47540" y="589"/>
                  <a:pt x="47540" y="526"/>
                </a:cubicBezTo>
                <a:cubicBezTo>
                  <a:pt x="47503" y="451"/>
                  <a:pt x="47503" y="451"/>
                  <a:pt x="47467" y="375"/>
                </a:cubicBezTo>
                <a:cubicBezTo>
                  <a:pt x="47430" y="375"/>
                  <a:pt x="47430" y="300"/>
                  <a:pt x="47393" y="300"/>
                </a:cubicBezTo>
                <a:cubicBezTo>
                  <a:pt x="47326" y="225"/>
                  <a:pt x="47289" y="225"/>
                  <a:pt x="47252" y="225"/>
                </a:cubicBezTo>
                <a:cubicBezTo>
                  <a:pt x="47142" y="225"/>
                  <a:pt x="47142" y="225"/>
                  <a:pt x="47142" y="225"/>
                </a:cubicBezTo>
                <a:cubicBezTo>
                  <a:pt x="47105" y="225"/>
                  <a:pt x="47068" y="225"/>
                  <a:pt x="46995" y="225"/>
                </a:cubicBezTo>
                <a:cubicBezTo>
                  <a:pt x="46921" y="225"/>
                  <a:pt x="46885" y="150"/>
                  <a:pt x="46848" y="150"/>
                </a:cubicBezTo>
                <a:cubicBezTo>
                  <a:pt x="46817" y="150"/>
                  <a:pt x="46817" y="75"/>
                  <a:pt x="46781" y="75"/>
                </a:cubicBezTo>
                <a:cubicBezTo>
                  <a:pt x="46744" y="75"/>
                  <a:pt x="46744" y="75"/>
                  <a:pt x="46707" y="75"/>
                </a:cubicBezTo>
                <a:cubicBezTo>
                  <a:pt x="46670" y="0"/>
                  <a:pt x="46633" y="75"/>
                  <a:pt x="46560" y="75"/>
                </a:cubicBezTo>
                <a:cubicBezTo>
                  <a:pt x="46486" y="75"/>
                  <a:pt x="46450" y="75"/>
                  <a:pt x="46413" y="75"/>
                </a:cubicBezTo>
                <a:cubicBezTo>
                  <a:pt x="46376" y="75"/>
                  <a:pt x="46346" y="75"/>
                  <a:pt x="46346" y="75"/>
                </a:cubicBezTo>
                <a:cubicBezTo>
                  <a:pt x="46272" y="75"/>
                  <a:pt x="46235" y="75"/>
                  <a:pt x="46162" y="75"/>
                </a:cubicBezTo>
                <a:cubicBezTo>
                  <a:pt x="46088" y="75"/>
                  <a:pt x="46088" y="75"/>
                  <a:pt x="46088" y="75"/>
                </a:cubicBezTo>
                <a:cubicBezTo>
                  <a:pt x="46015" y="75"/>
                  <a:pt x="45978" y="0"/>
                  <a:pt x="45941" y="0"/>
                </a:cubicBezTo>
                <a:cubicBezTo>
                  <a:pt x="45359" y="0"/>
                  <a:pt x="45035" y="0"/>
                  <a:pt x="44453" y="0"/>
                </a:cubicBezTo>
                <a:cubicBezTo>
                  <a:pt x="44379" y="0"/>
                  <a:pt x="44343" y="0"/>
                  <a:pt x="44312" y="75"/>
                </a:cubicBezTo>
                <a:cubicBezTo>
                  <a:pt x="44269" y="75"/>
                  <a:pt x="44238" y="75"/>
                  <a:pt x="44238" y="75"/>
                </a:cubicBezTo>
                <a:cubicBezTo>
                  <a:pt x="44202" y="75"/>
                  <a:pt x="44165" y="150"/>
                  <a:pt x="44128" y="150"/>
                </a:cubicBezTo>
                <a:cubicBezTo>
                  <a:pt x="44128" y="225"/>
                  <a:pt x="44091" y="300"/>
                  <a:pt x="44055" y="300"/>
                </a:cubicBezTo>
                <a:cubicBezTo>
                  <a:pt x="44055" y="300"/>
                  <a:pt x="44018" y="300"/>
                  <a:pt x="43981" y="300"/>
                </a:cubicBezTo>
                <a:cubicBezTo>
                  <a:pt x="43908" y="300"/>
                  <a:pt x="43908" y="300"/>
                  <a:pt x="43908" y="300"/>
                </a:cubicBezTo>
                <a:cubicBezTo>
                  <a:pt x="43871" y="300"/>
                  <a:pt x="43871" y="300"/>
                  <a:pt x="43834" y="300"/>
                </a:cubicBezTo>
                <a:cubicBezTo>
                  <a:pt x="43730" y="300"/>
                  <a:pt x="43730" y="300"/>
                  <a:pt x="43730" y="300"/>
                </a:cubicBezTo>
                <a:cubicBezTo>
                  <a:pt x="43730" y="300"/>
                  <a:pt x="43693" y="225"/>
                  <a:pt x="43656" y="225"/>
                </a:cubicBezTo>
                <a:cubicBezTo>
                  <a:pt x="43620" y="225"/>
                  <a:pt x="43583" y="225"/>
                  <a:pt x="43546" y="225"/>
                </a:cubicBezTo>
                <a:cubicBezTo>
                  <a:pt x="43509" y="225"/>
                  <a:pt x="43473" y="225"/>
                  <a:pt x="43436" y="225"/>
                </a:cubicBezTo>
                <a:cubicBezTo>
                  <a:pt x="43326" y="225"/>
                  <a:pt x="43295" y="375"/>
                  <a:pt x="43222" y="451"/>
                </a:cubicBezTo>
                <a:cubicBezTo>
                  <a:pt x="43252" y="526"/>
                  <a:pt x="43252" y="676"/>
                  <a:pt x="43252" y="739"/>
                </a:cubicBezTo>
                <a:cubicBezTo>
                  <a:pt x="43295" y="814"/>
                  <a:pt x="43295" y="814"/>
                  <a:pt x="43295" y="889"/>
                </a:cubicBezTo>
                <a:cubicBezTo>
                  <a:pt x="43295" y="1040"/>
                  <a:pt x="43222" y="1040"/>
                  <a:pt x="43185" y="1115"/>
                </a:cubicBezTo>
                <a:cubicBezTo>
                  <a:pt x="43148" y="1115"/>
                  <a:pt x="43111" y="1115"/>
                  <a:pt x="43038" y="1115"/>
                </a:cubicBezTo>
                <a:cubicBezTo>
                  <a:pt x="42964" y="1115"/>
                  <a:pt x="42928" y="1115"/>
                  <a:pt x="42891" y="1040"/>
                </a:cubicBezTo>
                <a:cubicBezTo>
                  <a:pt x="42854" y="1040"/>
                  <a:pt x="42854" y="965"/>
                  <a:pt x="42817" y="965"/>
                </a:cubicBezTo>
                <a:cubicBezTo>
                  <a:pt x="42456" y="965"/>
                  <a:pt x="42456" y="965"/>
                  <a:pt x="42456" y="965"/>
                </a:cubicBezTo>
                <a:cubicBezTo>
                  <a:pt x="42346" y="965"/>
                  <a:pt x="42309" y="814"/>
                  <a:pt x="42205" y="676"/>
                </a:cubicBezTo>
                <a:lnTo>
                  <a:pt x="42168" y="676"/>
                </a:lnTo>
                <a:cubicBezTo>
                  <a:pt x="42058" y="676"/>
                  <a:pt x="42021" y="589"/>
                  <a:pt x="41947" y="589"/>
                </a:cubicBezTo>
                <a:cubicBezTo>
                  <a:pt x="41911" y="589"/>
                  <a:pt x="41911" y="589"/>
                  <a:pt x="41874" y="589"/>
                </a:cubicBezTo>
                <a:cubicBezTo>
                  <a:pt x="41837" y="676"/>
                  <a:pt x="41800" y="676"/>
                  <a:pt x="41800" y="676"/>
                </a:cubicBezTo>
                <a:cubicBezTo>
                  <a:pt x="41764" y="676"/>
                  <a:pt x="41764" y="739"/>
                  <a:pt x="41733" y="814"/>
                </a:cubicBezTo>
                <a:cubicBezTo>
                  <a:pt x="41733" y="814"/>
                  <a:pt x="41696" y="889"/>
                  <a:pt x="41660" y="889"/>
                </a:cubicBezTo>
                <a:cubicBezTo>
                  <a:pt x="41586" y="889"/>
                  <a:pt x="41549" y="889"/>
                  <a:pt x="41513" y="889"/>
                </a:cubicBezTo>
                <a:cubicBezTo>
                  <a:pt x="41439" y="889"/>
                  <a:pt x="41439" y="889"/>
                  <a:pt x="41439" y="889"/>
                </a:cubicBezTo>
                <a:cubicBezTo>
                  <a:pt x="41402" y="889"/>
                  <a:pt x="41402" y="889"/>
                  <a:pt x="41366" y="889"/>
                </a:cubicBezTo>
                <a:cubicBezTo>
                  <a:pt x="41329" y="889"/>
                  <a:pt x="41292" y="739"/>
                  <a:pt x="41255" y="739"/>
                </a:cubicBezTo>
                <a:cubicBezTo>
                  <a:pt x="41188" y="739"/>
                  <a:pt x="41151" y="814"/>
                  <a:pt x="41078" y="889"/>
                </a:cubicBezTo>
                <a:cubicBezTo>
                  <a:pt x="40967" y="889"/>
                  <a:pt x="40894" y="814"/>
                  <a:pt x="40784" y="814"/>
                </a:cubicBezTo>
                <a:lnTo>
                  <a:pt x="40747" y="814"/>
                </a:lnTo>
                <a:lnTo>
                  <a:pt x="40710" y="889"/>
                </a:lnTo>
                <a:lnTo>
                  <a:pt x="40679" y="889"/>
                </a:lnTo>
                <a:lnTo>
                  <a:pt x="40643" y="889"/>
                </a:lnTo>
                <a:cubicBezTo>
                  <a:pt x="40606" y="889"/>
                  <a:pt x="40569" y="965"/>
                  <a:pt x="40569" y="965"/>
                </a:cubicBezTo>
                <a:cubicBezTo>
                  <a:pt x="40532" y="965"/>
                  <a:pt x="40496" y="1040"/>
                  <a:pt x="40459" y="1040"/>
                </a:cubicBezTo>
                <a:cubicBezTo>
                  <a:pt x="40459" y="1115"/>
                  <a:pt x="40496" y="1115"/>
                  <a:pt x="40496" y="1190"/>
                </a:cubicBezTo>
                <a:cubicBezTo>
                  <a:pt x="40532" y="1265"/>
                  <a:pt x="40532" y="1265"/>
                  <a:pt x="40532" y="1265"/>
                </a:cubicBezTo>
                <a:cubicBezTo>
                  <a:pt x="40569" y="1265"/>
                  <a:pt x="40569" y="1265"/>
                  <a:pt x="40569" y="1340"/>
                </a:cubicBezTo>
                <a:cubicBezTo>
                  <a:pt x="40606" y="1340"/>
                  <a:pt x="40606" y="1265"/>
                  <a:pt x="40643" y="1340"/>
                </a:cubicBezTo>
                <a:cubicBezTo>
                  <a:pt x="40679" y="1340"/>
                  <a:pt x="40679" y="1340"/>
                  <a:pt x="40710" y="1416"/>
                </a:cubicBezTo>
                <a:cubicBezTo>
                  <a:pt x="40747" y="1416"/>
                  <a:pt x="40747" y="1416"/>
                  <a:pt x="40747" y="1491"/>
                </a:cubicBezTo>
                <a:cubicBezTo>
                  <a:pt x="40784" y="1491"/>
                  <a:pt x="40784" y="1491"/>
                  <a:pt x="40784" y="1566"/>
                </a:cubicBezTo>
                <a:cubicBezTo>
                  <a:pt x="40784" y="1566"/>
                  <a:pt x="40820" y="1566"/>
                  <a:pt x="40820" y="1641"/>
                </a:cubicBezTo>
                <a:cubicBezTo>
                  <a:pt x="40820" y="1641"/>
                  <a:pt x="40820" y="1704"/>
                  <a:pt x="40820" y="1779"/>
                </a:cubicBezTo>
                <a:cubicBezTo>
                  <a:pt x="40857" y="1854"/>
                  <a:pt x="40820" y="1854"/>
                  <a:pt x="40820" y="1930"/>
                </a:cubicBezTo>
                <a:cubicBezTo>
                  <a:pt x="40784" y="1854"/>
                  <a:pt x="40784" y="1854"/>
                  <a:pt x="40784" y="1854"/>
                </a:cubicBezTo>
                <a:lnTo>
                  <a:pt x="40784" y="1854"/>
                </a:lnTo>
                <a:cubicBezTo>
                  <a:pt x="40747" y="1779"/>
                  <a:pt x="40747" y="1779"/>
                  <a:pt x="40747" y="1779"/>
                </a:cubicBezTo>
                <a:cubicBezTo>
                  <a:pt x="40747" y="1704"/>
                  <a:pt x="40710" y="1779"/>
                  <a:pt x="40710" y="1779"/>
                </a:cubicBezTo>
                <a:cubicBezTo>
                  <a:pt x="40710" y="1704"/>
                  <a:pt x="40679" y="1704"/>
                  <a:pt x="40679" y="1704"/>
                </a:cubicBezTo>
                <a:cubicBezTo>
                  <a:pt x="40643" y="1704"/>
                  <a:pt x="40643" y="1704"/>
                  <a:pt x="40643" y="1704"/>
                </a:cubicBezTo>
                <a:cubicBezTo>
                  <a:pt x="40606" y="1704"/>
                  <a:pt x="40606" y="1641"/>
                  <a:pt x="40569" y="1641"/>
                </a:cubicBezTo>
                <a:cubicBezTo>
                  <a:pt x="40569" y="1641"/>
                  <a:pt x="40569" y="1641"/>
                  <a:pt x="40532" y="1641"/>
                </a:cubicBezTo>
                <a:cubicBezTo>
                  <a:pt x="40532" y="1641"/>
                  <a:pt x="40532" y="1641"/>
                  <a:pt x="40496" y="1641"/>
                </a:cubicBezTo>
                <a:cubicBezTo>
                  <a:pt x="40496" y="1566"/>
                  <a:pt x="40496" y="1566"/>
                  <a:pt x="40459" y="1566"/>
                </a:cubicBezTo>
                <a:cubicBezTo>
                  <a:pt x="40459" y="1566"/>
                  <a:pt x="40459" y="1566"/>
                  <a:pt x="40422" y="1566"/>
                </a:cubicBezTo>
                <a:lnTo>
                  <a:pt x="40385" y="1566"/>
                </a:lnTo>
                <a:cubicBezTo>
                  <a:pt x="40349" y="1566"/>
                  <a:pt x="40349" y="1566"/>
                  <a:pt x="40312" y="1566"/>
                </a:cubicBezTo>
                <a:cubicBezTo>
                  <a:pt x="40275" y="1566"/>
                  <a:pt x="40275" y="1566"/>
                  <a:pt x="40238" y="1566"/>
                </a:cubicBezTo>
                <a:cubicBezTo>
                  <a:pt x="40238" y="1566"/>
                  <a:pt x="40202" y="1566"/>
                  <a:pt x="40202" y="1641"/>
                </a:cubicBezTo>
                <a:cubicBezTo>
                  <a:pt x="40202" y="1641"/>
                  <a:pt x="40202" y="1641"/>
                  <a:pt x="40202" y="1704"/>
                </a:cubicBezTo>
                <a:cubicBezTo>
                  <a:pt x="40202" y="1704"/>
                  <a:pt x="40202" y="1704"/>
                  <a:pt x="40202" y="1779"/>
                </a:cubicBezTo>
                <a:cubicBezTo>
                  <a:pt x="40202" y="1854"/>
                  <a:pt x="40202" y="1854"/>
                  <a:pt x="40238" y="1930"/>
                </a:cubicBezTo>
                <a:cubicBezTo>
                  <a:pt x="40238" y="1930"/>
                  <a:pt x="40238" y="1930"/>
                  <a:pt x="40275" y="2005"/>
                </a:cubicBezTo>
                <a:cubicBezTo>
                  <a:pt x="40275" y="2005"/>
                  <a:pt x="40275" y="2005"/>
                  <a:pt x="40312" y="2080"/>
                </a:cubicBezTo>
                <a:cubicBezTo>
                  <a:pt x="40349" y="2080"/>
                  <a:pt x="40349" y="2080"/>
                  <a:pt x="40385" y="2155"/>
                </a:cubicBezTo>
                <a:cubicBezTo>
                  <a:pt x="40422" y="2155"/>
                  <a:pt x="40459" y="2155"/>
                  <a:pt x="40459" y="2230"/>
                </a:cubicBezTo>
                <a:cubicBezTo>
                  <a:pt x="40496" y="2230"/>
                  <a:pt x="40496" y="2230"/>
                  <a:pt x="40496" y="2230"/>
                </a:cubicBezTo>
                <a:cubicBezTo>
                  <a:pt x="40532" y="2230"/>
                  <a:pt x="40532" y="2230"/>
                  <a:pt x="40532" y="2230"/>
                </a:cubicBezTo>
                <a:cubicBezTo>
                  <a:pt x="40569" y="2230"/>
                  <a:pt x="40569" y="2230"/>
                  <a:pt x="40569" y="2306"/>
                </a:cubicBezTo>
                <a:cubicBezTo>
                  <a:pt x="40606" y="2306"/>
                  <a:pt x="40643" y="2306"/>
                  <a:pt x="40679" y="2306"/>
                </a:cubicBezTo>
                <a:cubicBezTo>
                  <a:pt x="40747" y="2306"/>
                  <a:pt x="40747" y="2306"/>
                  <a:pt x="40747" y="2306"/>
                </a:cubicBezTo>
                <a:lnTo>
                  <a:pt x="40784" y="2306"/>
                </a:lnTo>
                <a:lnTo>
                  <a:pt x="40820" y="2306"/>
                </a:lnTo>
                <a:cubicBezTo>
                  <a:pt x="40820" y="2381"/>
                  <a:pt x="40857" y="2381"/>
                  <a:pt x="40857" y="2381"/>
                </a:cubicBezTo>
                <a:cubicBezTo>
                  <a:pt x="40894" y="2456"/>
                  <a:pt x="40894" y="2456"/>
                  <a:pt x="40931" y="2531"/>
                </a:cubicBezTo>
                <a:cubicBezTo>
                  <a:pt x="40931" y="2531"/>
                  <a:pt x="40931" y="2531"/>
                  <a:pt x="40967" y="2606"/>
                </a:cubicBezTo>
                <a:cubicBezTo>
                  <a:pt x="40967" y="2606"/>
                  <a:pt x="41004" y="2669"/>
                  <a:pt x="41004" y="2757"/>
                </a:cubicBezTo>
                <a:cubicBezTo>
                  <a:pt x="41041" y="2757"/>
                  <a:pt x="41041" y="2757"/>
                  <a:pt x="41041" y="2819"/>
                </a:cubicBezTo>
                <a:cubicBezTo>
                  <a:pt x="41041" y="2819"/>
                  <a:pt x="41078" y="2819"/>
                  <a:pt x="41078" y="2895"/>
                </a:cubicBezTo>
                <a:cubicBezTo>
                  <a:pt x="41078" y="2895"/>
                  <a:pt x="41078" y="2895"/>
                  <a:pt x="41078" y="2970"/>
                </a:cubicBezTo>
                <a:lnTo>
                  <a:pt x="41078" y="3045"/>
                </a:lnTo>
                <a:cubicBezTo>
                  <a:pt x="41078" y="3120"/>
                  <a:pt x="41078" y="3195"/>
                  <a:pt x="41041" y="3195"/>
                </a:cubicBezTo>
                <a:cubicBezTo>
                  <a:pt x="41041" y="3195"/>
                  <a:pt x="41041" y="3195"/>
                  <a:pt x="41004" y="3195"/>
                </a:cubicBezTo>
                <a:cubicBezTo>
                  <a:pt x="40967" y="3195"/>
                  <a:pt x="40967" y="3120"/>
                  <a:pt x="40931" y="3120"/>
                </a:cubicBezTo>
                <a:lnTo>
                  <a:pt x="40894" y="3120"/>
                </a:lnTo>
                <a:cubicBezTo>
                  <a:pt x="40857" y="3120"/>
                  <a:pt x="40857" y="3120"/>
                  <a:pt x="40857" y="3120"/>
                </a:cubicBezTo>
                <a:cubicBezTo>
                  <a:pt x="40820" y="3120"/>
                  <a:pt x="40820" y="3045"/>
                  <a:pt x="40784" y="3045"/>
                </a:cubicBezTo>
                <a:cubicBezTo>
                  <a:pt x="40747" y="3045"/>
                  <a:pt x="40747" y="2970"/>
                  <a:pt x="40710" y="2970"/>
                </a:cubicBezTo>
                <a:cubicBezTo>
                  <a:pt x="40710" y="2970"/>
                  <a:pt x="40710" y="2970"/>
                  <a:pt x="40679" y="2970"/>
                </a:cubicBezTo>
                <a:cubicBezTo>
                  <a:pt x="40679" y="2970"/>
                  <a:pt x="40679" y="2970"/>
                  <a:pt x="40643" y="2895"/>
                </a:cubicBezTo>
                <a:lnTo>
                  <a:pt x="40606" y="2895"/>
                </a:lnTo>
                <a:cubicBezTo>
                  <a:pt x="40569" y="2895"/>
                  <a:pt x="40569" y="2819"/>
                  <a:pt x="40532" y="2819"/>
                </a:cubicBezTo>
                <a:cubicBezTo>
                  <a:pt x="40532" y="2819"/>
                  <a:pt x="40532" y="2819"/>
                  <a:pt x="40496" y="2819"/>
                </a:cubicBezTo>
                <a:cubicBezTo>
                  <a:pt x="40459" y="2819"/>
                  <a:pt x="40422" y="2757"/>
                  <a:pt x="40385" y="2757"/>
                </a:cubicBezTo>
                <a:cubicBezTo>
                  <a:pt x="40349" y="2757"/>
                  <a:pt x="40349" y="2757"/>
                  <a:pt x="40312" y="2757"/>
                </a:cubicBezTo>
                <a:cubicBezTo>
                  <a:pt x="40275" y="2669"/>
                  <a:pt x="40275" y="2669"/>
                  <a:pt x="40238" y="2606"/>
                </a:cubicBezTo>
                <a:cubicBezTo>
                  <a:pt x="40202" y="2606"/>
                  <a:pt x="40202" y="2606"/>
                  <a:pt x="40202" y="2606"/>
                </a:cubicBezTo>
                <a:cubicBezTo>
                  <a:pt x="40171" y="2606"/>
                  <a:pt x="40171" y="2531"/>
                  <a:pt x="40171" y="2531"/>
                </a:cubicBezTo>
                <a:cubicBezTo>
                  <a:pt x="40134" y="2531"/>
                  <a:pt x="40134" y="2531"/>
                  <a:pt x="40134" y="2531"/>
                </a:cubicBezTo>
                <a:cubicBezTo>
                  <a:pt x="40098" y="2456"/>
                  <a:pt x="40098" y="2456"/>
                  <a:pt x="40061" y="2456"/>
                </a:cubicBezTo>
                <a:cubicBezTo>
                  <a:pt x="40061" y="2381"/>
                  <a:pt x="40024" y="2381"/>
                  <a:pt x="40024" y="2381"/>
                </a:cubicBezTo>
                <a:lnTo>
                  <a:pt x="39987" y="2306"/>
                </a:lnTo>
                <a:lnTo>
                  <a:pt x="39950" y="2230"/>
                </a:lnTo>
                <a:cubicBezTo>
                  <a:pt x="39914" y="2230"/>
                  <a:pt x="39914" y="2230"/>
                  <a:pt x="39914" y="2230"/>
                </a:cubicBezTo>
                <a:cubicBezTo>
                  <a:pt x="39877" y="2230"/>
                  <a:pt x="39877" y="2155"/>
                  <a:pt x="39877" y="2155"/>
                </a:cubicBezTo>
                <a:cubicBezTo>
                  <a:pt x="39840" y="2155"/>
                  <a:pt x="39840" y="2155"/>
                  <a:pt x="39840" y="2155"/>
                </a:cubicBezTo>
                <a:cubicBezTo>
                  <a:pt x="39803" y="2155"/>
                  <a:pt x="39803" y="2155"/>
                  <a:pt x="39767" y="2155"/>
                </a:cubicBezTo>
                <a:cubicBezTo>
                  <a:pt x="39626" y="2155"/>
                  <a:pt x="39626" y="2155"/>
                  <a:pt x="39626" y="2155"/>
                </a:cubicBezTo>
                <a:lnTo>
                  <a:pt x="39589" y="2155"/>
                </a:lnTo>
                <a:cubicBezTo>
                  <a:pt x="39552" y="2155"/>
                  <a:pt x="39516" y="2080"/>
                  <a:pt x="39516" y="2080"/>
                </a:cubicBezTo>
                <a:cubicBezTo>
                  <a:pt x="39479" y="2080"/>
                  <a:pt x="39442" y="2080"/>
                  <a:pt x="39442" y="2080"/>
                </a:cubicBezTo>
                <a:cubicBezTo>
                  <a:pt x="39405" y="2005"/>
                  <a:pt x="39369" y="1930"/>
                  <a:pt x="39332" y="1930"/>
                </a:cubicBezTo>
                <a:cubicBezTo>
                  <a:pt x="39185" y="1930"/>
                  <a:pt x="39117" y="2005"/>
                  <a:pt x="38970" y="2005"/>
                </a:cubicBezTo>
                <a:cubicBezTo>
                  <a:pt x="38970" y="2005"/>
                  <a:pt x="38970" y="2005"/>
                  <a:pt x="38970" y="2080"/>
                </a:cubicBezTo>
                <a:cubicBezTo>
                  <a:pt x="38970" y="2080"/>
                  <a:pt x="39007" y="2080"/>
                  <a:pt x="39007" y="2155"/>
                </a:cubicBezTo>
                <a:cubicBezTo>
                  <a:pt x="39044" y="2230"/>
                  <a:pt x="39044" y="2230"/>
                  <a:pt x="39081" y="2306"/>
                </a:cubicBezTo>
                <a:cubicBezTo>
                  <a:pt x="39117" y="2381"/>
                  <a:pt x="39117" y="2381"/>
                  <a:pt x="39148" y="2381"/>
                </a:cubicBezTo>
                <a:cubicBezTo>
                  <a:pt x="39148" y="2456"/>
                  <a:pt x="39185" y="2381"/>
                  <a:pt x="39185" y="2381"/>
                </a:cubicBezTo>
                <a:cubicBezTo>
                  <a:pt x="39222" y="2456"/>
                  <a:pt x="39222" y="2456"/>
                  <a:pt x="39222" y="2456"/>
                </a:cubicBezTo>
                <a:cubicBezTo>
                  <a:pt x="39258" y="2456"/>
                  <a:pt x="39258" y="2531"/>
                  <a:pt x="39258" y="2531"/>
                </a:cubicBezTo>
                <a:cubicBezTo>
                  <a:pt x="39258" y="2606"/>
                  <a:pt x="39295" y="2606"/>
                  <a:pt x="39332" y="2669"/>
                </a:cubicBezTo>
                <a:cubicBezTo>
                  <a:pt x="39332" y="2669"/>
                  <a:pt x="39332" y="2669"/>
                  <a:pt x="39369" y="2669"/>
                </a:cubicBezTo>
                <a:cubicBezTo>
                  <a:pt x="39369" y="2757"/>
                  <a:pt x="39369" y="2757"/>
                  <a:pt x="39369" y="2819"/>
                </a:cubicBezTo>
                <a:cubicBezTo>
                  <a:pt x="39405" y="2819"/>
                  <a:pt x="39405" y="2819"/>
                  <a:pt x="39442" y="2819"/>
                </a:cubicBezTo>
                <a:cubicBezTo>
                  <a:pt x="39442" y="2895"/>
                  <a:pt x="39442" y="2970"/>
                  <a:pt x="39479" y="2970"/>
                </a:cubicBezTo>
                <a:cubicBezTo>
                  <a:pt x="39479" y="3045"/>
                  <a:pt x="39479" y="3045"/>
                  <a:pt x="39479" y="3045"/>
                </a:cubicBezTo>
                <a:cubicBezTo>
                  <a:pt x="39479" y="3120"/>
                  <a:pt x="39479" y="3120"/>
                  <a:pt x="39516" y="3195"/>
                </a:cubicBezTo>
                <a:cubicBezTo>
                  <a:pt x="39516" y="3195"/>
                  <a:pt x="39516" y="3271"/>
                  <a:pt x="39516" y="3346"/>
                </a:cubicBezTo>
                <a:cubicBezTo>
                  <a:pt x="39516" y="3421"/>
                  <a:pt x="39516" y="3421"/>
                  <a:pt x="39516" y="3421"/>
                </a:cubicBezTo>
                <a:cubicBezTo>
                  <a:pt x="39442" y="3421"/>
                  <a:pt x="39442" y="3421"/>
                  <a:pt x="39442" y="3421"/>
                </a:cubicBezTo>
                <a:cubicBezTo>
                  <a:pt x="39405" y="3421"/>
                  <a:pt x="39405" y="3421"/>
                  <a:pt x="39405" y="3421"/>
                </a:cubicBezTo>
                <a:cubicBezTo>
                  <a:pt x="39369" y="3421"/>
                  <a:pt x="39369" y="3421"/>
                  <a:pt x="39332" y="3346"/>
                </a:cubicBezTo>
                <a:cubicBezTo>
                  <a:pt x="39332" y="3346"/>
                  <a:pt x="39332" y="3346"/>
                  <a:pt x="39332" y="3271"/>
                </a:cubicBezTo>
                <a:cubicBezTo>
                  <a:pt x="39295" y="3271"/>
                  <a:pt x="39258" y="3271"/>
                  <a:pt x="39258" y="3271"/>
                </a:cubicBezTo>
                <a:lnTo>
                  <a:pt x="39258" y="3195"/>
                </a:lnTo>
                <a:cubicBezTo>
                  <a:pt x="39222" y="3195"/>
                  <a:pt x="39222" y="3195"/>
                  <a:pt x="39222" y="3120"/>
                </a:cubicBezTo>
                <a:cubicBezTo>
                  <a:pt x="39185" y="3120"/>
                  <a:pt x="39185" y="3120"/>
                  <a:pt x="39148" y="3045"/>
                </a:cubicBezTo>
                <a:cubicBezTo>
                  <a:pt x="39148" y="3045"/>
                  <a:pt x="39117" y="3045"/>
                  <a:pt x="39117" y="2970"/>
                </a:cubicBezTo>
                <a:cubicBezTo>
                  <a:pt x="39117" y="2970"/>
                  <a:pt x="39081" y="2970"/>
                  <a:pt x="39081" y="2895"/>
                </a:cubicBezTo>
                <a:cubicBezTo>
                  <a:pt x="39044" y="2895"/>
                  <a:pt x="39007" y="2819"/>
                  <a:pt x="38970" y="2819"/>
                </a:cubicBezTo>
                <a:cubicBezTo>
                  <a:pt x="38970" y="2819"/>
                  <a:pt x="38970" y="2757"/>
                  <a:pt x="38934" y="2757"/>
                </a:cubicBezTo>
                <a:cubicBezTo>
                  <a:pt x="38934" y="2757"/>
                  <a:pt x="38934" y="2757"/>
                  <a:pt x="38897" y="2757"/>
                </a:cubicBezTo>
                <a:cubicBezTo>
                  <a:pt x="38897" y="2669"/>
                  <a:pt x="38897" y="2669"/>
                  <a:pt x="38860" y="2669"/>
                </a:cubicBezTo>
                <a:cubicBezTo>
                  <a:pt x="38860" y="2606"/>
                  <a:pt x="38823" y="2606"/>
                  <a:pt x="38823" y="2531"/>
                </a:cubicBezTo>
                <a:cubicBezTo>
                  <a:pt x="38787" y="2531"/>
                  <a:pt x="38787" y="2531"/>
                  <a:pt x="38787" y="2531"/>
                </a:cubicBezTo>
                <a:cubicBezTo>
                  <a:pt x="38750" y="2531"/>
                  <a:pt x="38750" y="2531"/>
                  <a:pt x="38750" y="2531"/>
                </a:cubicBezTo>
                <a:cubicBezTo>
                  <a:pt x="38713" y="2531"/>
                  <a:pt x="38676" y="2531"/>
                  <a:pt x="38646" y="2456"/>
                </a:cubicBezTo>
                <a:lnTo>
                  <a:pt x="38609" y="2456"/>
                </a:lnTo>
                <a:cubicBezTo>
                  <a:pt x="38609" y="2381"/>
                  <a:pt x="38609" y="2381"/>
                  <a:pt x="38609" y="2306"/>
                </a:cubicBezTo>
                <a:lnTo>
                  <a:pt x="38572" y="2306"/>
                </a:lnTo>
                <a:cubicBezTo>
                  <a:pt x="38572" y="2230"/>
                  <a:pt x="38535" y="2230"/>
                  <a:pt x="38535" y="2230"/>
                </a:cubicBezTo>
                <a:cubicBezTo>
                  <a:pt x="38499" y="2230"/>
                  <a:pt x="38499" y="2230"/>
                  <a:pt x="38462" y="2230"/>
                </a:cubicBezTo>
                <a:cubicBezTo>
                  <a:pt x="38462" y="2230"/>
                  <a:pt x="38462" y="2230"/>
                  <a:pt x="38425" y="2230"/>
                </a:cubicBezTo>
                <a:cubicBezTo>
                  <a:pt x="38425" y="2230"/>
                  <a:pt x="38388" y="2155"/>
                  <a:pt x="38352" y="2155"/>
                </a:cubicBezTo>
                <a:cubicBezTo>
                  <a:pt x="38241" y="2155"/>
                  <a:pt x="38241" y="2155"/>
                  <a:pt x="38241" y="2155"/>
                </a:cubicBezTo>
                <a:cubicBezTo>
                  <a:pt x="38241" y="2306"/>
                  <a:pt x="38241" y="2306"/>
                  <a:pt x="38241" y="2306"/>
                </a:cubicBezTo>
                <a:cubicBezTo>
                  <a:pt x="38241" y="2381"/>
                  <a:pt x="38241" y="2381"/>
                  <a:pt x="38278" y="2456"/>
                </a:cubicBezTo>
                <a:cubicBezTo>
                  <a:pt x="38278" y="2531"/>
                  <a:pt x="38315" y="2606"/>
                  <a:pt x="38315" y="2669"/>
                </a:cubicBezTo>
                <a:cubicBezTo>
                  <a:pt x="38352" y="2669"/>
                  <a:pt x="38352" y="2757"/>
                  <a:pt x="38352" y="2757"/>
                </a:cubicBezTo>
                <a:cubicBezTo>
                  <a:pt x="38352" y="2819"/>
                  <a:pt x="38352" y="2819"/>
                  <a:pt x="38352" y="2895"/>
                </a:cubicBezTo>
                <a:cubicBezTo>
                  <a:pt x="38315" y="2895"/>
                  <a:pt x="38352" y="2895"/>
                  <a:pt x="38352" y="2970"/>
                </a:cubicBezTo>
                <a:lnTo>
                  <a:pt x="38315" y="3045"/>
                </a:lnTo>
                <a:cubicBezTo>
                  <a:pt x="38315" y="3120"/>
                  <a:pt x="38315" y="3120"/>
                  <a:pt x="38315" y="3120"/>
                </a:cubicBezTo>
                <a:cubicBezTo>
                  <a:pt x="38315" y="3120"/>
                  <a:pt x="38315" y="3120"/>
                  <a:pt x="38315" y="3195"/>
                </a:cubicBezTo>
                <a:cubicBezTo>
                  <a:pt x="38278" y="3271"/>
                  <a:pt x="38278" y="3346"/>
                  <a:pt x="38241" y="3496"/>
                </a:cubicBezTo>
                <a:lnTo>
                  <a:pt x="38241" y="3571"/>
                </a:lnTo>
                <a:cubicBezTo>
                  <a:pt x="38241" y="3571"/>
                  <a:pt x="38241" y="3646"/>
                  <a:pt x="38205" y="3646"/>
                </a:cubicBezTo>
                <a:cubicBezTo>
                  <a:pt x="38205" y="3646"/>
                  <a:pt x="38205" y="3646"/>
                  <a:pt x="38168" y="3646"/>
                </a:cubicBezTo>
                <a:cubicBezTo>
                  <a:pt x="38131" y="3646"/>
                  <a:pt x="38131" y="3646"/>
                  <a:pt x="38101" y="3646"/>
                </a:cubicBezTo>
                <a:lnTo>
                  <a:pt x="38064" y="3571"/>
                </a:lnTo>
                <a:cubicBezTo>
                  <a:pt x="38027" y="3571"/>
                  <a:pt x="37990" y="3496"/>
                  <a:pt x="37990" y="3421"/>
                </a:cubicBezTo>
                <a:cubicBezTo>
                  <a:pt x="37990" y="3421"/>
                  <a:pt x="37990" y="3421"/>
                  <a:pt x="37990" y="3346"/>
                </a:cubicBezTo>
                <a:cubicBezTo>
                  <a:pt x="37990" y="3346"/>
                  <a:pt x="37990" y="3271"/>
                  <a:pt x="37990" y="3195"/>
                </a:cubicBezTo>
                <a:cubicBezTo>
                  <a:pt x="37990" y="3195"/>
                  <a:pt x="38027" y="3195"/>
                  <a:pt x="38027" y="3120"/>
                </a:cubicBezTo>
                <a:cubicBezTo>
                  <a:pt x="38064" y="3045"/>
                  <a:pt x="38064" y="3045"/>
                  <a:pt x="38101" y="2970"/>
                </a:cubicBezTo>
                <a:cubicBezTo>
                  <a:pt x="38101" y="2970"/>
                  <a:pt x="38131" y="2970"/>
                  <a:pt x="38131" y="2895"/>
                </a:cubicBezTo>
                <a:cubicBezTo>
                  <a:pt x="38131" y="2895"/>
                  <a:pt x="38131" y="2895"/>
                  <a:pt x="38131" y="2819"/>
                </a:cubicBezTo>
                <a:cubicBezTo>
                  <a:pt x="38131" y="2819"/>
                  <a:pt x="38131" y="2819"/>
                  <a:pt x="38131" y="2757"/>
                </a:cubicBezTo>
                <a:cubicBezTo>
                  <a:pt x="38131" y="2757"/>
                  <a:pt x="38101" y="2757"/>
                  <a:pt x="38101" y="2669"/>
                </a:cubicBezTo>
                <a:cubicBezTo>
                  <a:pt x="38101" y="2669"/>
                  <a:pt x="38101" y="2606"/>
                  <a:pt x="38064" y="2606"/>
                </a:cubicBezTo>
                <a:cubicBezTo>
                  <a:pt x="38064" y="2531"/>
                  <a:pt x="38027" y="2531"/>
                  <a:pt x="38027" y="2531"/>
                </a:cubicBezTo>
                <a:cubicBezTo>
                  <a:pt x="38027" y="2456"/>
                  <a:pt x="38027" y="2456"/>
                  <a:pt x="38027" y="2456"/>
                </a:cubicBezTo>
                <a:lnTo>
                  <a:pt x="38064" y="2381"/>
                </a:lnTo>
                <a:cubicBezTo>
                  <a:pt x="38027" y="2306"/>
                  <a:pt x="38027" y="2306"/>
                  <a:pt x="37990" y="2230"/>
                </a:cubicBezTo>
                <a:cubicBezTo>
                  <a:pt x="37990" y="2230"/>
                  <a:pt x="37990" y="2230"/>
                  <a:pt x="37954" y="2155"/>
                </a:cubicBezTo>
                <a:cubicBezTo>
                  <a:pt x="37954" y="2155"/>
                  <a:pt x="37917" y="2155"/>
                  <a:pt x="37917" y="2080"/>
                </a:cubicBezTo>
                <a:lnTo>
                  <a:pt x="37880" y="2080"/>
                </a:lnTo>
                <a:cubicBezTo>
                  <a:pt x="37843" y="2005"/>
                  <a:pt x="37843" y="2005"/>
                  <a:pt x="37843" y="2005"/>
                </a:cubicBezTo>
                <a:cubicBezTo>
                  <a:pt x="37807" y="1930"/>
                  <a:pt x="37807" y="2005"/>
                  <a:pt x="37770" y="2005"/>
                </a:cubicBezTo>
                <a:lnTo>
                  <a:pt x="37733" y="2005"/>
                </a:lnTo>
                <a:cubicBezTo>
                  <a:pt x="37696" y="2005"/>
                  <a:pt x="37696" y="2005"/>
                  <a:pt x="37696" y="2005"/>
                </a:cubicBezTo>
                <a:cubicBezTo>
                  <a:pt x="37660" y="2005"/>
                  <a:pt x="37629" y="2005"/>
                  <a:pt x="37629" y="2080"/>
                </a:cubicBezTo>
                <a:cubicBezTo>
                  <a:pt x="37586" y="2080"/>
                  <a:pt x="37586" y="2080"/>
                  <a:pt x="37586" y="2080"/>
                </a:cubicBezTo>
                <a:cubicBezTo>
                  <a:pt x="37555" y="2080"/>
                  <a:pt x="37519" y="2155"/>
                  <a:pt x="37482" y="2155"/>
                </a:cubicBezTo>
                <a:cubicBezTo>
                  <a:pt x="37482" y="2230"/>
                  <a:pt x="37482" y="2230"/>
                  <a:pt x="37445" y="2230"/>
                </a:cubicBezTo>
                <a:cubicBezTo>
                  <a:pt x="37445" y="2230"/>
                  <a:pt x="37445" y="2306"/>
                  <a:pt x="37408" y="2306"/>
                </a:cubicBezTo>
                <a:cubicBezTo>
                  <a:pt x="37408" y="2306"/>
                  <a:pt x="37408" y="2306"/>
                  <a:pt x="37372" y="2306"/>
                </a:cubicBezTo>
                <a:cubicBezTo>
                  <a:pt x="37372" y="2306"/>
                  <a:pt x="37372" y="2306"/>
                  <a:pt x="37335" y="2306"/>
                </a:cubicBezTo>
                <a:cubicBezTo>
                  <a:pt x="37335" y="2306"/>
                  <a:pt x="37335" y="2381"/>
                  <a:pt x="37298" y="2381"/>
                </a:cubicBezTo>
                <a:lnTo>
                  <a:pt x="37261" y="2381"/>
                </a:lnTo>
                <a:cubicBezTo>
                  <a:pt x="37225" y="2381"/>
                  <a:pt x="37225" y="2456"/>
                  <a:pt x="37225" y="2456"/>
                </a:cubicBezTo>
                <a:cubicBezTo>
                  <a:pt x="37188" y="2456"/>
                  <a:pt x="37151" y="2456"/>
                  <a:pt x="37151" y="2456"/>
                </a:cubicBezTo>
                <a:cubicBezTo>
                  <a:pt x="37114" y="2456"/>
                  <a:pt x="37114" y="2456"/>
                  <a:pt x="37114" y="2456"/>
                </a:cubicBezTo>
                <a:cubicBezTo>
                  <a:pt x="36900" y="2456"/>
                  <a:pt x="36900" y="2456"/>
                  <a:pt x="36900" y="2456"/>
                </a:cubicBezTo>
                <a:cubicBezTo>
                  <a:pt x="36863" y="2456"/>
                  <a:pt x="36863" y="2456"/>
                  <a:pt x="36863" y="2456"/>
                </a:cubicBezTo>
                <a:cubicBezTo>
                  <a:pt x="36826" y="2456"/>
                  <a:pt x="36826" y="2456"/>
                  <a:pt x="36790" y="2531"/>
                </a:cubicBezTo>
                <a:cubicBezTo>
                  <a:pt x="36790" y="2531"/>
                  <a:pt x="36790" y="2531"/>
                  <a:pt x="36753" y="2531"/>
                </a:cubicBezTo>
                <a:cubicBezTo>
                  <a:pt x="36753" y="2531"/>
                  <a:pt x="36716" y="2606"/>
                  <a:pt x="36679" y="2606"/>
                </a:cubicBezTo>
                <a:lnTo>
                  <a:pt x="36679" y="2606"/>
                </a:lnTo>
                <a:cubicBezTo>
                  <a:pt x="36643" y="2606"/>
                  <a:pt x="36643" y="2531"/>
                  <a:pt x="36612" y="2531"/>
                </a:cubicBezTo>
                <a:cubicBezTo>
                  <a:pt x="36539" y="2531"/>
                  <a:pt x="36502" y="2606"/>
                  <a:pt x="36428" y="2606"/>
                </a:cubicBezTo>
                <a:cubicBezTo>
                  <a:pt x="36392" y="2606"/>
                  <a:pt x="36392" y="2606"/>
                  <a:pt x="36355" y="2606"/>
                </a:cubicBezTo>
                <a:cubicBezTo>
                  <a:pt x="36355" y="2606"/>
                  <a:pt x="36355" y="2606"/>
                  <a:pt x="36318" y="2606"/>
                </a:cubicBezTo>
                <a:cubicBezTo>
                  <a:pt x="36318" y="2606"/>
                  <a:pt x="36318" y="2669"/>
                  <a:pt x="36281" y="2669"/>
                </a:cubicBezTo>
                <a:cubicBezTo>
                  <a:pt x="36281" y="2669"/>
                  <a:pt x="36318" y="2757"/>
                  <a:pt x="36281" y="2757"/>
                </a:cubicBezTo>
                <a:cubicBezTo>
                  <a:pt x="36318" y="2757"/>
                  <a:pt x="36318" y="2819"/>
                  <a:pt x="36318" y="2819"/>
                </a:cubicBezTo>
                <a:lnTo>
                  <a:pt x="36355" y="2819"/>
                </a:lnTo>
                <a:cubicBezTo>
                  <a:pt x="36355" y="2819"/>
                  <a:pt x="36355" y="2819"/>
                  <a:pt x="36392" y="2819"/>
                </a:cubicBezTo>
                <a:cubicBezTo>
                  <a:pt x="36428" y="2895"/>
                  <a:pt x="36428" y="2819"/>
                  <a:pt x="36465" y="2819"/>
                </a:cubicBezTo>
                <a:cubicBezTo>
                  <a:pt x="36502" y="2895"/>
                  <a:pt x="36502" y="2895"/>
                  <a:pt x="36502" y="2895"/>
                </a:cubicBezTo>
                <a:cubicBezTo>
                  <a:pt x="36539" y="2895"/>
                  <a:pt x="36539" y="2895"/>
                  <a:pt x="36569" y="2970"/>
                </a:cubicBezTo>
                <a:cubicBezTo>
                  <a:pt x="36569" y="2970"/>
                  <a:pt x="36569" y="2970"/>
                  <a:pt x="36612" y="3045"/>
                </a:cubicBezTo>
                <a:cubicBezTo>
                  <a:pt x="36612" y="3045"/>
                  <a:pt x="36612" y="3045"/>
                  <a:pt x="36612" y="3120"/>
                </a:cubicBezTo>
                <a:cubicBezTo>
                  <a:pt x="36612" y="3120"/>
                  <a:pt x="36643" y="3120"/>
                  <a:pt x="36643" y="3195"/>
                </a:cubicBezTo>
                <a:cubicBezTo>
                  <a:pt x="36643" y="3195"/>
                  <a:pt x="36643" y="3271"/>
                  <a:pt x="36679" y="3271"/>
                </a:cubicBezTo>
                <a:cubicBezTo>
                  <a:pt x="36679" y="3271"/>
                  <a:pt x="36679" y="3271"/>
                  <a:pt x="36716" y="3271"/>
                </a:cubicBezTo>
                <a:cubicBezTo>
                  <a:pt x="36753" y="3271"/>
                  <a:pt x="36753" y="3346"/>
                  <a:pt x="36790" y="3346"/>
                </a:cubicBezTo>
                <a:cubicBezTo>
                  <a:pt x="36790" y="3346"/>
                  <a:pt x="36790" y="3346"/>
                  <a:pt x="36826" y="3346"/>
                </a:cubicBezTo>
                <a:cubicBezTo>
                  <a:pt x="36826" y="3346"/>
                  <a:pt x="36863" y="3346"/>
                  <a:pt x="36900" y="3346"/>
                </a:cubicBezTo>
                <a:cubicBezTo>
                  <a:pt x="36900" y="3346"/>
                  <a:pt x="36900" y="3346"/>
                  <a:pt x="36937" y="3346"/>
                </a:cubicBezTo>
                <a:cubicBezTo>
                  <a:pt x="36937" y="3421"/>
                  <a:pt x="36937" y="3421"/>
                  <a:pt x="36973" y="3421"/>
                </a:cubicBezTo>
                <a:cubicBezTo>
                  <a:pt x="36973" y="3496"/>
                  <a:pt x="37010" y="3496"/>
                  <a:pt x="37010" y="3496"/>
                </a:cubicBezTo>
                <a:cubicBezTo>
                  <a:pt x="37047" y="3496"/>
                  <a:pt x="37047" y="3571"/>
                  <a:pt x="37047" y="3571"/>
                </a:cubicBezTo>
                <a:cubicBezTo>
                  <a:pt x="37084" y="3571"/>
                  <a:pt x="37084" y="3571"/>
                  <a:pt x="37084" y="3571"/>
                </a:cubicBezTo>
                <a:cubicBezTo>
                  <a:pt x="37114" y="3646"/>
                  <a:pt x="37114" y="3646"/>
                  <a:pt x="37151" y="3722"/>
                </a:cubicBezTo>
                <a:cubicBezTo>
                  <a:pt x="37114" y="3784"/>
                  <a:pt x="37114" y="3784"/>
                  <a:pt x="37114" y="3784"/>
                </a:cubicBezTo>
                <a:cubicBezTo>
                  <a:pt x="36973" y="3784"/>
                  <a:pt x="36973" y="3784"/>
                  <a:pt x="36973" y="3784"/>
                </a:cubicBezTo>
                <a:cubicBezTo>
                  <a:pt x="36973" y="3784"/>
                  <a:pt x="36973" y="3722"/>
                  <a:pt x="36937" y="3722"/>
                </a:cubicBezTo>
                <a:cubicBezTo>
                  <a:pt x="36937" y="3722"/>
                  <a:pt x="36937" y="3722"/>
                  <a:pt x="36900" y="3722"/>
                </a:cubicBezTo>
                <a:cubicBezTo>
                  <a:pt x="36900" y="3722"/>
                  <a:pt x="36900" y="3722"/>
                  <a:pt x="36863" y="3722"/>
                </a:cubicBezTo>
                <a:cubicBezTo>
                  <a:pt x="36826" y="3646"/>
                  <a:pt x="36826" y="3646"/>
                  <a:pt x="36790" y="3646"/>
                </a:cubicBezTo>
                <a:cubicBezTo>
                  <a:pt x="36753" y="3646"/>
                  <a:pt x="36753" y="3571"/>
                  <a:pt x="36753" y="3571"/>
                </a:cubicBezTo>
                <a:cubicBezTo>
                  <a:pt x="36716" y="3571"/>
                  <a:pt x="36716" y="3496"/>
                  <a:pt x="36716" y="3496"/>
                </a:cubicBezTo>
                <a:cubicBezTo>
                  <a:pt x="36679" y="3496"/>
                  <a:pt x="36679" y="3496"/>
                  <a:pt x="36679" y="3421"/>
                </a:cubicBezTo>
                <a:cubicBezTo>
                  <a:pt x="36643" y="3421"/>
                  <a:pt x="36643" y="3421"/>
                  <a:pt x="36643" y="3346"/>
                </a:cubicBezTo>
                <a:cubicBezTo>
                  <a:pt x="36569" y="3346"/>
                  <a:pt x="36569" y="3421"/>
                  <a:pt x="36502" y="3346"/>
                </a:cubicBezTo>
                <a:cubicBezTo>
                  <a:pt x="36502" y="3346"/>
                  <a:pt x="36502" y="3346"/>
                  <a:pt x="36465" y="3346"/>
                </a:cubicBezTo>
                <a:cubicBezTo>
                  <a:pt x="36428" y="3346"/>
                  <a:pt x="36428" y="3346"/>
                  <a:pt x="36428" y="3346"/>
                </a:cubicBezTo>
                <a:cubicBezTo>
                  <a:pt x="36428" y="3346"/>
                  <a:pt x="36428" y="3346"/>
                  <a:pt x="36392" y="3346"/>
                </a:cubicBezTo>
                <a:cubicBezTo>
                  <a:pt x="36355" y="3346"/>
                  <a:pt x="36355" y="3271"/>
                  <a:pt x="36355" y="3271"/>
                </a:cubicBezTo>
                <a:cubicBezTo>
                  <a:pt x="36318" y="3195"/>
                  <a:pt x="36318" y="3195"/>
                  <a:pt x="36281" y="3195"/>
                </a:cubicBezTo>
                <a:cubicBezTo>
                  <a:pt x="36245" y="3195"/>
                  <a:pt x="36245" y="3195"/>
                  <a:pt x="36245" y="3195"/>
                </a:cubicBezTo>
                <a:cubicBezTo>
                  <a:pt x="36208" y="3120"/>
                  <a:pt x="36171" y="3120"/>
                  <a:pt x="36134" y="3120"/>
                </a:cubicBezTo>
                <a:cubicBezTo>
                  <a:pt x="36134" y="3045"/>
                  <a:pt x="36134" y="3045"/>
                  <a:pt x="36098" y="3045"/>
                </a:cubicBezTo>
                <a:cubicBezTo>
                  <a:pt x="36098" y="2970"/>
                  <a:pt x="36067" y="2970"/>
                  <a:pt x="36067" y="2970"/>
                </a:cubicBezTo>
                <a:cubicBezTo>
                  <a:pt x="36067" y="2895"/>
                  <a:pt x="36067" y="2895"/>
                  <a:pt x="36067" y="2895"/>
                </a:cubicBezTo>
                <a:cubicBezTo>
                  <a:pt x="36030" y="2819"/>
                  <a:pt x="36030" y="2819"/>
                  <a:pt x="36030" y="2819"/>
                </a:cubicBezTo>
                <a:cubicBezTo>
                  <a:pt x="35993" y="2819"/>
                  <a:pt x="35993" y="2819"/>
                  <a:pt x="35993" y="2819"/>
                </a:cubicBezTo>
                <a:cubicBezTo>
                  <a:pt x="35920" y="2819"/>
                  <a:pt x="35883" y="2819"/>
                  <a:pt x="35846" y="2895"/>
                </a:cubicBezTo>
                <a:cubicBezTo>
                  <a:pt x="35810" y="2895"/>
                  <a:pt x="35810" y="2895"/>
                  <a:pt x="35810" y="2895"/>
                </a:cubicBezTo>
                <a:cubicBezTo>
                  <a:pt x="35773" y="2895"/>
                  <a:pt x="35773" y="2895"/>
                  <a:pt x="35773" y="2970"/>
                </a:cubicBezTo>
                <a:cubicBezTo>
                  <a:pt x="35736" y="2970"/>
                  <a:pt x="35736" y="2970"/>
                  <a:pt x="35736" y="2970"/>
                </a:cubicBezTo>
                <a:cubicBezTo>
                  <a:pt x="35699" y="3045"/>
                  <a:pt x="35699" y="2970"/>
                  <a:pt x="35663" y="3045"/>
                </a:cubicBezTo>
                <a:cubicBezTo>
                  <a:pt x="35663" y="3045"/>
                  <a:pt x="35663" y="3045"/>
                  <a:pt x="35626" y="3045"/>
                </a:cubicBezTo>
                <a:cubicBezTo>
                  <a:pt x="35626" y="3120"/>
                  <a:pt x="35595" y="3120"/>
                  <a:pt x="35552" y="3120"/>
                </a:cubicBezTo>
                <a:cubicBezTo>
                  <a:pt x="35552" y="3120"/>
                  <a:pt x="35522" y="3120"/>
                  <a:pt x="35522" y="3195"/>
                </a:cubicBezTo>
                <a:cubicBezTo>
                  <a:pt x="35485" y="3195"/>
                  <a:pt x="35485" y="3195"/>
                  <a:pt x="35485" y="3271"/>
                </a:cubicBezTo>
                <a:cubicBezTo>
                  <a:pt x="35485" y="3346"/>
                  <a:pt x="35485" y="3421"/>
                  <a:pt x="35522" y="3421"/>
                </a:cubicBezTo>
                <a:cubicBezTo>
                  <a:pt x="35522" y="3496"/>
                  <a:pt x="35552" y="3496"/>
                  <a:pt x="35552" y="3496"/>
                </a:cubicBezTo>
                <a:cubicBezTo>
                  <a:pt x="35552" y="3571"/>
                  <a:pt x="35552" y="3571"/>
                  <a:pt x="35552" y="3571"/>
                </a:cubicBezTo>
                <a:cubicBezTo>
                  <a:pt x="35595" y="3646"/>
                  <a:pt x="35595" y="3646"/>
                  <a:pt x="35595" y="3646"/>
                </a:cubicBezTo>
                <a:cubicBezTo>
                  <a:pt x="35595" y="4236"/>
                  <a:pt x="35595" y="4236"/>
                  <a:pt x="35595" y="4236"/>
                </a:cubicBezTo>
                <a:cubicBezTo>
                  <a:pt x="35375" y="4236"/>
                  <a:pt x="35375" y="4236"/>
                  <a:pt x="35375" y="4236"/>
                </a:cubicBezTo>
                <a:cubicBezTo>
                  <a:pt x="35338" y="4236"/>
                  <a:pt x="35338" y="4236"/>
                  <a:pt x="35301" y="4236"/>
                </a:cubicBezTo>
                <a:cubicBezTo>
                  <a:pt x="35264" y="4160"/>
                  <a:pt x="35264" y="4160"/>
                  <a:pt x="35264" y="4160"/>
                </a:cubicBezTo>
                <a:cubicBezTo>
                  <a:pt x="35228" y="4160"/>
                  <a:pt x="35228" y="4085"/>
                  <a:pt x="35228" y="4085"/>
                </a:cubicBezTo>
                <a:cubicBezTo>
                  <a:pt x="35191" y="4085"/>
                  <a:pt x="35191" y="4085"/>
                  <a:pt x="35191" y="4085"/>
                </a:cubicBezTo>
                <a:cubicBezTo>
                  <a:pt x="35013" y="4085"/>
                  <a:pt x="34940" y="4010"/>
                  <a:pt x="34793" y="4010"/>
                </a:cubicBezTo>
                <a:cubicBezTo>
                  <a:pt x="34793" y="4085"/>
                  <a:pt x="34756" y="4085"/>
                  <a:pt x="34756" y="4085"/>
                </a:cubicBezTo>
                <a:cubicBezTo>
                  <a:pt x="34719" y="4160"/>
                  <a:pt x="34719" y="4160"/>
                  <a:pt x="34719" y="4236"/>
                </a:cubicBezTo>
                <a:lnTo>
                  <a:pt x="34683" y="4311"/>
                </a:lnTo>
                <a:cubicBezTo>
                  <a:pt x="34646" y="4311"/>
                  <a:pt x="34646" y="4311"/>
                  <a:pt x="34609" y="4311"/>
                </a:cubicBezTo>
                <a:cubicBezTo>
                  <a:pt x="34578" y="4386"/>
                  <a:pt x="34535" y="4386"/>
                  <a:pt x="34505" y="4461"/>
                </a:cubicBezTo>
                <a:cubicBezTo>
                  <a:pt x="34468" y="4461"/>
                  <a:pt x="34468" y="4461"/>
                  <a:pt x="34431" y="4461"/>
                </a:cubicBezTo>
                <a:cubicBezTo>
                  <a:pt x="34395" y="4461"/>
                  <a:pt x="34395" y="4536"/>
                  <a:pt x="34358" y="4612"/>
                </a:cubicBezTo>
                <a:cubicBezTo>
                  <a:pt x="34321" y="4687"/>
                  <a:pt x="34321" y="4687"/>
                  <a:pt x="34321" y="4687"/>
                </a:cubicBezTo>
                <a:cubicBezTo>
                  <a:pt x="34321" y="4687"/>
                  <a:pt x="34284" y="4749"/>
                  <a:pt x="34248" y="4749"/>
                </a:cubicBezTo>
                <a:cubicBezTo>
                  <a:pt x="34248" y="4837"/>
                  <a:pt x="34248" y="4837"/>
                  <a:pt x="34211" y="4837"/>
                </a:cubicBezTo>
                <a:lnTo>
                  <a:pt x="34174" y="4837"/>
                </a:lnTo>
                <a:cubicBezTo>
                  <a:pt x="34174" y="4900"/>
                  <a:pt x="34137" y="4837"/>
                  <a:pt x="34101" y="4837"/>
                </a:cubicBezTo>
                <a:lnTo>
                  <a:pt x="34064" y="4837"/>
                </a:lnTo>
                <a:cubicBezTo>
                  <a:pt x="34033" y="4837"/>
                  <a:pt x="34033" y="4900"/>
                  <a:pt x="33996" y="4900"/>
                </a:cubicBezTo>
                <a:cubicBezTo>
                  <a:pt x="33996" y="4900"/>
                  <a:pt x="33996" y="4900"/>
                  <a:pt x="33960" y="4900"/>
                </a:cubicBezTo>
                <a:lnTo>
                  <a:pt x="33923" y="4900"/>
                </a:lnTo>
                <a:cubicBezTo>
                  <a:pt x="33923" y="4975"/>
                  <a:pt x="33886" y="4975"/>
                  <a:pt x="33886" y="4975"/>
                </a:cubicBezTo>
                <a:cubicBezTo>
                  <a:pt x="33849" y="4975"/>
                  <a:pt x="33849" y="5050"/>
                  <a:pt x="33849" y="5050"/>
                </a:cubicBezTo>
                <a:cubicBezTo>
                  <a:pt x="33813" y="5050"/>
                  <a:pt x="33813" y="5050"/>
                  <a:pt x="33813" y="5050"/>
                </a:cubicBezTo>
                <a:lnTo>
                  <a:pt x="33813" y="5125"/>
                </a:lnTo>
                <a:cubicBezTo>
                  <a:pt x="33776" y="5201"/>
                  <a:pt x="33776" y="5201"/>
                  <a:pt x="33776" y="5201"/>
                </a:cubicBezTo>
                <a:cubicBezTo>
                  <a:pt x="33739" y="5201"/>
                  <a:pt x="33739" y="5201"/>
                  <a:pt x="33739" y="5201"/>
                </a:cubicBezTo>
                <a:cubicBezTo>
                  <a:pt x="33702" y="5201"/>
                  <a:pt x="33702" y="5201"/>
                  <a:pt x="33702" y="5201"/>
                </a:cubicBezTo>
                <a:cubicBezTo>
                  <a:pt x="33666" y="5201"/>
                  <a:pt x="33666" y="5276"/>
                  <a:pt x="33666" y="5276"/>
                </a:cubicBezTo>
                <a:cubicBezTo>
                  <a:pt x="33666" y="5351"/>
                  <a:pt x="33629" y="5426"/>
                  <a:pt x="33592" y="5501"/>
                </a:cubicBezTo>
                <a:cubicBezTo>
                  <a:pt x="33592" y="5501"/>
                  <a:pt x="33592" y="5501"/>
                  <a:pt x="33592" y="5577"/>
                </a:cubicBezTo>
                <a:lnTo>
                  <a:pt x="33562" y="5577"/>
                </a:lnTo>
                <a:cubicBezTo>
                  <a:pt x="33562" y="5577"/>
                  <a:pt x="33519" y="5577"/>
                  <a:pt x="33519" y="5652"/>
                </a:cubicBezTo>
                <a:cubicBezTo>
                  <a:pt x="33519" y="5727"/>
                  <a:pt x="33519" y="5727"/>
                  <a:pt x="33519" y="5802"/>
                </a:cubicBezTo>
                <a:cubicBezTo>
                  <a:pt x="33592" y="5802"/>
                  <a:pt x="33592" y="5802"/>
                  <a:pt x="33592" y="5802"/>
                </a:cubicBezTo>
                <a:cubicBezTo>
                  <a:pt x="33629" y="5802"/>
                  <a:pt x="33629" y="5802"/>
                  <a:pt x="33666" y="5802"/>
                </a:cubicBezTo>
                <a:cubicBezTo>
                  <a:pt x="33702" y="5802"/>
                  <a:pt x="33739" y="5802"/>
                  <a:pt x="33776" y="5865"/>
                </a:cubicBezTo>
                <a:cubicBezTo>
                  <a:pt x="33776" y="5865"/>
                  <a:pt x="33776" y="5865"/>
                  <a:pt x="33813" y="5865"/>
                </a:cubicBezTo>
                <a:cubicBezTo>
                  <a:pt x="33813" y="5940"/>
                  <a:pt x="33813" y="5940"/>
                  <a:pt x="33813" y="5940"/>
                </a:cubicBezTo>
                <a:cubicBezTo>
                  <a:pt x="33849" y="5940"/>
                  <a:pt x="33849" y="5940"/>
                  <a:pt x="33849" y="5940"/>
                </a:cubicBezTo>
                <a:cubicBezTo>
                  <a:pt x="33886" y="5940"/>
                  <a:pt x="33923" y="5940"/>
                  <a:pt x="33960" y="5940"/>
                </a:cubicBezTo>
                <a:cubicBezTo>
                  <a:pt x="33996" y="5940"/>
                  <a:pt x="34033" y="6015"/>
                  <a:pt x="34064" y="5940"/>
                </a:cubicBezTo>
                <a:cubicBezTo>
                  <a:pt x="34101" y="5940"/>
                  <a:pt x="34137" y="5940"/>
                  <a:pt x="34137" y="5940"/>
                </a:cubicBezTo>
                <a:cubicBezTo>
                  <a:pt x="34174" y="5940"/>
                  <a:pt x="34174" y="5940"/>
                  <a:pt x="34174" y="5865"/>
                </a:cubicBezTo>
                <a:cubicBezTo>
                  <a:pt x="34211" y="5865"/>
                  <a:pt x="34211" y="5865"/>
                  <a:pt x="34211" y="5802"/>
                </a:cubicBezTo>
                <a:cubicBezTo>
                  <a:pt x="34248" y="5802"/>
                  <a:pt x="34248" y="5802"/>
                  <a:pt x="34284" y="5802"/>
                </a:cubicBezTo>
                <a:cubicBezTo>
                  <a:pt x="34321" y="5802"/>
                  <a:pt x="34321" y="5865"/>
                  <a:pt x="34321" y="5940"/>
                </a:cubicBezTo>
                <a:cubicBezTo>
                  <a:pt x="34321" y="5940"/>
                  <a:pt x="34321" y="6015"/>
                  <a:pt x="34321" y="6090"/>
                </a:cubicBezTo>
                <a:lnTo>
                  <a:pt x="34321" y="6166"/>
                </a:lnTo>
                <a:cubicBezTo>
                  <a:pt x="34321" y="6241"/>
                  <a:pt x="34321" y="6241"/>
                  <a:pt x="34358" y="6241"/>
                </a:cubicBezTo>
                <a:cubicBezTo>
                  <a:pt x="34358" y="6316"/>
                  <a:pt x="34358" y="6316"/>
                  <a:pt x="34358" y="6316"/>
                </a:cubicBezTo>
                <a:cubicBezTo>
                  <a:pt x="34358" y="6391"/>
                  <a:pt x="34358" y="6391"/>
                  <a:pt x="34358" y="6391"/>
                </a:cubicBezTo>
                <a:cubicBezTo>
                  <a:pt x="34358" y="6767"/>
                  <a:pt x="34358" y="6767"/>
                  <a:pt x="34358" y="6767"/>
                </a:cubicBezTo>
                <a:cubicBezTo>
                  <a:pt x="34358" y="6918"/>
                  <a:pt x="34321" y="6980"/>
                  <a:pt x="34284" y="7131"/>
                </a:cubicBezTo>
                <a:cubicBezTo>
                  <a:pt x="34248" y="7131"/>
                  <a:pt x="34248" y="7131"/>
                  <a:pt x="34248" y="7131"/>
                </a:cubicBezTo>
                <a:cubicBezTo>
                  <a:pt x="34211" y="7206"/>
                  <a:pt x="34211" y="7206"/>
                  <a:pt x="34211" y="7206"/>
                </a:cubicBezTo>
                <a:cubicBezTo>
                  <a:pt x="34174" y="7206"/>
                  <a:pt x="34137" y="7206"/>
                  <a:pt x="34101" y="7206"/>
                </a:cubicBezTo>
                <a:cubicBezTo>
                  <a:pt x="34064" y="7206"/>
                  <a:pt x="34064" y="7206"/>
                  <a:pt x="34064" y="7206"/>
                </a:cubicBezTo>
                <a:cubicBezTo>
                  <a:pt x="34033" y="7206"/>
                  <a:pt x="34033" y="7206"/>
                  <a:pt x="33996" y="7206"/>
                </a:cubicBezTo>
                <a:cubicBezTo>
                  <a:pt x="33996" y="7206"/>
                  <a:pt x="33960" y="7206"/>
                  <a:pt x="33923" y="7206"/>
                </a:cubicBezTo>
                <a:cubicBezTo>
                  <a:pt x="33886" y="7206"/>
                  <a:pt x="33886" y="7206"/>
                  <a:pt x="33849" y="7206"/>
                </a:cubicBezTo>
                <a:cubicBezTo>
                  <a:pt x="33849" y="7281"/>
                  <a:pt x="33849" y="7281"/>
                  <a:pt x="33813" y="7281"/>
                </a:cubicBezTo>
                <a:cubicBezTo>
                  <a:pt x="33813" y="7356"/>
                  <a:pt x="33776" y="7356"/>
                  <a:pt x="33776" y="7356"/>
                </a:cubicBezTo>
                <a:cubicBezTo>
                  <a:pt x="33739" y="7356"/>
                  <a:pt x="33739" y="7356"/>
                  <a:pt x="33702" y="7356"/>
                </a:cubicBezTo>
                <a:cubicBezTo>
                  <a:pt x="33562" y="7356"/>
                  <a:pt x="33562" y="7356"/>
                  <a:pt x="33562" y="7356"/>
                </a:cubicBezTo>
                <a:cubicBezTo>
                  <a:pt x="33519" y="7356"/>
                  <a:pt x="33488" y="7356"/>
                  <a:pt x="33415" y="7356"/>
                </a:cubicBezTo>
                <a:cubicBezTo>
                  <a:pt x="33415" y="7356"/>
                  <a:pt x="33415" y="7356"/>
                  <a:pt x="33378" y="7356"/>
                </a:cubicBezTo>
                <a:cubicBezTo>
                  <a:pt x="33378" y="7356"/>
                  <a:pt x="33378" y="7281"/>
                  <a:pt x="33341" y="7281"/>
                </a:cubicBezTo>
                <a:cubicBezTo>
                  <a:pt x="33304" y="7281"/>
                  <a:pt x="33304" y="7281"/>
                  <a:pt x="33267" y="7281"/>
                </a:cubicBezTo>
                <a:cubicBezTo>
                  <a:pt x="33231" y="7281"/>
                  <a:pt x="33194" y="7281"/>
                  <a:pt x="33157" y="7281"/>
                </a:cubicBezTo>
                <a:cubicBezTo>
                  <a:pt x="33120" y="7356"/>
                  <a:pt x="33084" y="7356"/>
                  <a:pt x="33084" y="7356"/>
                </a:cubicBezTo>
                <a:cubicBezTo>
                  <a:pt x="33084" y="7431"/>
                  <a:pt x="33047" y="7431"/>
                  <a:pt x="33047" y="7507"/>
                </a:cubicBezTo>
                <a:lnTo>
                  <a:pt x="33047" y="7582"/>
                </a:lnTo>
                <a:cubicBezTo>
                  <a:pt x="33047" y="7657"/>
                  <a:pt x="33016" y="7732"/>
                  <a:pt x="32980" y="7732"/>
                </a:cubicBezTo>
                <a:cubicBezTo>
                  <a:pt x="32980" y="7732"/>
                  <a:pt x="32980" y="7732"/>
                  <a:pt x="32943" y="7732"/>
                </a:cubicBezTo>
                <a:cubicBezTo>
                  <a:pt x="32759" y="7732"/>
                  <a:pt x="32759" y="7732"/>
                  <a:pt x="32759" y="7732"/>
                </a:cubicBezTo>
                <a:cubicBezTo>
                  <a:pt x="32722" y="7732"/>
                  <a:pt x="32722" y="7807"/>
                  <a:pt x="32686" y="7883"/>
                </a:cubicBezTo>
                <a:cubicBezTo>
                  <a:pt x="32649" y="7883"/>
                  <a:pt x="32649" y="7883"/>
                  <a:pt x="32649" y="7883"/>
                </a:cubicBezTo>
                <a:cubicBezTo>
                  <a:pt x="32612" y="7883"/>
                  <a:pt x="32575" y="7945"/>
                  <a:pt x="32539" y="7945"/>
                </a:cubicBezTo>
                <a:cubicBezTo>
                  <a:pt x="32502" y="7945"/>
                  <a:pt x="32502" y="7945"/>
                  <a:pt x="32471" y="7945"/>
                </a:cubicBezTo>
                <a:lnTo>
                  <a:pt x="32434" y="7883"/>
                </a:lnTo>
                <a:cubicBezTo>
                  <a:pt x="32398" y="7883"/>
                  <a:pt x="32361" y="7883"/>
                  <a:pt x="32324" y="7883"/>
                </a:cubicBezTo>
                <a:cubicBezTo>
                  <a:pt x="32324" y="7883"/>
                  <a:pt x="32287" y="7883"/>
                  <a:pt x="32251" y="7883"/>
                </a:cubicBezTo>
                <a:cubicBezTo>
                  <a:pt x="32251" y="7883"/>
                  <a:pt x="32214" y="7883"/>
                  <a:pt x="32214" y="7945"/>
                </a:cubicBezTo>
                <a:cubicBezTo>
                  <a:pt x="32177" y="7945"/>
                  <a:pt x="32177" y="7945"/>
                  <a:pt x="32177" y="7945"/>
                </a:cubicBezTo>
                <a:cubicBezTo>
                  <a:pt x="32140" y="7945"/>
                  <a:pt x="32140" y="7945"/>
                  <a:pt x="32104" y="7945"/>
                </a:cubicBezTo>
                <a:cubicBezTo>
                  <a:pt x="32104" y="7945"/>
                  <a:pt x="32067" y="7945"/>
                  <a:pt x="32067" y="8020"/>
                </a:cubicBezTo>
                <a:cubicBezTo>
                  <a:pt x="32067" y="8020"/>
                  <a:pt x="32067" y="8020"/>
                  <a:pt x="32067" y="8096"/>
                </a:cubicBezTo>
                <a:cubicBezTo>
                  <a:pt x="32067" y="8096"/>
                  <a:pt x="32067" y="8096"/>
                  <a:pt x="32067" y="8171"/>
                </a:cubicBezTo>
                <a:cubicBezTo>
                  <a:pt x="32067" y="8171"/>
                  <a:pt x="32067" y="8171"/>
                  <a:pt x="32030" y="8246"/>
                </a:cubicBezTo>
                <a:cubicBezTo>
                  <a:pt x="32030" y="8246"/>
                  <a:pt x="32030" y="8246"/>
                  <a:pt x="32030" y="8321"/>
                </a:cubicBezTo>
                <a:lnTo>
                  <a:pt x="32000" y="8321"/>
                </a:lnTo>
                <a:cubicBezTo>
                  <a:pt x="31816" y="8321"/>
                  <a:pt x="31816" y="8321"/>
                  <a:pt x="31816" y="8321"/>
                </a:cubicBezTo>
                <a:cubicBezTo>
                  <a:pt x="31779" y="8321"/>
                  <a:pt x="31779" y="8321"/>
                  <a:pt x="31779" y="8396"/>
                </a:cubicBezTo>
                <a:cubicBezTo>
                  <a:pt x="31742" y="8472"/>
                  <a:pt x="31742" y="8472"/>
                  <a:pt x="31742" y="8547"/>
                </a:cubicBezTo>
                <a:cubicBezTo>
                  <a:pt x="31742" y="8547"/>
                  <a:pt x="31742" y="8622"/>
                  <a:pt x="31742" y="8697"/>
                </a:cubicBezTo>
                <a:cubicBezTo>
                  <a:pt x="31779" y="8697"/>
                  <a:pt x="31779" y="8772"/>
                  <a:pt x="31779" y="8848"/>
                </a:cubicBezTo>
                <a:cubicBezTo>
                  <a:pt x="31816" y="8848"/>
                  <a:pt x="31852" y="8910"/>
                  <a:pt x="31852" y="8910"/>
                </a:cubicBezTo>
                <a:cubicBezTo>
                  <a:pt x="31889" y="8998"/>
                  <a:pt x="31889" y="9061"/>
                  <a:pt x="31889" y="9061"/>
                </a:cubicBezTo>
                <a:cubicBezTo>
                  <a:pt x="31926" y="9061"/>
                  <a:pt x="31963" y="9061"/>
                  <a:pt x="31963" y="9061"/>
                </a:cubicBezTo>
                <a:cubicBezTo>
                  <a:pt x="32000" y="9061"/>
                  <a:pt x="32030" y="9061"/>
                  <a:pt x="32030" y="9061"/>
                </a:cubicBezTo>
                <a:cubicBezTo>
                  <a:pt x="32067" y="9061"/>
                  <a:pt x="32104" y="9061"/>
                  <a:pt x="32104" y="9061"/>
                </a:cubicBezTo>
                <a:cubicBezTo>
                  <a:pt x="32177" y="9136"/>
                  <a:pt x="32214" y="9136"/>
                  <a:pt x="32251" y="9211"/>
                </a:cubicBezTo>
                <a:cubicBezTo>
                  <a:pt x="32287" y="9211"/>
                  <a:pt x="32251" y="9286"/>
                  <a:pt x="32287" y="9361"/>
                </a:cubicBezTo>
                <a:cubicBezTo>
                  <a:pt x="32649" y="9361"/>
                  <a:pt x="32649" y="9361"/>
                  <a:pt x="32649" y="9361"/>
                </a:cubicBezTo>
                <a:cubicBezTo>
                  <a:pt x="32759" y="9512"/>
                  <a:pt x="32759" y="9512"/>
                  <a:pt x="32759" y="9512"/>
                </a:cubicBezTo>
                <a:cubicBezTo>
                  <a:pt x="32796" y="9512"/>
                  <a:pt x="32833" y="9512"/>
                  <a:pt x="32833" y="9512"/>
                </a:cubicBezTo>
                <a:cubicBezTo>
                  <a:pt x="32833" y="9512"/>
                  <a:pt x="32833" y="9587"/>
                  <a:pt x="32869" y="9587"/>
                </a:cubicBezTo>
                <a:cubicBezTo>
                  <a:pt x="32869" y="9587"/>
                  <a:pt x="32906" y="9662"/>
                  <a:pt x="32943" y="9662"/>
                </a:cubicBezTo>
                <a:cubicBezTo>
                  <a:pt x="32980" y="9662"/>
                  <a:pt x="32980" y="9662"/>
                  <a:pt x="33016" y="9662"/>
                </a:cubicBezTo>
                <a:lnTo>
                  <a:pt x="33047" y="9662"/>
                </a:lnTo>
                <a:cubicBezTo>
                  <a:pt x="33120" y="9662"/>
                  <a:pt x="33120" y="9662"/>
                  <a:pt x="33120" y="9662"/>
                </a:cubicBezTo>
                <a:cubicBezTo>
                  <a:pt x="33157" y="9662"/>
                  <a:pt x="33157" y="9662"/>
                  <a:pt x="33194" y="9662"/>
                </a:cubicBezTo>
                <a:cubicBezTo>
                  <a:pt x="33194" y="9662"/>
                  <a:pt x="33194" y="9662"/>
                  <a:pt x="33231" y="9662"/>
                </a:cubicBezTo>
                <a:cubicBezTo>
                  <a:pt x="33267" y="9662"/>
                  <a:pt x="33267" y="9587"/>
                  <a:pt x="33304" y="9587"/>
                </a:cubicBezTo>
                <a:lnTo>
                  <a:pt x="33341" y="9587"/>
                </a:lnTo>
                <a:cubicBezTo>
                  <a:pt x="33562" y="9587"/>
                  <a:pt x="33562" y="9587"/>
                  <a:pt x="33562" y="9587"/>
                </a:cubicBezTo>
                <a:cubicBezTo>
                  <a:pt x="33562" y="9587"/>
                  <a:pt x="33592" y="9512"/>
                  <a:pt x="33629" y="9512"/>
                </a:cubicBezTo>
                <a:cubicBezTo>
                  <a:pt x="33666" y="9512"/>
                  <a:pt x="33666" y="9512"/>
                  <a:pt x="33702" y="9512"/>
                </a:cubicBezTo>
                <a:cubicBezTo>
                  <a:pt x="33739" y="9512"/>
                  <a:pt x="33739" y="9512"/>
                  <a:pt x="33739" y="9512"/>
                </a:cubicBezTo>
                <a:cubicBezTo>
                  <a:pt x="33776" y="9512"/>
                  <a:pt x="33776" y="9512"/>
                  <a:pt x="33813" y="9512"/>
                </a:cubicBezTo>
                <a:cubicBezTo>
                  <a:pt x="33813" y="9512"/>
                  <a:pt x="33813" y="9512"/>
                  <a:pt x="33849" y="9512"/>
                </a:cubicBezTo>
                <a:cubicBezTo>
                  <a:pt x="33849" y="9813"/>
                  <a:pt x="33849" y="9813"/>
                  <a:pt x="33849" y="9813"/>
                </a:cubicBezTo>
                <a:cubicBezTo>
                  <a:pt x="33849" y="9813"/>
                  <a:pt x="33813" y="9888"/>
                  <a:pt x="33813" y="9963"/>
                </a:cubicBezTo>
                <a:cubicBezTo>
                  <a:pt x="33776" y="9963"/>
                  <a:pt x="33776" y="9963"/>
                  <a:pt x="33776" y="9963"/>
                </a:cubicBezTo>
                <a:cubicBezTo>
                  <a:pt x="33739" y="9963"/>
                  <a:pt x="33739" y="9963"/>
                  <a:pt x="33702" y="10026"/>
                </a:cubicBezTo>
                <a:lnTo>
                  <a:pt x="33666" y="10026"/>
                </a:lnTo>
                <a:cubicBezTo>
                  <a:pt x="33629" y="10101"/>
                  <a:pt x="33629" y="10176"/>
                  <a:pt x="33629" y="10176"/>
                </a:cubicBezTo>
                <a:cubicBezTo>
                  <a:pt x="33592" y="10176"/>
                  <a:pt x="33592" y="10176"/>
                  <a:pt x="33592" y="10176"/>
                </a:cubicBezTo>
                <a:cubicBezTo>
                  <a:pt x="33562" y="10176"/>
                  <a:pt x="33562" y="10176"/>
                  <a:pt x="33562" y="10176"/>
                </a:cubicBezTo>
                <a:cubicBezTo>
                  <a:pt x="33519" y="10176"/>
                  <a:pt x="33519" y="10101"/>
                  <a:pt x="33488" y="10101"/>
                </a:cubicBezTo>
                <a:cubicBezTo>
                  <a:pt x="33488" y="10101"/>
                  <a:pt x="33488" y="10101"/>
                  <a:pt x="33451" y="10101"/>
                </a:cubicBezTo>
                <a:cubicBezTo>
                  <a:pt x="33451" y="10101"/>
                  <a:pt x="33451" y="10101"/>
                  <a:pt x="33415" y="10026"/>
                </a:cubicBezTo>
                <a:cubicBezTo>
                  <a:pt x="33415" y="10026"/>
                  <a:pt x="33415" y="10026"/>
                  <a:pt x="33378" y="10026"/>
                </a:cubicBezTo>
                <a:cubicBezTo>
                  <a:pt x="33304" y="10026"/>
                  <a:pt x="33304" y="10026"/>
                  <a:pt x="33304" y="10026"/>
                </a:cubicBezTo>
                <a:cubicBezTo>
                  <a:pt x="33267" y="10026"/>
                  <a:pt x="33231" y="10026"/>
                  <a:pt x="33194" y="10026"/>
                </a:cubicBezTo>
                <a:cubicBezTo>
                  <a:pt x="33194" y="10101"/>
                  <a:pt x="33157" y="10101"/>
                  <a:pt x="33157" y="10101"/>
                </a:cubicBezTo>
                <a:cubicBezTo>
                  <a:pt x="33120" y="10176"/>
                  <a:pt x="33084" y="10176"/>
                  <a:pt x="33047" y="10176"/>
                </a:cubicBezTo>
                <a:cubicBezTo>
                  <a:pt x="33016" y="10176"/>
                  <a:pt x="33016" y="10176"/>
                  <a:pt x="33016" y="10176"/>
                </a:cubicBezTo>
                <a:cubicBezTo>
                  <a:pt x="32980" y="10176"/>
                  <a:pt x="32980" y="10101"/>
                  <a:pt x="32943" y="10101"/>
                </a:cubicBezTo>
                <a:cubicBezTo>
                  <a:pt x="32943" y="10101"/>
                  <a:pt x="32943" y="10176"/>
                  <a:pt x="32906" y="10101"/>
                </a:cubicBezTo>
                <a:cubicBezTo>
                  <a:pt x="32869" y="10101"/>
                  <a:pt x="32869" y="10101"/>
                  <a:pt x="32833" y="10026"/>
                </a:cubicBezTo>
                <a:cubicBezTo>
                  <a:pt x="32796" y="10026"/>
                  <a:pt x="32796" y="10026"/>
                  <a:pt x="32759" y="10026"/>
                </a:cubicBezTo>
                <a:cubicBezTo>
                  <a:pt x="32722" y="10026"/>
                  <a:pt x="32722" y="10026"/>
                  <a:pt x="32722" y="10026"/>
                </a:cubicBezTo>
                <a:cubicBezTo>
                  <a:pt x="32686" y="10026"/>
                  <a:pt x="32686" y="10101"/>
                  <a:pt x="32686" y="10101"/>
                </a:cubicBezTo>
                <a:cubicBezTo>
                  <a:pt x="32686" y="10176"/>
                  <a:pt x="32649" y="10176"/>
                  <a:pt x="32649" y="10251"/>
                </a:cubicBezTo>
                <a:cubicBezTo>
                  <a:pt x="32471" y="10251"/>
                  <a:pt x="32471" y="10251"/>
                  <a:pt x="32471" y="10251"/>
                </a:cubicBezTo>
                <a:cubicBezTo>
                  <a:pt x="32434" y="10251"/>
                  <a:pt x="32434" y="10251"/>
                  <a:pt x="32434" y="10326"/>
                </a:cubicBezTo>
                <a:cubicBezTo>
                  <a:pt x="32398" y="10326"/>
                  <a:pt x="32398" y="10326"/>
                  <a:pt x="32398" y="10402"/>
                </a:cubicBezTo>
                <a:cubicBezTo>
                  <a:pt x="32398" y="10477"/>
                  <a:pt x="32434" y="10552"/>
                  <a:pt x="32471" y="10627"/>
                </a:cubicBezTo>
                <a:cubicBezTo>
                  <a:pt x="32471" y="10627"/>
                  <a:pt x="32502" y="10627"/>
                  <a:pt x="32502" y="10702"/>
                </a:cubicBezTo>
                <a:cubicBezTo>
                  <a:pt x="32539" y="10702"/>
                  <a:pt x="32539" y="10702"/>
                  <a:pt x="32539" y="10702"/>
                </a:cubicBezTo>
                <a:cubicBezTo>
                  <a:pt x="32612" y="10778"/>
                  <a:pt x="32612" y="10702"/>
                  <a:pt x="32649" y="10702"/>
                </a:cubicBezTo>
                <a:cubicBezTo>
                  <a:pt x="32722" y="10778"/>
                  <a:pt x="32722" y="10778"/>
                  <a:pt x="32759" y="10853"/>
                </a:cubicBezTo>
                <a:cubicBezTo>
                  <a:pt x="32796" y="10853"/>
                  <a:pt x="32833" y="10853"/>
                  <a:pt x="32869" y="10928"/>
                </a:cubicBezTo>
                <a:cubicBezTo>
                  <a:pt x="32906" y="10928"/>
                  <a:pt x="32906" y="10928"/>
                  <a:pt x="32943" y="10928"/>
                </a:cubicBezTo>
                <a:cubicBezTo>
                  <a:pt x="32980" y="10991"/>
                  <a:pt x="33016" y="10991"/>
                  <a:pt x="33047" y="11078"/>
                </a:cubicBezTo>
                <a:cubicBezTo>
                  <a:pt x="33084" y="11078"/>
                  <a:pt x="33084" y="11078"/>
                  <a:pt x="33084" y="11078"/>
                </a:cubicBezTo>
                <a:cubicBezTo>
                  <a:pt x="33047" y="11078"/>
                  <a:pt x="33016" y="11078"/>
                  <a:pt x="32980" y="11078"/>
                </a:cubicBezTo>
                <a:cubicBezTo>
                  <a:pt x="32980" y="11141"/>
                  <a:pt x="32943" y="11141"/>
                  <a:pt x="32943" y="11141"/>
                </a:cubicBezTo>
                <a:lnTo>
                  <a:pt x="32943" y="11216"/>
                </a:lnTo>
                <a:cubicBezTo>
                  <a:pt x="32943" y="11216"/>
                  <a:pt x="32943" y="11291"/>
                  <a:pt x="32980" y="11291"/>
                </a:cubicBezTo>
                <a:cubicBezTo>
                  <a:pt x="32980" y="11291"/>
                  <a:pt x="32980" y="11291"/>
                  <a:pt x="33016" y="11291"/>
                </a:cubicBezTo>
                <a:cubicBezTo>
                  <a:pt x="33016" y="11367"/>
                  <a:pt x="33047" y="11367"/>
                  <a:pt x="33084" y="11367"/>
                </a:cubicBezTo>
                <a:lnTo>
                  <a:pt x="33084" y="11442"/>
                </a:lnTo>
                <a:cubicBezTo>
                  <a:pt x="33120" y="11442"/>
                  <a:pt x="33120" y="11517"/>
                  <a:pt x="33120" y="11517"/>
                </a:cubicBezTo>
                <a:cubicBezTo>
                  <a:pt x="33120" y="11517"/>
                  <a:pt x="33120" y="11592"/>
                  <a:pt x="33157" y="11592"/>
                </a:cubicBezTo>
                <a:cubicBezTo>
                  <a:pt x="33157" y="11592"/>
                  <a:pt x="33157" y="11592"/>
                  <a:pt x="33194" y="11592"/>
                </a:cubicBezTo>
                <a:cubicBezTo>
                  <a:pt x="33194" y="11667"/>
                  <a:pt x="33194" y="11667"/>
                  <a:pt x="33231" y="11667"/>
                </a:cubicBezTo>
                <a:cubicBezTo>
                  <a:pt x="33231" y="11667"/>
                  <a:pt x="33231" y="11667"/>
                  <a:pt x="33267" y="11667"/>
                </a:cubicBezTo>
                <a:cubicBezTo>
                  <a:pt x="33267" y="11743"/>
                  <a:pt x="33267" y="11743"/>
                  <a:pt x="33304" y="11743"/>
                </a:cubicBezTo>
                <a:cubicBezTo>
                  <a:pt x="33341" y="11743"/>
                  <a:pt x="33341" y="11743"/>
                  <a:pt x="33378" y="11818"/>
                </a:cubicBezTo>
                <a:lnTo>
                  <a:pt x="33415" y="11818"/>
                </a:lnTo>
                <a:cubicBezTo>
                  <a:pt x="33451" y="11893"/>
                  <a:pt x="33451" y="11893"/>
                  <a:pt x="33451" y="11893"/>
                </a:cubicBezTo>
                <a:cubicBezTo>
                  <a:pt x="33488" y="11968"/>
                  <a:pt x="33488" y="11968"/>
                  <a:pt x="33519" y="11968"/>
                </a:cubicBezTo>
                <a:cubicBezTo>
                  <a:pt x="33562" y="11968"/>
                  <a:pt x="33592" y="11968"/>
                  <a:pt x="33629" y="11968"/>
                </a:cubicBezTo>
                <a:lnTo>
                  <a:pt x="33629" y="11968"/>
                </a:lnTo>
                <a:cubicBezTo>
                  <a:pt x="33666" y="11968"/>
                  <a:pt x="33666" y="11968"/>
                  <a:pt x="33666" y="11968"/>
                </a:cubicBezTo>
                <a:cubicBezTo>
                  <a:pt x="33702" y="11968"/>
                  <a:pt x="33702" y="11968"/>
                  <a:pt x="33702" y="11968"/>
                </a:cubicBezTo>
                <a:cubicBezTo>
                  <a:pt x="33702" y="11893"/>
                  <a:pt x="33702" y="11893"/>
                  <a:pt x="33702" y="11893"/>
                </a:cubicBezTo>
                <a:cubicBezTo>
                  <a:pt x="33702" y="11818"/>
                  <a:pt x="33666" y="11818"/>
                  <a:pt x="33666" y="11743"/>
                </a:cubicBezTo>
                <a:cubicBezTo>
                  <a:pt x="33666" y="11743"/>
                  <a:pt x="33629" y="11743"/>
                  <a:pt x="33629" y="11667"/>
                </a:cubicBezTo>
                <a:cubicBezTo>
                  <a:pt x="33629" y="11667"/>
                  <a:pt x="33629" y="11592"/>
                  <a:pt x="33666" y="11592"/>
                </a:cubicBezTo>
                <a:lnTo>
                  <a:pt x="33666" y="11592"/>
                </a:lnTo>
                <a:cubicBezTo>
                  <a:pt x="33702" y="11592"/>
                  <a:pt x="33739" y="11592"/>
                  <a:pt x="33776" y="11592"/>
                </a:cubicBezTo>
                <a:cubicBezTo>
                  <a:pt x="33813" y="11592"/>
                  <a:pt x="33849" y="11592"/>
                  <a:pt x="33886" y="11592"/>
                </a:cubicBezTo>
                <a:cubicBezTo>
                  <a:pt x="33923" y="11592"/>
                  <a:pt x="33960" y="11592"/>
                  <a:pt x="33996" y="11667"/>
                </a:cubicBezTo>
                <a:cubicBezTo>
                  <a:pt x="33996" y="11667"/>
                  <a:pt x="33996" y="11667"/>
                  <a:pt x="34033" y="11667"/>
                </a:cubicBezTo>
                <a:cubicBezTo>
                  <a:pt x="34033" y="11667"/>
                  <a:pt x="34033" y="11667"/>
                  <a:pt x="34064" y="11667"/>
                </a:cubicBezTo>
                <a:cubicBezTo>
                  <a:pt x="34064" y="11667"/>
                  <a:pt x="34064" y="11743"/>
                  <a:pt x="34101" y="11743"/>
                </a:cubicBezTo>
                <a:cubicBezTo>
                  <a:pt x="34101" y="11743"/>
                  <a:pt x="34101" y="11743"/>
                  <a:pt x="34137" y="11743"/>
                </a:cubicBezTo>
                <a:cubicBezTo>
                  <a:pt x="34137" y="11592"/>
                  <a:pt x="34137" y="11592"/>
                  <a:pt x="34137" y="11592"/>
                </a:cubicBezTo>
                <a:cubicBezTo>
                  <a:pt x="34284" y="11592"/>
                  <a:pt x="34284" y="11592"/>
                  <a:pt x="34284" y="11592"/>
                </a:cubicBezTo>
                <a:cubicBezTo>
                  <a:pt x="34284" y="11592"/>
                  <a:pt x="34284" y="11592"/>
                  <a:pt x="34321" y="11592"/>
                </a:cubicBezTo>
                <a:cubicBezTo>
                  <a:pt x="34321" y="11667"/>
                  <a:pt x="34321" y="11667"/>
                  <a:pt x="34358" y="11667"/>
                </a:cubicBezTo>
                <a:cubicBezTo>
                  <a:pt x="34395" y="11667"/>
                  <a:pt x="34395" y="11667"/>
                  <a:pt x="34431" y="11667"/>
                </a:cubicBezTo>
                <a:cubicBezTo>
                  <a:pt x="34468" y="11667"/>
                  <a:pt x="34505" y="11743"/>
                  <a:pt x="34535" y="11667"/>
                </a:cubicBezTo>
                <a:cubicBezTo>
                  <a:pt x="34535" y="11667"/>
                  <a:pt x="34535" y="11592"/>
                  <a:pt x="34578" y="11592"/>
                </a:cubicBezTo>
                <a:cubicBezTo>
                  <a:pt x="34578" y="11592"/>
                  <a:pt x="34578" y="11592"/>
                  <a:pt x="34609" y="11592"/>
                </a:cubicBezTo>
                <a:lnTo>
                  <a:pt x="34609" y="11517"/>
                </a:lnTo>
                <a:cubicBezTo>
                  <a:pt x="34646" y="11517"/>
                  <a:pt x="34646" y="11517"/>
                  <a:pt x="34646" y="11517"/>
                </a:cubicBezTo>
                <a:cubicBezTo>
                  <a:pt x="34683" y="11517"/>
                  <a:pt x="34719" y="11517"/>
                  <a:pt x="34719" y="11517"/>
                </a:cubicBezTo>
                <a:cubicBezTo>
                  <a:pt x="34756" y="11517"/>
                  <a:pt x="34756" y="11442"/>
                  <a:pt x="34756" y="11442"/>
                </a:cubicBezTo>
                <a:lnTo>
                  <a:pt x="34793" y="11367"/>
                </a:lnTo>
                <a:cubicBezTo>
                  <a:pt x="34830" y="11367"/>
                  <a:pt x="34830" y="11291"/>
                  <a:pt x="34830" y="11291"/>
                </a:cubicBezTo>
                <a:cubicBezTo>
                  <a:pt x="34866" y="11291"/>
                  <a:pt x="34903" y="11367"/>
                  <a:pt x="34940" y="11367"/>
                </a:cubicBezTo>
                <a:cubicBezTo>
                  <a:pt x="34977" y="11367"/>
                  <a:pt x="34977" y="11442"/>
                  <a:pt x="35013" y="11442"/>
                </a:cubicBezTo>
                <a:cubicBezTo>
                  <a:pt x="35013" y="11517"/>
                  <a:pt x="35013" y="11517"/>
                  <a:pt x="35050" y="11517"/>
                </a:cubicBezTo>
                <a:cubicBezTo>
                  <a:pt x="35154" y="11517"/>
                  <a:pt x="35154" y="11517"/>
                  <a:pt x="35154" y="11517"/>
                </a:cubicBezTo>
                <a:cubicBezTo>
                  <a:pt x="35191" y="11517"/>
                  <a:pt x="35228" y="11517"/>
                  <a:pt x="35264" y="11517"/>
                </a:cubicBezTo>
                <a:cubicBezTo>
                  <a:pt x="35264" y="11517"/>
                  <a:pt x="35264" y="11517"/>
                  <a:pt x="35301" y="11517"/>
                </a:cubicBezTo>
                <a:cubicBezTo>
                  <a:pt x="35301" y="11517"/>
                  <a:pt x="35301" y="11592"/>
                  <a:pt x="35338" y="11592"/>
                </a:cubicBezTo>
                <a:cubicBezTo>
                  <a:pt x="35375" y="11592"/>
                  <a:pt x="35411" y="11592"/>
                  <a:pt x="35448" y="11667"/>
                </a:cubicBezTo>
                <a:cubicBezTo>
                  <a:pt x="35448" y="11667"/>
                  <a:pt x="35448" y="11743"/>
                  <a:pt x="35485" y="11743"/>
                </a:cubicBezTo>
                <a:cubicBezTo>
                  <a:pt x="35485" y="11743"/>
                  <a:pt x="35522" y="11743"/>
                  <a:pt x="35522" y="11818"/>
                </a:cubicBezTo>
                <a:lnTo>
                  <a:pt x="35552" y="11818"/>
                </a:lnTo>
                <a:cubicBezTo>
                  <a:pt x="35810" y="11818"/>
                  <a:pt x="35810" y="11818"/>
                  <a:pt x="35810" y="11818"/>
                </a:cubicBezTo>
                <a:cubicBezTo>
                  <a:pt x="35810" y="11818"/>
                  <a:pt x="35810" y="11818"/>
                  <a:pt x="35846" y="11818"/>
                </a:cubicBezTo>
                <a:cubicBezTo>
                  <a:pt x="35846" y="11818"/>
                  <a:pt x="35846" y="11818"/>
                  <a:pt x="35883" y="11818"/>
                </a:cubicBezTo>
                <a:cubicBezTo>
                  <a:pt x="35920" y="11893"/>
                  <a:pt x="35920" y="11893"/>
                  <a:pt x="35993" y="11968"/>
                </a:cubicBezTo>
                <a:cubicBezTo>
                  <a:pt x="35993" y="11968"/>
                  <a:pt x="35993" y="12043"/>
                  <a:pt x="36030" y="12043"/>
                </a:cubicBezTo>
                <a:cubicBezTo>
                  <a:pt x="36067" y="12043"/>
                  <a:pt x="36067" y="12043"/>
                  <a:pt x="36098" y="12043"/>
                </a:cubicBezTo>
                <a:cubicBezTo>
                  <a:pt x="36134" y="12043"/>
                  <a:pt x="36134" y="12043"/>
                  <a:pt x="36134" y="12043"/>
                </a:cubicBezTo>
                <a:cubicBezTo>
                  <a:pt x="36171" y="12043"/>
                  <a:pt x="36171" y="12043"/>
                  <a:pt x="36171" y="12043"/>
                </a:cubicBezTo>
                <a:cubicBezTo>
                  <a:pt x="36208" y="12043"/>
                  <a:pt x="36208" y="12106"/>
                  <a:pt x="36208" y="12106"/>
                </a:cubicBezTo>
                <a:cubicBezTo>
                  <a:pt x="36245" y="12181"/>
                  <a:pt x="36245" y="12181"/>
                  <a:pt x="36281" y="12256"/>
                </a:cubicBezTo>
                <a:cubicBezTo>
                  <a:pt x="36281" y="12256"/>
                  <a:pt x="36318" y="12256"/>
                  <a:pt x="36318" y="12332"/>
                </a:cubicBezTo>
                <a:cubicBezTo>
                  <a:pt x="36355" y="12332"/>
                  <a:pt x="36355" y="12332"/>
                  <a:pt x="36392" y="12332"/>
                </a:cubicBezTo>
                <a:cubicBezTo>
                  <a:pt x="36428" y="12332"/>
                  <a:pt x="36428" y="12332"/>
                  <a:pt x="36428" y="12332"/>
                </a:cubicBezTo>
                <a:cubicBezTo>
                  <a:pt x="36465" y="12332"/>
                  <a:pt x="36465" y="12332"/>
                  <a:pt x="36502" y="12332"/>
                </a:cubicBezTo>
                <a:cubicBezTo>
                  <a:pt x="36502" y="12332"/>
                  <a:pt x="36502" y="12407"/>
                  <a:pt x="36539" y="12407"/>
                </a:cubicBezTo>
                <a:cubicBezTo>
                  <a:pt x="36539" y="12482"/>
                  <a:pt x="36569" y="12482"/>
                  <a:pt x="36569" y="12557"/>
                </a:cubicBezTo>
                <a:cubicBezTo>
                  <a:pt x="36569" y="13008"/>
                  <a:pt x="36569" y="13008"/>
                  <a:pt x="36569" y="13008"/>
                </a:cubicBezTo>
                <a:cubicBezTo>
                  <a:pt x="36569" y="13084"/>
                  <a:pt x="36612" y="13159"/>
                  <a:pt x="36612" y="13159"/>
                </a:cubicBezTo>
                <a:cubicBezTo>
                  <a:pt x="36643" y="13221"/>
                  <a:pt x="36643" y="13221"/>
                  <a:pt x="36643" y="13221"/>
                </a:cubicBezTo>
                <a:cubicBezTo>
                  <a:pt x="36643" y="13297"/>
                  <a:pt x="36679" y="13297"/>
                  <a:pt x="36679" y="13297"/>
                </a:cubicBezTo>
                <a:cubicBezTo>
                  <a:pt x="36679" y="13297"/>
                  <a:pt x="36716" y="13297"/>
                  <a:pt x="36716" y="13372"/>
                </a:cubicBezTo>
                <a:cubicBezTo>
                  <a:pt x="36716" y="13372"/>
                  <a:pt x="36753" y="13297"/>
                  <a:pt x="36753" y="13372"/>
                </a:cubicBezTo>
                <a:cubicBezTo>
                  <a:pt x="36790" y="13372"/>
                  <a:pt x="36790" y="13372"/>
                  <a:pt x="36826" y="13372"/>
                </a:cubicBezTo>
                <a:cubicBezTo>
                  <a:pt x="36826" y="13372"/>
                  <a:pt x="36826" y="13447"/>
                  <a:pt x="36863" y="13447"/>
                </a:cubicBezTo>
                <a:lnTo>
                  <a:pt x="36900" y="13447"/>
                </a:lnTo>
                <a:cubicBezTo>
                  <a:pt x="36900" y="13522"/>
                  <a:pt x="36900" y="13522"/>
                  <a:pt x="36937" y="13522"/>
                </a:cubicBezTo>
                <a:cubicBezTo>
                  <a:pt x="36937" y="13597"/>
                  <a:pt x="36937" y="13673"/>
                  <a:pt x="36973" y="13673"/>
                </a:cubicBezTo>
                <a:cubicBezTo>
                  <a:pt x="36973" y="13748"/>
                  <a:pt x="36973" y="13748"/>
                  <a:pt x="36973" y="13748"/>
                </a:cubicBezTo>
                <a:cubicBezTo>
                  <a:pt x="36973" y="13823"/>
                  <a:pt x="36973" y="13823"/>
                  <a:pt x="37010" y="13823"/>
                </a:cubicBezTo>
                <a:cubicBezTo>
                  <a:pt x="37010" y="13898"/>
                  <a:pt x="37047" y="13898"/>
                  <a:pt x="37047" y="13973"/>
                </a:cubicBezTo>
                <a:cubicBezTo>
                  <a:pt x="37084" y="13973"/>
                  <a:pt x="37084" y="14049"/>
                  <a:pt x="37084" y="14049"/>
                </a:cubicBezTo>
                <a:cubicBezTo>
                  <a:pt x="37114" y="14049"/>
                  <a:pt x="37114" y="14124"/>
                  <a:pt x="37114" y="14124"/>
                </a:cubicBezTo>
                <a:cubicBezTo>
                  <a:pt x="37114" y="14186"/>
                  <a:pt x="37151" y="14186"/>
                  <a:pt x="37151" y="14186"/>
                </a:cubicBezTo>
                <a:cubicBezTo>
                  <a:pt x="37151" y="14262"/>
                  <a:pt x="37188" y="14262"/>
                  <a:pt x="37188" y="14262"/>
                </a:cubicBezTo>
                <a:cubicBezTo>
                  <a:pt x="37188" y="14337"/>
                  <a:pt x="37188" y="14337"/>
                  <a:pt x="37225" y="14412"/>
                </a:cubicBezTo>
                <a:cubicBezTo>
                  <a:pt x="37225" y="14487"/>
                  <a:pt x="37225" y="14487"/>
                  <a:pt x="37225" y="14562"/>
                </a:cubicBezTo>
                <a:cubicBezTo>
                  <a:pt x="37261" y="14562"/>
                  <a:pt x="37261" y="14638"/>
                  <a:pt x="37261" y="14638"/>
                </a:cubicBezTo>
                <a:cubicBezTo>
                  <a:pt x="37261" y="14713"/>
                  <a:pt x="37298" y="14788"/>
                  <a:pt x="37335" y="14863"/>
                </a:cubicBezTo>
                <a:cubicBezTo>
                  <a:pt x="37335" y="14863"/>
                  <a:pt x="37335" y="14863"/>
                  <a:pt x="37372" y="14938"/>
                </a:cubicBezTo>
                <a:cubicBezTo>
                  <a:pt x="37372" y="14938"/>
                  <a:pt x="37408" y="15014"/>
                  <a:pt x="37445" y="15014"/>
                </a:cubicBezTo>
                <a:lnTo>
                  <a:pt x="37445" y="15089"/>
                </a:lnTo>
                <a:cubicBezTo>
                  <a:pt x="37445" y="15164"/>
                  <a:pt x="37445" y="15164"/>
                  <a:pt x="37445" y="15164"/>
                </a:cubicBezTo>
                <a:cubicBezTo>
                  <a:pt x="37445" y="15227"/>
                  <a:pt x="37445" y="15227"/>
                  <a:pt x="37445" y="15302"/>
                </a:cubicBezTo>
                <a:cubicBezTo>
                  <a:pt x="37445" y="15302"/>
                  <a:pt x="37408" y="15302"/>
                  <a:pt x="37408" y="15377"/>
                </a:cubicBezTo>
                <a:cubicBezTo>
                  <a:pt x="37408" y="15452"/>
                  <a:pt x="37445" y="15452"/>
                  <a:pt x="37445" y="15452"/>
                </a:cubicBezTo>
                <a:cubicBezTo>
                  <a:pt x="37482" y="15603"/>
                  <a:pt x="37519" y="15603"/>
                  <a:pt x="37519" y="15678"/>
                </a:cubicBezTo>
                <a:cubicBezTo>
                  <a:pt x="37519" y="16054"/>
                  <a:pt x="37519" y="16054"/>
                  <a:pt x="37519" y="16054"/>
                </a:cubicBezTo>
                <a:cubicBezTo>
                  <a:pt x="37519" y="16129"/>
                  <a:pt x="37482" y="16129"/>
                  <a:pt x="37482" y="16204"/>
                </a:cubicBezTo>
                <a:lnTo>
                  <a:pt x="37445" y="16279"/>
                </a:lnTo>
                <a:cubicBezTo>
                  <a:pt x="37445" y="16342"/>
                  <a:pt x="37445" y="16342"/>
                  <a:pt x="37445" y="16417"/>
                </a:cubicBezTo>
                <a:cubicBezTo>
                  <a:pt x="37629" y="16417"/>
                  <a:pt x="37629" y="16417"/>
                  <a:pt x="37629" y="16417"/>
                </a:cubicBezTo>
                <a:cubicBezTo>
                  <a:pt x="37629" y="16718"/>
                  <a:pt x="37629" y="16718"/>
                  <a:pt x="37629" y="16718"/>
                </a:cubicBezTo>
                <a:cubicBezTo>
                  <a:pt x="37586" y="16718"/>
                  <a:pt x="37555" y="16718"/>
                  <a:pt x="37519" y="16718"/>
                </a:cubicBezTo>
                <a:cubicBezTo>
                  <a:pt x="37519" y="16718"/>
                  <a:pt x="37482" y="16793"/>
                  <a:pt x="37445" y="16793"/>
                </a:cubicBezTo>
                <a:lnTo>
                  <a:pt x="37445" y="16868"/>
                </a:lnTo>
                <a:cubicBezTo>
                  <a:pt x="37445" y="17019"/>
                  <a:pt x="37482" y="17019"/>
                  <a:pt x="37482" y="17169"/>
                </a:cubicBezTo>
                <a:cubicBezTo>
                  <a:pt x="37482" y="17244"/>
                  <a:pt x="37482" y="17320"/>
                  <a:pt x="37482" y="17382"/>
                </a:cubicBezTo>
                <a:cubicBezTo>
                  <a:pt x="37335" y="17382"/>
                  <a:pt x="37335" y="17382"/>
                  <a:pt x="37335" y="17382"/>
                </a:cubicBezTo>
                <a:cubicBezTo>
                  <a:pt x="37335" y="17683"/>
                  <a:pt x="37335" y="17683"/>
                  <a:pt x="37335" y="17683"/>
                </a:cubicBezTo>
                <a:cubicBezTo>
                  <a:pt x="37372" y="17683"/>
                  <a:pt x="37372" y="17833"/>
                  <a:pt x="37408" y="17833"/>
                </a:cubicBezTo>
                <a:cubicBezTo>
                  <a:pt x="37445" y="17909"/>
                  <a:pt x="37482" y="17909"/>
                  <a:pt x="37519" y="17909"/>
                </a:cubicBezTo>
                <a:cubicBezTo>
                  <a:pt x="37586" y="17909"/>
                  <a:pt x="37586" y="17909"/>
                  <a:pt x="37586" y="17909"/>
                </a:cubicBezTo>
                <a:cubicBezTo>
                  <a:pt x="37629" y="17909"/>
                  <a:pt x="37660" y="17909"/>
                  <a:pt x="37660" y="17909"/>
                </a:cubicBezTo>
                <a:cubicBezTo>
                  <a:pt x="37696" y="17984"/>
                  <a:pt x="37696" y="17984"/>
                  <a:pt x="37733" y="17984"/>
                </a:cubicBezTo>
                <a:cubicBezTo>
                  <a:pt x="38101" y="17984"/>
                  <a:pt x="38101" y="17984"/>
                  <a:pt x="38101" y="17984"/>
                </a:cubicBezTo>
                <a:cubicBezTo>
                  <a:pt x="38101" y="17909"/>
                  <a:pt x="38101" y="17833"/>
                  <a:pt x="38101" y="17758"/>
                </a:cubicBezTo>
                <a:lnTo>
                  <a:pt x="38131" y="17683"/>
                </a:lnTo>
                <a:cubicBezTo>
                  <a:pt x="38168" y="17683"/>
                  <a:pt x="38205" y="17683"/>
                  <a:pt x="38278" y="17683"/>
                </a:cubicBezTo>
                <a:cubicBezTo>
                  <a:pt x="38278" y="17683"/>
                  <a:pt x="38315" y="17683"/>
                  <a:pt x="38352" y="17683"/>
                </a:cubicBezTo>
                <a:lnTo>
                  <a:pt x="38388" y="17683"/>
                </a:lnTo>
                <a:cubicBezTo>
                  <a:pt x="38425" y="17758"/>
                  <a:pt x="38425" y="17758"/>
                  <a:pt x="38425" y="17833"/>
                </a:cubicBezTo>
                <a:cubicBezTo>
                  <a:pt x="38425" y="17909"/>
                  <a:pt x="38425" y="17984"/>
                  <a:pt x="38425" y="17984"/>
                </a:cubicBezTo>
                <a:cubicBezTo>
                  <a:pt x="38425" y="18059"/>
                  <a:pt x="38462" y="18134"/>
                  <a:pt x="38462" y="18134"/>
                </a:cubicBezTo>
                <a:cubicBezTo>
                  <a:pt x="38499" y="18209"/>
                  <a:pt x="38499" y="18285"/>
                  <a:pt x="38535" y="18285"/>
                </a:cubicBezTo>
                <a:cubicBezTo>
                  <a:pt x="38572" y="18360"/>
                  <a:pt x="38572" y="18422"/>
                  <a:pt x="38609" y="18422"/>
                </a:cubicBezTo>
                <a:cubicBezTo>
                  <a:pt x="38646" y="18422"/>
                  <a:pt x="38676" y="18422"/>
                  <a:pt x="38676" y="18422"/>
                </a:cubicBezTo>
                <a:cubicBezTo>
                  <a:pt x="38713" y="18422"/>
                  <a:pt x="38750" y="18422"/>
                  <a:pt x="38750" y="18422"/>
                </a:cubicBezTo>
                <a:cubicBezTo>
                  <a:pt x="38787" y="18422"/>
                  <a:pt x="38787" y="18422"/>
                  <a:pt x="38823" y="18498"/>
                </a:cubicBezTo>
                <a:cubicBezTo>
                  <a:pt x="38860" y="18498"/>
                  <a:pt x="38860" y="18498"/>
                  <a:pt x="38897" y="18573"/>
                </a:cubicBezTo>
                <a:cubicBezTo>
                  <a:pt x="38934" y="18573"/>
                  <a:pt x="38934" y="18648"/>
                  <a:pt x="38934" y="18723"/>
                </a:cubicBezTo>
                <a:cubicBezTo>
                  <a:pt x="38970" y="18723"/>
                  <a:pt x="39007" y="18723"/>
                  <a:pt x="39007" y="18798"/>
                </a:cubicBezTo>
                <a:cubicBezTo>
                  <a:pt x="39044" y="18798"/>
                  <a:pt x="39044" y="18874"/>
                  <a:pt x="39044" y="18949"/>
                </a:cubicBezTo>
                <a:cubicBezTo>
                  <a:pt x="39007" y="19099"/>
                  <a:pt x="39007" y="19099"/>
                  <a:pt x="39007" y="19099"/>
                </a:cubicBezTo>
                <a:cubicBezTo>
                  <a:pt x="38897" y="19099"/>
                  <a:pt x="38897" y="19099"/>
                  <a:pt x="38897" y="19099"/>
                </a:cubicBezTo>
                <a:cubicBezTo>
                  <a:pt x="38860" y="19099"/>
                  <a:pt x="38823" y="19024"/>
                  <a:pt x="38787" y="19024"/>
                </a:cubicBezTo>
                <a:cubicBezTo>
                  <a:pt x="38646" y="19024"/>
                  <a:pt x="38646" y="19024"/>
                  <a:pt x="38646" y="19024"/>
                </a:cubicBezTo>
                <a:cubicBezTo>
                  <a:pt x="38572" y="19024"/>
                  <a:pt x="38499" y="19099"/>
                  <a:pt x="38425" y="19024"/>
                </a:cubicBezTo>
                <a:cubicBezTo>
                  <a:pt x="38425" y="19024"/>
                  <a:pt x="38388" y="18949"/>
                  <a:pt x="38352" y="18949"/>
                </a:cubicBezTo>
                <a:cubicBezTo>
                  <a:pt x="38352" y="18949"/>
                  <a:pt x="38388" y="18798"/>
                  <a:pt x="38352" y="18798"/>
                </a:cubicBezTo>
                <a:cubicBezTo>
                  <a:pt x="38315" y="18798"/>
                  <a:pt x="38315" y="18798"/>
                  <a:pt x="38278" y="18798"/>
                </a:cubicBezTo>
                <a:cubicBezTo>
                  <a:pt x="38241" y="18798"/>
                  <a:pt x="38205" y="18798"/>
                  <a:pt x="38131" y="18723"/>
                </a:cubicBezTo>
                <a:cubicBezTo>
                  <a:pt x="38101" y="18723"/>
                  <a:pt x="38064" y="18723"/>
                  <a:pt x="37990" y="18723"/>
                </a:cubicBezTo>
                <a:cubicBezTo>
                  <a:pt x="37917" y="18723"/>
                  <a:pt x="37843" y="18798"/>
                  <a:pt x="37770" y="18798"/>
                </a:cubicBezTo>
                <a:cubicBezTo>
                  <a:pt x="37807" y="18949"/>
                  <a:pt x="37807" y="19024"/>
                  <a:pt x="37843" y="19099"/>
                </a:cubicBezTo>
                <a:cubicBezTo>
                  <a:pt x="37843" y="19174"/>
                  <a:pt x="37880" y="19174"/>
                  <a:pt x="37917" y="19250"/>
                </a:cubicBezTo>
                <a:cubicBezTo>
                  <a:pt x="37917" y="19250"/>
                  <a:pt x="37954" y="19325"/>
                  <a:pt x="37954" y="19400"/>
                </a:cubicBezTo>
                <a:cubicBezTo>
                  <a:pt x="37954" y="19475"/>
                  <a:pt x="37917" y="19475"/>
                  <a:pt x="37917" y="19538"/>
                </a:cubicBezTo>
                <a:cubicBezTo>
                  <a:pt x="37880" y="19538"/>
                  <a:pt x="37843" y="19538"/>
                  <a:pt x="37807" y="19538"/>
                </a:cubicBezTo>
                <a:cubicBezTo>
                  <a:pt x="37770" y="19538"/>
                  <a:pt x="37733" y="19613"/>
                  <a:pt x="37733" y="19688"/>
                </a:cubicBezTo>
                <a:cubicBezTo>
                  <a:pt x="37696" y="19688"/>
                  <a:pt x="37660" y="19763"/>
                  <a:pt x="37660" y="19839"/>
                </a:cubicBezTo>
                <a:cubicBezTo>
                  <a:pt x="37660" y="19989"/>
                  <a:pt x="37660" y="20064"/>
                  <a:pt x="37696" y="20064"/>
                </a:cubicBezTo>
                <a:cubicBezTo>
                  <a:pt x="37770" y="20215"/>
                  <a:pt x="37807" y="20064"/>
                  <a:pt x="37917" y="20139"/>
                </a:cubicBezTo>
                <a:cubicBezTo>
                  <a:pt x="37954" y="20139"/>
                  <a:pt x="37990" y="20215"/>
                  <a:pt x="38027" y="20290"/>
                </a:cubicBezTo>
                <a:cubicBezTo>
                  <a:pt x="38131" y="20365"/>
                  <a:pt x="38131" y="20578"/>
                  <a:pt x="38241" y="20578"/>
                </a:cubicBezTo>
                <a:cubicBezTo>
                  <a:pt x="38278" y="20578"/>
                  <a:pt x="38278" y="20503"/>
                  <a:pt x="38315" y="20440"/>
                </a:cubicBezTo>
                <a:cubicBezTo>
                  <a:pt x="38352" y="20365"/>
                  <a:pt x="38352" y="20215"/>
                  <a:pt x="38425" y="20215"/>
                </a:cubicBezTo>
                <a:cubicBezTo>
                  <a:pt x="38535" y="20215"/>
                  <a:pt x="38572" y="20215"/>
                  <a:pt x="38646" y="20215"/>
                </a:cubicBezTo>
                <a:cubicBezTo>
                  <a:pt x="38646" y="19688"/>
                  <a:pt x="38646" y="19688"/>
                  <a:pt x="38646" y="19688"/>
                </a:cubicBezTo>
                <a:cubicBezTo>
                  <a:pt x="38572" y="19688"/>
                  <a:pt x="38535" y="19763"/>
                  <a:pt x="38462" y="19688"/>
                </a:cubicBezTo>
                <a:cubicBezTo>
                  <a:pt x="38425" y="19688"/>
                  <a:pt x="38425" y="19688"/>
                  <a:pt x="38388" y="19688"/>
                </a:cubicBezTo>
                <a:cubicBezTo>
                  <a:pt x="38352" y="19688"/>
                  <a:pt x="38388" y="19538"/>
                  <a:pt x="38352" y="19538"/>
                </a:cubicBezTo>
                <a:cubicBezTo>
                  <a:pt x="38315" y="19538"/>
                  <a:pt x="38315" y="19538"/>
                  <a:pt x="38278" y="19538"/>
                </a:cubicBezTo>
                <a:cubicBezTo>
                  <a:pt x="38278" y="19538"/>
                  <a:pt x="38241" y="19538"/>
                  <a:pt x="38205" y="19538"/>
                </a:cubicBezTo>
                <a:cubicBezTo>
                  <a:pt x="38241" y="19400"/>
                  <a:pt x="38241" y="19400"/>
                  <a:pt x="38241" y="19400"/>
                </a:cubicBezTo>
                <a:cubicBezTo>
                  <a:pt x="38388" y="19400"/>
                  <a:pt x="38388" y="19400"/>
                  <a:pt x="38388" y="19400"/>
                </a:cubicBezTo>
                <a:cubicBezTo>
                  <a:pt x="38425" y="19400"/>
                  <a:pt x="38425" y="19400"/>
                  <a:pt x="38462" y="19400"/>
                </a:cubicBezTo>
                <a:cubicBezTo>
                  <a:pt x="38499" y="19475"/>
                  <a:pt x="38499" y="19475"/>
                  <a:pt x="38535" y="19538"/>
                </a:cubicBezTo>
                <a:cubicBezTo>
                  <a:pt x="38572" y="19538"/>
                  <a:pt x="38572" y="19538"/>
                  <a:pt x="38609" y="19613"/>
                </a:cubicBezTo>
                <a:cubicBezTo>
                  <a:pt x="38609" y="19613"/>
                  <a:pt x="38646" y="19613"/>
                  <a:pt x="38676" y="19613"/>
                </a:cubicBezTo>
                <a:cubicBezTo>
                  <a:pt x="38713" y="19613"/>
                  <a:pt x="38713" y="19613"/>
                  <a:pt x="38750" y="19613"/>
                </a:cubicBezTo>
                <a:cubicBezTo>
                  <a:pt x="38897" y="19613"/>
                  <a:pt x="38897" y="19613"/>
                  <a:pt x="38897" y="19613"/>
                </a:cubicBezTo>
                <a:cubicBezTo>
                  <a:pt x="38934" y="19613"/>
                  <a:pt x="39007" y="19613"/>
                  <a:pt x="39044" y="19688"/>
                </a:cubicBezTo>
                <a:cubicBezTo>
                  <a:pt x="39081" y="19688"/>
                  <a:pt x="39117" y="19763"/>
                  <a:pt x="39117" y="19839"/>
                </a:cubicBezTo>
                <a:cubicBezTo>
                  <a:pt x="39117" y="19914"/>
                  <a:pt x="39117" y="19914"/>
                  <a:pt x="39117" y="19914"/>
                </a:cubicBezTo>
                <a:cubicBezTo>
                  <a:pt x="39117" y="19989"/>
                  <a:pt x="39044" y="19989"/>
                  <a:pt x="39044" y="20064"/>
                </a:cubicBezTo>
                <a:cubicBezTo>
                  <a:pt x="39007" y="20064"/>
                  <a:pt x="39044" y="20139"/>
                  <a:pt x="39044" y="20215"/>
                </a:cubicBezTo>
                <a:cubicBezTo>
                  <a:pt x="39007" y="20290"/>
                  <a:pt x="38970" y="20290"/>
                  <a:pt x="38970" y="20365"/>
                </a:cubicBezTo>
                <a:cubicBezTo>
                  <a:pt x="38970" y="20440"/>
                  <a:pt x="38970" y="20440"/>
                  <a:pt x="38970" y="20440"/>
                </a:cubicBezTo>
                <a:cubicBezTo>
                  <a:pt x="38970" y="20503"/>
                  <a:pt x="39007" y="20503"/>
                  <a:pt x="39007" y="20578"/>
                </a:cubicBezTo>
                <a:cubicBezTo>
                  <a:pt x="39044" y="20578"/>
                  <a:pt x="39081" y="20653"/>
                  <a:pt x="39081" y="20653"/>
                </a:cubicBezTo>
                <a:cubicBezTo>
                  <a:pt x="39117" y="20728"/>
                  <a:pt x="39117" y="20804"/>
                  <a:pt x="39117" y="20879"/>
                </a:cubicBezTo>
                <a:cubicBezTo>
                  <a:pt x="39117" y="21255"/>
                  <a:pt x="39117" y="21255"/>
                  <a:pt x="39117" y="21255"/>
                </a:cubicBezTo>
                <a:cubicBezTo>
                  <a:pt x="38934" y="21255"/>
                  <a:pt x="38934" y="21255"/>
                  <a:pt x="38934" y="21255"/>
                </a:cubicBezTo>
                <a:cubicBezTo>
                  <a:pt x="38897" y="21255"/>
                  <a:pt x="38897" y="21180"/>
                  <a:pt x="38860" y="21255"/>
                </a:cubicBezTo>
                <a:cubicBezTo>
                  <a:pt x="38823" y="21255"/>
                  <a:pt x="38823" y="21330"/>
                  <a:pt x="38787" y="21330"/>
                </a:cubicBezTo>
                <a:cubicBezTo>
                  <a:pt x="38750" y="21405"/>
                  <a:pt x="38750" y="21480"/>
                  <a:pt x="38750" y="21480"/>
                </a:cubicBezTo>
                <a:cubicBezTo>
                  <a:pt x="38713" y="21480"/>
                  <a:pt x="38676" y="21480"/>
                  <a:pt x="38646" y="21480"/>
                </a:cubicBezTo>
                <a:cubicBezTo>
                  <a:pt x="38572" y="21480"/>
                  <a:pt x="38572" y="21480"/>
                  <a:pt x="38572" y="21480"/>
                </a:cubicBezTo>
                <a:cubicBezTo>
                  <a:pt x="38535" y="21480"/>
                  <a:pt x="38535" y="21405"/>
                  <a:pt x="38499" y="21405"/>
                </a:cubicBezTo>
                <a:cubicBezTo>
                  <a:pt x="38499" y="21405"/>
                  <a:pt x="38462" y="21480"/>
                  <a:pt x="38425" y="21480"/>
                </a:cubicBezTo>
                <a:cubicBezTo>
                  <a:pt x="38425" y="22145"/>
                  <a:pt x="38425" y="22145"/>
                  <a:pt x="38425" y="22145"/>
                </a:cubicBezTo>
                <a:cubicBezTo>
                  <a:pt x="38388" y="22145"/>
                  <a:pt x="38352" y="22145"/>
                  <a:pt x="38352" y="22145"/>
                </a:cubicBezTo>
                <a:cubicBezTo>
                  <a:pt x="38315" y="22069"/>
                  <a:pt x="38278" y="22069"/>
                  <a:pt x="38241" y="22069"/>
                </a:cubicBezTo>
                <a:cubicBezTo>
                  <a:pt x="38205" y="22069"/>
                  <a:pt x="38241" y="22145"/>
                  <a:pt x="38205" y="22220"/>
                </a:cubicBezTo>
                <a:cubicBezTo>
                  <a:pt x="38168" y="22220"/>
                  <a:pt x="38131" y="22220"/>
                  <a:pt x="38131" y="22295"/>
                </a:cubicBezTo>
                <a:cubicBezTo>
                  <a:pt x="38101" y="22295"/>
                  <a:pt x="38064" y="22295"/>
                  <a:pt x="38064" y="22295"/>
                </a:cubicBezTo>
                <a:cubicBezTo>
                  <a:pt x="38027" y="22295"/>
                  <a:pt x="37990" y="22295"/>
                  <a:pt x="37990" y="22370"/>
                </a:cubicBezTo>
                <a:cubicBezTo>
                  <a:pt x="37954" y="22370"/>
                  <a:pt x="37954" y="22521"/>
                  <a:pt x="37954" y="22583"/>
                </a:cubicBezTo>
                <a:cubicBezTo>
                  <a:pt x="37954" y="22671"/>
                  <a:pt x="37954" y="22671"/>
                  <a:pt x="37954" y="22671"/>
                </a:cubicBezTo>
                <a:cubicBezTo>
                  <a:pt x="37954" y="22734"/>
                  <a:pt x="37990" y="22809"/>
                  <a:pt x="37990" y="22809"/>
                </a:cubicBezTo>
                <a:cubicBezTo>
                  <a:pt x="38027" y="22884"/>
                  <a:pt x="38027" y="22959"/>
                  <a:pt x="38064" y="23034"/>
                </a:cubicBezTo>
                <a:cubicBezTo>
                  <a:pt x="38064" y="23034"/>
                  <a:pt x="38101" y="23034"/>
                  <a:pt x="38131" y="23034"/>
                </a:cubicBezTo>
                <a:cubicBezTo>
                  <a:pt x="38131" y="23110"/>
                  <a:pt x="38168" y="23110"/>
                  <a:pt x="38205" y="23110"/>
                </a:cubicBezTo>
                <a:cubicBezTo>
                  <a:pt x="38241" y="23110"/>
                  <a:pt x="38241" y="23185"/>
                  <a:pt x="38278" y="23185"/>
                </a:cubicBezTo>
                <a:cubicBezTo>
                  <a:pt x="38278" y="23260"/>
                  <a:pt x="38315" y="23260"/>
                  <a:pt x="38352" y="23260"/>
                </a:cubicBezTo>
                <a:cubicBezTo>
                  <a:pt x="38352" y="23335"/>
                  <a:pt x="38352" y="23486"/>
                  <a:pt x="38352" y="23561"/>
                </a:cubicBezTo>
                <a:cubicBezTo>
                  <a:pt x="38315" y="23561"/>
                  <a:pt x="38278" y="23561"/>
                  <a:pt x="38241" y="23636"/>
                </a:cubicBezTo>
                <a:cubicBezTo>
                  <a:pt x="38205" y="23636"/>
                  <a:pt x="38168" y="23774"/>
                  <a:pt x="38168" y="23849"/>
                </a:cubicBezTo>
                <a:cubicBezTo>
                  <a:pt x="38168" y="24000"/>
                  <a:pt x="38241" y="24075"/>
                  <a:pt x="38278" y="24225"/>
                </a:cubicBezTo>
                <a:cubicBezTo>
                  <a:pt x="38278" y="24300"/>
                  <a:pt x="38315" y="24375"/>
                  <a:pt x="38352" y="24526"/>
                </a:cubicBezTo>
                <a:lnTo>
                  <a:pt x="38352" y="24601"/>
                </a:lnTo>
                <a:cubicBezTo>
                  <a:pt x="38388" y="24664"/>
                  <a:pt x="38425" y="24664"/>
                  <a:pt x="38462" y="24664"/>
                </a:cubicBezTo>
                <a:cubicBezTo>
                  <a:pt x="38499" y="24664"/>
                  <a:pt x="38535" y="24664"/>
                  <a:pt x="38572" y="24601"/>
                </a:cubicBezTo>
                <a:cubicBezTo>
                  <a:pt x="38609" y="24601"/>
                  <a:pt x="38609" y="24526"/>
                  <a:pt x="38646" y="24526"/>
                </a:cubicBezTo>
                <a:cubicBezTo>
                  <a:pt x="38646" y="24451"/>
                  <a:pt x="38676" y="24526"/>
                  <a:pt x="38713" y="24526"/>
                </a:cubicBezTo>
                <a:cubicBezTo>
                  <a:pt x="38787" y="24526"/>
                  <a:pt x="38787" y="24526"/>
                  <a:pt x="38787" y="24526"/>
                </a:cubicBezTo>
                <a:cubicBezTo>
                  <a:pt x="38787" y="24526"/>
                  <a:pt x="38823" y="24526"/>
                  <a:pt x="38860" y="24526"/>
                </a:cubicBezTo>
                <a:cubicBezTo>
                  <a:pt x="38860" y="24601"/>
                  <a:pt x="38860" y="24664"/>
                  <a:pt x="38860" y="24664"/>
                </a:cubicBezTo>
                <a:cubicBezTo>
                  <a:pt x="38823" y="24751"/>
                  <a:pt x="38860" y="24814"/>
                  <a:pt x="38823" y="24814"/>
                </a:cubicBezTo>
                <a:cubicBezTo>
                  <a:pt x="38823" y="24889"/>
                  <a:pt x="38787" y="24814"/>
                  <a:pt x="38750" y="24814"/>
                </a:cubicBezTo>
                <a:cubicBezTo>
                  <a:pt x="38750" y="24889"/>
                  <a:pt x="38713" y="24889"/>
                  <a:pt x="38676" y="24889"/>
                </a:cubicBezTo>
                <a:cubicBezTo>
                  <a:pt x="38676" y="24965"/>
                  <a:pt x="38676" y="25040"/>
                  <a:pt x="38676" y="25040"/>
                </a:cubicBezTo>
                <a:cubicBezTo>
                  <a:pt x="38676" y="25115"/>
                  <a:pt x="38646" y="25115"/>
                  <a:pt x="38646" y="25190"/>
                </a:cubicBezTo>
                <a:cubicBezTo>
                  <a:pt x="38646" y="25265"/>
                  <a:pt x="38572" y="25265"/>
                  <a:pt x="38572" y="25416"/>
                </a:cubicBezTo>
                <a:cubicBezTo>
                  <a:pt x="38572" y="25491"/>
                  <a:pt x="38609" y="25491"/>
                  <a:pt x="38609" y="25566"/>
                </a:cubicBezTo>
                <a:cubicBezTo>
                  <a:pt x="38609" y="25716"/>
                  <a:pt x="38609" y="25779"/>
                  <a:pt x="38646" y="25854"/>
                </a:cubicBezTo>
                <a:cubicBezTo>
                  <a:pt x="38676" y="25930"/>
                  <a:pt x="38676" y="26005"/>
                  <a:pt x="38713" y="26005"/>
                </a:cubicBezTo>
                <a:cubicBezTo>
                  <a:pt x="38713" y="26080"/>
                  <a:pt x="38750" y="26005"/>
                  <a:pt x="38787" y="26005"/>
                </a:cubicBezTo>
                <a:cubicBezTo>
                  <a:pt x="38787" y="26005"/>
                  <a:pt x="38823" y="26005"/>
                  <a:pt x="38860" y="26005"/>
                </a:cubicBezTo>
                <a:lnTo>
                  <a:pt x="38897" y="25930"/>
                </a:lnTo>
                <a:cubicBezTo>
                  <a:pt x="38934" y="25854"/>
                  <a:pt x="38934" y="25779"/>
                  <a:pt x="38970" y="25779"/>
                </a:cubicBezTo>
                <a:cubicBezTo>
                  <a:pt x="38970" y="25716"/>
                  <a:pt x="38970" y="25641"/>
                  <a:pt x="39007" y="25641"/>
                </a:cubicBezTo>
                <a:cubicBezTo>
                  <a:pt x="39007" y="25641"/>
                  <a:pt x="39044" y="25566"/>
                  <a:pt x="39081" y="25566"/>
                </a:cubicBezTo>
                <a:cubicBezTo>
                  <a:pt x="39117" y="25566"/>
                  <a:pt x="39148" y="25641"/>
                  <a:pt x="39185" y="25641"/>
                </a:cubicBezTo>
                <a:cubicBezTo>
                  <a:pt x="39185" y="26230"/>
                  <a:pt x="39185" y="26230"/>
                  <a:pt x="39185" y="26230"/>
                </a:cubicBezTo>
                <a:cubicBezTo>
                  <a:pt x="39148" y="26230"/>
                  <a:pt x="39148" y="26306"/>
                  <a:pt x="39117" y="26381"/>
                </a:cubicBezTo>
                <a:cubicBezTo>
                  <a:pt x="39117" y="26381"/>
                  <a:pt x="39081" y="26381"/>
                  <a:pt x="39044" y="26381"/>
                </a:cubicBezTo>
                <a:cubicBezTo>
                  <a:pt x="39044" y="26381"/>
                  <a:pt x="39007" y="26456"/>
                  <a:pt x="38970" y="26456"/>
                </a:cubicBezTo>
                <a:cubicBezTo>
                  <a:pt x="38970" y="26531"/>
                  <a:pt x="38934" y="26531"/>
                  <a:pt x="38897" y="26606"/>
                </a:cubicBezTo>
                <a:cubicBezTo>
                  <a:pt x="38897" y="26681"/>
                  <a:pt x="38897" y="26744"/>
                  <a:pt x="38897" y="26832"/>
                </a:cubicBezTo>
                <a:cubicBezTo>
                  <a:pt x="38897" y="26895"/>
                  <a:pt x="38897" y="26970"/>
                  <a:pt x="38934" y="27045"/>
                </a:cubicBezTo>
                <a:cubicBezTo>
                  <a:pt x="38934" y="27045"/>
                  <a:pt x="38970" y="27120"/>
                  <a:pt x="39007" y="27120"/>
                </a:cubicBezTo>
                <a:cubicBezTo>
                  <a:pt x="39044" y="27195"/>
                  <a:pt x="39044" y="27195"/>
                  <a:pt x="39081" y="27271"/>
                </a:cubicBezTo>
                <a:cubicBezTo>
                  <a:pt x="39117" y="27421"/>
                  <a:pt x="39148" y="27571"/>
                  <a:pt x="39222" y="27722"/>
                </a:cubicBezTo>
                <a:cubicBezTo>
                  <a:pt x="39258" y="27722"/>
                  <a:pt x="39295" y="27797"/>
                  <a:pt x="39295" y="27797"/>
                </a:cubicBezTo>
                <a:cubicBezTo>
                  <a:pt x="39295" y="27860"/>
                  <a:pt x="39332" y="27860"/>
                  <a:pt x="39332" y="27935"/>
                </a:cubicBezTo>
                <a:cubicBezTo>
                  <a:pt x="39332" y="28010"/>
                  <a:pt x="39332" y="28085"/>
                  <a:pt x="39332" y="28085"/>
                </a:cubicBezTo>
                <a:cubicBezTo>
                  <a:pt x="39332" y="28236"/>
                  <a:pt x="39405" y="28311"/>
                  <a:pt x="39405" y="28386"/>
                </a:cubicBezTo>
                <a:cubicBezTo>
                  <a:pt x="39442" y="28461"/>
                  <a:pt x="39442" y="28612"/>
                  <a:pt x="39442" y="28687"/>
                </a:cubicBezTo>
                <a:cubicBezTo>
                  <a:pt x="39479" y="28825"/>
                  <a:pt x="39552" y="28825"/>
                  <a:pt x="39589" y="28912"/>
                </a:cubicBezTo>
                <a:cubicBezTo>
                  <a:pt x="39626" y="28975"/>
                  <a:pt x="39663" y="28975"/>
                  <a:pt x="39663" y="28975"/>
                </a:cubicBezTo>
                <a:cubicBezTo>
                  <a:pt x="39693" y="29050"/>
                  <a:pt x="39693" y="29050"/>
                  <a:pt x="39730" y="29125"/>
                </a:cubicBezTo>
                <a:cubicBezTo>
                  <a:pt x="39730" y="29201"/>
                  <a:pt x="39693" y="29351"/>
                  <a:pt x="39730" y="29426"/>
                </a:cubicBezTo>
                <a:cubicBezTo>
                  <a:pt x="39730" y="29501"/>
                  <a:pt x="39730" y="29501"/>
                  <a:pt x="39767" y="29577"/>
                </a:cubicBezTo>
                <a:cubicBezTo>
                  <a:pt x="39840" y="29652"/>
                  <a:pt x="39914" y="29652"/>
                  <a:pt x="39987" y="29727"/>
                </a:cubicBezTo>
                <a:cubicBezTo>
                  <a:pt x="40061" y="29727"/>
                  <a:pt x="40061" y="29877"/>
                  <a:pt x="40134" y="29940"/>
                </a:cubicBezTo>
                <a:cubicBezTo>
                  <a:pt x="40134" y="29940"/>
                  <a:pt x="40134" y="30015"/>
                  <a:pt x="40171" y="30090"/>
                </a:cubicBezTo>
                <a:cubicBezTo>
                  <a:pt x="40202" y="30090"/>
                  <a:pt x="40202" y="30090"/>
                  <a:pt x="40238" y="30090"/>
                </a:cubicBezTo>
                <a:cubicBezTo>
                  <a:pt x="40312" y="30090"/>
                  <a:pt x="40312" y="30090"/>
                  <a:pt x="40312" y="30090"/>
                </a:cubicBezTo>
                <a:cubicBezTo>
                  <a:pt x="40349" y="30090"/>
                  <a:pt x="40349" y="30015"/>
                  <a:pt x="40385" y="30015"/>
                </a:cubicBezTo>
                <a:cubicBezTo>
                  <a:pt x="40422" y="29940"/>
                  <a:pt x="40459" y="29940"/>
                  <a:pt x="40496" y="29940"/>
                </a:cubicBezTo>
                <a:cubicBezTo>
                  <a:pt x="40532" y="29940"/>
                  <a:pt x="40532" y="29940"/>
                  <a:pt x="40532" y="29940"/>
                </a:cubicBezTo>
                <a:cubicBezTo>
                  <a:pt x="40532" y="29940"/>
                  <a:pt x="40569" y="30015"/>
                  <a:pt x="40606" y="30015"/>
                </a:cubicBezTo>
                <a:cubicBezTo>
                  <a:pt x="40606" y="30015"/>
                  <a:pt x="40643" y="29940"/>
                  <a:pt x="40679" y="30015"/>
                </a:cubicBezTo>
                <a:cubicBezTo>
                  <a:pt x="40679" y="30015"/>
                  <a:pt x="40679" y="30090"/>
                  <a:pt x="40679" y="30166"/>
                </a:cubicBezTo>
                <a:cubicBezTo>
                  <a:pt x="40679" y="30166"/>
                  <a:pt x="40679" y="30241"/>
                  <a:pt x="40710" y="30316"/>
                </a:cubicBezTo>
                <a:cubicBezTo>
                  <a:pt x="40710" y="30391"/>
                  <a:pt x="40747" y="30391"/>
                  <a:pt x="40784" y="30391"/>
                </a:cubicBezTo>
                <a:cubicBezTo>
                  <a:pt x="40820" y="30466"/>
                  <a:pt x="40820" y="30466"/>
                  <a:pt x="40857" y="30466"/>
                </a:cubicBezTo>
                <a:cubicBezTo>
                  <a:pt x="40931" y="30542"/>
                  <a:pt x="40967" y="30466"/>
                  <a:pt x="41004" y="30466"/>
                </a:cubicBezTo>
                <a:cubicBezTo>
                  <a:pt x="41041" y="30542"/>
                  <a:pt x="41078" y="30542"/>
                  <a:pt x="41078" y="30617"/>
                </a:cubicBezTo>
                <a:cubicBezTo>
                  <a:pt x="41078" y="30692"/>
                  <a:pt x="41078" y="30767"/>
                  <a:pt x="41114" y="30767"/>
                </a:cubicBezTo>
                <a:cubicBezTo>
                  <a:pt x="41114" y="30842"/>
                  <a:pt x="41151" y="30905"/>
                  <a:pt x="41188" y="30905"/>
                </a:cubicBezTo>
                <a:cubicBezTo>
                  <a:pt x="41218" y="30905"/>
                  <a:pt x="41255" y="30905"/>
                  <a:pt x="41292" y="30905"/>
                </a:cubicBezTo>
                <a:cubicBezTo>
                  <a:pt x="41366" y="30905"/>
                  <a:pt x="41402" y="30993"/>
                  <a:pt x="41439" y="30905"/>
                </a:cubicBezTo>
                <a:cubicBezTo>
                  <a:pt x="41476" y="30905"/>
                  <a:pt x="41476" y="30842"/>
                  <a:pt x="41513" y="30842"/>
                </a:cubicBezTo>
                <a:cubicBezTo>
                  <a:pt x="41549" y="30767"/>
                  <a:pt x="41549" y="30767"/>
                  <a:pt x="41586" y="30767"/>
                </a:cubicBezTo>
                <a:cubicBezTo>
                  <a:pt x="41623" y="30692"/>
                  <a:pt x="41660" y="30692"/>
                  <a:pt x="41660" y="30617"/>
                </a:cubicBezTo>
                <a:cubicBezTo>
                  <a:pt x="41660" y="30617"/>
                  <a:pt x="41660" y="30542"/>
                  <a:pt x="41660" y="30466"/>
                </a:cubicBezTo>
                <a:cubicBezTo>
                  <a:pt x="41660" y="30316"/>
                  <a:pt x="41660" y="30316"/>
                  <a:pt x="41660" y="30316"/>
                </a:cubicBezTo>
                <a:cubicBezTo>
                  <a:pt x="41660" y="30090"/>
                  <a:pt x="41660" y="29940"/>
                  <a:pt x="41696" y="29802"/>
                </a:cubicBezTo>
                <a:cubicBezTo>
                  <a:pt x="41733" y="29652"/>
                  <a:pt x="41800" y="29652"/>
                  <a:pt x="41837" y="29501"/>
                </a:cubicBezTo>
                <a:cubicBezTo>
                  <a:pt x="41837" y="29501"/>
                  <a:pt x="41837" y="29426"/>
                  <a:pt x="41874" y="29351"/>
                </a:cubicBezTo>
                <a:cubicBezTo>
                  <a:pt x="41874" y="29351"/>
                  <a:pt x="41911" y="29276"/>
                  <a:pt x="41911" y="29201"/>
                </a:cubicBezTo>
                <a:cubicBezTo>
                  <a:pt x="41911" y="29125"/>
                  <a:pt x="41874" y="29050"/>
                  <a:pt x="41874" y="28975"/>
                </a:cubicBezTo>
                <a:cubicBezTo>
                  <a:pt x="41874" y="28912"/>
                  <a:pt x="41874" y="28912"/>
                  <a:pt x="41874" y="28825"/>
                </a:cubicBezTo>
                <a:cubicBezTo>
                  <a:pt x="41874" y="28762"/>
                  <a:pt x="41874" y="28762"/>
                  <a:pt x="41874" y="28687"/>
                </a:cubicBezTo>
                <a:cubicBezTo>
                  <a:pt x="41874" y="28536"/>
                  <a:pt x="41874" y="28461"/>
                  <a:pt x="41874" y="28386"/>
                </a:cubicBezTo>
                <a:cubicBezTo>
                  <a:pt x="41837" y="28311"/>
                  <a:pt x="41800" y="28311"/>
                  <a:pt x="41800" y="28311"/>
                </a:cubicBezTo>
                <a:cubicBezTo>
                  <a:pt x="41800" y="28236"/>
                  <a:pt x="41764" y="28160"/>
                  <a:pt x="41764" y="28160"/>
                </a:cubicBezTo>
                <a:cubicBezTo>
                  <a:pt x="41764" y="28085"/>
                  <a:pt x="41733" y="28010"/>
                  <a:pt x="41733" y="28010"/>
                </a:cubicBezTo>
                <a:cubicBezTo>
                  <a:pt x="41733" y="27860"/>
                  <a:pt x="41837" y="27797"/>
                  <a:pt x="41911" y="27797"/>
                </a:cubicBezTo>
                <a:cubicBezTo>
                  <a:pt x="41984" y="27797"/>
                  <a:pt x="41984" y="27797"/>
                  <a:pt x="41984" y="27797"/>
                </a:cubicBezTo>
                <a:cubicBezTo>
                  <a:pt x="42021" y="27797"/>
                  <a:pt x="42021" y="27797"/>
                  <a:pt x="42058" y="27797"/>
                </a:cubicBezTo>
                <a:cubicBezTo>
                  <a:pt x="42131" y="27797"/>
                  <a:pt x="42168" y="27797"/>
                  <a:pt x="42205" y="27797"/>
                </a:cubicBezTo>
                <a:cubicBezTo>
                  <a:pt x="42205" y="27646"/>
                  <a:pt x="42205" y="27646"/>
                  <a:pt x="42205" y="27496"/>
                </a:cubicBezTo>
                <a:lnTo>
                  <a:pt x="42205" y="27421"/>
                </a:lnTo>
                <a:cubicBezTo>
                  <a:pt x="42205" y="27346"/>
                  <a:pt x="42235" y="27271"/>
                  <a:pt x="42235" y="27271"/>
                </a:cubicBezTo>
                <a:cubicBezTo>
                  <a:pt x="42272" y="27195"/>
                  <a:pt x="42272" y="27195"/>
                  <a:pt x="42309" y="27120"/>
                </a:cubicBezTo>
                <a:cubicBezTo>
                  <a:pt x="42346" y="27120"/>
                  <a:pt x="42382" y="27120"/>
                  <a:pt x="42382" y="27120"/>
                </a:cubicBezTo>
                <a:cubicBezTo>
                  <a:pt x="42419" y="27120"/>
                  <a:pt x="42419" y="27045"/>
                  <a:pt x="42456" y="27045"/>
                </a:cubicBezTo>
                <a:cubicBezTo>
                  <a:pt x="42456" y="26306"/>
                  <a:pt x="42456" y="26306"/>
                  <a:pt x="42456" y="26306"/>
                </a:cubicBezTo>
                <a:cubicBezTo>
                  <a:pt x="42493" y="26230"/>
                  <a:pt x="42529" y="26230"/>
                  <a:pt x="42529" y="26155"/>
                </a:cubicBezTo>
                <a:cubicBezTo>
                  <a:pt x="42529" y="26080"/>
                  <a:pt x="42529" y="26005"/>
                  <a:pt x="42529" y="25930"/>
                </a:cubicBezTo>
                <a:cubicBezTo>
                  <a:pt x="42493" y="25854"/>
                  <a:pt x="42493" y="25854"/>
                  <a:pt x="42493" y="25779"/>
                </a:cubicBezTo>
                <a:cubicBezTo>
                  <a:pt x="42456" y="25716"/>
                  <a:pt x="42493" y="25716"/>
                  <a:pt x="42456" y="25641"/>
                </a:cubicBezTo>
                <a:cubicBezTo>
                  <a:pt x="42456" y="25566"/>
                  <a:pt x="42382" y="25641"/>
                  <a:pt x="42382" y="25566"/>
                </a:cubicBezTo>
                <a:cubicBezTo>
                  <a:pt x="42382" y="25491"/>
                  <a:pt x="42382" y="25416"/>
                  <a:pt x="42419" y="25340"/>
                </a:cubicBezTo>
                <a:cubicBezTo>
                  <a:pt x="42456" y="25340"/>
                  <a:pt x="42493" y="25340"/>
                  <a:pt x="42493" y="25340"/>
                </a:cubicBezTo>
                <a:cubicBezTo>
                  <a:pt x="42529" y="25340"/>
                  <a:pt x="42603" y="25340"/>
                  <a:pt x="42640" y="25340"/>
                </a:cubicBezTo>
                <a:cubicBezTo>
                  <a:pt x="42676" y="25265"/>
                  <a:pt x="42676" y="25265"/>
                  <a:pt x="42713" y="25265"/>
                </a:cubicBezTo>
                <a:cubicBezTo>
                  <a:pt x="42750" y="25190"/>
                  <a:pt x="42750" y="25190"/>
                  <a:pt x="42781" y="25115"/>
                </a:cubicBezTo>
                <a:cubicBezTo>
                  <a:pt x="42781" y="25115"/>
                  <a:pt x="42781" y="25040"/>
                  <a:pt x="42781" y="24965"/>
                </a:cubicBezTo>
                <a:cubicBezTo>
                  <a:pt x="42781" y="24965"/>
                  <a:pt x="42781" y="24889"/>
                  <a:pt x="42781" y="24814"/>
                </a:cubicBezTo>
                <a:cubicBezTo>
                  <a:pt x="42781" y="24814"/>
                  <a:pt x="42781" y="24751"/>
                  <a:pt x="42781" y="24664"/>
                </a:cubicBezTo>
                <a:cubicBezTo>
                  <a:pt x="43222" y="24664"/>
                  <a:pt x="43222" y="24664"/>
                  <a:pt x="43222" y="24664"/>
                </a:cubicBezTo>
                <a:cubicBezTo>
                  <a:pt x="43222" y="24526"/>
                  <a:pt x="43222" y="24451"/>
                  <a:pt x="43222" y="24300"/>
                </a:cubicBezTo>
                <a:cubicBezTo>
                  <a:pt x="43222" y="24225"/>
                  <a:pt x="43222" y="24225"/>
                  <a:pt x="43222" y="24150"/>
                </a:cubicBezTo>
                <a:cubicBezTo>
                  <a:pt x="43473" y="24150"/>
                  <a:pt x="43473" y="24150"/>
                  <a:pt x="43473" y="24150"/>
                </a:cubicBezTo>
                <a:cubicBezTo>
                  <a:pt x="43473" y="24300"/>
                  <a:pt x="43436" y="24451"/>
                  <a:pt x="43473" y="24601"/>
                </a:cubicBezTo>
                <a:cubicBezTo>
                  <a:pt x="43473" y="24664"/>
                  <a:pt x="43473" y="24664"/>
                  <a:pt x="43473" y="24751"/>
                </a:cubicBezTo>
                <a:cubicBezTo>
                  <a:pt x="43509" y="24751"/>
                  <a:pt x="43546" y="24751"/>
                  <a:pt x="43620" y="24751"/>
                </a:cubicBezTo>
                <a:cubicBezTo>
                  <a:pt x="43656" y="24751"/>
                  <a:pt x="43656" y="24751"/>
                  <a:pt x="43693" y="24751"/>
                </a:cubicBezTo>
                <a:cubicBezTo>
                  <a:pt x="43767" y="24751"/>
                  <a:pt x="43797" y="24601"/>
                  <a:pt x="43871" y="24526"/>
                </a:cubicBezTo>
                <a:cubicBezTo>
                  <a:pt x="43908" y="24451"/>
                  <a:pt x="43908" y="24375"/>
                  <a:pt x="43944" y="24375"/>
                </a:cubicBezTo>
                <a:cubicBezTo>
                  <a:pt x="43981" y="24300"/>
                  <a:pt x="43981" y="24225"/>
                  <a:pt x="44018" y="24225"/>
                </a:cubicBezTo>
                <a:cubicBezTo>
                  <a:pt x="44055" y="24150"/>
                  <a:pt x="44055" y="24150"/>
                  <a:pt x="44091" y="24150"/>
                </a:cubicBezTo>
                <a:cubicBezTo>
                  <a:pt x="44165" y="24150"/>
                  <a:pt x="44165" y="24150"/>
                  <a:pt x="44165" y="24150"/>
                </a:cubicBezTo>
                <a:cubicBezTo>
                  <a:pt x="44202" y="24150"/>
                  <a:pt x="44238" y="24150"/>
                  <a:pt x="44312" y="24150"/>
                </a:cubicBezTo>
                <a:cubicBezTo>
                  <a:pt x="44312" y="24150"/>
                  <a:pt x="44343" y="24075"/>
                  <a:pt x="44379" y="24075"/>
                </a:cubicBezTo>
                <a:cubicBezTo>
                  <a:pt x="44379" y="24000"/>
                  <a:pt x="44416" y="24075"/>
                  <a:pt x="44453" y="24000"/>
                </a:cubicBezTo>
                <a:cubicBezTo>
                  <a:pt x="44453" y="24000"/>
                  <a:pt x="44416" y="23924"/>
                  <a:pt x="44453" y="23849"/>
                </a:cubicBezTo>
                <a:cubicBezTo>
                  <a:pt x="44490" y="23699"/>
                  <a:pt x="44490" y="23699"/>
                  <a:pt x="44490" y="23699"/>
                </a:cubicBezTo>
                <a:lnTo>
                  <a:pt x="44526" y="23636"/>
                </a:lnTo>
                <a:cubicBezTo>
                  <a:pt x="44563" y="23561"/>
                  <a:pt x="44600" y="23561"/>
                  <a:pt x="44600" y="23561"/>
                </a:cubicBezTo>
                <a:cubicBezTo>
                  <a:pt x="44637" y="23486"/>
                  <a:pt x="44673" y="23486"/>
                  <a:pt x="44673" y="23486"/>
                </a:cubicBezTo>
                <a:cubicBezTo>
                  <a:pt x="44710" y="23410"/>
                  <a:pt x="44710" y="23335"/>
                  <a:pt x="44710" y="23335"/>
                </a:cubicBezTo>
                <a:cubicBezTo>
                  <a:pt x="44747" y="23260"/>
                  <a:pt x="44747" y="23185"/>
                  <a:pt x="44784" y="23185"/>
                </a:cubicBezTo>
                <a:cubicBezTo>
                  <a:pt x="44784" y="23110"/>
                  <a:pt x="44814" y="23185"/>
                  <a:pt x="44851" y="23110"/>
                </a:cubicBezTo>
                <a:cubicBezTo>
                  <a:pt x="44888" y="23034"/>
                  <a:pt x="44888" y="22959"/>
                  <a:pt x="44924" y="22809"/>
                </a:cubicBezTo>
                <a:cubicBezTo>
                  <a:pt x="44924" y="22809"/>
                  <a:pt x="44924" y="22734"/>
                  <a:pt x="44961" y="22671"/>
                </a:cubicBezTo>
                <a:cubicBezTo>
                  <a:pt x="44961" y="22671"/>
                  <a:pt x="44998" y="22671"/>
                  <a:pt x="45035" y="22671"/>
                </a:cubicBezTo>
                <a:cubicBezTo>
                  <a:pt x="45071" y="22671"/>
                  <a:pt x="45071" y="22671"/>
                  <a:pt x="45108" y="22583"/>
                </a:cubicBezTo>
                <a:cubicBezTo>
                  <a:pt x="45108" y="22583"/>
                  <a:pt x="45108" y="22521"/>
                  <a:pt x="45108" y="22445"/>
                </a:cubicBezTo>
                <a:cubicBezTo>
                  <a:pt x="45108" y="22370"/>
                  <a:pt x="45145" y="22370"/>
                  <a:pt x="45145" y="22295"/>
                </a:cubicBezTo>
                <a:cubicBezTo>
                  <a:pt x="45182" y="22295"/>
                  <a:pt x="45218" y="22295"/>
                  <a:pt x="45218" y="22295"/>
                </a:cubicBezTo>
                <a:cubicBezTo>
                  <a:pt x="45255" y="22220"/>
                  <a:pt x="45286" y="22220"/>
                  <a:pt x="45286" y="22145"/>
                </a:cubicBezTo>
                <a:cubicBezTo>
                  <a:pt x="45329" y="21994"/>
                  <a:pt x="45286" y="21844"/>
                  <a:pt x="45286" y="21693"/>
                </a:cubicBezTo>
                <a:close/>
                <a:moveTo>
                  <a:pt x="26223" y="10627"/>
                </a:moveTo>
                <a:lnTo>
                  <a:pt x="26223" y="10627"/>
                </a:lnTo>
                <a:cubicBezTo>
                  <a:pt x="26474" y="11141"/>
                  <a:pt x="26474" y="11141"/>
                  <a:pt x="26474" y="11141"/>
                </a:cubicBezTo>
                <a:cubicBezTo>
                  <a:pt x="26768" y="11367"/>
                  <a:pt x="26768" y="11367"/>
                  <a:pt x="26768" y="11367"/>
                </a:cubicBezTo>
                <a:cubicBezTo>
                  <a:pt x="27093" y="11141"/>
                  <a:pt x="27093" y="11141"/>
                  <a:pt x="27093" y="11141"/>
                </a:cubicBezTo>
                <a:cubicBezTo>
                  <a:pt x="27093" y="11141"/>
                  <a:pt x="27093" y="10991"/>
                  <a:pt x="27240" y="11141"/>
                </a:cubicBezTo>
                <a:cubicBezTo>
                  <a:pt x="27381" y="11216"/>
                  <a:pt x="27454" y="11291"/>
                  <a:pt x="27528" y="11291"/>
                </a:cubicBezTo>
                <a:cubicBezTo>
                  <a:pt x="27638" y="11291"/>
                  <a:pt x="27785" y="11442"/>
                  <a:pt x="27785" y="11291"/>
                </a:cubicBezTo>
                <a:cubicBezTo>
                  <a:pt x="27822" y="11141"/>
                  <a:pt x="28000" y="10991"/>
                  <a:pt x="28000" y="10991"/>
                </a:cubicBezTo>
                <a:cubicBezTo>
                  <a:pt x="28000" y="10991"/>
                  <a:pt x="28147" y="11216"/>
                  <a:pt x="28220" y="11216"/>
                </a:cubicBezTo>
                <a:cubicBezTo>
                  <a:pt x="28294" y="11216"/>
                  <a:pt x="28434" y="11291"/>
                  <a:pt x="28471" y="11216"/>
                </a:cubicBezTo>
                <a:cubicBezTo>
                  <a:pt x="28545" y="11141"/>
                  <a:pt x="28508" y="11141"/>
                  <a:pt x="28618" y="11141"/>
                </a:cubicBezTo>
                <a:cubicBezTo>
                  <a:pt x="28912" y="11141"/>
                  <a:pt x="28912" y="11141"/>
                  <a:pt x="28912" y="11141"/>
                </a:cubicBezTo>
                <a:cubicBezTo>
                  <a:pt x="28943" y="11291"/>
                  <a:pt x="28802" y="11517"/>
                  <a:pt x="28875" y="11592"/>
                </a:cubicBezTo>
                <a:cubicBezTo>
                  <a:pt x="29127" y="11667"/>
                  <a:pt x="29237" y="11517"/>
                  <a:pt x="29237" y="11517"/>
                </a:cubicBezTo>
                <a:cubicBezTo>
                  <a:pt x="29451" y="11517"/>
                  <a:pt x="29451" y="11517"/>
                  <a:pt x="29451" y="11517"/>
                </a:cubicBezTo>
                <a:cubicBezTo>
                  <a:pt x="29745" y="11291"/>
                  <a:pt x="29745" y="11291"/>
                  <a:pt x="29745" y="11291"/>
                </a:cubicBezTo>
                <a:cubicBezTo>
                  <a:pt x="29745" y="11291"/>
                  <a:pt x="29745" y="11141"/>
                  <a:pt x="29892" y="11141"/>
                </a:cubicBezTo>
                <a:cubicBezTo>
                  <a:pt x="29996" y="11141"/>
                  <a:pt x="30070" y="10778"/>
                  <a:pt x="30070" y="10778"/>
                </a:cubicBezTo>
                <a:cubicBezTo>
                  <a:pt x="29996" y="10326"/>
                  <a:pt x="29996" y="10326"/>
                  <a:pt x="29996" y="10326"/>
                </a:cubicBezTo>
                <a:cubicBezTo>
                  <a:pt x="29745" y="10627"/>
                  <a:pt x="29745" y="10627"/>
                  <a:pt x="29745" y="10627"/>
                </a:cubicBezTo>
                <a:cubicBezTo>
                  <a:pt x="29635" y="10026"/>
                  <a:pt x="29635" y="10026"/>
                  <a:pt x="29635" y="10026"/>
                </a:cubicBezTo>
                <a:cubicBezTo>
                  <a:pt x="29929" y="9963"/>
                  <a:pt x="29929" y="9963"/>
                  <a:pt x="29929" y="9963"/>
                </a:cubicBezTo>
                <a:cubicBezTo>
                  <a:pt x="30033" y="9437"/>
                  <a:pt x="30033" y="9437"/>
                  <a:pt x="30033" y="9437"/>
                </a:cubicBezTo>
                <a:cubicBezTo>
                  <a:pt x="29929" y="8998"/>
                  <a:pt x="29929" y="8998"/>
                  <a:pt x="29929" y="8998"/>
                </a:cubicBezTo>
                <a:cubicBezTo>
                  <a:pt x="30143" y="8998"/>
                  <a:pt x="30143" y="8998"/>
                  <a:pt x="30143" y="8998"/>
                </a:cubicBezTo>
                <a:cubicBezTo>
                  <a:pt x="30505" y="9061"/>
                  <a:pt x="30505" y="9061"/>
                  <a:pt x="30505" y="9061"/>
                </a:cubicBezTo>
                <a:cubicBezTo>
                  <a:pt x="30505" y="9061"/>
                  <a:pt x="30615" y="9061"/>
                  <a:pt x="30689" y="8998"/>
                </a:cubicBezTo>
                <a:cubicBezTo>
                  <a:pt x="30725" y="8848"/>
                  <a:pt x="30689" y="8472"/>
                  <a:pt x="30689" y="8472"/>
                </a:cubicBezTo>
                <a:cubicBezTo>
                  <a:pt x="30689" y="8472"/>
                  <a:pt x="30364" y="8096"/>
                  <a:pt x="30542" y="8096"/>
                </a:cubicBezTo>
                <a:cubicBezTo>
                  <a:pt x="30836" y="8096"/>
                  <a:pt x="30836" y="8096"/>
                  <a:pt x="30836" y="8096"/>
                </a:cubicBezTo>
                <a:cubicBezTo>
                  <a:pt x="30946" y="8096"/>
                  <a:pt x="31013" y="8171"/>
                  <a:pt x="31013" y="8020"/>
                </a:cubicBezTo>
                <a:cubicBezTo>
                  <a:pt x="31013" y="7807"/>
                  <a:pt x="30872" y="7507"/>
                  <a:pt x="30872" y="7507"/>
                </a:cubicBezTo>
                <a:cubicBezTo>
                  <a:pt x="30872" y="7507"/>
                  <a:pt x="30689" y="7507"/>
                  <a:pt x="30578" y="7356"/>
                </a:cubicBezTo>
                <a:cubicBezTo>
                  <a:pt x="30505" y="7206"/>
                  <a:pt x="30327" y="7281"/>
                  <a:pt x="30327" y="7281"/>
                </a:cubicBezTo>
                <a:cubicBezTo>
                  <a:pt x="30070" y="7507"/>
                  <a:pt x="30070" y="7507"/>
                  <a:pt x="30070" y="7507"/>
                </a:cubicBezTo>
                <a:cubicBezTo>
                  <a:pt x="29892" y="7732"/>
                  <a:pt x="29892" y="7732"/>
                  <a:pt x="29892" y="7732"/>
                </a:cubicBezTo>
                <a:cubicBezTo>
                  <a:pt x="29856" y="7356"/>
                  <a:pt x="29856" y="7356"/>
                  <a:pt x="29856" y="7356"/>
                </a:cubicBezTo>
                <a:cubicBezTo>
                  <a:pt x="30107" y="7206"/>
                  <a:pt x="30107" y="7206"/>
                  <a:pt x="30107" y="7206"/>
                </a:cubicBezTo>
                <a:cubicBezTo>
                  <a:pt x="30107" y="7206"/>
                  <a:pt x="30070" y="7055"/>
                  <a:pt x="30143" y="6980"/>
                </a:cubicBezTo>
                <a:cubicBezTo>
                  <a:pt x="30217" y="6980"/>
                  <a:pt x="30364" y="6767"/>
                  <a:pt x="30364" y="6767"/>
                </a:cubicBezTo>
                <a:cubicBezTo>
                  <a:pt x="30615" y="6767"/>
                  <a:pt x="30615" y="6767"/>
                  <a:pt x="30615" y="6767"/>
                </a:cubicBezTo>
                <a:cubicBezTo>
                  <a:pt x="30725" y="7055"/>
                  <a:pt x="30725" y="7055"/>
                  <a:pt x="30725" y="7055"/>
                </a:cubicBezTo>
                <a:cubicBezTo>
                  <a:pt x="31087" y="7131"/>
                  <a:pt x="31087" y="7131"/>
                  <a:pt x="31087" y="7131"/>
                </a:cubicBezTo>
                <a:cubicBezTo>
                  <a:pt x="31087" y="7131"/>
                  <a:pt x="31234" y="7206"/>
                  <a:pt x="31307" y="7055"/>
                </a:cubicBezTo>
                <a:cubicBezTo>
                  <a:pt x="31381" y="6918"/>
                  <a:pt x="31558" y="6692"/>
                  <a:pt x="31558" y="6692"/>
                </a:cubicBezTo>
                <a:cubicBezTo>
                  <a:pt x="31271" y="6241"/>
                  <a:pt x="31271" y="6241"/>
                  <a:pt x="31271" y="6241"/>
                </a:cubicBezTo>
                <a:cubicBezTo>
                  <a:pt x="31595" y="6166"/>
                  <a:pt x="31595" y="6166"/>
                  <a:pt x="31595" y="6166"/>
                </a:cubicBezTo>
                <a:cubicBezTo>
                  <a:pt x="31742" y="6542"/>
                  <a:pt x="31742" y="6542"/>
                  <a:pt x="31742" y="6542"/>
                </a:cubicBezTo>
                <a:cubicBezTo>
                  <a:pt x="32030" y="6466"/>
                  <a:pt x="32030" y="6466"/>
                  <a:pt x="32030" y="6466"/>
                </a:cubicBezTo>
                <a:cubicBezTo>
                  <a:pt x="32361" y="6241"/>
                  <a:pt x="32361" y="6241"/>
                  <a:pt x="32361" y="6241"/>
                </a:cubicBezTo>
                <a:cubicBezTo>
                  <a:pt x="32214" y="5802"/>
                  <a:pt x="32214" y="5802"/>
                  <a:pt x="32214" y="5802"/>
                </a:cubicBezTo>
                <a:cubicBezTo>
                  <a:pt x="32000" y="5577"/>
                  <a:pt x="32000" y="5577"/>
                  <a:pt x="32000" y="5577"/>
                </a:cubicBezTo>
                <a:cubicBezTo>
                  <a:pt x="32398" y="5577"/>
                  <a:pt x="32398" y="5577"/>
                  <a:pt x="32398" y="5577"/>
                </a:cubicBezTo>
                <a:cubicBezTo>
                  <a:pt x="32649" y="5577"/>
                  <a:pt x="32649" y="5577"/>
                  <a:pt x="32649" y="5577"/>
                </a:cubicBezTo>
                <a:cubicBezTo>
                  <a:pt x="32759" y="5276"/>
                  <a:pt x="32759" y="5276"/>
                  <a:pt x="32759" y="5276"/>
                </a:cubicBezTo>
                <a:cubicBezTo>
                  <a:pt x="33084" y="5125"/>
                  <a:pt x="33084" y="5125"/>
                  <a:pt x="33084" y="5125"/>
                </a:cubicBezTo>
                <a:cubicBezTo>
                  <a:pt x="33378" y="4687"/>
                  <a:pt x="33378" y="4687"/>
                  <a:pt x="33378" y="4687"/>
                </a:cubicBezTo>
                <a:cubicBezTo>
                  <a:pt x="33378" y="4687"/>
                  <a:pt x="33666" y="4461"/>
                  <a:pt x="33739" y="4461"/>
                </a:cubicBezTo>
                <a:cubicBezTo>
                  <a:pt x="33849" y="4386"/>
                  <a:pt x="34064" y="4010"/>
                  <a:pt x="34064" y="4010"/>
                </a:cubicBezTo>
                <a:cubicBezTo>
                  <a:pt x="34395" y="3935"/>
                  <a:pt x="34395" y="3935"/>
                  <a:pt x="34395" y="3935"/>
                </a:cubicBezTo>
                <a:cubicBezTo>
                  <a:pt x="34578" y="3722"/>
                  <a:pt x="34578" y="3722"/>
                  <a:pt x="34578" y="3722"/>
                </a:cubicBezTo>
                <a:cubicBezTo>
                  <a:pt x="34431" y="3346"/>
                  <a:pt x="34431" y="3346"/>
                  <a:pt x="34431" y="3346"/>
                </a:cubicBezTo>
                <a:cubicBezTo>
                  <a:pt x="34431" y="3346"/>
                  <a:pt x="34248" y="3571"/>
                  <a:pt x="34174" y="3571"/>
                </a:cubicBezTo>
                <a:cubicBezTo>
                  <a:pt x="34137" y="3571"/>
                  <a:pt x="33886" y="3860"/>
                  <a:pt x="33813" y="3722"/>
                </a:cubicBezTo>
                <a:cubicBezTo>
                  <a:pt x="33739" y="3646"/>
                  <a:pt x="33813" y="3571"/>
                  <a:pt x="33666" y="3571"/>
                </a:cubicBezTo>
                <a:cubicBezTo>
                  <a:pt x="33519" y="3571"/>
                  <a:pt x="33231" y="3646"/>
                  <a:pt x="33231" y="3646"/>
                </a:cubicBezTo>
                <a:cubicBezTo>
                  <a:pt x="33304" y="3271"/>
                  <a:pt x="33304" y="3271"/>
                  <a:pt x="33304" y="3271"/>
                </a:cubicBezTo>
                <a:cubicBezTo>
                  <a:pt x="33629" y="3195"/>
                  <a:pt x="33629" y="3195"/>
                  <a:pt x="33629" y="3195"/>
                </a:cubicBezTo>
                <a:cubicBezTo>
                  <a:pt x="34033" y="3195"/>
                  <a:pt x="34033" y="3195"/>
                  <a:pt x="34033" y="3195"/>
                </a:cubicBezTo>
                <a:cubicBezTo>
                  <a:pt x="34395" y="3195"/>
                  <a:pt x="34395" y="3195"/>
                  <a:pt x="34395" y="3195"/>
                </a:cubicBezTo>
                <a:cubicBezTo>
                  <a:pt x="34395" y="3195"/>
                  <a:pt x="34609" y="2970"/>
                  <a:pt x="34756" y="2970"/>
                </a:cubicBezTo>
                <a:cubicBezTo>
                  <a:pt x="34903" y="2970"/>
                  <a:pt x="35117" y="2757"/>
                  <a:pt x="35117" y="2757"/>
                </a:cubicBezTo>
                <a:cubicBezTo>
                  <a:pt x="35522" y="2757"/>
                  <a:pt x="35522" y="2757"/>
                  <a:pt x="35522" y="2757"/>
                </a:cubicBezTo>
                <a:cubicBezTo>
                  <a:pt x="35522" y="2757"/>
                  <a:pt x="35552" y="2456"/>
                  <a:pt x="35595" y="2306"/>
                </a:cubicBezTo>
                <a:cubicBezTo>
                  <a:pt x="35663" y="2080"/>
                  <a:pt x="35552" y="1854"/>
                  <a:pt x="35552" y="1854"/>
                </a:cubicBezTo>
                <a:cubicBezTo>
                  <a:pt x="35228" y="2005"/>
                  <a:pt x="35228" y="2005"/>
                  <a:pt x="35228" y="2005"/>
                </a:cubicBezTo>
                <a:cubicBezTo>
                  <a:pt x="34977" y="1930"/>
                  <a:pt x="34977" y="1930"/>
                  <a:pt x="34977" y="1930"/>
                </a:cubicBezTo>
                <a:cubicBezTo>
                  <a:pt x="34903" y="1566"/>
                  <a:pt x="34903" y="1566"/>
                  <a:pt x="34903" y="1566"/>
                </a:cubicBezTo>
                <a:cubicBezTo>
                  <a:pt x="34578" y="1190"/>
                  <a:pt x="34578" y="1190"/>
                  <a:pt x="34578" y="1190"/>
                </a:cubicBezTo>
                <a:cubicBezTo>
                  <a:pt x="34284" y="1340"/>
                  <a:pt x="34284" y="1340"/>
                  <a:pt x="34284" y="1340"/>
                </a:cubicBezTo>
                <a:cubicBezTo>
                  <a:pt x="33923" y="1340"/>
                  <a:pt x="33923" y="1340"/>
                  <a:pt x="33923" y="1340"/>
                </a:cubicBezTo>
                <a:cubicBezTo>
                  <a:pt x="33519" y="1566"/>
                  <a:pt x="33519" y="1566"/>
                  <a:pt x="33519" y="1566"/>
                </a:cubicBezTo>
                <a:cubicBezTo>
                  <a:pt x="33562" y="1265"/>
                  <a:pt x="33562" y="1265"/>
                  <a:pt x="33562" y="1265"/>
                </a:cubicBezTo>
                <a:cubicBezTo>
                  <a:pt x="33231" y="1190"/>
                  <a:pt x="33231" y="1190"/>
                  <a:pt x="33231" y="1190"/>
                </a:cubicBezTo>
                <a:cubicBezTo>
                  <a:pt x="33231" y="1190"/>
                  <a:pt x="33016" y="1340"/>
                  <a:pt x="32980" y="1265"/>
                </a:cubicBezTo>
                <a:cubicBezTo>
                  <a:pt x="32943" y="1115"/>
                  <a:pt x="32906" y="965"/>
                  <a:pt x="32906" y="965"/>
                </a:cubicBezTo>
                <a:cubicBezTo>
                  <a:pt x="32649" y="965"/>
                  <a:pt x="32649" y="965"/>
                  <a:pt x="32649" y="965"/>
                </a:cubicBezTo>
                <a:cubicBezTo>
                  <a:pt x="32471" y="739"/>
                  <a:pt x="32287" y="739"/>
                  <a:pt x="32287" y="739"/>
                </a:cubicBezTo>
                <a:cubicBezTo>
                  <a:pt x="32287" y="739"/>
                  <a:pt x="32287" y="1340"/>
                  <a:pt x="32251" y="1265"/>
                </a:cubicBezTo>
                <a:cubicBezTo>
                  <a:pt x="32177" y="1265"/>
                  <a:pt x="32104" y="1416"/>
                  <a:pt x="32030" y="1265"/>
                </a:cubicBezTo>
                <a:cubicBezTo>
                  <a:pt x="31963" y="1040"/>
                  <a:pt x="32000" y="965"/>
                  <a:pt x="31889" y="965"/>
                </a:cubicBezTo>
                <a:cubicBezTo>
                  <a:pt x="31779" y="965"/>
                  <a:pt x="31742" y="965"/>
                  <a:pt x="31669" y="965"/>
                </a:cubicBezTo>
                <a:cubicBezTo>
                  <a:pt x="31595" y="965"/>
                  <a:pt x="31595" y="1340"/>
                  <a:pt x="31595" y="1340"/>
                </a:cubicBezTo>
                <a:cubicBezTo>
                  <a:pt x="31485" y="1566"/>
                  <a:pt x="31271" y="1340"/>
                  <a:pt x="31271" y="1340"/>
                </a:cubicBezTo>
                <a:cubicBezTo>
                  <a:pt x="31087" y="965"/>
                  <a:pt x="30946" y="965"/>
                  <a:pt x="30946" y="965"/>
                </a:cubicBezTo>
                <a:cubicBezTo>
                  <a:pt x="30615" y="889"/>
                  <a:pt x="30615" y="889"/>
                  <a:pt x="30615" y="889"/>
                </a:cubicBezTo>
                <a:cubicBezTo>
                  <a:pt x="30615" y="889"/>
                  <a:pt x="30364" y="739"/>
                  <a:pt x="30364" y="889"/>
                </a:cubicBezTo>
                <a:cubicBezTo>
                  <a:pt x="30290" y="1265"/>
                  <a:pt x="30364" y="1566"/>
                  <a:pt x="30364" y="1566"/>
                </a:cubicBezTo>
                <a:cubicBezTo>
                  <a:pt x="30217" y="1566"/>
                  <a:pt x="30217" y="1566"/>
                  <a:pt x="30217" y="1566"/>
                </a:cubicBezTo>
                <a:cubicBezTo>
                  <a:pt x="29996" y="1340"/>
                  <a:pt x="29996" y="1340"/>
                  <a:pt x="29996" y="1340"/>
                </a:cubicBezTo>
                <a:cubicBezTo>
                  <a:pt x="29996" y="1340"/>
                  <a:pt x="29960" y="1190"/>
                  <a:pt x="29856" y="1190"/>
                </a:cubicBezTo>
                <a:cubicBezTo>
                  <a:pt x="29525" y="1190"/>
                  <a:pt x="29525" y="1190"/>
                  <a:pt x="29525" y="1190"/>
                </a:cubicBezTo>
                <a:cubicBezTo>
                  <a:pt x="29525" y="1491"/>
                  <a:pt x="29525" y="1491"/>
                  <a:pt x="29525" y="1491"/>
                </a:cubicBezTo>
                <a:cubicBezTo>
                  <a:pt x="29237" y="1491"/>
                  <a:pt x="29237" y="1491"/>
                  <a:pt x="29237" y="1491"/>
                </a:cubicBezTo>
                <a:cubicBezTo>
                  <a:pt x="29090" y="1340"/>
                  <a:pt x="28802" y="1416"/>
                  <a:pt x="28802" y="1416"/>
                </a:cubicBezTo>
                <a:cubicBezTo>
                  <a:pt x="28692" y="1641"/>
                  <a:pt x="28471" y="1704"/>
                  <a:pt x="28471" y="1704"/>
                </a:cubicBezTo>
                <a:cubicBezTo>
                  <a:pt x="28294" y="2155"/>
                  <a:pt x="28294" y="2155"/>
                  <a:pt x="28294" y="2155"/>
                </a:cubicBezTo>
                <a:cubicBezTo>
                  <a:pt x="28692" y="2155"/>
                  <a:pt x="28692" y="2155"/>
                  <a:pt x="28692" y="2155"/>
                </a:cubicBezTo>
                <a:cubicBezTo>
                  <a:pt x="28802" y="2306"/>
                  <a:pt x="29200" y="2531"/>
                  <a:pt x="29200" y="2531"/>
                </a:cubicBezTo>
                <a:cubicBezTo>
                  <a:pt x="29200" y="2531"/>
                  <a:pt x="29310" y="2381"/>
                  <a:pt x="29347" y="2531"/>
                </a:cubicBezTo>
                <a:cubicBezTo>
                  <a:pt x="29384" y="2757"/>
                  <a:pt x="29415" y="2970"/>
                  <a:pt x="29415" y="2970"/>
                </a:cubicBezTo>
                <a:cubicBezTo>
                  <a:pt x="29415" y="2970"/>
                  <a:pt x="29163" y="3045"/>
                  <a:pt x="29090" y="2895"/>
                </a:cubicBezTo>
                <a:cubicBezTo>
                  <a:pt x="29016" y="2757"/>
                  <a:pt x="28943" y="2606"/>
                  <a:pt x="28839" y="2606"/>
                </a:cubicBezTo>
                <a:cubicBezTo>
                  <a:pt x="28471" y="2606"/>
                  <a:pt x="28471" y="2606"/>
                  <a:pt x="28471" y="2606"/>
                </a:cubicBezTo>
                <a:cubicBezTo>
                  <a:pt x="28471" y="2606"/>
                  <a:pt x="28257" y="2531"/>
                  <a:pt x="28183" y="2381"/>
                </a:cubicBezTo>
                <a:cubicBezTo>
                  <a:pt x="28147" y="2306"/>
                  <a:pt x="28110" y="2005"/>
                  <a:pt x="28000" y="2005"/>
                </a:cubicBezTo>
                <a:cubicBezTo>
                  <a:pt x="27926" y="2080"/>
                  <a:pt x="27748" y="2080"/>
                  <a:pt x="27748" y="2080"/>
                </a:cubicBezTo>
                <a:cubicBezTo>
                  <a:pt x="27528" y="1854"/>
                  <a:pt x="27528" y="1854"/>
                  <a:pt x="27528" y="1854"/>
                </a:cubicBezTo>
                <a:cubicBezTo>
                  <a:pt x="27528" y="1854"/>
                  <a:pt x="27454" y="1779"/>
                  <a:pt x="27381" y="1854"/>
                </a:cubicBezTo>
                <a:cubicBezTo>
                  <a:pt x="27203" y="1930"/>
                  <a:pt x="27203" y="1930"/>
                  <a:pt x="27203" y="1930"/>
                </a:cubicBezTo>
                <a:cubicBezTo>
                  <a:pt x="27166" y="2230"/>
                  <a:pt x="27166" y="2230"/>
                  <a:pt x="27166" y="2230"/>
                </a:cubicBezTo>
                <a:cubicBezTo>
                  <a:pt x="27166" y="2230"/>
                  <a:pt x="27240" y="2606"/>
                  <a:pt x="27166" y="2606"/>
                </a:cubicBezTo>
                <a:cubicBezTo>
                  <a:pt x="26909" y="2606"/>
                  <a:pt x="26909" y="2606"/>
                  <a:pt x="26909" y="2606"/>
                </a:cubicBezTo>
                <a:cubicBezTo>
                  <a:pt x="26621" y="2456"/>
                  <a:pt x="26621" y="2456"/>
                  <a:pt x="26621" y="2456"/>
                </a:cubicBezTo>
                <a:cubicBezTo>
                  <a:pt x="26474" y="2456"/>
                  <a:pt x="26474" y="2456"/>
                  <a:pt x="26474" y="2456"/>
                </a:cubicBezTo>
                <a:cubicBezTo>
                  <a:pt x="26297" y="2757"/>
                  <a:pt x="26297" y="2757"/>
                  <a:pt x="26297" y="2757"/>
                </a:cubicBezTo>
                <a:cubicBezTo>
                  <a:pt x="26297" y="2757"/>
                  <a:pt x="26223" y="2895"/>
                  <a:pt x="26150" y="2895"/>
                </a:cubicBezTo>
                <a:cubicBezTo>
                  <a:pt x="25966" y="2895"/>
                  <a:pt x="25966" y="2895"/>
                  <a:pt x="25966" y="2895"/>
                </a:cubicBezTo>
                <a:cubicBezTo>
                  <a:pt x="25788" y="2895"/>
                  <a:pt x="25788" y="2895"/>
                  <a:pt x="25788" y="2895"/>
                </a:cubicBezTo>
                <a:cubicBezTo>
                  <a:pt x="25751" y="3195"/>
                  <a:pt x="25751" y="3195"/>
                  <a:pt x="25751" y="3195"/>
                </a:cubicBezTo>
                <a:cubicBezTo>
                  <a:pt x="25384" y="3120"/>
                  <a:pt x="25384" y="3120"/>
                  <a:pt x="25384" y="3120"/>
                </a:cubicBezTo>
                <a:cubicBezTo>
                  <a:pt x="25384" y="3421"/>
                  <a:pt x="25384" y="3421"/>
                  <a:pt x="25384" y="3421"/>
                </a:cubicBezTo>
                <a:cubicBezTo>
                  <a:pt x="25604" y="3496"/>
                  <a:pt x="25604" y="3496"/>
                  <a:pt x="25604" y="3496"/>
                </a:cubicBezTo>
                <a:cubicBezTo>
                  <a:pt x="25715" y="3571"/>
                  <a:pt x="25715" y="3571"/>
                  <a:pt x="25715" y="3571"/>
                </a:cubicBezTo>
                <a:cubicBezTo>
                  <a:pt x="25715" y="4010"/>
                  <a:pt x="25715" y="4010"/>
                  <a:pt x="25715" y="4010"/>
                </a:cubicBezTo>
                <a:cubicBezTo>
                  <a:pt x="26003" y="4160"/>
                  <a:pt x="26003" y="4160"/>
                  <a:pt x="26003" y="4160"/>
                </a:cubicBezTo>
                <a:cubicBezTo>
                  <a:pt x="26003" y="4160"/>
                  <a:pt x="26076" y="4536"/>
                  <a:pt x="26150" y="4536"/>
                </a:cubicBezTo>
                <a:cubicBezTo>
                  <a:pt x="26223" y="4536"/>
                  <a:pt x="26437" y="4536"/>
                  <a:pt x="26437" y="4536"/>
                </a:cubicBezTo>
                <a:cubicBezTo>
                  <a:pt x="26437" y="4536"/>
                  <a:pt x="26584" y="4687"/>
                  <a:pt x="26695" y="4749"/>
                </a:cubicBezTo>
                <a:cubicBezTo>
                  <a:pt x="26836" y="4837"/>
                  <a:pt x="27019" y="4837"/>
                  <a:pt x="27019" y="4837"/>
                </a:cubicBezTo>
                <a:cubicBezTo>
                  <a:pt x="27166" y="4386"/>
                  <a:pt x="27166" y="4386"/>
                  <a:pt x="27166" y="4386"/>
                </a:cubicBezTo>
                <a:cubicBezTo>
                  <a:pt x="27277" y="4160"/>
                  <a:pt x="27277" y="4160"/>
                  <a:pt x="27277" y="4160"/>
                </a:cubicBezTo>
                <a:cubicBezTo>
                  <a:pt x="27638" y="4085"/>
                  <a:pt x="27638" y="4085"/>
                  <a:pt x="27638" y="4085"/>
                </a:cubicBezTo>
                <a:cubicBezTo>
                  <a:pt x="27418" y="4386"/>
                  <a:pt x="27418" y="4386"/>
                  <a:pt x="27418" y="4386"/>
                </a:cubicBezTo>
                <a:cubicBezTo>
                  <a:pt x="27240" y="4837"/>
                  <a:pt x="27240" y="4837"/>
                  <a:pt x="27240" y="4837"/>
                </a:cubicBezTo>
                <a:cubicBezTo>
                  <a:pt x="27277" y="5201"/>
                  <a:pt x="27277" y="5201"/>
                  <a:pt x="27277" y="5201"/>
                </a:cubicBezTo>
                <a:cubicBezTo>
                  <a:pt x="27785" y="5201"/>
                  <a:pt x="27785" y="5201"/>
                  <a:pt x="27785" y="5201"/>
                </a:cubicBezTo>
                <a:cubicBezTo>
                  <a:pt x="27785" y="5201"/>
                  <a:pt x="28183" y="5426"/>
                  <a:pt x="28220" y="5201"/>
                </a:cubicBezTo>
                <a:cubicBezTo>
                  <a:pt x="28257" y="4975"/>
                  <a:pt x="28367" y="4749"/>
                  <a:pt x="28367" y="4749"/>
                </a:cubicBezTo>
                <a:cubicBezTo>
                  <a:pt x="28692" y="4837"/>
                  <a:pt x="28692" y="4837"/>
                  <a:pt x="28692" y="4837"/>
                </a:cubicBezTo>
                <a:cubicBezTo>
                  <a:pt x="29127" y="4837"/>
                  <a:pt x="29127" y="4837"/>
                  <a:pt x="29127" y="4837"/>
                </a:cubicBezTo>
                <a:cubicBezTo>
                  <a:pt x="29415" y="4461"/>
                  <a:pt x="29415" y="4461"/>
                  <a:pt x="29415" y="4461"/>
                </a:cubicBezTo>
                <a:cubicBezTo>
                  <a:pt x="29562" y="4160"/>
                  <a:pt x="29562" y="4160"/>
                  <a:pt x="29562" y="4160"/>
                </a:cubicBezTo>
                <a:cubicBezTo>
                  <a:pt x="29598" y="3935"/>
                  <a:pt x="29598" y="3935"/>
                  <a:pt x="29598" y="3935"/>
                </a:cubicBezTo>
                <a:cubicBezTo>
                  <a:pt x="29598" y="3935"/>
                  <a:pt x="29745" y="3935"/>
                  <a:pt x="29856" y="3935"/>
                </a:cubicBezTo>
                <a:cubicBezTo>
                  <a:pt x="29929" y="3860"/>
                  <a:pt x="30143" y="3646"/>
                  <a:pt x="30143" y="3646"/>
                </a:cubicBezTo>
                <a:cubicBezTo>
                  <a:pt x="30437" y="3722"/>
                  <a:pt x="30437" y="3722"/>
                  <a:pt x="30437" y="3722"/>
                </a:cubicBezTo>
                <a:cubicBezTo>
                  <a:pt x="30254" y="3784"/>
                  <a:pt x="30254" y="3784"/>
                  <a:pt x="30254" y="3784"/>
                </a:cubicBezTo>
                <a:cubicBezTo>
                  <a:pt x="29960" y="4085"/>
                  <a:pt x="29960" y="4085"/>
                  <a:pt x="29960" y="4085"/>
                </a:cubicBezTo>
                <a:cubicBezTo>
                  <a:pt x="29819" y="4236"/>
                  <a:pt x="29672" y="4461"/>
                  <a:pt x="29672" y="4461"/>
                </a:cubicBezTo>
                <a:cubicBezTo>
                  <a:pt x="30070" y="4386"/>
                  <a:pt x="30070" y="4386"/>
                  <a:pt x="30070" y="4386"/>
                </a:cubicBezTo>
                <a:cubicBezTo>
                  <a:pt x="30254" y="4461"/>
                  <a:pt x="30254" y="4461"/>
                  <a:pt x="30254" y="4461"/>
                </a:cubicBezTo>
                <a:cubicBezTo>
                  <a:pt x="30401" y="4536"/>
                  <a:pt x="30401" y="4536"/>
                  <a:pt x="30401" y="4536"/>
                </a:cubicBezTo>
                <a:cubicBezTo>
                  <a:pt x="30290" y="4837"/>
                  <a:pt x="30290" y="4837"/>
                  <a:pt x="30290" y="4837"/>
                </a:cubicBezTo>
                <a:cubicBezTo>
                  <a:pt x="29892" y="4837"/>
                  <a:pt x="29892" y="4837"/>
                  <a:pt x="29892" y="4837"/>
                </a:cubicBezTo>
                <a:cubicBezTo>
                  <a:pt x="29598" y="4837"/>
                  <a:pt x="29598" y="4837"/>
                  <a:pt x="29598" y="4837"/>
                </a:cubicBezTo>
                <a:cubicBezTo>
                  <a:pt x="29415" y="4975"/>
                  <a:pt x="29415" y="4975"/>
                  <a:pt x="29415" y="4975"/>
                </a:cubicBezTo>
                <a:cubicBezTo>
                  <a:pt x="29237" y="5050"/>
                  <a:pt x="29237" y="5050"/>
                  <a:pt x="29237" y="5050"/>
                </a:cubicBezTo>
                <a:cubicBezTo>
                  <a:pt x="29090" y="5201"/>
                  <a:pt x="28839" y="5201"/>
                  <a:pt x="28839" y="5201"/>
                </a:cubicBezTo>
                <a:cubicBezTo>
                  <a:pt x="28618" y="5201"/>
                  <a:pt x="28618" y="5201"/>
                  <a:pt x="28618" y="5201"/>
                </a:cubicBezTo>
                <a:cubicBezTo>
                  <a:pt x="28398" y="5276"/>
                  <a:pt x="28398" y="5276"/>
                  <a:pt x="28398" y="5276"/>
                </a:cubicBezTo>
                <a:cubicBezTo>
                  <a:pt x="28398" y="5652"/>
                  <a:pt x="28398" y="5652"/>
                  <a:pt x="28398" y="5652"/>
                </a:cubicBezTo>
                <a:cubicBezTo>
                  <a:pt x="28618" y="5727"/>
                  <a:pt x="28618" y="5727"/>
                  <a:pt x="28618" y="5727"/>
                </a:cubicBezTo>
                <a:cubicBezTo>
                  <a:pt x="28802" y="5940"/>
                  <a:pt x="28802" y="5940"/>
                  <a:pt x="28802" y="5940"/>
                </a:cubicBezTo>
                <a:cubicBezTo>
                  <a:pt x="28875" y="6316"/>
                  <a:pt x="28875" y="6316"/>
                  <a:pt x="28875" y="6316"/>
                </a:cubicBezTo>
                <a:cubicBezTo>
                  <a:pt x="29347" y="6466"/>
                  <a:pt x="29347" y="6466"/>
                  <a:pt x="29347" y="6466"/>
                </a:cubicBezTo>
                <a:cubicBezTo>
                  <a:pt x="29127" y="6542"/>
                  <a:pt x="29127" y="6542"/>
                  <a:pt x="29127" y="6542"/>
                </a:cubicBezTo>
                <a:cubicBezTo>
                  <a:pt x="28875" y="6466"/>
                  <a:pt x="28875" y="6466"/>
                  <a:pt x="28875" y="6466"/>
                </a:cubicBezTo>
                <a:cubicBezTo>
                  <a:pt x="28875" y="6466"/>
                  <a:pt x="28618" y="6166"/>
                  <a:pt x="28508" y="6090"/>
                </a:cubicBezTo>
                <a:cubicBezTo>
                  <a:pt x="28434" y="6015"/>
                  <a:pt x="28147" y="5577"/>
                  <a:pt x="28073" y="5577"/>
                </a:cubicBezTo>
                <a:cubicBezTo>
                  <a:pt x="28000" y="5577"/>
                  <a:pt x="27712" y="5501"/>
                  <a:pt x="27712" y="5501"/>
                </a:cubicBezTo>
                <a:cubicBezTo>
                  <a:pt x="27203" y="5426"/>
                  <a:pt x="27203" y="5426"/>
                  <a:pt x="27203" y="5426"/>
                </a:cubicBezTo>
                <a:cubicBezTo>
                  <a:pt x="27166" y="5802"/>
                  <a:pt x="27166" y="5802"/>
                  <a:pt x="27166" y="5802"/>
                </a:cubicBezTo>
                <a:cubicBezTo>
                  <a:pt x="27350" y="6166"/>
                  <a:pt x="27350" y="6166"/>
                  <a:pt x="27350" y="6166"/>
                </a:cubicBezTo>
                <a:cubicBezTo>
                  <a:pt x="27601" y="6542"/>
                  <a:pt x="27601" y="6542"/>
                  <a:pt x="27601" y="6542"/>
                </a:cubicBezTo>
                <a:cubicBezTo>
                  <a:pt x="28073" y="7131"/>
                  <a:pt x="28073" y="7131"/>
                  <a:pt x="28073" y="7131"/>
                </a:cubicBezTo>
                <a:cubicBezTo>
                  <a:pt x="28367" y="7356"/>
                  <a:pt x="28367" y="7356"/>
                  <a:pt x="28367" y="7356"/>
                </a:cubicBezTo>
                <a:cubicBezTo>
                  <a:pt x="28839" y="7431"/>
                  <a:pt x="28839" y="7431"/>
                  <a:pt x="28839" y="7431"/>
                </a:cubicBezTo>
                <a:cubicBezTo>
                  <a:pt x="28839" y="7431"/>
                  <a:pt x="28802" y="7732"/>
                  <a:pt x="28728" y="7732"/>
                </a:cubicBezTo>
                <a:cubicBezTo>
                  <a:pt x="28655" y="7732"/>
                  <a:pt x="28545" y="7657"/>
                  <a:pt x="28545" y="7883"/>
                </a:cubicBezTo>
                <a:cubicBezTo>
                  <a:pt x="28545" y="8246"/>
                  <a:pt x="28545" y="8246"/>
                  <a:pt x="28545" y="8246"/>
                </a:cubicBezTo>
                <a:cubicBezTo>
                  <a:pt x="28110" y="7657"/>
                  <a:pt x="28110" y="7657"/>
                  <a:pt x="28110" y="7657"/>
                </a:cubicBezTo>
                <a:cubicBezTo>
                  <a:pt x="27822" y="7582"/>
                  <a:pt x="27822" y="7582"/>
                  <a:pt x="27822" y="7582"/>
                </a:cubicBezTo>
                <a:cubicBezTo>
                  <a:pt x="27454" y="7657"/>
                  <a:pt x="27454" y="7657"/>
                  <a:pt x="27454" y="7657"/>
                </a:cubicBezTo>
                <a:cubicBezTo>
                  <a:pt x="27166" y="7732"/>
                  <a:pt x="27166" y="7732"/>
                  <a:pt x="27166" y="7732"/>
                </a:cubicBezTo>
                <a:cubicBezTo>
                  <a:pt x="26909" y="8020"/>
                  <a:pt x="26909" y="8020"/>
                  <a:pt x="26909" y="8020"/>
                </a:cubicBezTo>
                <a:cubicBezTo>
                  <a:pt x="26909" y="8396"/>
                  <a:pt x="26909" y="8396"/>
                  <a:pt x="26909" y="8396"/>
                </a:cubicBezTo>
                <a:cubicBezTo>
                  <a:pt x="26946" y="8697"/>
                  <a:pt x="26946" y="8697"/>
                  <a:pt x="26946" y="8697"/>
                </a:cubicBezTo>
                <a:cubicBezTo>
                  <a:pt x="27203" y="8772"/>
                  <a:pt x="27203" y="8772"/>
                  <a:pt x="27203" y="8772"/>
                </a:cubicBezTo>
                <a:cubicBezTo>
                  <a:pt x="27565" y="8772"/>
                  <a:pt x="27565" y="8772"/>
                  <a:pt x="27565" y="8772"/>
                </a:cubicBezTo>
                <a:cubicBezTo>
                  <a:pt x="27895" y="8697"/>
                  <a:pt x="27895" y="8697"/>
                  <a:pt x="27895" y="8697"/>
                </a:cubicBezTo>
                <a:cubicBezTo>
                  <a:pt x="27601" y="9061"/>
                  <a:pt x="27601" y="9061"/>
                  <a:pt x="27601" y="9061"/>
                </a:cubicBezTo>
                <a:cubicBezTo>
                  <a:pt x="27675" y="9437"/>
                  <a:pt x="27675" y="9437"/>
                  <a:pt x="27675" y="9437"/>
                </a:cubicBezTo>
                <a:cubicBezTo>
                  <a:pt x="27963" y="9512"/>
                  <a:pt x="27963" y="9512"/>
                  <a:pt x="27963" y="9512"/>
                </a:cubicBezTo>
                <a:cubicBezTo>
                  <a:pt x="27963" y="9512"/>
                  <a:pt x="28036" y="9437"/>
                  <a:pt x="28147" y="9361"/>
                </a:cubicBezTo>
                <a:cubicBezTo>
                  <a:pt x="28220" y="9286"/>
                  <a:pt x="28508" y="8910"/>
                  <a:pt x="28508" y="8910"/>
                </a:cubicBezTo>
                <a:cubicBezTo>
                  <a:pt x="28398" y="9361"/>
                  <a:pt x="28398" y="9361"/>
                  <a:pt x="28398" y="9361"/>
                </a:cubicBezTo>
                <a:cubicBezTo>
                  <a:pt x="28110" y="9737"/>
                  <a:pt x="28110" y="9737"/>
                  <a:pt x="28110" y="9737"/>
                </a:cubicBezTo>
                <a:cubicBezTo>
                  <a:pt x="27822" y="9813"/>
                  <a:pt x="27822" y="9813"/>
                  <a:pt x="27822" y="9813"/>
                </a:cubicBezTo>
                <a:cubicBezTo>
                  <a:pt x="27313" y="9437"/>
                  <a:pt x="27313" y="9437"/>
                  <a:pt x="27313" y="9437"/>
                </a:cubicBezTo>
                <a:cubicBezTo>
                  <a:pt x="27313" y="9437"/>
                  <a:pt x="27093" y="9061"/>
                  <a:pt x="26946" y="9061"/>
                </a:cubicBezTo>
                <a:cubicBezTo>
                  <a:pt x="26805" y="9061"/>
                  <a:pt x="26548" y="9136"/>
                  <a:pt x="26548" y="9136"/>
                </a:cubicBezTo>
                <a:cubicBezTo>
                  <a:pt x="26621" y="9512"/>
                  <a:pt x="26621" y="9512"/>
                  <a:pt x="26621" y="9512"/>
                </a:cubicBezTo>
                <a:cubicBezTo>
                  <a:pt x="26621" y="9512"/>
                  <a:pt x="26768" y="10101"/>
                  <a:pt x="26695" y="10101"/>
                </a:cubicBezTo>
                <a:cubicBezTo>
                  <a:pt x="26621" y="10101"/>
                  <a:pt x="26364" y="10176"/>
                  <a:pt x="26364" y="10176"/>
                </a:cubicBezTo>
                <a:lnTo>
                  <a:pt x="26223" y="10627"/>
                </a:lnTo>
                <a:close/>
                <a:moveTo>
                  <a:pt x="26364" y="8246"/>
                </a:moveTo>
                <a:lnTo>
                  <a:pt x="26364" y="8246"/>
                </a:lnTo>
                <a:cubicBezTo>
                  <a:pt x="26548" y="8246"/>
                  <a:pt x="26548" y="8246"/>
                  <a:pt x="26548" y="8246"/>
                </a:cubicBezTo>
                <a:cubicBezTo>
                  <a:pt x="26621" y="8246"/>
                  <a:pt x="26584" y="7945"/>
                  <a:pt x="26584" y="7945"/>
                </a:cubicBezTo>
                <a:cubicBezTo>
                  <a:pt x="26584" y="7507"/>
                  <a:pt x="26584" y="7507"/>
                  <a:pt x="26584" y="7507"/>
                </a:cubicBezTo>
                <a:cubicBezTo>
                  <a:pt x="26879" y="7732"/>
                  <a:pt x="26879" y="7732"/>
                  <a:pt x="26879" y="7732"/>
                </a:cubicBezTo>
                <a:cubicBezTo>
                  <a:pt x="26879" y="7732"/>
                  <a:pt x="26946" y="7582"/>
                  <a:pt x="26946" y="7431"/>
                </a:cubicBezTo>
                <a:cubicBezTo>
                  <a:pt x="26946" y="7281"/>
                  <a:pt x="27166" y="7431"/>
                  <a:pt x="27277" y="7507"/>
                </a:cubicBezTo>
                <a:cubicBezTo>
                  <a:pt x="27350" y="7582"/>
                  <a:pt x="27491" y="7131"/>
                  <a:pt x="27491" y="7131"/>
                </a:cubicBezTo>
                <a:cubicBezTo>
                  <a:pt x="27491" y="6617"/>
                  <a:pt x="27491" y="6617"/>
                  <a:pt x="27491" y="6617"/>
                </a:cubicBezTo>
                <a:cubicBezTo>
                  <a:pt x="27130" y="6391"/>
                  <a:pt x="27130" y="6391"/>
                  <a:pt x="27130" y="6391"/>
                </a:cubicBezTo>
                <a:cubicBezTo>
                  <a:pt x="27130" y="6391"/>
                  <a:pt x="27056" y="6391"/>
                  <a:pt x="26909" y="6241"/>
                </a:cubicBezTo>
                <a:cubicBezTo>
                  <a:pt x="26805" y="5940"/>
                  <a:pt x="26805" y="5940"/>
                  <a:pt x="26805" y="5940"/>
                </a:cubicBezTo>
                <a:cubicBezTo>
                  <a:pt x="26805" y="5652"/>
                  <a:pt x="26805" y="5652"/>
                  <a:pt x="26805" y="5652"/>
                </a:cubicBezTo>
                <a:cubicBezTo>
                  <a:pt x="26584" y="5351"/>
                  <a:pt x="26584" y="5351"/>
                  <a:pt x="26584" y="5351"/>
                </a:cubicBezTo>
                <a:cubicBezTo>
                  <a:pt x="26584" y="5351"/>
                  <a:pt x="26511" y="5652"/>
                  <a:pt x="26437" y="5652"/>
                </a:cubicBezTo>
                <a:cubicBezTo>
                  <a:pt x="26364" y="5577"/>
                  <a:pt x="26297" y="5426"/>
                  <a:pt x="26297" y="5276"/>
                </a:cubicBezTo>
                <a:cubicBezTo>
                  <a:pt x="26297" y="5125"/>
                  <a:pt x="26186" y="5050"/>
                  <a:pt x="26113" y="4975"/>
                </a:cubicBezTo>
                <a:cubicBezTo>
                  <a:pt x="26076" y="4900"/>
                  <a:pt x="25929" y="4900"/>
                  <a:pt x="25751" y="4749"/>
                </a:cubicBezTo>
                <a:cubicBezTo>
                  <a:pt x="25604" y="4687"/>
                  <a:pt x="25568" y="4386"/>
                  <a:pt x="25568" y="4386"/>
                </a:cubicBezTo>
                <a:cubicBezTo>
                  <a:pt x="25384" y="4085"/>
                  <a:pt x="25384" y="4085"/>
                  <a:pt x="25384" y="4085"/>
                </a:cubicBezTo>
                <a:cubicBezTo>
                  <a:pt x="25384" y="4085"/>
                  <a:pt x="25169" y="3722"/>
                  <a:pt x="25096" y="3646"/>
                </a:cubicBezTo>
                <a:cubicBezTo>
                  <a:pt x="25022" y="3646"/>
                  <a:pt x="24912" y="3646"/>
                  <a:pt x="24912" y="3646"/>
                </a:cubicBezTo>
                <a:cubicBezTo>
                  <a:pt x="24912" y="3646"/>
                  <a:pt x="24551" y="3722"/>
                  <a:pt x="24551" y="3935"/>
                </a:cubicBezTo>
                <a:cubicBezTo>
                  <a:pt x="24802" y="3935"/>
                  <a:pt x="24802" y="3935"/>
                  <a:pt x="24802" y="3935"/>
                </a:cubicBezTo>
                <a:cubicBezTo>
                  <a:pt x="24912" y="3935"/>
                  <a:pt x="24875" y="4010"/>
                  <a:pt x="24912" y="4236"/>
                </a:cubicBezTo>
                <a:cubicBezTo>
                  <a:pt x="24912" y="4386"/>
                  <a:pt x="24698" y="4311"/>
                  <a:pt x="24698" y="4311"/>
                </a:cubicBezTo>
                <a:cubicBezTo>
                  <a:pt x="24367" y="4311"/>
                  <a:pt x="24367" y="4311"/>
                  <a:pt x="24367" y="4311"/>
                </a:cubicBezTo>
                <a:cubicBezTo>
                  <a:pt x="24226" y="4386"/>
                  <a:pt x="24226" y="4386"/>
                  <a:pt x="24226" y="4386"/>
                </a:cubicBezTo>
                <a:cubicBezTo>
                  <a:pt x="24226" y="4386"/>
                  <a:pt x="24367" y="4612"/>
                  <a:pt x="24441" y="4687"/>
                </a:cubicBezTo>
                <a:cubicBezTo>
                  <a:pt x="24551" y="4749"/>
                  <a:pt x="24477" y="5050"/>
                  <a:pt x="24477" y="5050"/>
                </a:cubicBezTo>
                <a:cubicBezTo>
                  <a:pt x="24189" y="4975"/>
                  <a:pt x="24189" y="4975"/>
                  <a:pt x="24189" y="4975"/>
                </a:cubicBezTo>
                <a:cubicBezTo>
                  <a:pt x="24006" y="5050"/>
                  <a:pt x="24006" y="5050"/>
                  <a:pt x="24006" y="5050"/>
                </a:cubicBezTo>
                <a:cubicBezTo>
                  <a:pt x="24042" y="5501"/>
                  <a:pt x="24042" y="5501"/>
                  <a:pt x="24042" y="5501"/>
                </a:cubicBezTo>
                <a:cubicBezTo>
                  <a:pt x="23859" y="5727"/>
                  <a:pt x="23859" y="5727"/>
                  <a:pt x="23859" y="5727"/>
                </a:cubicBezTo>
                <a:cubicBezTo>
                  <a:pt x="23859" y="6166"/>
                  <a:pt x="23859" y="6166"/>
                  <a:pt x="23859" y="6166"/>
                </a:cubicBezTo>
                <a:cubicBezTo>
                  <a:pt x="24116" y="6166"/>
                  <a:pt x="24116" y="6166"/>
                  <a:pt x="24116" y="6166"/>
                </a:cubicBezTo>
                <a:cubicBezTo>
                  <a:pt x="24116" y="6692"/>
                  <a:pt x="24116" y="6692"/>
                  <a:pt x="24116" y="6692"/>
                </a:cubicBezTo>
                <a:cubicBezTo>
                  <a:pt x="24367" y="6980"/>
                  <a:pt x="24367" y="6980"/>
                  <a:pt x="24367" y="6980"/>
                </a:cubicBezTo>
                <a:cubicBezTo>
                  <a:pt x="24624" y="6918"/>
                  <a:pt x="24624" y="6918"/>
                  <a:pt x="24624" y="6918"/>
                </a:cubicBezTo>
                <a:cubicBezTo>
                  <a:pt x="24875" y="6767"/>
                  <a:pt x="24875" y="6767"/>
                  <a:pt x="24875" y="6767"/>
                </a:cubicBezTo>
                <a:cubicBezTo>
                  <a:pt x="25206" y="6692"/>
                  <a:pt x="25206" y="6692"/>
                  <a:pt x="25206" y="6692"/>
                </a:cubicBezTo>
                <a:cubicBezTo>
                  <a:pt x="25347" y="7055"/>
                  <a:pt x="25347" y="7055"/>
                  <a:pt x="25347" y="7055"/>
                </a:cubicBezTo>
                <a:cubicBezTo>
                  <a:pt x="25347" y="7055"/>
                  <a:pt x="25133" y="7206"/>
                  <a:pt x="25059" y="7206"/>
                </a:cubicBezTo>
                <a:cubicBezTo>
                  <a:pt x="24771" y="7206"/>
                  <a:pt x="24771" y="7206"/>
                  <a:pt x="24771" y="7206"/>
                </a:cubicBezTo>
                <a:cubicBezTo>
                  <a:pt x="24551" y="7431"/>
                  <a:pt x="24551" y="7431"/>
                  <a:pt x="24551" y="7431"/>
                </a:cubicBezTo>
                <a:cubicBezTo>
                  <a:pt x="24845" y="7807"/>
                  <a:pt x="24845" y="7807"/>
                  <a:pt x="24845" y="7807"/>
                </a:cubicBezTo>
                <a:cubicBezTo>
                  <a:pt x="25022" y="8246"/>
                  <a:pt x="25022" y="8246"/>
                  <a:pt x="25022" y="8246"/>
                </a:cubicBezTo>
                <a:cubicBezTo>
                  <a:pt x="25531" y="8472"/>
                  <a:pt x="25531" y="8472"/>
                  <a:pt x="25531" y="8472"/>
                </a:cubicBezTo>
                <a:cubicBezTo>
                  <a:pt x="25892" y="8396"/>
                  <a:pt x="25892" y="8396"/>
                  <a:pt x="25892" y="8396"/>
                </a:cubicBezTo>
                <a:cubicBezTo>
                  <a:pt x="26260" y="8547"/>
                  <a:pt x="26260" y="8547"/>
                  <a:pt x="26260" y="8547"/>
                </a:cubicBezTo>
                <a:lnTo>
                  <a:pt x="26364" y="8246"/>
                </a:lnTo>
                <a:close/>
                <a:moveTo>
                  <a:pt x="25457" y="9512"/>
                </a:moveTo>
                <a:lnTo>
                  <a:pt x="25457" y="9512"/>
                </a:lnTo>
                <a:cubicBezTo>
                  <a:pt x="25316" y="10026"/>
                  <a:pt x="25316" y="10026"/>
                  <a:pt x="25316" y="10026"/>
                </a:cubicBezTo>
                <a:cubicBezTo>
                  <a:pt x="25819" y="10101"/>
                  <a:pt x="25819" y="10101"/>
                  <a:pt x="25819" y="10101"/>
                </a:cubicBezTo>
                <a:cubicBezTo>
                  <a:pt x="26113" y="9888"/>
                  <a:pt x="26113" y="9888"/>
                  <a:pt x="26113" y="9888"/>
                </a:cubicBezTo>
                <a:cubicBezTo>
                  <a:pt x="26113" y="9888"/>
                  <a:pt x="25929" y="9437"/>
                  <a:pt x="25862" y="9361"/>
                </a:cubicBezTo>
                <a:lnTo>
                  <a:pt x="25457" y="9512"/>
                </a:lnTo>
                <a:close/>
                <a:moveTo>
                  <a:pt x="25751" y="13823"/>
                </a:moveTo>
                <a:lnTo>
                  <a:pt x="25751" y="13823"/>
                </a:lnTo>
                <a:cubicBezTo>
                  <a:pt x="26223" y="13748"/>
                  <a:pt x="26223" y="13748"/>
                  <a:pt x="26223" y="13748"/>
                </a:cubicBezTo>
                <a:cubicBezTo>
                  <a:pt x="26437" y="13447"/>
                  <a:pt x="26437" y="13447"/>
                  <a:pt x="26437" y="13447"/>
                </a:cubicBezTo>
                <a:cubicBezTo>
                  <a:pt x="26437" y="13447"/>
                  <a:pt x="26658" y="13823"/>
                  <a:pt x="26768" y="13898"/>
                </a:cubicBezTo>
                <a:cubicBezTo>
                  <a:pt x="26836" y="14049"/>
                  <a:pt x="27277" y="13973"/>
                  <a:pt x="27277" y="13973"/>
                </a:cubicBezTo>
                <a:cubicBezTo>
                  <a:pt x="27852" y="13973"/>
                  <a:pt x="27852" y="13973"/>
                  <a:pt x="27852" y="13973"/>
                </a:cubicBezTo>
                <a:cubicBezTo>
                  <a:pt x="28110" y="13823"/>
                  <a:pt x="28110" y="13823"/>
                  <a:pt x="28110" y="13823"/>
                </a:cubicBezTo>
                <a:cubicBezTo>
                  <a:pt x="28220" y="13597"/>
                  <a:pt x="28220" y="13597"/>
                  <a:pt x="28220" y="13597"/>
                </a:cubicBezTo>
                <a:cubicBezTo>
                  <a:pt x="28398" y="13898"/>
                  <a:pt x="28398" y="13898"/>
                  <a:pt x="28398" y="13898"/>
                </a:cubicBezTo>
                <a:cubicBezTo>
                  <a:pt x="28692" y="13823"/>
                  <a:pt x="28692" y="13823"/>
                  <a:pt x="28692" y="13823"/>
                </a:cubicBezTo>
                <a:cubicBezTo>
                  <a:pt x="28692" y="13823"/>
                  <a:pt x="29127" y="13748"/>
                  <a:pt x="29200" y="13748"/>
                </a:cubicBezTo>
                <a:cubicBezTo>
                  <a:pt x="29310" y="13748"/>
                  <a:pt x="29237" y="13447"/>
                  <a:pt x="29237" y="13297"/>
                </a:cubicBezTo>
                <a:cubicBezTo>
                  <a:pt x="29237" y="13159"/>
                  <a:pt x="29415" y="13084"/>
                  <a:pt x="29415" y="13084"/>
                </a:cubicBezTo>
                <a:cubicBezTo>
                  <a:pt x="29384" y="12482"/>
                  <a:pt x="29384" y="12482"/>
                  <a:pt x="29384" y="12482"/>
                </a:cubicBezTo>
                <a:cubicBezTo>
                  <a:pt x="28943" y="12256"/>
                  <a:pt x="28943" y="12256"/>
                  <a:pt x="28943" y="12256"/>
                </a:cubicBezTo>
                <a:cubicBezTo>
                  <a:pt x="28434" y="12043"/>
                  <a:pt x="28434" y="12043"/>
                  <a:pt x="28434" y="12043"/>
                </a:cubicBezTo>
                <a:cubicBezTo>
                  <a:pt x="28073" y="12256"/>
                  <a:pt x="28073" y="12256"/>
                  <a:pt x="28073" y="12256"/>
                </a:cubicBezTo>
                <a:cubicBezTo>
                  <a:pt x="27528" y="12557"/>
                  <a:pt x="27528" y="12557"/>
                  <a:pt x="27528" y="12557"/>
                </a:cubicBezTo>
                <a:cubicBezTo>
                  <a:pt x="27166" y="12632"/>
                  <a:pt x="27166" y="12632"/>
                  <a:pt x="27166" y="12632"/>
                </a:cubicBezTo>
                <a:cubicBezTo>
                  <a:pt x="26695" y="12407"/>
                  <a:pt x="26695" y="12407"/>
                  <a:pt x="26695" y="12407"/>
                </a:cubicBezTo>
                <a:cubicBezTo>
                  <a:pt x="26297" y="12482"/>
                  <a:pt x="26297" y="12482"/>
                  <a:pt x="26297" y="12482"/>
                </a:cubicBezTo>
                <a:cubicBezTo>
                  <a:pt x="25966" y="11968"/>
                  <a:pt x="25966" y="11968"/>
                  <a:pt x="25966" y="11968"/>
                </a:cubicBezTo>
                <a:cubicBezTo>
                  <a:pt x="25929" y="11367"/>
                  <a:pt x="25929" y="11367"/>
                  <a:pt x="25929" y="11367"/>
                </a:cubicBezTo>
                <a:cubicBezTo>
                  <a:pt x="25788" y="10928"/>
                  <a:pt x="25788" y="10928"/>
                  <a:pt x="25788" y="10928"/>
                </a:cubicBezTo>
                <a:cubicBezTo>
                  <a:pt x="25347" y="10928"/>
                  <a:pt x="25347" y="10928"/>
                  <a:pt x="25347" y="10928"/>
                </a:cubicBezTo>
                <a:cubicBezTo>
                  <a:pt x="25059" y="10991"/>
                  <a:pt x="25059" y="10991"/>
                  <a:pt x="25059" y="10991"/>
                </a:cubicBezTo>
                <a:cubicBezTo>
                  <a:pt x="25059" y="10991"/>
                  <a:pt x="25169" y="11592"/>
                  <a:pt x="25169" y="11743"/>
                </a:cubicBezTo>
                <a:cubicBezTo>
                  <a:pt x="25206" y="11893"/>
                  <a:pt x="25384" y="12407"/>
                  <a:pt x="25384" y="12407"/>
                </a:cubicBezTo>
                <a:cubicBezTo>
                  <a:pt x="25206" y="12933"/>
                  <a:pt x="25206" y="12933"/>
                  <a:pt x="25206" y="12933"/>
                </a:cubicBezTo>
                <a:cubicBezTo>
                  <a:pt x="25421" y="13372"/>
                  <a:pt x="25421" y="13372"/>
                  <a:pt x="25421" y="13372"/>
                </a:cubicBezTo>
                <a:lnTo>
                  <a:pt x="25751" y="13823"/>
                </a:lnTo>
                <a:close/>
                <a:moveTo>
                  <a:pt x="23313" y="13973"/>
                </a:moveTo>
                <a:lnTo>
                  <a:pt x="23313" y="13973"/>
                </a:lnTo>
                <a:cubicBezTo>
                  <a:pt x="23571" y="13973"/>
                  <a:pt x="23571" y="13973"/>
                  <a:pt x="23571" y="13973"/>
                </a:cubicBezTo>
                <a:cubicBezTo>
                  <a:pt x="23460" y="13673"/>
                  <a:pt x="23460" y="13673"/>
                  <a:pt x="23460" y="13673"/>
                </a:cubicBezTo>
                <a:lnTo>
                  <a:pt x="23313" y="13973"/>
                </a:lnTo>
                <a:close/>
                <a:moveTo>
                  <a:pt x="23859" y="13084"/>
                </a:moveTo>
                <a:lnTo>
                  <a:pt x="23859" y="13084"/>
                </a:lnTo>
                <a:cubicBezTo>
                  <a:pt x="24116" y="13522"/>
                  <a:pt x="24116" y="13522"/>
                  <a:pt x="24116" y="13522"/>
                </a:cubicBezTo>
                <a:cubicBezTo>
                  <a:pt x="24367" y="13522"/>
                  <a:pt x="24367" y="13522"/>
                  <a:pt x="24367" y="13522"/>
                </a:cubicBezTo>
                <a:cubicBezTo>
                  <a:pt x="24624" y="13748"/>
                  <a:pt x="24624" y="13748"/>
                  <a:pt x="24624" y="13748"/>
                </a:cubicBezTo>
                <a:cubicBezTo>
                  <a:pt x="24802" y="13597"/>
                  <a:pt x="24802" y="13597"/>
                  <a:pt x="24802" y="13597"/>
                </a:cubicBezTo>
                <a:cubicBezTo>
                  <a:pt x="24875" y="13008"/>
                  <a:pt x="24875" y="13008"/>
                  <a:pt x="24875" y="13008"/>
                </a:cubicBezTo>
                <a:cubicBezTo>
                  <a:pt x="24661" y="12783"/>
                  <a:pt x="24661" y="12783"/>
                  <a:pt x="24661" y="12783"/>
                </a:cubicBezTo>
                <a:cubicBezTo>
                  <a:pt x="24514" y="12332"/>
                  <a:pt x="24514" y="12332"/>
                  <a:pt x="24514" y="12332"/>
                </a:cubicBezTo>
                <a:cubicBezTo>
                  <a:pt x="24263" y="12407"/>
                  <a:pt x="24263" y="12407"/>
                  <a:pt x="24263" y="12407"/>
                </a:cubicBezTo>
                <a:cubicBezTo>
                  <a:pt x="23932" y="12708"/>
                  <a:pt x="23932" y="12708"/>
                  <a:pt x="23932" y="12708"/>
                </a:cubicBezTo>
                <a:lnTo>
                  <a:pt x="23859" y="13084"/>
                </a:lnTo>
                <a:close/>
                <a:moveTo>
                  <a:pt x="24698" y="11517"/>
                </a:moveTo>
                <a:lnTo>
                  <a:pt x="24698" y="11517"/>
                </a:lnTo>
                <a:cubicBezTo>
                  <a:pt x="24912" y="11141"/>
                  <a:pt x="24912" y="11141"/>
                  <a:pt x="24912" y="11141"/>
                </a:cubicBezTo>
                <a:cubicBezTo>
                  <a:pt x="24875" y="10853"/>
                  <a:pt x="24875" y="10853"/>
                  <a:pt x="24875" y="10853"/>
                </a:cubicBezTo>
                <a:cubicBezTo>
                  <a:pt x="24661" y="10402"/>
                  <a:pt x="24661" y="10402"/>
                  <a:pt x="24661" y="10402"/>
                </a:cubicBezTo>
                <a:cubicBezTo>
                  <a:pt x="24300" y="10402"/>
                  <a:pt x="24300" y="10402"/>
                  <a:pt x="24300" y="10402"/>
                </a:cubicBezTo>
                <a:cubicBezTo>
                  <a:pt x="24116" y="10251"/>
                  <a:pt x="24116" y="10251"/>
                  <a:pt x="24116" y="10251"/>
                </a:cubicBezTo>
                <a:cubicBezTo>
                  <a:pt x="23785" y="10326"/>
                  <a:pt x="23785" y="10326"/>
                  <a:pt x="23785" y="10326"/>
                </a:cubicBezTo>
                <a:cubicBezTo>
                  <a:pt x="23754" y="10853"/>
                  <a:pt x="23754" y="10853"/>
                  <a:pt x="23754" y="10853"/>
                </a:cubicBezTo>
                <a:cubicBezTo>
                  <a:pt x="24079" y="11141"/>
                  <a:pt x="24079" y="11141"/>
                  <a:pt x="24079" y="11141"/>
                </a:cubicBezTo>
                <a:cubicBezTo>
                  <a:pt x="24367" y="11517"/>
                  <a:pt x="24367" y="11517"/>
                  <a:pt x="24367" y="11517"/>
                </a:cubicBezTo>
                <a:lnTo>
                  <a:pt x="24698" y="11517"/>
                </a:lnTo>
                <a:close/>
                <a:moveTo>
                  <a:pt x="24006" y="9813"/>
                </a:moveTo>
                <a:lnTo>
                  <a:pt x="24006" y="9813"/>
                </a:lnTo>
                <a:cubicBezTo>
                  <a:pt x="24404" y="9813"/>
                  <a:pt x="24404" y="9813"/>
                  <a:pt x="24404" y="9813"/>
                </a:cubicBezTo>
                <a:cubicBezTo>
                  <a:pt x="24661" y="9662"/>
                  <a:pt x="24661" y="9662"/>
                  <a:pt x="24661" y="9662"/>
                </a:cubicBezTo>
                <a:cubicBezTo>
                  <a:pt x="24912" y="9587"/>
                  <a:pt x="24912" y="9587"/>
                  <a:pt x="24912" y="9587"/>
                </a:cubicBezTo>
                <a:cubicBezTo>
                  <a:pt x="24912" y="9211"/>
                  <a:pt x="24912" y="9211"/>
                  <a:pt x="24912" y="9211"/>
                </a:cubicBezTo>
                <a:cubicBezTo>
                  <a:pt x="24551" y="9211"/>
                  <a:pt x="24551" y="9211"/>
                  <a:pt x="24551" y="9211"/>
                </a:cubicBezTo>
                <a:cubicBezTo>
                  <a:pt x="24189" y="9211"/>
                  <a:pt x="24189" y="9211"/>
                  <a:pt x="24189" y="9211"/>
                </a:cubicBezTo>
                <a:cubicBezTo>
                  <a:pt x="24006" y="9512"/>
                  <a:pt x="24006" y="9512"/>
                  <a:pt x="24006" y="9512"/>
                </a:cubicBezTo>
                <a:lnTo>
                  <a:pt x="24006" y="9813"/>
                </a:lnTo>
                <a:close/>
                <a:moveTo>
                  <a:pt x="24079" y="8910"/>
                </a:moveTo>
                <a:lnTo>
                  <a:pt x="24079" y="8910"/>
                </a:lnTo>
                <a:cubicBezTo>
                  <a:pt x="24330" y="8848"/>
                  <a:pt x="24330" y="8848"/>
                  <a:pt x="24330" y="8848"/>
                </a:cubicBezTo>
                <a:cubicBezTo>
                  <a:pt x="24404" y="8547"/>
                  <a:pt x="24404" y="8547"/>
                  <a:pt x="24404" y="8547"/>
                </a:cubicBezTo>
                <a:cubicBezTo>
                  <a:pt x="24116" y="8096"/>
                  <a:pt x="24116" y="8096"/>
                  <a:pt x="24116" y="8096"/>
                </a:cubicBezTo>
                <a:cubicBezTo>
                  <a:pt x="23718" y="8020"/>
                  <a:pt x="23718" y="8020"/>
                  <a:pt x="23718" y="8020"/>
                </a:cubicBezTo>
                <a:cubicBezTo>
                  <a:pt x="23350" y="7582"/>
                  <a:pt x="23350" y="7582"/>
                  <a:pt x="23350" y="7582"/>
                </a:cubicBezTo>
                <a:cubicBezTo>
                  <a:pt x="23209" y="7883"/>
                  <a:pt x="23209" y="7883"/>
                  <a:pt x="23209" y="7883"/>
                </a:cubicBezTo>
                <a:cubicBezTo>
                  <a:pt x="23350" y="8246"/>
                  <a:pt x="23350" y="8246"/>
                  <a:pt x="23350" y="8246"/>
                </a:cubicBezTo>
                <a:cubicBezTo>
                  <a:pt x="23460" y="8910"/>
                  <a:pt x="23460" y="8910"/>
                  <a:pt x="23460" y="8910"/>
                </a:cubicBezTo>
                <a:cubicBezTo>
                  <a:pt x="23754" y="8998"/>
                  <a:pt x="23754" y="8998"/>
                  <a:pt x="23754" y="8998"/>
                </a:cubicBezTo>
                <a:lnTo>
                  <a:pt x="24079" y="8910"/>
                </a:lnTo>
                <a:close/>
                <a:moveTo>
                  <a:pt x="23099" y="6241"/>
                </a:moveTo>
                <a:lnTo>
                  <a:pt x="23099" y="6241"/>
                </a:lnTo>
                <a:cubicBezTo>
                  <a:pt x="22989" y="5727"/>
                  <a:pt x="22989" y="5727"/>
                  <a:pt x="22989" y="5727"/>
                </a:cubicBezTo>
                <a:cubicBezTo>
                  <a:pt x="22768" y="5577"/>
                  <a:pt x="22768" y="5577"/>
                  <a:pt x="22768" y="5577"/>
                </a:cubicBezTo>
                <a:cubicBezTo>
                  <a:pt x="22554" y="5577"/>
                  <a:pt x="22554" y="5577"/>
                  <a:pt x="22554" y="5577"/>
                </a:cubicBezTo>
                <a:cubicBezTo>
                  <a:pt x="22554" y="6015"/>
                  <a:pt x="22554" y="6015"/>
                  <a:pt x="22554" y="6015"/>
                </a:cubicBezTo>
                <a:cubicBezTo>
                  <a:pt x="22805" y="6015"/>
                  <a:pt x="22805" y="6015"/>
                  <a:pt x="22805" y="6015"/>
                </a:cubicBezTo>
                <a:cubicBezTo>
                  <a:pt x="22879" y="6391"/>
                  <a:pt x="22879" y="6391"/>
                  <a:pt x="22879" y="6391"/>
                </a:cubicBezTo>
                <a:lnTo>
                  <a:pt x="23099" y="6241"/>
                </a:lnTo>
                <a:close/>
                <a:moveTo>
                  <a:pt x="22842" y="9286"/>
                </a:moveTo>
                <a:lnTo>
                  <a:pt x="22842" y="9286"/>
                </a:lnTo>
                <a:cubicBezTo>
                  <a:pt x="22952" y="8998"/>
                  <a:pt x="22952" y="8998"/>
                  <a:pt x="22952" y="8998"/>
                </a:cubicBezTo>
                <a:cubicBezTo>
                  <a:pt x="22879" y="8547"/>
                  <a:pt x="22879" y="8547"/>
                  <a:pt x="22879" y="8547"/>
                </a:cubicBezTo>
                <a:cubicBezTo>
                  <a:pt x="22701" y="8246"/>
                  <a:pt x="22701" y="8246"/>
                  <a:pt x="22701" y="8246"/>
                </a:cubicBezTo>
                <a:cubicBezTo>
                  <a:pt x="22627" y="7883"/>
                  <a:pt x="22627" y="7883"/>
                  <a:pt x="22627" y="7883"/>
                </a:cubicBezTo>
                <a:cubicBezTo>
                  <a:pt x="22333" y="7657"/>
                  <a:pt x="22333" y="7657"/>
                  <a:pt x="22333" y="7657"/>
                </a:cubicBezTo>
                <a:cubicBezTo>
                  <a:pt x="22156" y="7356"/>
                  <a:pt x="22156" y="7356"/>
                  <a:pt x="22156" y="7356"/>
                </a:cubicBezTo>
                <a:cubicBezTo>
                  <a:pt x="21935" y="7431"/>
                  <a:pt x="21935" y="7431"/>
                  <a:pt x="21935" y="7431"/>
                </a:cubicBezTo>
                <a:cubicBezTo>
                  <a:pt x="21751" y="7131"/>
                  <a:pt x="21751" y="7131"/>
                  <a:pt x="21751" y="7131"/>
                </a:cubicBezTo>
                <a:cubicBezTo>
                  <a:pt x="21464" y="6918"/>
                  <a:pt x="21464" y="6918"/>
                  <a:pt x="21464" y="6918"/>
                </a:cubicBezTo>
                <a:cubicBezTo>
                  <a:pt x="21280" y="6980"/>
                  <a:pt x="21280" y="6980"/>
                  <a:pt x="21280" y="6980"/>
                </a:cubicBezTo>
                <a:cubicBezTo>
                  <a:pt x="20735" y="7131"/>
                  <a:pt x="20735" y="7131"/>
                  <a:pt x="20735" y="7131"/>
                </a:cubicBezTo>
                <a:cubicBezTo>
                  <a:pt x="20882" y="7507"/>
                  <a:pt x="20882" y="7507"/>
                  <a:pt x="20882" y="7507"/>
                </a:cubicBezTo>
                <a:cubicBezTo>
                  <a:pt x="21065" y="7507"/>
                  <a:pt x="21065" y="7507"/>
                  <a:pt x="21065" y="7507"/>
                </a:cubicBezTo>
                <a:cubicBezTo>
                  <a:pt x="21243" y="7657"/>
                  <a:pt x="21243" y="7657"/>
                  <a:pt x="21243" y="7657"/>
                </a:cubicBezTo>
                <a:cubicBezTo>
                  <a:pt x="21316" y="8096"/>
                  <a:pt x="21316" y="8096"/>
                  <a:pt x="21316" y="8096"/>
                </a:cubicBezTo>
                <a:cubicBezTo>
                  <a:pt x="20992" y="8096"/>
                  <a:pt x="20992" y="8096"/>
                  <a:pt x="20992" y="8096"/>
                </a:cubicBezTo>
                <a:cubicBezTo>
                  <a:pt x="21102" y="8472"/>
                  <a:pt x="21102" y="8472"/>
                  <a:pt x="21102" y="8472"/>
                </a:cubicBezTo>
                <a:cubicBezTo>
                  <a:pt x="21316" y="8472"/>
                  <a:pt x="21316" y="8472"/>
                  <a:pt x="21316" y="8472"/>
                </a:cubicBezTo>
                <a:cubicBezTo>
                  <a:pt x="21427" y="8697"/>
                  <a:pt x="21427" y="8697"/>
                  <a:pt x="21427" y="8697"/>
                </a:cubicBezTo>
                <a:cubicBezTo>
                  <a:pt x="21647" y="8547"/>
                  <a:pt x="21647" y="8547"/>
                  <a:pt x="21647" y="8547"/>
                </a:cubicBezTo>
                <a:cubicBezTo>
                  <a:pt x="21825" y="8547"/>
                  <a:pt x="21825" y="8547"/>
                  <a:pt x="21825" y="8547"/>
                </a:cubicBezTo>
                <a:cubicBezTo>
                  <a:pt x="22229" y="8622"/>
                  <a:pt x="22229" y="8622"/>
                  <a:pt x="22229" y="8622"/>
                </a:cubicBezTo>
                <a:cubicBezTo>
                  <a:pt x="22554" y="9136"/>
                  <a:pt x="22554" y="9136"/>
                  <a:pt x="22554" y="9136"/>
                </a:cubicBezTo>
                <a:lnTo>
                  <a:pt x="22842" y="9286"/>
                </a:lnTo>
                <a:close/>
                <a:moveTo>
                  <a:pt x="22192" y="9361"/>
                </a:moveTo>
                <a:lnTo>
                  <a:pt x="22192" y="9361"/>
                </a:lnTo>
                <a:cubicBezTo>
                  <a:pt x="21972" y="9061"/>
                  <a:pt x="21972" y="9061"/>
                  <a:pt x="21972" y="9061"/>
                </a:cubicBezTo>
                <a:cubicBezTo>
                  <a:pt x="21647" y="9061"/>
                  <a:pt x="21647" y="9061"/>
                  <a:pt x="21647" y="9061"/>
                </a:cubicBezTo>
                <a:cubicBezTo>
                  <a:pt x="21684" y="9512"/>
                  <a:pt x="21684" y="9512"/>
                  <a:pt x="21684" y="9512"/>
                </a:cubicBezTo>
                <a:cubicBezTo>
                  <a:pt x="21972" y="9512"/>
                  <a:pt x="21972" y="9512"/>
                  <a:pt x="21972" y="9512"/>
                </a:cubicBezTo>
                <a:lnTo>
                  <a:pt x="22192" y="9361"/>
                </a:lnTo>
                <a:close/>
                <a:moveTo>
                  <a:pt x="22045" y="12482"/>
                </a:moveTo>
                <a:lnTo>
                  <a:pt x="22045" y="12482"/>
                </a:lnTo>
                <a:cubicBezTo>
                  <a:pt x="22266" y="12332"/>
                  <a:pt x="22266" y="12332"/>
                  <a:pt x="22266" y="12332"/>
                </a:cubicBezTo>
                <a:cubicBezTo>
                  <a:pt x="22407" y="12256"/>
                  <a:pt x="22407" y="12256"/>
                  <a:pt x="22407" y="12256"/>
                </a:cubicBezTo>
                <a:cubicBezTo>
                  <a:pt x="22554" y="12632"/>
                  <a:pt x="22554" y="12632"/>
                  <a:pt x="22554" y="12632"/>
                </a:cubicBezTo>
                <a:cubicBezTo>
                  <a:pt x="22701" y="13221"/>
                  <a:pt x="22701" y="13221"/>
                  <a:pt x="22701" y="13221"/>
                </a:cubicBezTo>
                <a:cubicBezTo>
                  <a:pt x="22842" y="13084"/>
                  <a:pt x="22842" y="13084"/>
                  <a:pt x="22842" y="13084"/>
                </a:cubicBezTo>
                <a:cubicBezTo>
                  <a:pt x="23173" y="13008"/>
                  <a:pt x="23173" y="13008"/>
                  <a:pt x="23173" y="13008"/>
                </a:cubicBezTo>
                <a:cubicBezTo>
                  <a:pt x="23350" y="12933"/>
                  <a:pt x="23350" y="12933"/>
                  <a:pt x="23350" y="12933"/>
                </a:cubicBezTo>
                <a:cubicBezTo>
                  <a:pt x="23387" y="12557"/>
                  <a:pt x="23387" y="12557"/>
                  <a:pt x="23387" y="12557"/>
                </a:cubicBezTo>
                <a:cubicBezTo>
                  <a:pt x="23387" y="11968"/>
                  <a:pt x="23387" y="11968"/>
                  <a:pt x="23387" y="11968"/>
                </a:cubicBezTo>
                <a:cubicBezTo>
                  <a:pt x="23387" y="11968"/>
                  <a:pt x="23424" y="11818"/>
                  <a:pt x="23497" y="11743"/>
                </a:cubicBezTo>
                <a:cubicBezTo>
                  <a:pt x="23571" y="11592"/>
                  <a:pt x="23424" y="11291"/>
                  <a:pt x="23424" y="11291"/>
                </a:cubicBezTo>
                <a:cubicBezTo>
                  <a:pt x="23424" y="11291"/>
                  <a:pt x="23246" y="10991"/>
                  <a:pt x="23136" y="10991"/>
                </a:cubicBezTo>
                <a:cubicBezTo>
                  <a:pt x="23062" y="10991"/>
                  <a:pt x="22952" y="11216"/>
                  <a:pt x="22952" y="11216"/>
                </a:cubicBezTo>
                <a:cubicBezTo>
                  <a:pt x="22627" y="10853"/>
                  <a:pt x="22627" y="10853"/>
                  <a:pt x="22627" y="10853"/>
                </a:cubicBezTo>
                <a:cubicBezTo>
                  <a:pt x="22333" y="10853"/>
                  <a:pt x="22333" y="10853"/>
                  <a:pt x="22333" y="10853"/>
                </a:cubicBezTo>
                <a:cubicBezTo>
                  <a:pt x="22554" y="11141"/>
                  <a:pt x="22554" y="11141"/>
                  <a:pt x="22554" y="11141"/>
                </a:cubicBezTo>
                <a:cubicBezTo>
                  <a:pt x="22554" y="11141"/>
                  <a:pt x="22738" y="11592"/>
                  <a:pt x="22805" y="11818"/>
                </a:cubicBezTo>
                <a:cubicBezTo>
                  <a:pt x="22842" y="12043"/>
                  <a:pt x="22591" y="11893"/>
                  <a:pt x="22591" y="11893"/>
                </a:cubicBezTo>
                <a:cubicBezTo>
                  <a:pt x="22229" y="11141"/>
                  <a:pt x="22229" y="11141"/>
                  <a:pt x="22229" y="11141"/>
                </a:cubicBezTo>
                <a:cubicBezTo>
                  <a:pt x="21972" y="11141"/>
                  <a:pt x="21972" y="11141"/>
                  <a:pt x="21972" y="11141"/>
                </a:cubicBezTo>
                <a:cubicBezTo>
                  <a:pt x="21972" y="11592"/>
                  <a:pt x="21972" y="11592"/>
                  <a:pt x="21972" y="11592"/>
                </a:cubicBezTo>
                <a:cubicBezTo>
                  <a:pt x="22045" y="12043"/>
                  <a:pt x="22045" y="12043"/>
                  <a:pt x="22045" y="12043"/>
                </a:cubicBezTo>
                <a:cubicBezTo>
                  <a:pt x="21751" y="11667"/>
                  <a:pt x="21751" y="11667"/>
                  <a:pt x="21751" y="11667"/>
                </a:cubicBezTo>
                <a:cubicBezTo>
                  <a:pt x="21574" y="10991"/>
                  <a:pt x="21574" y="10991"/>
                  <a:pt x="21574" y="10991"/>
                </a:cubicBezTo>
                <a:cubicBezTo>
                  <a:pt x="21139" y="10627"/>
                  <a:pt x="21139" y="10627"/>
                  <a:pt x="21139" y="10627"/>
                </a:cubicBezTo>
                <a:cubicBezTo>
                  <a:pt x="21102" y="11216"/>
                  <a:pt x="21102" y="11216"/>
                  <a:pt x="21102" y="11216"/>
                </a:cubicBezTo>
                <a:cubicBezTo>
                  <a:pt x="21243" y="11592"/>
                  <a:pt x="21243" y="11592"/>
                  <a:pt x="21243" y="11592"/>
                </a:cubicBezTo>
                <a:cubicBezTo>
                  <a:pt x="21243" y="11592"/>
                  <a:pt x="21611" y="12106"/>
                  <a:pt x="21647" y="12256"/>
                </a:cubicBezTo>
                <a:lnTo>
                  <a:pt x="22045" y="12482"/>
                </a:lnTo>
                <a:close/>
                <a:moveTo>
                  <a:pt x="21029" y="12783"/>
                </a:moveTo>
                <a:lnTo>
                  <a:pt x="21029" y="12783"/>
                </a:lnTo>
                <a:cubicBezTo>
                  <a:pt x="21102" y="13159"/>
                  <a:pt x="21102" y="13159"/>
                  <a:pt x="21102" y="13159"/>
                </a:cubicBezTo>
                <a:cubicBezTo>
                  <a:pt x="21316" y="13159"/>
                  <a:pt x="21316" y="13159"/>
                  <a:pt x="21316" y="13159"/>
                </a:cubicBezTo>
                <a:cubicBezTo>
                  <a:pt x="21316" y="13159"/>
                  <a:pt x="21390" y="12933"/>
                  <a:pt x="21390" y="12858"/>
                </a:cubicBezTo>
                <a:cubicBezTo>
                  <a:pt x="21390" y="12708"/>
                  <a:pt x="21139" y="12482"/>
                  <a:pt x="21139" y="12632"/>
                </a:cubicBezTo>
                <a:cubicBezTo>
                  <a:pt x="21176" y="12783"/>
                  <a:pt x="21029" y="12783"/>
                  <a:pt x="21029" y="12783"/>
                </a:cubicBezTo>
                <a:close/>
                <a:moveTo>
                  <a:pt x="21139" y="10101"/>
                </a:moveTo>
                <a:lnTo>
                  <a:pt x="21139" y="10101"/>
                </a:lnTo>
                <a:cubicBezTo>
                  <a:pt x="20918" y="9512"/>
                  <a:pt x="20918" y="9512"/>
                  <a:pt x="20918" y="9512"/>
                </a:cubicBezTo>
                <a:cubicBezTo>
                  <a:pt x="20630" y="9136"/>
                  <a:pt x="20630" y="9136"/>
                  <a:pt x="20630" y="9136"/>
                </a:cubicBezTo>
                <a:cubicBezTo>
                  <a:pt x="20630" y="9136"/>
                  <a:pt x="20594" y="9437"/>
                  <a:pt x="20667" y="9662"/>
                </a:cubicBezTo>
                <a:cubicBezTo>
                  <a:pt x="20704" y="9888"/>
                  <a:pt x="20955" y="10251"/>
                  <a:pt x="20955" y="10251"/>
                </a:cubicBezTo>
                <a:lnTo>
                  <a:pt x="21139" y="10101"/>
                </a:lnTo>
                <a:close/>
                <a:moveTo>
                  <a:pt x="30254" y="22959"/>
                </a:moveTo>
                <a:lnTo>
                  <a:pt x="30254" y="22959"/>
                </a:lnTo>
                <a:cubicBezTo>
                  <a:pt x="30542" y="23034"/>
                  <a:pt x="30542" y="23034"/>
                  <a:pt x="30542" y="23034"/>
                </a:cubicBezTo>
                <a:cubicBezTo>
                  <a:pt x="30872" y="22884"/>
                  <a:pt x="30872" y="22884"/>
                  <a:pt x="30872" y="22884"/>
                </a:cubicBezTo>
                <a:cubicBezTo>
                  <a:pt x="31013" y="22370"/>
                  <a:pt x="31013" y="22370"/>
                  <a:pt x="31013" y="22370"/>
                </a:cubicBezTo>
                <a:cubicBezTo>
                  <a:pt x="30872" y="21844"/>
                  <a:pt x="30872" y="21844"/>
                  <a:pt x="30872" y="21844"/>
                </a:cubicBezTo>
                <a:cubicBezTo>
                  <a:pt x="30872" y="21844"/>
                  <a:pt x="30437" y="21844"/>
                  <a:pt x="30364" y="21844"/>
                </a:cubicBezTo>
                <a:cubicBezTo>
                  <a:pt x="30327" y="21844"/>
                  <a:pt x="30107" y="22521"/>
                  <a:pt x="30107" y="22521"/>
                </a:cubicBezTo>
                <a:lnTo>
                  <a:pt x="30254" y="22959"/>
                </a:lnTo>
                <a:close/>
                <a:moveTo>
                  <a:pt x="24624" y="16868"/>
                </a:moveTo>
                <a:lnTo>
                  <a:pt x="24624" y="16868"/>
                </a:lnTo>
                <a:cubicBezTo>
                  <a:pt x="24845" y="16568"/>
                  <a:pt x="24845" y="16568"/>
                  <a:pt x="24845" y="16568"/>
                </a:cubicBezTo>
                <a:cubicBezTo>
                  <a:pt x="24875" y="16054"/>
                  <a:pt x="24875" y="16054"/>
                  <a:pt x="24875" y="16054"/>
                </a:cubicBezTo>
                <a:cubicBezTo>
                  <a:pt x="25206" y="16204"/>
                  <a:pt x="25206" y="16204"/>
                  <a:pt x="25206" y="16204"/>
                </a:cubicBezTo>
                <a:cubicBezTo>
                  <a:pt x="25421" y="15903"/>
                  <a:pt x="25421" y="15903"/>
                  <a:pt x="25421" y="15903"/>
                </a:cubicBezTo>
                <a:cubicBezTo>
                  <a:pt x="25604" y="15302"/>
                  <a:pt x="25604" y="15302"/>
                  <a:pt x="25604" y="15302"/>
                </a:cubicBezTo>
                <a:cubicBezTo>
                  <a:pt x="25819" y="14863"/>
                  <a:pt x="25819" y="14863"/>
                  <a:pt x="25819" y="14863"/>
                </a:cubicBezTo>
                <a:cubicBezTo>
                  <a:pt x="25819" y="14863"/>
                  <a:pt x="25604" y="14562"/>
                  <a:pt x="25494" y="14562"/>
                </a:cubicBezTo>
                <a:cubicBezTo>
                  <a:pt x="25169" y="14562"/>
                  <a:pt x="25169" y="14562"/>
                  <a:pt x="25169" y="14562"/>
                </a:cubicBezTo>
                <a:cubicBezTo>
                  <a:pt x="24875" y="14337"/>
                  <a:pt x="24875" y="14337"/>
                  <a:pt x="24875" y="14337"/>
                </a:cubicBezTo>
                <a:cubicBezTo>
                  <a:pt x="24875" y="14337"/>
                  <a:pt x="24477" y="14337"/>
                  <a:pt x="24404" y="14337"/>
                </a:cubicBezTo>
                <a:cubicBezTo>
                  <a:pt x="24330" y="14337"/>
                  <a:pt x="24404" y="14638"/>
                  <a:pt x="24404" y="14863"/>
                </a:cubicBezTo>
                <a:cubicBezTo>
                  <a:pt x="24404" y="15014"/>
                  <a:pt x="24189" y="15164"/>
                  <a:pt x="24189" y="15164"/>
                </a:cubicBezTo>
                <a:cubicBezTo>
                  <a:pt x="24189" y="16054"/>
                  <a:pt x="24189" y="16054"/>
                  <a:pt x="24189" y="16054"/>
                </a:cubicBezTo>
                <a:cubicBezTo>
                  <a:pt x="24189" y="16054"/>
                  <a:pt x="24263" y="16868"/>
                  <a:pt x="24263" y="17019"/>
                </a:cubicBezTo>
                <a:lnTo>
                  <a:pt x="24624" y="16868"/>
                </a:lnTo>
                <a:close/>
                <a:moveTo>
                  <a:pt x="23062" y="17984"/>
                </a:moveTo>
                <a:lnTo>
                  <a:pt x="23062" y="17984"/>
                </a:lnTo>
                <a:cubicBezTo>
                  <a:pt x="23136" y="17984"/>
                  <a:pt x="23313" y="17608"/>
                  <a:pt x="23313" y="17608"/>
                </a:cubicBezTo>
                <a:cubicBezTo>
                  <a:pt x="23718" y="17533"/>
                  <a:pt x="23718" y="17533"/>
                  <a:pt x="23718" y="17533"/>
                </a:cubicBezTo>
                <a:cubicBezTo>
                  <a:pt x="23859" y="16944"/>
                  <a:pt x="23859" y="16944"/>
                  <a:pt x="23859" y="16944"/>
                </a:cubicBezTo>
                <a:cubicBezTo>
                  <a:pt x="23754" y="16492"/>
                  <a:pt x="23754" y="16492"/>
                  <a:pt x="23754" y="16492"/>
                </a:cubicBezTo>
                <a:cubicBezTo>
                  <a:pt x="23497" y="16054"/>
                  <a:pt x="23497" y="16054"/>
                  <a:pt x="23497" y="16054"/>
                </a:cubicBezTo>
                <a:cubicBezTo>
                  <a:pt x="23283" y="15828"/>
                  <a:pt x="23283" y="15828"/>
                  <a:pt x="23283" y="15828"/>
                </a:cubicBezTo>
                <a:cubicBezTo>
                  <a:pt x="23571" y="15527"/>
                  <a:pt x="23571" y="15527"/>
                  <a:pt x="23571" y="15527"/>
                </a:cubicBezTo>
                <a:cubicBezTo>
                  <a:pt x="23571" y="15527"/>
                  <a:pt x="23644" y="15377"/>
                  <a:pt x="23571" y="15164"/>
                </a:cubicBezTo>
                <a:cubicBezTo>
                  <a:pt x="23497" y="15014"/>
                  <a:pt x="23313" y="14713"/>
                  <a:pt x="23313" y="14713"/>
                </a:cubicBezTo>
                <a:cubicBezTo>
                  <a:pt x="23209" y="14412"/>
                  <a:pt x="23209" y="14412"/>
                  <a:pt x="23209" y="14412"/>
                </a:cubicBezTo>
                <a:cubicBezTo>
                  <a:pt x="22915" y="14487"/>
                  <a:pt x="22915" y="14487"/>
                  <a:pt x="22915" y="14487"/>
                </a:cubicBezTo>
                <a:cubicBezTo>
                  <a:pt x="22879" y="14863"/>
                  <a:pt x="22879" y="14863"/>
                  <a:pt x="22879" y="14863"/>
                </a:cubicBezTo>
                <a:cubicBezTo>
                  <a:pt x="22768" y="14863"/>
                  <a:pt x="22768" y="14863"/>
                  <a:pt x="22768" y="14863"/>
                </a:cubicBezTo>
                <a:cubicBezTo>
                  <a:pt x="22517" y="14713"/>
                  <a:pt x="22517" y="14713"/>
                  <a:pt x="22517" y="14713"/>
                </a:cubicBezTo>
                <a:cubicBezTo>
                  <a:pt x="22266" y="14863"/>
                  <a:pt x="22266" y="14863"/>
                  <a:pt x="22266" y="14863"/>
                </a:cubicBezTo>
                <a:cubicBezTo>
                  <a:pt x="22297" y="15227"/>
                  <a:pt x="22297" y="15227"/>
                  <a:pt x="22297" y="15227"/>
                </a:cubicBezTo>
                <a:cubicBezTo>
                  <a:pt x="22517" y="15678"/>
                  <a:pt x="22517" y="15678"/>
                  <a:pt x="22517" y="15678"/>
                </a:cubicBezTo>
                <a:cubicBezTo>
                  <a:pt x="22444" y="16129"/>
                  <a:pt x="22444" y="16129"/>
                  <a:pt x="22444" y="16129"/>
                </a:cubicBezTo>
                <a:cubicBezTo>
                  <a:pt x="22444" y="16129"/>
                  <a:pt x="22333" y="16342"/>
                  <a:pt x="22266" y="16279"/>
                </a:cubicBezTo>
                <a:cubicBezTo>
                  <a:pt x="22192" y="16204"/>
                  <a:pt x="22009" y="15903"/>
                  <a:pt x="22009" y="15903"/>
                </a:cubicBezTo>
                <a:cubicBezTo>
                  <a:pt x="21825" y="15903"/>
                  <a:pt x="21825" y="15903"/>
                  <a:pt x="21825" y="15903"/>
                </a:cubicBezTo>
                <a:cubicBezTo>
                  <a:pt x="21788" y="16342"/>
                  <a:pt x="21788" y="16342"/>
                  <a:pt x="21788" y="16342"/>
                </a:cubicBezTo>
                <a:cubicBezTo>
                  <a:pt x="22045" y="16643"/>
                  <a:pt x="22045" y="16643"/>
                  <a:pt x="22045" y="16643"/>
                </a:cubicBezTo>
                <a:cubicBezTo>
                  <a:pt x="22229" y="16868"/>
                  <a:pt x="22229" y="16868"/>
                  <a:pt x="22229" y="16868"/>
                </a:cubicBezTo>
                <a:cubicBezTo>
                  <a:pt x="22517" y="17019"/>
                  <a:pt x="22517" y="17019"/>
                  <a:pt x="22517" y="17019"/>
                </a:cubicBezTo>
                <a:cubicBezTo>
                  <a:pt x="22517" y="17019"/>
                  <a:pt x="22664" y="17457"/>
                  <a:pt x="22664" y="17608"/>
                </a:cubicBezTo>
                <a:cubicBezTo>
                  <a:pt x="22664" y="17758"/>
                  <a:pt x="23062" y="17984"/>
                  <a:pt x="23062" y="17984"/>
                </a:cubicBezTo>
                <a:close/>
                <a:moveTo>
                  <a:pt x="21102" y="15753"/>
                </a:moveTo>
                <a:lnTo>
                  <a:pt x="21102" y="15753"/>
                </a:lnTo>
                <a:cubicBezTo>
                  <a:pt x="21176" y="15227"/>
                  <a:pt x="21176" y="15227"/>
                  <a:pt x="21176" y="15227"/>
                </a:cubicBezTo>
                <a:cubicBezTo>
                  <a:pt x="21029" y="14938"/>
                  <a:pt x="21029" y="14938"/>
                  <a:pt x="21029" y="14938"/>
                </a:cubicBezTo>
                <a:cubicBezTo>
                  <a:pt x="20483" y="14788"/>
                  <a:pt x="20483" y="14788"/>
                  <a:pt x="20483" y="14788"/>
                </a:cubicBezTo>
                <a:cubicBezTo>
                  <a:pt x="20373" y="15089"/>
                  <a:pt x="20373" y="15089"/>
                  <a:pt x="20373" y="15089"/>
                </a:cubicBezTo>
                <a:cubicBezTo>
                  <a:pt x="20373" y="15089"/>
                  <a:pt x="20594" y="15452"/>
                  <a:pt x="20667" y="15527"/>
                </a:cubicBezTo>
                <a:cubicBezTo>
                  <a:pt x="20735" y="15527"/>
                  <a:pt x="20918" y="16054"/>
                  <a:pt x="20918" y="16054"/>
                </a:cubicBezTo>
                <a:lnTo>
                  <a:pt x="21102" y="15753"/>
                </a:lnTo>
                <a:close/>
                <a:moveTo>
                  <a:pt x="19975" y="14938"/>
                </a:moveTo>
                <a:lnTo>
                  <a:pt x="19975" y="14938"/>
                </a:lnTo>
                <a:cubicBezTo>
                  <a:pt x="19828" y="15164"/>
                  <a:pt x="19828" y="15164"/>
                  <a:pt x="19828" y="15164"/>
                </a:cubicBezTo>
                <a:cubicBezTo>
                  <a:pt x="20085" y="15227"/>
                  <a:pt x="20085" y="15227"/>
                  <a:pt x="20085" y="15227"/>
                </a:cubicBezTo>
                <a:cubicBezTo>
                  <a:pt x="20159" y="14863"/>
                  <a:pt x="20159" y="14863"/>
                  <a:pt x="20159" y="14863"/>
                </a:cubicBezTo>
                <a:lnTo>
                  <a:pt x="19975" y="14938"/>
                </a:lnTo>
                <a:close/>
                <a:moveTo>
                  <a:pt x="18266" y="8396"/>
                </a:moveTo>
                <a:lnTo>
                  <a:pt x="18266" y="8396"/>
                </a:lnTo>
                <a:cubicBezTo>
                  <a:pt x="18560" y="8396"/>
                  <a:pt x="18560" y="8396"/>
                  <a:pt x="18560" y="8396"/>
                </a:cubicBezTo>
                <a:cubicBezTo>
                  <a:pt x="18995" y="8396"/>
                  <a:pt x="18995" y="8396"/>
                  <a:pt x="18995" y="8396"/>
                </a:cubicBezTo>
                <a:cubicBezTo>
                  <a:pt x="19503" y="8396"/>
                  <a:pt x="19503" y="8396"/>
                  <a:pt x="19503" y="8396"/>
                </a:cubicBezTo>
                <a:cubicBezTo>
                  <a:pt x="19503" y="8396"/>
                  <a:pt x="19540" y="8096"/>
                  <a:pt x="19430" y="8020"/>
                </a:cubicBezTo>
                <a:cubicBezTo>
                  <a:pt x="19356" y="8020"/>
                  <a:pt x="19105" y="7807"/>
                  <a:pt x="19105" y="7807"/>
                </a:cubicBezTo>
                <a:cubicBezTo>
                  <a:pt x="18774" y="7883"/>
                  <a:pt x="18774" y="7883"/>
                  <a:pt x="18774" y="7883"/>
                </a:cubicBezTo>
                <a:cubicBezTo>
                  <a:pt x="18523" y="8020"/>
                  <a:pt x="18523" y="8020"/>
                  <a:pt x="18523" y="8020"/>
                </a:cubicBezTo>
                <a:lnTo>
                  <a:pt x="18266" y="8396"/>
                </a:lnTo>
                <a:close/>
                <a:moveTo>
                  <a:pt x="18597" y="10026"/>
                </a:moveTo>
                <a:lnTo>
                  <a:pt x="18597" y="10026"/>
                </a:lnTo>
                <a:cubicBezTo>
                  <a:pt x="18811" y="9888"/>
                  <a:pt x="18811" y="9888"/>
                  <a:pt x="18811" y="9888"/>
                </a:cubicBezTo>
                <a:cubicBezTo>
                  <a:pt x="19179" y="9813"/>
                  <a:pt x="19179" y="9813"/>
                  <a:pt x="19179" y="9813"/>
                </a:cubicBezTo>
                <a:cubicBezTo>
                  <a:pt x="19283" y="9512"/>
                  <a:pt x="19283" y="9512"/>
                  <a:pt x="19283" y="9512"/>
                </a:cubicBezTo>
                <a:cubicBezTo>
                  <a:pt x="19105" y="9211"/>
                  <a:pt x="19105" y="9211"/>
                  <a:pt x="19105" y="9211"/>
                </a:cubicBezTo>
                <a:cubicBezTo>
                  <a:pt x="19283" y="9136"/>
                  <a:pt x="19283" y="9136"/>
                  <a:pt x="19283" y="9136"/>
                </a:cubicBezTo>
                <a:cubicBezTo>
                  <a:pt x="19393" y="8848"/>
                  <a:pt x="19393" y="8848"/>
                  <a:pt x="19393" y="8848"/>
                </a:cubicBezTo>
                <a:cubicBezTo>
                  <a:pt x="19179" y="8848"/>
                  <a:pt x="19179" y="8848"/>
                  <a:pt x="19179" y="8848"/>
                </a:cubicBezTo>
                <a:cubicBezTo>
                  <a:pt x="18738" y="8848"/>
                  <a:pt x="18738" y="8848"/>
                  <a:pt x="18738" y="8848"/>
                </a:cubicBezTo>
                <a:cubicBezTo>
                  <a:pt x="18486" y="8998"/>
                  <a:pt x="18486" y="8998"/>
                  <a:pt x="18486" y="8998"/>
                </a:cubicBezTo>
                <a:cubicBezTo>
                  <a:pt x="18229" y="9286"/>
                  <a:pt x="18229" y="9286"/>
                  <a:pt x="18229" y="9286"/>
                </a:cubicBezTo>
                <a:cubicBezTo>
                  <a:pt x="18450" y="9963"/>
                  <a:pt x="18450" y="9963"/>
                  <a:pt x="18450" y="9963"/>
                </a:cubicBezTo>
                <a:lnTo>
                  <a:pt x="18597" y="10026"/>
                </a:lnTo>
                <a:close/>
                <a:moveTo>
                  <a:pt x="18015" y="9361"/>
                </a:moveTo>
                <a:lnTo>
                  <a:pt x="18015" y="9361"/>
                </a:lnTo>
                <a:cubicBezTo>
                  <a:pt x="17978" y="8910"/>
                  <a:pt x="17978" y="8910"/>
                  <a:pt x="17978" y="8910"/>
                </a:cubicBezTo>
                <a:cubicBezTo>
                  <a:pt x="17684" y="8697"/>
                  <a:pt x="17684" y="8697"/>
                  <a:pt x="17684" y="8697"/>
                </a:cubicBezTo>
                <a:cubicBezTo>
                  <a:pt x="17543" y="8697"/>
                  <a:pt x="17543" y="8697"/>
                  <a:pt x="17543" y="8697"/>
                </a:cubicBezTo>
                <a:cubicBezTo>
                  <a:pt x="17617" y="9061"/>
                  <a:pt x="17617" y="9061"/>
                  <a:pt x="17617" y="9061"/>
                </a:cubicBezTo>
                <a:cubicBezTo>
                  <a:pt x="17721" y="9286"/>
                  <a:pt x="17721" y="9286"/>
                  <a:pt x="17721" y="9286"/>
                </a:cubicBezTo>
                <a:lnTo>
                  <a:pt x="18015" y="9361"/>
                </a:lnTo>
                <a:close/>
                <a:moveTo>
                  <a:pt x="17647" y="11141"/>
                </a:moveTo>
                <a:lnTo>
                  <a:pt x="17647" y="11141"/>
                </a:lnTo>
                <a:cubicBezTo>
                  <a:pt x="17323" y="11367"/>
                  <a:pt x="17323" y="11367"/>
                  <a:pt x="17323" y="11367"/>
                </a:cubicBezTo>
                <a:cubicBezTo>
                  <a:pt x="17145" y="11893"/>
                  <a:pt x="17145" y="11893"/>
                  <a:pt x="17145" y="11893"/>
                </a:cubicBezTo>
                <a:cubicBezTo>
                  <a:pt x="16961" y="12181"/>
                  <a:pt x="16961" y="12181"/>
                  <a:pt x="16961" y="12181"/>
                </a:cubicBezTo>
                <a:cubicBezTo>
                  <a:pt x="16777" y="12632"/>
                  <a:pt x="16777" y="12632"/>
                  <a:pt x="16777" y="12632"/>
                </a:cubicBezTo>
                <a:cubicBezTo>
                  <a:pt x="16814" y="13008"/>
                  <a:pt x="16814" y="13008"/>
                  <a:pt x="16814" y="13008"/>
                </a:cubicBezTo>
                <a:cubicBezTo>
                  <a:pt x="17176" y="13084"/>
                  <a:pt x="17176" y="13084"/>
                  <a:pt x="17176" y="13084"/>
                </a:cubicBezTo>
                <a:cubicBezTo>
                  <a:pt x="17543" y="13221"/>
                  <a:pt x="17543" y="13221"/>
                  <a:pt x="17543" y="13221"/>
                </a:cubicBezTo>
                <a:cubicBezTo>
                  <a:pt x="17831" y="13159"/>
                  <a:pt x="17831" y="13159"/>
                  <a:pt x="17831" y="13159"/>
                </a:cubicBezTo>
                <a:cubicBezTo>
                  <a:pt x="18088" y="12933"/>
                  <a:pt x="18088" y="12933"/>
                  <a:pt x="18088" y="12933"/>
                </a:cubicBezTo>
                <a:cubicBezTo>
                  <a:pt x="18560" y="13084"/>
                  <a:pt x="18560" y="13084"/>
                  <a:pt x="18560" y="13084"/>
                </a:cubicBezTo>
                <a:cubicBezTo>
                  <a:pt x="18848" y="13084"/>
                  <a:pt x="18848" y="13084"/>
                  <a:pt x="18848" y="13084"/>
                </a:cubicBezTo>
                <a:cubicBezTo>
                  <a:pt x="18738" y="13297"/>
                  <a:pt x="18486" y="13297"/>
                  <a:pt x="18486" y="13297"/>
                </a:cubicBezTo>
                <a:cubicBezTo>
                  <a:pt x="18162" y="13297"/>
                  <a:pt x="18162" y="13297"/>
                  <a:pt x="18162" y="13297"/>
                </a:cubicBezTo>
                <a:cubicBezTo>
                  <a:pt x="17941" y="13522"/>
                  <a:pt x="17941" y="13522"/>
                  <a:pt x="17941" y="13522"/>
                </a:cubicBezTo>
                <a:cubicBezTo>
                  <a:pt x="17978" y="13898"/>
                  <a:pt x="17978" y="13898"/>
                  <a:pt x="17978" y="13898"/>
                </a:cubicBezTo>
                <a:cubicBezTo>
                  <a:pt x="18162" y="14049"/>
                  <a:pt x="18162" y="14049"/>
                  <a:pt x="18162" y="14049"/>
                </a:cubicBezTo>
                <a:cubicBezTo>
                  <a:pt x="18597" y="14049"/>
                  <a:pt x="18597" y="14049"/>
                  <a:pt x="18597" y="14049"/>
                </a:cubicBezTo>
                <a:cubicBezTo>
                  <a:pt x="19032" y="13748"/>
                  <a:pt x="19032" y="13748"/>
                  <a:pt x="19032" y="13748"/>
                </a:cubicBezTo>
                <a:cubicBezTo>
                  <a:pt x="19320" y="13297"/>
                  <a:pt x="19320" y="13297"/>
                  <a:pt x="19320" y="13297"/>
                </a:cubicBezTo>
                <a:cubicBezTo>
                  <a:pt x="19650" y="13221"/>
                  <a:pt x="19650" y="13221"/>
                  <a:pt x="19650" y="13221"/>
                </a:cubicBezTo>
                <a:cubicBezTo>
                  <a:pt x="20049" y="13221"/>
                  <a:pt x="20049" y="13221"/>
                  <a:pt x="20049" y="13221"/>
                </a:cubicBezTo>
                <a:cubicBezTo>
                  <a:pt x="20483" y="13221"/>
                  <a:pt x="20483" y="13221"/>
                  <a:pt x="20483" y="13221"/>
                </a:cubicBezTo>
                <a:cubicBezTo>
                  <a:pt x="20630" y="12858"/>
                  <a:pt x="20630" y="12858"/>
                  <a:pt x="20630" y="12858"/>
                </a:cubicBezTo>
                <a:cubicBezTo>
                  <a:pt x="20735" y="12043"/>
                  <a:pt x="20735" y="12043"/>
                  <a:pt x="20735" y="12043"/>
                </a:cubicBezTo>
                <a:cubicBezTo>
                  <a:pt x="20594" y="11818"/>
                  <a:pt x="20594" y="11818"/>
                  <a:pt x="20594" y="11818"/>
                </a:cubicBezTo>
                <a:cubicBezTo>
                  <a:pt x="20410" y="11818"/>
                  <a:pt x="20410" y="11818"/>
                  <a:pt x="20410" y="11818"/>
                </a:cubicBezTo>
                <a:cubicBezTo>
                  <a:pt x="20373" y="12106"/>
                  <a:pt x="20373" y="12106"/>
                  <a:pt x="20373" y="12106"/>
                </a:cubicBezTo>
                <a:cubicBezTo>
                  <a:pt x="20122" y="11968"/>
                  <a:pt x="20122" y="11968"/>
                  <a:pt x="20122" y="11968"/>
                </a:cubicBezTo>
                <a:cubicBezTo>
                  <a:pt x="19828" y="11442"/>
                  <a:pt x="19828" y="11442"/>
                  <a:pt x="19828" y="11442"/>
                </a:cubicBezTo>
                <a:cubicBezTo>
                  <a:pt x="19828" y="11078"/>
                  <a:pt x="19828" y="11078"/>
                  <a:pt x="19828" y="11078"/>
                </a:cubicBezTo>
                <a:cubicBezTo>
                  <a:pt x="19718" y="10702"/>
                  <a:pt x="19718" y="10702"/>
                  <a:pt x="19718" y="10702"/>
                </a:cubicBezTo>
                <a:cubicBezTo>
                  <a:pt x="19467" y="10702"/>
                  <a:pt x="19467" y="10702"/>
                  <a:pt x="19467" y="10702"/>
                </a:cubicBezTo>
                <a:cubicBezTo>
                  <a:pt x="19356" y="10928"/>
                  <a:pt x="19356" y="10928"/>
                  <a:pt x="19356" y="10928"/>
                </a:cubicBezTo>
                <a:cubicBezTo>
                  <a:pt x="19179" y="10991"/>
                  <a:pt x="19179" y="10991"/>
                  <a:pt x="19179" y="10991"/>
                </a:cubicBezTo>
                <a:cubicBezTo>
                  <a:pt x="19179" y="11291"/>
                  <a:pt x="19179" y="11291"/>
                  <a:pt x="19179" y="11291"/>
                </a:cubicBezTo>
                <a:cubicBezTo>
                  <a:pt x="19393" y="11592"/>
                  <a:pt x="19393" y="11592"/>
                  <a:pt x="19393" y="11592"/>
                </a:cubicBezTo>
                <a:cubicBezTo>
                  <a:pt x="19393" y="11893"/>
                  <a:pt x="19356" y="12106"/>
                  <a:pt x="19356" y="12106"/>
                </a:cubicBezTo>
                <a:cubicBezTo>
                  <a:pt x="19614" y="12181"/>
                  <a:pt x="19614" y="12181"/>
                  <a:pt x="19614" y="12181"/>
                </a:cubicBezTo>
                <a:cubicBezTo>
                  <a:pt x="19614" y="12181"/>
                  <a:pt x="19681" y="12482"/>
                  <a:pt x="19614" y="12482"/>
                </a:cubicBezTo>
                <a:cubicBezTo>
                  <a:pt x="19540" y="12557"/>
                  <a:pt x="19393" y="12557"/>
                  <a:pt x="19393" y="12557"/>
                </a:cubicBezTo>
                <a:cubicBezTo>
                  <a:pt x="19032" y="12557"/>
                  <a:pt x="19032" y="12557"/>
                  <a:pt x="19032" y="12557"/>
                </a:cubicBezTo>
                <a:cubicBezTo>
                  <a:pt x="18811" y="12256"/>
                  <a:pt x="18811" y="12256"/>
                  <a:pt x="18811" y="12256"/>
                </a:cubicBezTo>
                <a:cubicBezTo>
                  <a:pt x="18597" y="11667"/>
                  <a:pt x="18597" y="11667"/>
                  <a:pt x="18597" y="11667"/>
                </a:cubicBezTo>
                <a:cubicBezTo>
                  <a:pt x="18303" y="11442"/>
                  <a:pt x="18303" y="11442"/>
                  <a:pt x="18303" y="11442"/>
                </a:cubicBezTo>
                <a:cubicBezTo>
                  <a:pt x="18088" y="11442"/>
                  <a:pt x="18088" y="11442"/>
                  <a:pt x="18088" y="11442"/>
                </a:cubicBezTo>
                <a:cubicBezTo>
                  <a:pt x="17831" y="11216"/>
                  <a:pt x="17831" y="11216"/>
                  <a:pt x="17831" y="11216"/>
                </a:cubicBezTo>
                <a:lnTo>
                  <a:pt x="17647" y="11141"/>
                </a:lnTo>
                <a:close/>
                <a:moveTo>
                  <a:pt x="17758" y="10477"/>
                </a:moveTo>
                <a:lnTo>
                  <a:pt x="17758" y="10477"/>
                </a:lnTo>
                <a:cubicBezTo>
                  <a:pt x="17794" y="10778"/>
                  <a:pt x="17794" y="10778"/>
                  <a:pt x="17794" y="10778"/>
                </a:cubicBezTo>
                <a:cubicBezTo>
                  <a:pt x="18162" y="10853"/>
                  <a:pt x="18162" y="10853"/>
                  <a:pt x="18162" y="10853"/>
                </a:cubicBezTo>
                <a:cubicBezTo>
                  <a:pt x="18162" y="10477"/>
                  <a:pt x="18162" y="10477"/>
                  <a:pt x="18162" y="10477"/>
                </a:cubicBezTo>
                <a:cubicBezTo>
                  <a:pt x="18162" y="10477"/>
                  <a:pt x="17758" y="10627"/>
                  <a:pt x="17758" y="10477"/>
                </a:cubicBezTo>
                <a:close/>
                <a:moveTo>
                  <a:pt x="16343" y="11968"/>
                </a:moveTo>
                <a:lnTo>
                  <a:pt x="16343" y="11968"/>
                </a:lnTo>
                <a:cubicBezTo>
                  <a:pt x="16196" y="12407"/>
                  <a:pt x="16196" y="12407"/>
                  <a:pt x="16196" y="12407"/>
                </a:cubicBezTo>
                <a:cubicBezTo>
                  <a:pt x="16526" y="12557"/>
                  <a:pt x="16526" y="12557"/>
                  <a:pt x="16526" y="12557"/>
                </a:cubicBezTo>
                <a:cubicBezTo>
                  <a:pt x="16667" y="11818"/>
                  <a:pt x="16667" y="11818"/>
                  <a:pt x="16667" y="11818"/>
                </a:cubicBezTo>
                <a:lnTo>
                  <a:pt x="16343" y="11968"/>
                </a:lnTo>
                <a:close/>
                <a:moveTo>
                  <a:pt x="16924" y="11078"/>
                </a:moveTo>
                <a:lnTo>
                  <a:pt x="16924" y="11078"/>
                </a:lnTo>
                <a:cubicBezTo>
                  <a:pt x="17212" y="10928"/>
                  <a:pt x="17212" y="10928"/>
                  <a:pt x="17212" y="10928"/>
                </a:cubicBezTo>
                <a:cubicBezTo>
                  <a:pt x="17286" y="10176"/>
                  <a:pt x="17286" y="10176"/>
                  <a:pt x="17286" y="10176"/>
                </a:cubicBezTo>
                <a:cubicBezTo>
                  <a:pt x="17396" y="9737"/>
                  <a:pt x="17396" y="9737"/>
                  <a:pt x="17396" y="9737"/>
                </a:cubicBezTo>
                <a:cubicBezTo>
                  <a:pt x="17035" y="9587"/>
                  <a:pt x="17035" y="9587"/>
                  <a:pt x="17035" y="9587"/>
                </a:cubicBezTo>
                <a:cubicBezTo>
                  <a:pt x="16814" y="9963"/>
                  <a:pt x="16814" y="9963"/>
                  <a:pt x="16814" y="9963"/>
                </a:cubicBezTo>
                <a:cubicBezTo>
                  <a:pt x="16416" y="9963"/>
                  <a:pt x="16416" y="9963"/>
                  <a:pt x="16416" y="9963"/>
                </a:cubicBezTo>
                <a:cubicBezTo>
                  <a:pt x="16159" y="9888"/>
                  <a:pt x="16159" y="9888"/>
                  <a:pt x="16159" y="9888"/>
                </a:cubicBezTo>
                <a:cubicBezTo>
                  <a:pt x="16159" y="9888"/>
                  <a:pt x="15981" y="10477"/>
                  <a:pt x="15908" y="10627"/>
                </a:cubicBezTo>
                <a:cubicBezTo>
                  <a:pt x="15871" y="10778"/>
                  <a:pt x="15650" y="11141"/>
                  <a:pt x="15650" y="11141"/>
                </a:cubicBezTo>
                <a:cubicBezTo>
                  <a:pt x="15326" y="11141"/>
                  <a:pt x="15326" y="11141"/>
                  <a:pt x="15326" y="11141"/>
                </a:cubicBezTo>
                <a:cubicBezTo>
                  <a:pt x="15038" y="11442"/>
                  <a:pt x="15038" y="11442"/>
                  <a:pt x="15038" y="11442"/>
                </a:cubicBezTo>
                <a:cubicBezTo>
                  <a:pt x="15179" y="11893"/>
                  <a:pt x="15179" y="11893"/>
                  <a:pt x="15179" y="11893"/>
                </a:cubicBezTo>
                <a:cubicBezTo>
                  <a:pt x="15509" y="12106"/>
                  <a:pt x="15509" y="12106"/>
                  <a:pt x="15509" y="12106"/>
                </a:cubicBezTo>
                <a:cubicBezTo>
                  <a:pt x="15650" y="11743"/>
                  <a:pt x="15650" y="11743"/>
                  <a:pt x="15650" y="11743"/>
                </a:cubicBezTo>
                <a:cubicBezTo>
                  <a:pt x="15871" y="12043"/>
                  <a:pt x="15871" y="12043"/>
                  <a:pt x="15871" y="12043"/>
                </a:cubicBezTo>
                <a:cubicBezTo>
                  <a:pt x="16055" y="11818"/>
                  <a:pt x="16055" y="11818"/>
                  <a:pt x="16055" y="11818"/>
                </a:cubicBezTo>
                <a:cubicBezTo>
                  <a:pt x="16085" y="11517"/>
                  <a:pt x="16085" y="11517"/>
                  <a:pt x="16085" y="11517"/>
                </a:cubicBezTo>
                <a:cubicBezTo>
                  <a:pt x="16306" y="11517"/>
                  <a:pt x="16306" y="11517"/>
                  <a:pt x="16306" y="11517"/>
                </a:cubicBezTo>
                <a:cubicBezTo>
                  <a:pt x="16379" y="11078"/>
                  <a:pt x="16379" y="11078"/>
                  <a:pt x="16379" y="11078"/>
                </a:cubicBezTo>
                <a:cubicBezTo>
                  <a:pt x="16600" y="10778"/>
                  <a:pt x="16600" y="10778"/>
                  <a:pt x="16600" y="10778"/>
                </a:cubicBezTo>
                <a:cubicBezTo>
                  <a:pt x="16741" y="11216"/>
                  <a:pt x="16741" y="11216"/>
                  <a:pt x="16741" y="11216"/>
                </a:cubicBezTo>
                <a:lnTo>
                  <a:pt x="16924" y="11078"/>
                </a:lnTo>
                <a:close/>
                <a:moveTo>
                  <a:pt x="17145" y="20440"/>
                </a:moveTo>
                <a:lnTo>
                  <a:pt x="17145" y="20440"/>
                </a:lnTo>
                <a:cubicBezTo>
                  <a:pt x="17617" y="20503"/>
                  <a:pt x="17617" y="20503"/>
                  <a:pt x="17617" y="20503"/>
                </a:cubicBezTo>
                <a:cubicBezTo>
                  <a:pt x="17978" y="20503"/>
                  <a:pt x="17978" y="20503"/>
                  <a:pt x="17978" y="20503"/>
                </a:cubicBezTo>
                <a:cubicBezTo>
                  <a:pt x="18162" y="21180"/>
                  <a:pt x="18162" y="21180"/>
                  <a:pt x="18162" y="21180"/>
                </a:cubicBezTo>
                <a:cubicBezTo>
                  <a:pt x="18413" y="21480"/>
                  <a:pt x="18413" y="21480"/>
                  <a:pt x="18413" y="21480"/>
                </a:cubicBezTo>
                <a:cubicBezTo>
                  <a:pt x="18885" y="21480"/>
                  <a:pt x="18885" y="21480"/>
                  <a:pt x="18885" y="21480"/>
                </a:cubicBezTo>
                <a:cubicBezTo>
                  <a:pt x="19320" y="21405"/>
                  <a:pt x="19320" y="21405"/>
                  <a:pt x="19320" y="21405"/>
                </a:cubicBezTo>
                <a:cubicBezTo>
                  <a:pt x="19614" y="21104"/>
                  <a:pt x="19614" y="21104"/>
                  <a:pt x="19614" y="21104"/>
                </a:cubicBezTo>
                <a:cubicBezTo>
                  <a:pt x="19938" y="20879"/>
                  <a:pt x="19938" y="20879"/>
                  <a:pt x="19938" y="20879"/>
                </a:cubicBezTo>
                <a:cubicBezTo>
                  <a:pt x="20226" y="20578"/>
                  <a:pt x="20226" y="20578"/>
                  <a:pt x="20226" y="20578"/>
                </a:cubicBezTo>
                <a:cubicBezTo>
                  <a:pt x="20410" y="20365"/>
                  <a:pt x="20410" y="20365"/>
                  <a:pt x="20410" y="20365"/>
                </a:cubicBezTo>
                <a:cubicBezTo>
                  <a:pt x="20557" y="20578"/>
                  <a:pt x="20557" y="20578"/>
                  <a:pt x="20557" y="20578"/>
                </a:cubicBezTo>
                <a:cubicBezTo>
                  <a:pt x="20735" y="20503"/>
                  <a:pt x="20735" y="20503"/>
                  <a:pt x="20735" y="20503"/>
                </a:cubicBezTo>
                <a:cubicBezTo>
                  <a:pt x="21243" y="21029"/>
                  <a:pt x="21243" y="21029"/>
                  <a:pt x="21243" y="21029"/>
                </a:cubicBezTo>
                <a:cubicBezTo>
                  <a:pt x="21574" y="21029"/>
                  <a:pt x="21574" y="21029"/>
                  <a:pt x="21574" y="21029"/>
                </a:cubicBezTo>
                <a:cubicBezTo>
                  <a:pt x="21862" y="20954"/>
                  <a:pt x="21862" y="20954"/>
                  <a:pt x="21862" y="20954"/>
                </a:cubicBezTo>
                <a:cubicBezTo>
                  <a:pt x="21972" y="20503"/>
                  <a:pt x="21972" y="20503"/>
                  <a:pt x="21972" y="20503"/>
                </a:cubicBezTo>
                <a:cubicBezTo>
                  <a:pt x="21751" y="20139"/>
                  <a:pt x="21751" y="20139"/>
                  <a:pt x="21751" y="20139"/>
                </a:cubicBezTo>
                <a:cubicBezTo>
                  <a:pt x="21935" y="20064"/>
                  <a:pt x="21935" y="20064"/>
                  <a:pt x="21935" y="20064"/>
                </a:cubicBezTo>
                <a:cubicBezTo>
                  <a:pt x="22229" y="19989"/>
                  <a:pt x="22229" y="19989"/>
                  <a:pt x="22229" y="19989"/>
                </a:cubicBezTo>
                <a:cubicBezTo>
                  <a:pt x="22297" y="19688"/>
                  <a:pt x="22297" y="19688"/>
                  <a:pt x="22297" y="19688"/>
                </a:cubicBezTo>
                <a:cubicBezTo>
                  <a:pt x="22009" y="19325"/>
                  <a:pt x="22009" y="19325"/>
                  <a:pt x="22009" y="19325"/>
                </a:cubicBezTo>
                <a:cubicBezTo>
                  <a:pt x="21427" y="18874"/>
                  <a:pt x="21427" y="18874"/>
                  <a:pt x="21427" y="18874"/>
                </a:cubicBezTo>
                <a:cubicBezTo>
                  <a:pt x="21139" y="18285"/>
                  <a:pt x="21139" y="18285"/>
                  <a:pt x="21139" y="18285"/>
                </a:cubicBezTo>
                <a:cubicBezTo>
                  <a:pt x="21206" y="17683"/>
                  <a:pt x="21206" y="17683"/>
                  <a:pt x="21206" y="17683"/>
                </a:cubicBezTo>
                <a:cubicBezTo>
                  <a:pt x="20918" y="17320"/>
                  <a:pt x="20918" y="17320"/>
                  <a:pt x="20918" y="17320"/>
                </a:cubicBezTo>
                <a:cubicBezTo>
                  <a:pt x="20882" y="16492"/>
                  <a:pt x="20882" y="16492"/>
                  <a:pt x="20882" y="16492"/>
                </a:cubicBezTo>
                <a:cubicBezTo>
                  <a:pt x="20667" y="15903"/>
                  <a:pt x="20667" y="15903"/>
                  <a:pt x="20667" y="15903"/>
                </a:cubicBezTo>
                <a:cubicBezTo>
                  <a:pt x="20300" y="15603"/>
                  <a:pt x="20300" y="15603"/>
                  <a:pt x="20300" y="15603"/>
                </a:cubicBezTo>
                <a:cubicBezTo>
                  <a:pt x="19975" y="15603"/>
                  <a:pt x="19975" y="15603"/>
                  <a:pt x="19975" y="15603"/>
                </a:cubicBezTo>
                <a:cubicBezTo>
                  <a:pt x="19975" y="16204"/>
                  <a:pt x="19975" y="16204"/>
                  <a:pt x="19975" y="16204"/>
                </a:cubicBezTo>
                <a:cubicBezTo>
                  <a:pt x="20012" y="16643"/>
                  <a:pt x="20012" y="16643"/>
                  <a:pt x="20012" y="16643"/>
                </a:cubicBezTo>
                <a:cubicBezTo>
                  <a:pt x="20196" y="17244"/>
                  <a:pt x="20196" y="17244"/>
                  <a:pt x="20196" y="17244"/>
                </a:cubicBezTo>
                <a:cubicBezTo>
                  <a:pt x="20085" y="17457"/>
                  <a:pt x="20085" y="17457"/>
                  <a:pt x="20085" y="17457"/>
                </a:cubicBezTo>
                <a:cubicBezTo>
                  <a:pt x="19938" y="17457"/>
                  <a:pt x="19938" y="17457"/>
                  <a:pt x="19938" y="17457"/>
                </a:cubicBezTo>
                <a:cubicBezTo>
                  <a:pt x="19791" y="17169"/>
                  <a:pt x="19791" y="17169"/>
                  <a:pt x="19791" y="17169"/>
                </a:cubicBezTo>
                <a:cubicBezTo>
                  <a:pt x="19754" y="16793"/>
                  <a:pt x="19754" y="16793"/>
                  <a:pt x="19754" y="16793"/>
                </a:cubicBezTo>
                <a:cubicBezTo>
                  <a:pt x="19681" y="16417"/>
                  <a:pt x="19681" y="16417"/>
                  <a:pt x="19681" y="16417"/>
                </a:cubicBezTo>
                <a:cubicBezTo>
                  <a:pt x="19430" y="15828"/>
                  <a:pt x="19430" y="15828"/>
                  <a:pt x="19430" y="15828"/>
                </a:cubicBezTo>
                <a:cubicBezTo>
                  <a:pt x="19142" y="15828"/>
                  <a:pt x="19142" y="15828"/>
                  <a:pt x="19142" y="15828"/>
                </a:cubicBezTo>
                <a:cubicBezTo>
                  <a:pt x="19209" y="16204"/>
                  <a:pt x="19209" y="16204"/>
                  <a:pt x="19209" y="16204"/>
                </a:cubicBezTo>
                <a:cubicBezTo>
                  <a:pt x="19320" y="16492"/>
                  <a:pt x="19320" y="16492"/>
                  <a:pt x="19320" y="16492"/>
                </a:cubicBezTo>
                <a:cubicBezTo>
                  <a:pt x="19032" y="16492"/>
                  <a:pt x="19032" y="16492"/>
                  <a:pt x="19032" y="16492"/>
                </a:cubicBezTo>
                <a:cubicBezTo>
                  <a:pt x="19032" y="16793"/>
                  <a:pt x="19032" y="16793"/>
                  <a:pt x="19032" y="16793"/>
                </a:cubicBezTo>
                <a:cubicBezTo>
                  <a:pt x="18774" y="16868"/>
                  <a:pt x="18774" y="16868"/>
                  <a:pt x="18774" y="16868"/>
                </a:cubicBezTo>
                <a:cubicBezTo>
                  <a:pt x="18811" y="16568"/>
                  <a:pt x="18811" y="16568"/>
                  <a:pt x="18811" y="16568"/>
                </a:cubicBezTo>
                <a:cubicBezTo>
                  <a:pt x="18885" y="16129"/>
                  <a:pt x="18885" y="16129"/>
                  <a:pt x="18885" y="16129"/>
                </a:cubicBezTo>
                <a:cubicBezTo>
                  <a:pt x="18664" y="16129"/>
                  <a:pt x="18664" y="16129"/>
                  <a:pt x="18664" y="16129"/>
                </a:cubicBezTo>
                <a:cubicBezTo>
                  <a:pt x="18413" y="15903"/>
                  <a:pt x="18413" y="15903"/>
                  <a:pt x="18413" y="15903"/>
                </a:cubicBezTo>
                <a:cubicBezTo>
                  <a:pt x="18162" y="15979"/>
                  <a:pt x="18162" y="15979"/>
                  <a:pt x="18162" y="15979"/>
                </a:cubicBezTo>
                <a:cubicBezTo>
                  <a:pt x="18119" y="16342"/>
                  <a:pt x="18119" y="16342"/>
                  <a:pt x="18119" y="16342"/>
                </a:cubicBezTo>
                <a:cubicBezTo>
                  <a:pt x="17905" y="16279"/>
                  <a:pt x="17905" y="16279"/>
                  <a:pt x="17905" y="16279"/>
                </a:cubicBezTo>
                <a:cubicBezTo>
                  <a:pt x="17978" y="16054"/>
                  <a:pt x="17978" y="16054"/>
                  <a:pt x="17978" y="16054"/>
                </a:cubicBezTo>
                <a:cubicBezTo>
                  <a:pt x="17905" y="15527"/>
                  <a:pt x="17905" y="15527"/>
                  <a:pt x="17905" y="15527"/>
                </a:cubicBezTo>
                <a:cubicBezTo>
                  <a:pt x="17758" y="15452"/>
                  <a:pt x="17758" y="15452"/>
                  <a:pt x="17758" y="15452"/>
                </a:cubicBezTo>
                <a:cubicBezTo>
                  <a:pt x="17470" y="15452"/>
                  <a:pt x="17470" y="15452"/>
                  <a:pt x="17470" y="15452"/>
                </a:cubicBezTo>
                <a:cubicBezTo>
                  <a:pt x="17249" y="15828"/>
                  <a:pt x="17249" y="15828"/>
                  <a:pt x="17249" y="15828"/>
                </a:cubicBezTo>
                <a:cubicBezTo>
                  <a:pt x="17035" y="15979"/>
                  <a:pt x="17035" y="15979"/>
                  <a:pt x="17035" y="15979"/>
                </a:cubicBezTo>
                <a:cubicBezTo>
                  <a:pt x="16741" y="16129"/>
                  <a:pt x="16741" y="16129"/>
                  <a:pt x="16741" y="16129"/>
                </a:cubicBezTo>
                <a:cubicBezTo>
                  <a:pt x="16526" y="16417"/>
                  <a:pt x="16526" y="16417"/>
                  <a:pt x="16526" y="16417"/>
                </a:cubicBezTo>
                <a:cubicBezTo>
                  <a:pt x="16563" y="16944"/>
                  <a:pt x="16563" y="16944"/>
                  <a:pt x="16563" y="16944"/>
                </a:cubicBezTo>
                <a:cubicBezTo>
                  <a:pt x="16269" y="17320"/>
                  <a:pt x="16269" y="17320"/>
                  <a:pt x="16269" y="17320"/>
                </a:cubicBezTo>
                <a:cubicBezTo>
                  <a:pt x="16269" y="17608"/>
                  <a:pt x="16269" y="17608"/>
                  <a:pt x="16269" y="17608"/>
                </a:cubicBezTo>
                <a:cubicBezTo>
                  <a:pt x="16490" y="17608"/>
                  <a:pt x="16490" y="17608"/>
                  <a:pt x="16490" y="17608"/>
                </a:cubicBezTo>
                <a:cubicBezTo>
                  <a:pt x="16630" y="17833"/>
                  <a:pt x="16630" y="17833"/>
                  <a:pt x="16630" y="17833"/>
                </a:cubicBezTo>
                <a:cubicBezTo>
                  <a:pt x="16888" y="17683"/>
                  <a:pt x="16888" y="17683"/>
                  <a:pt x="16888" y="17683"/>
                </a:cubicBezTo>
                <a:cubicBezTo>
                  <a:pt x="17212" y="17608"/>
                  <a:pt x="17212" y="17608"/>
                  <a:pt x="17212" y="17608"/>
                </a:cubicBezTo>
                <a:cubicBezTo>
                  <a:pt x="17433" y="17909"/>
                  <a:pt x="17433" y="17909"/>
                  <a:pt x="17433" y="17909"/>
                </a:cubicBezTo>
                <a:cubicBezTo>
                  <a:pt x="17102" y="18134"/>
                  <a:pt x="17102" y="18134"/>
                  <a:pt x="17102" y="18134"/>
                </a:cubicBezTo>
                <a:cubicBezTo>
                  <a:pt x="16814" y="18285"/>
                  <a:pt x="16814" y="18285"/>
                  <a:pt x="16814" y="18285"/>
                </a:cubicBezTo>
                <a:cubicBezTo>
                  <a:pt x="16667" y="18573"/>
                  <a:pt x="16667" y="18573"/>
                  <a:pt x="16667" y="18573"/>
                </a:cubicBezTo>
                <a:cubicBezTo>
                  <a:pt x="17071" y="18874"/>
                  <a:pt x="17071" y="18874"/>
                  <a:pt x="17071" y="18874"/>
                </a:cubicBezTo>
                <a:cubicBezTo>
                  <a:pt x="17433" y="18874"/>
                  <a:pt x="17433" y="18874"/>
                  <a:pt x="17433" y="18874"/>
                </a:cubicBezTo>
                <a:cubicBezTo>
                  <a:pt x="17868" y="18798"/>
                  <a:pt x="17868" y="18798"/>
                  <a:pt x="17868" y="18798"/>
                </a:cubicBezTo>
                <a:cubicBezTo>
                  <a:pt x="18229" y="18798"/>
                  <a:pt x="18229" y="18798"/>
                  <a:pt x="18229" y="18798"/>
                </a:cubicBezTo>
                <a:cubicBezTo>
                  <a:pt x="18229" y="18798"/>
                  <a:pt x="18450" y="19024"/>
                  <a:pt x="18523" y="19024"/>
                </a:cubicBezTo>
                <a:cubicBezTo>
                  <a:pt x="18597" y="19099"/>
                  <a:pt x="18486" y="19400"/>
                  <a:pt x="18486" y="19400"/>
                </a:cubicBezTo>
                <a:cubicBezTo>
                  <a:pt x="17868" y="19400"/>
                  <a:pt x="17868" y="19400"/>
                  <a:pt x="17868" y="19400"/>
                </a:cubicBezTo>
                <a:cubicBezTo>
                  <a:pt x="17323" y="19400"/>
                  <a:pt x="17323" y="19400"/>
                  <a:pt x="17323" y="19400"/>
                </a:cubicBezTo>
                <a:cubicBezTo>
                  <a:pt x="16924" y="19688"/>
                  <a:pt x="16924" y="19688"/>
                  <a:pt x="16924" y="19688"/>
                </a:cubicBezTo>
                <a:lnTo>
                  <a:pt x="17145" y="20440"/>
                </a:lnTo>
                <a:close/>
                <a:moveTo>
                  <a:pt x="20085" y="21844"/>
                </a:moveTo>
                <a:lnTo>
                  <a:pt x="20085" y="21844"/>
                </a:lnTo>
                <a:cubicBezTo>
                  <a:pt x="20373" y="21556"/>
                  <a:pt x="20373" y="21556"/>
                  <a:pt x="20373" y="21556"/>
                </a:cubicBezTo>
                <a:cubicBezTo>
                  <a:pt x="20630" y="21480"/>
                  <a:pt x="20630" y="21480"/>
                  <a:pt x="20630" y="21480"/>
                </a:cubicBezTo>
                <a:cubicBezTo>
                  <a:pt x="20667" y="20954"/>
                  <a:pt x="20667" y="20954"/>
                  <a:pt x="20667" y="20954"/>
                </a:cubicBezTo>
                <a:cubicBezTo>
                  <a:pt x="20196" y="21255"/>
                  <a:pt x="20196" y="21255"/>
                  <a:pt x="20196" y="21255"/>
                </a:cubicBezTo>
                <a:cubicBezTo>
                  <a:pt x="19718" y="21693"/>
                  <a:pt x="19718" y="21693"/>
                  <a:pt x="19718" y="21693"/>
                </a:cubicBezTo>
                <a:lnTo>
                  <a:pt x="20085" y="21844"/>
                </a:lnTo>
                <a:close/>
                <a:moveTo>
                  <a:pt x="15215" y="17984"/>
                </a:moveTo>
                <a:lnTo>
                  <a:pt x="15215" y="17984"/>
                </a:lnTo>
                <a:cubicBezTo>
                  <a:pt x="15583" y="17984"/>
                  <a:pt x="15583" y="17984"/>
                  <a:pt x="15583" y="17984"/>
                </a:cubicBezTo>
                <a:cubicBezTo>
                  <a:pt x="15797" y="17608"/>
                  <a:pt x="15797" y="17608"/>
                  <a:pt x="15797" y="17608"/>
                </a:cubicBezTo>
                <a:cubicBezTo>
                  <a:pt x="15871" y="16944"/>
                  <a:pt x="15871" y="16944"/>
                  <a:pt x="15871" y="16944"/>
                </a:cubicBezTo>
                <a:cubicBezTo>
                  <a:pt x="15871" y="16944"/>
                  <a:pt x="16196" y="16643"/>
                  <a:pt x="16196" y="16492"/>
                </a:cubicBezTo>
                <a:cubicBezTo>
                  <a:pt x="16232" y="16342"/>
                  <a:pt x="16453" y="16054"/>
                  <a:pt x="16453" y="16054"/>
                </a:cubicBezTo>
                <a:cubicBezTo>
                  <a:pt x="17071" y="15527"/>
                  <a:pt x="17071" y="15527"/>
                  <a:pt x="17071" y="15527"/>
                </a:cubicBezTo>
                <a:cubicBezTo>
                  <a:pt x="17470" y="15302"/>
                  <a:pt x="17470" y="15302"/>
                  <a:pt x="17470" y="15302"/>
                </a:cubicBezTo>
                <a:cubicBezTo>
                  <a:pt x="17433" y="14863"/>
                  <a:pt x="17433" y="14863"/>
                  <a:pt x="17433" y="14863"/>
                </a:cubicBezTo>
                <a:cubicBezTo>
                  <a:pt x="16924" y="14262"/>
                  <a:pt x="16924" y="14262"/>
                  <a:pt x="16924" y="14262"/>
                </a:cubicBezTo>
                <a:cubicBezTo>
                  <a:pt x="16667" y="14186"/>
                  <a:pt x="16667" y="14186"/>
                  <a:pt x="16667" y="14186"/>
                </a:cubicBezTo>
                <a:cubicBezTo>
                  <a:pt x="16306" y="14487"/>
                  <a:pt x="16306" y="14487"/>
                  <a:pt x="16306" y="14487"/>
                </a:cubicBezTo>
                <a:cubicBezTo>
                  <a:pt x="15944" y="14186"/>
                  <a:pt x="15944" y="14186"/>
                  <a:pt x="15944" y="14186"/>
                </a:cubicBezTo>
                <a:cubicBezTo>
                  <a:pt x="15546" y="13898"/>
                  <a:pt x="15546" y="13898"/>
                  <a:pt x="15546" y="13898"/>
                </a:cubicBezTo>
                <a:cubicBezTo>
                  <a:pt x="15068" y="13898"/>
                  <a:pt x="15068" y="13898"/>
                  <a:pt x="15068" y="13898"/>
                </a:cubicBezTo>
                <a:cubicBezTo>
                  <a:pt x="14456" y="13973"/>
                  <a:pt x="14456" y="13973"/>
                  <a:pt x="14456" y="13973"/>
                </a:cubicBezTo>
                <a:cubicBezTo>
                  <a:pt x="14456" y="14337"/>
                  <a:pt x="14456" y="14337"/>
                  <a:pt x="14456" y="14337"/>
                </a:cubicBezTo>
                <a:cubicBezTo>
                  <a:pt x="14566" y="14938"/>
                  <a:pt x="14566" y="14938"/>
                  <a:pt x="14566" y="14938"/>
                </a:cubicBezTo>
                <a:cubicBezTo>
                  <a:pt x="14456" y="15903"/>
                  <a:pt x="14456" y="15903"/>
                  <a:pt x="14456" y="15903"/>
                </a:cubicBezTo>
                <a:cubicBezTo>
                  <a:pt x="13947" y="17169"/>
                  <a:pt x="13947" y="17169"/>
                  <a:pt x="13947" y="17169"/>
                </a:cubicBezTo>
                <a:cubicBezTo>
                  <a:pt x="14566" y="17533"/>
                  <a:pt x="14566" y="17533"/>
                  <a:pt x="14566" y="17533"/>
                </a:cubicBezTo>
                <a:cubicBezTo>
                  <a:pt x="14891" y="18498"/>
                  <a:pt x="14891" y="18498"/>
                  <a:pt x="14891" y="18498"/>
                </a:cubicBezTo>
                <a:lnTo>
                  <a:pt x="15215" y="17984"/>
                </a:lnTo>
                <a:close/>
                <a:moveTo>
                  <a:pt x="655" y="30905"/>
                </a:moveTo>
                <a:lnTo>
                  <a:pt x="655" y="30905"/>
                </a:lnTo>
                <a:cubicBezTo>
                  <a:pt x="545" y="30391"/>
                  <a:pt x="545" y="30391"/>
                  <a:pt x="545" y="30391"/>
                </a:cubicBezTo>
                <a:cubicBezTo>
                  <a:pt x="251" y="30391"/>
                  <a:pt x="251" y="30391"/>
                  <a:pt x="251" y="30391"/>
                </a:cubicBezTo>
                <a:cubicBezTo>
                  <a:pt x="147" y="30617"/>
                  <a:pt x="147" y="30617"/>
                  <a:pt x="147" y="30617"/>
                </a:cubicBezTo>
                <a:cubicBezTo>
                  <a:pt x="183" y="31055"/>
                  <a:pt x="183" y="31055"/>
                  <a:pt x="183" y="31055"/>
                </a:cubicBezTo>
                <a:cubicBezTo>
                  <a:pt x="508" y="31055"/>
                  <a:pt x="508" y="31055"/>
                  <a:pt x="508" y="31055"/>
                </a:cubicBezTo>
                <a:lnTo>
                  <a:pt x="655" y="30905"/>
                </a:lnTo>
                <a:close/>
                <a:moveTo>
                  <a:pt x="6499" y="30166"/>
                </a:moveTo>
                <a:lnTo>
                  <a:pt x="6499" y="30166"/>
                </a:lnTo>
                <a:cubicBezTo>
                  <a:pt x="6499" y="30166"/>
                  <a:pt x="6425" y="30015"/>
                  <a:pt x="6425" y="29877"/>
                </a:cubicBezTo>
                <a:cubicBezTo>
                  <a:pt x="6425" y="29727"/>
                  <a:pt x="6609" y="29727"/>
                  <a:pt x="6609" y="29727"/>
                </a:cubicBezTo>
                <a:cubicBezTo>
                  <a:pt x="7044" y="29802"/>
                  <a:pt x="7044" y="29802"/>
                  <a:pt x="7044" y="29802"/>
                </a:cubicBezTo>
                <a:cubicBezTo>
                  <a:pt x="7411" y="30316"/>
                  <a:pt x="7411" y="30316"/>
                  <a:pt x="7411" y="30316"/>
                </a:cubicBezTo>
                <a:cubicBezTo>
                  <a:pt x="7810" y="30767"/>
                  <a:pt x="7810" y="30767"/>
                  <a:pt x="7810" y="30767"/>
                </a:cubicBezTo>
                <a:cubicBezTo>
                  <a:pt x="8245" y="30993"/>
                  <a:pt x="8245" y="30993"/>
                  <a:pt x="8245" y="30993"/>
                </a:cubicBezTo>
                <a:cubicBezTo>
                  <a:pt x="8606" y="30767"/>
                  <a:pt x="8606" y="30767"/>
                  <a:pt x="8606" y="30767"/>
                </a:cubicBezTo>
                <a:cubicBezTo>
                  <a:pt x="8900" y="31055"/>
                  <a:pt x="8900" y="31055"/>
                  <a:pt x="8900" y="31055"/>
                </a:cubicBezTo>
                <a:cubicBezTo>
                  <a:pt x="9151" y="31055"/>
                  <a:pt x="9151" y="31055"/>
                  <a:pt x="9151" y="31055"/>
                </a:cubicBezTo>
                <a:cubicBezTo>
                  <a:pt x="9445" y="31507"/>
                  <a:pt x="9445" y="31507"/>
                  <a:pt x="9445" y="31507"/>
                </a:cubicBezTo>
                <a:cubicBezTo>
                  <a:pt x="9880" y="31958"/>
                  <a:pt x="9880" y="31958"/>
                  <a:pt x="9880" y="31958"/>
                </a:cubicBezTo>
                <a:cubicBezTo>
                  <a:pt x="10094" y="32396"/>
                  <a:pt x="10094" y="32396"/>
                  <a:pt x="10094" y="32396"/>
                </a:cubicBezTo>
                <a:cubicBezTo>
                  <a:pt x="10094" y="32396"/>
                  <a:pt x="10388" y="32622"/>
                  <a:pt x="10462" y="32622"/>
                </a:cubicBezTo>
                <a:cubicBezTo>
                  <a:pt x="10529" y="32622"/>
                  <a:pt x="10603" y="32472"/>
                  <a:pt x="10603" y="32472"/>
                </a:cubicBezTo>
                <a:cubicBezTo>
                  <a:pt x="10897" y="32772"/>
                  <a:pt x="10897" y="32772"/>
                  <a:pt x="10897" y="32772"/>
                </a:cubicBezTo>
                <a:cubicBezTo>
                  <a:pt x="11038" y="33286"/>
                  <a:pt x="11038" y="33286"/>
                  <a:pt x="11038" y="33286"/>
                </a:cubicBezTo>
                <a:cubicBezTo>
                  <a:pt x="11479" y="33512"/>
                  <a:pt x="11479" y="33512"/>
                  <a:pt x="11479" y="33512"/>
                </a:cubicBezTo>
                <a:cubicBezTo>
                  <a:pt x="11405" y="33963"/>
                  <a:pt x="11405" y="33963"/>
                  <a:pt x="11405" y="33963"/>
                </a:cubicBezTo>
                <a:cubicBezTo>
                  <a:pt x="11767" y="34251"/>
                  <a:pt x="11767" y="34251"/>
                  <a:pt x="11767" y="34251"/>
                </a:cubicBezTo>
                <a:cubicBezTo>
                  <a:pt x="11693" y="34702"/>
                  <a:pt x="11693" y="34702"/>
                  <a:pt x="11693" y="34702"/>
                </a:cubicBezTo>
                <a:cubicBezTo>
                  <a:pt x="11950" y="34928"/>
                  <a:pt x="11950" y="34928"/>
                  <a:pt x="11950" y="34928"/>
                </a:cubicBezTo>
                <a:cubicBezTo>
                  <a:pt x="12202" y="35003"/>
                  <a:pt x="12202" y="35003"/>
                  <a:pt x="12202" y="35003"/>
                </a:cubicBezTo>
                <a:cubicBezTo>
                  <a:pt x="12202" y="35442"/>
                  <a:pt x="12202" y="35442"/>
                  <a:pt x="12202" y="35442"/>
                </a:cubicBezTo>
                <a:cubicBezTo>
                  <a:pt x="12422" y="36043"/>
                  <a:pt x="12422" y="36043"/>
                  <a:pt x="12422" y="36043"/>
                </a:cubicBezTo>
                <a:cubicBezTo>
                  <a:pt x="12459" y="36632"/>
                  <a:pt x="12459" y="36632"/>
                  <a:pt x="12459" y="36632"/>
                </a:cubicBezTo>
                <a:cubicBezTo>
                  <a:pt x="12563" y="37159"/>
                  <a:pt x="12563" y="37159"/>
                  <a:pt x="12563" y="37159"/>
                </a:cubicBezTo>
                <a:cubicBezTo>
                  <a:pt x="12894" y="37234"/>
                  <a:pt x="12894" y="37234"/>
                  <a:pt x="12894" y="37234"/>
                </a:cubicBezTo>
                <a:cubicBezTo>
                  <a:pt x="12967" y="37973"/>
                  <a:pt x="12967" y="37973"/>
                  <a:pt x="12967" y="37973"/>
                </a:cubicBezTo>
                <a:cubicBezTo>
                  <a:pt x="13292" y="38562"/>
                  <a:pt x="13292" y="38562"/>
                  <a:pt x="13292" y="38562"/>
                </a:cubicBezTo>
                <a:cubicBezTo>
                  <a:pt x="13366" y="39014"/>
                  <a:pt x="13366" y="39014"/>
                  <a:pt x="13366" y="39014"/>
                </a:cubicBezTo>
                <a:cubicBezTo>
                  <a:pt x="13727" y="39377"/>
                  <a:pt x="13727" y="39377"/>
                  <a:pt x="13727" y="39377"/>
                </a:cubicBezTo>
                <a:cubicBezTo>
                  <a:pt x="14052" y="39678"/>
                  <a:pt x="14052" y="39678"/>
                  <a:pt x="14052" y="39678"/>
                </a:cubicBezTo>
                <a:cubicBezTo>
                  <a:pt x="14309" y="39828"/>
                  <a:pt x="14309" y="39828"/>
                  <a:pt x="14309" y="39828"/>
                </a:cubicBezTo>
                <a:cubicBezTo>
                  <a:pt x="14382" y="40204"/>
                  <a:pt x="14382" y="40204"/>
                  <a:pt x="14382" y="40204"/>
                </a:cubicBezTo>
                <a:cubicBezTo>
                  <a:pt x="14744" y="40643"/>
                  <a:pt x="14744" y="40643"/>
                  <a:pt x="14744" y="40643"/>
                </a:cubicBezTo>
                <a:cubicBezTo>
                  <a:pt x="15001" y="41019"/>
                  <a:pt x="15001" y="41019"/>
                  <a:pt x="15001" y="41019"/>
                </a:cubicBezTo>
                <a:cubicBezTo>
                  <a:pt x="15142" y="41909"/>
                  <a:pt x="15142" y="41909"/>
                  <a:pt x="15142" y="41909"/>
                </a:cubicBezTo>
                <a:cubicBezTo>
                  <a:pt x="15142" y="42573"/>
                  <a:pt x="15142" y="42573"/>
                  <a:pt x="15142" y="42573"/>
                </a:cubicBezTo>
                <a:cubicBezTo>
                  <a:pt x="14928" y="42134"/>
                  <a:pt x="14928" y="42134"/>
                  <a:pt x="14928" y="42134"/>
                </a:cubicBezTo>
                <a:cubicBezTo>
                  <a:pt x="14707" y="41608"/>
                  <a:pt x="14707" y="41608"/>
                  <a:pt x="14707" y="41608"/>
                </a:cubicBezTo>
                <a:cubicBezTo>
                  <a:pt x="14670" y="41244"/>
                  <a:pt x="14670" y="41244"/>
                  <a:pt x="14670" y="41244"/>
                </a:cubicBezTo>
                <a:cubicBezTo>
                  <a:pt x="14382" y="40868"/>
                  <a:pt x="14382" y="40868"/>
                  <a:pt x="14382" y="40868"/>
                </a:cubicBezTo>
                <a:cubicBezTo>
                  <a:pt x="14199" y="40718"/>
                  <a:pt x="14199" y="40718"/>
                  <a:pt x="14199" y="40718"/>
                </a:cubicBezTo>
                <a:cubicBezTo>
                  <a:pt x="14162" y="40129"/>
                  <a:pt x="14162" y="40129"/>
                  <a:pt x="14162" y="40129"/>
                </a:cubicBezTo>
                <a:cubicBezTo>
                  <a:pt x="13911" y="40129"/>
                  <a:pt x="13911" y="40129"/>
                  <a:pt x="13911" y="40129"/>
                </a:cubicBezTo>
                <a:cubicBezTo>
                  <a:pt x="13727" y="39903"/>
                  <a:pt x="13727" y="39903"/>
                  <a:pt x="13727" y="39903"/>
                </a:cubicBezTo>
                <a:cubicBezTo>
                  <a:pt x="13549" y="39753"/>
                  <a:pt x="13549" y="39753"/>
                  <a:pt x="13549" y="39753"/>
                </a:cubicBezTo>
                <a:cubicBezTo>
                  <a:pt x="13366" y="39603"/>
                  <a:pt x="13366" y="39603"/>
                  <a:pt x="13366" y="39603"/>
                </a:cubicBezTo>
                <a:cubicBezTo>
                  <a:pt x="13182" y="39678"/>
                  <a:pt x="13182" y="39678"/>
                  <a:pt x="13182" y="39678"/>
                </a:cubicBezTo>
                <a:cubicBezTo>
                  <a:pt x="13366" y="40129"/>
                  <a:pt x="13366" y="40129"/>
                  <a:pt x="13366" y="40129"/>
                </a:cubicBezTo>
                <a:cubicBezTo>
                  <a:pt x="13580" y="40417"/>
                  <a:pt x="13580" y="40417"/>
                  <a:pt x="13580" y="40417"/>
                </a:cubicBezTo>
                <a:cubicBezTo>
                  <a:pt x="13800" y="40868"/>
                  <a:pt x="13800" y="40868"/>
                  <a:pt x="13800" y="40868"/>
                </a:cubicBezTo>
                <a:cubicBezTo>
                  <a:pt x="14272" y="41470"/>
                  <a:pt x="14272" y="41470"/>
                  <a:pt x="14272" y="41470"/>
                </a:cubicBezTo>
                <a:cubicBezTo>
                  <a:pt x="14419" y="42134"/>
                  <a:pt x="14419" y="42134"/>
                  <a:pt x="14419" y="42134"/>
                </a:cubicBezTo>
                <a:cubicBezTo>
                  <a:pt x="14597" y="43024"/>
                  <a:pt x="14597" y="43024"/>
                  <a:pt x="14597" y="43024"/>
                </a:cubicBezTo>
                <a:cubicBezTo>
                  <a:pt x="14597" y="43688"/>
                  <a:pt x="14597" y="43688"/>
                  <a:pt x="14597" y="43688"/>
                </a:cubicBezTo>
                <a:cubicBezTo>
                  <a:pt x="14566" y="44653"/>
                  <a:pt x="14566" y="44653"/>
                  <a:pt x="14566" y="44653"/>
                </a:cubicBezTo>
                <a:cubicBezTo>
                  <a:pt x="14566" y="45693"/>
                  <a:pt x="14566" y="45693"/>
                  <a:pt x="14566" y="45693"/>
                </a:cubicBezTo>
                <a:cubicBezTo>
                  <a:pt x="14382" y="45919"/>
                  <a:pt x="14382" y="45919"/>
                  <a:pt x="14382" y="45919"/>
                </a:cubicBezTo>
                <a:cubicBezTo>
                  <a:pt x="14382" y="46596"/>
                  <a:pt x="14382" y="46596"/>
                  <a:pt x="14382" y="46596"/>
                </a:cubicBezTo>
                <a:cubicBezTo>
                  <a:pt x="14597" y="47335"/>
                  <a:pt x="14597" y="47335"/>
                  <a:pt x="14597" y="47335"/>
                </a:cubicBezTo>
                <a:cubicBezTo>
                  <a:pt x="14529" y="48000"/>
                  <a:pt x="14529" y="48000"/>
                  <a:pt x="14529" y="48000"/>
                </a:cubicBezTo>
                <a:cubicBezTo>
                  <a:pt x="14566" y="48526"/>
                  <a:pt x="14566" y="48526"/>
                  <a:pt x="14566" y="48526"/>
                </a:cubicBezTo>
                <a:cubicBezTo>
                  <a:pt x="14707" y="48965"/>
                  <a:pt x="14707" y="48965"/>
                  <a:pt x="14707" y="48965"/>
                </a:cubicBezTo>
                <a:cubicBezTo>
                  <a:pt x="14707" y="49641"/>
                  <a:pt x="14707" y="49641"/>
                  <a:pt x="14707" y="49641"/>
                </a:cubicBezTo>
                <a:cubicBezTo>
                  <a:pt x="14891" y="50230"/>
                  <a:pt x="14891" y="50230"/>
                  <a:pt x="14891" y="50230"/>
                </a:cubicBezTo>
                <a:cubicBezTo>
                  <a:pt x="15142" y="50681"/>
                  <a:pt x="15142" y="50681"/>
                  <a:pt x="15142" y="50681"/>
                </a:cubicBezTo>
                <a:cubicBezTo>
                  <a:pt x="15289" y="51646"/>
                  <a:pt x="15289" y="51646"/>
                  <a:pt x="15289" y="51646"/>
                </a:cubicBezTo>
                <a:cubicBezTo>
                  <a:pt x="15546" y="52085"/>
                  <a:pt x="15546" y="52085"/>
                  <a:pt x="15546" y="52085"/>
                </a:cubicBezTo>
                <a:cubicBezTo>
                  <a:pt x="15583" y="52536"/>
                  <a:pt x="15583" y="52536"/>
                  <a:pt x="15583" y="52536"/>
                </a:cubicBezTo>
                <a:cubicBezTo>
                  <a:pt x="15797" y="53125"/>
                  <a:pt x="15797" y="53125"/>
                  <a:pt x="15797" y="53125"/>
                </a:cubicBezTo>
                <a:cubicBezTo>
                  <a:pt x="16128" y="53125"/>
                  <a:pt x="16128" y="53125"/>
                  <a:pt x="16128" y="53125"/>
                </a:cubicBezTo>
                <a:cubicBezTo>
                  <a:pt x="16343" y="53501"/>
                  <a:pt x="16343" y="53501"/>
                  <a:pt x="16343" y="53501"/>
                </a:cubicBezTo>
                <a:cubicBezTo>
                  <a:pt x="16667" y="53877"/>
                  <a:pt x="16667" y="53877"/>
                  <a:pt x="16667" y="53877"/>
                </a:cubicBezTo>
                <a:cubicBezTo>
                  <a:pt x="16924" y="54391"/>
                  <a:pt x="16924" y="54391"/>
                  <a:pt x="16924" y="54391"/>
                </a:cubicBezTo>
                <a:cubicBezTo>
                  <a:pt x="16998" y="54980"/>
                  <a:pt x="16998" y="54980"/>
                  <a:pt x="16998" y="54980"/>
                </a:cubicBezTo>
                <a:cubicBezTo>
                  <a:pt x="17145" y="55582"/>
                  <a:pt x="17145" y="55582"/>
                  <a:pt x="17145" y="55582"/>
                </a:cubicBezTo>
                <a:cubicBezTo>
                  <a:pt x="17286" y="56547"/>
                  <a:pt x="17286" y="56547"/>
                  <a:pt x="17286" y="56547"/>
                </a:cubicBezTo>
                <a:cubicBezTo>
                  <a:pt x="17506" y="56998"/>
                  <a:pt x="17506" y="56998"/>
                  <a:pt x="17506" y="56998"/>
                </a:cubicBezTo>
                <a:cubicBezTo>
                  <a:pt x="17758" y="57512"/>
                  <a:pt x="17758" y="57512"/>
                  <a:pt x="17758" y="57512"/>
                </a:cubicBezTo>
                <a:cubicBezTo>
                  <a:pt x="17831" y="57888"/>
                  <a:pt x="17831" y="57888"/>
                  <a:pt x="17831" y="57888"/>
                </a:cubicBezTo>
                <a:cubicBezTo>
                  <a:pt x="17617" y="58176"/>
                  <a:pt x="17617" y="58176"/>
                  <a:pt x="17617" y="58176"/>
                </a:cubicBezTo>
                <a:cubicBezTo>
                  <a:pt x="17758" y="58552"/>
                  <a:pt x="17758" y="58552"/>
                  <a:pt x="17758" y="58552"/>
                </a:cubicBezTo>
                <a:cubicBezTo>
                  <a:pt x="18015" y="59003"/>
                  <a:pt x="18015" y="59003"/>
                  <a:pt x="18015" y="59003"/>
                </a:cubicBezTo>
                <a:cubicBezTo>
                  <a:pt x="18339" y="59367"/>
                  <a:pt x="18339" y="59367"/>
                  <a:pt x="18339" y="59367"/>
                </a:cubicBezTo>
                <a:cubicBezTo>
                  <a:pt x="18560" y="59893"/>
                  <a:pt x="18560" y="59893"/>
                  <a:pt x="18560" y="59893"/>
                </a:cubicBezTo>
                <a:cubicBezTo>
                  <a:pt x="18523" y="60269"/>
                  <a:pt x="18523" y="60269"/>
                  <a:pt x="18523" y="60269"/>
                </a:cubicBezTo>
                <a:cubicBezTo>
                  <a:pt x="18560" y="60557"/>
                  <a:pt x="18560" y="60557"/>
                  <a:pt x="18560" y="60557"/>
                </a:cubicBezTo>
                <a:cubicBezTo>
                  <a:pt x="18848" y="60783"/>
                  <a:pt x="18848" y="60783"/>
                  <a:pt x="18848" y="60783"/>
                </a:cubicBezTo>
                <a:cubicBezTo>
                  <a:pt x="19068" y="61234"/>
                  <a:pt x="19068" y="61234"/>
                  <a:pt x="19068" y="61234"/>
                </a:cubicBezTo>
                <a:cubicBezTo>
                  <a:pt x="19246" y="61597"/>
                  <a:pt x="19246" y="61597"/>
                  <a:pt x="19246" y="61597"/>
                </a:cubicBezTo>
                <a:cubicBezTo>
                  <a:pt x="19283" y="62049"/>
                  <a:pt x="19283" y="62049"/>
                  <a:pt x="19283" y="62049"/>
                </a:cubicBezTo>
                <a:cubicBezTo>
                  <a:pt x="19430" y="61898"/>
                  <a:pt x="19430" y="61898"/>
                  <a:pt x="19430" y="61898"/>
                </a:cubicBezTo>
                <a:cubicBezTo>
                  <a:pt x="19467" y="61372"/>
                  <a:pt x="19467" y="61372"/>
                  <a:pt x="19467" y="61372"/>
                </a:cubicBezTo>
                <a:cubicBezTo>
                  <a:pt x="19356" y="60858"/>
                  <a:pt x="19356" y="60858"/>
                  <a:pt x="19356" y="60858"/>
                </a:cubicBezTo>
                <a:cubicBezTo>
                  <a:pt x="19105" y="60632"/>
                  <a:pt x="19105" y="60632"/>
                  <a:pt x="19105" y="60632"/>
                </a:cubicBezTo>
                <a:cubicBezTo>
                  <a:pt x="19068" y="60194"/>
                  <a:pt x="19068" y="60194"/>
                  <a:pt x="19068" y="60194"/>
                </a:cubicBezTo>
                <a:cubicBezTo>
                  <a:pt x="18811" y="59818"/>
                  <a:pt x="18811" y="59818"/>
                  <a:pt x="18811" y="59818"/>
                </a:cubicBezTo>
                <a:cubicBezTo>
                  <a:pt x="18701" y="59229"/>
                  <a:pt x="18701" y="59229"/>
                  <a:pt x="18701" y="59229"/>
                </a:cubicBezTo>
                <a:cubicBezTo>
                  <a:pt x="18597" y="58627"/>
                  <a:pt x="18597" y="58627"/>
                  <a:pt x="18597" y="58627"/>
                </a:cubicBezTo>
                <a:cubicBezTo>
                  <a:pt x="18376" y="58176"/>
                  <a:pt x="18376" y="58176"/>
                  <a:pt x="18376" y="58176"/>
                </a:cubicBezTo>
                <a:cubicBezTo>
                  <a:pt x="18303" y="57587"/>
                  <a:pt x="18303" y="57587"/>
                  <a:pt x="18303" y="57587"/>
                </a:cubicBezTo>
                <a:cubicBezTo>
                  <a:pt x="18088" y="57437"/>
                  <a:pt x="18088" y="57437"/>
                  <a:pt x="18088" y="57437"/>
                </a:cubicBezTo>
                <a:cubicBezTo>
                  <a:pt x="17941" y="56697"/>
                  <a:pt x="17941" y="56697"/>
                  <a:pt x="17941" y="56697"/>
                </a:cubicBezTo>
                <a:cubicBezTo>
                  <a:pt x="17684" y="56096"/>
                  <a:pt x="17684" y="56096"/>
                  <a:pt x="17684" y="56096"/>
                </a:cubicBezTo>
                <a:cubicBezTo>
                  <a:pt x="17647" y="55356"/>
                  <a:pt x="17647" y="55356"/>
                  <a:pt x="17647" y="55356"/>
                </a:cubicBezTo>
                <a:cubicBezTo>
                  <a:pt x="17868" y="55281"/>
                  <a:pt x="17868" y="55281"/>
                  <a:pt x="17868" y="55281"/>
                </a:cubicBezTo>
                <a:cubicBezTo>
                  <a:pt x="18162" y="55507"/>
                  <a:pt x="18162" y="55507"/>
                  <a:pt x="18162" y="55507"/>
                </a:cubicBezTo>
                <a:cubicBezTo>
                  <a:pt x="18339" y="55958"/>
                  <a:pt x="18339" y="55958"/>
                  <a:pt x="18339" y="55958"/>
                </a:cubicBezTo>
                <a:cubicBezTo>
                  <a:pt x="18339" y="56622"/>
                  <a:pt x="18339" y="56622"/>
                  <a:pt x="18339" y="56622"/>
                </a:cubicBezTo>
                <a:cubicBezTo>
                  <a:pt x="18664" y="57512"/>
                  <a:pt x="18664" y="57512"/>
                  <a:pt x="18664" y="57512"/>
                </a:cubicBezTo>
                <a:cubicBezTo>
                  <a:pt x="18995" y="58251"/>
                  <a:pt x="18995" y="58251"/>
                  <a:pt x="18995" y="58251"/>
                </a:cubicBezTo>
                <a:cubicBezTo>
                  <a:pt x="19283" y="58778"/>
                  <a:pt x="19283" y="58778"/>
                  <a:pt x="19283" y="58778"/>
                </a:cubicBezTo>
                <a:cubicBezTo>
                  <a:pt x="19503" y="59291"/>
                  <a:pt x="19503" y="59291"/>
                  <a:pt x="19503" y="59291"/>
                </a:cubicBezTo>
                <a:cubicBezTo>
                  <a:pt x="19540" y="59818"/>
                  <a:pt x="19540" y="59818"/>
                  <a:pt x="19540" y="59818"/>
                </a:cubicBezTo>
                <a:cubicBezTo>
                  <a:pt x="19865" y="60194"/>
                  <a:pt x="19865" y="60194"/>
                  <a:pt x="19865" y="60194"/>
                </a:cubicBezTo>
                <a:cubicBezTo>
                  <a:pt x="20085" y="60708"/>
                  <a:pt x="20085" y="60708"/>
                  <a:pt x="20085" y="60708"/>
                </a:cubicBezTo>
                <a:cubicBezTo>
                  <a:pt x="20263" y="61309"/>
                  <a:pt x="20263" y="61309"/>
                  <a:pt x="20263" y="61309"/>
                </a:cubicBezTo>
                <a:cubicBezTo>
                  <a:pt x="20630" y="62124"/>
                  <a:pt x="20630" y="62124"/>
                  <a:pt x="20630" y="62124"/>
                </a:cubicBezTo>
                <a:cubicBezTo>
                  <a:pt x="20771" y="62788"/>
                  <a:pt x="20771" y="62788"/>
                  <a:pt x="20771" y="62788"/>
                </a:cubicBezTo>
                <a:cubicBezTo>
                  <a:pt x="20955" y="63089"/>
                  <a:pt x="20955" y="63089"/>
                  <a:pt x="20955" y="63089"/>
                </a:cubicBezTo>
                <a:cubicBezTo>
                  <a:pt x="20771" y="63314"/>
                  <a:pt x="20771" y="63314"/>
                  <a:pt x="20771" y="63314"/>
                </a:cubicBezTo>
                <a:cubicBezTo>
                  <a:pt x="20735" y="63753"/>
                  <a:pt x="20735" y="63753"/>
                  <a:pt x="20735" y="63753"/>
                </a:cubicBezTo>
                <a:cubicBezTo>
                  <a:pt x="21139" y="64430"/>
                  <a:pt x="21139" y="64430"/>
                  <a:pt x="21139" y="64430"/>
                </a:cubicBezTo>
                <a:cubicBezTo>
                  <a:pt x="21464" y="64944"/>
                  <a:pt x="21464" y="64944"/>
                  <a:pt x="21464" y="64944"/>
                </a:cubicBezTo>
                <a:cubicBezTo>
                  <a:pt x="21862" y="65169"/>
                  <a:pt x="21862" y="65169"/>
                  <a:pt x="21862" y="65169"/>
                </a:cubicBezTo>
                <a:cubicBezTo>
                  <a:pt x="22297" y="65683"/>
                  <a:pt x="22297" y="65683"/>
                  <a:pt x="22297" y="65683"/>
                </a:cubicBezTo>
                <a:cubicBezTo>
                  <a:pt x="22768" y="66134"/>
                  <a:pt x="22768" y="66134"/>
                  <a:pt x="22768" y="66134"/>
                </a:cubicBezTo>
                <a:cubicBezTo>
                  <a:pt x="23313" y="66648"/>
                  <a:pt x="23313" y="66648"/>
                  <a:pt x="23313" y="66648"/>
                </a:cubicBezTo>
                <a:cubicBezTo>
                  <a:pt x="23754" y="66949"/>
                  <a:pt x="23754" y="66949"/>
                  <a:pt x="23754" y="66949"/>
                </a:cubicBezTo>
                <a:cubicBezTo>
                  <a:pt x="24042" y="66874"/>
                  <a:pt x="24042" y="66874"/>
                  <a:pt x="24042" y="66874"/>
                </a:cubicBezTo>
                <a:cubicBezTo>
                  <a:pt x="24116" y="66573"/>
                  <a:pt x="24116" y="66573"/>
                  <a:pt x="24116" y="66573"/>
                </a:cubicBezTo>
                <a:cubicBezTo>
                  <a:pt x="24441" y="66510"/>
                  <a:pt x="24441" y="66510"/>
                  <a:pt x="24441" y="66510"/>
                </a:cubicBezTo>
                <a:cubicBezTo>
                  <a:pt x="24771" y="66874"/>
                  <a:pt x="24771" y="66874"/>
                  <a:pt x="24771" y="66874"/>
                </a:cubicBezTo>
                <a:cubicBezTo>
                  <a:pt x="25169" y="67475"/>
                  <a:pt x="25169" y="67475"/>
                  <a:pt x="25169" y="67475"/>
                </a:cubicBezTo>
                <a:cubicBezTo>
                  <a:pt x="25384" y="67989"/>
                  <a:pt x="25384" y="67989"/>
                  <a:pt x="25384" y="67989"/>
                </a:cubicBezTo>
                <a:cubicBezTo>
                  <a:pt x="25678" y="67989"/>
                  <a:pt x="25678" y="67989"/>
                  <a:pt x="25678" y="67989"/>
                </a:cubicBezTo>
                <a:cubicBezTo>
                  <a:pt x="25819" y="67989"/>
                  <a:pt x="25819" y="67989"/>
                  <a:pt x="25819" y="67989"/>
                </a:cubicBezTo>
                <a:cubicBezTo>
                  <a:pt x="26003" y="68139"/>
                  <a:pt x="26003" y="68139"/>
                  <a:pt x="26003" y="68139"/>
                </a:cubicBezTo>
                <a:cubicBezTo>
                  <a:pt x="26186" y="68653"/>
                  <a:pt x="26186" y="68653"/>
                  <a:pt x="26186" y="68653"/>
                </a:cubicBezTo>
                <a:cubicBezTo>
                  <a:pt x="26584" y="68879"/>
                  <a:pt x="26584" y="68879"/>
                  <a:pt x="26584" y="68879"/>
                </a:cubicBezTo>
                <a:cubicBezTo>
                  <a:pt x="26584" y="68591"/>
                  <a:pt x="26584" y="68591"/>
                  <a:pt x="26584" y="68591"/>
                </a:cubicBezTo>
                <a:cubicBezTo>
                  <a:pt x="26805" y="68804"/>
                  <a:pt x="26805" y="68804"/>
                  <a:pt x="26805" y="68804"/>
                </a:cubicBezTo>
                <a:cubicBezTo>
                  <a:pt x="27019" y="69405"/>
                  <a:pt x="27019" y="69405"/>
                  <a:pt x="27019" y="69405"/>
                </a:cubicBezTo>
                <a:cubicBezTo>
                  <a:pt x="27019" y="69405"/>
                  <a:pt x="27313" y="70069"/>
                  <a:pt x="27381" y="70220"/>
                </a:cubicBezTo>
                <a:cubicBezTo>
                  <a:pt x="27454" y="70295"/>
                  <a:pt x="27350" y="70821"/>
                  <a:pt x="27350" y="70821"/>
                </a:cubicBezTo>
                <a:cubicBezTo>
                  <a:pt x="27491" y="71110"/>
                  <a:pt x="27491" y="71110"/>
                  <a:pt x="27491" y="71110"/>
                </a:cubicBezTo>
                <a:cubicBezTo>
                  <a:pt x="27638" y="70959"/>
                  <a:pt x="27638" y="70959"/>
                  <a:pt x="27638" y="70959"/>
                </a:cubicBezTo>
                <a:cubicBezTo>
                  <a:pt x="27852" y="71185"/>
                  <a:pt x="27852" y="71185"/>
                  <a:pt x="27852" y="71185"/>
                </a:cubicBezTo>
                <a:cubicBezTo>
                  <a:pt x="28147" y="71786"/>
                  <a:pt x="28147" y="71786"/>
                  <a:pt x="28147" y="71786"/>
                </a:cubicBezTo>
                <a:cubicBezTo>
                  <a:pt x="28147" y="71786"/>
                  <a:pt x="28367" y="72150"/>
                  <a:pt x="28471" y="71924"/>
                </a:cubicBezTo>
                <a:cubicBezTo>
                  <a:pt x="28980" y="72526"/>
                  <a:pt x="28980" y="72526"/>
                  <a:pt x="28980" y="72526"/>
                </a:cubicBezTo>
                <a:cubicBezTo>
                  <a:pt x="29274" y="72751"/>
                  <a:pt x="29274" y="72751"/>
                  <a:pt x="29274" y="72751"/>
                </a:cubicBezTo>
                <a:cubicBezTo>
                  <a:pt x="29237" y="72150"/>
                  <a:pt x="29237" y="72150"/>
                  <a:pt x="29237" y="72150"/>
                </a:cubicBezTo>
                <a:cubicBezTo>
                  <a:pt x="29384" y="71786"/>
                  <a:pt x="29384" y="71786"/>
                  <a:pt x="29384" y="71786"/>
                </a:cubicBezTo>
                <a:cubicBezTo>
                  <a:pt x="29892" y="71849"/>
                  <a:pt x="29892" y="71849"/>
                  <a:pt x="29892" y="71849"/>
                </a:cubicBezTo>
                <a:cubicBezTo>
                  <a:pt x="29929" y="72225"/>
                  <a:pt x="29929" y="72225"/>
                  <a:pt x="29929" y="72225"/>
                </a:cubicBezTo>
                <a:cubicBezTo>
                  <a:pt x="30070" y="72225"/>
                  <a:pt x="30070" y="72225"/>
                  <a:pt x="30070" y="72225"/>
                </a:cubicBezTo>
                <a:cubicBezTo>
                  <a:pt x="30180" y="71786"/>
                  <a:pt x="30180" y="71786"/>
                  <a:pt x="30180" y="71786"/>
                </a:cubicBezTo>
                <a:cubicBezTo>
                  <a:pt x="29996" y="71335"/>
                  <a:pt x="29996" y="71335"/>
                  <a:pt x="29996" y="71335"/>
                </a:cubicBezTo>
                <a:cubicBezTo>
                  <a:pt x="29488" y="71335"/>
                  <a:pt x="29488" y="71335"/>
                  <a:pt x="29488" y="71335"/>
                </a:cubicBezTo>
                <a:cubicBezTo>
                  <a:pt x="29163" y="71260"/>
                  <a:pt x="29163" y="71260"/>
                  <a:pt x="29163" y="71260"/>
                </a:cubicBezTo>
                <a:cubicBezTo>
                  <a:pt x="28655" y="71185"/>
                  <a:pt x="28655" y="71185"/>
                  <a:pt x="28655" y="71185"/>
                </a:cubicBezTo>
                <a:cubicBezTo>
                  <a:pt x="28434" y="70884"/>
                  <a:pt x="28434" y="70884"/>
                  <a:pt x="28434" y="70884"/>
                </a:cubicBezTo>
                <a:cubicBezTo>
                  <a:pt x="28110" y="70220"/>
                  <a:pt x="28110" y="70220"/>
                  <a:pt x="28110" y="70220"/>
                </a:cubicBezTo>
                <a:cubicBezTo>
                  <a:pt x="28147" y="69706"/>
                  <a:pt x="28147" y="69706"/>
                  <a:pt x="28147" y="69706"/>
                </a:cubicBezTo>
                <a:cubicBezTo>
                  <a:pt x="28147" y="68954"/>
                  <a:pt x="28147" y="68954"/>
                  <a:pt x="28147" y="68954"/>
                </a:cubicBezTo>
                <a:cubicBezTo>
                  <a:pt x="28257" y="68064"/>
                  <a:pt x="28257" y="68064"/>
                  <a:pt x="28257" y="68064"/>
                </a:cubicBezTo>
                <a:cubicBezTo>
                  <a:pt x="28257" y="67475"/>
                  <a:pt x="28257" y="67475"/>
                  <a:pt x="28257" y="67475"/>
                </a:cubicBezTo>
                <a:cubicBezTo>
                  <a:pt x="28073" y="66949"/>
                  <a:pt x="28073" y="66949"/>
                  <a:pt x="28073" y="66949"/>
                </a:cubicBezTo>
                <a:cubicBezTo>
                  <a:pt x="27785" y="66648"/>
                  <a:pt x="27785" y="66648"/>
                  <a:pt x="27785" y="66648"/>
                </a:cubicBezTo>
                <a:cubicBezTo>
                  <a:pt x="27313" y="66723"/>
                  <a:pt x="27313" y="66723"/>
                  <a:pt x="27313" y="66723"/>
                </a:cubicBezTo>
                <a:cubicBezTo>
                  <a:pt x="26983" y="66573"/>
                  <a:pt x="26983" y="66573"/>
                  <a:pt x="26983" y="66573"/>
                </a:cubicBezTo>
                <a:cubicBezTo>
                  <a:pt x="26584" y="66874"/>
                  <a:pt x="26584" y="66874"/>
                  <a:pt x="26584" y="66874"/>
                </a:cubicBezTo>
                <a:cubicBezTo>
                  <a:pt x="26364" y="66573"/>
                  <a:pt x="26364" y="66573"/>
                  <a:pt x="26364" y="66573"/>
                </a:cubicBezTo>
                <a:cubicBezTo>
                  <a:pt x="26584" y="66209"/>
                  <a:pt x="26584" y="66209"/>
                  <a:pt x="26584" y="66209"/>
                </a:cubicBezTo>
                <a:cubicBezTo>
                  <a:pt x="26584" y="65545"/>
                  <a:pt x="26584" y="65545"/>
                  <a:pt x="26584" y="65545"/>
                </a:cubicBezTo>
                <a:cubicBezTo>
                  <a:pt x="26658" y="65169"/>
                  <a:pt x="26658" y="65169"/>
                  <a:pt x="26658" y="65169"/>
                </a:cubicBezTo>
                <a:cubicBezTo>
                  <a:pt x="26805" y="64492"/>
                  <a:pt x="26805" y="64492"/>
                  <a:pt x="26805" y="64492"/>
                </a:cubicBezTo>
                <a:cubicBezTo>
                  <a:pt x="26805" y="63828"/>
                  <a:pt x="26805" y="63828"/>
                  <a:pt x="26805" y="63828"/>
                </a:cubicBezTo>
                <a:cubicBezTo>
                  <a:pt x="27019" y="63527"/>
                  <a:pt x="27019" y="63527"/>
                  <a:pt x="27019" y="63527"/>
                </a:cubicBezTo>
                <a:cubicBezTo>
                  <a:pt x="27056" y="63014"/>
                  <a:pt x="27056" y="63014"/>
                  <a:pt x="27056" y="63014"/>
                </a:cubicBezTo>
                <a:cubicBezTo>
                  <a:pt x="26879" y="62788"/>
                  <a:pt x="26879" y="62788"/>
                  <a:pt x="26879" y="62788"/>
                </a:cubicBezTo>
                <a:cubicBezTo>
                  <a:pt x="26364" y="62863"/>
                  <a:pt x="26364" y="62863"/>
                  <a:pt x="26364" y="62863"/>
                </a:cubicBezTo>
                <a:cubicBezTo>
                  <a:pt x="26039" y="62938"/>
                  <a:pt x="26039" y="62938"/>
                  <a:pt x="26039" y="62938"/>
                </a:cubicBezTo>
                <a:cubicBezTo>
                  <a:pt x="25892" y="63452"/>
                  <a:pt x="25892" y="63452"/>
                  <a:pt x="25892" y="63452"/>
                </a:cubicBezTo>
                <a:cubicBezTo>
                  <a:pt x="25751" y="64204"/>
                  <a:pt x="25751" y="64204"/>
                  <a:pt x="25751" y="64204"/>
                </a:cubicBezTo>
                <a:cubicBezTo>
                  <a:pt x="25604" y="64868"/>
                  <a:pt x="25604" y="64868"/>
                  <a:pt x="25604" y="64868"/>
                </a:cubicBezTo>
                <a:cubicBezTo>
                  <a:pt x="25316" y="64944"/>
                  <a:pt x="25316" y="64944"/>
                  <a:pt x="25316" y="64944"/>
                </a:cubicBezTo>
                <a:cubicBezTo>
                  <a:pt x="24912" y="65169"/>
                  <a:pt x="24912" y="65169"/>
                  <a:pt x="24912" y="65169"/>
                </a:cubicBezTo>
                <a:cubicBezTo>
                  <a:pt x="24477" y="65244"/>
                  <a:pt x="24477" y="65244"/>
                  <a:pt x="24477" y="65244"/>
                </a:cubicBezTo>
                <a:cubicBezTo>
                  <a:pt x="24300" y="64793"/>
                  <a:pt x="24300" y="64793"/>
                  <a:pt x="24300" y="64793"/>
                </a:cubicBezTo>
                <a:cubicBezTo>
                  <a:pt x="23932" y="64430"/>
                  <a:pt x="23932" y="64430"/>
                  <a:pt x="23932" y="64430"/>
                </a:cubicBezTo>
                <a:cubicBezTo>
                  <a:pt x="23828" y="63828"/>
                  <a:pt x="23828" y="63828"/>
                  <a:pt x="23828" y="63828"/>
                </a:cubicBezTo>
                <a:cubicBezTo>
                  <a:pt x="23571" y="63089"/>
                  <a:pt x="23571" y="63089"/>
                  <a:pt x="23571" y="63089"/>
                </a:cubicBezTo>
                <a:cubicBezTo>
                  <a:pt x="23424" y="61823"/>
                  <a:pt x="23424" y="61823"/>
                  <a:pt x="23424" y="61823"/>
                </a:cubicBezTo>
                <a:cubicBezTo>
                  <a:pt x="23387" y="60858"/>
                  <a:pt x="23387" y="60858"/>
                  <a:pt x="23387" y="60858"/>
                </a:cubicBezTo>
                <a:cubicBezTo>
                  <a:pt x="23571" y="60194"/>
                  <a:pt x="23571" y="60194"/>
                  <a:pt x="23571" y="60194"/>
                </a:cubicBezTo>
                <a:cubicBezTo>
                  <a:pt x="23644" y="59291"/>
                  <a:pt x="23644" y="59291"/>
                  <a:pt x="23644" y="59291"/>
                </a:cubicBezTo>
                <a:cubicBezTo>
                  <a:pt x="23460" y="58477"/>
                  <a:pt x="23460" y="58477"/>
                  <a:pt x="23460" y="58477"/>
                </a:cubicBezTo>
                <a:cubicBezTo>
                  <a:pt x="23785" y="57662"/>
                  <a:pt x="23785" y="57662"/>
                  <a:pt x="23785" y="57662"/>
                </a:cubicBezTo>
                <a:cubicBezTo>
                  <a:pt x="24042" y="57587"/>
                  <a:pt x="24042" y="57587"/>
                  <a:pt x="24042" y="57587"/>
                </a:cubicBezTo>
                <a:cubicBezTo>
                  <a:pt x="24300" y="57211"/>
                  <a:pt x="24300" y="57211"/>
                  <a:pt x="24300" y="57211"/>
                </a:cubicBezTo>
                <a:cubicBezTo>
                  <a:pt x="24588" y="56697"/>
                  <a:pt x="24588" y="56697"/>
                  <a:pt x="24588" y="56697"/>
                </a:cubicBezTo>
                <a:cubicBezTo>
                  <a:pt x="24949" y="56772"/>
                  <a:pt x="24949" y="56772"/>
                  <a:pt x="24949" y="56772"/>
                </a:cubicBezTo>
                <a:cubicBezTo>
                  <a:pt x="25206" y="56998"/>
                  <a:pt x="25206" y="56998"/>
                  <a:pt x="25206" y="56998"/>
                </a:cubicBezTo>
                <a:cubicBezTo>
                  <a:pt x="25421" y="56772"/>
                  <a:pt x="25421" y="56772"/>
                  <a:pt x="25421" y="56772"/>
                </a:cubicBezTo>
                <a:cubicBezTo>
                  <a:pt x="25604" y="57286"/>
                  <a:pt x="25604" y="57286"/>
                  <a:pt x="25604" y="57286"/>
                </a:cubicBezTo>
                <a:cubicBezTo>
                  <a:pt x="25892" y="57286"/>
                  <a:pt x="25892" y="57286"/>
                  <a:pt x="25892" y="57286"/>
                </a:cubicBezTo>
                <a:cubicBezTo>
                  <a:pt x="26150" y="57211"/>
                  <a:pt x="26150" y="57211"/>
                  <a:pt x="26150" y="57211"/>
                </a:cubicBezTo>
                <a:cubicBezTo>
                  <a:pt x="26113" y="56848"/>
                  <a:pt x="26113" y="56848"/>
                  <a:pt x="26113" y="56848"/>
                </a:cubicBezTo>
                <a:cubicBezTo>
                  <a:pt x="26186" y="56321"/>
                  <a:pt x="26186" y="56321"/>
                  <a:pt x="26186" y="56321"/>
                </a:cubicBezTo>
                <a:cubicBezTo>
                  <a:pt x="26584" y="56246"/>
                  <a:pt x="26584" y="56246"/>
                  <a:pt x="26584" y="56246"/>
                </a:cubicBezTo>
                <a:cubicBezTo>
                  <a:pt x="26836" y="56171"/>
                  <a:pt x="26836" y="56171"/>
                  <a:pt x="26836" y="56171"/>
                </a:cubicBezTo>
                <a:cubicBezTo>
                  <a:pt x="27313" y="56321"/>
                  <a:pt x="27313" y="56321"/>
                  <a:pt x="27313" y="56321"/>
                </a:cubicBezTo>
                <a:cubicBezTo>
                  <a:pt x="27528" y="56772"/>
                  <a:pt x="27528" y="56772"/>
                  <a:pt x="27528" y="56772"/>
                </a:cubicBezTo>
                <a:cubicBezTo>
                  <a:pt x="27675" y="56772"/>
                  <a:pt x="27675" y="56772"/>
                  <a:pt x="27675" y="56772"/>
                </a:cubicBezTo>
                <a:cubicBezTo>
                  <a:pt x="27785" y="56472"/>
                  <a:pt x="27785" y="56472"/>
                  <a:pt x="27785" y="56472"/>
                </a:cubicBezTo>
                <a:cubicBezTo>
                  <a:pt x="27926" y="56396"/>
                  <a:pt x="27926" y="56396"/>
                  <a:pt x="27926" y="56396"/>
                </a:cubicBezTo>
                <a:cubicBezTo>
                  <a:pt x="28147" y="56848"/>
                  <a:pt x="28147" y="56848"/>
                  <a:pt x="28147" y="56848"/>
                </a:cubicBezTo>
                <a:cubicBezTo>
                  <a:pt x="28367" y="57361"/>
                  <a:pt x="28367" y="57361"/>
                  <a:pt x="28367" y="57361"/>
                </a:cubicBezTo>
                <a:cubicBezTo>
                  <a:pt x="28367" y="58038"/>
                  <a:pt x="28367" y="58038"/>
                  <a:pt x="28367" y="58038"/>
                </a:cubicBezTo>
                <a:cubicBezTo>
                  <a:pt x="28471" y="58326"/>
                  <a:pt x="28471" y="58326"/>
                  <a:pt x="28471" y="58326"/>
                </a:cubicBezTo>
                <a:cubicBezTo>
                  <a:pt x="28508" y="58778"/>
                  <a:pt x="28508" y="58778"/>
                  <a:pt x="28508" y="58778"/>
                </a:cubicBezTo>
                <a:cubicBezTo>
                  <a:pt x="28692" y="59078"/>
                  <a:pt x="28692" y="59078"/>
                  <a:pt x="28692" y="59078"/>
                </a:cubicBezTo>
                <a:cubicBezTo>
                  <a:pt x="28765" y="59442"/>
                  <a:pt x="28765" y="59442"/>
                  <a:pt x="28765" y="59442"/>
                </a:cubicBezTo>
                <a:cubicBezTo>
                  <a:pt x="28943" y="59667"/>
                  <a:pt x="28943" y="59667"/>
                  <a:pt x="28943" y="59667"/>
                </a:cubicBezTo>
                <a:cubicBezTo>
                  <a:pt x="28980" y="60194"/>
                  <a:pt x="28980" y="60194"/>
                  <a:pt x="28980" y="60194"/>
                </a:cubicBezTo>
                <a:cubicBezTo>
                  <a:pt x="29163" y="60269"/>
                  <a:pt x="29163" y="60269"/>
                  <a:pt x="29163" y="60269"/>
                </a:cubicBezTo>
                <a:cubicBezTo>
                  <a:pt x="29274" y="59968"/>
                  <a:pt x="29274" y="59968"/>
                  <a:pt x="29274" y="59968"/>
                </a:cubicBezTo>
                <a:cubicBezTo>
                  <a:pt x="29347" y="59442"/>
                  <a:pt x="29347" y="59442"/>
                  <a:pt x="29347" y="59442"/>
                </a:cubicBezTo>
                <a:cubicBezTo>
                  <a:pt x="29237" y="58853"/>
                  <a:pt x="29237" y="58853"/>
                  <a:pt x="29237" y="58853"/>
                </a:cubicBezTo>
                <a:cubicBezTo>
                  <a:pt x="29127" y="57888"/>
                  <a:pt x="29127" y="57888"/>
                  <a:pt x="29127" y="57888"/>
                </a:cubicBezTo>
                <a:cubicBezTo>
                  <a:pt x="28912" y="57073"/>
                  <a:pt x="28912" y="57073"/>
                  <a:pt x="28912" y="57073"/>
                </a:cubicBezTo>
                <a:cubicBezTo>
                  <a:pt x="28912" y="56033"/>
                  <a:pt x="28912" y="56033"/>
                  <a:pt x="28912" y="56033"/>
                </a:cubicBezTo>
                <a:cubicBezTo>
                  <a:pt x="28912" y="55883"/>
                  <a:pt x="29016" y="55281"/>
                  <a:pt x="29016" y="55281"/>
                </a:cubicBezTo>
                <a:cubicBezTo>
                  <a:pt x="29237" y="54466"/>
                  <a:pt x="29237" y="54466"/>
                  <a:pt x="29237" y="54466"/>
                </a:cubicBezTo>
                <a:cubicBezTo>
                  <a:pt x="29525" y="54241"/>
                  <a:pt x="29525" y="54241"/>
                  <a:pt x="29525" y="54241"/>
                </a:cubicBezTo>
                <a:cubicBezTo>
                  <a:pt x="29892" y="53577"/>
                  <a:pt x="29892" y="53577"/>
                  <a:pt x="29892" y="53577"/>
                </a:cubicBezTo>
                <a:cubicBezTo>
                  <a:pt x="30217" y="53125"/>
                  <a:pt x="30217" y="53125"/>
                  <a:pt x="30217" y="53125"/>
                </a:cubicBezTo>
                <a:cubicBezTo>
                  <a:pt x="30505" y="52900"/>
                  <a:pt x="30505" y="52900"/>
                  <a:pt x="30505" y="52900"/>
                </a:cubicBezTo>
                <a:cubicBezTo>
                  <a:pt x="30578" y="52461"/>
                  <a:pt x="30578" y="52461"/>
                  <a:pt x="30578" y="52461"/>
                </a:cubicBezTo>
                <a:cubicBezTo>
                  <a:pt x="30836" y="52160"/>
                  <a:pt x="30836" y="52160"/>
                  <a:pt x="30836" y="52160"/>
                </a:cubicBezTo>
                <a:cubicBezTo>
                  <a:pt x="30615" y="51346"/>
                  <a:pt x="30615" y="51346"/>
                  <a:pt x="30615" y="51346"/>
                </a:cubicBezTo>
                <a:cubicBezTo>
                  <a:pt x="30437" y="50970"/>
                  <a:pt x="30437" y="50970"/>
                  <a:pt x="30437" y="50970"/>
                </a:cubicBezTo>
                <a:cubicBezTo>
                  <a:pt x="30505" y="50606"/>
                  <a:pt x="30505" y="50606"/>
                  <a:pt x="30505" y="50606"/>
                </a:cubicBezTo>
                <a:cubicBezTo>
                  <a:pt x="30364" y="50155"/>
                  <a:pt x="30364" y="50155"/>
                  <a:pt x="30364" y="50155"/>
                </a:cubicBezTo>
                <a:cubicBezTo>
                  <a:pt x="30615" y="49930"/>
                  <a:pt x="30615" y="49930"/>
                  <a:pt x="30615" y="49930"/>
                </a:cubicBezTo>
                <a:cubicBezTo>
                  <a:pt x="30836" y="50531"/>
                  <a:pt x="30836" y="50531"/>
                  <a:pt x="30836" y="50531"/>
                </a:cubicBezTo>
                <a:cubicBezTo>
                  <a:pt x="30946" y="49930"/>
                  <a:pt x="30946" y="49930"/>
                  <a:pt x="30946" y="49930"/>
                </a:cubicBezTo>
                <a:cubicBezTo>
                  <a:pt x="31087" y="49416"/>
                  <a:pt x="31087" y="49416"/>
                  <a:pt x="31087" y="49416"/>
                </a:cubicBezTo>
                <a:cubicBezTo>
                  <a:pt x="31271" y="49115"/>
                  <a:pt x="31271" y="49115"/>
                  <a:pt x="31271" y="49115"/>
                </a:cubicBezTo>
                <a:cubicBezTo>
                  <a:pt x="31418" y="48000"/>
                  <a:pt x="31418" y="48000"/>
                  <a:pt x="31418" y="48000"/>
                </a:cubicBezTo>
                <a:cubicBezTo>
                  <a:pt x="31889" y="48000"/>
                  <a:pt x="31889" y="48000"/>
                  <a:pt x="31889" y="48000"/>
                </a:cubicBezTo>
                <a:cubicBezTo>
                  <a:pt x="32177" y="47711"/>
                  <a:pt x="32177" y="47711"/>
                  <a:pt x="32177" y="47711"/>
                </a:cubicBezTo>
                <a:cubicBezTo>
                  <a:pt x="32539" y="47636"/>
                  <a:pt x="32539" y="47636"/>
                  <a:pt x="32539" y="47636"/>
                </a:cubicBezTo>
                <a:cubicBezTo>
                  <a:pt x="32434" y="47185"/>
                  <a:pt x="32434" y="47185"/>
                  <a:pt x="32434" y="47185"/>
                </a:cubicBezTo>
                <a:cubicBezTo>
                  <a:pt x="32434" y="46295"/>
                  <a:pt x="32434" y="46295"/>
                  <a:pt x="32434" y="46295"/>
                </a:cubicBezTo>
                <a:cubicBezTo>
                  <a:pt x="32686" y="45631"/>
                  <a:pt x="32686" y="45631"/>
                  <a:pt x="32686" y="45631"/>
                </a:cubicBezTo>
                <a:cubicBezTo>
                  <a:pt x="32943" y="45631"/>
                  <a:pt x="32943" y="45631"/>
                  <a:pt x="32943" y="45631"/>
                </a:cubicBezTo>
                <a:cubicBezTo>
                  <a:pt x="33047" y="45180"/>
                  <a:pt x="33047" y="45180"/>
                  <a:pt x="33047" y="45180"/>
                </a:cubicBezTo>
                <a:cubicBezTo>
                  <a:pt x="33415" y="45255"/>
                  <a:pt x="33415" y="45255"/>
                  <a:pt x="33415" y="45255"/>
                </a:cubicBezTo>
                <a:cubicBezTo>
                  <a:pt x="33739" y="44804"/>
                  <a:pt x="33739" y="44804"/>
                  <a:pt x="33739" y="44804"/>
                </a:cubicBezTo>
                <a:cubicBezTo>
                  <a:pt x="33960" y="44290"/>
                  <a:pt x="33960" y="44290"/>
                  <a:pt x="33960" y="44290"/>
                </a:cubicBezTo>
                <a:cubicBezTo>
                  <a:pt x="34358" y="44215"/>
                  <a:pt x="34358" y="44215"/>
                  <a:pt x="34358" y="44215"/>
                </a:cubicBezTo>
                <a:cubicBezTo>
                  <a:pt x="34358" y="44215"/>
                  <a:pt x="34719" y="44365"/>
                  <a:pt x="34793" y="44440"/>
                </a:cubicBezTo>
                <a:cubicBezTo>
                  <a:pt x="34866" y="44440"/>
                  <a:pt x="34683" y="44728"/>
                  <a:pt x="34683" y="44728"/>
                </a:cubicBezTo>
                <a:cubicBezTo>
                  <a:pt x="34211" y="44728"/>
                  <a:pt x="34211" y="44728"/>
                  <a:pt x="34211" y="44728"/>
                </a:cubicBezTo>
                <a:cubicBezTo>
                  <a:pt x="34211" y="44728"/>
                  <a:pt x="34064" y="44954"/>
                  <a:pt x="33996" y="45029"/>
                </a:cubicBezTo>
                <a:cubicBezTo>
                  <a:pt x="33923" y="45104"/>
                  <a:pt x="33996" y="45693"/>
                  <a:pt x="33996" y="45693"/>
                </a:cubicBezTo>
                <a:cubicBezTo>
                  <a:pt x="34174" y="45844"/>
                  <a:pt x="34174" y="45844"/>
                  <a:pt x="34174" y="45844"/>
                </a:cubicBezTo>
                <a:cubicBezTo>
                  <a:pt x="34395" y="45480"/>
                  <a:pt x="34395" y="45480"/>
                  <a:pt x="34395" y="45480"/>
                </a:cubicBezTo>
                <a:cubicBezTo>
                  <a:pt x="34535" y="45255"/>
                  <a:pt x="34535" y="45255"/>
                  <a:pt x="34535" y="45255"/>
                </a:cubicBezTo>
                <a:cubicBezTo>
                  <a:pt x="34830" y="45104"/>
                  <a:pt x="34830" y="45104"/>
                  <a:pt x="34830" y="45104"/>
                </a:cubicBezTo>
                <a:cubicBezTo>
                  <a:pt x="35154" y="44804"/>
                  <a:pt x="35154" y="44804"/>
                  <a:pt x="35154" y="44804"/>
                </a:cubicBezTo>
                <a:cubicBezTo>
                  <a:pt x="35485" y="44653"/>
                  <a:pt x="35485" y="44653"/>
                  <a:pt x="35485" y="44653"/>
                </a:cubicBezTo>
                <a:cubicBezTo>
                  <a:pt x="35699" y="43989"/>
                  <a:pt x="35699" y="43989"/>
                  <a:pt x="35699" y="43989"/>
                </a:cubicBezTo>
                <a:cubicBezTo>
                  <a:pt x="35957" y="43613"/>
                  <a:pt x="35957" y="43613"/>
                  <a:pt x="35957" y="43613"/>
                </a:cubicBezTo>
                <a:cubicBezTo>
                  <a:pt x="35993" y="43099"/>
                  <a:pt x="35993" y="43099"/>
                  <a:pt x="35993" y="43099"/>
                </a:cubicBezTo>
                <a:cubicBezTo>
                  <a:pt x="35663" y="43250"/>
                  <a:pt x="35663" y="43250"/>
                  <a:pt x="35663" y="43250"/>
                </a:cubicBezTo>
                <a:cubicBezTo>
                  <a:pt x="35448" y="43989"/>
                  <a:pt x="35448" y="43989"/>
                  <a:pt x="35448" y="43989"/>
                </a:cubicBezTo>
                <a:cubicBezTo>
                  <a:pt x="35050" y="44064"/>
                  <a:pt x="35050" y="44064"/>
                  <a:pt x="35050" y="44064"/>
                </a:cubicBezTo>
                <a:cubicBezTo>
                  <a:pt x="34719" y="43763"/>
                  <a:pt x="34719" y="43763"/>
                  <a:pt x="34719" y="43763"/>
                </a:cubicBezTo>
                <a:cubicBezTo>
                  <a:pt x="34395" y="43174"/>
                  <a:pt x="34395" y="43174"/>
                  <a:pt x="34395" y="43174"/>
                </a:cubicBezTo>
                <a:cubicBezTo>
                  <a:pt x="34211" y="42285"/>
                  <a:pt x="34211" y="42285"/>
                  <a:pt x="34211" y="42285"/>
                </a:cubicBezTo>
                <a:cubicBezTo>
                  <a:pt x="34535" y="41833"/>
                  <a:pt x="34535" y="41833"/>
                  <a:pt x="34535" y="41833"/>
                </a:cubicBezTo>
                <a:cubicBezTo>
                  <a:pt x="34505" y="41019"/>
                  <a:pt x="34505" y="41019"/>
                  <a:pt x="34505" y="41019"/>
                </a:cubicBezTo>
                <a:cubicBezTo>
                  <a:pt x="34064" y="40944"/>
                  <a:pt x="34064" y="40944"/>
                  <a:pt x="34064" y="40944"/>
                </a:cubicBezTo>
                <a:cubicBezTo>
                  <a:pt x="33592" y="41244"/>
                  <a:pt x="33592" y="41244"/>
                  <a:pt x="33592" y="41244"/>
                </a:cubicBezTo>
                <a:cubicBezTo>
                  <a:pt x="33084" y="41909"/>
                  <a:pt x="33084" y="41909"/>
                  <a:pt x="33084" y="41909"/>
                </a:cubicBezTo>
                <a:cubicBezTo>
                  <a:pt x="32575" y="42874"/>
                  <a:pt x="32575" y="42874"/>
                  <a:pt x="32575" y="42874"/>
                </a:cubicBezTo>
                <a:cubicBezTo>
                  <a:pt x="32177" y="43463"/>
                  <a:pt x="32177" y="43463"/>
                  <a:pt x="32177" y="43463"/>
                </a:cubicBezTo>
                <a:cubicBezTo>
                  <a:pt x="32324" y="42874"/>
                  <a:pt x="32324" y="42874"/>
                  <a:pt x="32324" y="42874"/>
                </a:cubicBezTo>
                <a:cubicBezTo>
                  <a:pt x="32575" y="42360"/>
                  <a:pt x="32575" y="42360"/>
                  <a:pt x="32575" y="42360"/>
                </a:cubicBezTo>
                <a:cubicBezTo>
                  <a:pt x="32722" y="42059"/>
                  <a:pt x="32722" y="42059"/>
                  <a:pt x="32722" y="42059"/>
                </a:cubicBezTo>
                <a:cubicBezTo>
                  <a:pt x="32324" y="41833"/>
                  <a:pt x="32324" y="41833"/>
                  <a:pt x="32324" y="41833"/>
                </a:cubicBezTo>
                <a:cubicBezTo>
                  <a:pt x="32833" y="41833"/>
                  <a:pt x="32833" y="41833"/>
                  <a:pt x="32833" y="41833"/>
                </a:cubicBezTo>
                <a:cubicBezTo>
                  <a:pt x="32943" y="41320"/>
                  <a:pt x="32943" y="41320"/>
                  <a:pt x="32943" y="41320"/>
                </a:cubicBezTo>
                <a:cubicBezTo>
                  <a:pt x="33231" y="40868"/>
                  <a:pt x="33231" y="40868"/>
                  <a:pt x="33231" y="40868"/>
                </a:cubicBezTo>
                <a:cubicBezTo>
                  <a:pt x="33562" y="40868"/>
                  <a:pt x="33562" y="40868"/>
                  <a:pt x="33562" y="40868"/>
                </a:cubicBezTo>
                <a:cubicBezTo>
                  <a:pt x="33702" y="40279"/>
                  <a:pt x="33702" y="40279"/>
                  <a:pt x="33702" y="40279"/>
                </a:cubicBezTo>
                <a:cubicBezTo>
                  <a:pt x="33996" y="40054"/>
                  <a:pt x="33996" y="40054"/>
                  <a:pt x="33996" y="40054"/>
                </a:cubicBezTo>
                <a:cubicBezTo>
                  <a:pt x="34431" y="40054"/>
                  <a:pt x="34431" y="40054"/>
                  <a:pt x="34431" y="40054"/>
                </a:cubicBezTo>
                <a:cubicBezTo>
                  <a:pt x="35191" y="39979"/>
                  <a:pt x="35191" y="39979"/>
                  <a:pt x="35191" y="39979"/>
                </a:cubicBezTo>
                <a:cubicBezTo>
                  <a:pt x="35595" y="40129"/>
                  <a:pt x="35595" y="40129"/>
                  <a:pt x="35595" y="40129"/>
                </a:cubicBezTo>
                <a:cubicBezTo>
                  <a:pt x="35920" y="40129"/>
                  <a:pt x="35920" y="40129"/>
                  <a:pt x="35920" y="40129"/>
                </a:cubicBezTo>
                <a:cubicBezTo>
                  <a:pt x="36245" y="39678"/>
                  <a:pt x="36245" y="39678"/>
                  <a:pt x="36245" y="39678"/>
                </a:cubicBezTo>
                <a:cubicBezTo>
                  <a:pt x="36502" y="39014"/>
                  <a:pt x="36502" y="39014"/>
                  <a:pt x="36502" y="39014"/>
                </a:cubicBezTo>
                <a:cubicBezTo>
                  <a:pt x="37010" y="38938"/>
                  <a:pt x="37010" y="38938"/>
                  <a:pt x="37010" y="38938"/>
                </a:cubicBezTo>
                <a:cubicBezTo>
                  <a:pt x="37298" y="38713"/>
                  <a:pt x="37298" y="38713"/>
                  <a:pt x="37298" y="38713"/>
                </a:cubicBezTo>
                <a:cubicBezTo>
                  <a:pt x="37445" y="38412"/>
                  <a:pt x="37445" y="38412"/>
                  <a:pt x="37445" y="38412"/>
                </a:cubicBezTo>
                <a:cubicBezTo>
                  <a:pt x="37261" y="38124"/>
                  <a:pt x="37261" y="38124"/>
                  <a:pt x="37261" y="38124"/>
                </a:cubicBezTo>
                <a:cubicBezTo>
                  <a:pt x="37372" y="37823"/>
                  <a:pt x="37372" y="37823"/>
                  <a:pt x="37372" y="37823"/>
                </a:cubicBezTo>
                <a:cubicBezTo>
                  <a:pt x="37408" y="37234"/>
                  <a:pt x="37408" y="37234"/>
                  <a:pt x="37408" y="37234"/>
                </a:cubicBezTo>
                <a:cubicBezTo>
                  <a:pt x="37010" y="37084"/>
                  <a:pt x="37010" y="37084"/>
                  <a:pt x="37010" y="37084"/>
                </a:cubicBezTo>
                <a:cubicBezTo>
                  <a:pt x="36973" y="36783"/>
                  <a:pt x="36973" y="36783"/>
                  <a:pt x="36973" y="36783"/>
                </a:cubicBezTo>
                <a:cubicBezTo>
                  <a:pt x="36539" y="36783"/>
                  <a:pt x="36539" y="36783"/>
                  <a:pt x="36539" y="36783"/>
                </a:cubicBezTo>
                <a:cubicBezTo>
                  <a:pt x="36245" y="37084"/>
                  <a:pt x="36245" y="37084"/>
                  <a:pt x="36245" y="37084"/>
                </a:cubicBezTo>
                <a:cubicBezTo>
                  <a:pt x="36030" y="37372"/>
                  <a:pt x="36030" y="37372"/>
                  <a:pt x="36030" y="37372"/>
                </a:cubicBezTo>
                <a:cubicBezTo>
                  <a:pt x="35846" y="37234"/>
                  <a:pt x="35846" y="37234"/>
                  <a:pt x="35846" y="37234"/>
                </a:cubicBezTo>
                <a:cubicBezTo>
                  <a:pt x="35920" y="36858"/>
                  <a:pt x="35920" y="36858"/>
                  <a:pt x="35920" y="36858"/>
                </a:cubicBezTo>
                <a:cubicBezTo>
                  <a:pt x="36281" y="36557"/>
                  <a:pt x="36281" y="36557"/>
                  <a:pt x="36281" y="36557"/>
                </a:cubicBezTo>
                <a:cubicBezTo>
                  <a:pt x="36716" y="36332"/>
                  <a:pt x="36716" y="36332"/>
                  <a:pt x="36716" y="36332"/>
                </a:cubicBezTo>
                <a:cubicBezTo>
                  <a:pt x="36937" y="36043"/>
                  <a:pt x="36937" y="36043"/>
                  <a:pt x="36937" y="36043"/>
                </a:cubicBezTo>
                <a:cubicBezTo>
                  <a:pt x="36643" y="35968"/>
                  <a:pt x="36643" y="35968"/>
                  <a:pt x="36643" y="35968"/>
                </a:cubicBezTo>
                <a:cubicBezTo>
                  <a:pt x="36355" y="35667"/>
                  <a:pt x="36355" y="35667"/>
                  <a:pt x="36355" y="35667"/>
                </a:cubicBezTo>
                <a:cubicBezTo>
                  <a:pt x="35993" y="35442"/>
                  <a:pt x="35993" y="35442"/>
                  <a:pt x="35993" y="35442"/>
                </a:cubicBezTo>
                <a:cubicBezTo>
                  <a:pt x="35773" y="35078"/>
                  <a:pt x="35773" y="35078"/>
                  <a:pt x="35773" y="35078"/>
                </a:cubicBezTo>
                <a:cubicBezTo>
                  <a:pt x="35522" y="34627"/>
                  <a:pt x="35522" y="34627"/>
                  <a:pt x="35522" y="34627"/>
                </a:cubicBezTo>
                <a:cubicBezTo>
                  <a:pt x="35411" y="34176"/>
                  <a:pt x="35411" y="34176"/>
                  <a:pt x="35411" y="34176"/>
                </a:cubicBezTo>
                <a:cubicBezTo>
                  <a:pt x="35552" y="34176"/>
                  <a:pt x="35552" y="34176"/>
                  <a:pt x="35552" y="34176"/>
                </a:cubicBezTo>
                <a:cubicBezTo>
                  <a:pt x="35595" y="33888"/>
                  <a:pt x="35595" y="33888"/>
                  <a:pt x="35595" y="33888"/>
                </a:cubicBezTo>
                <a:cubicBezTo>
                  <a:pt x="35375" y="33211"/>
                  <a:pt x="35375" y="33211"/>
                  <a:pt x="35375" y="33211"/>
                </a:cubicBezTo>
                <a:cubicBezTo>
                  <a:pt x="35081" y="32396"/>
                  <a:pt x="35081" y="32396"/>
                  <a:pt x="35081" y="32396"/>
                </a:cubicBezTo>
                <a:cubicBezTo>
                  <a:pt x="34646" y="31131"/>
                  <a:pt x="34646" y="31131"/>
                  <a:pt x="34646" y="31131"/>
                </a:cubicBezTo>
                <a:cubicBezTo>
                  <a:pt x="34505" y="30466"/>
                  <a:pt x="34505" y="30466"/>
                  <a:pt x="34505" y="30466"/>
                </a:cubicBezTo>
                <a:cubicBezTo>
                  <a:pt x="34174" y="31281"/>
                  <a:pt x="34174" y="31281"/>
                  <a:pt x="34174" y="31281"/>
                </a:cubicBezTo>
                <a:cubicBezTo>
                  <a:pt x="34174" y="31958"/>
                  <a:pt x="34174" y="31958"/>
                  <a:pt x="34174" y="31958"/>
                </a:cubicBezTo>
                <a:cubicBezTo>
                  <a:pt x="33849" y="32246"/>
                  <a:pt x="33849" y="32246"/>
                  <a:pt x="33849" y="32246"/>
                </a:cubicBezTo>
                <a:cubicBezTo>
                  <a:pt x="33666" y="32697"/>
                  <a:pt x="33666" y="32697"/>
                  <a:pt x="33666" y="32697"/>
                </a:cubicBezTo>
                <a:cubicBezTo>
                  <a:pt x="33341" y="32622"/>
                  <a:pt x="33341" y="32622"/>
                  <a:pt x="33341" y="32622"/>
                </a:cubicBezTo>
                <a:cubicBezTo>
                  <a:pt x="33267" y="32246"/>
                  <a:pt x="33267" y="32246"/>
                  <a:pt x="33267" y="32246"/>
                </a:cubicBezTo>
                <a:cubicBezTo>
                  <a:pt x="33047" y="31883"/>
                  <a:pt x="33047" y="31883"/>
                  <a:pt x="33047" y="31883"/>
                </a:cubicBezTo>
                <a:cubicBezTo>
                  <a:pt x="32722" y="32020"/>
                  <a:pt x="32722" y="32020"/>
                  <a:pt x="32722" y="32020"/>
                </a:cubicBezTo>
                <a:cubicBezTo>
                  <a:pt x="32833" y="31281"/>
                  <a:pt x="32833" y="31281"/>
                  <a:pt x="32833" y="31281"/>
                </a:cubicBezTo>
                <a:cubicBezTo>
                  <a:pt x="32833" y="30316"/>
                  <a:pt x="32833" y="30316"/>
                  <a:pt x="32833" y="30316"/>
                </a:cubicBezTo>
                <a:cubicBezTo>
                  <a:pt x="32796" y="29727"/>
                  <a:pt x="32796" y="29727"/>
                  <a:pt x="32796" y="29727"/>
                </a:cubicBezTo>
                <a:cubicBezTo>
                  <a:pt x="32434" y="29727"/>
                  <a:pt x="32434" y="29727"/>
                  <a:pt x="32434" y="29727"/>
                </a:cubicBezTo>
                <a:cubicBezTo>
                  <a:pt x="32140" y="29351"/>
                  <a:pt x="32140" y="29351"/>
                  <a:pt x="32140" y="29351"/>
                </a:cubicBezTo>
                <a:cubicBezTo>
                  <a:pt x="31852" y="28762"/>
                  <a:pt x="31852" y="28762"/>
                  <a:pt x="31852" y="28762"/>
                </a:cubicBezTo>
                <a:cubicBezTo>
                  <a:pt x="31344" y="28160"/>
                  <a:pt x="31344" y="28160"/>
                  <a:pt x="31344" y="28160"/>
                </a:cubicBezTo>
                <a:cubicBezTo>
                  <a:pt x="31197" y="28386"/>
                  <a:pt x="31197" y="28386"/>
                  <a:pt x="31197" y="28386"/>
                </a:cubicBezTo>
                <a:cubicBezTo>
                  <a:pt x="30762" y="28386"/>
                  <a:pt x="30762" y="28386"/>
                  <a:pt x="30762" y="28386"/>
                </a:cubicBezTo>
                <a:cubicBezTo>
                  <a:pt x="30578" y="28160"/>
                  <a:pt x="30578" y="28160"/>
                  <a:pt x="30578" y="28160"/>
                </a:cubicBezTo>
                <a:cubicBezTo>
                  <a:pt x="30107" y="28160"/>
                  <a:pt x="30107" y="28160"/>
                  <a:pt x="30107" y="28160"/>
                </a:cubicBezTo>
                <a:cubicBezTo>
                  <a:pt x="29929" y="28536"/>
                  <a:pt x="29929" y="28536"/>
                  <a:pt x="29929" y="28536"/>
                </a:cubicBezTo>
                <a:cubicBezTo>
                  <a:pt x="30107" y="29125"/>
                  <a:pt x="30107" y="29125"/>
                  <a:pt x="30107" y="29125"/>
                </a:cubicBezTo>
                <a:cubicBezTo>
                  <a:pt x="30033" y="29877"/>
                  <a:pt x="30033" y="29877"/>
                  <a:pt x="30033" y="29877"/>
                </a:cubicBezTo>
                <a:cubicBezTo>
                  <a:pt x="30070" y="30391"/>
                  <a:pt x="30070" y="30391"/>
                  <a:pt x="30070" y="30391"/>
                </a:cubicBezTo>
                <a:cubicBezTo>
                  <a:pt x="30254" y="31055"/>
                  <a:pt x="30254" y="31055"/>
                  <a:pt x="30254" y="31055"/>
                </a:cubicBezTo>
                <a:cubicBezTo>
                  <a:pt x="29996" y="31055"/>
                  <a:pt x="29996" y="31055"/>
                  <a:pt x="29996" y="31055"/>
                </a:cubicBezTo>
                <a:cubicBezTo>
                  <a:pt x="29996" y="31732"/>
                  <a:pt x="29996" y="31732"/>
                  <a:pt x="29996" y="31732"/>
                </a:cubicBezTo>
                <a:cubicBezTo>
                  <a:pt x="29856" y="32096"/>
                  <a:pt x="29856" y="32096"/>
                  <a:pt x="29856" y="32096"/>
                </a:cubicBezTo>
                <a:cubicBezTo>
                  <a:pt x="30070" y="32321"/>
                  <a:pt x="30070" y="32321"/>
                  <a:pt x="30070" y="32321"/>
                </a:cubicBezTo>
                <a:cubicBezTo>
                  <a:pt x="30364" y="32848"/>
                  <a:pt x="30364" y="32848"/>
                  <a:pt x="30364" y="32848"/>
                </a:cubicBezTo>
                <a:cubicBezTo>
                  <a:pt x="30468" y="33662"/>
                  <a:pt x="30468" y="33662"/>
                  <a:pt x="30468" y="33662"/>
                </a:cubicBezTo>
                <a:cubicBezTo>
                  <a:pt x="30468" y="34552"/>
                  <a:pt x="30468" y="34552"/>
                  <a:pt x="30468" y="34552"/>
                </a:cubicBezTo>
                <a:cubicBezTo>
                  <a:pt x="30254" y="35216"/>
                  <a:pt x="30254" y="35216"/>
                  <a:pt x="30254" y="35216"/>
                </a:cubicBezTo>
                <a:cubicBezTo>
                  <a:pt x="29929" y="35743"/>
                  <a:pt x="29929" y="35743"/>
                  <a:pt x="29929" y="35743"/>
                </a:cubicBezTo>
                <a:cubicBezTo>
                  <a:pt x="29488" y="35818"/>
                  <a:pt x="29488" y="35818"/>
                  <a:pt x="29488" y="35818"/>
                </a:cubicBezTo>
                <a:cubicBezTo>
                  <a:pt x="29745" y="36632"/>
                  <a:pt x="29745" y="36632"/>
                  <a:pt x="29745" y="36632"/>
                </a:cubicBezTo>
                <a:cubicBezTo>
                  <a:pt x="29745" y="37597"/>
                  <a:pt x="29745" y="37597"/>
                  <a:pt x="29745" y="37597"/>
                </a:cubicBezTo>
                <a:cubicBezTo>
                  <a:pt x="29856" y="38199"/>
                  <a:pt x="29856" y="38199"/>
                  <a:pt x="29856" y="38199"/>
                </a:cubicBezTo>
                <a:cubicBezTo>
                  <a:pt x="29782" y="38638"/>
                  <a:pt x="29782" y="38638"/>
                  <a:pt x="29782" y="38638"/>
                </a:cubicBezTo>
                <a:cubicBezTo>
                  <a:pt x="29598" y="39239"/>
                  <a:pt x="29598" y="39239"/>
                  <a:pt x="29598" y="39239"/>
                </a:cubicBezTo>
                <a:cubicBezTo>
                  <a:pt x="29163" y="39314"/>
                  <a:pt x="29163" y="39314"/>
                  <a:pt x="29163" y="39314"/>
                </a:cubicBezTo>
                <a:cubicBezTo>
                  <a:pt x="28943" y="38487"/>
                  <a:pt x="28943" y="38487"/>
                  <a:pt x="28943" y="38487"/>
                </a:cubicBezTo>
                <a:cubicBezTo>
                  <a:pt x="28618" y="37823"/>
                  <a:pt x="28618" y="37823"/>
                  <a:pt x="28618" y="37823"/>
                </a:cubicBezTo>
                <a:cubicBezTo>
                  <a:pt x="28618" y="37159"/>
                  <a:pt x="28618" y="37159"/>
                  <a:pt x="28618" y="37159"/>
                </a:cubicBezTo>
                <a:cubicBezTo>
                  <a:pt x="28545" y="36332"/>
                  <a:pt x="28545" y="36332"/>
                  <a:pt x="28545" y="36332"/>
                </a:cubicBezTo>
                <a:cubicBezTo>
                  <a:pt x="28581" y="35592"/>
                  <a:pt x="28581" y="35592"/>
                  <a:pt x="28581" y="35592"/>
                </a:cubicBezTo>
                <a:cubicBezTo>
                  <a:pt x="28036" y="35442"/>
                  <a:pt x="28036" y="35442"/>
                  <a:pt x="28036" y="35442"/>
                </a:cubicBezTo>
                <a:cubicBezTo>
                  <a:pt x="27638" y="35442"/>
                  <a:pt x="27638" y="35442"/>
                  <a:pt x="27638" y="35442"/>
                </a:cubicBezTo>
                <a:cubicBezTo>
                  <a:pt x="27454" y="35154"/>
                  <a:pt x="27454" y="35154"/>
                  <a:pt x="27454" y="35154"/>
                </a:cubicBezTo>
                <a:cubicBezTo>
                  <a:pt x="26946" y="34928"/>
                  <a:pt x="26946" y="34928"/>
                  <a:pt x="26946" y="34928"/>
                </a:cubicBezTo>
                <a:cubicBezTo>
                  <a:pt x="26732" y="34477"/>
                  <a:pt x="26732" y="34477"/>
                  <a:pt x="26732" y="34477"/>
                </a:cubicBezTo>
                <a:cubicBezTo>
                  <a:pt x="26297" y="34038"/>
                  <a:pt x="26297" y="34038"/>
                  <a:pt x="26297" y="34038"/>
                </a:cubicBezTo>
                <a:cubicBezTo>
                  <a:pt x="25862" y="33512"/>
                  <a:pt x="25862" y="33512"/>
                  <a:pt x="25862" y="33512"/>
                </a:cubicBezTo>
                <a:cubicBezTo>
                  <a:pt x="25243" y="33813"/>
                  <a:pt x="25243" y="33813"/>
                  <a:pt x="25243" y="33813"/>
                </a:cubicBezTo>
                <a:cubicBezTo>
                  <a:pt x="25133" y="33361"/>
                  <a:pt x="25133" y="33361"/>
                  <a:pt x="25133" y="33361"/>
                </a:cubicBezTo>
                <a:cubicBezTo>
                  <a:pt x="24875" y="32246"/>
                  <a:pt x="24875" y="32246"/>
                  <a:pt x="24875" y="32246"/>
                </a:cubicBezTo>
                <a:cubicBezTo>
                  <a:pt x="24588" y="32020"/>
                  <a:pt x="24588" y="32020"/>
                  <a:pt x="24588" y="32020"/>
                </a:cubicBezTo>
                <a:cubicBezTo>
                  <a:pt x="24367" y="31582"/>
                  <a:pt x="24367" y="31582"/>
                  <a:pt x="24367" y="31582"/>
                </a:cubicBezTo>
                <a:cubicBezTo>
                  <a:pt x="24441" y="30241"/>
                  <a:pt x="24441" y="30241"/>
                  <a:pt x="24441" y="30241"/>
                </a:cubicBezTo>
                <a:cubicBezTo>
                  <a:pt x="24735" y="29276"/>
                  <a:pt x="24735" y="29276"/>
                  <a:pt x="24735" y="29276"/>
                </a:cubicBezTo>
                <a:cubicBezTo>
                  <a:pt x="25059" y="28386"/>
                  <a:pt x="25059" y="28386"/>
                  <a:pt x="25059" y="28386"/>
                </a:cubicBezTo>
                <a:cubicBezTo>
                  <a:pt x="25421" y="28010"/>
                  <a:pt x="25421" y="28010"/>
                  <a:pt x="25421" y="28010"/>
                </a:cubicBezTo>
                <a:cubicBezTo>
                  <a:pt x="25715" y="27571"/>
                  <a:pt x="25715" y="27571"/>
                  <a:pt x="25715" y="27571"/>
                </a:cubicBezTo>
                <a:cubicBezTo>
                  <a:pt x="25604" y="27045"/>
                  <a:pt x="25604" y="27045"/>
                  <a:pt x="25604" y="27045"/>
                </a:cubicBezTo>
                <a:cubicBezTo>
                  <a:pt x="25133" y="26832"/>
                  <a:pt x="25133" y="26832"/>
                  <a:pt x="25133" y="26832"/>
                </a:cubicBezTo>
                <a:cubicBezTo>
                  <a:pt x="24588" y="26456"/>
                  <a:pt x="24588" y="26456"/>
                  <a:pt x="24588" y="26456"/>
                </a:cubicBezTo>
                <a:cubicBezTo>
                  <a:pt x="25206" y="26681"/>
                  <a:pt x="25206" y="26681"/>
                  <a:pt x="25206" y="26681"/>
                </a:cubicBezTo>
                <a:cubicBezTo>
                  <a:pt x="25715" y="26895"/>
                  <a:pt x="25715" y="26895"/>
                  <a:pt x="25715" y="26895"/>
                </a:cubicBezTo>
                <a:cubicBezTo>
                  <a:pt x="25966" y="26832"/>
                  <a:pt x="25966" y="26832"/>
                  <a:pt x="25966" y="26832"/>
                </a:cubicBezTo>
                <a:cubicBezTo>
                  <a:pt x="26003" y="26306"/>
                  <a:pt x="26003" y="26306"/>
                  <a:pt x="26003" y="26306"/>
                </a:cubicBezTo>
                <a:cubicBezTo>
                  <a:pt x="26437" y="26531"/>
                  <a:pt x="26437" y="26531"/>
                  <a:pt x="26437" y="26531"/>
                </a:cubicBezTo>
                <a:cubicBezTo>
                  <a:pt x="26658" y="26456"/>
                  <a:pt x="26658" y="26456"/>
                  <a:pt x="26658" y="26456"/>
                </a:cubicBezTo>
                <a:cubicBezTo>
                  <a:pt x="26695" y="26005"/>
                  <a:pt x="26695" y="26005"/>
                  <a:pt x="26695" y="26005"/>
                </a:cubicBezTo>
                <a:cubicBezTo>
                  <a:pt x="26836" y="25854"/>
                  <a:pt x="26836" y="25854"/>
                  <a:pt x="26836" y="25854"/>
                </a:cubicBezTo>
                <a:cubicBezTo>
                  <a:pt x="26946" y="25265"/>
                  <a:pt x="26946" y="25265"/>
                  <a:pt x="26946" y="25265"/>
                </a:cubicBezTo>
                <a:cubicBezTo>
                  <a:pt x="26621" y="25190"/>
                  <a:pt x="26621" y="25190"/>
                  <a:pt x="26621" y="25190"/>
                </a:cubicBezTo>
                <a:cubicBezTo>
                  <a:pt x="26260" y="25115"/>
                  <a:pt x="26260" y="25115"/>
                  <a:pt x="26260" y="25115"/>
                </a:cubicBezTo>
                <a:cubicBezTo>
                  <a:pt x="26113" y="24814"/>
                  <a:pt x="26113" y="24814"/>
                  <a:pt x="26113" y="24814"/>
                </a:cubicBezTo>
                <a:cubicBezTo>
                  <a:pt x="25678" y="24451"/>
                  <a:pt x="25678" y="24451"/>
                  <a:pt x="25678" y="24451"/>
                </a:cubicBezTo>
                <a:cubicBezTo>
                  <a:pt x="25966" y="24526"/>
                  <a:pt x="25966" y="24526"/>
                  <a:pt x="25966" y="24526"/>
                </a:cubicBezTo>
                <a:cubicBezTo>
                  <a:pt x="26437" y="24751"/>
                  <a:pt x="26437" y="24751"/>
                  <a:pt x="26437" y="24751"/>
                </a:cubicBezTo>
                <a:cubicBezTo>
                  <a:pt x="26768" y="24965"/>
                  <a:pt x="26768" y="24965"/>
                  <a:pt x="26768" y="24965"/>
                </a:cubicBezTo>
                <a:cubicBezTo>
                  <a:pt x="27056" y="24751"/>
                  <a:pt x="27056" y="24751"/>
                  <a:pt x="27056" y="24751"/>
                </a:cubicBezTo>
                <a:cubicBezTo>
                  <a:pt x="27277" y="24225"/>
                  <a:pt x="27277" y="24225"/>
                  <a:pt x="27277" y="24225"/>
                </a:cubicBezTo>
                <a:cubicBezTo>
                  <a:pt x="27056" y="23774"/>
                  <a:pt x="27056" y="23774"/>
                  <a:pt x="27056" y="23774"/>
                </a:cubicBezTo>
                <a:cubicBezTo>
                  <a:pt x="27381" y="23774"/>
                  <a:pt x="27381" y="23774"/>
                  <a:pt x="27381" y="23774"/>
                </a:cubicBezTo>
                <a:cubicBezTo>
                  <a:pt x="27565" y="24150"/>
                  <a:pt x="27565" y="24150"/>
                  <a:pt x="27565" y="24150"/>
                </a:cubicBezTo>
                <a:cubicBezTo>
                  <a:pt x="27418" y="24601"/>
                  <a:pt x="27418" y="24601"/>
                  <a:pt x="27418" y="24601"/>
                </a:cubicBezTo>
                <a:cubicBezTo>
                  <a:pt x="27277" y="25416"/>
                  <a:pt x="27277" y="25416"/>
                  <a:pt x="27277" y="25416"/>
                </a:cubicBezTo>
                <a:cubicBezTo>
                  <a:pt x="27277" y="26381"/>
                  <a:pt x="27277" y="26381"/>
                  <a:pt x="27277" y="26381"/>
                </a:cubicBezTo>
                <a:cubicBezTo>
                  <a:pt x="26946" y="26531"/>
                  <a:pt x="26946" y="26531"/>
                  <a:pt x="26946" y="26531"/>
                </a:cubicBezTo>
                <a:cubicBezTo>
                  <a:pt x="27056" y="26970"/>
                  <a:pt x="27056" y="26970"/>
                  <a:pt x="27056" y="26970"/>
                </a:cubicBezTo>
                <a:cubicBezTo>
                  <a:pt x="27381" y="27045"/>
                  <a:pt x="27381" y="27045"/>
                  <a:pt x="27381" y="27045"/>
                </a:cubicBezTo>
                <a:cubicBezTo>
                  <a:pt x="27381" y="27421"/>
                  <a:pt x="27381" y="27421"/>
                  <a:pt x="27381" y="27421"/>
                </a:cubicBezTo>
                <a:cubicBezTo>
                  <a:pt x="27381" y="27421"/>
                  <a:pt x="27712" y="27571"/>
                  <a:pt x="27822" y="27346"/>
                </a:cubicBezTo>
                <a:cubicBezTo>
                  <a:pt x="27926" y="26832"/>
                  <a:pt x="27926" y="26832"/>
                  <a:pt x="27926" y="26832"/>
                </a:cubicBezTo>
                <a:cubicBezTo>
                  <a:pt x="28367" y="26895"/>
                  <a:pt x="28367" y="26895"/>
                  <a:pt x="28367" y="26895"/>
                </a:cubicBezTo>
                <a:cubicBezTo>
                  <a:pt x="28581" y="26970"/>
                  <a:pt x="28581" y="26970"/>
                  <a:pt x="28581" y="26970"/>
                </a:cubicBezTo>
                <a:cubicBezTo>
                  <a:pt x="28802" y="27195"/>
                  <a:pt x="28802" y="27195"/>
                  <a:pt x="28802" y="27195"/>
                </a:cubicBezTo>
                <a:cubicBezTo>
                  <a:pt x="29127" y="27195"/>
                  <a:pt x="29127" y="27195"/>
                  <a:pt x="29127" y="27195"/>
                </a:cubicBezTo>
                <a:cubicBezTo>
                  <a:pt x="29163" y="26606"/>
                  <a:pt x="29163" y="26606"/>
                  <a:pt x="29163" y="26606"/>
                </a:cubicBezTo>
                <a:cubicBezTo>
                  <a:pt x="28839" y="26456"/>
                  <a:pt x="28839" y="26456"/>
                  <a:pt x="28839" y="26456"/>
                </a:cubicBezTo>
                <a:cubicBezTo>
                  <a:pt x="28692" y="25779"/>
                  <a:pt x="28692" y="25779"/>
                  <a:pt x="28692" y="25779"/>
                </a:cubicBezTo>
                <a:cubicBezTo>
                  <a:pt x="28294" y="25716"/>
                  <a:pt x="28294" y="25716"/>
                  <a:pt x="28294" y="25716"/>
                </a:cubicBezTo>
                <a:cubicBezTo>
                  <a:pt x="27963" y="25190"/>
                  <a:pt x="27963" y="25190"/>
                  <a:pt x="27963" y="25190"/>
                </a:cubicBezTo>
                <a:cubicBezTo>
                  <a:pt x="27675" y="25040"/>
                  <a:pt x="27675" y="25040"/>
                  <a:pt x="27675" y="25040"/>
                </a:cubicBezTo>
                <a:cubicBezTo>
                  <a:pt x="27675" y="24664"/>
                  <a:pt x="27675" y="24664"/>
                  <a:pt x="27675" y="24664"/>
                </a:cubicBezTo>
                <a:cubicBezTo>
                  <a:pt x="27963" y="24751"/>
                  <a:pt x="27963" y="24751"/>
                  <a:pt x="27963" y="24751"/>
                </a:cubicBezTo>
                <a:cubicBezTo>
                  <a:pt x="28073" y="24526"/>
                  <a:pt x="28073" y="24526"/>
                  <a:pt x="28073" y="24526"/>
                </a:cubicBezTo>
                <a:cubicBezTo>
                  <a:pt x="28036" y="24150"/>
                  <a:pt x="28036" y="24150"/>
                  <a:pt x="28036" y="24150"/>
                </a:cubicBezTo>
                <a:cubicBezTo>
                  <a:pt x="28367" y="24150"/>
                  <a:pt x="28367" y="24150"/>
                  <a:pt x="28367" y="24150"/>
                </a:cubicBezTo>
                <a:cubicBezTo>
                  <a:pt x="28471" y="23699"/>
                  <a:pt x="28471" y="23699"/>
                  <a:pt x="28471" y="23699"/>
                </a:cubicBezTo>
                <a:cubicBezTo>
                  <a:pt x="28802" y="23260"/>
                  <a:pt x="28802" y="23260"/>
                  <a:pt x="28802" y="23260"/>
                </a:cubicBezTo>
                <a:cubicBezTo>
                  <a:pt x="28912" y="22809"/>
                  <a:pt x="28912" y="22809"/>
                  <a:pt x="28912" y="22809"/>
                </a:cubicBezTo>
                <a:cubicBezTo>
                  <a:pt x="28728" y="22445"/>
                  <a:pt x="28728" y="22445"/>
                  <a:pt x="28728" y="22445"/>
                </a:cubicBezTo>
                <a:cubicBezTo>
                  <a:pt x="28581" y="21693"/>
                  <a:pt x="28581" y="21693"/>
                  <a:pt x="28581" y="21693"/>
                </a:cubicBezTo>
                <a:cubicBezTo>
                  <a:pt x="28875" y="21618"/>
                  <a:pt x="28875" y="21618"/>
                  <a:pt x="28875" y="21618"/>
                </a:cubicBezTo>
                <a:cubicBezTo>
                  <a:pt x="28943" y="21029"/>
                  <a:pt x="28943" y="21029"/>
                  <a:pt x="28943" y="21029"/>
                </a:cubicBezTo>
                <a:cubicBezTo>
                  <a:pt x="28728" y="20503"/>
                  <a:pt x="28728" y="20503"/>
                  <a:pt x="28728" y="20503"/>
                </a:cubicBezTo>
                <a:cubicBezTo>
                  <a:pt x="28434" y="20215"/>
                  <a:pt x="28434" y="20215"/>
                  <a:pt x="28434" y="20215"/>
                </a:cubicBezTo>
                <a:cubicBezTo>
                  <a:pt x="28000" y="19763"/>
                  <a:pt x="28000" y="19763"/>
                  <a:pt x="28000" y="19763"/>
                </a:cubicBezTo>
                <a:cubicBezTo>
                  <a:pt x="28471" y="19763"/>
                  <a:pt x="28471" y="19763"/>
                  <a:pt x="28471" y="19763"/>
                </a:cubicBezTo>
                <a:cubicBezTo>
                  <a:pt x="28508" y="19538"/>
                  <a:pt x="28508" y="19538"/>
                  <a:pt x="28508" y="19538"/>
                </a:cubicBezTo>
                <a:cubicBezTo>
                  <a:pt x="28875" y="19613"/>
                  <a:pt x="28875" y="19613"/>
                  <a:pt x="28875" y="19613"/>
                </a:cubicBezTo>
                <a:cubicBezTo>
                  <a:pt x="29127" y="19914"/>
                  <a:pt x="29127" y="19914"/>
                  <a:pt x="29127" y="19914"/>
                </a:cubicBezTo>
                <a:cubicBezTo>
                  <a:pt x="29488" y="19839"/>
                  <a:pt x="29488" y="19839"/>
                  <a:pt x="29488" y="19839"/>
                </a:cubicBezTo>
                <a:cubicBezTo>
                  <a:pt x="29819" y="19688"/>
                  <a:pt x="29819" y="19688"/>
                  <a:pt x="29819" y="19688"/>
                </a:cubicBezTo>
                <a:cubicBezTo>
                  <a:pt x="29525" y="19174"/>
                  <a:pt x="29525" y="19174"/>
                  <a:pt x="29525" y="19174"/>
                </a:cubicBezTo>
                <a:cubicBezTo>
                  <a:pt x="29745" y="19099"/>
                  <a:pt x="29745" y="19099"/>
                  <a:pt x="29745" y="19099"/>
                </a:cubicBezTo>
                <a:cubicBezTo>
                  <a:pt x="30033" y="19688"/>
                  <a:pt x="30033" y="19688"/>
                  <a:pt x="30033" y="19688"/>
                </a:cubicBezTo>
                <a:cubicBezTo>
                  <a:pt x="30364" y="19763"/>
                  <a:pt x="30364" y="19763"/>
                  <a:pt x="30364" y="19763"/>
                </a:cubicBezTo>
                <a:cubicBezTo>
                  <a:pt x="30505" y="20365"/>
                  <a:pt x="30505" y="20365"/>
                  <a:pt x="30505" y="20365"/>
                </a:cubicBezTo>
                <a:cubicBezTo>
                  <a:pt x="30762" y="20440"/>
                  <a:pt x="30762" y="20440"/>
                  <a:pt x="30762" y="20440"/>
                </a:cubicBezTo>
                <a:cubicBezTo>
                  <a:pt x="30872" y="20879"/>
                  <a:pt x="30872" y="20879"/>
                  <a:pt x="30872" y="20879"/>
                </a:cubicBezTo>
                <a:cubicBezTo>
                  <a:pt x="31160" y="21104"/>
                  <a:pt x="31160" y="21104"/>
                  <a:pt x="31160" y="21104"/>
                </a:cubicBezTo>
                <a:cubicBezTo>
                  <a:pt x="31307" y="21618"/>
                  <a:pt x="31307" y="21618"/>
                  <a:pt x="31307" y="21618"/>
                </a:cubicBezTo>
                <a:cubicBezTo>
                  <a:pt x="31595" y="21844"/>
                  <a:pt x="31595" y="21844"/>
                  <a:pt x="31595" y="21844"/>
                </a:cubicBezTo>
                <a:cubicBezTo>
                  <a:pt x="31816" y="22370"/>
                  <a:pt x="31816" y="22370"/>
                  <a:pt x="31816" y="22370"/>
                </a:cubicBezTo>
                <a:cubicBezTo>
                  <a:pt x="31889" y="23034"/>
                  <a:pt x="31889" y="23034"/>
                  <a:pt x="31889" y="23034"/>
                </a:cubicBezTo>
                <a:cubicBezTo>
                  <a:pt x="31522" y="23699"/>
                  <a:pt x="31522" y="23699"/>
                  <a:pt x="31522" y="23699"/>
                </a:cubicBezTo>
                <a:cubicBezTo>
                  <a:pt x="31234" y="24375"/>
                  <a:pt x="31234" y="24375"/>
                  <a:pt x="31234" y="24375"/>
                </a:cubicBezTo>
                <a:cubicBezTo>
                  <a:pt x="31381" y="25040"/>
                  <a:pt x="31381" y="25040"/>
                  <a:pt x="31381" y="25040"/>
                </a:cubicBezTo>
                <a:cubicBezTo>
                  <a:pt x="30872" y="25190"/>
                  <a:pt x="30872" y="25190"/>
                  <a:pt x="30872" y="25190"/>
                </a:cubicBezTo>
                <a:cubicBezTo>
                  <a:pt x="30578" y="25040"/>
                  <a:pt x="30578" y="25040"/>
                  <a:pt x="30578" y="25040"/>
                </a:cubicBezTo>
                <a:cubicBezTo>
                  <a:pt x="30290" y="25040"/>
                  <a:pt x="30290" y="25040"/>
                  <a:pt x="30290" y="25040"/>
                </a:cubicBezTo>
                <a:cubicBezTo>
                  <a:pt x="29929" y="25566"/>
                  <a:pt x="29929" y="25566"/>
                  <a:pt x="29929" y="25566"/>
                </a:cubicBezTo>
                <a:cubicBezTo>
                  <a:pt x="29929" y="26155"/>
                  <a:pt x="29929" y="26155"/>
                  <a:pt x="29929" y="26155"/>
                </a:cubicBezTo>
                <a:cubicBezTo>
                  <a:pt x="30364" y="26306"/>
                  <a:pt x="30364" y="26306"/>
                  <a:pt x="30364" y="26306"/>
                </a:cubicBezTo>
                <a:cubicBezTo>
                  <a:pt x="30725" y="26230"/>
                  <a:pt x="30725" y="26230"/>
                  <a:pt x="30725" y="26230"/>
                </a:cubicBezTo>
                <a:cubicBezTo>
                  <a:pt x="30799" y="25930"/>
                  <a:pt x="30799" y="25930"/>
                  <a:pt x="30799" y="25930"/>
                </a:cubicBezTo>
                <a:cubicBezTo>
                  <a:pt x="30946" y="25716"/>
                  <a:pt x="30946" y="25716"/>
                  <a:pt x="30946" y="25716"/>
                </a:cubicBezTo>
                <a:cubicBezTo>
                  <a:pt x="31197" y="25854"/>
                  <a:pt x="31197" y="25854"/>
                  <a:pt x="31197" y="25854"/>
                </a:cubicBezTo>
                <a:cubicBezTo>
                  <a:pt x="31595" y="26080"/>
                  <a:pt x="31595" y="26080"/>
                  <a:pt x="31595" y="26080"/>
                </a:cubicBezTo>
                <a:cubicBezTo>
                  <a:pt x="32000" y="26895"/>
                  <a:pt x="32000" y="26895"/>
                  <a:pt x="32000" y="26895"/>
                </a:cubicBezTo>
                <a:cubicBezTo>
                  <a:pt x="32104" y="27346"/>
                  <a:pt x="32104" y="27346"/>
                  <a:pt x="32104" y="27346"/>
                </a:cubicBezTo>
                <a:cubicBezTo>
                  <a:pt x="32324" y="27860"/>
                  <a:pt x="32324" y="27860"/>
                  <a:pt x="32324" y="27860"/>
                </a:cubicBezTo>
                <a:cubicBezTo>
                  <a:pt x="32686" y="27860"/>
                  <a:pt x="32686" y="27860"/>
                  <a:pt x="32686" y="27860"/>
                </a:cubicBezTo>
                <a:cubicBezTo>
                  <a:pt x="33047" y="28536"/>
                  <a:pt x="33047" y="28536"/>
                  <a:pt x="33047" y="28536"/>
                </a:cubicBezTo>
                <a:cubicBezTo>
                  <a:pt x="33592" y="28612"/>
                  <a:pt x="33592" y="28612"/>
                  <a:pt x="33592" y="28612"/>
                </a:cubicBezTo>
                <a:cubicBezTo>
                  <a:pt x="33960" y="28912"/>
                  <a:pt x="33960" y="28912"/>
                  <a:pt x="33960" y="28912"/>
                </a:cubicBezTo>
                <a:cubicBezTo>
                  <a:pt x="33996" y="28461"/>
                  <a:pt x="33996" y="28461"/>
                  <a:pt x="33996" y="28461"/>
                </a:cubicBezTo>
                <a:cubicBezTo>
                  <a:pt x="33415" y="27571"/>
                  <a:pt x="33415" y="27571"/>
                  <a:pt x="33415" y="27571"/>
                </a:cubicBezTo>
                <a:cubicBezTo>
                  <a:pt x="33157" y="27195"/>
                  <a:pt x="33157" y="27195"/>
                  <a:pt x="33157" y="27195"/>
                </a:cubicBezTo>
                <a:cubicBezTo>
                  <a:pt x="33047" y="26744"/>
                  <a:pt x="33047" y="26744"/>
                  <a:pt x="33047" y="26744"/>
                </a:cubicBezTo>
                <a:cubicBezTo>
                  <a:pt x="33415" y="27195"/>
                  <a:pt x="33415" y="27195"/>
                  <a:pt x="33415" y="27195"/>
                </a:cubicBezTo>
                <a:cubicBezTo>
                  <a:pt x="34064" y="27860"/>
                  <a:pt x="34064" y="27860"/>
                  <a:pt x="34064" y="27860"/>
                </a:cubicBezTo>
                <a:cubicBezTo>
                  <a:pt x="34395" y="28236"/>
                  <a:pt x="34395" y="28236"/>
                  <a:pt x="34395" y="28236"/>
                </a:cubicBezTo>
                <a:cubicBezTo>
                  <a:pt x="34395" y="27571"/>
                  <a:pt x="34395" y="27571"/>
                  <a:pt x="34395" y="27571"/>
                </a:cubicBezTo>
                <a:cubicBezTo>
                  <a:pt x="34609" y="27045"/>
                  <a:pt x="34609" y="27045"/>
                  <a:pt x="34609" y="27045"/>
                </a:cubicBezTo>
                <a:cubicBezTo>
                  <a:pt x="34284" y="26681"/>
                  <a:pt x="34284" y="26681"/>
                  <a:pt x="34284" y="26681"/>
                </a:cubicBezTo>
                <a:cubicBezTo>
                  <a:pt x="34211" y="25779"/>
                  <a:pt x="34211" y="25779"/>
                  <a:pt x="34211" y="25779"/>
                </a:cubicBezTo>
                <a:cubicBezTo>
                  <a:pt x="33776" y="25491"/>
                  <a:pt x="33776" y="25491"/>
                  <a:pt x="33776" y="25491"/>
                </a:cubicBezTo>
                <a:cubicBezTo>
                  <a:pt x="33231" y="24300"/>
                  <a:pt x="33231" y="24300"/>
                  <a:pt x="33231" y="24300"/>
                </a:cubicBezTo>
                <a:cubicBezTo>
                  <a:pt x="33415" y="24000"/>
                  <a:pt x="33415" y="24000"/>
                  <a:pt x="33415" y="24000"/>
                </a:cubicBezTo>
                <a:cubicBezTo>
                  <a:pt x="33592" y="23699"/>
                  <a:pt x="33592" y="23699"/>
                  <a:pt x="33592" y="23699"/>
                </a:cubicBezTo>
                <a:cubicBezTo>
                  <a:pt x="34284" y="24751"/>
                  <a:pt x="34284" y="24751"/>
                  <a:pt x="34284" y="24751"/>
                </a:cubicBezTo>
                <a:cubicBezTo>
                  <a:pt x="34535" y="25491"/>
                  <a:pt x="34535" y="25491"/>
                  <a:pt x="34535" y="25491"/>
                </a:cubicBezTo>
                <a:cubicBezTo>
                  <a:pt x="34830" y="25566"/>
                  <a:pt x="34830" y="25566"/>
                  <a:pt x="34830" y="25566"/>
                </a:cubicBezTo>
                <a:cubicBezTo>
                  <a:pt x="34940" y="24751"/>
                  <a:pt x="34940" y="24751"/>
                  <a:pt x="34940" y="24751"/>
                </a:cubicBezTo>
                <a:cubicBezTo>
                  <a:pt x="35301" y="24526"/>
                  <a:pt x="35301" y="24526"/>
                  <a:pt x="35301" y="24526"/>
                </a:cubicBezTo>
                <a:cubicBezTo>
                  <a:pt x="35338" y="24150"/>
                  <a:pt x="35338" y="24150"/>
                  <a:pt x="35338" y="24150"/>
                </a:cubicBezTo>
                <a:cubicBezTo>
                  <a:pt x="35595" y="24150"/>
                  <a:pt x="35595" y="24150"/>
                  <a:pt x="35595" y="24150"/>
                </a:cubicBezTo>
                <a:cubicBezTo>
                  <a:pt x="35699" y="23774"/>
                  <a:pt x="35699" y="23774"/>
                  <a:pt x="35699" y="23774"/>
                </a:cubicBezTo>
                <a:cubicBezTo>
                  <a:pt x="35663" y="23260"/>
                  <a:pt x="35663" y="23260"/>
                  <a:pt x="35663" y="23260"/>
                </a:cubicBezTo>
                <a:cubicBezTo>
                  <a:pt x="35191" y="23260"/>
                  <a:pt x="35191" y="23260"/>
                  <a:pt x="35191" y="23260"/>
                </a:cubicBezTo>
                <a:cubicBezTo>
                  <a:pt x="35191" y="22959"/>
                  <a:pt x="35191" y="22959"/>
                  <a:pt x="35191" y="22959"/>
                </a:cubicBezTo>
                <a:cubicBezTo>
                  <a:pt x="34903" y="22521"/>
                  <a:pt x="34903" y="22521"/>
                  <a:pt x="34903" y="22521"/>
                </a:cubicBezTo>
                <a:cubicBezTo>
                  <a:pt x="34683" y="22445"/>
                  <a:pt x="34683" y="22445"/>
                  <a:pt x="34683" y="22445"/>
                </a:cubicBezTo>
                <a:cubicBezTo>
                  <a:pt x="34358" y="22145"/>
                  <a:pt x="34358" y="22145"/>
                  <a:pt x="34358" y="22145"/>
                </a:cubicBezTo>
                <a:cubicBezTo>
                  <a:pt x="34137" y="22145"/>
                  <a:pt x="34137" y="22145"/>
                  <a:pt x="34137" y="22145"/>
                </a:cubicBezTo>
                <a:cubicBezTo>
                  <a:pt x="34064" y="21769"/>
                  <a:pt x="34064" y="21769"/>
                  <a:pt x="34064" y="21769"/>
                </a:cubicBezTo>
                <a:cubicBezTo>
                  <a:pt x="33960" y="21405"/>
                  <a:pt x="33960" y="21405"/>
                  <a:pt x="33960" y="21405"/>
                </a:cubicBezTo>
                <a:cubicBezTo>
                  <a:pt x="33562" y="21405"/>
                  <a:pt x="33562" y="21405"/>
                  <a:pt x="33562" y="21405"/>
                </a:cubicBezTo>
                <a:cubicBezTo>
                  <a:pt x="33378" y="21405"/>
                  <a:pt x="33378" y="21405"/>
                  <a:pt x="33378" y="21405"/>
                </a:cubicBezTo>
                <a:cubicBezTo>
                  <a:pt x="33378" y="20728"/>
                  <a:pt x="33378" y="20728"/>
                  <a:pt x="33378" y="20728"/>
                </a:cubicBezTo>
                <a:cubicBezTo>
                  <a:pt x="33666" y="20728"/>
                  <a:pt x="33666" y="20728"/>
                  <a:pt x="33666" y="20728"/>
                </a:cubicBezTo>
                <a:cubicBezTo>
                  <a:pt x="33813" y="20503"/>
                  <a:pt x="33813" y="20503"/>
                  <a:pt x="33813" y="20503"/>
                </a:cubicBezTo>
                <a:cubicBezTo>
                  <a:pt x="33415" y="20290"/>
                  <a:pt x="33415" y="20290"/>
                  <a:pt x="33415" y="20290"/>
                </a:cubicBezTo>
                <a:cubicBezTo>
                  <a:pt x="33488" y="19989"/>
                  <a:pt x="33488" y="19989"/>
                  <a:pt x="33488" y="19989"/>
                </a:cubicBezTo>
                <a:cubicBezTo>
                  <a:pt x="33666" y="19914"/>
                  <a:pt x="33666" y="19914"/>
                  <a:pt x="33666" y="19914"/>
                </a:cubicBezTo>
                <a:cubicBezTo>
                  <a:pt x="33451" y="19538"/>
                  <a:pt x="33451" y="19538"/>
                  <a:pt x="33451" y="19538"/>
                </a:cubicBezTo>
                <a:cubicBezTo>
                  <a:pt x="33120" y="19325"/>
                  <a:pt x="33120" y="19325"/>
                  <a:pt x="33120" y="19325"/>
                </a:cubicBezTo>
                <a:cubicBezTo>
                  <a:pt x="33231" y="18949"/>
                  <a:pt x="33231" y="18949"/>
                  <a:pt x="33231" y="18949"/>
                </a:cubicBezTo>
                <a:cubicBezTo>
                  <a:pt x="32906" y="18648"/>
                  <a:pt x="32906" y="18648"/>
                  <a:pt x="32906" y="18648"/>
                </a:cubicBezTo>
                <a:cubicBezTo>
                  <a:pt x="32539" y="18723"/>
                  <a:pt x="32539" y="18723"/>
                  <a:pt x="32539" y="18723"/>
                </a:cubicBezTo>
                <a:cubicBezTo>
                  <a:pt x="32502" y="18360"/>
                  <a:pt x="32502" y="18360"/>
                  <a:pt x="32502" y="18360"/>
                </a:cubicBezTo>
                <a:cubicBezTo>
                  <a:pt x="32214" y="18360"/>
                  <a:pt x="32214" y="18360"/>
                  <a:pt x="32214" y="18360"/>
                </a:cubicBezTo>
                <a:cubicBezTo>
                  <a:pt x="32067" y="18285"/>
                  <a:pt x="32067" y="18285"/>
                  <a:pt x="32067" y="18285"/>
                </a:cubicBezTo>
                <a:cubicBezTo>
                  <a:pt x="32324" y="17909"/>
                  <a:pt x="32324" y="17909"/>
                  <a:pt x="32324" y="17909"/>
                </a:cubicBezTo>
                <a:cubicBezTo>
                  <a:pt x="32000" y="17758"/>
                  <a:pt x="32000" y="17758"/>
                  <a:pt x="32000" y="17758"/>
                </a:cubicBezTo>
                <a:cubicBezTo>
                  <a:pt x="31558" y="17909"/>
                  <a:pt x="31558" y="17909"/>
                  <a:pt x="31558" y="17909"/>
                </a:cubicBezTo>
                <a:cubicBezTo>
                  <a:pt x="31307" y="17382"/>
                  <a:pt x="31307" y="17382"/>
                  <a:pt x="31307" y="17382"/>
                </a:cubicBezTo>
                <a:cubicBezTo>
                  <a:pt x="31271" y="17019"/>
                  <a:pt x="31271" y="17019"/>
                  <a:pt x="31271" y="17019"/>
                </a:cubicBezTo>
                <a:cubicBezTo>
                  <a:pt x="30977" y="17019"/>
                  <a:pt x="30977" y="17019"/>
                  <a:pt x="30977" y="17019"/>
                </a:cubicBezTo>
                <a:cubicBezTo>
                  <a:pt x="30977" y="16643"/>
                  <a:pt x="30977" y="16643"/>
                  <a:pt x="30977" y="16643"/>
                </a:cubicBezTo>
                <a:cubicBezTo>
                  <a:pt x="30542" y="16342"/>
                  <a:pt x="30542" y="16342"/>
                  <a:pt x="30542" y="16342"/>
                </a:cubicBezTo>
                <a:cubicBezTo>
                  <a:pt x="29996" y="16342"/>
                  <a:pt x="29996" y="16342"/>
                  <a:pt x="29996" y="16342"/>
                </a:cubicBezTo>
                <a:cubicBezTo>
                  <a:pt x="29929" y="16643"/>
                  <a:pt x="29929" y="16643"/>
                  <a:pt x="29929" y="16643"/>
                </a:cubicBezTo>
                <a:cubicBezTo>
                  <a:pt x="29672" y="16718"/>
                  <a:pt x="29672" y="16718"/>
                  <a:pt x="29672" y="16718"/>
                </a:cubicBezTo>
                <a:cubicBezTo>
                  <a:pt x="29415" y="16643"/>
                  <a:pt x="29415" y="16643"/>
                  <a:pt x="29415" y="16643"/>
                </a:cubicBezTo>
                <a:cubicBezTo>
                  <a:pt x="29310" y="17019"/>
                  <a:pt x="29310" y="17019"/>
                  <a:pt x="29310" y="17019"/>
                </a:cubicBezTo>
                <a:cubicBezTo>
                  <a:pt x="29053" y="17019"/>
                  <a:pt x="29053" y="17019"/>
                  <a:pt x="29053" y="17019"/>
                </a:cubicBezTo>
                <a:cubicBezTo>
                  <a:pt x="29016" y="16568"/>
                  <a:pt x="29016" y="16568"/>
                  <a:pt x="29016" y="16568"/>
                </a:cubicBezTo>
                <a:cubicBezTo>
                  <a:pt x="29200" y="16054"/>
                  <a:pt x="29200" y="16054"/>
                  <a:pt x="29200" y="16054"/>
                </a:cubicBezTo>
                <a:cubicBezTo>
                  <a:pt x="28943" y="15452"/>
                  <a:pt x="28943" y="15452"/>
                  <a:pt x="28943" y="15452"/>
                </a:cubicBezTo>
                <a:cubicBezTo>
                  <a:pt x="28802" y="14863"/>
                  <a:pt x="28802" y="14863"/>
                  <a:pt x="28802" y="14863"/>
                </a:cubicBezTo>
                <a:cubicBezTo>
                  <a:pt x="28330" y="14863"/>
                  <a:pt x="28330" y="14863"/>
                  <a:pt x="28330" y="14863"/>
                </a:cubicBezTo>
                <a:cubicBezTo>
                  <a:pt x="28073" y="15302"/>
                  <a:pt x="28073" y="15302"/>
                  <a:pt x="28073" y="15302"/>
                </a:cubicBezTo>
                <a:cubicBezTo>
                  <a:pt x="27748" y="15302"/>
                  <a:pt x="27748" y="15302"/>
                  <a:pt x="27748" y="15302"/>
                </a:cubicBezTo>
                <a:cubicBezTo>
                  <a:pt x="27528" y="15603"/>
                  <a:pt x="27528" y="15603"/>
                  <a:pt x="27528" y="15603"/>
                </a:cubicBezTo>
                <a:cubicBezTo>
                  <a:pt x="27491" y="16204"/>
                  <a:pt x="27491" y="16204"/>
                  <a:pt x="27491" y="16204"/>
                </a:cubicBezTo>
                <a:cubicBezTo>
                  <a:pt x="27675" y="16793"/>
                  <a:pt x="27675" y="16793"/>
                  <a:pt x="27675" y="16793"/>
                </a:cubicBezTo>
                <a:cubicBezTo>
                  <a:pt x="27528" y="17169"/>
                  <a:pt x="27528" y="17169"/>
                  <a:pt x="27528" y="17169"/>
                </a:cubicBezTo>
                <a:cubicBezTo>
                  <a:pt x="27822" y="17909"/>
                  <a:pt x="27822" y="17909"/>
                  <a:pt x="27822" y="17909"/>
                </a:cubicBezTo>
                <a:cubicBezTo>
                  <a:pt x="27601" y="17984"/>
                  <a:pt x="27601" y="17984"/>
                  <a:pt x="27601" y="17984"/>
                </a:cubicBezTo>
                <a:cubicBezTo>
                  <a:pt x="27277" y="17382"/>
                  <a:pt x="27277" y="17382"/>
                  <a:pt x="27277" y="17382"/>
                </a:cubicBezTo>
                <a:cubicBezTo>
                  <a:pt x="27166" y="16492"/>
                  <a:pt x="27166" y="16492"/>
                  <a:pt x="27166" y="16492"/>
                </a:cubicBezTo>
                <a:cubicBezTo>
                  <a:pt x="27130" y="15903"/>
                  <a:pt x="27130" y="15903"/>
                  <a:pt x="27130" y="15903"/>
                </a:cubicBezTo>
                <a:cubicBezTo>
                  <a:pt x="27381" y="15302"/>
                  <a:pt x="27381" y="15302"/>
                  <a:pt x="27381" y="15302"/>
                </a:cubicBezTo>
                <a:cubicBezTo>
                  <a:pt x="27712" y="14863"/>
                  <a:pt x="27712" y="14863"/>
                  <a:pt x="27712" y="14863"/>
                </a:cubicBezTo>
                <a:cubicBezTo>
                  <a:pt x="27240" y="14863"/>
                  <a:pt x="27240" y="14863"/>
                  <a:pt x="27240" y="14863"/>
                </a:cubicBezTo>
                <a:cubicBezTo>
                  <a:pt x="26768" y="14938"/>
                  <a:pt x="26768" y="14938"/>
                  <a:pt x="26768" y="14938"/>
                </a:cubicBezTo>
                <a:cubicBezTo>
                  <a:pt x="26333" y="15678"/>
                  <a:pt x="26333" y="15678"/>
                  <a:pt x="26333" y="15678"/>
                </a:cubicBezTo>
                <a:cubicBezTo>
                  <a:pt x="26076" y="16643"/>
                  <a:pt x="26076" y="16643"/>
                  <a:pt x="26076" y="16643"/>
                </a:cubicBezTo>
                <a:cubicBezTo>
                  <a:pt x="26039" y="17909"/>
                  <a:pt x="26039" y="17909"/>
                  <a:pt x="26039" y="17909"/>
                </a:cubicBezTo>
                <a:cubicBezTo>
                  <a:pt x="26437" y="18059"/>
                  <a:pt x="26437" y="18059"/>
                  <a:pt x="26437" y="18059"/>
                </a:cubicBezTo>
                <a:cubicBezTo>
                  <a:pt x="26732" y="18059"/>
                  <a:pt x="26732" y="18059"/>
                  <a:pt x="26732" y="18059"/>
                </a:cubicBezTo>
                <a:cubicBezTo>
                  <a:pt x="26836" y="18573"/>
                  <a:pt x="26836" y="18573"/>
                  <a:pt x="26836" y="18573"/>
                </a:cubicBezTo>
                <a:cubicBezTo>
                  <a:pt x="26548" y="18422"/>
                  <a:pt x="26548" y="18422"/>
                  <a:pt x="26548" y="18422"/>
                </a:cubicBezTo>
                <a:cubicBezTo>
                  <a:pt x="26186" y="18648"/>
                  <a:pt x="26186" y="18648"/>
                  <a:pt x="26186" y="18648"/>
                </a:cubicBezTo>
                <a:cubicBezTo>
                  <a:pt x="26474" y="19174"/>
                  <a:pt x="26474" y="19174"/>
                  <a:pt x="26474" y="19174"/>
                </a:cubicBezTo>
                <a:cubicBezTo>
                  <a:pt x="26879" y="19174"/>
                  <a:pt x="26879" y="19174"/>
                  <a:pt x="26879" y="19174"/>
                </a:cubicBezTo>
                <a:cubicBezTo>
                  <a:pt x="27056" y="19024"/>
                  <a:pt x="27056" y="19024"/>
                  <a:pt x="27056" y="19024"/>
                </a:cubicBezTo>
                <a:cubicBezTo>
                  <a:pt x="27313" y="19400"/>
                  <a:pt x="27313" y="19400"/>
                  <a:pt x="27313" y="19400"/>
                </a:cubicBezTo>
                <a:cubicBezTo>
                  <a:pt x="27822" y="19688"/>
                  <a:pt x="27822" y="19688"/>
                  <a:pt x="27822" y="19688"/>
                </a:cubicBezTo>
                <a:cubicBezTo>
                  <a:pt x="27528" y="19914"/>
                  <a:pt x="27528" y="19914"/>
                  <a:pt x="27528" y="19914"/>
                </a:cubicBezTo>
                <a:cubicBezTo>
                  <a:pt x="27491" y="20440"/>
                  <a:pt x="27491" y="20440"/>
                  <a:pt x="27491" y="20440"/>
                </a:cubicBezTo>
                <a:cubicBezTo>
                  <a:pt x="27712" y="20728"/>
                  <a:pt x="27712" y="20728"/>
                  <a:pt x="27712" y="20728"/>
                </a:cubicBezTo>
                <a:cubicBezTo>
                  <a:pt x="27381" y="21693"/>
                  <a:pt x="27381" y="21693"/>
                  <a:pt x="27381" y="21693"/>
                </a:cubicBezTo>
                <a:cubicBezTo>
                  <a:pt x="27203" y="22445"/>
                  <a:pt x="27203" y="22445"/>
                  <a:pt x="27203" y="22445"/>
                </a:cubicBezTo>
                <a:cubicBezTo>
                  <a:pt x="26983" y="22959"/>
                  <a:pt x="26983" y="22959"/>
                  <a:pt x="26983" y="22959"/>
                </a:cubicBezTo>
                <a:cubicBezTo>
                  <a:pt x="26732" y="22734"/>
                  <a:pt x="26732" y="22734"/>
                  <a:pt x="26732" y="22734"/>
                </a:cubicBezTo>
                <a:cubicBezTo>
                  <a:pt x="26584" y="21919"/>
                  <a:pt x="26584" y="21919"/>
                  <a:pt x="26584" y="21919"/>
                </a:cubicBezTo>
                <a:cubicBezTo>
                  <a:pt x="26732" y="21405"/>
                  <a:pt x="26732" y="21405"/>
                  <a:pt x="26732" y="21405"/>
                </a:cubicBezTo>
                <a:cubicBezTo>
                  <a:pt x="26297" y="20653"/>
                  <a:pt x="26297" y="20653"/>
                  <a:pt x="26297" y="20653"/>
                </a:cubicBezTo>
                <a:cubicBezTo>
                  <a:pt x="25966" y="21255"/>
                  <a:pt x="25966" y="21255"/>
                  <a:pt x="25966" y="21255"/>
                </a:cubicBezTo>
                <a:cubicBezTo>
                  <a:pt x="25457" y="20139"/>
                  <a:pt x="25457" y="20139"/>
                  <a:pt x="25457" y="20139"/>
                </a:cubicBezTo>
                <a:cubicBezTo>
                  <a:pt x="25280" y="19989"/>
                  <a:pt x="25280" y="19989"/>
                  <a:pt x="25280" y="19989"/>
                </a:cubicBezTo>
                <a:cubicBezTo>
                  <a:pt x="25316" y="19400"/>
                  <a:pt x="25316" y="19400"/>
                  <a:pt x="25316" y="19400"/>
                </a:cubicBezTo>
                <a:cubicBezTo>
                  <a:pt x="25243" y="18723"/>
                  <a:pt x="25243" y="18723"/>
                  <a:pt x="25243" y="18723"/>
                </a:cubicBezTo>
                <a:cubicBezTo>
                  <a:pt x="25022" y="18723"/>
                  <a:pt x="25022" y="18723"/>
                  <a:pt x="25022" y="18723"/>
                </a:cubicBezTo>
                <a:cubicBezTo>
                  <a:pt x="25022" y="18134"/>
                  <a:pt x="25022" y="18134"/>
                  <a:pt x="25022" y="18134"/>
                </a:cubicBezTo>
                <a:cubicBezTo>
                  <a:pt x="24661" y="17533"/>
                  <a:pt x="24661" y="17533"/>
                  <a:pt x="24661" y="17533"/>
                </a:cubicBezTo>
                <a:cubicBezTo>
                  <a:pt x="24226" y="17533"/>
                  <a:pt x="24226" y="17533"/>
                  <a:pt x="24226" y="17533"/>
                </a:cubicBezTo>
                <a:cubicBezTo>
                  <a:pt x="24153" y="17833"/>
                  <a:pt x="24153" y="17833"/>
                  <a:pt x="24153" y="17833"/>
                </a:cubicBezTo>
                <a:cubicBezTo>
                  <a:pt x="23932" y="17909"/>
                  <a:pt x="23932" y="17909"/>
                  <a:pt x="23932" y="17909"/>
                </a:cubicBezTo>
                <a:cubicBezTo>
                  <a:pt x="23754" y="18498"/>
                  <a:pt x="23754" y="18498"/>
                  <a:pt x="23754" y="18498"/>
                </a:cubicBezTo>
                <a:cubicBezTo>
                  <a:pt x="23859" y="18949"/>
                  <a:pt x="23859" y="18949"/>
                  <a:pt x="23859" y="18949"/>
                </a:cubicBezTo>
                <a:cubicBezTo>
                  <a:pt x="23785" y="19325"/>
                  <a:pt x="23785" y="19325"/>
                  <a:pt x="23785" y="19325"/>
                </a:cubicBezTo>
                <a:cubicBezTo>
                  <a:pt x="24153" y="19914"/>
                  <a:pt x="24153" y="19914"/>
                  <a:pt x="24153" y="19914"/>
                </a:cubicBezTo>
                <a:cubicBezTo>
                  <a:pt x="24477" y="20290"/>
                  <a:pt x="24477" y="20290"/>
                  <a:pt x="24477" y="20290"/>
                </a:cubicBezTo>
                <a:cubicBezTo>
                  <a:pt x="24367" y="20804"/>
                  <a:pt x="24367" y="20804"/>
                  <a:pt x="24367" y="20804"/>
                </a:cubicBezTo>
                <a:cubicBezTo>
                  <a:pt x="24006" y="20653"/>
                  <a:pt x="24006" y="20653"/>
                  <a:pt x="24006" y="20653"/>
                </a:cubicBezTo>
                <a:cubicBezTo>
                  <a:pt x="24116" y="21330"/>
                  <a:pt x="24116" y="21330"/>
                  <a:pt x="24116" y="21330"/>
                </a:cubicBezTo>
                <a:cubicBezTo>
                  <a:pt x="24441" y="21255"/>
                  <a:pt x="24441" y="21255"/>
                  <a:pt x="24441" y="21255"/>
                </a:cubicBezTo>
                <a:cubicBezTo>
                  <a:pt x="24771" y="20804"/>
                  <a:pt x="24771" y="20804"/>
                  <a:pt x="24771" y="20804"/>
                </a:cubicBezTo>
                <a:cubicBezTo>
                  <a:pt x="24771" y="21480"/>
                  <a:pt x="24771" y="21480"/>
                  <a:pt x="24771" y="21480"/>
                </a:cubicBezTo>
                <a:cubicBezTo>
                  <a:pt x="24189" y="22145"/>
                  <a:pt x="24189" y="22145"/>
                  <a:pt x="24189" y="22145"/>
                </a:cubicBezTo>
                <a:cubicBezTo>
                  <a:pt x="24226" y="23034"/>
                  <a:pt x="24226" y="23034"/>
                  <a:pt x="24226" y="23034"/>
                </a:cubicBezTo>
                <a:cubicBezTo>
                  <a:pt x="23828" y="22583"/>
                  <a:pt x="23828" y="22583"/>
                  <a:pt x="23828" y="22583"/>
                </a:cubicBezTo>
                <a:cubicBezTo>
                  <a:pt x="23932" y="21919"/>
                  <a:pt x="23932" y="21919"/>
                  <a:pt x="23932" y="21919"/>
                </a:cubicBezTo>
                <a:cubicBezTo>
                  <a:pt x="23718" y="21919"/>
                  <a:pt x="23718" y="21919"/>
                  <a:pt x="23718" y="21919"/>
                </a:cubicBezTo>
                <a:cubicBezTo>
                  <a:pt x="23681" y="21330"/>
                  <a:pt x="23681" y="21330"/>
                  <a:pt x="23681" y="21330"/>
                </a:cubicBezTo>
                <a:cubicBezTo>
                  <a:pt x="23895" y="21330"/>
                  <a:pt x="23895" y="21330"/>
                  <a:pt x="23895" y="21330"/>
                </a:cubicBezTo>
                <a:cubicBezTo>
                  <a:pt x="23828" y="20440"/>
                  <a:pt x="23828" y="20440"/>
                  <a:pt x="23828" y="20440"/>
                </a:cubicBezTo>
                <a:cubicBezTo>
                  <a:pt x="23283" y="19839"/>
                  <a:pt x="23283" y="19839"/>
                  <a:pt x="23283" y="19839"/>
                </a:cubicBezTo>
                <a:cubicBezTo>
                  <a:pt x="23173" y="20503"/>
                  <a:pt x="23173" y="20503"/>
                  <a:pt x="23173" y="20503"/>
                </a:cubicBezTo>
                <a:cubicBezTo>
                  <a:pt x="22842" y="20804"/>
                  <a:pt x="22842" y="20804"/>
                  <a:pt x="22842" y="20804"/>
                </a:cubicBezTo>
                <a:cubicBezTo>
                  <a:pt x="23350" y="21480"/>
                  <a:pt x="23350" y="21480"/>
                  <a:pt x="23350" y="21480"/>
                </a:cubicBezTo>
                <a:cubicBezTo>
                  <a:pt x="23136" y="21844"/>
                  <a:pt x="23136" y="21844"/>
                  <a:pt x="23136" y="21844"/>
                </a:cubicBezTo>
                <a:cubicBezTo>
                  <a:pt x="23026" y="22370"/>
                  <a:pt x="23026" y="22370"/>
                  <a:pt x="23026" y="22370"/>
                </a:cubicBezTo>
                <a:cubicBezTo>
                  <a:pt x="22082" y="22445"/>
                  <a:pt x="22082" y="22445"/>
                  <a:pt x="22082" y="22445"/>
                </a:cubicBezTo>
                <a:cubicBezTo>
                  <a:pt x="21611" y="22069"/>
                  <a:pt x="21611" y="22069"/>
                  <a:pt x="21611" y="22069"/>
                </a:cubicBezTo>
                <a:cubicBezTo>
                  <a:pt x="21280" y="21919"/>
                  <a:pt x="21280" y="21919"/>
                  <a:pt x="21280" y="21919"/>
                </a:cubicBezTo>
                <a:cubicBezTo>
                  <a:pt x="20808" y="21405"/>
                  <a:pt x="20808" y="21405"/>
                  <a:pt x="20808" y="21405"/>
                </a:cubicBezTo>
                <a:cubicBezTo>
                  <a:pt x="20483" y="21769"/>
                  <a:pt x="20483" y="21769"/>
                  <a:pt x="20483" y="21769"/>
                </a:cubicBezTo>
                <a:cubicBezTo>
                  <a:pt x="20012" y="22220"/>
                  <a:pt x="20012" y="22220"/>
                  <a:pt x="20012" y="22220"/>
                </a:cubicBezTo>
                <a:cubicBezTo>
                  <a:pt x="20122" y="22809"/>
                  <a:pt x="20122" y="22809"/>
                  <a:pt x="20122" y="22809"/>
                </a:cubicBezTo>
                <a:cubicBezTo>
                  <a:pt x="20049" y="23774"/>
                  <a:pt x="20049" y="23774"/>
                  <a:pt x="20049" y="23774"/>
                </a:cubicBezTo>
                <a:cubicBezTo>
                  <a:pt x="19754" y="22671"/>
                  <a:pt x="19754" y="22671"/>
                  <a:pt x="19754" y="22671"/>
                </a:cubicBezTo>
                <a:cubicBezTo>
                  <a:pt x="19283" y="22220"/>
                  <a:pt x="19283" y="22220"/>
                  <a:pt x="19283" y="22220"/>
                </a:cubicBezTo>
                <a:cubicBezTo>
                  <a:pt x="18774" y="22445"/>
                  <a:pt x="18774" y="22445"/>
                  <a:pt x="18774" y="22445"/>
                </a:cubicBezTo>
                <a:cubicBezTo>
                  <a:pt x="17617" y="22220"/>
                  <a:pt x="17617" y="22220"/>
                  <a:pt x="17617" y="22220"/>
                </a:cubicBezTo>
                <a:cubicBezTo>
                  <a:pt x="17617" y="21919"/>
                  <a:pt x="17617" y="21919"/>
                  <a:pt x="17617" y="21919"/>
                </a:cubicBezTo>
                <a:cubicBezTo>
                  <a:pt x="18015" y="21618"/>
                  <a:pt x="18015" y="21618"/>
                  <a:pt x="18015" y="21618"/>
                </a:cubicBezTo>
                <a:cubicBezTo>
                  <a:pt x="17433" y="21029"/>
                  <a:pt x="17433" y="21029"/>
                  <a:pt x="17433" y="21029"/>
                </a:cubicBezTo>
                <a:cubicBezTo>
                  <a:pt x="17071" y="21029"/>
                  <a:pt x="17071" y="21029"/>
                  <a:pt x="17071" y="21029"/>
                </a:cubicBezTo>
                <a:cubicBezTo>
                  <a:pt x="16018" y="20440"/>
                  <a:pt x="16018" y="20440"/>
                  <a:pt x="16018" y="20440"/>
                </a:cubicBezTo>
                <a:cubicBezTo>
                  <a:pt x="15761" y="19989"/>
                  <a:pt x="15761" y="19989"/>
                  <a:pt x="15761" y="19989"/>
                </a:cubicBezTo>
                <a:cubicBezTo>
                  <a:pt x="15289" y="19839"/>
                  <a:pt x="15289" y="19839"/>
                  <a:pt x="15289" y="19839"/>
                </a:cubicBezTo>
                <a:cubicBezTo>
                  <a:pt x="15001" y="19914"/>
                  <a:pt x="15001" y="19914"/>
                  <a:pt x="15001" y="19914"/>
                </a:cubicBezTo>
                <a:cubicBezTo>
                  <a:pt x="14891" y="20290"/>
                  <a:pt x="14891" y="20290"/>
                  <a:pt x="14891" y="20290"/>
                </a:cubicBezTo>
                <a:cubicBezTo>
                  <a:pt x="14633" y="20440"/>
                  <a:pt x="14633" y="20440"/>
                  <a:pt x="14633" y="20440"/>
                </a:cubicBezTo>
                <a:cubicBezTo>
                  <a:pt x="14346" y="19538"/>
                  <a:pt x="14346" y="19538"/>
                  <a:pt x="14346" y="19538"/>
                </a:cubicBezTo>
                <a:cubicBezTo>
                  <a:pt x="14199" y="20290"/>
                  <a:pt x="14199" y="20290"/>
                  <a:pt x="14199" y="20290"/>
                </a:cubicBezTo>
                <a:cubicBezTo>
                  <a:pt x="13874" y="20215"/>
                  <a:pt x="13874" y="20215"/>
                  <a:pt x="13874" y="20215"/>
                </a:cubicBezTo>
                <a:cubicBezTo>
                  <a:pt x="13580" y="19174"/>
                  <a:pt x="13580" y="19174"/>
                  <a:pt x="13580" y="19174"/>
                </a:cubicBezTo>
                <a:cubicBezTo>
                  <a:pt x="13218" y="18949"/>
                  <a:pt x="13218" y="18949"/>
                  <a:pt x="13218" y="18949"/>
                </a:cubicBezTo>
                <a:cubicBezTo>
                  <a:pt x="13108" y="19688"/>
                  <a:pt x="13108" y="19688"/>
                  <a:pt x="13108" y="19688"/>
                </a:cubicBezTo>
                <a:cubicBezTo>
                  <a:pt x="12894" y="20064"/>
                  <a:pt x="12894" y="20064"/>
                  <a:pt x="12894" y="20064"/>
                </a:cubicBezTo>
                <a:cubicBezTo>
                  <a:pt x="12526" y="20215"/>
                  <a:pt x="12526" y="20215"/>
                  <a:pt x="12526" y="20215"/>
                </a:cubicBezTo>
                <a:cubicBezTo>
                  <a:pt x="12091" y="20503"/>
                  <a:pt x="12091" y="20503"/>
                  <a:pt x="12091" y="20503"/>
                </a:cubicBezTo>
                <a:cubicBezTo>
                  <a:pt x="11620" y="20954"/>
                  <a:pt x="11620" y="20954"/>
                  <a:pt x="11620" y="20954"/>
                </a:cubicBezTo>
                <a:cubicBezTo>
                  <a:pt x="11987" y="20290"/>
                  <a:pt x="11987" y="20290"/>
                  <a:pt x="11987" y="20290"/>
                </a:cubicBezTo>
                <a:cubicBezTo>
                  <a:pt x="12385" y="20064"/>
                  <a:pt x="12385" y="20064"/>
                  <a:pt x="12385" y="20064"/>
                </a:cubicBezTo>
                <a:cubicBezTo>
                  <a:pt x="12673" y="19839"/>
                  <a:pt x="12673" y="19839"/>
                  <a:pt x="12673" y="19839"/>
                </a:cubicBezTo>
                <a:cubicBezTo>
                  <a:pt x="12784" y="19475"/>
                  <a:pt x="12784" y="19475"/>
                  <a:pt x="12784" y="19475"/>
                </a:cubicBezTo>
                <a:cubicBezTo>
                  <a:pt x="12637" y="19400"/>
                  <a:pt x="12637" y="19400"/>
                  <a:pt x="12637" y="19400"/>
                </a:cubicBezTo>
                <a:cubicBezTo>
                  <a:pt x="12165" y="19688"/>
                  <a:pt x="12165" y="19688"/>
                  <a:pt x="12165" y="19688"/>
                </a:cubicBezTo>
                <a:cubicBezTo>
                  <a:pt x="11620" y="20215"/>
                  <a:pt x="11620" y="20215"/>
                  <a:pt x="11620" y="20215"/>
                </a:cubicBezTo>
                <a:cubicBezTo>
                  <a:pt x="11332" y="20215"/>
                  <a:pt x="11332" y="20215"/>
                  <a:pt x="11332" y="20215"/>
                </a:cubicBezTo>
                <a:cubicBezTo>
                  <a:pt x="11038" y="20215"/>
                  <a:pt x="11038" y="20215"/>
                  <a:pt x="11038" y="20215"/>
                </a:cubicBezTo>
                <a:cubicBezTo>
                  <a:pt x="10493" y="20879"/>
                  <a:pt x="10493" y="20879"/>
                  <a:pt x="10493" y="20879"/>
                </a:cubicBezTo>
                <a:cubicBezTo>
                  <a:pt x="9947" y="20728"/>
                  <a:pt x="9947" y="20728"/>
                  <a:pt x="9947" y="20728"/>
                </a:cubicBezTo>
                <a:cubicBezTo>
                  <a:pt x="9513" y="20064"/>
                  <a:pt x="9513" y="20064"/>
                  <a:pt x="9513" y="20064"/>
                </a:cubicBezTo>
                <a:cubicBezTo>
                  <a:pt x="8716" y="19989"/>
                  <a:pt x="8716" y="19989"/>
                  <a:pt x="8716" y="19989"/>
                </a:cubicBezTo>
                <a:cubicBezTo>
                  <a:pt x="8428" y="19688"/>
                  <a:pt x="8428" y="19688"/>
                  <a:pt x="8428" y="19688"/>
                </a:cubicBezTo>
                <a:cubicBezTo>
                  <a:pt x="8024" y="19538"/>
                  <a:pt x="8024" y="19538"/>
                  <a:pt x="8024" y="19538"/>
                </a:cubicBezTo>
                <a:cubicBezTo>
                  <a:pt x="7552" y="19688"/>
                  <a:pt x="7552" y="19688"/>
                  <a:pt x="7552" y="19688"/>
                </a:cubicBezTo>
                <a:cubicBezTo>
                  <a:pt x="7228" y="19400"/>
                  <a:pt x="7228" y="19400"/>
                  <a:pt x="7228" y="19400"/>
                </a:cubicBezTo>
                <a:cubicBezTo>
                  <a:pt x="6719" y="19400"/>
                  <a:pt x="6719" y="19400"/>
                  <a:pt x="6719" y="19400"/>
                </a:cubicBezTo>
                <a:cubicBezTo>
                  <a:pt x="6174" y="19099"/>
                  <a:pt x="6174" y="19099"/>
                  <a:pt x="6174" y="19099"/>
                </a:cubicBezTo>
                <a:cubicBezTo>
                  <a:pt x="5702" y="19099"/>
                  <a:pt x="5702" y="19099"/>
                  <a:pt x="5702" y="19099"/>
                </a:cubicBezTo>
                <a:cubicBezTo>
                  <a:pt x="5304" y="19099"/>
                  <a:pt x="5304" y="19099"/>
                  <a:pt x="5304" y="19099"/>
                </a:cubicBezTo>
                <a:cubicBezTo>
                  <a:pt x="5194" y="18573"/>
                  <a:pt x="5194" y="18573"/>
                  <a:pt x="5194" y="18573"/>
                </a:cubicBezTo>
                <a:cubicBezTo>
                  <a:pt x="4428" y="18498"/>
                  <a:pt x="4428" y="18498"/>
                  <a:pt x="4428" y="18498"/>
                </a:cubicBezTo>
                <a:cubicBezTo>
                  <a:pt x="4104" y="18573"/>
                  <a:pt x="4104" y="18573"/>
                  <a:pt x="4104" y="18573"/>
                </a:cubicBezTo>
                <a:cubicBezTo>
                  <a:pt x="4214" y="18209"/>
                  <a:pt x="4214" y="18209"/>
                  <a:pt x="4214" y="18209"/>
                </a:cubicBezTo>
                <a:cubicBezTo>
                  <a:pt x="3742" y="18134"/>
                  <a:pt x="3742" y="18134"/>
                  <a:pt x="3742" y="18134"/>
                </a:cubicBezTo>
                <a:cubicBezTo>
                  <a:pt x="3338" y="18648"/>
                  <a:pt x="3338" y="18648"/>
                  <a:pt x="3338" y="18648"/>
                </a:cubicBezTo>
                <a:cubicBezTo>
                  <a:pt x="2725" y="18648"/>
                  <a:pt x="2725" y="18648"/>
                  <a:pt x="2725" y="18648"/>
                </a:cubicBezTo>
                <a:cubicBezTo>
                  <a:pt x="2254" y="19325"/>
                  <a:pt x="2254" y="19325"/>
                  <a:pt x="2254" y="19325"/>
                </a:cubicBezTo>
                <a:cubicBezTo>
                  <a:pt x="1886" y="19325"/>
                  <a:pt x="1886" y="19325"/>
                  <a:pt x="1886" y="19325"/>
                </a:cubicBezTo>
                <a:cubicBezTo>
                  <a:pt x="1562" y="19839"/>
                  <a:pt x="1562" y="19839"/>
                  <a:pt x="1562" y="19839"/>
                </a:cubicBezTo>
                <a:cubicBezTo>
                  <a:pt x="1525" y="20503"/>
                  <a:pt x="1525" y="20503"/>
                  <a:pt x="1525" y="20503"/>
                </a:cubicBezTo>
                <a:cubicBezTo>
                  <a:pt x="1127" y="21029"/>
                  <a:pt x="1127" y="21029"/>
                  <a:pt x="1127" y="21029"/>
                </a:cubicBezTo>
                <a:cubicBezTo>
                  <a:pt x="508" y="21029"/>
                  <a:pt x="508" y="21029"/>
                  <a:pt x="508" y="21029"/>
                </a:cubicBezTo>
                <a:cubicBezTo>
                  <a:pt x="398" y="21769"/>
                  <a:pt x="398" y="21769"/>
                  <a:pt x="398" y="21769"/>
                </a:cubicBezTo>
                <a:cubicBezTo>
                  <a:pt x="1127" y="22445"/>
                  <a:pt x="1127" y="22445"/>
                  <a:pt x="1127" y="22445"/>
                </a:cubicBezTo>
                <a:cubicBezTo>
                  <a:pt x="1341" y="23110"/>
                  <a:pt x="1341" y="23110"/>
                  <a:pt x="1341" y="23110"/>
                </a:cubicBezTo>
                <a:cubicBezTo>
                  <a:pt x="1745" y="23410"/>
                  <a:pt x="1745" y="23410"/>
                  <a:pt x="1745" y="23410"/>
                </a:cubicBezTo>
                <a:cubicBezTo>
                  <a:pt x="2033" y="24225"/>
                  <a:pt x="2033" y="24225"/>
                  <a:pt x="2033" y="24225"/>
                </a:cubicBezTo>
                <a:cubicBezTo>
                  <a:pt x="1635" y="24375"/>
                  <a:pt x="1635" y="24375"/>
                  <a:pt x="1635" y="24375"/>
                </a:cubicBezTo>
                <a:cubicBezTo>
                  <a:pt x="1267" y="24225"/>
                  <a:pt x="1267" y="24225"/>
                  <a:pt x="1267" y="24225"/>
                </a:cubicBezTo>
                <a:cubicBezTo>
                  <a:pt x="1231" y="23561"/>
                  <a:pt x="1231" y="23561"/>
                  <a:pt x="1231" y="23561"/>
                </a:cubicBezTo>
                <a:cubicBezTo>
                  <a:pt x="796" y="24075"/>
                  <a:pt x="796" y="24075"/>
                  <a:pt x="796" y="24075"/>
                </a:cubicBezTo>
                <a:cubicBezTo>
                  <a:pt x="434" y="24150"/>
                  <a:pt x="434" y="24150"/>
                  <a:pt x="434" y="24150"/>
                </a:cubicBezTo>
                <a:cubicBezTo>
                  <a:pt x="0" y="24814"/>
                  <a:pt x="0" y="24814"/>
                  <a:pt x="0" y="24814"/>
                </a:cubicBezTo>
                <a:cubicBezTo>
                  <a:pt x="183" y="25115"/>
                  <a:pt x="183" y="25115"/>
                  <a:pt x="183" y="25115"/>
                </a:cubicBezTo>
                <a:cubicBezTo>
                  <a:pt x="434" y="25491"/>
                  <a:pt x="434" y="25491"/>
                  <a:pt x="434" y="25491"/>
                </a:cubicBezTo>
                <a:cubicBezTo>
                  <a:pt x="581" y="26230"/>
                  <a:pt x="581" y="26230"/>
                  <a:pt x="581" y="26230"/>
                </a:cubicBezTo>
                <a:cubicBezTo>
                  <a:pt x="1709" y="26005"/>
                  <a:pt x="1709" y="26005"/>
                  <a:pt x="1709" y="26005"/>
                </a:cubicBezTo>
                <a:cubicBezTo>
                  <a:pt x="1996" y="25641"/>
                  <a:pt x="1996" y="25641"/>
                  <a:pt x="1996" y="25641"/>
                </a:cubicBezTo>
                <a:cubicBezTo>
                  <a:pt x="2284" y="25716"/>
                  <a:pt x="2284" y="25716"/>
                  <a:pt x="2284" y="25716"/>
                </a:cubicBezTo>
                <a:cubicBezTo>
                  <a:pt x="2217" y="26381"/>
                  <a:pt x="2217" y="26381"/>
                  <a:pt x="2217" y="26381"/>
                </a:cubicBezTo>
                <a:cubicBezTo>
                  <a:pt x="2217" y="27195"/>
                  <a:pt x="2217" y="27195"/>
                  <a:pt x="2217" y="27195"/>
                </a:cubicBezTo>
                <a:cubicBezTo>
                  <a:pt x="1813" y="27195"/>
                  <a:pt x="1813" y="27195"/>
                  <a:pt x="1813" y="27195"/>
                </a:cubicBezTo>
                <a:cubicBezTo>
                  <a:pt x="1415" y="27496"/>
                  <a:pt x="1415" y="27496"/>
                  <a:pt x="1415" y="27496"/>
                </a:cubicBezTo>
                <a:cubicBezTo>
                  <a:pt x="1053" y="27421"/>
                  <a:pt x="1053" y="27421"/>
                  <a:pt x="1053" y="27421"/>
                </a:cubicBezTo>
                <a:cubicBezTo>
                  <a:pt x="943" y="28236"/>
                  <a:pt x="943" y="28236"/>
                  <a:pt x="943" y="28236"/>
                </a:cubicBezTo>
                <a:cubicBezTo>
                  <a:pt x="545" y="28975"/>
                  <a:pt x="545" y="28975"/>
                  <a:pt x="545" y="28975"/>
                </a:cubicBezTo>
                <a:cubicBezTo>
                  <a:pt x="618" y="29501"/>
                  <a:pt x="618" y="29501"/>
                  <a:pt x="618" y="29501"/>
                </a:cubicBezTo>
                <a:cubicBezTo>
                  <a:pt x="796" y="29577"/>
                  <a:pt x="796" y="29577"/>
                  <a:pt x="796" y="29577"/>
                </a:cubicBezTo>
                <a:cubicBezTo>
                  <a:pt x="869" y="30015"/>
                  <a:pt x="869" y="30015"/>
                  <a:pt x="869" y="30015"/>
                </a:cubicBezTo>
                <a:cubicBezTo>
                  <a:pt x="1053" y="30692"/>
                  <a:pt x="1053" y="30692"/>
                  <a:pt x="1053" y="30692"/>
                </a:cubicBezTo>
                <a:cubicBezTo>
                  <a:pt x="1525" y="31055"/>
                  <a:pt x="1525" y="31055"/>
                  <a:pt x="1525" y="31055"/>
                </a:cubicBezTo>
                <a:cubicBezTo>
                  <a:pt x="1745" y="30466"/>
                  <a:pt x="1745" y="30466"/>
                  <a:pt x="1745" y="30466"/>
                </a:cubicBezTo>
                <a:cubicBezTo>
                  <a:pt x="1996" y="31206"/>
                  <a:pt x="1996" y="31206"/>
                  <a:pt x="1996" y="31206"/>
                </a:cubicBezTo>
                <a:cubicBezTo>
                  <a:pt x="1960" y="32246"/>
                  <a:pt x="1960" y="32246"/>
                  <a:pt x="1960" y="32246"/>
                </a:cubicBezTo>
                <a:cubicBezTo>
                  <a:pt x="2180" y="32246"/>
                  <a:pt x="2180" y="32246"/>
                  <a:pt x="2180" y="32246"/>
                </a:cubicBezTo>
                <a:cubicBezTo>
                  <a:pt x="2358" y="32020"/>
                  <a:pt x="2358" y="32020"/>
                  <a:pt x="2358" y="32020"/>
                </a:cubicBezTo>
                <a:cubicBezTo>
                  <a:pt x="2725" y="32020"/>
                  <a:pt x="2725" y="32020"/>
                  <a:pt x="2725" y="32020"/>
                </a:cubicBezTo>
                <a:cubicBezTo>
                  <a:pt x="2977" y="32246"/>
                  <a:pt x="2977" y="32246"/>
                  <a:pt x="2977" y="32246"/>
                </a:cubicBezTo>
                <a:cubicBezTo>
                  <a:pt x="3087" y="31807"/>
                  <a:pt x="3087" y="31807"/>
                  <a:pt x="3087" y="31807"/>
                </a:cubicBezTo>
                <a:cubicBezTo>
                  <a:pt x="3338" y="32171"/>
                  <a:pt x="3338" y="32171"/>
                  <a:pt x="3338" y="32171"/>
                </a:cubicBezTo>
                <a:cubicBezTo>
                  <a:pt x="3595" y="31883"/>
                  <a:pt x="3595" y="31883"/>
                  <a:pt x="3595" y="31883"/>
                </a:cubicBezTo>
                <a:cubicBezTo>
                  <a:pt x="3595" y="31883"/>
                  <a:pt x="3448" y="32547"/>
                  <a:pt x="3448" y="32772"/>
                </a:cubicBezTo>
                <a:cubicBezTo>
                  <a:pt x="3448" y="32985"/>
                  <a:pt x="3234" y="33286"/>
                  <a:pt x="3124" y="33361"/>
                </a:cubicBezTo>
                <a:cubicBezTo>
                  <a:pt x="3013" y="33512"/>
                  <a:pt x="2578" y="34251"/>
                  <a:pt x="2578" y="34251"/>
                </a:cubicBezTo>
                <a:cubicBezTo>
                  <a:pt x="2395" y="34778"/>
                  <a:pt x="2395" y="34778"/>
                  <a:pt x="2395" y="34778"/>
                </a:cubicBezTo>
                <a:cubicBezTo>
                  <a:pt x="2033" y="34778"/>
                  <a:pt x="2033" y="34778"/>
                  <a:pt x="2033" y="34778"/>
                </a:cubicBezTo>
                <a:cubicBezTo>
                  <a:pt x="1709" y="35291"/>
                  <a:pt x="1709" y="35291"/>
                  <a:pt x="1709" y="35291"/>
                </a:cubicBezTo>
                <a:cubicBezTo>
                  <a:pt x="1231" y="35517"/>
                  <a:pt x="1231" y="35517"/>
                  <a:pt x="1231" y="35517"/>
                </a:cubicBezTo>
                <a:cubicBezTo>
                  <a:pt x="833" y="36181"/>
                  <a:pt x="833" y="36181"/>
                  <a:pt x="833" y="36181"/>
                </a:cubicBezTo>
                <a:cubicBezTo>
                  <a:pt x="1053" y="36407"/>
                  <a:pt x="1053" y="36407"/>
                  <a:pt x="1053" y="36407"/>
                </a:cubicBezTo>
                <a:cubicBezTo>
                  <a:pt x="1451" y="35818"/>
                  <a:pt x="1451" y="35818"/>
                  <a:pt x="1451" y="35818"/>
                </a:cubicBezTo>
                <a:cubicBezTo>
                  <a:pt x="1709" y="35743"/>
                  <a:pt x="1709" y="35743"/>
                  <a:pt x="1709" y="35743"/>
                </a:cubicBezTo>
                <a:cubicBezTo>
                  <a:pt x="2143" y="35291"/>
                  <a:pt x="2143" y="35291"/>
                  <a:pt x="2143" y="35291"/>
                </a:cubicBezTo>
                <a:cubicBezTo>
                  <a:pt x="2652" y="34853"/>
                  <a:pt x="2652" y="34853"/>
                  <a:pt x="2652" y="34853"/>
                </a:cubicBezTo>
                <a:cubicBezTo>
                  <a:pt x="3632" y="33888"/>
                  <a:pt x="3632" y="33888"/>
                  <a:pt x="3632" y="33888"/>
                </a:cubicBezTo>
                <a:cubicBezTo>
                  <a:pt x="3773" y="33286"/>
                  <a:pt x="3773" y="33286"/>
                  <a:pt x="3773" y="33286"/>
                </a:cubicBezTo>
                <a:cubicBezTo>
                  <a:pt x="4833" y="32096"/>
                  <a:pt x="4833" y="32096"/>
                  <a:pt x="4833" y="32096"/>
                </a:cubicBezTo>
                <a:cubicBezTo>
                  <a:pt x="4539" y="31281"/>
                  <a:pt x="4539" y="31281"/>
                  <a:pt x="4539" y="31281"/>
                </a:cubicBezTo>
                <a:cubicBezTo>
                  <a:pt x="5084" y="30692"/>
                  <a:pt x="5084" y="30692"/>
                  <a:pt x="5084" y="30692"/>
                </a:cubicBezTo>
                <a:cubicBezTo>
                  <a:pt x="5335" y="29727"/>
                  <a:pt x="5335" y="29727"/>
                  <a:pt x="5335" y="29727"/>
                </a:cubicBezTo>
                <a:cubicBezTo>
                  <a:pt x="5813" y="29501"/>
                  <a:pt x="5813" y="29501"/>
                  <a:pt x="5813" y="29501"/>
                </a:cubicBezTo>
                <a:cubicBezTo>
                  <a:pt x="6064" y="29802"/>
                  <a:pt x="6064" y="29802"/>
                  <a:pt x="6064" y="29802"/>
                </a:cubicBezTo>
                <a:cubicBezTo>
                  <a:pt x="5519" y="30241"/>
                  <a:pt x="5519" y="30241"/>
                  <a:pt x="5519" y="30241"/>
                </a:cubicBezTo>
                <a:cubicBezTo>
                  <a:pt x="5372" y="30842"/>
                  <a:pt x="5372" y="30842"/>
                  <a:pt x="5372" y="30842"/>
                </a:cubicBezTo>
                <a:cubicBezTo>
                  <a:pt x="5445" y="31431"/>
                  <a:pt x="5445" y="31431"/>
                  <a:pt x="5445" y="31431"/>
                </a:cubicBezTo>
                <a:cubicBezTo>
                  <a:pt x="6137" y="30767"/>
                  <a:pt x="6137" y="30767"/>
                  <a:pt x="6137" y="30767"/>
                </a:cubicBezTo>
                <a:cubicBezTo>
                  <a:pt x="6609" y="30617"/>
                  <a:pt x="6609" y="30617"/>
                  <a:pt x="6609" y="30617"/>
                </a:cubicBezTo>
                <a:lnTo>
                  <a:pt x="6499" y="30166"/>
                </a:lnTo>
                <a:close/>
                <a:moveTo>
                  <a:pt x="5084" y="33073"/>
                </a:moveTo>
                <a:lnTo>
                  <a:pt x="5084" y="33073"/>
                </a:lnTo>
                <a:cubicBezTo>
                  <a:pt x="5084" y="32396"/>
                  <a:pt x="5084" y="32396"/>
                  <a:pt x="5084" y="32396"/>
                </a:cubicBezTo>
                <a:cubicBezTo>
                  <a:pt x="4833" y="32772"/>
                  <a:pt x="4833" y="32772"/>
                  <a:pt x="4833" y="32772"/>
                </a:cubicBezTo>
                <a:cubicBezTo>
                  <a:pt x="4355" y="33361"/>
                  <a:pt x="4355" y="33361"/>
                  <a:pt x="4355" y="33361"/>
                </a:cubicBezTo>
                <a:cubicBezTo>
                  <a:pt x="4502" y="34038"/>
                  <a:pt x="4502" y="34038"/>
                  <a:pt x="4502" y="34038"/>
                </a:cubicBezTo>
                <a:cubicBezTo>
                  <a:pt x="4833" y="33662"/>
                  <a:pt x="4833" y="33662"/>
                  <a:pt x="4833" y="33662"/>
                </a:cubicBezTo>
                <a:lnTo>
                  <a:pt x="5084" y="33073"/>
                </a:lnTo>
                <a:close/>
              </a:path>
            </a:pathLst>
          </a:custGeom>
          <a:solidFill>
            <a:srgbClr val="C5CACF"/>
          </a:solidFill>
          <a:ln>
            <a:noFill/>
          </a:ln>
        </p:spPr>
        <p:txBody>
          <a:bodyPr lIns="91425" tIns="45700" rIns="91425" bIns="45700" anchor="ctr" anchorCtr="0">
            <a:noAutofit/>
          </a:bodyPr>
          <a:lstStyle/>
          <a:p>
            <a:pPr marL="0" marR="0" lvl="0" indent="0" algn="l" rtl="0">
              <a:spcBef>
                <a:spcPts val="0"/>
              </a:spcBef>
              <a:buNone/>
            </a:pPr>
            <a:endParaRPr sz="3600">
              <a:solidFill>
                <a:schemeClr val="dk1"/>
              </a:solidFill>
              <a:latin typeface="Roboto"/>
              <a:ea typeface="Roboto"/>
              <a:cs typeface="Roboto"/>
              <a:sym typeface="Roboto"/>
            </a:endParaRPr>
          </a:p>
        </p:txBody>
      </p:sp>
      <p:sp>
        <p:nvSpPr>
          <p:cNvPr id="8" name="Freeform 177">
            <a:extLst>
              <a:ext uri="{FF2B5EF4-FFF2-40B4-BE49-F238E27FC236}">
                <a16:creationId xmlns:a16="http://schemas.microsoft.com/office/drawing/2014/main" id="{19EE1EA7-0795-2199-1F27-FB8D5FDD1E25}"/>
              </a:ext>
            </a:extLst>
          </p:cNvPr>
          <p:cNvSpPr>
            <a:spLocks noChangeArrowheads="1"/>
          </p:cNvSpPr>
          <p:nvPr/>
        </p:nvSpPr>
        <p:spPr bwMode="auto">
          <a:xfrm>
            <a:off x="3233872" y="2467313"/>
            <a:ext cx="45281" cy="33970"/>
          </a:xfrm>
          <a:custGeom>
            <a:avLst/>
            <a:gdLst>
              <a:gd name="T0" fmla="*/ 124 w 125"/>
              <a:gd name="T1" fmla="*/ 31 h 94"/>
              <a:gd name="T2" fmla="*/ 124 w 125"/>
              <a:gd name="T3" fmla="*/ 31 h 94"/>
              <a:gd name="T4" fmla="*/ 93 w 125"/>
              <a:gd name="T5" fmla="*/ 0 h 94"/>
              <a:gd name="T6" fmla="*/ 62 w 125"/>
              <a:gd name="T7" fmla="*/ 0 h 94"/>
              <a:gd name="T8" fmla="*/ 31 w 125"/>
              <a:gd name="T9" fmla="*/ 31 h 94"/>
              <a:gd name="T10" fmla="*/ 0 w 125"/>
              <a:gd name="T11" fmla="*/ 31 h 94"/>
              <a:gd name="T12" fmla="*/ 31 w 125"/>
              <a:gd name="T13" fmla="*/ 62 h 94"/>
              <a:gd name="T14" fmla="*/ 0 w 125"/>
              <a:gd name="T15" fmla="*/ 93 h 94"/>
              <a:gd name="T16" fmla="*/ 0 w 125"/>
              <a:gd name="T17" fmla="*/ 93 h 94"/>
              <a:gd name="T18" fmla="*/ 0 w 125"/>
              <a:gd name="T19" fmla="*/ 93 h 94"/>
              <a:gd name="T20" fmla="*/ 0 w 125"/>
              <a:gd name="T21" fmla="*/ 93 h 94"/>
              <a:gd name="T22" fmla="*/ 31 w 125"/>
              <a:gd name="T23" fmla="*/ 93 h 94"/>
              <a:gd name="T24" fmla="*/ 93 w 125"/>
              <a:gd name="T25" fmla="*/ 93 h 94"/>
              <a:gd name="T26" fmla="*/ 124 w 125"/>
              <a:gd name="T27" fmla="*/ 93 h 94"/>
              <a:gd name="T28" fmla="*/ 124 w 125"/>
              <a:gd name="T29" fmla="*/ 93 h 94"/>
              <a:gd name="T30" fmla="*/ 124 w 125"/>
              <a:gd name="T31" fmla="*/ 31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25" h="94">
                <a:moveTo>
                  <a:pt x="124" y="31"/>
                </a:moveTo>
                <a:lnTo>
                  <a:pt x="124" y="31"/>
                </a:lnTo>
                <a:cubicBezTo>
                  <a:pt x="93" y="31"/>
                  <a:pt x="93" y="0"/>
                  <a:pt x="93" y="0"/>
                </a:cubicBezTo>
                <a:lnTo>
                  <a:pt x="62" y="0"/>
                </a:lnTo>
                <a:cubicBezTo>
                  <a:pt x="31" y="0"/>
                  <a:pt x="31" y="31"/>
                  <a:pt x="31" y="31"/>
                </a:cubicBezTo>
                <a:lnTo>
                  <a:pt x="0" y="31"/>
                </a:lnTo>
                <a:cubicBezTo>
                  <a:pt x="31" y="62"/>
                  <a:pt x="31" y="62"/>
                  <a:pt x="31" y="62"/>
                </a:cubicBezTo>
                <a:cubicBezTo>
                  <a:pt x="0" y="93"/>
                  <a:pt x="0" y="93"/>
                  <a:pt x="0" y="93"/>
                </a:cubicBezTo>
                <a:lnTo>
                  <a:pt x="0" y="93"/>
                </a:lnTo>
                <a:lnTo>
                  <a:pt x="0" y="93"/>
                </a:lnTo>
                <a:lnTo>
                  <a:pt x="0" y="93"/>
                </a:lnTo>
                <a:lnTo>
                  <a:pt x="31" y="93"/>
                </a:lnTo>
                <a:cubicBezTo>
                  <a:pt x="31" y="93"/>
                  <a:pt x="31" y="93"/>
                  <a:pt x="93" y="93"/>
                </a:cubicBezTo>
                <a:lnTo>
                  <a:pt x="124" y="93"/>
                </a:lnTo>
                <a:lnTo>
                  <a:pt x="124" y="93"/>
                </a:lnTo>
                <a:lnTo>
                  <a:pt x="124" y="31"/>
                </a:lnTo>
              </a:path>
            </a:pathLst>
          </a:custGeom>
          <a:solidFill>
            <a:schemeClr val="accent5">
              <a:lumMod val="20000"/>
              <a:lumOff val="80000"/>
            </a:schemeClr>
          </a:solidFill>
          <a:ln>
            <a:noFill/>
          </a:ln>
          <a:effectLst/>
        </p:spPr>
        <p:txBody>
          <a:bodyPr wrap="none" anchor="ctr"/>
          <a:lstStyle/>
          <a:p>
            <a:endParaRPr lang="en-US" sz="900"/>
          </a:p>
        </p:txBody>
      </p:sp>
      <p:sp>
        <p:nvSpPr>
          <p:cNvPr id="11" name="Rectangle: Rounded Corners 10">
            <a:extLst>
              <a:ext uri="{FF2B5EF4-FFF2-40B4-BE49-F238E27FC236}">
                <a16:creationId xmlns:a16="http://schemas.microsoft.com/office/drawing/2014/main" id="{792F96FE-83DE-A1D8-38C3-F4890C077513}"/>
              </a:ext>
            </a:extLst>
          </p:cNvPr>
          <p:cNvSpPr/>
          <p:nvPr/>
        </p:nvSpPr>
        <p:spPr>
          <a:xfrm>
            <a:off x="266724" y="2394355"/>
            <a:ext cx="1360336" cy="360000"/>
          </a:xfrm>
          <a:prstGeom prst="roundRect">
            <a:avLst/>
          </a:prstGeom>
          <a:solidFill>
            <a:schemeClr val="accent4"/>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IN" sz="1400" b="1">
                <a:solidFill>
                  <a:schemeClr val="bg2"/>
                </a:solidFill>
              </a:rPr>
              <a:t>NA = 1638 KE</a:t>
            </a:r>
          </a:p>
        </p:txBody>
      </p:sp>
      <p:pic>
        <p:nvPicPr>
          <p:cNvPr id="13" name="Picture 116">
            <a:extLst>
              <a:ext uri="{FF2B5EF4-FFF2-40B4-BE49-F238E27FC236}">
                <a16:creationId xmlns:a16="http://schemas.microsoft.com/office/drawing/2014/main" id="{31A03A1A-3D08-E1A1-8530-22B2BD5625F8}"/>
              </a:ext>
            </a:extLst>
          </p:cNvPr>
          <p:cNvPicPr>
            <a:picLocks noChangeAspect="1" noChangeArrowheads="1"/>
          </p:cNvPicPr>
          <p:nvPr/>
        </p:nvPicPr>
        <p:blipFill>
          <a:blip r:embed="rId3" cstate="print">
            <a:extLst>
              <a:ext uri="{28A0092B-C50C-407E-A947-70E740481C1C}">
                <a14:useLocalDpi xmlns:a14="http://schemas.microsoft.com/office/drawing/2010/main"/>
              </a:ext>
            </a:extLst>
          </a:blip>
          <a:srcRect/>
          <a:stretch>
            <a:fillRect/>
          </a:stretch>
        </p:blipFill>
        <p:spPr bwMode="auto">
          <a:xfrm>
            <a:off x="318790" y="2843570"/>
            <a:ext cx="739072" cy="233391"/>
          </a:xfrm>
          <a:prstGeom prst="rect">
            <a:avLst/>
          </a:prstGeom>
          <a:noFill/>
          <a:extLst>
            <a:ext uri="{909E8E84-426E-40DD-AFC4-6F175D3DCCD1}">
              <a14:hiddenFill xmlns:a14="http://schemas.microsoft.com/office/drawing/2010/main">
                <a:solidFill>
                  <a:srgbClr val="FFFFFF"/>
                </a:solidFill>
              </a14:hiddenFill>
            </a:ext>
          </a:extLst>
        </p:spPr>
      </p:pic>
      <p:sp>
        <p:nvSpPr>
          <p:cNvPr id="16" name="TextBox 15">
            <a:extLst>
              <a:ext uri="{FF2B5EF4-FFF2-40B4-BE49-F238E27FC236}">
                <a16:creationId xmlns:a16="http://schemas.microsoft.com/office/drawing/2014/main" id="{4F6A4BE6-2B20-0598-EE0C-9F8AAB23D994}"/>
              </a:ext>
            </a:extLst>
          </p:cNvPr>
          <p:cNvSpPr txBox="1"/>
          <p:nvPr/>
        </p:nvSpPr>
        <p:spPr>
          <a:xfrm>
            <a:off x="1211763" y="3143378"/>
            <a:ext cx="489534" cy="309958"/>
          </a:xfrm>
          <a:prstGeom prst="rect">
            <a:avLst/>
          </a:prstGeom>
          <a:noFill/>
        </p:spPr>
        <p:txBody>
          <a:bodyPr vert="horz" wrap="none" lIns="90000" tIns="46800" rIns="90000" bIns="46800" rtlCol="0" anchor="ctr">
            <a:spAutoFit/>
          </a:bodyPr>
          <a:lstStyle/>
          <a:p>
            <a:pPr algn="l">
              <a:spcBef>
                <a:spcPct val="0"/>
              </a:spcBef>
            </a:pPr>
            <a:r>
              <a:rPr lang="en-IN" sz="1400" b="1" dirty="0">
                <a:solidFill>
                  <a:schemeClr val="accent4"/>
                </a:solidFill>
              </a:rPr>
              <a:t>223</a:t>
            </a:r>
          </a:p>
        </p:txBody>
      </p:sp>
      <p:cxnSp>
        <p:nvCxnSpPr>
          <p:cNvPr id="21" name="Connector: Elbow 20">
            <a:extLst>
              <a:ext uri="{FF2B5EF4-FFF2-40B4-BE49-F238E27FC236}">
                <a16:creationId xmlns:a16="http://schemas.microsoft.com/office/drawing/2014/main" id="{D7B39D28-9DAC-0FF6-2DFD-F84EB39FCF40}"/>
              </a:ext>
            </a:extLst>
          </p:cNvPr>
          <p:cNvCxnSpPr>
            <a:cxnSpLocks/>
            <a:stCxn id="11" idx="3"/>
          </p:cNvCxnSpPr>
          <p:nvPr/>
        </p:nvCxnSpPr>
        <p:spPr>
          <a:xfrm>
            <a:off x="1627060" y="2574355"/>
            <a:ext cx="1265632" cy="950502"/>
          </a:xfrm>
          <a:prstGeom prst="bentConnector3">
            <a:avLst>
              <a:gd name="adj1" fmla="val 102595"/>
            </a:avLst>
          </a:prstGeom>
          <a:ln w="38100">
            <a:solidFill>
              <a:schemeClr val="accent4"/>
            </a:solidFill>
            <a:prstDash val="sysDash"/>
          </a:ln>
        </p:spPr>
        <p:style>
          <a:lnRef idx="1">
            <a:schemeClr val="accent1"/>
          </a:lnRef>
          <a:fillRef idx="0">
            <a:schemeClr val="accent1"/>
          </a:fillRef>
          <a:effectRef idx="0">
            <a:schemeClr val="accent1"/>
          </a:effectRef>
          <a:fontRef idx="minor">
            <a:schemeClr val="tx1"/>
          </a:fontRef>
        </p:style>
      </p:cxnSp>
      <p:pic>
        <p:nvPicPr>
          <p:cNvPr id="24" name="Picture 28" descr="The Walt Disney Company - Wikipedia">
            <a:extLst>
              <a:ext uri="{FF2B5EF4-FFF2-40B4-BE49-F238E27FC236}">
                <a16:creationId xmlns:a16="http://schemas.microsoft.com/office/drawing/2014/main" id="{81AEFC00-76B0-E6FC-299D-79A17F9D9308}"/>
              </a:ext>
            </a:extLst>
          </p:cNvPr>
          <p:cNvPicPr>
            <a:picLocks noChangeAspect="1" noChangeArrowheads="1"/>
          </p:cNvPicPr>
          <p:nvPr/>
        </p:nvPicPr>
        <p:blipFill>
          <a:blip r:embed="rId4" cstate="print">
            <a:extLst>
              <a:ext uri="{28A0092B-C50C-407E-A947-70E740481C1C}">
                <a14:useLocalDpi xmlns:a14="http://schemas.microsoft.com/office/drawing/2010/main"/>
              </a:ext>
            </a:extLst>
          </a:blip>
          <a:srcRect/>
          <a:stretch>
            <a:fillRect/>
          </a:stretch>
        </p:blipFill>
        <p:spPr bwMode="auto">
          <a:xfrm>
            <a:off x="344310" y="3559056"/>
            <a:ext cx="690402" cy="356265"/>
          </a:xfrm>
          <a:prstGeom prst="rect">
            <a:avLst/>
          </a:prstGeom>
          <a:noFill/>
          <a:extLst>
            <a:ext uri="{909E8E84-426E-40DD-AFC4-6F175D3DCCD1}">
              <a14:hiddenFill xmlns:a14="http://schemas.microsoft.com/office/drawing/2010/main">
                <a:solidFill>
                  <a:srgbClr val="FFFFFF"/>
                </a:solidFill>
              </a14:hiddenFill>
            </a:ext>
          </a:extLst>
        </p:spPr>
      </p:pic>
      <p:sp>
        <p:nvSpPr>
          <p:cNvPr id="61" name="Rectangle: Rounded Corners 60">
            <a:extLst>
              <a:ext uri="{FF2B5EF4-FFF2-40B4-BE49-F238E27FC236}">
                <a16:creationId xmlns:a16="http://schemas.microsoft.com/office/drawing/2014/main" id="{7BD38B8D-0E2E-A8F9-F354-7C928B7A8D88}"/>
              </a:ext>
            </a:extLst>
          </p:cNvPr>
          <p:cNvSpPr/>
          <p:nvPr/>
        </p:nvSpPr>
        <p:spPr>
          <a:xfrm>
            <a:off x="9967938" y="2960266"/>
            <a:ext cx="1444528" cy="360000"/>
          </a:xfrm>
          <a:prstGeom prst="round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IN" sz="1400" b="1">
                <a:solidFill>
                  <a:schemeClr val="bg2"/>
                </a:solidFill>
              </a:rPr>
              <a:t>India = 229 KE</a:t>
            </a:r>
          </a:p>
        </p:txBody>
      </p:sp>
      <p:pic>
        <p:nvPicPr>
          <p:cNvPr id="62" name="Picture 8" descr="VOIS | Find or get answers from employees">
            <a:extLst>
              <a:ext uri="{FF2B5EF4-FFF2-40B4-BE49-F238E27FC236}">
                <a16:creationId xmlns:a16="http://schemas.microsoft.com/office/drawing/2014/main" id="{05C1B6FB-117B-8C71-B2AC-0E7CB6EC201F}"/>
              </a:ext>
            </a:extLst>
          </p:cNvPr>
          <p:cNvPicPr>
            <a:picLocks noChangeAspect="1" noChangeArrowheads="1"/>
          </p:cNvPicPr>
          <p:nvPr/>
        </p:nvPicPr>
        <p:blipFill>
          <a:blip r:embed="rId5" cstate="print">
            <a:extLst>
              <a:ext uri="{28A0092B-C50C-407E-A947-70E740481C1C}">
                <a14:useLocalDpi xmlns:a14="http://schemas.microsoft.com/office/drawing/2010/main"/>
              </a:ext>
            </a:extLst>
          </a:blip>
          <a:srcRect/>
          <a:stretch>
            <a:fillRect/>
          </a:stretch>
        </p:blipFill>
        <p:spPr bwMode="auto">
          <a:xfrm>
            <a:off x="10242911" y="3467963"/>
            <a:ext cx="480989" cy="144297"/>
          </a:xfrm>
          <a:prstGeom prst="rect">
            <a:avLst/>
          </a:prstGeom>
          <a:noFill/>
          <a:extLst>
            <a:ext uri="{909E8E84-426E-40DD-AFC4-6F175D3DCCD1}">
              <a14:hiddenFill xmlns:a14="http://schemas.microsoft.com/office/drawing/2010/main">
                <a:solidFill>
                  <a:srgbClr val="FFFFFF"/>
                </a:solidFill>
              </a14:hiddenFill>
            </a:ext>
          </a:extLst>
        </p:spPr>
      </p:pic>
      <p:cxnSp>
        <p:nvCxnSpPr>
          <p:cNvPr id="64" name="Connector: Elbow 63">
            <a:extLst>
              <a:ext uri="{FF2B5EF4-FFF2-40B4-BE49-F238E27FC236}">
                <a16:creationId xmlns:a16="http://schemas.microsoft.com/office/drawing/2014/main" id="{71AC4575-8394-7604-ABD1-68F7B2B742F4}"/>
              </a:ext>
            </a:extLst>
          </p:cNvPr>
          <p:cNvCxnSpPr>
            <a:cxnSpLocks/>
            <a:stCxn id="61" idx="1"/>
          </p:cNvCxnSpPr>
          <p:nvPr/>
        </p:nvCxnSpPr>
        <p:spPr>
          <a:xfrm rot="10800000" flipV="1">
            <a:off x="8129524" y="3140266"/>
            <a:ext cx="1838415" cy="833080"/>
          </a:xfrm>
          <a:prstGeom prst="bentConnector3">
            <a:avLst>
              <a:gd name="adj1" fmla="val 99739"/>
            </a:avLst>
          </a:prstGeom>
          <a:ln w="38100">
            <a:solidFill>
              <a:schemeClr val="accent1"/>
            </a:solidFill>
            <a:prstDash val="sysDash"/>
          </a:ln>
        </p:spPr>
        <p:style>
          <a:lnRef idx="1">
            <a:schemeClr val="accent1"/>
          </a:lnRef>
          <a:fillRef idx="0">
            <a:schemeClr val="accent1"/>
          </a:fillRef>
          <a:effectRef idx="0">
            <a:schemeClr val="accent1"/>
          </a:effectRef>
          <a:fontRef idx="minor">
            <a:schemeClr val="tx1"/>
          </a:fontRef>
        </p:style>
      </p:cxnSp>
      <p:sp>
        <p:nvSpPr>
          <p:cNvPr id="66" name="TextBox 65">
            <a:extLst>
              <a:ext uri="{FF2B5EF4-FFF2-40B4-BE49-F238E27FC236}">
                <a16:creationId xmlns:a16="http://schemas.microsoft.com/office/drawing/2014/main" id="{44F78E9B-FFCA-BCE3-850C-14F212D86F85}"/>
              </a:ext>
            </a:extLst>
          </p:cNvPr>
          <p:cNvSpPr txBox="1"/>
          <p:nvPr/>
        </p:nvSpPr>
        <p:spPr>
          <a:xfrm>
            <a:off x="10767639" y="3385132"/>
            <a:ext cx="489534" cy="309958"/>
          </a:xfrm>
          <a:prstGeom prst="rect">
            <a:avLst/>
          </a:prstGeom>
          <a:noFill/>
        </p:spPr>
        <p:txBody>
          <a:bodyPr vert="horz" wrap="none" lIns="90000" tIns="46800" rIns="90000" bIns="46800" rtlCol="0" anchor="ctr">
            <a:spAutoFit/>
          </a:bodyPr>
          <a:lstStyle/>
          <a:p>
            <a:pPr algn="l">
              <a:spcBef>
                <a:spcPct val="0"/>
              </a:spcBef>
            </a:pPr>
            <a:r>
              <a:rPr lang="en-IN" sz="1400" b="1" dirty="0"/>
              <a:t>108</a:t>
            </a:r>
          </a:p>
        </p:txBody>
      </p:sp>
      <p:sp>
        <p:nvSpPr>
          <p:cNvPr id="70" name="Rectangle: Rounded Corners 69">
            <a:extLst>
              <a:ext uri="{FF2B5EF4-FFF2-40B4-BE49-F238E27FC236}">
                <a16:creationId xmlns:a16="http://schemas.microsoft.com/office/drawing/2014/main" id="{617932B2-D19B-9D89-1696-DEC2D466EA40}"/>
              </a:ext>
            </a:extLst>
          </p:cNvPr>
          <p:cNvSpPr/>
          <p:nvPr/>
        </p:nvSpPr>
        <p:spPr>
          <a:xfrm>
            <a:off x="7591516" y="4757890"/>
            <a:ext cx="1360336" cy="360000"/>
          </a:xfrm>
          <a:prstGeom prst="roundRect">
            <a:avLst/>
          </a:prstGeom>
          <a:solidFill>
            <a:srgbClr val="7030A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IN" sz="1400" b="1">
                <a:solidFill>
                  <a:schemeClr val="bg2"/>
                </a:solidFill>
              </a:rPr>
              <a:t>ME = 15 KE</a:t>
            </a:r>
          </a:p>
        </p:txBody>
      </p:sp>
      <p:cxnSp>
        <p:nvCxnSpPr>
          <p:cNvPr id="71" name="Connector: Elbow 70">
            <a:extLst>
              <a:ext uri="{FF2B5EF4-FFF2-40B4-BE49-F238E27FC236}">
                <a16:creationId xmlns:a16="http://schemas.microsoft.com/office/drawing/2014/main" id="{BD032079-D62B-A5A9-8C48-1EACF26B7125}"/>
              </a:ext>
            </a:extLst>
          </p:cNvPr>
          <p:cNvCxnSpPr>
            <a:cxnSpLocks/>
            <a:stCxn id="70" idx="1"/>
          </p:cNvCxnSpPr>
          <p:nvPr/>
        </p:nvCxnSpPr>
        <p:spPr>
          <a:xfrm rot="10800000">
            <a:off x="7151298" y="3892168"/>
            <a:ext cx="440218" cy="1045723"/>
          </a:xfrm>
          <a:prstGeom prst="bentConnector2">
            <a:avLst/>
          </a:prstGeom>
          <a:ln w="38100">
            <a:solidFill>
              <a:srgbClr val="7030A0"/>
            </a:solidFill>
            <a:prstDash val="sysDash"/>
          </a:ln>
        </p:spPr>
        <p:style>
          <a:lnRef idx="1">
            <a:schemeClr val="accent1"/>
          </a:lnRef>
          <a:fillRef idx="0">
            <a:schemeClr val="accent1"/>
          </a:fillRef>
          <a:effectRef idx="0">
            <a:schemeClr val="accent1"/>
          </a:effectRef>
          <a:fontRef idx="minor">
            <a:schemeClr val="tx1"/>
          </a:fontRef>
        </p:style>
      </p:cxnSp>
      <p:pic>
        <p:nvPicPr>
          <p:cNvPr id="72" name="Picture 36" descr="Aramco announces first quarter 2021 ...">
            <a:extLst>
              <a:ext uri="{FF2B5EF4-FFF2-40B4-BE49-F238E27FC236}">
                <a16:creationId xmlns:a16="http://schemas.microsoft.com/office/drawing/2014/main" id="{9926F2E5-B119-7C41-9FC0-7DBBAE60218F}"/>
              </a:ext>
            </a:extLst>
          </p:cNvPr>
          <p:cNvPicPr>
            <a:picLocks noChangeAspect="1" noChangeArrowheads="1"/>
          </p:cNvPicPr>
          <p:nvPr/>
        </p:nvPicPr>
        <p:blipFill rotWithShape="1">
          <a:blip r:embed="rId6" cstate="print">
            <a:extLst>
              <a:ext uri="{28A0092B-C50C-407E-A947-70E740481C1C}">
                <a14:useLocalDpi xmlns:a14="http://schemas.microsoft.com/office/drawing/2010/main"/>
              </a:ext>
            </a:extLst>
          </a:blip>
          <a:srcRect/>
          <a:stretch>
            <a:fillRect/>
          </a:stretch>
        </p:blipFill>
        <p:spPr bwMode="auto">
          <a:xfrm>
            <a:off x="7569409" y="5171389"/>
            <a:ext cx="903561" cy="349076"/>
          </a:xfrm>
          <a:prstGeom prst="rect">
            <a:avLst/>
          </a:prstGeom>
          <a:noFill/>
          <a:extLst>
            <a:ext uri="{909E8E84-426E-40DD-AFC4-6F175D3DCCD1}">
              <a14:hiddenFill xmlns:a14="http://schemas.microsoft.com/office/drawing/2010/main">
                <a:solidFill>
                  <a:srgbClr val="FFFFFF"/>
                </a:solidFill>
              </a14:hiddenFill>
            </a:ext>
          </a:extLst>
        </p:spPr>
      </p:pic>
      <p:sp>
        <p:nvSpPr>
          <p:cNvPr id="76" name="Rectangle: Rounded Corners 75">
            <a:extLst>
              <a:ext uri="{FF2B5EF4-FFF2-40B4-BE49-F238E27FC236}">
                <a16:creationId xmlns:a16="http://schemas.microsoft.com/office/drawing/2014/main" id="{F2720E57-4990-B3C8-DEFF-161728B89FE9}"/>
              </a:ext>
            </a:extLst>
          </p:cNvPr>
          <p:cNvSpPr/>
          <p:nvPr/>
        </p:nvSpPr>
        <p:spPr>
          <a:xfrm>
            <a:off x="10314257" y="4792269"/>
            <a:ext cx="1360336" cy="360000"/>
          </a:xfrm>
          <a:prstGeom prst="roundRect">
            <a:avLst/>
          </a:prstGeom>
          <a:solidFill>
            <a:schemeClr val="accent5"/>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IN" sz="1400" b="1">
                <a:solidFill>
                  <a:schemeClr val="bg2"/>
                </a:solidFill>
              </a:rPr>
              <a:t>ANZ = 318 KE</a:t>
            </a:r>
          </a:p>
        </p:txBody>
      </p:sp>
      <p:pic>
        <p:nvPicPr>
          <p:cNvPr id="77" name="Picture 98" descr="NBN Co - Wikipedia">
            <a:extLst>
              <a:ext uri="{FF2B5EF4-FFF2-40B4-BE49-F238E27FC236}">
                <a16:creationId xmlns:a16="http://schemas.microsoft.com/office/drawing/2014/main" id="{20D1D561-F0A9-E699-5DDD-402B87A42630}"/>
              </a:ext>
            </a:extLst>
          </p:cNvPr>
          <p:cNvPicPr>
            <a:picLocks noChangeAspect="1" noChangeArrowheads="1"/>
          </p:cNvPicPr>
          <p:nvPr/>
        </p:nvPicPr>
        <p:blipFill>
          <a:blip r:embed="rId7" cstate="print">
            <a:extLst>
              <a:ext uri="{28A0092B-C50C-407E-A947-70E740481C1C}">
                <a14:useLocalDpi xmlns:a14="http://schemas.microsoft.com/office/drawing/2010/main"/>
              </a:ext>
            </a:extLst>
          </a:blip>
          <a:srcRect/>
          <a:stretch>
            <a:fillRect/>
          </a:stretch>
        </p:blipFill>
        <p:spPr bwMode="auto">
          <a:xfrm>
            <a:off x="10267121" y="5198083"/>
            <a:ext cx="818420" cy="340463"/>
          </a:xfrm>
          <a:prstGeom prst="rect">
            <a:avLst/>
          </a:prstGeom>
          <a:noFill/>
          <a:extLst>
            <a:ext uri="{909E8E84-426E-40DD-AFC4-6F175D3DCCD1}">
              <a14:hiddenFill xmlns:a14="http://schemas.microsoft.com/office/drawing/2010/main">
                <a:solidFill>
                  <a:srgbClr val="FFFFFF"/>
                </a:solidFill>
              </a14:hiddenFill>
            </a:ext>
          </a:extLst>
        </p:spPr>
      </p:pic>
      <p:cxnSp>
        <p:nvCxnSpPr>
          <p:cNvPr id="78" name="Connector: Elbow 77">
            <a:extLst>
              <a:ext uri="{FF2B5EF4-FFF2-40B4-BE49-F238E27FC236}">
                <a16:creationId xmlns:a16="http://schemas.microsoft.com/office/drawing/2014/main" id="{ACDF2DAB-C6C3-7986-3EFE-B7878954536D}"/>
              </a:ext>
            </a:extLst>
          </p:cNvPr>
          <p:cNvCxnSpPr>
            <a:cxnSpLocks/>
            <a:endCxn id="76" idx="1"/>
          </p:cNvCxnSpPr>
          <p:nvPr/>
        </p:nvCxnSpPr>
        <p:spPr>
          <a:xfrm rot="5400000" flipH="1" flipV="1">
            <a:off x="9807511" y="4981139"/>
            <a:ext cx="515616" cy="497876"/>
          </a:xfrm>
          <a:prstGeom prst="bentConnector2">
            <a:avLst/>
          </a:prstGeom>
          <a:ln w="38100">
            <a:solidFill>
              <a:schemeClr val="accent5"/>
            </a:solidFill>
            <a:prstDash val="sysDash"/>
          </a:ln>
        </p:spPr>
        <p:style>
          <a:lnRef idx="1">
            <a:schemeClr val="accent1"/>
          </a:lnRef>
          <a:fillRef idx="0">
            <a:schemeClr val="accent1"/>
          </a:fillRef>
          <a:effectRef idx="0">
            <a:schemeClr val="accent1"/>
          </a:effectRef>
          <a:fontRef idx="minor">
            <a:schemeClr val="tx1"/>
          </a:fontRef>
        </p:style>
      </p:cxnSp>
      <p:sp>
        <p:nvSpPr>
          <p:cNvPr id="85" name="Rectangle: Rounded Corners 84">
            <a:extLst>
              <a:ext uri="{FF2B5EF4-FFF2-40B4-BE49-F238E27FC236}">
                <a16:creationId xmlns:a16="http://schemas.microsoft.com/office/drawing/2014/main" id="{81FA9839-04C6-3DF3-B767-F79053916621}"/>
              </a:ext>
            </a:extLst>
          </p:cNvPr>
          <p:cNvSpPr/>
          <p:nvPr/>
        </p:nvSpPr>
        <p:spPr>
          <a:xfrm>
            <a:off x="4146140" y="2974029"/>
            <a:ext cx="1333277" cy="360000"/>
          </a:xfrm>
          <a:prstGeom prst="roundRect">
            <a:avLst/>
          </a:prstGeom>
          <a:solidFill>
            <a:schemeClr val="accent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IN" sz="1400" b="1">
                <a:solidFill>
                  <a:schemeClr val="bg2"/>
                </a:solidFill>
              </a:rPr>
              <a:t>SCE = 845 KE </a:t>
            </a:r>
          </a:p>
        </p:txBody>
      </p:sp>
      <p:cxnSp>
        <p:nvCxnSpPr>
          <p:cNvPr id="87" name="Connector: Elbow 86">
            <a:extLst>
              <a:ext uri="{FF2B5EF4-FFF2-40B4-BE49-F238E27FC236}">
                <a16:creationId xmlns:a16="http://schemas.microsoft.com/office/drawing/2014/main" id="{40701607-901D-1619-CBEC-E7F68D393DFB}"/>
              </a:ext>
            </a:extLst>
          </p:cNvPr>
          <p:cNvCxnSpPr>
            <a:cxnSpLocks/>
            <a:stCxn id="85" idx="3"/>
          </p:cNvCxnSpPr>
          <p:nvPr/>
        </p:nvCxnSpPr>
        <p:spPr>
          <a:xfrm>
            <a:off x="5479417" y="3154029"/>
            <a:ext cx="256918" cy="313934"/>
          </a:xfrm>
          <a:prstGeom prst="bentConnector2">
            <a:avLst/>
          </a:prstGeom>
          <a:ln w="38100">
            <a:solidFill>
              <a:schemeClr val="accent2"/>
            </a:solidFill>
            <a:prstDash val="sysDash"/>
          </a:ln>
        </p:spPr>
        <p:style>
          <a:lnRef idx="1">
            <a:schemeClr val="accent1"/>
          </a:lnRef>
          <a:fillRef idx="0">
            <a:schemeClr val="accent1"/>
          </a:fillRef>
          <a:effectRef idx="0">
            <a:schemeClr val="accent1"/>
          </a:effectRef>
          <a:fontRef idx="minor">
            <a:schemeClr val="tx1"/>
          </a:fontRef>
        </p:style>
      </p:cxnSp>
      <p:sp>
        <p:nvSpPr>
          <p:cNvPr id="31" name="Rectangle: Rounded Corners 30">
            <a:extLst>
              <a:ext uri="{FF2B5EF4-FFF2-40B4-BE49-F238E27FC236}">
                <a16:creationId xmlns:a16="http://schemas.microsoft.com/office/drawing/2014/main" id="{09911F8B-CE35-7371-9A65-91E7D2F0AF5D}"/>
              </a:ext>
            </a:extLst>
          </p:cNvPr>
          <p:cNvSpPr/>
          <p:nvPr/>
        </p:nvSpPr>
        <p:spPr>
          <a:xfrm>
            <a:off x="6130275" y="1920110"/>
            <a:ext cx="1360336" cy="360000"/>
          </a:xfrm>
          <a:prstGeom prst="roundRect">
            <a:avLst/>
          </a:prstGeom>
          <a:solidFill>
            <a:schemeClr val="accent6"/>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IN" sz="1400" b="1">
                <a:solidFill>
                  <a:schemeClr val="bg2"/>
                </a:solidFill>
              </a:rPr>
              <a:t>NCE = 789 KE</a:t>
            </a:r>
          </a:p>
        </p:txBody>
      </p:sp>
      <p:cxnSp>
        <p:nvCxnSpPr>
          <p:cNvPr id="32" name="Connector: Elbow 31">
            <a:extLst>
              <a:ext uri="{FF2B5EF4-FFF2-40B4-BE49-F238E27FC236}">
                <a16:creationId xmlns:a16="http://schemas.microsoft.com/office/drawing/2014/main" id="{73C5460B-FBEC-CF5A-3DA4-7482E6958DDD}"/>
              </a:ext>
            </a:extLst>
          </p:cNvPr>
          <p:cNvCxnSpPr>
            <a:cxnSpLocks/>
            <a:stCxn id="31" idx="1"/>
          </p:cNvCxnSpPr>
          <p:nvPr/>
        </p:nvCxnSpPr>
        <p:spPr>
          <a:xfrm rot="10800000" flipV="1">
            <a:off x="5796951" y="2100109"/>
            <a:ext cx="333324" cy="964543"/>
          </a:xfrm>
          <a:prstGeom prst="bentConnector2">
            <a:avLst/>
          </a:prstGeom>
          <a:ln w="38100">
            <a:solidFill>
              <a:schemeClr val="accent6"/>
            </a:solidFill>
            <a:prstDash val="sysDash"/>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66704E31-9B32-1AE8-E0F0-62D7A69DE2C4}"/>
              </a:ext>
            </a:extLst>
          </p:cNvPr>
          <p:cNvSpPr txBox="1"/>
          <p:nvPr/>
        </p:nvSpPr>
        <p:spPr>
          <a:xfrm>
            <a:off x="5061730" y="3650137"/>
            <a:ext cx="489534" cy="309958"/>
          </a:xfrm>
          <a:prstGeom prst="rect">
            <a:avLst/>
          </a:prstGeom>
          <a:noFill/>
        </p:spPr>
        <p:txBody>
          <a:bodyPr vert="horz" wrap="none" lIns="90000" tIns="46800" rIns="90000" bIns="46800" rtlCol="0" anchor="ctr">
            <a:spAutoFit/>
          </a:bodyPr>
          <a:lstStyle/>
          <a:p>
            <a:pPr algn="l">
              <a:spcBef>
                <a:spcPct val="0"/>
              </a:spcBef>
            </a:pPr>
            <a:r>
              <a:rPr lang="en-IN" sz="1400" b="1" dirty="0">
                <a:solidFill>
                  <a:schemeClr val="accent2"/>
                </a:solidFill>
              </a:rPr>
              <a:t>292</a:t>
            </a:r>
          </a:p>
        </p:txBody>
      </p:sp>
      <p:pic>
        <p:nvPicPr>
          <p:cNvPr id="9" name="Picture 72">
            <a:extLst>
              <a:ext uri="{FF2B5EF4-FFF2-40B4-BE49-F238E27FC236}">
                <a16:creationId xmlns:a16="http://schemas.microsoft.com/office/drawing/2014/main" id="{2D8268F0-2FC7-64BD-3408-0A480D09E4E8}"/>
              </a:ext>
            </a:extLst>
          </p:cNvPr>
          <p:cNvPicPr>
            <a:picLocks noChangeAspect="1" noChangeArrowheads="1"/>
          </p:cNvPicPr>
          <p:nvPr/>
        </p:nvPicPr>
        <p:blipFill>
          <a:blip r:embed="rId8" cstate="print">
            <a:extLst>
              <a:ext uri="{28A0092B-C50C-407E-A947-70E740481C1C}">
                <a14:useLocalDpi xmlns:a14="http://schemas.microsoft.com/office/drawing/2010/main"/>
              </a:ext>
            </a:extLst>
          </a:blip>
          <a:srcRect/>
          <a:stretch>
            <a:fillRect/>
          </a:stretch>
        </p:blipFill>
        <p:spPr bwMode="auto">
          <a:xfrm>
            <a:off x="266724" y="4038821"/>
            <a:ext cx="899191" cy="181274"/>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42">
            <a:extLst>
              <a:ext uri="{FF2B5EF4-FFF2-40B4-BE49-F238E27FC236}">
                <a16:creationId xmlns:a16="http://schemas.microsoft.com/office/drawing/2014/main" id="{61C8FB69-4417-6734-9DA4-B028D026B457}"/>
              </a:ext>
            </a:extLst>
          </p:cNvPr>
          <p:cNvPicPr>
            <a:picLocks noChangeAspect="1" noChangeArrowheads="1"/>
          </p:cNvPicPr>
          <p:nvPr/>
        </p:nvPicPr>
        <p:blipFill>
          <a:blip r:embed="rId9" cstate="print">
            <a:extLst>
              <a:ext uri="{28A0092B-C50C-407E-A947-70E740481C1C}">
                <a14:useLocalDpi xmlns:a14="http://schemas.microsoft.com/office/drawing/2010/main"/>
              </a:ext>
            </a:extLst>
          </a:blip>
          <a:srcRect/>
          <a:stretch>
            <a:fillRect/>
          </a:stretch>
        </p:blipFill>
        <p:spPr bwMode="auto">
          <a:xfrm>
            <a:off x="6263781" y="1530336"/>
            <a:ext cx="750096" cy="295429"/>
          </a:xfrm>
          <a:prstGeom prst="rect">
            <a:avLst/>
          </a:prstGeom>
          <a:noFill/>
          <a:extLst>
            <a:ext uri="{909E8E84-426E-40DD-AFC4-6F175D3DCCD1}">
              <a14:hiddenFill xmlns:a14="http://schemas.microsoft.com/office/drawing/2010/main">
                <a:solidFill>
                  <a:srgbClr val="FFFFFF"/>
                </a:solidFill>
              </a14:hiddenFill>
            </a:ext>
          </a:extLst>
        </p:spPr>
      </p:pic>
      <p:sp>
        <p:nvSpPr>
          <p:cNvPr id="26" name="TextBox 25">
            <a:extLst>
              <a:ext uri="{FF2B5EF4-FFF2-40B4-BE49-F238E27FC236}">
                <a16:creationId xmlns:a16="http://schemas.microsoft.com/office/drawing/2014/main" id="{C512A1E0-B81A-0ED8-69DB-E4ED6FD5EF0D}"/>
              </a:ext>
            </a:extLst>
          </p:cNvPr>
          <p:cNvSpPr txBox="1"/>
          <p:nvPr/>
        </p:nvSpPr>
        <p:spPr>
          <a:xfrm>
            <a:off x="7006426" y="1544234"/>
            <a:ext cx="489534" cy="309958"/>
          </a:xfrm>
          <a:prstGeom prst="rect">
            <a:avLst/>
          </a:prstGeom>
          <a:noFill/>
        </p:spPr>
        <p:txBody>
          <a:bodyPr vert="horz" wrap="none" lIns="90000" tIns="46800" rIns="90000" bIns="46800" rtlCol="0" anchor="ctr">
            <a:spAutoFit/>
          </a:bodyPr>
          <a:lstStyle/>
          <a:p>
            <a:pPr algn="l">
              <a:spcBef>
                <a:spcPct val="0"/>
              </a:spcBef>
            </a:pPr>
            <a:r>
              <a:rPr lang="en-IN" sz="1400" b="1" dirty="0">
                <a:solidFill>
                  <a:schemeClr val="accent6"/>
                </a:solidFill>
              </a:rPr>
              <a:t>185</a:t>
            </a:r>
          </a:p>
        </p:txBody>
      </p:sp>
      <p:sp>
        <p:nvSpPr>
          <p:cNvPr id="29" name="TextBox 28">
            <a:extLst>
              <a:ext uri="{FF2B5EF4-FFF2-40B4-BE49-F238E27FC236}">
                <a16:creationId xmlns:a16="http://schemas.microsoft.com/office/drawing/2014/main" id="{931F4EEC-9FE9-A234-E477-0CC3A1659036}"/>
              </a:ext>
            </a:extLst>
          </p:cNvPr>
          <p:cNvSpPr txBox="1"/>
          <p:nvPr/>
        </p:nvSpPr>
        <p:spPr>
          <a:xfrm>
            <a:off x="8512280" y="5235930"/>
            <a:ext cx="386942" cy="309958"/>
          </a:xfrm>
          <a:prstGeom prst="rect">
            <a:avLst/>
          </a:prstGeom>
          <a:noFill/>
        </p:spPr>
        <p:txBody>
          <a:bodyPr vert="horz" wrap="none" lIns="90000" tIns="46800" rIns="90000" bIns="46800" rtlCol="0" anchor="ctr">
            <a:spAutoFit/>
          </a:bodyPr>
          <a:lstStyle/>
          <a:p>
            <a:pPr algn="l">
              <a:spcBef>
                <a:spcPct val="0"/>
              </a:spcBef>
            </a:pPr>
            <a:r>
              <a:rPr lang="en-IN" sz="1400" b="1" dirty="0">
                <a:solidFill>
                  <a:srgbClr val="7030A0"/>
                </a:solidFill>
              </a:rPr>
              <a:t>15</a:t>
            </a:r>
          </a:p>
        </p:txBody>
      </p:sp>
      <p:sp>
        <p:nvSpPr>
          <p:cNvPr id="38" name="TextBox 37">
            <a:extLst>
              <a:ext uri="{FF2B5EF4-FFF2-40B4-BE49-F238E27FC236}">
                <a16:creationId xmlns:a16="http://schemas.microsoft.com/office/drawing/2014/main" id="{66094B0C-A0CA-820C-FEA7-95EE75C3A4FA}"/>
              </a:ext>
            </a:extLst>
          </p:cNvPr>
          <p:cNvSpPr txBox="1"/>
          <p:nvPr/>
        </p:nvSpPr>
        <p:spPr>
          <a:xfrm>
            <a:off x="11173480" y="5177927"/>
            <a:ext cx="489534" cy="309958"/>
          </a:xfrm>
          <a:prstGeom prst="rect">
            <a:avLst/>
          </a:prstGeom>
          <a:noFill/>
        </p:spPr>
        <p:txBody>
          <a:bodyPr vert="horz" wrap="none" lIns="90000" tIns="46800" rIns="90000" bIns="46800" rtlCol="0" anchor="ctr">
            <a:spAutoFit/>
          </a:bodyPr>
          <a:lstStyle/>
          <a:p>
            <a:pPr algn="l">
              <a:spcBef>
                <a:spcPct val="0"/>
              </a:spcBef>
            </a:pPr>
            <a:r>
              <a:rPr lang="en-US" sz="1400" b="1" dirty="0">
                <a:solidFill>
                  <a:schemeClr val="accent5"/>
                </a:solidFill>
              </a:rPr>
              <a:t>331</a:t>
            </a:r>
            <a:endParaRPr lang="en-IN" sz="1400" b="1" dirty="0">
              <a:solidFill>
                <a:schemeClr val="accent5"/>
              </a:solidFill>
            </a:endParaRPr>
          </a:p>
        </p:txBody>
      </p:sp>
      <p:pic>
        <p:nvPicPr>
          <p:cNvPr id="23" name="Picture 20">
            <a:extLst>
              <a:ext uri="{FF2B5EF4-FFF2-40B4-BE49-F238E27FC236}">
                <a16:creationId xmlns:a16="http://schemas.microsoft.com/office/drawing/2014/main" id="{50B566EC-705B-F9BB-5956-91AD5647A19A}"/>
              </a:ext>
            </a:extLst>
          </p:cNvPr>
          <p:cNvPicPr>
            <a:picLocks noChangeAspect="1" noChangeArrowheads="1"/>
          </p:cNvPicPr>
          <p:nvPr/>
        </p:nvPicPr>
        <p:blipFill>
          <a:blip r:embed="rId10" cstate="print">
            <a:extLst>
              <a:ext uri="{28A0092B-C50C-407E-A947-70E740481C1C}">
                <a14:useLocalDpi xmlns:a14="http://schemas.microsoft.com/office/drawing/2010/main"/>
              </a:ext>
            </a:extLst>
          </a:blip>
          <a:srcRect/>
          <a:stretch>
            <a:fillRect/>
          </a:stretch>
        </p:blipFill>
        <p:spPr bwMode="auto">
          <a:xfrm>
            <a:off x="309568" y="3118813"/>
            <a:ext cx="777670" cy="273625"/>
          </a:xfrm>
          <a:prstGeom prst="rect">
            <a:avLst/>
          </a:prstGeom>
          <a:noFill/>
          <a:extLst>
            <a:ext uri="{909E8E84-426E-40DD-AFC4-6F175D3DCCD1}">
              <a14:hiddenFill xmlns:a14="http://schemas.microsoft.com/office/drawing/2010/main">
                <a:solidFill>
                  <a:srgbClr val="FFFFFF"/>
                </a:solidFill>
              </a14:hiddenFill>
            </a:ext>
          </a:extLst>
        </p:spPr>
      </p:pic>
      <p:sp>
        <p:nvSpPr>
          <p:cNvPr id="27" name="TextBox 26">
            <a:extLst>
              <a:ext uri="{FF2B5EF4-FFF2-40B4-BE49-F238E27FC236}">
                <a16:creationId xmlns:a16="http://schemas.microsoft.com/office/drawing/2014/main" id="{7138450E-4BF3-FA98-BD89-8015C6B40708}"/>
              </a:ext>
            </a:extLst>
          </p:cNvPr>
          <p:cNvSpPr txBox="1"/>
          <p:nvPr/>
        </p:nvSpPr>
        <p:spPr>
          <a:xfrm>
            <a:off x="1211763" y="2797800"/>
            <a:ext cx="489534" cy="309958"/>
          </a:xfrm>
          <a:prstGeom prst="rect">
            <a:avLst/>
          </a:prstGeom>
          <a:noFill/>
        </p:spPr>
        <p:txBody>
          <a:bodyPr vert="horz" wrap="none" lIns="90000" tIns="46800" rIns="90000" bIns="46800" rtlCol="0" anchor="ctr">
            <a:spAutoFit/>
          </a:bodyPr>
          <a:lstStyle/>
          <a:p>
            <a:pPr algn="l">
              <a:spcBef>
                <a:spcPct val="0"/>
              </a:spcBef>
            </a:pPr>
            <a:r>
              <a:rPr lang="en-IN" sz="1400" b="1" dirty="0">
                <a:solidFill>
                  <a:schemeClr val="accent4"/>
                </a:solidFill>
              </a:rPr>
              <a:t>225</a:t>
            </a:r>
          </a:p>
        </p:txBody>
      </p:sp>
      <p:sp>
        <p:nvSpPr>
          <p:cNvPr id="14" name="TextBox 13">
            <a:extLst>
              <a:ext uri="{FF2B5EF4-FFF2-40B4-BE49-F238E27FC236}">
                <a16:creationId xmlns:a16="http://schemas.microsoft.com/office/drawing/2014/main" id="{7753A7D4-C793-FA30-E4D1-5A5BF11F4111}"/>
              </a:ext>
            </a:extLst>
          </p:cNvPr>
          <p:cNvSpPr txBox="1"/>
          <p:nvPr/>
        </p:nvSpPr>
        <p:spPr>
          <a:xfrm>
            <a:off x="1211763" y="3582209"/>
            <a:ext cx="489534" cy="309958"/>
          </a:xfrm>
          <a:prstGeom prst="rect">
            <a:avLst/>
          </a:prstGeom>
          <a:noFill/>
        </p:spPr>
        <p:txBody>
          <a:bodyPr vert="horz" wrap="none" lIns="90000" tIns="46800" rIns="90000" bIns="46800" rtlCol="0" anchor="ctr">
            <a:spAutoFit/>
          </a:bodyPr>
          <a:lstStyle/>
          <a:p>
            <a:pPr algn="l">
              <a:spcBef>
                <a:spcPct val="0"/>
              </a:spcBef>
            </a:pPr>
            <a:r>
              <a:rPr lang="en-IN" sz="1400" b="1" dirty="0">
                <a:solidFill>
                  <a:schemeClr val="accent4"/>
                </a:solidFill>
              </a:rPr>
              <a:t>182</a:t>
            </a:r>
          </a:p>
        </p:txBody>
      </p:sp>
      <p:sp>
        <p:nvSpPr>
          <p:cNvPr id="22" name="TextBox 21">
            <a:extLst>
              <a:ext uri="{FF2B5EF4-FFF2-40B4-BE49-F238E27FC236}">
                <a16:creationId xmlns:a16="http://schemas.microsoft.com/office/drawing/2014/main" id="{61EDB966-4EB4-5A47-F2AA-6873BA8D3006}"/>
              </a:ext>
            </a:extLst>
          </p:cNvPr>
          <p:cNvSpPr txBox="1"/>
          <p:nvPr/>
        </p:nvSpPr>
        <p:spPr>
          <a:xfrm>
            <a:off x="1211763" y="4744427"/>
            <a:ext cx="489534" cy="309958"/>
          </a:xfrm>
          <a:prstGeom prst="rect">
            <a:avLst/>
          </a:prstGeom>
          <a:noFill/>
        </p:spPr>
        <p:txBody>
          <a:bodyPr vert="horz" wrap="none" lIns="90000" tIns="46800" rIns="90000" bIns="46800" rtlCol="0" anchor="ctr">
            <a:spAutoFit/>
          </a:bodyPr>
          <a:lstStyle/>
          <a:p>
            <a:pPr algn="l">
              <a:spcBef>
                <a:spcPct val="0"/>
              </a:spcBef>
            </a:pPr>
            <a:r>
              <a:rPr lang="en-IN" sz="1400" b="1" dirty="0">
                <a:solidFill>
                  <a:schemeClr val="accent4"/>
                </a:solidFill>
              </a:rPr>
              <a:t>140</a:t>
            </a:r>
          </a:p>
        </p:txBody>
      </p:sp>
      <p:sp>
        <p:nvSpPr>
          <p:cNvPr id="33" name="TextBox 32">
            <a:extLst>
              <a:ext uri="{FF2B5EF4-FFF2-40B4-BE49-F238E27FC236}">
                <a16:creationId xmlns:a16="http://schemas.microsoft.com/office/drawing/2014/main" id="{06B208A6-CB85-8F2F-4DCE-3BC6C1F84273}"/>
              </a:ext>
            </a:extLst>
          </p:cNvPr>
          <p:cNvSpPr txBox="1"/>
          <p:nvPr/>
        </p:nvSpPr>
        <p:spPr>
          <a:xfrm>
            <a:off x="1211763" y="4012382"/>
            <a:ext cx="489534" cy="309958"/>
          </a:xfrm>
          <a:prstGeom prst="rect">
            <a:avLst/>
          </a:prstGeom>
          <a:noFill/>
        </p:spPr>
        <p:txBody>
          <a:bodyPr vert="horz" wrap="none" lIns="90000" tIns="46800" rIns="90000" bIns="46800" rtlCol="0" anchor="ctr">
            <a:spAutoFit/>
          </a:bodyPr>
          <a:lstStyle/>
          <a:p>
            <a:pPr algn="l">
              <a:spcBef>
                <a:spcPct val="0"/>
              </a:spcBef>
            </a:pPr>
            <a:r>
              <a:rPr lang="en-IN" sz="1400" b="1" dirty="0">
                <a:solidFill>
                  <a:schemeClr val="accent4"/>
                </a:solidFill>
              </a:rPr>
              <a:t>164</a:t>
            </a:r>
          </a:p>
        </p:txBody>
      </p:sp>
      <p:pic>
        <p:nvPicPr>
          <p:cNvPr id="35" name="Picture 82">
            <a:extLst>
              <a:ext uri="{FF2B5EF4-FFF2-40B4-BE49-F238E27FC236}">
                <a16:creationId xmlns:a16="http://schemas.microsoft.com/office/drawing/2014/main" id="{A2E91687-4712-0BBB-C808-512955145D5D}"/>
              </a:ext>
            </a:extLst>
          </p:cNvPr>
          <p:cNvPicPr>
            <a:picLocks noChangeAspect="1" noChangeArrowheads="1"/>
          </p:cNvPicPr>
          <p:nvPr/>
        </p:nvPicPr>
        <p:blipFill>
          <a:blip r:embed="rId11" cstate="print">
            <a:extLst>
              <a:ext uri="{28A0092B-C50C-407E-A947-70E740481C1C}">
                <a14:useLocalDpi xmlns:a14="http://schemas.microsoft.com/office/drawing/2010/main"/>
              </a:ext>
            </a:extLst>
          </a:blip>
          <a:srcRect/>
          <a:stretch>
            <a:fillRect/>
          </a:stretch>
        </p:blipFill>
        <p:spPr bwMode="auto">
          <a:xfrm>
            <a:off x="172716" y="4764284"/>
            <a:ext cx="1005173" cy="246300"/>
          </a:xfrm>
          <a:prstGeom prst="rect">
            <a:avLst/>
          </a:prstGeom>
          <a:noFill/>
          <a:extLst>
            <a:ext uri="{909E8E84-426E-40DD-AFC4-6F175D3DCCD1}">
              <a14:hiddenFill xmlns:a14="http://schemas.microsoft.com/office/drawing/2010/main">
                <a:solidFill>
                  <a:srgbClr val="FFFFFF"/>
                </a:solidFill>
              </a14:hiddenFill>
            </a:ext>
          </a:extLst>
        </p:spPr>
      </p:pic>
      <p:grpSp>
        <p:nvGrpSpPr>
          <p:cNvPr id="41" name="Group 40">
            <a:extLst>
              <a:ext uri="{FF2B5EF4-FFF2-40B4-BE49-F238E27FC236}">
                <a16:creationId xmlns:a16="http://schemas.microsoft.com/office/drawing/2014/main" id="{FA6BECD6-12AD-E92A-E0F6-18AA7B7C660D}"/>
              </a:ext>
            </a:extLst>
          </p:cNvPr>
          <p:cNvGrpSpPr/>
          <p:nvPr/>
        </p:nvGrpSpPr>
        <p:grpSpPr>
          <a:xfrm>
            <a:off x="4094486" y="3624408"/>
            <a:ext cx="783025" cy="344272"/>
            <a:chOff x="4113174" y="3536546"/>
            <a:chExt cx="783025" cy="344272"/>
          </a:xfrm>
        </p:grpSpPr>
        <p:pic>
          <p:nvPicPr>
            <p:cNvPr id="39" name="Picture 52">
              <a:extLst>
                <a:ext uri="{FF2B5EF4-FFF2-40B4-BE49-F238E27FC236}">
                  <a16:creationId xmlns:a16="http://schemas.microsoft.com/office/drawing/2014/main" id="{7B63ED30-F8B1-A987-144B-F6619CA19DFB}"/>
                </a:ext>
              </a:extLst>
            </p:cNvPr>
            <p:cNvPicPr>
              <a:picLocks noChangeAspect="1" noChangeArrowheads="1"/>
            </p:cNvPicPr>
            <p:nvPr/>
          </p:nvPicPr>
          <p:blipFill rotWithShape="1">
            <a:blip r:embed="rId12" cstate="print">
              <a:extLst>
                <a:ext uri="{28A0092B-C50C-407E-A947-70E740481C1C}">
                  <a14:useLocalDpi xmlns:a14="http://schemas.microsoft.com/office/drawing/2010/main"/>
                </a:ext>
              </a:extLst>
            </a:blip>
            <a:srcRect r="72157" b="-3238"/>
            <a:stretch>
              <a:fillRect/>
            </a:stretch>
          </p:blipFill>
          <p:spPr bwMode="auto">
            <a:xfrm>
              <a:off x="4113174" y="3536546"/>
              <a:ext cx="337314" cy="329882"/>
            </a:xfrm>
            <a:prstGeom prst="rect">
              <a:avLst/>
            </a:prstGeom>
            <a:noFill/>
            <a:extLst>
              <a:ext uri="{909E8E84-426E-40DD-AFC4-6F175D3DCCD1}">
                <a14:hiddenFill xmlns:a14="http://schemas.microsoft.com/office/drawing/2010/main">
                  <a:solidFill>
                    <a:srgbClr val="FFFFFF"/>
                  </a:solidFill>
                </a14:hiddenFill>
              </a:ext>
            </a:extLst>
          </p:spPr>
        </p:pic>
        <p:sp>
          <p:nvSpPr>
            <p:cNvPr id="40" name="TextBox 39">
              <a:extLst>
                <a:ext uri="{FF2B5EF4-FFF2-40B4-BE49-F238E27FC236}">
                  <a16:creationId xmlns:a16="http://schemas.microsoft.com/office/drawing/2014/main" id="{FABD2E87-29A1-920D-13A0-2D7DDC1CCB0C}"/>
                </a:ext>
              </a:extLst>
            </p:cNvPr>
            <p:cNvSpPr txBox="1"/>
            <p:nvPr/>
          </p:nvSpPr>
          <p:spPr>
            <a:xfrm>
              <a:off x="4355369" y="3632416"/>
              <a:ext cx="540830" cy="248402"/>
            </a:xfrm>
            <a:prstGeom prst="rect">
              <a:avLst/>
            </a:prstGeom>
            <a:noFill/>
          </p:spPr>
          <p:txBody>
            <a:bodyPr vert="horz" wrap="none" lIns="90000" tIns="46800" rIns="90000" bIns="46800" rtlCol="0" anchor="ctr">
              <a:spAutoFit/>
            </a:bodyPr>
            <a:lstStyle/>
            <a:p>
              <a:pPr algn="l">
                <a:spcBef>
                  <a:spcPct val="0"/>
                </a:spcBef>
              </a:pPr>
              <a:r>
                <a:rPr lang="en-IN" sz="1000" b="1" dirty="0">
                  <a:solidFill>
                    <a:srgbClr val="EE3023"/>
                  </a:solidFill>
                </a:rPr>
                <a:t>Egypt</a:t>
              </a:r>
            </a:p>
          </p:txBody>
        </p:sp>
      </p:grpSp>
      <p:pic>
        <p:nvPicPr>
          <p:cNvPr id="49" name="Picture 92">
            <a:extLst>
              <a:ext uri="{FF2B5EF4-FFF2-40B4-BE49-F238E27FC236}">
                <a16:creationId xmlns:a16="http://schemas.microsoft.com/office/drawing/2014/main" id="{C684A504-B89A-17DB-5930-54C1D1E9593F}"/>
              </a:ext>
            </a:extLst>
          </p:cNvPr>
          <p:cNvPicPr>
            <a:picLocks noChangeAspect="1" noChangeArrowheads="1"/>
          </p:cNvPicPr>
          <p:nvPr/>
        </p:nvPicPr>
        <p:blipFill>
          <a:blip r:embed="rId13" cstate="print">
            <a:extLst>
              <a:ext uri="{28A0092B-C50C-407E-A947-70E740481C1C}">
                <a14:useLocalDpi xmlns:a14="http://schemas.microsoft.com/office/drawing/2010/main"/>
              </a:ext>
            </a:extLst>
          </a:blip>
          <a:srcRect/>
          <a:stretch>
            <a:fillRect/>
          </a:stretch>
        </p:blipFill>
        <p:spPr bwMode="auto">
          <a:xfrm>
            <a:off x="3842596" y="3353997"/>
            <a:ext cx="1034915" cy="248560"/>
          </a:xfrm>
          <a:prstGeom prst="rect">
            <a:avLst/>
          </a:prstGeom>
          <a:noFill/>
          <a:extLst>
            <a:ext uri="{909E8E84-426E-40DD-AFC4-6F175D3DCCD1}">
              <a14:hiddenFill xmlns:a14="http://schemas.microsoft.com/office/drawing/2010/main">
                <a:solidFill>
                  <a:srgbClr val="FFFFFF"/>
                </a:solidFill>
              </a14:hiddenFill>
            </a:ext>
          </a:extLst>
        </p:spPr>
      </p:pic>
      <p:pic>
        <p:nvPicPr>
          <p:cNvPr id="50" name="Picture 94" descr="Orange Wordmark Logo Vector Download ...">
            <a:extLst>
              <a:ext uri="{FF2B5EF4-FFF2-40B4-BE49-F238E27FC236}">
                <a16:creationId xmlns:a16="http://schemas.microsoft.com/office/drawing/2014/main" id="{520C7150-334A-88AA-B4EF-5251AA5CEEF4}"/>
              </a:ext>
            </a:extLst>
          </p:cNvPr>
          <p:cNvPicPr>
            <a:picLocks noChangeAspect="1" noChangeArrowheads="1"/>
          </p:cNvPicPr>
          <p:nvPr/>
        </p:nvPicPr>
        <p:blipFill rotWithShape="1">
          <a:blip r:embed="rId14" cstate="print">
            <a:extLst>
              <a:ext uri="{28A0092B-C50C-407E-A947-70E740481C1C}">
                <a14:useLocalDpi xmlns:a14="http://schemas.microsoft.com/office/drawing/2010/main"/>
              </a:ext>
            </a:extLst>
          </a:blip>
          <a:srcRect l="13904" t="35568" r="13196" b="35050"/>
          <a:stretch>
            <a:fillRect/>
          </a:stretch>
        </p:blipFill>
        <p:spPr bwMode="auto">
          <a:xfrm>
            <a:off x="4085839" y="4039814"/>
            <a:ext cx="866578" cy="248560"/>
          </a:xfrm>
          <a:prstGeom prst="rect">
            <a:avLst/>
          </a:prstGeom>
          <a:noFill/>
          <a:extLst>
            <a:ext uri="{909E8E84-426E-40DD-AFC4-6F175D3DCCD1}">
              <a14:hiddenFill xmlns:a14="http://schemas.microsoft.com/office/drawing/2010/main">
                <a:solidFill>
                  <a:srgbClr val="FFFFFF"/>
                </a:solidFill>
              </a14:hiddenFill>
            </a:ext>
          </a:extLst>
        </p:spPr>
      </p:pic>
      <p:pic>
        <p:nvPicPr>
          <p:cNvPr id="51" name="Picture 50" descr="STMicroelectronics logo in transparent ...">
            <a:extLst>
              <a:ext uri="{FF2B5EF4-FFF2-40B4-BE49-F238E27FC236}">
                <a16:creationId xmlns:a16="http://schemas.microsoft.com/office/drawing/2014/main" id="{45ADE44F-D44B-4BB4-CC99-CEDF19F6A3E1}"/>
              </a:ext>
            </a:extLst>
          </p:cNvPr>
          <p:cNvPicPr>
            <a:picLocks noChangeAspect="1" noChangeArrowheads="1"/>
          </p:cNvPicPr>
          <p:nvPr/>
        </p:nvPicPr>
        <p:blipFill>
          <a:blip r:embed="rId15" cstate="print">
            <a:extLst>
              <a:ext uri="{28A0092B-C50C-407E-A947-70E740481C1C}">
                <a14:useLocalDpi xmlns:a14="http://schemas.microsoft.com/office/drawing/2010/main"/>
              </a:ext>
            </a:extLst>
          </a:blip>
          <a:srcRect/>
          <a:stretch>
            <a:fillRect/>
          </a:stretch>
        </p:blipFill>
        <p:spPr bwMode="auto">
          <a:xfrm>
            <a:off x="4215089" y="4373880"/>
            <a:ext cx="422461" cy="224947"/>
          </a:xfrm>
          <a:prstGeom prst="rect">
            <a:avLst/>
          </a:prstGeom>
          <a:noFill/>
          <a:extLst>
            <a:ext uri="{909E8E84-426E-40DD-AFC4-6F175D3DCCD1}">
              <a14:hiddenFill xmlns:a14="http://schemas.microsoft.com/office/drawing/2010/main">
                <a:solidFill>
                  <a:srgbClr val="FFFFFF"/>
                </a:solidFill>
              </a14:hiddenFill>
            </a:ext>
          </a:extLst>
        </p:spPr>
      </p:pic>
      <p:sp>
        <p:nvSpPr>
          <p:cNvPr id="53" name="TextBox 52">
            <a:extLst>
              <a:ext uri="{FF2B5EF4-FFF2-40B4-BE49-F238E27FC236}">
                <a16:creationId xmlns:a16="http://schemas.microsoft.com/office/drawing/2014/main" id="{C880330D-8687-1E34-CDC4-5A1E0A772BC8}"/>
              </a:ext>
            </a:extLst>
          </p:cNvPr>
          <p:cNvSpPr txBox="1"/>
          <p:nvPr/>
        </p:nvSpPr>
        <p:spPr>
          <a:xfrm>
            <a:off x="5062417" y="3327920"/>
            <a:ext cx="489534" cy="309958"/>
          </a:xfrm>
          <a:prstGeom prst="rect">
            <a:avLst/>
          </a:prstGeom>
          <a:noFill/>
        </p:spPr>
        <p:txBody>
          <a:bodyPr vert="horz" wrap="none" lIns="90000" tIns="46800" rIns="90000" bIns="46800" rtlCol="0" anchor="ctr">
            <a:spAutoFit/>
          </a:bodyPr>
          <a:lstStyle/>
          <a:p>
            <a:pPr algn="l">
              <a:spcBef>
                <a:spcPct val="0"/>
              </a:spcBef>
            </a:pPr>
            <a:r>
              <a:rPr lang="en-US" sz="1400" b="1" dirty="0">
                <a:solidFill>
                  <a:schemeClr val="accent2"/>
                </a:solidFill>
              </a:rPr>
              <a:t>245</a:t>
            </a:r>
            <a:endParaRPr lang="en-IN" sz="1400" b="1" dirty="0">
              <a:solidFill>
                <a:schemeClr val="accent2"/>
              </a:solidFill>
            </a:endParaRPr>
          </a:p>
        </p:txBody>
      </p:sp>
      <p:sp>
        <p:nvSpPr>
          <p:cNvPr id="54" name="TextBox 53">
            <a:extLst>
              <a:ext uri="{FF2B5EF4-FFF2-40B4-BE49-F238E27FC236}">
                <a16:creationId xmlns:a16="http://schemas.microsoft.com/office/drawing/2014/main" id="{1CA00B4A-C31D-731E-CD24-64BE0BA2A439}"/>
              </a:ext>
            </a:extLst>
          </p:cNvPr>
          <p:cNvSpPr txBox="1"/>
          <p:nvPr/>
        </p:nvSpPr>
        <p:spPr>
          <a:xfrm>
            <a:off x="5048167" y="3987527"/>
            <a:ext cx="489534" cy="309958"/>
          </a:xfrm>
          <a:prstGeom prst="rect">
            <a:avLst/>
          </a:prstGeom>
          <a:noFill/>
        </p:spPr>
        <p:txBody>
          <a:bodyPr vert="horz" wrap="none" lIns="90000" tIns="46800" rIns="90000" bIns="46800" rtlCol="0" anchor="ctr">
            <a:spAutoFit/>
          </a:bodyPr>
          <a:lstStyle/>
          <a:p>
            <a:pPr algn="l">
              <a:spcBef>
                <a:spcPct val="0"/>
              </a:spcBef>
            </a:pPr>
            <a:r>
              <a:rPr lang="en-IN" sz="1400" b="1" dirty="0">
                <a:solidFill>
                  <a:schemeClr val="accent2"/>
                </a:solidFill>
              </a:rPr>
              <a:t>132</a:t>
            </a:r>
          </a:p>
        </p:txBody>
      </p:sp>
      <p:sp>
        <p:nvSpPr>
          <p:cNvPr id="55" name="TextBox 54">
            <a:extLst>
              <a:ext uri="{FF2B5EF4-FFF2-40B4-BE49-F238E27FC236}">
                <a16:creationId xmlns:a16="http://schemas.microsoft.com/office/drawing/2014/main" id="{E367C945-53A4-EEF0-E45D-FFD78DF3A84E}"/>
              </a:ext>
            </a:extLst>
          </p:cNvPr>
          <p:cNvSpPr txBox="1"/>
          <p:nvPr/>
        </p:nvSpPr>
        <p:spPr>
          <a:xfrm>
            <a:off x="5043442" y="4305175"/>
            <a:ext cx="489534" cy="309958"/>
          </a:xfrm>
          <a:prstGeom prst="rect">
            <a:avLst/>
          </a:prstGeom>
          <a:noFill/>
        </p:spPr>
        <p:txBody>
          <a:bodyPr vert="horz" wrap="none" lIns="90000" tIns="46800" rIns="90000" bIns="46800" rtlCol="0" anchor="ctr">
            <a:spAutoFit/>
          </a:bodyPr>
          <a:lstStyle/>
          <a:p>
            <a:pPr algn="l">
              <a:spcBef>
                <a:spcPct val="0"/>
              </a:spcBef>
            </a:pPr>
            <a:r>
              <a:rPr lang="en-IN" sz="1400" b="1" dirty="0">
                <a:solidFill>
                  <a:schemeClr val="accent2"/>
                </a:solidFill>
              </a:rPr>
              <a:t>140</a:t>
            </a:r>
          </a:p>
        </p:txBody>
      </p:sp>
      <p:pic>
        <p:nvPicPr>
          <p:cNvPr id="65" name="Picture 80" descr="Nuuday Design Guide — nuuday Logo">
            <a:extLst>
              <a:ext uri="{FF2B5EF4-FFF2-40B4-BE49-F238E27FC236}">
                <a16:creationId xmlns:a16="http://schemas.microsoft.com/office/drawing/2014/main" id="{A4472AE7-FC5B-8002-B4F8-7F6B640DCC19}"/>
              </a:ext>
            </a:extLst>
          </p:cNvPr>
          <p:cNvPicPr>
            <a:picLocks noChangeAspect="1" noChangeArrowheads="1"/>
          </p:cNvPicPr>
          <p:nvPr/>
        </p:nvPicPr>
        <p:blipFill rotWithShape="1">
          <a:blip r:embed="rId16" cstate="print">
            <a:extLst>
              <a:ext uri="{28A0092B-C50C-407E-A947-70E740481C1C}">
                <a14:useLocalDpi xmlns:a14="http://schemas.microsoft.com/office/drawing/2010/main"/>
              </a:ext>
            </a:extLst>
          </a:blip>
          <a:srcRect l="5554" t="23342" r="10739" b="11796"/>
          <a:stretch>
            <a:fillRect/>
          </a:stretch>
        </p:blipFill>
        <p:spPr bwMode="auto">
          <a:xfrm>
            <a:off x="7729407" y="1891977"/>
            <a:ext cx="655581" cy="165876"/>
          </a:xfrm>
          <a:prstGeom prst="rect">
            <a:avLst/>
          </a:prstGeom>
          <a:noFill/>
          <a:extLst>
            <a:ext uri="{909E8E84-426E-40DD-AFC4-6F175D3DCCD1}">
              <a14:hiddenFill xmlns:a14="http://schemas.microsoft.com/office/drawing/2010/main">
                <a:solidFill>
                  <a:srgbClr val="FFFFFF"/>
                </a:solidFill>
              </a14:hiddenFill>
            </a:ext>
          </a:extLst>
        </p:spPr>
      </p:pic>
      <p:sp>
        <p:nvSpPr>
          <p:cNvPr id="67" name="TextBox 66">
            <a:extLst>
              <a:ext uri="{FF2B5EF4-FFF2-40B4-BE49-F238E27FC236}">
                <a16:creationId xmlns:a16="http://schemas.microsoft.com/office/drawing/2014/main" id="{7C56D9B0-934F-D226-6AFE-5D4E442F9E1B}"/>
              </a:ext>
            </a:extLst>
          </p:cNvPr>
          <p:cNvSpPr txBox="1"/>
          <p:nvPr/>
        </p:nvSpPr>
        <p:spPr>
          <a:xfrm>
            <a:off x="8713015" y="1794101"/>
            <a:ext cx="489534" cy="309958"/>
          </a:xfrm>
          <a:prstGeom prst="rect">
            <a:avLst/>
          </a:prstGeom>
          <a:noFill/>
        </p:spPr>
        <p:txBody>
          <a:bodyPr vert="horz" wrap="none" lIns="90000" tIns="46800" rIns="90000" bIns="46800" rtlCol="0" anchor="ctr">
            <a:spAutoFit/>
          </a:bodyPr>
          <a:lstStyle/>
          <a:p>
            <a:pPr algn="l">
              <a:spcBef>
                <a:spcPct val="0"/>
              </a:spcBef>
            </a:pPr>
            <a:r>
              <a:rPr lang="en-IN" sz="1400" b="1" dirty="0">
                <a:solidFill>
                  <a:schemeClr val="accent6"/>
                </a:solidFill>
              </a:rPr>
              <a:t>171</a:t>
            </a:r>
          </a:p>
        </p:txBody>
      </p:sp>
      <p:pic>
        <p:nvPicPr>
          <p:cNvPr id="68" name="Picture 92">
            <a:extLst>
              <a:ext uri="{FF2B5EF4-FFF2-40B4-BE49-F238E27FC236}">
                <a16:creationId xmlns:a16="http://schemas.microsoft.com/office/drawing/2014/main" id="{DC56B666-4653-8446-6704-758C17C0CD77}"/>
              </a:ext>
            </a:extLst>
          </p:cNvPr>
          <p:cNvPicPr>
            <a:picLocks noChangeAspect="1" noChangeArrowheads="1"/>
          </p:cNvPicPr>
          <p:nvPr/>
        </p:nvPicPr>
        <p:blipFill>
          <a:blip r:embed="rId13" cstate="print">
            <a:extLst>
              <a:ext uri="{28A0092B-C50C-407E-A947-70E740481C1C}">
                <a14:useLocalDpi xmlns:a14="http://schemas.microsoft.com/office/drawing/2010/main"/>
              </a:ext>
            </a:extLst>
          </a:blip>
          <a:srcRect/>
          <a:stretch>
            <a:fillRect/>
          </a:stretch>
        </p:blipFill>
        <p:spPr bwMode="auto">
          <a:xfrm>
            <a:off x="7612066" y="1436839"/>
            <a:ext cx="1034915" cy="248560"/>
          </a:xfrm>
          <a:prstGeom prst="rect">
            <a:avLst/>
          </a:prstGeom>
          <a:noFill/>
          <a:extLst>
            <a:ext uri="{909E8E84-426E-40DD-AFC4-6F175D3DCCD1}">
              <a14:hiddenFill xmlns:a14="http://schemas.microsoft.com/office/drawing/2010/main">
                <a:solidFill>
                  <a:srgbClr val="FFFFFF"/>
                </a:solidFill>
              </a14:hiddenFill>
            </a:ext>
          </a:extLst>
        </p:spPr>
      </p:pic>
      <p:sp>
        <p:nvSpPr>
          <p:cNvPr id="69" name="TextBox 68">
            <a:extLst>
              <a:ext uri="{FF2B5EF4-FFF2-40B4-BE49-F238E27FC236}">
                <a16:creationId xmlns:a16="http://schemas.microsoft.com/office/drawing/2014/main" id="{28ADE385-08E1-BE48-CEDE-6DCE05331E5C}"/>
              </a:ext>
            </a:extLst>
          </p:cNvPr>
          <p:cNvSpPr txBox="1"/>
          <p:nvPr/>
        </p:nvSpPr>
        <p:spPr>
          <a:xfrm>
            <a:off x="8729391" y="1441444"/>
            <a:ext cx="489534" cy="309958"/>
          </a:xfrm>
          <a:prstGeom prst="rect">
            <a:avLst/>
          </a:prstGeom>
          <a:noFill/>
        </p:spPr>
        <p:txBody>
          <a:bodyPr vert="horz" wrap="none" lIns="90000" tIns="46800" rIns="90000" bIns="46800" rtlCol="0" anchor="ctr">
            <a:spAutoFit/>
          </a:bodyPr>
          <a:lstStyle/>
          <a:p>
            <a:pPr algn="l">
              <a:spcBef>
                <a:spcPct val="0"/>
              </a:spcBef>
            </a:pPr>
            <a:r>
              <a:rPr lang="en-IN" sz="1400" b="1" dirty="0">
                <a:solidFill>
                  <a:schemeClr val="accent6"/>
                </a:solidFill>
              </a:rPr>
              <a:t>201</a:t>
            </a:r>
          </a:p>
        </p:txBody>
      </p:sp>
      <p:sp>
        <p:nvSpPr>
          <p:cNvPr id="74" name="Rectangle 73">
            <a:extLst>
              <a:ext uri="{FF2B5EF4-FFF2-40B4-BE49-F238E27FC236}">
                <a16:creationId xmlns:a16="http://schemas.microsoft.com/office/drawing/2014/main" id="{8ACCF53A-AC6D-5395-BE58-99EC1D94C1D4}"/>
              </a:ext>
            </a:extLst>
          </p:cNvPr>
          <p:cNvSpPr/>
          <p:nvPr/>
        </p:nvSpPr>
        <p:spPr>
          <a:xfrm>
            <a:off x="12093700" y="0"/>
            <a:ext cx="108000" cy="6858000"/>
          </a:xfrm>
          <a:prstGeom prst="rect">
            <a:avLst/>
          </a:prstGeom>
          <a:gradFill>
            <a:gsLst>
              <a:gs pos="0">
                <a:schemeClr val="accent1"/>
              </a:gs>
              <a:gs pos="56000">
                <a:schemeClr val="accent2"/>
              </a:gs>
              <a:gs pos="83000">
                <a:schemeClr val="accent4"/>
              </a:gs>
            </a:gsLst>
            <a:lin ang="5400000" scaled="1"/>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sz="1400" err="1">
              <a:solidFill>
                <a:schemeClr val="tx1"/>
              </a:solidFill>
            </a:endParaRPr>
          </a:p>
        </p:txBody>
      </p:sp>
      <p:sp>
        <p:nvSpPr>
          <p:cNvPr id="75" name="Rectangle 74">
            <a:extLst>
              <a:ext uri="{FF2B5EF4-FFF2-40B4-BE49-F238E27FC236}">
                <a16:creationId xmlns:a16="http://schemas.microsoft.com/office/drawing/2014/main" id="{AA909EA1-A135-013B-75B4-DCCAF160C874}"/>
              </a:ext>
            </a:extLst>
          </p:cNvPr>
          <p:cNvSpPr/>
          <p:nvPr/>
        </p:nvSpPr>
        <p:spPr>
          <a:xfrm>
            <a:off x="-17978" y="0"/>
            <a:ext cx="108000" cy="6858000"/>
          </a:xfrm>
          <a:prstGeom prst="rect">
            <a:avLst/>
          </a:prstGeom>
          <a:gradFill>
            <a:gsLst>
              <a:gs pos="0">
                <a:schemeClr val="accent1"/>
              </a:gs>
              <a:gs pos="56000">
                <a:schemeClr val="accent2"/>
              </a:gs>
              <a:gs pos="83000">
                <a:schemeClr val="accent4"/>
              </a:gs>
            </a:gsLst>
            <a:lin ang="5400000" scaled="1"/>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sz="1400" err="1">
              <a:solidFill>
                <a:schemeClr val="tx1"/>
              </a:solidFill>
            </a:endParaRPr>
          </a:p>
        </p:txBody>
      </p:sp>
      <p:pic>
        <p:nvPicPr>
          <p:cNvPr id="18" name="Picture 18" descr="PRS for Music - Wikipedia">
            <a:extLst>
              <a:ext uri="{FF2B5EF4-FFF2-40B4-BE49-F238E27FC236}">
                <a16:creationId xmlns:a16="http://schemas.microsoft.com/office/drawing/2014/main" id="{E8E00F72-FF8E-5C56-CA96-94EDB3F263F1}"/>
              </a:ext>
            </a:extLst>
          </p:cNvPr>
          <p:cNvPicPr>
            <a:picLocks noChangeAspect="1" noChangeArrowheads="1"/>
          </p:cNvPicPr>
          <p:nvPr/>
        </p:nvPicPr>
        <p:blipFill>
          <a:blip r:embed="rId17" cstate="print">
            <a:extLst>
              <a:ext uri="{28A0092B-C50C-407E-A947-70E740481C1C}">
                <a14:useLocalDpi xmlns:a14="http://schemas.microsoft.com/office/drawing/2010/main"/>
              </a:ext>
            </a:extLst>
          </a:blip>
          <a:srcRect/>
          <a:stretch>
            <a:fillRect/>
          </a:stretch>
        </p:blipFill>
        <p:spPr bwMode="auto">
          <a:xfrm>
            <a:off x="7881977" y="2072507"/>
            <a:ext cx="457202" cy="338084"/>
          </a:xfrm>
          <a:prstGeom prst="rect">
            <a:avLst/>
          </a:prstGeom>
          <a:noFill/>
          <a:extLst>
            <a:ext uri="{909E8E84-426E-40DD-AFC4-6F175D3DCCD1}">
              <a14:hiddenFill xmlns:a14="http://schemas.microsoft.com/office/drawing/2010/main">
                <a:solidFill>
                  <a:srgbClr val="FFFFFF"/>
                </a:solidFill>
              </a14:hiddenFill>
            </a:ext>
          </a:extLst>
        </p:spPr>
      </p:pic>
      <p:sp>
        <p:nvSpPr>
          <p:cNvPr id="20" name="TextBox 19">
            <a:extLst>
              <a:ext uri="{FF2B5EF4-FFF2-40B4-BE49-F238E27FC236}">
                <a16:creationId xmlns:a16="http://schemas.microsoft.com/office/drawing/2014/main" id="{2CF6245A-028B-912B-CAF8-AA6546ACE10C}"/>
              </a:ext>
            </a:extLst>
          </p:cNvPr>
          <p:cNvSpPr txBox="1"/>
          <p:nvPr/>
        </p:nvSpPr>
        <p:spPr>
          <a:xfrm>
            <a:off x="8702115" y="2071858"/>
            <a:ext cx="489534" cy="309958"/>
          </a:xfrm>
          <a:prstGeom prst="rect">
            <a:avLst/>
          </a:prstGeom>
          <a:noFill/>
        </p:spPr>
        <p:txBody>
          <a:bodyPr vert="horz" wrap="square" lIns="90000" tIns="46800" rIns="90000" bIns="46800" rtlCol="0" anchor="ctr">
            <a:spAutoFit/>
          </a:bodyPr>
          <a:lstStyle/>
          <a:p>
            <a:pPr algn="l">
              <a:spcBef>
                <a:spcPct val="0"/>
              </a:spcBef>
            </a:pPr>
            <a:r>
              <a:rPr lang="en-IN" sz="1400" b="1" dirty="0">
                <a:solidFill>
                  <a:schemeClr val="accent6"/>
                </a:solidFill>
              </a:rPr>
              <a:t>123</a:t>
            </a:r>
          </a:p>
        </p:txBody>
      </p:sp>
      <p:pic>
        <p:nvPicPr>
          <p:cNvPr id="25" name="Picture 108">
            <a:extLst>
              <a:ext uri="{FF2B5EF4-FFF2-40B4-BE49-F238E27FC236}">
                <a16:creationId xmlns:a16="http://schemas.microsoft.com/office/drawing/2014/main" id="{C5DA9DD1-D481-A06B-00AB-DEBCE8D96E20}"/>
              </a:ext>
            </a:extLst>
          </p:cNvPr>
          <p:cNvPicPr>
            <a:picLocks noChangeAspect="1" noChangeArrowheads="1"/>
          </p:cNvPicPr>
          <p:nvPr/>
        </p:nvPicPr>
        <p:blipFill>
          <a:blip r:embed="rId18" cstate="print">
            <a:extLst>
              <a:ext uri="{28A0092B-C50C-407E-A947-70E740481C1C}">
                <a14:useLocalDpi xmlns:a14="http://schemas.microsoft.com/office/drawing/2010/main"/>
              </a:ext>
            </a:extLst>
          </a:blip>
          <a:srcRect/>
          <a:stretch>
            <a:fillRect/>
          </a:stretch>
        </p:blipFill>
        <p:spPr bwMode="auto">
          <a:xfrm>
            <a:off x="401022" y="5113719"/>
            <a:ext cx="739819" cy="170497"/>
          </a:xfrm>
          <a:prstGeom prst="rect">
            <a:avLst/>
          </a:prstGeom>
          <a:noFill/>
          <a:extLst>
            <a:ext uri="{909E8E84-426E-40DD-AFC4-6F175D3DCCD1}">
              <a14:hiddenFill xmlns:a14="http://schemas.microsoft.com/office/drawing/2010/main">
                <a:solidFill>
                  <a:srgbClr val="FFFFFF"/>
                </a:solidFill>
              </a14:hiddenFill>
            </a:ext>
          </a:extLst>
        </p:spPr>
      </p:pic>
      <p:sp>
        <p:nvSpPr>
          <p:cNvPr id="28" name="TextBox 27">
            <a:extLst>
              <a:ext uri="{FF2B5EF4-FFF2-40B4-BE49-F238E27FC236}">
                <a16:creationId xmlns:a16="http://schemas.microsoft.com/office/drawing/2014/main" id="{6D60CF09-21E3-683D-A488-6C28301E0C9B}"/>
              </a:ext>
            </a:extLst>
          </p:cNvPr>
          <p:cNvSpPr txBox="1"/>
          <p:nvPr/>
        </p:nvSpPr>
        <p:spPr>
          <a:xfrm>
            <a:off x="1207660" y="5063091"/>
            <a:ext cx="489534" cy="309958"/>
          </a:xfrm>
          <a:prstGeom prst="rect">
            <a:avLst/>
          </a:prstGeom>
          <a:noFill/>
        </p:spPr>
        <p:txBody>
          <a:bodyPr vert="horz" wrap="none" lIns="90000" tIns="46800" rIns="90000" bIns="46800" rtlCol="0" anchor="ctr">
            <a:spAutoFit/>
          </a:bodyPr>
          <a:lstStyle/>
          <a:p>
            <a:pPr algn="l">
              <a:spcBef>
                <a:spcPct val="0"/>
              </a:spcBef>
            </a:pPr>
            <a:r>
              <a:rPr lang="en-IN" sz="1400" b="1" dirty="0">
                <a:solidFill>
                  <a:schemeClr val="accent4"/>
                </a:solidFill>
              </a:rPr>
              <a:t>120</a:t>
            </a:r>
          </a:p>
        </p:txBody>
      </p:sp>
      <p:sp>
        <p:nvSpPr>
          <p:cNvPr id="42" name="TextBox 41">
            <a:extLst>
              <a:ext uri="{FF2B5EF4-FFF2-40B4-BE49-F238E27FC236}">
                <a16:creationId xmlns:a16="http://schemas.microsoft.com/office/drawing/2014/main" id="{1CF66C66-78DA-C9C6-5E32-70BE0C50E7E9}"/>
              </a:ext>
            </a:extLst>
          </p:cNvPr>
          <p:cNvSpPr txBox="1"/>
          <p:nvPr/>
        </p:nvSpPr>
        <p:spPr>
          <a:xfrm>
            <a:off x="7914404" y="1600876"/>
            <a:ext cx="728382" cy="248402"/>
          </a:xfrm>
          <a:prstGeom prst="rect">
            <a:avLst/>
          </a:prstGeom>
          <a:noFill/>
        </p:spPr>
        <p:txBody>
          <a:bodyPr vert="horz" wrap="none" lIns="90000" tIns="46800" rIns="90000" bIns="46800" rtlCol="0" anchor="ctr">
            <a:spAutoFit/>
          </a:bodyPr>
          <a:lstStyle/>
          <a:p>
            <a:pPr algn="l">
              <a:spcBef>
                <a:spcPct val="0"/>
              </a:spcBef>
            </a:pPr>
            <a:r>
              <a:rPr lang="en-IN" sz="1000" b="1" dirty="0">
                <a:solidFill>
                  <a:schemeClr val="tx2">
                    <a:lumMod val="60000"/>
                    <a:lumOff val="40000"/>
                  </a:schemeClr>
                </a:solidFill>
              </a:rPr>
              <a:t>Germany</a:t>
            </a:r>
          </a:p>
        </p:txBody>
      </p:sp>
      <p:pic>
        <p:nvPicPr>
          <p:cNvPr id="12" name="Picture 30" descr="ERICSSON Vector Logo - Download Free ...">
            <a:extLst>
              <a:ext uri="{FF2B5EF4-FFF2-40B4-BE49-F238E27FC236}">
                <a16:creationId xmlns:a16="http://schemas.microsoft.com/office/drawing/2014/main" id="{12953528-F931-6E5F-59BF-4FFA368C4E7A}"/>
              </a:ext>
            </a:extLst>
          </p:cNvPr>
          <p:cNvPicPr>
            <a:picLocks noChangeAspect="1" noChangeArrowheads="1"/>
          </p:cNvPicPr>
          <p:nvPr/>
        </p:nvPicPr>
        <p:blipFill>
          <a:blip r:embed="rId19" cstate="print">
            <a:extLst>
              <a:ext uri="{28A0092B-C50C-407E-A947-70E740481C1C}">
                <a14:useLocalDpi xmlns:a14="http://schemas.microsoft.com/office/drawing/2010/main"/>
              </a:ext>
            </a:extLst>
          </a:blip>
          <a:srcRect/>
          <a:stretch>
            <a:fillRect/>
          </a:stretch>
        </p:blipFill>
        <p:spPr bwMode="auto">
          <a:xfrm>
            <a:off x="9675083" y="3686842"/>
            <a:ext cx="1163894" cy="237789"/>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EB677DD6-ACEC-9A27-7F40-9E1F7D55306A}"/>
              </a:ext>
            </a:extLst>
          </p:cNvPr>
          <p:cNvSpPr txBox="1"/>
          <p:nvPr/>
        </p:nvSpPr>
        <p:spPr>
          <a:xfrm>
            <a:off x="10874397" y="3665039"/>
            <a:ext cx="386942" cy="309958"/>
          </a:xfrm>
          <a:prstGeom prst="rect">
            <a:avLst/>
          </a:prstGeom>
          <a:noFill/>
        </p:spPr>
        <p:txBody>
          <a:bodyPr vert="horz" wrap="none" lIns="90000" tIns="46800" rIns="90000" bIns="46800" rtlCol="0" anchor="ctr">
            <a:spAutoFit/>
          </a:bodyPr>
          <a:lstStyle/>
          <a:p>
            <a:pPr algn="l">
              <a:spcBef>
                <a:spcPct val="0"/>
              </a:spcBef>
            </a:pPr>
            <a:r>
              <a:rPr lang="en-IN" sz="1400" b="1" dirty="0"/>
              <a:t>49</a:t>
            </a:r>
          </a:p>
        </p:txBody>
      </p:sp>
      <p:pic>
        <p:nvPicPr>
          <p:cNvPr id="17" name="Picture 110" descr="WESCO International - Wikipedia">
            <a:extLst>
              <a:ext uri="{FF2B5EF4-FFF2-40B4-BE49-F238E27FC236}">
                <a16:creationId xmlns:a16="http://schemas.microsoft.com/office/drawing/2014/main" id="{7000D014-9CDF-016D-A024-2DAD34430A93}"/>
              </a:ext>
            </a:extLst>
          </p:cNvPr>
          <p:cNvPicPr>
            <a:picLocks noChangeAspect="1" noChangeArrowheads="1"/>
          </p:cNvPicPr>
          <p:nvPr/>
        </p:nvPicPr>
        <p:blipFill>
          <a:blip r:embed="rId20" cstate="print">
            <a:extLst>
              <a:ext uri="{28A0092B-C50C-407E-A947-70E740481C1C}">
                <a14:useLocalDpi xmlns:a14="http://schemas.microsoft.com/office/drawing/2010/main"/>
              </a:ext>
            </a:extLst>
          </a:blip>
          <a:srcRect/>
          <a:stretch>
            <a:fillRect/>
          </a:stretch>
        </p:blipFill>
        <p:spPr bwMode="auto">
          <a:xfrm>
            <a:off x="520911" y="4373880"/>
            <a:ext cx="350165" cy="269463"/>
          </a:xfrm>
          <a:prstGeom prst="rect">
            <a:avLst/>
          </a:prstGeom>
          <a:noFill/>
          <a:extLst>
            <a:ext uri="{909E8E84-426E-40DD-AFC4-6F175D3DCCD1}">
              <a14:hiddenFill xmlns:a14="http://schemas.microsoft.com/office/drawing/2010/main">
                <a:solidFill>
                  <a:srgbClr val="FFFFFF"/>
                </a:solidFill>
              </a14:hiddenFill>
            </a:ext>
          </a:extLst>
        </p:spPr>
      </p:pic>
      <p:sp>
        <p:nvSpPr>
          <p:cNvPr id="30" name="TextBox 29">
            <a:extLst>
              <a:ext uri="{FF2B5EF4-FFF2-40B4-BE49-F238E27FC236}">
                <a16:creationId xmlns:a16="http://schemas.microsoft.com/office/drawing/2014/main" id="{0FB9DC76-50EB-E32B-C7CA-E70FA96BA44C}"/>
              </a:ext>
            </a:extLst>
          </p:cNvPr>
          <p:cNvSpPr txBox="1"/>
          <p:nvPr/>
        </p:nvSpPr>
        <p:spPr>
          <a:xfrm>
            <a:off x="1199846" y="4342529"/>
            <a:ext cx="489534" cy="309958"/>
          </a:xfrm>
          <a:prstGeom prst="rect">
            <a:avLst/>
          </a:prstGeom>
          <a:noFill/>
        </p:spPr>
        <p:txBody>
          <a:bodyPr vert="horz" wrap="none" lIns="90000" tIns="46800" rIns="90000" bIns="46800" rtlCol="0" anchor="ctr">
            <a:spAutoFit/>
          </a:bodyPr>
          <a:lstStyle/>
          <a:p>
            <a:pPr algn="l">
              <a:spcBef>
                <a:spcPct val="0"/>
              </a:spcBef>
            </a:pPr>
            <a:r>
              <a:rPr lang="en-IN" sz="1400" b="1" dirty="0">
                <a:solidFill>
                  <a:schemeClr val="accent4"/>
                </a:solidFill>
              </a:rPr>
              <a:t>149</a:t>
            </a:r>
          </a:p>
        </p:txBody>
      </p:sp>
    </p:spTree>
    <p:extLst>
      <p:ext uri="{BB962C8B-B14F-4D97-AF65-F5344CB8AC3E}">
        <p14:creationId xmlns:p14="http://schemas.microsoft.com/office/powerpoint/2010/main" val="138606852"/>
      </p:ext>
    </p:extLst>
  </p:cSld>
  <p:clrMapOvr>
    <a:masterClrMapping/>
  </p:clrMapOvr>
  <p:transition spd="med">
    <p:pull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A9DB3-0B0B-D17E-F534-34298AC957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649AA0-8C4A-7E40-CFDE-7CE7C8AFF73B}"/>
              </a:ext>
            </a:extLst>
          </p:cNvPr>
          <p:cNvSpPr>
            <a:spLocks noGrp="1"/>
          </p:cNvSpPr>
          <p:nvPr>
            <p:ph type="title"/>
          </p:nvPr>
        </p:nvSpPr>
        <p:spPr/>
        <p:txBody>
          <a:bodyPr/>
          <a:lstStyle/>
          <a:p>
            <a:r>
              <a:rPr lang="en-US" dirty="0"/>
              <a:t>June 2026 Performance Dashboard </a:t>
            </a:r>
            <a:br>
              <a:rPr lang="en-US" dirty="0"/>
            </a:br>
            <a:r>
              <a:rPr lang="en-US" dirty="0">
                <a:solidFill>
                  <a:schemeClr val="accent1"/>
                </a:solidFill>
              </a:rPr>
              <a:t>(Top Markets &amp; Accounts - Pipeline) </a:t>
            </a:r>
            <a:endParaRPr lang="en-IN" dirty="0"/>
          </a:p>
        </p:txBody>
      </p:sp>
      <p:sp>
        <p:nvSpPr>
          <p:cNvPr id="3" name="Date Placeholder 2">
            <a:extLst>
              <a:ext uri="{FF2B5EF4-FFF2-40B4-BE49-F238E27FC236}">
                <a16:creationId xmlns:a16="http://schemas.microsoft.com/office/drawing/2014/main" id="{DACA7AF3-6BAE-7DE1-AF31-181CD6FCF20B}"/>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1CD25A29-302C-EA27-59F4-4F58E72F86BC}"/>
              </a:ext>
            </a:extLst>
          </p:cNvPr>
          <p:cNvSpPr>
            <a:spLocks noGrp="1"/>
          </p:cNvSpPr>
          <p:nvPr>
            <p:ph type="ftr" sz="quarter" idx="11"/>
          </p:nvPr>
        </p:nvSpPr>
        <p:spPr/>
        <p:txBody>
          <a:bodyPr/>
          <a:lstStyle/>
          <a:p>
            <a:pPr>
              <a:spcBef>
                <a:spcPts val="1000"/>
              </a:spcBef>
              <a:buFont typeface="Arial" panose="020B0604020202020204" pitchFamily="34" charset="0"/>
              <a:buNone/>
            </a:pPr>
            <a:r>
              <a:rPr lang="en-US" dirty="0"/>
              <a:t>TMT Monthly Update | July 2026</a:t>
            </a:r>
          </a:p>
        </p:txBody>
      </p:sp>
      <p:sp>
        <p:nvSpPr>
          <p:cNvPr id="5" name="Slide Number Placeholder 4">
            <a:extLst>
              <a:ext uri="{FF2B5EF4-FFF2-40B4-BE49-F238E27FC236}">
                <a16:creationId xmlns:a16="http://schemas.microsoft.com/office/drawing/2014/main" id="{F00ECA29-1829-D4AC-3674-243C52CAA816}"/>
              </a:ext>
            </a:extLst>
          </p:cNvPr>
          <p:cNvSpPr>
            <a:spLocks noGrp="1"/>
          </p:cNvSpPr>
          <p:nvPr>
            <p:ph type="sldNum" sz="quarter" idx="12"/>
          </p:nvPr>
        </p:nvSpPr>
        <p:spPr/>
        <p:txBody>
          <a:bodyPr/>
          <a:lstStyle/>
          <a:p>
            <a:pPr algn="r"/>
            <a:fld id="{5D9A5160-6218-4E5A-B9E6-B93E3DAE377C}" type="slidenum">
              <a:rPr lang="en-US" smtClean="0"/>
              <a:pPr algn="r"/>
              <a:t>13</a:t>
            </a:fld>
            <a:endParaRPr lang="en-US"/>
          </a:p>
        </p:txBody>
      </p:sp>
      <p:sp>
        <p:nvSpPr>
          <p:cNvPr id="6" name="Shape 3372">
            <a:extLst>
              <a:ext uri="{FF2B5EF4-FFF2-40B4-BE49-F238E27FC236}">
                <a16:creationId xmlns:a16="http://schemas.microsoft.com/office/drawing/2014/main" id="{D2A1D1F5-B409-E338-0EEF-617E8914A791}"/>
              </a:ext>
            </a:extLst>
          </p:cNvPr>
          <p:cNvSpPr/>
          <p:nvPr/>
        </p:nvSpPr>
        <p:spPr>
          <a:xfrm>
            <a:off x="1074022" y="1479646"/>
            <a:ext cx="10200703" cy="4985853"/>
          </a:xfrm>
          <a:custGeom>
            <a:avLst/>
            <a:gdLst/>
            <a:ahLst/>
            <a:cxnLst/>
            <a:rect l="0" t="0" r="0" b="0"/>
            <a:pathLst>
              <a:path w="120000" h="120000" extrusionOk="0">
                <a:moveTo>
                  <a:pt x="29127" y="28536"/>
                </a:moveTo>
                <a:lnTo>
                  <a:pt x="29127" y="28536"/>
                </a:lnTo>
                <a:cubicBezTo>
                  <a:pt x="29415" y="28236"/>
                  <a:pt x="29415" y="28236"/>
                  <a:pt x="29415" y="28236"/>
                </a:cubicBezTo>
                <a:cubicBezTo>
                  <a:pt x="29709" y="28311"/>
                  <a:pt x="29709" y="28311"/>
                  <a:pt x="29709" y="28311"/>
                </a:cubicBezTo>
                <a:cubicBezTo>
                  <a:pt x="29709" y="28536"/>
                  <a:pt x="29709" y="28612"/>
                  <a:pt x="29745" y="28825"/>
                </a:cubicBezTo>
                <a:cubicBezTo>
                  <a:pt x="29745" y="29125"/>
                  <a:pt x="29745" y="29125"/>
                  <a:pt x="29745" y="29125"/>
                </a:cubicBezTo>
                <a:cubicBezTo>
                  <a:pt x="29598" y="29276"/>
                  <a:pt x="29598" y="29276"/>
                  <a:pt x="29598" y="29276"/>
                </a:cubicBezTo>
                <a:cubicBezTo>
                  <a:pt x="29237" y="29276"/>
                  <a:pt x="29237" y="29276"/>
                  <a:pt x="29237" y="29276"/>
                </a:cubicBezTo>
                <a:lnTo>
                  <a:pt x="29127" y="28536"/>
                </a:lnTo>
                <a:close/>
                <a:moveTo>
                  <a:pt x="28220" y="28687"/>
                </a:moveTo>
                <a:lnTo>
                  <a:pt x="28220" y="28687"/>
                </a:lnTo>
                <a:cubicBezTo>
                  <a:pt x="28367" y="28687"/>
                  <a:pt x="28471" y="28536"/>
                  <a:pt x="28581" y="28386"/>
                </a:cubicBezTo>
                <a:cubicBezTo>
                  <a:pt x="28618" y="28311"/>
                  <a:pt x="28655" y="28160"/>
                  <a:pt x="28692" y="28085"/>
                </a:cubicBezTo>
                <a:cubicBezTo>
                  <a:pt x="28655" y="27797"/>
                  <a:pt x="28655" y="27797"/>
                  <a:pt x="28655" y="27797"/>
                </a:cubicBezTo>
                <a:cubicBezTo>
                  <a:pt x="28581" y="27860"/>
                  <a:pt x="28581" y="27935"/>
                  <a:pt x="28508" y="28010"/>
                </a:cubicBezTo>
                <a:cubicBezTo>
                  <a:pt x="28471" y="28085"/>
                  <a:pt x="28398" y="28085"/>
                  <a:pt x="28367" y="28085"/>
                </a:cubicBezTo>
                <a:cubicBezTo>
                  <a:pt x="28257" y="28236"/>
                  <a:pt x="28183" y="28311"/>
                  <a:pt x="28036" y="28461"/>
                </a:cubicBezTo>
                <a:cubicBezTo>
                  <a:pt x="28110" y="28536"/>
                  <a:pt x="28147" y="28687"/>
                  <a:pt x="28220" y="28687"/>
                </a:cubicBezTo>
                <a:close/>
                <a:moveTo>
                  <a:pt x="30033" y="16129"/>
                </a:moveTo>
                <a:lnTo>
                  <a:pt x="30033" y="16129"/>
                </a:lnTo>
                <a:cubicBezTo>
                  <a:pt x="30290" y="15828"/>
                  <a:pt x="30290" y="15828"/>
                  <a:pt x="30290" y="15828"/>
                </a:cubicBezTo>
                <a:cubicBezTo>
                  <a:pt x="30725" y="15603"/>
                  <a:pt x="30725" y="15603"/>
                  <a:pt x="30725" y="15603"/>
                </a:cubicBezTo>
                <a:cubicBezTo>
                  <a:pt x="30290" y="15014"/>
                  <a:pt x="30290" y="15014"/>
                  <a:pt x="30290" y="15014"/>
                </a:cubicBezTo>
                <a:cubicBezTo>
                  <a:pt x="29635" y="14938"/>
                  <a:pt x="29635" y="14938"/>
                  <a:pt x="29635" y="14938"/>
                </a:cubicBezTo>
                <a:cubicBezTo>
                  <a:pt x="29163" y="14938"/>
                  <a:pt x="29163" y="14938"/>
                  <a:pt x="29163" y="14938"/>
                </a:cubicBezTo>
                <a:cubicBezTo>
                  <a:pt x="29237" y="15603"/>
                  <a:pt x="29237" y="15603"/>
                  <a:pt x="29237" y="15603"/>
                </a:cubicBezTo>
                <a:cubicBezTo>
                  <a:pt x="29347" y="16054"/>
                  <a:pt x="29347" y="16054"/>
                  <a:pt x="29347" y="16054"/>
                </a:cubicBezTo>
                <a:lnTo>
                  <a:pt x="30033" y="16129"/>
                </a:lnTo>
                <a:close/>
                <a:moveTo>
                  <a:pt x="82872" y="71185"/>
                </a:moveTo>
                <a:lnTo>
                  <a:pt x="82872" y="71185"/>
                </a:lnTo>
                <a:cubicBezTo>
                  <a:pt x="82872" y="71260"/>
                  <a:pt x="82836" y="71185"/>
                  <a:pt x="82799" y="71260"/>
                </a:cubicBezTo>
                <a:cubicBezTo>
                  <a:pt x="82799" y="71335"/>
                  <a:pt x="82799" y="71410"/>
                  <a:pt x="82799" y="71410"/>
                </a:cubicBezTo>
                <a:cubicBezTo>
                  <a:pt x="82799" y="71486"/>
                  <a:pt x="82799" y="71486"/>
                  <a:pt x="82799" y="71561"/>
                </a:cubicBezTo>
                <a:cubicBezTo>
                  <a:pt x="82799" y="71636"/>
                  <a:pt x="82799" y="71636"/>
                  <a:pt x="82799" y="71711"/>
                </a:cubicBezTo>
                <a:cubicBezTo>
                  <a:pt x="82799" y="71786"/>
                  <a:pt x="82836" y="71786"/>
                  <a:pt x="82836" y="71849"/>
                </a:cubicBezTo>
                <a:cubicBezTo>
                  <a:pt x="82836" y="71924"/>
                  <a:pt x="82799" y="71924"/>
                  <a:pt x="82799" y="72000"/>
                </a:cubicBezTo>
                <a:cubicBezTo>
                  <a:pt x="82799" y="72075"/>
                  <a:pt x="82836" y="72150"/>
                  <a:pt x="82836" y="72150"/>
                </a:cubicBezTo>
                <a:cubicBezTo>
                  <a:pt x="82836" y="72225"/>
                  <a:pt x="82799" y="72225"/>
                  <a:pt x="82762" y="72300"/>
                </a:cubicBezTo>
                <a:cubicBezTo>
                  <a:pt x="82762" y="72451"/>
                  <a:pt x="82762" y="72526"/>
                  <a:pt x="82762" y="72676"/>
                </a:cubicBezTo>
                <a:cubicBezTo>
                  <a:pt x="82762" y="72902"/>
                  <a:pt x="82762" y="73040"/>
                  <a:pt x="82799" y="73190"/>
                </a:cubicBezTo>
                <a:cubicBezTo>
                  <a:pt x="82836" y="73340"/>
                  <a:pt x="82872" y="73340"/>
                  <a:pt x="82946" y="73416"/>
                </a:cubicBezTo>
                <a:cubicBezTo>
                  <a:pt x="82983" y="73491"/>
                  <a:pt x="82983" y="73491"/>
                  <a:pt x="83019" y="73566"/>
                </a:cubicBezTo>
                <a:cubicBezTo>
                  <a:pt x="83056" y="73566"/>
                  <a:pt x="83093" y="73566"/>
                  <a:pt x="83166" y="73566"/>
                </a:cubicBezTo>
                <a:cubicBezTo>
                  <a:pt x="83240" y="73566"/>
                  <a:pt x="83271" y="73566"/>
                  <a:pt x="83344" y="73566"/>
                </a:cubicBezTo>
                <a:cubicBezTo>
                  <a:pt x="83344" y="73416"/>
                  <a:pt x="83344" y="73340"/>
                  <a:pt x="83344" y="73265"/>
                </a:cubicBezTo>
                <a:cubicBezTo>
                  <a:pt x="83344" y="73190"/>
                  <a:pt x="83344" y="73115"/>
                  <a:pt x="83344" y="73040"/>
                </a:cubicBezTo>
                <a:cubicBezTo>
                  <a:pt x="83344" y="73040"/>
                  <a:pt x="83344" y="72965"/>
                  <a:pt x="83344" y="72902"/>
                </a:cubicBezTo>
                <a:cubicBezTo>
                  <a:pt x="83344" y="72814"/>
                  <a:pt x="83307" y="72751"/>
                  <a:pt x="83307" y="72676"/>
                </a:cubicBezTo>
                <a:cubicBezTo>
                  <a:pt x="83307" y="72526"/>
                  <a:pt x="83307" y="72526"/>
                  <a:pt x="83307" y="72526"/>
                </a:cubicBezTo>
                <a:cubicBezTo>
                  <a:pt x="83307" y="72375"/>
                  <a:pt x="83307" y="72375"/>
                  <a:pt x="83307" y="72375"/>
                </a:cubicBezTo>
                <a:cubicBezTo>
                  <a:pt x="83307" y="72300"/>
                  <a:pt x="83271" y="72300"/>
                  <a:pt x="83271" y="72225"/>
                </a:cubicBezTo>
                <a:cubicBezTo>
                  <a:pt x="83271" y="72150"/>
                  <a:pt x="83240" y="72150"/>
                  <a:pt x="83197" y="72075"/>
                </a:cubicBezTo>
                <a:cubicBezTo>
                  <a:pt x="83197" y="72000"/>
                  <a:pt x="83197" y="72000"/>
                  <a:pt x="83197" y="71924"/>
                </a:cubicBezTo>
                <a:cubicBezTo>
                  <a:pt x="83166" y="71849"/>
                  <a:pt x="83130" y="71849"/>
                  <a:pt x="83130" y="71786"/>
                </a:cubicBezTo>
                <a:cubicBezTo>
                  <a:pt x="83093" y="71786"/>
                  <a:pt x="83093" y="71711"/>
                  <a:pt x="83056" y="71711"/>
                </a:cubicBezTo>
                <a:cubicBezTo>
                  <a:pt x="83056" y="71636"/>
                  <a:pt x="83019" y="71561"/>
                  <a:pt x="83019" y="71561"/>
                </a:cubicBezTo>
                <a:cubicBezTo>
                  <a:pt x="82983" y="71410"/>
                  <a:pt x="82983" y="71335"/>
                  <a:pt x="82983" y="71185"/>
                </a:cubicBezTo>
                <a:lnTo>
                  <a:pt x="82872" y="71185"/>
                </a:lnTo>
                <a:close/>
                <a:moveTo>
                  <a:pt x="104410" y="107504"/>
                </a:moveTo>
                <a:lnTo>
                  <a:pt x="104410" y="107504"/>
                </a:lnTo>
                <a:cubicBezTo>
                  <a:pt x="104447" y="107655"/>
                  <a:pt x="104483" y="107655"/>
                  <a:pt x="104483" y="107805"/>
                </a:cubicBezTo>
                <a:cubicBezTo>
                  <a:pt x="104520" y="107805"/>
                  <a:pt x="104483" y="107880"/>
                  <a:pt x="104483" y="107956"/>
                </a:cubicBezTo>
                <a:cubicBezTo>
                  <a:pt x="104483" y="108106"/>
                  <a:pt x="104483" y="108106"/>
                  <a:pt x="104483" y="108106"/>
                </a:cubicBezTo>
                <a:cubicBezTo>
                  <a:pt x="104483" y="108181"/>
                  <a:pt x="104520" y="108181"/>
                  <a:pt x="104520" y="108256"/>
                </a:cubicBezTo>
                <a:cubicBezTo>
                  <a:pt x="104557" y="108332"/>
                  <a:pt x="104557" y="108332"/>
                  <a:pt x="104594" y="108407"/>
                </a:cubicBezTo>
                <a:cubicBezTo>
                  <a:pt x="104630" y="108407"/>
                  <a:pt x="104667" y="108407"/>
                  <a:pt x="104667" y="108469"/>
                </a:cubicBezTo>
                <a:cubicBezTo>
                  <a:pt x="104741" y="108469"/>
                  <a:pt x="104771" y="108545"/>
                  <a:pt x="104808" y="108695"/>
                </a:cubicBezTo>
                <a:cubicBezTo>
                  <a:pt x="104808" y="108695"/>
                  <a:pt x="104808" y="108770"/>
                  <a:pt x="104808" y="108845"/>
                </a:cubicBezTo>
                <a:cubicBezTo>
                  <a:pt x="104808" y="108921"/>
                  <a:pt x="104845" y="108921"/>
                  <a:pt x="104882" y="108996"/>
                </a:cubicBezTo>
                <a:cubicBezTo>
                  <a:pt x="104882" y="109071"/>
                  <a:pt x="104955" y="109146"/>
                  <a:pt x="104955" y="109297"/>
                </a:cubicBezTo>
                <a:cubicBezTo>
                  <a:pt x="104992" y="109372"/>
                  <a:pt x="104992" y="109447"/>
                  <a:pt x="105029" y="109522"/>
                </a:cubicBezTo>
                <a:cubicBezTo>
                  <a:pt x="105065" y="109585"/>
                  <a:pt x="105102" y="109585"/>
                  <a:pt x="105102" y="109585"/>
                </a:cubicBezTo>
                <a:cubicBezTo>
                  <a:pt x="105280" y="109585"/>
                  <a:pt x="105280" y="109585"/>
                  <a:pt x="105280" y="109585"/>
                </a:cubicBezTo>
                <a:cubicBezTo>
                  <a:pt x="105280" y="109447"/>
                  <a:pt x="105280" y="109297"/>
                  <a:pt x="105280" y="109146"/>
                </a:cubicBezTo>
                <a:cubicBezTo>
                  <a:pt x="105280" y="109146"/>
                  <a:pt x="105280" y="109146"/>
                  <a:pt x="105280" y="109071"/>
                </a:cubicBezTo>
                <a:cubicBezTo>
                  <a:pt x="105574" y="109071"/>
                  <a:pt x="105574" y="109071"/>
                  <a:pt x="105574" y="109071"/>
                </a:cubicBezTo>
                <a:cubicBezTo>
                  <a:pt x="105574" y="108695"/>
                  <a:pt x="105574" y="108695"/>
                  <a:pt x="105574" y="108695"/>
                </a:cubicBezTo>
                <a:cubicBezTo>
                  <a:pt x="105574" y="108620"/>
                  <a:pt x="105500" y="108545"/>
                  <a:pt x="105500" y="108469"/>
                </a:cubicBezTo>
                <a:cubicBezTo>
                  <a:pt x="105500" y="108407"/>
                  <a:pt x="105537" y="108332"/>
                  <a:pt x="105537" y="108332"/>
                </a:cubicBezTo>
                <a:cubicBezTo>
                  <a:pt x="105574" y="108256"/>
                  <a:pt x="105611" y="108256"/>
                  <a:pt x="105611" y="108256"/>
                </a:cubicBezTo>
                <a:cubicBezTo>
                  <a:pt x="105647" y="108181"/>
                  <a:pt x="105684" y="108181"/>
                  <a:pt x="105684" y="108106"/>
                </a:cubicBezTo>
                <a:cubicBezTo>
                  <a:pt x="105684" y="108106"/>
                  <a:pt x="105684" y="108031"/>
                  <a:pt x="105684" y="107956"/>
                </a:cubicBezTo>
                <a:cubicBezTo>
                  <a:pt x="105684" y="107956"/>
                  <a:pt x="105684" y="107880"/>
                  <a:pt x="105684" y="107805"/>
                </a:cubicBezTo>
                <a:cubicBezTo>
                  <a:pt x="105684" y="107805"/>
                  <a:pt x="105684" y="107730"/>
                  <a:pt x="105684" y="107655"/>
                </a:cubicBezTo>
                <a:cubicBezTo>
                  <a:pt x="105684" y="107655"/>
                  <a:pt x="105684" y="107580"/>
                  <a:pt x="105684" y="107504"/>
                </a:cubicBezTo>
                <a:cubicBezTo>
                  <a:pt x="105280" y="107504"/>
                  <a:pt x="105280" y="107504"/>
                  <a:pt x="105280" y="107504"/>
                </a:cubicBezTo>
                <a:cubicBezTo>
                  <a:pt x="105243" y="107504"/>
                  <a:pt x="105212" y="107580"/>
                  <a:pt x="105212" y="107580"/>
                </a:cubicBezTo>
                <a:cubicBezTo>
                  <a:pt x="105176" y="107655"/>
                  <a:pt x="105139" y="107580"/>
                  <a:pt x="105102" y="107580"/>
                </a:cubicBezTo>
                <a:cubicBezTo>
                  <a:pt x="105102" y="107655"/>
                  <a:pt x="105065" y="107655"/>
                  <a:pt x="105029" y="107655"/>
                </a:cubicBezTo>
                <a:cubicBezTo>
                  <a:pt x="105029" y="107655"/>
                  <a:pt x="104992" y="107655"/>
                  <a:pt x="104955" y="107655"/>
                </a:cubicBezTo>
                <a:cubicBezTo>
                  <a:pt x="104955" y="107655"/>
                  <a:pt x="104955" y="107504"/>
                  <a:pt x="104918" y="107504"/>
                </a:cubicBezTo>
                <a:cubicBezTo>
                  <a:pt x="104882" y="107504"/>
                  <a:pt x="104882" y="107429"/>
                  <a:pt x="104845" y="107429"/>
                </a:cubicBezTo>
                <a:cubicBezTo>
                  <a:pt x="104808" y="107367"/>
                  <a:pt x="104808" y="107291"/>
                  <a:pt x="104808" y="107291"/>
                </a:cubicBezTo>
                <a:cubicBezTo>
                  <a:pt x="104771" y="107216"/>
                  <a:pt x="104741" y="107141"/>
                  <a:pt x="104704" y="107141"/>
                </a:cubicBezTo>
                <a:cubicBezTo>
                  <a:pt x="104667" y="107141"/>
                  <a:pt x="104630" y="107141"/>
                  <a:pt x="104594" y="107141"/>
                </a:cubicBezTo>
                <a:cubicBezTo>
                  <a:pt x="104557" y="107141"/>
                  <a:pt x="104520" y="107141"/>
                  <a:pt x="104483" y="107216"/>
                </a:cubicBezTo>
                <a:cubicBezTo>
                  <a:pt x="104483" y="107216"/>
                  <a:pt x="104483" y="107291"/>
                  <a:pt x="104483" y="107367"/>
                </a:cubicBezTo>
                <a:cubicBezTo>
                  <a:pt x="104483" y="107367"/>
                  <a:pt x="104410" y="107429"/>
                  <a:pt x="104410" y="107504"/>
                </a:cubicBezTo>
                <a:close/>
                <a:moveTo>
                  <a:pt x="105500" y="106464"/>
                </a:moveTo>
                <a:lnTo>
                  <a:pt x="105500" y="106464"/>
                </a:lnTo>
                <a:cubicBezTo>
                  <a:pt x="105500" y="106539"/>
                  <a:pt x="105500" y="106539"/>
                  <a:pt x="105500" y="106615"/>
                </a:cubicBezTo>
                <a:cubicBezTo>
                  <a:pt x="105500" y="106690"/>
                  <a:pt x="105500" y="106690"/>
                  <a:pt x="105500" y="106765"/>
                </a:cubicBezTo>
                <a:cubicBezTo>
                  <a:pt x="105537" y="106840"/>
                  <a:pt x="105574" y="106840"/>
                  <a:pt x="105574" y="106840"/>
                </a:cubicBezTo>
                <a:cubicBezTo>
                  <a:pt x="105611" y="106915"/>
                  <a:pt x="105647" y="106840"/>
                  <a:pt x="105647" y="106840"/>
                </a:cubicBezTo>
                <a:cubicBezTo>
                  <a:pt x="105684" y="106915"/>
                  <a:pt x="105647" y="106991"/>
                  <a:pt x="105684" y="106991"/>
                </a:cubicBezTo>
                <a:cubicBezTo>
                  <a:pt x="105684" y="107066"/>
                  <a:pt x="105684" y="107141"/>
                  <a:pt x="105684" y="107141"/>
                </a:cubicBezTo>
                <a:cubicBezTo>
                  <a:pt x="105825" y="107141"/>
                  <a:pt x="105825" y="107141"/>
                  <a:pt x="105825" y="107141"/>
                </a:cubicBezTo>
                <a:cubicBezTo>
                  <a:pt x="105825" y="106840"/>
                  <a:pt x="105825" y="106840"/>
                  <a:pt x="105825" y="106840"/>
                </a:cubicBezTo>
                <a:cubicBezTo>
                  <a:pt x="105825" y="106840"/>
                  <a:pt x="105825" y="106765"/>
                  <a:pt x="105788" y="106690"/>
                </a:cubicBezTo>
                <a:cubicBezTo>
                  <a:pt x="105788" y="106690"/>
                  <a:pt x="105721" y="106690"/>
                  <a:pt x="105721" y="106615"/>
                </a:cubicBezTo>
                <a:lnTo>
                  <a:pt x="105684" y="106539"/>
                </a:lnTo>
                <a:cubicBezTo>
                  <a:pt x="105647" y="106464"/>
                  <a:pt x="105684" y="106389"/>
                  <a:pt x="105647" y="106389"/>
                </a:cubicBezTo>
                <a:cubicBezTo>
                  <a:pt x="105647" y="106326"/>
                  <a:pt x="105611" y="106389"/>
                  <a:pt x="105574" y="106389"/>
                </a:cubicBezTo>
                <a:cubicBezTo>
                  <a:pt x="105574" y="106326"/>
                  <a:pt x="105537" y="106464"/>
                  <a:pt x="105500" y="106464"/>
                </a:cubicBezTo>
                <a:close/>
                <a:moveTo>
                  <a:pt x="104226" y="106326"/>
                </a:moveTo>
                <a:lnTo>
                  <a:pt x="104226" y="106326"/>
                </a:lnTo>
                <a:cubicBezTo>
                  <a:pt x="104196" y="106326"/>
                  <a:pt x="104196" y="106326"/>
                  <a:pt x="104159" y="106389"/>
                </a:cubicBezTo>
                <a:cubicBezTo>
                  <a:pt x="104159" y="106389"/>
                  <a:pt x="104122" y="106464"/>
                  <a:pt x="104122" y="106539"/>
                </a:cubicBezTo>
                <a:cubicBezTo>
                  <a:pt x="104122" y="106690"/>
                  <a:pt x="104196" y="106765"/>
                  <a:pt x="104226" y="106915"/>
                </a:cubicBezTo>
                <a:cubicBezTo>
                  <a:pt x="104300" y="106915"/>
                  <a:pt x="104300" y="106915"/>
                  <a:pt x="104300" y="106915"/>
                </a:cubicBezTo>
                <a:cubicBezTo>
                  <a:pt x="104300" y="106326"/>
                  <a:pt x="104300" y="106326"/>
                  <a:pt x="104300" y="106326"/>
                </a:cubicBezTo>
                <a:cubicBezTo>
                  <a:pt x="104263" y="106326"/>
                  <a:pt x="104263" y="106251"/>
                  <a:pt x="104226" y="106326"/>
                </a:cubicBezTo>
                <a:close/>
                <a:moveTo>
                  <a:pt x="112618" y="112192"/>
                </a:moveTo>
                <a:lnTo>
                  <a:pt x="112618" y="112192"/>
                </a:lnTo>
                <a:cubicBezTo>
                  <a:pt x="112618" y="112192"/>
                  <a:pt x="112618" y="112116"/>
                  <a:pt x="112655" y="112116"/>
                </a:cubicBezTo>
                <a:cubicBezTo>
                  <a:pt x="112655" y="112041"/>
                  <a:pt x="112692" y="112041"/>
                  <a:pt x="112728" y="112041"/>
                </a:cubicBezTo>
                <a:cubicBezTo>
                  <a:pt x="112728" y="111966"/>
                  <a:pt x="112728" y="111891"/>
                  <a:pt x="112765" y="111891"/>
                </a:cubicBezTo>
                <a:cubicBezTo>
                  <a:pt x="112765" y="111816"/>
                  <a:pt x="112802" y="111816"/>
                  <a:pt x="112839" y="111816"/>
                </a:cubicBezTo>
                <a:cubicBezTo>
                  <a:pt x="112912" y="111740"/>
                  <a:pt x="112943" y="111740"/>
                  <a:pt x="113016" y="111740"/>
                </a:cubicBezTo>
                <a:cubicBezTo>
                  <a:pt x="113016" y="111603"/>
                  <a:pt x="113016" y="111527"/>
                  <a:pt x="113053" y="111377"/>
                </a:cubicBezTo>
                <a:lnTo>
                  <a:pt x="113090" y="111302"/>
                </a:lnTo>
                <a:cubicBezTo>
                  <a:pt x="113127" y="111151"/>
                  <a:pt x="113200" y="111076"/>
                  <a:pt x="113237" y="111001"/>
                </a:cubicBezTo>
                <a:cubicBezTo>
                  <a:pt x="113274" y="111001"/>
                  <a:pt x="113310" y="110926"/>
                  <a:pt x="113310" y="110851"/>
                </a:cubicBezTo>
                <a:cubicBezTo>
                  <a:pt x="113347" y="110775"/>
                  <a:pt x="113347" y="110700"/>
                  <a:pt x="113347" y="110550"/>
                </a:cubicBezTo>
                <a:cubicBezTo>
                  <a:pt x="113347" y="110487"/>
                  <a:pt x="113384" y="110412"/>
                  <a:pt x="113384" y="110337"/>
                </a:cubicBezTo>
                <a:cubicBezTo>
                  <a:pt x="113384" y="110262"/>
                  <a:pt x="113415" y="110186"/>
                  <a:pt x="113415" y="110186"/>
                </a:cubicBezTo>
                <a:cubicBezTo>
                  <a:pt x="113415" y="110111"/>
                  <a:pt x="113415" y="110036"/>
                  <a:pt x="113415" y="110036"/>
                </a:cubicBezTo>
                <a:cubicBezTo>
                  <a:pt x="113457" y="109961"/>
                  <a:pt x="113488" y="109961"/>
                  <a:pt x="113488" y="109886"/>
                </a:cubicBezTo>
                <a:cubicBezTo>
                  <a:pt x="113562" y="109810"/>
                  <a:pt x="113598" y="109810"/>
                  <a:pt x="113635" y="109735"/>
                </a:cubicBezTo>
                <a:cubicBezTo>
                  <a:pt x="113672" y="109735"/>
                  <a:pt x="113672" y="109735"/>
                  <a:pt x="113709" y="109735"/>
                </a:cubicBezTo>
                <a:cubicBezTo>
                  <a:pt x="113782" y="109735"/>
                  <a:pt x="113856" y="109735"/>
                  <a:pt x="113929" y="109735"/>
                </a:cubicBezTo>
                <a:cubicBezTo>
                  <a:pt x="113960" y="109735"/>
                  <a:pt x="113960" y="109735"/>
                  <a:pt x="113996" y="109735"/>
                </a:cubicBezTo>
                <a:cubicBezTo>
                  <a:pt x="113996" y="109660"/>
                  <a:pt x="113960" y="109660"/>
                  <a:pt x="113960" y="109585"/>
                </a:cubicBezTo>
                <a:cubicBezTo>
                  <a:pt x="113929" y="109522"/>
                  <a:pt x="113892" y="109522"/>
                  <a:pt x="113892" y="109447"/>
                </a:cubicBezTo>
                <a:cubicBezTo>
                  <a:pt x="113892" y="109221"/>
                  <a:pt x="113929" y="109146"/>
                  <a:pt x="113960" y="109071"/>
                </a:cubicBezTo>
                <a:cubicBezTo>
                  <a:pt x="113996" y="108921"/>
                  <a:pt x="114070" y="108921"/>
                  <a:pt x="114107" y="108845"/>
                </a:cubicBezTo>
                <a:cubicBezTo>
                  <a:pt x="114143" y="108845"/>
                  <a:pt x="114180" y="108845"/>
                  <a:pt x="114180" y="108770"/>
                </a:cubicBezTo>
                <a:cubicBezTo>
                  <a:pt x="114217" y="108770"/>
                  <a:pt x="114217" y="108695"/>
                  <a:pt x="114254" y="108620"/>
                </a:cubicBezTo>
                <a:cubicBezTo>
                  <a:pt x="114254" y="108620"/>
                  <a:pt x="114290" y="108545"/>
                  <a:pt x="114327" y="108469"/>
                </a:cubicBezTo>
                <a:cubicBezTo>
                  <a:pt x="114327" y="108469"/>
                  <a:pt x="114290" y="108407"/>
                  <a:pt x="114327" y="108407"/>
                </a:cubicBezTo>
                <a:cubicBezTo>
                  <a:pt x="114327" y="108332"/>
                  <a:pt x="114327" y="108256"/>
                  <a:pt x="114327" y="108256"/>
                </a:cubicBezTo>
                <a:cubicBezTo>
                  <a:pt x="114327" y="108181"/>
                  <a:pt x="114327" y="108181"/>
                  <a:pt x="114327" y="108106"/>
                </a:cubicBezTo>
                <a:cubicBezTo>
                  <a:pt x="114327" y="107655"/>
                  <a:pt x="114327" y="107655"/>
                  <a:pt x="114327" y="107655"/>
                </a:cubicBezTo>
                <a:cubicBezTo>
                  <a:pt x="114254" y="107655"/>
                  <a:pt x="114217" y="107655"/>
                  <a:pt x="114143" y="107655"/>
                </a:cubicBezTo>
                <a:cubicBezTo>
                  <a:pt x="114107" y="107655"/>
                  <a:pt x="114033" y="107655"/>
                  <a:pt x="113996" y="107580"/>
                </a:cubicBezTo>
                <a:lnTo>
                  <a:pt x="113996" y="107504"/>
                </a:lnTo>
                <a:cubicBezTo>
                  <a:pt x="113996" y="107429"/>
                  <a:pt x="113960" y="107367"/>
                  <a:pt x="113960" y="107367"/>
                </a:cubicBezTo>
                <a:cubicBezTo>
                  <a:pt x="113960" y="107291"/>
                  <a:pt x="113929" y="107291"/>
                  <a:pt x="113892" y="107216"/>
                </a:cubicBezTo>
                <a:cubicBezTo>
                  <a:pt x="113856" y="107216"/>
                  <a:pt x="113819" y="107141"/>
                  <a:pt x="113782" y="107141"/>
                </a:cubicBezTo>
                <a:cubicBezTo>
                  <a:pt x="113709" y="107141"/>
                  <a:pt x="113672" y="107216"/>
                  <a:pt x="113598" y="107216"/>
                </a:cubicBezTo>
                <a:cubicBezTo>
                  <a:pt x="113598" y="107880"/>
                  <a:pt x="113598" y="107880"/>
                  <a:pt x="113598" y="107880"/>
                </a:cubicBezTo>
                <a:cubicBezTo>
                  <a:pt x="113457" y="108031"/>
                  <a:pt x="113457" y="108031"/>
                  <a:pt x="113457" y="108031"/>
                </a:cubicBezTo>
                <a:cubicBezTo>
                  <a:pt x="113457" y="108031"/>
                  <a:pt x="113415" y="108031"/>
                  <a:pt x="113384" y="108106"/>
                </a:cubicBezTo>
                <a:cubicBezTo>
                  <a:pt x="113384" y="108106"/>
                  <a:pt x="113347" y="108106"/>
                  <a:pt x="113347" y="108181"/>
                </a:cubicBezTo>
                <a:cubicBezTo>
                  <a:pt x="113310" y="108256"/>
                  <a:pt x="113347" y="108256"/>
                  <a:pt x="113347" y="108332"/>
                </a:cubicBezTo>
                <a:cubicBezTo>
                  <a:pt x="113310" y="108469"/>
                  <a:pt x="113347" y="108620"/>
                  <a:pt x="113347" y="108770"/>
                </a:cubicBezTo>
                <a:cubicBezTo>
                  <a:pt x="113347" y="108921"/>
                  <a:pt x="113274" y="108921"/>
                  <a:pt x="113237" y="109071"/>
                </a:cubicBezTo>
                <a:cubicBezTo>
                  <a:pt x="113200" y="109146"/>
                  <a:pt x="113163" y="109221"/>
                  <a:pt x="113090" y="109297"/>
                </a:cubicBezTo>
                <a:cubicBezTo>
                  <a:pt x="113053" y="109372"/>
                  <a:pt x="112980" y="109372"/>
                  <a:pt x="112943" y="109447"/>
                </a:cubicBezTo>
                <a:cubicBezTo>
                  <a:pt x="112875" y="109522"/>
                  <a:pt x="112875" y="109585"/>
                  <a:pt x="112802" y="109660"/>
                </a:cubicBezTo>
                <a:cubicBezTo>
                  <a:pt x="112728" y="109735"/>
                  <a:pt x="112728" y="109735"/>
                  <a:pt x="112728" y="109735"/>
                </a:cubicBezTo>
                <a:cubicBezTo>
                  <a:pt x="112728" y="109735"/>
                  <a:pt x="112692" y="109735"/>
                  <a:pt x="112655" y="109735"/>
                </a:cubicBezTo>
                <a:cubicBezTo>
                  <a:pt x="112655" y="109810"/>
                  <a:pt x="112618" y="109886"/>
                  <a:pt x="112618" y="109886"/>
                </a:cubicBezTo>
                <a:cubicBezTo>
                  <a:pt x="112581" y="109961"/>
                  <a:pt x="112545" y="109961"/>
                  <a:pt x="112545" y="110036"/>
                </a:cubicBezTo>
                <a:cubicBezTo>
                  <a:pt x="112508" y="110036"/>
                  <a:pt x="112508" y="110111"/>
                  <a:pt x="112471" y="110186"/>
                </a:cubicBezTo>
                <a:lnTo>
                  <a:pt x="112441" y="110186"/>
                </a:lnTo>
                <a:cubicBezTo>
                  <a:pt x="112367" y="110262"/>
                  <a:pt x="112294" y="110262"/>
                  <a:pt x="112257" y="110337"/>
                </a:cubicBezTo>
                <a:cubicBezTo>
                  <a:pt x="112257" y="110337"/>
                  <a:pt x="112257" y="110412"/>
                  <a:pt x="112220" y="110412"/>
                </a:cubicBezTo>
                <a:cubicBezTo>
                  <a:pt x="112183" y="110550"/>
                  <a:pt x="112183" y="110625"/>
                  <a:pt x="112147" y="110700"/>
                </a:cubicBezTo>
                <a:cubicBezTo>
                  <a:pt x="112147" y="110775"/>
                  <a:pt x="112110" y="110775"/>
                  <a:pt x="112073" y="110851"/>
                </a:cubicBezTo>
                <a:cubicBezTo>
                  <a:pt x="112073" y="110851"/>
                  <a:pt x="112036" y="110851"/>
                  <a:pt x="112000" y="110926"/>
                </a:cubicBezTo>
                <a:lnTo>
                  <a:pt x="111963" y="111001"/>
                </a:lnTo>
                <a:cubicBezTo>
                  <a:pt x="111926" y="111001"/>
                  <a:pt x="111895" y="111001"/>
                  <a:pt x="111895" y="111001"/>
                </a:cubicBezTo>
                <a:cubicBezTo>
                  <a:pt x="111852" y="111001"/>
                  <a:pt x="111822" y="111076"/>
                  <a:pt x="111822" y="111076"/>
                </a:cubicBezTo>
                <a:cubicBezTo>
                  <a:pt x="111822" y="111076"/>
                  <a:pt x="111822" y="111151"/>
                  <a:pt x="111822" y="111227"/>
                </a:cubicBezTo>
                <a:cubicBezTo>
                  <a:pt x="111822" y="111227"/>
                  <a:pt x="111785" y="111302"/>
                  <a:pt x="111785" y="111377"/>
                </a:cubicBezTo>
                <a:cubicBezTo>
                  <a:pt x="111785" y="111377"/>
                  <a:pt x="111748" y="111377"/>
                  <a:pt x="111748" y="111452"/>
                </a:cubicBezTo>
                <a:cubicBezTo>
                  <a:pt x="111748" y="111603"/>
                  <a:pt x="111785" y="111665"/>
                  <a:pt x="111822" y="111740"/>
                </a:cubicBezTo>
                <a:cubicBezTo>
                  <a:pt x="111852" y="111740"/>
                  <a:pt x="111852" y="111816"/>
                  <a:pt x="111895" y="111816"/>
                </a:cubicBezTo>
                <a:cubicBezTo>
                  <a:pt x="111963" y="111816"/>
                  <a:pt x="112036" y="111816"/>
                  <a:pt x="112110" y="111816"/>
                </a:cubicBezTo>
                <a:cubicBezTo>
                  <a:pt x="112183" y="111816"/>
                  <a:pt x="112220" y="111816"/>
                  <a:pt x="112257" y="111816"/>
                </a:cubicBezTo>
                <a:cubicBezTo>
                  <a:pt x="112294" y="111891"/>
                  <a:pt x="112294" y="111891"/>
                  <a:pt x="112330" y="111966"/>
                </a:cubicBezTo>
                <a:cubicBezTo>
                  <a:pt x="112367" y="111966"/>
                  <a:pt x="112367" y="112041"/>
                  <a:pt x="112398" y="112116"/>
                </a:cubicBezTo>
                <a:cubicBezTo>
                  <a:pt x="112441" y="112116"/>
                  <a:pt x="112471" y="112192"/>
                  <a:pt x="112545" y="112192"/>
                </a:cubicBezTo>
                <a:cubicBezTo>
                  <a:pt x="112545" y="112192"/>
                  <a:pt x="112581" y="112192"/>
                  <a:pt x="112618" y="112192"/>
                </a:cubicBezTo>
                <a:close/>
                <a:moveTo>
                  <a:pt x="112183" y="112492"/>
                </a:moveTo>
                <a:lnTo>
                  <a:pt x="112183" y="112492"/>
                </a:lnTo>
                <a:cubicBezTo>
                  <a:pt x="112147" y="112568"/>
                  <a:pt x="112147" y="112630"/>
                  <a:pt x="112147" y="112630"/>
                </a:cubicBezTo>
                <a:cubicBezTo>
                  <a:pt x="112110" y="112706"/>
                  <a:pt x="112073" y="112630"/>
                  <a:pt x="112073" y="112630"/>
                </a:cubicBezTo>
                <a:cubicBezTo>
                  <a:pt x="112036" y="112706"/>
                  <a:pt x="112073" y="112781"/>
                  <a:pt x="112036" y="112781"/>
                </a:cubicBezTo>
                <a:cubicBezTo>
                  <a:pt x="112330" y="112781"/>
                  <a:pt x="112330" y="112781"/>
                  <a:pt x="112330" y="112781"/>
                </a:cubicBezTo>
                <a:cubicBezTo>
                  <a:pt x="112330" y="112630"/>
                  <a:pt x="112330" y="112630"/>
                  <a:pt x="112330" y="112630"/>
                </a:cubicBezTo>
                <a:cubicBezTo>
                  <a:pt x="112330" y="112568"/>
                  <a:pt x="112330" y="112568"/>
                  <a:pt x="112330" y="112492"/>
                </a:cubicBezTo>
                <a:cubicBezTo>
                  <a:pt x="112294" y="112568"/>
                  <a:pt x="112183" y="112492"/>
                  <a:pt x="112183" y="112492"/>
                </a:cubicBezTo>
                <a:close/>
                <a:moveTo>
                  <a:pt x="114401" y="104534"/>
                </a:moveTo>
                <a:lnTo>
                  <a:pt x="114401" y="104534"/>
                </a:lnTo>
                <a:cubicBezTo>
                  <a:pt x="114401" y="104609"/>
                  <a:pt x="114401" y="104609"/>
                  <a:pt x="114401" y="104685"/>
                </a:cubicBezTo>
                <a:cubicBezTo>
                  <a:pt x="114437" y="104760"/>
                  <a:pt x="114437" y="104760"/>
                  <a:pt x="114437" y="104835"/>
                </a:cubicBezTo>
                <a:cubicBezTo>
                  <a:pt x="114468" y="104910"/>
                  <a:pt x="114505" y="104910"/>
                  <a:pt x="114505" y="104985"/>
                </a:cubicBezTo>
                <a:cubicBezTo>
                  <a:pt x="114505" y="105875"/>
                  <a:pt x="114505" y="105875"/>
                  <a:pt x="114505" y="105875"/>
                </a:cubicBezTo>
                <a:cubicBezTo>
                  <a:pt x="114143" y="105875"/>
                  <a:pt x="114143" y="105875"/>
                  <a:pt x="114143" y="105875"/>
                </a:cubicBezTo>
                <a:cubicBezTo>
                  <a:pt x="114143" y="106026"/>
                  <a:pt x="114107" y="106101"/>
                  <a:pt x="114143" y="106251"/>
                </a:cubicBezTo>
                <a:cubicBezTo>
                  <a:pt x="114143" y="106326"/>
                  <a:pt x="114143" y="106326"/>
                  <a:pt x="114143" y="106389"/>
                </a:cubicBezTo>
                <a:cubicBezTo>
                  <a:pt x="114143" y="106539"/>
                  <a:pt x="114143" y="106539"/>
                  <a:pt x="114143" y="106539"/>
                </a:cubicBezTo>
                <a:cubicBezTo>
                  <a:pt x="114615" y="106539"/>
                  <a:pt x="114615" y="106539"/>
                  <a:pt x="114615" y="106539"/>
                </a:cubicBezTo>
                <a:cubicBezTo>
                  <a:pt x="114615" y="107730"/>
                  <a:pt x="114615" y="107730"/>
                  <a:pt x="114615" y="107730"/>
                </a:cubicBezTo>
                <a:cubicBezTo>
                  <a:pt x="114909" y="107730"/>
                  <a:pt x="114909" y="107730"/>
                  <a:pt x="114909" y="107730"/>
                </a:cubicBezTo>
                <a:cubicBezTo>
                  <a:pt x="114909" y="107580"/>
                  <a:pt x="114909" y="107504"/>
                  <a:pt x="114946" y="107367"/>
                </a:cubicBezTo>
                <a:cubicBezTo>
                  <a:pt x="114946" y="107291"/>
                  <a:pt x="114977" y="107291"/>
                  <a:pt x="115013" y="107216"/>
                </a:cubicBezTo>
                <a:cubicBezTo>
                  <a:pt x="115013" y="107216"/>
                  <a:pt x="115050" y="107141"/>
                  <a:pt x="115087" y="107141"/>
                </a:cubicBezTo>
                <a:cubicBezTo>
                  <a:pt x="115087" y="107066"/>
                  <a:pt x="115124" y="107066"/>
                  <a:pt x="115160" y="106991"/>
                </a:cubicBezTo>
                <a:cubicBezTo>
                  <a:pt x="115160" y="106991"/>
                  <a:pt x="115160" y="106915"/>
                  <a:pt x="115160" y="106840"/>
                </a:cubicBezTo>
                <a:cubicBezTo>
                  <a:pt x="115197" y="106765"/>
                  <a:pt x="115197" y="106690"/>
                  <a:pt x="115234" y="106539"/>
                </a:cubicBezTo>
                <a:lnTo>
                  <a:pt x="115271" y="106464"/>
                </a:lnTo>
                <a:cubicBezTo>
                  <a:pt x="115271" y="106326"/>
                  <a:pt x="115271" y="106251"/>
                  <a:pt x="115271" y="106176"/>
                </a:cubicBezTo>
                <a:cubicBezTo>
                  <a:pt x="115522" y="106176"/>
                  <a:pt x="115522" y="106176"/>
                  <a:pt x="115522" y="106176"/>
                </a:cubicBezTo>
                <a:cubicBezTo>
                  <a:pt x="115522" y="106101"/>
                  <a:pt x="115485" y="106026"/>
                  <a:pt x="115522" y="105950"/>
                </a:cubicBezTo>
                <a:cubicBezTo>
                  <a:pt x="115522" y="105950"/>
                  <a:pt x="115522" y="105875"/>
                  <a:pt x="115558" y="105800"/>
                </a:cubicBezTo>
                <a:cubicBezTo>
                  <a:pt x="115558" y="105800"/>
                  <a:pt x="115595" y="105725"/>
                  <a:pt x="115595" y="105650"/>
                </a:cubicBezTo>
                <a:lnTo>
                  <a:pt x="115595" y="105574"/>
                </a:lnTo>
                <a:cubicBezTo>
                  <a:pt x="115632" y="105499"/>
                  <a:pt x="115632" y="105424"/>
                  <a:pt x="115669" y="105424"/>
                </a:cubicBezTo>
                <a:cubicBezTo>
                  <a:pt x="115669" y="105349"/>
                  <a:pt x="115705" y="105424"/>
                  <a:pt x="115742" y="105424"/>
                </a:cubicBezTo>
                <a:cubicBezTo>
                  <a:pt x="115742" y="105349"/>
                  <a:pt x="115742" y="105286"/>
                  <a:pt x="115742" y="105286"/>
                </a:cubicBezTo>
                <a:cubicBezTo>
                  <a:pt x="115742" y="105211"/>
                  <a:pt x="115742" y="105136"/>
                  <a:pt x="115742" y="105136"/>
                </a:cubicBezTo>
                <a:cubicBezTo>
                  <a:pt x="115742" y="105061"/>
                  <a:pt x="115742" y="104985"/>
                  <a:pt x="115742" y="104910"/>
                </a:cubicBezTo>
                <a:cubicBezTo>
                  <a:pt x="115705" y="104835"/>
                  <a:pt x="115669" y="104760"/>
                  <a:pt x="115632" y="104760"/>
                </a:cubicBezTo>
                <a:cubicBezTo>
                  <a:pt x="115558" y="104760"/>
                  <a:pt x="115558" y="104835"/>
                  <a:pt x="115522" y="104835"/>
                </a:cubicBezTo>
                <a:cubicBezTo>
                  <a:pt x="115485" y="104910"/>
                  <a:pt x="115522" y="104985"/>
                  <a:pt x="115522" y="104985"/>
                </a:cubicBezTo>
                <a:cubicBezTo>
                  <a:pt x="115485" y="105061"/>
                  <a:pt x="115454" y="105061"/>
                  <a:pt x="115418" y="105061"/>
                </a:cubicBezTo>
                <a:cubicBezTo>
                  <a:pt x="115344" y="105061"/>
                  <a:pt x="115271" y="104985"/>
                  <a:pt x="115234" y="104985"/>
                </a:cubicBezTo>
                <a:cubicBezTo>
                  <a:pt x="115124" y="104985"/>
                  <a:pt x="115124" y="104985"/>
                  <a:pt x="115124" y="104985"/>
                </a:cubicBezTo>
                <a:cubicBezTo>
                  <a:pt x="115087" y="104985"/>
                  <a:pt x="115087" y="104985"/>
                  <a:pt x="115050" y="104985"/>
                </a:cubicBezTo>
                <a:cubicBezTo>
                  <a:pt x="115013" y="104985"/>
                  <a:pt x="115013" y="105061"/>
                  <a:pt x="114977" y="105061"/>
                </a:cubicBezTo>
                <a:cubicBezTo>
                  <a:pt x="114977" y="104685"/>
                  <a:pt x="114977" y="104685"/>
                  <a:pt x="114977" y="104685"/>
                </a:cubicBezTo>
                <a:cubicBezTo>
                  <a:pt x="114977" y="104609"/>
                  <a:pt x="115013" y="104534"/>
                  <a:pt x="115013" y="104459"/>
                </a:cubicBezTo>
                <a:cubicBezTo>
                  <a:pt x="115013" y="104309"/>
                  <a:pt x="114946" y="104233"/>
                  <a:pt x="114909" y="104171"/>
                </a:cubicBezTo>
                <a:cubicBezTo>
                  <a:pt x="114909" y="104096"/>
                  <a:pt x="114872" y="104020"/>
                  <a:pt x="114836" y="104020"/>
                </a:cubicBezTo>
                <a:cubicBezTo>
                  <a:pt x="114836" y="103945"/>
                  <a:pt x="114799" y="104020"/>
                  <a:pt x="114799" y="104020"/>
                </a:cubicBezTo>
                <a:cubicBezTo>
                  <a:pt x="114762" y="104096"/>
                  <a:pt x="114725" y="104096"/>
                  <a:pt x="114725" y="104171"/>
                </a:cubicBezTo>
                <a:cubicBezTo>
                  <a:pt x="114725" y="104171"/>
                  <a:pt x="114725" y="104233"/>
                  <a:pt x="114725" y="104309"/>
                </a:cubicBezTo>
                <a:cubicBezTo>
                  <a:pt x="114725" y="104309"/>
                  <a:pt x="114689" y="104384"/>
                  <a:pt x="114689" y="104459"/>
                </a:cubicBezTo>
                <a:cubicBezTo>
                  <a:pt x="114652" y="104384"/>
                  <a:pt x="114615" y="104384"/>
                  <a:pt x="114615" y="104384"/>
                </a:cubicBezTo>
                <a:cubicBezTo>
                  <a:pt x="114578" y="104309"/>
                  <a:pt x="114578" y="104233"/>
                  <a:pt x="114542" y="104233"/>
                </a:cubicBezTo>
                <a:cubicBezTo>
                  <a:pt x="114542" y="104171"/>
                  <a:pt x="114505" y="104096"/>
                  <a:pt x="114505" y="104020"/>
                </a:cubicBezTo>
                <a:cubicBezTo>
                  <a:pt x="114505" y="103945"/>
                  <a:pt x="114542" y="103870"/>
                  <a:pt x="114542" y="103795"/>
                </a:cubicBezTo>
                <a:cubicBezTo>
                  <a:pt x="114542" y="103720"/>
                  <a:pt x="114542" y="103720"/>
                  <a:pt x="114542" y="103644"/>
                </a:cubicBezTo>
                <a:cubicBezTo>
                  <a:pt x="114542" y="103569"/>
                  <a:pt x="114542" y="103569"/>
                  <a:pt x="114542" y="103494"/>
                </a:cubicBezTo>
                <a:lnTo>
                  <a:pt x="114468" y="103494"/>
                </a:lnTo>
                <a:cubicBezTo>
                  <a:pt x="114437" y="103494"/>
                  <a:pt x="114437" y="103419"/>
                  <a:pt x="114437" y="103344"/>
                </a:cubicBezTo>
                <a:cubicBezTo>
                  <a:pt x="114401" y="103344"/>
                  <a:pt x="114401" y="103268"/>
                  <a:pt x="114364" y="103268"/>
                </a:cubicBezTo>
                <a:cubicBezTo>
                  <a:pt x="114327" y="103206"/>
                  <a:pt x="114327" y="103131"/>
                  <a:pt x="114327" y="103131"/>
                </a:cubicBezTo>
                <a:cubicBezTo>
                  <a:pt x="114290" y="103055"/>
                  <a:pt x="114290" y="103055"/>
                  <a:pt x="114254" y="102980"/>
                </a:cubicBezTo>
                <a:cubicBezTo>
                  <a:pt x="114217" y="102905"/>
                  <a:pt x="114217" y="102830"/>
                  <a:pt x="114217" y="102755"/>
                </a:cubicBezTo>
                <a:cubicBezTo>
                  <a:pt x="114180" y="102755"/>
                  <a:pt x="114180" y="102679"/>
                  <a:pt x="114143" y="102679"/>
                </a:cubicBezTo>
                <a:cubicBezTo>
                  <a:pt x="114143" y="102604"/>
                  <a:pt x="114143" y="102529"/>
                  <a:pt x="114107" y="102529"/>
                </a:cubicBezTo>
                <a:cubicBezTo>
                  <a:pt x="114070" y="102454"/>
                  <a:pt x="114033" y="102454"/>
                  <a:pt x="113996" y="102454"/>
                </a:cubicBezTo>
                <a:cubicBezTo>
                  <a:pt x="113960" y="102454"/>
                  <a:pt x="113892" y="102529"/>
                  <a:pt x="113892" y="102604"/>
                </a:cubicBezTo>
                <a:cubicBezTo>
                  <a:pt x="113892" y="102755"/>
                  <a:pt x="113929" y="102830"/>
                  <a:pt x="113960" y="102905"/>
                </a:cubicBezTo>
                <a:cubicBezTo>
                  <a:pt x="113960" y="102980"/>
                  <a:pt x="113996" y="102980"/>
                  <a:pt x="113996" y="103055"/>
                </a:cubicBezTo>
                <a:cubicBezTo>
                  <a:pt x="114033" y="103131"/>
                  <a:pt x="114033" y="103268"/>
                  <a:pt x="114070" y="103344"/>
                </a:cubicBezTo>
                <a:cubicBezTo>
                  <a:pt x="114143" y="103494"/>
                  <a:pt x="114180" y="103569"/>
                  <a:pt x="114254" y="103644"/>
                </a:cubicBezTo>
                <a:cubicBezTo>
                  <a:pt x="114254" y="103644"/>
                  <a:pt x="114290" y="103644"/>
                  <a:pt x="114327" y="103720"/>
                </a:cubicBezTo>
                <a:cubicBezTo>
                  <a:pt x="114327" y="103795"/>
                  <a:pt x="114327" y="103795"/>
                  <a:pt x="114327" y="103870"/>
                </a:cubicBezTo>
                <a:cubicBezTo>
                  <a:pt x="114364" y="103870"/>
                  <a:pt x="114364" y="103945"/>
                  <a:pt x="114364" y="104020"/>
                </a:cubicBezTo>
                <a:cubicBezTo>
                  <a:pt x="114364" y="104096"/>
                  <a:pt x="114401" y="104096"/>
                  <a:pt x="114401" y="104171"/>
                </a:cubicBezTo>
                <a:cubicBezTo>
                  <a:pt x="114401" y="104233"/>
                  <a:pt x="114401" y="104384"/>
                  <a:pt x="114401" y="104534"/>
                </a:cubicBezTo>
                <a:close/>
                <a:moveTo>
                  <a:pt x="110946" y="91826"/>
                </a:moveTo>
                <a:lnTo>
                  <a:pt x="110946" y="91826"/>
                </a:lnTo>
                <a:cubicBezTo>
                  <a:pt x="110946" y="91901"/>
                  <a:pt x="110983" y="91901"/>
                  <a:pt x="110983" y="91977"/>
                </a:cubicBezTo>
                <a:cubicBezTo>
                  <a:pt x="110983" y="92052"/>
                  <a:pt x="111019" y="92052"/>
                  <a:pt x="111019" y="92127"/>
                </a:cubicBezTo>
                <a:cubicBezTo>
                  <a:pt x="111019" y="92202"/>
                  <a:pt x="111056" y="92127"/>
                  <a:pt x="111093" y="92202"/>
                </a:cubicBezTo>
                <a:cubicBezTo>
                  <a:pt x="111130" y="92277"/>
                  <a:pt x="111166" y="92277"/>
                  <a:pt x="111166" y="92353"/>
                </a:cubicBezTo>
                <a:cubicBezTo>
                  <a:pt x="111166" y="92428"/>
                  <a:pt x="111166" y="92503"/>
                  <a:pt x="111166" y="92653"/>
                </a:cubicBezTo>
                <a:cubicBezTo>
                  <a:pt x="111166" y="92716"/>
                  <a:pt x="111203" y="92716"/>
                  <a:pt x="111203" y="92804"/>
                </a:cubicBezTo>
                <a:cubicBezTo>
                  <a:pt x="111240" y="92804"/>
                  <a:pt x="111240" y="92866"/>
                  <a:pt x="111277" y="92942"/>
                </a:cubicBezTo>
                <a:cubicBezTo>
                  <a:pt x="111277" y="92942"/>
                  <a:pt x="111313" y="92942"/>
                  <a:pt x="111350" y="93017"/>
                </a:cubicBezTo>
                <a:cubicBezTo>
                  <a:pt x="111424" y="93092"/>
                  <a:pt x="111491" y="93092"/>
                  <a:pt x="111565" y="93167"/>
                </a:cubicBezTo>
                <a:cubicBezTo>
                  <a:pt x="111601" y="93242"/>
                  <a:pt x="111638" y="93318"/>
                  <a:pt x="111712" y="93318"/>
                </a:cubicBezTo>
                <a:cubicBezTo>
                  <a:pt x="111748" y="93393"/>
                  <a:pt x="111748" y="93393"/>
                  <a:pt x="111785" y="93393"/>
                </a:cubicBezTo>
                <a:cubicBezTo>
                  <a:pt x="111785" y="93468"/>
                  <a:pt x="111822" y="93468"/>
                  <a:pt x="111852" y="93468"/>
                </a:cubicBezTo>
                <a:cubicBezTo>
                  <a:pt x="112000" y="93468"/>
                  <a:pt x="112000" y="93468"/>
                  <a:pt x="112000" y="93468"/>
                </a:cubicBezTo>
                <a:cubicBezTo>
                  <a:pt x="112000" y="93468"/>
                  <a:pt x="112000" y="93393"/>
                  <a:pt x="112000" y="93318"/>
                </a:cubicBezTo>
                <a:cubicBezTo>
                  <a:pt x="112000" y="93242"/>
                  <a:pt x="111963" y="93242"/>
                  <a:pt x="111963" y="93167"/>
                </a:cubicBezTo>
                <a:cubicBezTo>
                  <a:pt x="111926" y="93167"/>
                  <a:pt x="111926" y="93092"/>
                  <a:pt x="111895" y="93017"/>
                </a:cubicBezTo>
                <a:cubicBezTo>
                  <a:pt x="111895" y="93017"/>
                  <a:pt x="111852" y="93017"/>
                  <a:pt x="111822" y="93017"/>
                </a:cubicBezTo>
                <a:cubicBezTo>
                  <a:pt x="111785" y="93017"/>
                  <a:pt x="111748" y="93017"/>
                  <a:pt x="111712" y="92942"/>
                </a:cubicBezTo>
                <a:cubicBezTo>
                  <a:pt x="111675" y="92866"/>
                  <a:pt x="111675" y="92804"/>
                  <a:pt x="111638" y="92804"/>
                </a:cubicBezTo>
                <a:cubicBezTo>
                  <a:pt x="111601" y="92716"/>
                  <a:pt x="111601" y="92804"/>
                  <a:pt x="111565" y="92716"/>
                </a:cubicBezTo>
                <a:cubicBezTo>
                  <a:pt x="111528" y="92716"/>
                  <a:pt x="111491" y="92653"/>
                  <a:pt x="111491" y="92578"/>
                </a:cubicBezTo>
                <a:cubicBezTo>
                  <a:pt x="111491" y="92578"/>
                  <a:pt x="111491" y="92503"/>
                  <a:pt x="111491" y="92428"/>
                </a:cubicBezTo>
                <a:cubicBezTo>
                  <a:pt x="111454" y="92277"/>
                  <a:pt x="111424" y="92277"/>
                  <a:pt x="111381" y="92127"/>
                </a:cubicBezTo>
                <a:cubicBezTo>
                  <a:pt x="111313" y="92052"/>
                  <a:pt x="111277" y="91977"/>
                  <a:pt x="111203" y="91901"/>
                </a:cubicBezTo>
                <a:cubicBezTo>
                  <a:pt x="111166" y="91901"/>
                  <a:pt x="111166" y="91826"/>
                  <a:pt x="111130" y="91826"/>
                </a:cubicBezTo>
                <a:cubicBezTo>
                  <a:pt x="111093" y="91826"/>
                  <a:pt x="111093" y="91826"/>
                  <a:pt x="111056" y="91826"/>
                </a:cubicBezTo>
                <a:lnTo>
                  <a:pt x="110946" y="91826"/>
                </a:lnTo>
                <a:close/>
                <a:moveTo>
                  <a:pt x="99656" y="85447"/>
                </a:moveTo>
                <a:lnTo>
                  <a:pt x="99656" y="85447"/>
                </a:lnTo>
                <a:cubicBezTo>
                  <a:pt x="99614" y="85522"/>
                  <a:pt x="99614" y="85522"/>
                  <a:pt x="99583" y="85522"/>
                </a:cubicBezTo>
                <a:cubicBezTo>
                  <a:pt x="99546" y="85597"/>
                  <a:pt x="99509" y="85597"/>
                  <a:pt x="99509" y="85673"/>
                </a:cubicBezTo>
                <a:cubicBezTo>
                  <a:pt x="99509" y="85823"/>
                  <a:pt x="99509" y="85898"/>
                  <a:pt x="99546" y="85898"/>
                </a:cubicBezTo>
                <a:cubicBezTo>
                  <a:pt x="99583" y="85973"/>
                  <a:pt x="99583" y="85973"/>
                  <a:pt x="99614" y="85973"/>
                </a:cubicBezTo>
                <a:cubicBezTo>
                  <a:pt x="99656" y="85973"/>
                  <a:pt x="99656" y="85898"/>
                  <a:pt x="99687" y="85898"/>
                </a:cubicBezTo>
                <a:cubicBezTo>
                  <a:pt x="99724" y="85823"/>
                  <a:pt x="99761" y="85823"/>
                  <a:pt x="99834" y="85823"/>
                </a:cubicBezTo>
                <a:cubicBezTo>
                  <a:pt x="99908" y="85823"/>
                  <a:pt x="99908" y="85823"/>
                  <a:pt x="99908" y="85823"/>
                </a:cubicBezTo>
                <a:cubicBezTo>
                  <a:pt x="99944" y="85823"/>
                  <a:pt x="99981" y="85823"/>
                  <a:pt x="100055" y="85823"/>
                </a:cubicBezTo>
                <a:cubicBezTo>
                  <a:pt x="100055" y="85522"/>
                  <a:pt x="100055" y="85522"/>
                  <a:pt x="100055" y="85522"/>
                </a:cubicBezTo>
                <a:cubicBezTo>
                  <a:pt x="99908" y="85447"/>
                  <a:pt x="99908" y="85447"/>
                  <a:pt x="99908" y="85447"/>
                </a:cubicBezTo>
                <a:cubicBezTo>
                  <a:pt x="99834" y="85447"/>
                  <a:pt x="99797" y="85522"/>
                  <a:pt x="99724" y="85522"/>
                </a:cubicBezTo>
                <a:cubicBezTo>
                  <a:pt x="99687" y="85522"/>
                  <a:pt x="99656" y="85522"/>
                  <a:pt x="99583" y="85522"/>
                </a:cubicBezTo>
                <a:lnTo>
                  <a:pt x="99656" y="85447"/>
                </a:lnTo>
                <a:close/>
                <a:moveTo>
                  <a:pt x="103614" y="85823"/>
                </a:moveTo>
                <a:lnTo>
                  <a:pt x="103614" y="85823"/>
                </a:lnTo>
                <a:cubicBezTo>
                  <a:pt x="103614" y="85973"/>
                  <a:pt x="103614" y="85973"/>
                  <a:pt x="103614" y="85973"/>
                </a:cubicBezTo>
                <a:cubicBezTo>
                  <a:pt x="103614" y="86049"/>
                  <a:pt x="103577" y="86049"/>
                  <a:pt x="103540" y="86124"/>
                </a:cubicBezTo>
                <a:cubicBezTo>
                  <a:pt x="103540" y="86199"/>
                  <a:pt x="103503" y="86199"/>
                  <a:pt x="103503" y="86274"/>
                </a:cubicBezTo>
                <a:cubicBezTo>
                  <a:pt x="103467" y="86349"/>
                  <a:pt x="103430" y="86425"/>
                  <a:pt x="103430" y="86550"/>
                </a:cubicBezTo>
                <a:cubicBezTo>
                  <a:pt x="103393" y="86625"/>
                  <a:pt x="103356" y="86625"/>
                  <a:pt x="103356" y="86700"/>
                </a:cubicBezTo>
                <a:cubicBezTo>
                  <a:pt x="103356" y="86775"/>
                  <a:pt x="103356" y="86851"/>
                  <a:pt x="103356" y="87001"/>
                </a:cubicBezTo>
                <a:cubicBezTo>
                  <a:pt x="103356" y="87001"/>
                  <a:pt x="103356" y="87076"/>
                  <a:pt x="103356" y="87151"/>
                </a:cubicBezTo>
                <a:lnTo>
                  <a:pt x="103393" y="87227"/>
                </a:lnTo>
                <a:cubicBezTo>
                  <a:pt x="103393" y="87377"/>
                  <a:pt x="103393" y="87452"/>
                  <a:pt x="103393" y="87527"/>
                </a:cubicBezTo>
                <a:cubicBezTo>
                  <a:pt x="103393" y="87816"/>
                  <a:pt x="103393" y="87816"/>
                  <a:pt x="103393" y="87816"/>
                </a:cubicBezTo>
                <a:cubicBezTo>
                  <a:pt x="103393" y="87891"/>
                  <a:pt x="103393" y="87966"/>
                  <a:pt x="103393" y="88041"/>
                </a:cubicBezTo>
                <a:cubicBezTo>
                  <a:pt x="103356" y="88116"/>
                  <a:pt x="103356" y="88192"/>
                  <a:pt x="103356" y="88192"/>
                </a:cubicBezTo>
                <a:cubicBezTo>
                  <a:pt x="103320" y="88267"/>
                  <a:pt x="103283" y="88342"/>
                  <a:pt x="103283" y="88417"/>
                </a:cubicBezTo>
                <a:cubicBezTo>
                  <a:pt x="103283" y="89608"/>
                  <a:pt x="103283" y="89608"/>
                  <a:pt x="103283" y="89608"/>
                </a:cubicBezTo>
                <a:cubicBezTo>
                  <a:pt x="103283" y="89671"/>
                  <a:pt x="103283" y="89671"/>
                  <a:pt x="103246" y="89746"/>
                </a:cubicBezTo>
                <a:cubicBezTo>
                  <a:pt x="103246" y="89821"/>
                  <a:pt x="103209" y="89821"/>
                  <a:pt x="103179" y="89821"/>
                </a:cubicBezTo>
                <a:cubicBezTo>
                  <a:pt x="103179" y="89896"/>
                  <a:pt x="103142" y="89971"/>
                  <a:pt x="103105" y="89971"/>
                </a:cubicBezTo>
                <a:cubicBezTo>
                  <a:pt x="103068" y="90046"/>
                  <a:pt x="103068" y="90046"/>
                  <a:pt x="102995" y="90046"/>
                </a:cubicBezTo>
                <a:cubicBezTo>
                  <a:pt x="102958" y="90046"/>
                  <a:pt x="102885" y="89971"/>
                  <a:pt x="102848" y="89971"/>
                </a:cubicBezTo>
                <a:cubicBezTo>
                  <a:pt x="102811" y="89896"/>
                  <a:pt x="102774" y="89971"/>
                  <a:pt x="102774" y="89971"/>
                </a:cubicBezTo>
                <a:cubicBezTo>
                  <a:pt x="102738" y="89896"/>
                  <a:pt x="102738" y="89896"/>
                  <a:pt x="102707" y="89821"/>
                </a:cubicBezTo>
                <a:cubicBezTo>
                  <a:pt x="102664" y="89821"/>
                  <a:pt x="102633" y="89821"/>
                  <a:pt x="102633" y="89746"/>
                </a:cubicBezTo>
                <a:cubicBezTo>
                  <a:pt x="102633" y="89671"/>
                  <a:pt x="102633" y="89608"/>
                  <a:pt x="102633" y="89608"/>
                </a:cubicBezTo>
                <a:cubicBezTo>
                  <a:pt x="102597" y="89533"/>
                  <a:pt x="102597" y="89533"/>
                  <a:pt x="102560" y="89457"/>
                </a:cubicBezTo>
                <a:cubicBezTo>
                  <a:pt x="102486" y="89307"/>
                  <a:pt x="102413" y="89232"/>
                  <a:pt x="102303" y="89157"/>
                </a:cubicBezTo>
                <a:cubicBezTo>
                  <a:pt x="102266" y="89081"/>
                  <a:pt x="102192" y="89006"/>
                  <a:pt x="102125" y="89006"/>
                </a:cubicBezTo>
                <a:cubicBezTo>
                  <a:pt x="102125" y="88931"/>
                  <a:pt x="102088" y="88931"/>
                  <a:pt x="102052" y="88931"/>
                </a:cubicBezTo>
                <a:cubicBezTo>
                  <a:pt x="101978" y="88781"/>
                  <a:pt x="101978" y="88706"/>
                  <a:pt x="101941" y="88555"/>
                </a:cubicBezTo>
                <a:cubicBezTo>
                  <a:pt x="101941" y="88555"/>
                  <a:pt x="101941" y="88492"/>
                  <a:pt x="101905" y="88417"/>
                </a:cubicBezTo>
                <a:cubicBezTo>
                  <a:pt x="101905" y="88417"/>
                  <a:pt x="101868" y="88417"/>
                  <a:pt x="101831" y="88417"/>
                </a:cubicBezTo>
                <a:cubicBezTo>
                  <a:pt x="101831" y="88417"/>
                  <a:pt x="101794" y="88417"/>
                  <a:pt x="101758" y="88417"/>
                </a:cubicBezTo>
                <a:cubicBezTo>
                  <a:pt x="101721" y="88417"/>
                  <a:pt x="101721" y="88417"/>
                  <a:pt x="101690" y="88417"/>
                </a:cubicBezTo>
                <a:cubicBezTo>
                  <a:pt x="101647" y="88417"/>
                  <a:pt x="101647" y="88342"/>
                  <a:pt x="101617" y="88342"/>
                </a:cubicBezTo>
                <a:cubicBezTo>
                  <a:pt x="101580" y="88267"/>
                  <a:pt x="101543" y="88267"/>
                  <a:pt x="101543" y="88192"/>
                </a:cubicBezTo>
                <a:lnTo>
                  <a:pt x="101580" y="88116"/>
                </a:lnTo>
                <a:cubicBezTo>
                  <a:pt x="101580" y="88041"/>
                  <a:pt x="101543" y="87966"/>
                  <a:pt x="101543" y="87966"/>
                </a:cubicBezTo>
                <a:cubicBezTo>
                  <a:pt x="101543" y="87816"/>
                  <a:pt x="101580" y="87740"/>
                  <a:pt x="101580" y="87590"/>
                </a:cubicBezTo>
                <a:cubicBezTo>
                  <a:pt x="101580" y="87527"/>
                  <a:pt x="101580" y="87527"/>
                  <a:pt x="101580" y="87527"/>
                </a:cubicBezTo>
                <a:cubicBezTo>
                  <a:pt x="101580" y="87452"/>
                  <a:pt x="101543" y="87452"/>
                  <a:pt x="101543" y="87377"/>
                </a:cubicBezTo>
                <a:cubicBezTo>
                  <a:pt x="101543" y="87302"/>
                  <a:pt x="101506" y="87302"/>
                  <a:pt x="101506" y="87227"/>
                </a:cubicBezTo>
                <a:cubicBezTo>
                  <a:pt x="101506" y="87151"/>
                  <a:pt x="101543" y="87151"/>
                  <a:pt x="101543" y="87076"/>
                </a:cubicBezTo>
                <a:cubicBezTo>
                  <a:pt x="101543" y="87001"/>
                  <a:pt x="101617" y="87076"/>
                  <a:pt x="101617" y="87001"/>
                </a:cubicBezTo>
                <a:cubicBezTo>
                  <a:pt x="101617" y="87001"/>
                  <a:pt x="101617" y="86926"/>
                  <a:pt x="101617" y="86851"/>
                </a:cubicBezTo>
                <a:cubicBezTo>
                  <a:pt x="101647" y="86775"/>
                  <a:pt x="101690" y="86775"/>
                  <a:pt x="101690" y="86700"/>
                </a:cubicBezTo>
                <a:cubicBezTo>
                  <a:pt x="101690" y="86625"/>
                  <a:pt x="101721" y="86625"/>
                  <a:pt x="101721" y="86550"/>
                </a:cubicBezTo>
                <a:cubicBezTo>
                  <a:pt x="101794" y="86425"/>
                  <a:pt x="101831" y="86425"/>
                  <a:pt x="101868" y="86274"/>
                </a:cubicBezTo>
                <a:cubicBezTo>
                  <a:pt x="101905" y="86274"/>
                  <a:pt x="101868" y="86199"/>
                  <a:pt x="101905" y="86199"/>
                </a:cubicBezTo>
                <a:cubicBezTo>
                  <a:pt x="101831" y="86199"/>
                  <a:pt x="101831" y="86199"/>
                  <a:pt x="101831" y="86199"/>
                </a:cubicBezTo>
                <a:cubicBezTo>
                  <a:pt x="101758" y="86124"/>
                  <a:pt x="101721" y="86124"/>
                  <a:pt x="101690" y="86124"/>
                </a:cubicBezTo>
                <a:cubicBezTo>
                  <a:pt x="101617" y="86049"/>
                  <a:pt x="101580" y="86049"/>
                  <a:pt x="101543" y="86049"/>
                </a:cubicBezTo>
                <a:cubicBezTo>
                  <a:pt x="101470" y="86049"/>
                  <a:pt x="101470" y="86049"/>
                  <a:pt x="101470" y="86049"/>
                </a:cubicBezTo>
                <a:cubicBezTo>
                  <a:pt x="101359" y="86049"/>
                  <a:pt x="101323" y="86049"/>
                  <a:pt x="101212" y="86049"/>
                </a:cubicBezTo>
                <a:cubicBezTo>
                  <a:pt x="101176" y="86049"/>
                  <a:pt x="101176" y="85973"/>
                  <a:pt x="101145" y="85973"/>
                </a:cubicBezTo>
                <a:cubicBezTo>
                  <a:pt x="101108" y="85898"/>
                  <a:pt x="101108" y="85898"/>
                  <a:pt x="101071" y="85898"/>
                </a:cubicBezTo>
                <a:cubicBezTo>
                  <a:pt x="101035" y="85898"/>
                  <a:pt x="101035" y="85898"/>
                  <a:pt x="100998" y="85898"/>
                </a:cubicBezTo>
                <a:cubicBezTo>
                  <a:pt x="100998" y="85898"/>
                  <a:pt x="100961" y="85898"/>
                  <a:pt x="100924" y="85898"/>
                </a:cubicBezTo>
                <a:cubicBezTo>
                  <a:pt x="100888" y="85823"/>
                  <a:pt x="100888" y="85748"/>
                  <a:pt x="100851" y="85748"/>
                </a:cubicBezTo>
                <a:cubicBezTo>
                  <a:pt x="100851" y="85673"/>
                  <a:pt x="100814" y="85673"/>
                  <a:pt x="100777" y="85673"/>
                </a:cubicBezTo>
                <a:cubicBezTo>
                  <a:pt x="100777" y="85673"/>
                  <a:pt x="100741" y="85673"/>
                  <a:pt x="100704" y="85673"/>
                </a:cubicBezTo>
                <a:lnTo>
                  <a:pt x="100673" y="85597"/>
                </a:lnTo>
                <a:cubicBezTo>
                  <a:pt x="100630" y="85597"/>
                  <a:pt x="100600" y="85597"/>
                  <a:pt x="100600" y="85522"/>
                </a:cubicBezTo>
                <a:cubicBezTo>
                  <a:pt x="100526" y="85522"/>
                  <a:pt x="100490" y="85384"/>
                  <a:pt x="100453" y="85384"/>
                </a:cubicBezTo>
                <a:cubicBezTo>
                  <a:pt x="100416" y="85384"/>
                  <a:pt x="100416" y="85384"/>
                  <a:pt x="100379" y="85384"/>
                </a:cubicBezTo>
                <a:cubicBezTo>
                  <a:pt x="100306" y="85384"/>
                  <a:pt x="100306" y="85384"/>
                  <a:pt x="100306" y="85384"/>
                </a:cubicBezTo>
                <a:cubicBezTo>
                  <a:pt x="100269" y="85384"/>
                  <a:pt x="100269" y="85384"/>
                  <a:pt x="100232" y="85384"/>
                </a:cubicBezTo>
                <a:cubicBezTo>
                  <a:pt x="100196" y="85384"/>
                  <a:pt x="100196" y="85384"/>
                  <a:pt x="100159" y="85384"/>
                </a:cubicBezTo>
                <a:cubicBezTo>
                  <a:pt x="100159" y="85673"/>
                  <a:pt x="100159" y="85673"/>
                  <a:pt x="100159" y="85673"/>
                </a:cubicBezTo>
                <a:cubicBezTo>
                  <a:pt x="100159" y="85673"/>
                  <a:pt x="100159" y="85823"/>
                  <a:pt x="100196" y="85823"/>
                </a:cubicBezTo>
                <a:cubicBezTo>
                  <a:pt x="100232" y="85823"/>
                  <a:pt x="100269" y="85823"/>
                  <a:pt x="100306" y="85898"/>
                </a:cubicBezTo>
                <a:cubicBezTo>
                  <a:pt x="100343" y="85898"/>
                  <a:pt x="100379" y="85898"/>
                  <a:pt x="100379" y="85973"/>
                </a:cubicBezTo>
                <a:cubicBezTo>
                  <a:pt x="100416" y="85973"/>
                  <a:pt x="100453" y="85973"/>
                  <a:pt x="100453" y="85973"/>
                </a:cubicBezTo>
                <a:cubicBezTo>
                  <a:pt x="100490" y="86049"/>
                  <a:pt x="100453" y="86049"/>
                  <a:pt x="100453" y="86124"/>
                </a:cubicBezTo>
                <a:cubicBezTo>
                  <a:pt x="100416" y="86124"/>
                  <a:pt x="100416" y="86199"/>
                  <a:pt x="100379" y="86199"/>
                </a:cubicBezTo>
                <a:cubicBezTo>
                  <a:pt x="100343" y="86199"/>
                  <a:pt x="100306" y="86199"/>
                  <a:pt x="100232" y="86199"/>
                </a:cubicBezTo>
                <a:cubicBezTo>
                  <a:pt x="100196" y="86199"/>
                  <a:pt x="100159" y="86199"/>
                  <a:pt x="100091" y="86199"/>
                </a:cubicBezTo>
                <a:cubicBezTo>
                  <a:pt x="100055" y="86199"/>
                  <a:pt x="100055" y="86274"/>
                  <a:pt x="100018" y="86274"/>
                </a:cubicBezTo>
                <a:cubicBezTo>
                  <a:pt x="99981" y="86274"/>
                  <a:pt x="99981" y="86349"/>
                  <a:pt x="99944" y="86425"/>
                </a:cubicBezTo>
                <a:cubicBezTo>
                  <a:pt x="99871" y="86487"/>
                  <a:pt x="99834" y="86550"/>
                  <a:pt x="99761" y="86625"/>
                </a:cubicBezTo>
                <a:cubicBezTo>
                  <a:pt x="99761" y="86700"/>
                  <a:pt x="99724" y="86700"/>
                  <a:pt x="99687" y="86775"/>
                </a:cubicBezTo>
                <a:cubicBezTo>
                  <a:pt x="99656" y="86775"/>
                  <a:pt x="99614" y="86851"/>
                  <a:pt x="99614" y="86851"/>
                </a:cubicBezTo>
                <a:cubicBezTo>
                  <a:pt x="99583" y="86926"/>
                  <a:pt x="99546" y="86926"/>
                  <a:pt x="99546" y="87076"/>
                </a:cubicBezTo>
                <a:cubicBezTo>
                  <a:pt x="99546" y="87151"/>
                  <a:pt x="99546" y="87151"/>
                  <a:pt x="99546" y="87151"/>
                </a:cubicBezTo>
                <a:lnTo>
                  <a:pt x="99546" y="87227"/>
                </a:lnTo>
                <a:cubicBezTo>
                  <a:pt x="99546" y="87377"/>
                  <a:pt x="99546" y="87452"/>
                  <a:pt x="99546" y="87527"/>
                </a:cubicBezTo>
                <a:cubicBezTo>
                  <a:pt x="99546" y="87590"/>
                  <a:pt x="99546" y="87665"/>
                  <a:pt x="99546" y="87665"/>
                </a:cubicBezTo>
                <a:cubicBezTo>
                  <a:pt x="99546" y="87740"/>
                  <a:pt x="99509" y="87816"/>
                  <a:pt x="99509" y="87891"/>
                </a:cubicBezTo>
                <a:cubicBezTo>
                  <a:pt x="99509" y="87966"/>
                  <a:pt x="99509" y="87966"/>
                  <a:pt x="99473" y="88041"/>
                </a:cubicBezTo>
                <a:cubicBezTo>
                  <a:pt x="99436" y="88041"/>
                  <a:pt x="99399" y="88041"/>
                  <a:pt x="99362" y="88041"/>
                </a:cubicBezTo>
                <a:cubicBezTo>
                  <a:pt x="99252" y="88041"/>
                  <a:pt x="99179" y="88041"/>
                  <a:pt x="99075" y="87891"/>
                </a:cubicBezTo>
                <a:cubicBezTo>
                  <a:pt x="99038" y="87891"/>
                  <a:pt x="99075" y="87740"/>
                  <a:pt x="99038" y="87740"/>
                </a:cubicBezTo>
                <a:cubicBezTo>
                  <a:pt x="99038" y="87740"/>
                  <a:pt x="99001" y="87740"/>
                  <a:pt x="98964" y="87740"/>
                </a:cubicBezTo>
                <a:cubicBezTo>
                  <a:pt x="98891" y="87740"/>
                  <a:pt x="98854" y="87740"/>
                  <a:pt x="98781" y="87740"/>
                </a:cubicBezTo>
                <a:cubicBezTo>
                  <a:pt x="98781" y="87665"/>
                  <a:pt x="98781" y="87527"/>
                  <a:pt x="98744" y="87452"/>
                </a:cubicBezTo>
                <a:cubicBezTo>
                  <a:pt x="98633" y="87452"/>
                  <a:pt x="98633" y="87452"/>
                  <a:pt x="98633" y="87452"/>
                </a:cubicBezTo>
                <a:cubicBezTo>
                  <a:pt x="98566" y="87452"/>
                  <a:pt x="98529" y="87527"/>
                  <a:pt x="98493" y="87527"/>
                </a:cubicBezTo>
                <a:cubicBezTo>
                  <a:pt x="98419" y="87527"/>
                  <a:pt x="98382" y="87527"/>
                  <a:pt x="98346" y="87527"/>
                </a:cubicBezTo>
                <a:cubicBezTo>
                  <a:pt x="98272" y="87527"/>
                  <a:pt x="98235" y="87590"/>
                  <a:pt x="98199" y="87665"/>
                </a:cubicBezTo>
                <a:cubicBezTo>
                  <a:pt x="98162" y="87665"/>
                  <a:pt x="98199" y="87740"/>
                  <a:pt x="98162" y="87816"/>
                </a:cubicBezTo>
                <a:cubicBezTo>
                  <a:pt x="98162" y="87891"/>
                  <a:pt x="98125" y="87891"/>
                  <a:pt x="98094" y="87966"/>
                </a:cubicBezTo>
                <a:cubicBezTo>
                  <a:pt x="98058" y="87966"/>
                  <a:pt x="98094" y="88041"/>
                  <a:pt x="98058" y="88116"/>
                </a:cubicBezTo>
                <a:cubicBezTo>
                  <a:pt x="97984" y="88116"/>
                  <a:pt x="97947" y="88041"/>
                  <a:pt x="97911" y="88116"/>
                </a:cubicBezTo>
                <a:cubicBezTo>
                  <a:pt x="97837" y="88116"/>
                  <a:pt x="97800" y="88342"/>
                  <a:pt x="97800" y="88492"/>
                </a:cubicBezTo>
                <a:cubicBezTo>
                  <a:pt x="97764" y="88492"/>
                  <a:pt x="97764" y="88555"/>
                  <a:pt x="97764" y="88630"/>
                </a:cubicBezTo>
                <a:cubicBezTo>
                  <a:pt x="97764" y="88706"/>
                  <a:pt x="97727" y="88781"/>
                  <a:pt x="97690" y="88781"/>
                </a:cubicBezTo>
                <a:cubicBezTo>
                  <a:pt x="97690" y="88781"/>
                  <a:pt x="97653" y="88781"/>
                  <a:pt x="97617" y="88781"/>
                </a:cubicBezTo>
                <a:cubicBezTo>
                  <a:pt x="97580" y="88781"/>
                  <a:pt x="97549" y="88781"/>
                  <a:pt x="97476" y="88781"/>
                </a:cubicBezTo>
                <a:cubicBezTo>
                  <a:pt x="97476" y="89081"/>
                  <a:pt x="97476" y="89081"/>
                  <a:pt x="97476" y="89081"/>
                </a:cubicBezTo>
                <a:cubicBezTo>
                  <a:pt x="97513" y="89081"/>
                  <a:pt x="97513" y="89157"/>
                  <a:pt x="97513" y="89157"/>
                </a:cubicBezTo>
                <a:cubicBezTo>
                  <a:pt x="97549" y="89232"/>
                  <a:pt x="97580" y="89232"/>
                  <a:pt x="97580" y="89307"/>
                </a:cubicBezTo>
                <a:cubicBezTo>
                  <a:pt x="97617" y="89382"/>
                  <a:pt x="97617" y="89382"/>
                  <a:pt x="97617" y="89457"/>
                </a:cubicBezTo>
                <a:cubicBezTo>
                  <a:pt x="97617" y="89746"/>
                  <a:pt x="97617" y="89746"/>
                  <a:pt x="97617" y="89746"/>
                </a:cubicBezTo>
                <a:cubicBezTo>
                  <a:pt x="97329" y="89746"/>
                  <a:pt x="97329" y="89746"/>
                  <a:pt x="97329" y="89746"/>
                </a:cubicBezTo>
                <a:cubicBezTo>
                  <a:pt x="97329" y="89671"/>
                  <a:pt x="97329" y="89671"/>
                  <a:pt x="97329" y="89671"/>
                </a:cubicBezTo>
                <a:cubicBezTo>
                  <a:pt x="97329" y="89608"/>
                  <a:pt x="97329" y="89533"/>
                  <a:pt x="97329" y="89382"/>
                </a:cubicBezTo>
                <a:cubicBezTo>
                  <a:pt x="97329" y="89382"/>
                  <a:pt x="97329" y="89307"/>
                  <a:pt x="97329" y="89232"/>
                </a:cubicBezTo>
                <a:cubicBezTo>
                  <a:pt x="97108" y="89232"/>
                  <a:pt x="97108" y="89232"/>
                  <a:pt x="97108" y="89232"/>
                </a:cubicBezTo>
                <a:cubicBezTo>
                  <a:pt x="97108" y="89232"/>
                  <a:pt x="97071" y="89307"/>
                  <a:pt x="97041" y="89307"/>
                </a:cubicBezTo>
                <a:cubicBezTo>
                  <a:pt x="97041" y="89307"/>
                  <a:pt x="97004" y="89307"/>
                  <a:pt x="96967" y="89382"/>
                </a:cubicBezTo>
                <a:cubicBezTo>
                  <a:pt x="96967" y="89382"/>
                  <a:pt x="96931" y="89457"/>
                  <a:pt x="96931" y="89533"/>
                </a:cubicBezTo>
                <a:cubicBezTo>
                  <a:pt x="96894" y="89608"/>
                  <a:pt x="96894" y="89671"/>
                  <a:pt x="96894" y="89821"/>
                </a:cubicBezTo>
                <a:cubicBezTo>
                  <a:pt x="96894" y="89971"/>
                  <a:pt x="96931" y="90122"/>
                  <a:pt x="96894" y="90272"/>
                </a:cubicBezTo>
                <a:cubicBezTo>
                  <a:pt x="96894" y="90347"/>
                  <a:pt x="96894" y="90347"/>
                  <a:pt x="96894" y="90422"/>
                </a:cubicBezTo>
                <a:cubicBezTo>
                  <a:pt x="96894" y="90498"/>
                  <a:pt x="96857" y="90498"/>
                  <a:pt x="96820" y="90573"/>
                </a:cubicBezTo>
                <a:cubicBezTo>
                  <a:pt x="96784" y="90636"/>
                  <a:pt x="96784" y="90636"/>
                  <a:pt x="96747" y="90723"/>
                </a:cubicBezTo>
                <a:cubicBezTo>
                  <a:pt x="96747" y="90786"/>
                  <a:pt x="96710" y="90786"/>
                  <a:pt x="96710" y="90861"/>
                </a:cubicBezTo>
                <a:cubicBezTo>
                  <a:pt x="96673" y="90936"/>
                  <a:pt x="96710" y="90936"/>
                  <a:pt x="96673" y="91012"/>
                </a:cubicBezTo>
                <a:cubicBezTo>
                  <a:pt x="96673" y="91087"/>
                  <a:pt x="96637" y="91087"/>
                  <a:pt x="96600" y="91087"/>
                </a:cubicBezTo>
                <a:cubicBezTo>
                  <a:pt x="96563" y="91162"/>
                  <a:pt x="96532" y="91237"/>
                  <a:pt x="96496" y="91387"/>
                </a:cubicBezTo>
                <a:cubicBezTo>
                  <a:pt x="96496" y="91387"/>
                  <a:pt x="96496" y="91463"/>
                  <a:pt x="96459" y="91538"/>
                </a:cubicBezTo>
                <a:cubicBezTo>
                  <a:pt x="96422" y="91538"/>
                  <a:pt x="96422" y="91538"/>
                  <a:pt x="96385" y="91613"/>
                </a:cubicBezTo>
                <a:cubicBezTo>
                  <a:pt x="96349" y="91613"/>
                  <a:pt x="96349" y="91613"/>
                  <a:pt x="96312" y="91688"/>
                </a:cubicBezTo>
                <a:cubicBezTo>
                  <a:pt x="96275" y="91688"/>
                  <a:pt x="96275" y="91751"/>
                  <a:pt x="96238" y="91751"/>
                </a:cubicBezTo>
                <a:cubicBezTo>
                  <a:pt x="96238" y="91751"/>
                  <a:pt x="96202" y="91751"/>
                  <a:pt x="96165" y="91751"/>
                </a:cubicBezTo>
                <a:cubicBezTo>
                  <a:pt x="96128" y="91751"/>
                  <a:pt x="96128" y="91751"/>
                  <a:pt x="96091" y="91751"/>
                </a:cubicBezTo>
                <a:cubicBezTo>
                  <a:pt x="95950" y="91751"/>
                  <a:pt x="95914" y="91751"/>
                  <a:pt x="95767" y="91751"/>
                </a:cubicBezTo>
                <a:cubicBezTo>
                  <a:pt x="95730" y="91751"/>
                  <a:pt x="95730" y="91826"/>
                  <a:pt x="95693" y="91826"/>
                </a:cubicBezTo>
                <a:cubicBezTo>
                  <a:pt x="95620" y="91826"/>
                  <a:pt x="95583" y="91901"/>
                  <a:pt x="95509" y="91977"/>
                </a:cubicBezTo>
                <a:cubicBezTo>
                  <a:pt x="95479" y="91977"/>
                  <a:pt x="95442" y="92052"/>
                  <a:pt x="95442" y="92052"/>
                </a:cubicBezTo>
                <a:cubicBezTo>
                  <a:pt x="95332" y="92052"/>
                  <a:pt x="95295" y="92052"/>
                  <a:pt x="95222" y="92052"/>
                </a:cubicBezTo>
                <a:cubicBezTo>
                  <a:pt x="95185" y="92052"/>
                  <a:pt x="95148" y="92127"/>
                  <a:pt x="95111" y="92202"/>
                </a:cubicBezTo>
                <a:cubicBezTo>
                  <a:pt x="95075" y="92277"/>
                  <a:pt x="95007" y="92353"/>
                  <a:pt x="94970" y="92353"/>
                </a:cubicBezTo>
                <a:cubicBezTo>
                  <a:pt x="94860" y="92428"/>
                  <a:pt x="94823" y="92503"/>
                  <a:pt x="94713" y="92578"/>
                </a:cubicBezTo>
                <a:cubicBezTo>
                  <a:pt x="94676" y="92653"/>
                  <a:pt x="94676" y="92653"/>
                  <a:pt x="94640" y="92653"/>
                </a:cubicBezTo>
                <a:cubicBezTo>
                  <a:pt x="94603" y="92716"/>
                  <a:pt x="94566" y="92804"/>
                  <a:pt x="94529" y="92942"/>
                </a:cubicBezTo>
                <a:cubicBezTo>
                  <a:pt x="94529" y="93017"/>
                  <a:pt x="94566" y="93092"/>
                  <a:pt x="94529" y="93242"/>
                </a:cubicBezTo>
                <a:cubicBezTo>
                  <a:pt x="94529" y="93318"/>
                  <a:pt x="94529" y="93318"/>
                  <a:pt x="94493" y="93393"/>
                </a:cubicBezTo>
                <a:lnTo>
                  <a:pt x="94462" y="93393"/>
                </a:lnTo>
                <a:cubicBezTo>
                  <a:pt x="94425" y="93393"/>
                  <a:pt x="94388" y="93318"/>
                  <a:pt x="94388" y="93318"/>
                </a:cubicBezTo>
                <a:cubicBezTo>
                  <a:pt x="94352" y="93318"/>
                  <a:pt x="94315" y="93318"/>
                  <a:pt x="94315" y="93242"/>
                </a:cubicBezTo>
                <a:cubicBezTo>
                  <a:pt x="94278" y="93242"/>
                  <a:pt x="94241" y="93242"/>
                  <a:pt x="94241" y="93242"/>
                </a:cubicBezTo>
                <a:cubicBezTo>
                  <a:pt x="94205" y="93167"/>
                  <a:pt x="94241" y="93167"/>
                  <a:pt x="94241" y="93092"/>
                </a:cubicBezTo>
                <a:cubicBezTo>
                  <a:pt x="94205" y="93017"/>
                  <a:pt x="94205" y="93017"/>
                  <a:pt x="94168" y="92942"/>
                </a:cubicBezTo>
                <a:cubicBezTo>
                  <a:pt x="94168" y="93017"/>
                  <a:pt x="94168" y="93167"/>
                  <a:pt x="94131" y="93242"/>
                </a:cubicBezTo>
                <a:cubicBezTo>
                  <a:pt x="94131" y="93242"/>
                  <a:pt x="94058" y="93242"/>
                  <a:pt x="94058" y="93318"/>
                </a:cubicBezTo>
                <a:cubicBezTo>
                  <a:pt x="94058" y="93318"/>
                  <a:pt x="94058" y="93393"/>
                  <a:pt x="94058" y="93468"/>
                </a:cubicBezTo>
                <a:cubicBezTo>
                  <a:pt x="94058" y="93618"/>
                  <a:pt x="94058" y="93618"/>
                  <a:pt x="94058" y="93618"/>
                </a:cubicBezTo>
                <a:cubicBezTo>
                  <a:pt x="94058" y="93618"/>
                  <a:pt x="94058" y="93693"/>
                  <a:pt x="94058" y="93769"/>
                </a:cubicBezTo>
                <a:cubicBezTo>
                  <a:pt x="94094" y="93831"/>
                  <a:pt x="94094" y="93907"/>
                  <a:pt x="94058" y="94057"/>
                </a:cubicBezTo>
                <a:cubicBezTo>
                  <a:pt x="94058" y="94207"/>
                  <a:pt x="94058" y="94207"/>
                  <a:pt x="94058" y="94207"/>
                </a:cubicBezTo>
                <a:cubicBezTo>
                  <a:pt x="94058" y="94283"/>
                  <a:pt x="94021" y="94283"/>
                  <a:pt x="94021" y="94358"/>
                </a:cubicBezTo>
                <a:cubicBezTo>
                  <a:pt x="94021" y="94433"/>
                  <a:pt x="93947" y="94433"/>
                  <a:pt x="93947" y="94508"/>
                </a:cubicBezTo>
                <a:cubicBezTo>
                  <a:pt x="93947" y="94508"/>
                  <a:pt x="93947" y="94583"/>
                  <a:pt x="93947" y="94659"/>
                </a:cubicBezTo>
                <a:cubicBezTo>
                  <a:pt x="93947" y="94734"/>
                  <a:pt x="93947" y="94796"/>
                  <a:pt x="93990" y="94947"/>
                </a:cubicBezTo>
                <a:lnTo>
                  <a:pt x="94021" y="95022"/>
                </a:lnTo>
                <a:cubicBezTo>
                  <a:pt x="94021" y="95097"/>
                  <a:pt x="94058" y="95097"/>
                  <a:pt x="94094" y="95172"/>
                </a:cubicBezTo>
                <a:cubicBezTo>
                  <a:pt x="94131" y="95248"/>
                  <a:pt x="94131" y="95323"/>
                  <a:pt x="94131" y="95473"/>
                </a:cubicBezTo>
                <a:cubicBezTo>
                  <a:pt x="94168" y="95624"/>
                  <a:pt x="94241" y="95699"/>
                  <a:pt x="94278" y="95912"/>
                </a:cubicBezTo>
                <a:cubicBezTo>
                  <a:pt x="94278" y="95987"/>
                  <a:pt x="94278" y="95987"/>
                  <a:pt x="94278" y="95987"/>
                </a:cubicBezTo>
                <a:cubicBezTo>
                  <a:pt x="94241" y="95987"/>
                  <a:pt x="94241" y="95912"/>
                  <a:pt x="94205" y="95912"/>
                </a:cubicBezTo>
                <a:cubicBezTo>
                  <a:pt x="94168" y="95912"/>
                  <a:pt x="94131" y="95912"/>
                  <a:pt x="94094" y="95912"/>
                </a:cubicBezTo>
                <a:cubicBezTo>
                  <a:pt x="94094" y="95912"/>
                  <a:pt x="94058" y="95849"/>
                  <a:pt x="94021" y="95849"/>
                </a:cubicBezTo>
                <a:cubicBezTo>
                  <a:pt x="94021" y="95774"/>
                  <a:pt x="93990" y="95774"/>
                  <a:pt x="93990" y="95774"/>
                </a:cubicBezTo>
                <a:cubicBezTo>
                  <a:pt x="93947" y="95774"/>
                  <a:pt x="93917" y="95849"/>
                  <a:pt x="93917" y="95849"/>
                </a:cubicBezTo>
                <a:cubicBezTo>
                  <a:pt x="93917" y="96137"/>
                  <a:pt x="93917" y="96137"/>
                  <a:pt x="93917" y="96137"/>
                </a:cubicBezTo>
                <a:cubicBezTo>
                  <a:pt x="93917" y="96213"/>
                  <a:pt x="93917" y="96213"/>
                  <a:pt x="93947" y="96288"/>
                </a:cubicBezTo>
                <a:cubicBezTo>
                  <a:pt x="93990" y="96363"/>
                  <a:pt x="94021" y="96438"/>
                  <a:pt x="94058" y="96589"/>
                </a:cubicBezTo>
                <a:cubicBezTo>
                  <a:pt x="94094" y="96589"/>
                  <a:pt x="94094" y="96664"/>
                  <a:pt x="94131" y="96739"/>
                </a:cubicBezTo>
                <a:cubicBezTo>
                  <a:pt x="94168" y="96739"/>
                  <a:pt x="94168" y="96814"/>
                  <a:pt x="94205" y="96814"/>
                </a:cubicBezTo>
                <a:cubicBezTo>
                  <a:pt x="94241" y="96877"/>
                  <a:pt x="94241" y="96877"/>
                  <a:pt x="94278" y="96965"/>
                </a:cubicBezTo>
                <a:cubicBezTo>
                  <a:pt x="94278" y="97027"/>
                  <a:pt x="94315" y="97027"/>
                  <a:pt x="94315" y="97102"/>
                </a:cubicBezTo>
                <a:cubicBezTo>
                  <a:pt x="94315" y="97253"/>
                  <a:pt x="94315" y="97328"/>
                  <a:pt x="94315" y="97403"/>
                </a:cubicBezTo>
                <a:cubicBezTo>
                  <a:pt x="94315" y="97554"/>
                  <a:pt x="94315" y="97629"/>
                  <a:pt x="94352" y="97779"/>
                </a:cubicBezTo>
                <a:cubicBezTo>
                  <a:pt x="94388" y="97779"/>
                  <a:pt x="94388" y="97854"/>
                  <a:pt x="94425" y="97930"/>
                </a:cubicBezTo>
                <a:cubicBezTo>
                  <a:pt x="94425" y="98067"/>
                  <a:pt x="94462" y="98143"/>
                  <a:pt x="94462" y="98293"/>
                </a:cubicBezTo>
                <a:cubicBezTo>
                  <a:pt x="94462" y="98368"/>
                  <a:pt x="94462" y="98368"/>
                  <a:pt x="94493" y="98443"/>
                </a:cubicBezTo>
                <a:cubicBezTo>
                  <a:pt x="94493" y="98519"/>
                  <a:pt x="94462" y="98594"/>
                  <a:pt x="94493" y="98669"/>
                </a:cubicBezTo>
                <a:cubicBezTo>
                  <a:pt x="94493" y="98744"/>
                  <a:pt x="94529" y="98819"/>
                  <a:pt x="94529" y="98957"/>
                </a:cubicBezTo>
                <a:cubicBezTo>
                  <a:pt x="94566" y="99045"/>
                  <a:pt x="94603" y="99045"/>
                  <a:pt x="94603" y="99108"/>
                </a:cubicBezTo>
                <a:cubicBezTo>
                  <a:pt x="94640" y="99258"/>
                  <a:pt x="94676" y="99333"/>
                  <a:pt x="94713" y="99484"/>
                </a:cubicBezTo>
                <a:cubicBezTo>
                  <a:pt x="94713" y="99484"/>
                  <a:pt x="94750" y="99559"/>
                  <a:pt x="94750" y="99634"/>
                </a:cubicBezTo>
                <a:cubicBezTo>
                  <a:pt x="94750" y="99634"/>
                  <a:pt x="94750" y="99709"/>
                  <a:pt x="94750" y="99784"/>
                </a:cubicBezTo>
                <a:cubicBezTo>
                  <a:pt x="94787" y="99935"/>
                  <a:pt x="94750" y="100010"/>
                  <a:pt x="94750" y="100223"/>
                </a:cubicBezTo>
                <a:cubicBezTo>
                  <a:pt x="94750" y="100298"/>
                  <a:pt x="94787" y="100449"/>
                  <a:pt x="94823" y="100524"/>
                </a:cubicBezTo>
                <a:cubicBezTo>
                  <a:pt x="94823" y="100599"/>
                  <a:pt x="94860" y="100599"/>
                  <a:pt x="94860" y="100674"/>
                </a:cubicBezTo>
                <a:cubicBezTo>
                  <a:pt x="94860" y="100749"/>
                  <a:pt x="94860" y="100825"/>
                  <a:pt x="94860" y="100900"/>
                </a:cubicBezTo>
                <a:cubicBezTo>
                  <a:pt x="94860" y="101489"/>
                  <a:pt x="94860" y="101489"/>
                  <a:pt x="94860" y="101489"/>
                </a:cubicBezTo>
                <a:cubicBezTo>
                  <a:pt x="94823" y="101489"/>
                  <a:pt x="94787" y="101414"/>
                  <a:pt x="94713" y="101489"/>
                </a:cubicBezTo>
                <a:cubicBezTo>
                  <a:pt x="94676" y="101489"/>
                  <a:pt x="94640" y="101564"/>
                  <a:pt x="94566" y="101639"/>
                </a:cubicBezTo>
                <a:cubicBezTo>
                  <a:pt x="94566" y="101639"/>
                  <a:pt x="94529" y="101714"/>
                  <a:pt x="94493" y="101714"/>
                </a:cubicBezTo>
                <a:cubicBezTo>
                  <a:pt x="94493" y="101790"/>
                  <a:pt x="94462" y="101790"/>
                  <a:pt x="94462" y="101865"/>
                </a:cubicBezTo>
                <a:cubicBezTo>
                  <a:pt x="94462" y="102015"/>
                  <a:pt x="94462" y="102015"/>
                  <a:pt x="94462" y="102015"/>
                </a:cubicBezTo>
                <a:cubicBezTo>
                  <a:pt x="94529" y="102015"/>
                  <a:pt x="94603" y="102015"/>
                  <a:pt x="94676" y="102090"/>
                </a:cubicBezTo>
                <a:cubicBezTo>
                  <a:pt x="94713" y="102153"/>
                  <a:pt x="94713" y="102303"/>
                  <a:pt x="94750" y="102379"/>
                </a:cubicBezTo>
                <a:cubicBezTo>
                  <a:pt x="94787" y="102454"/>
                  <a:pt x="94823" y="102454"/>
                  <a:pt x="94823" y="102454"/>
                </a:cubicBezTo>
                <a:cubicBezTo>
                  <a:pt x="94860" y="102454"/>
                  <a:pt x="94860" y="102529"/>
                  <a:pt x="94897" y="102529"/>
                </a:cubicBezTo>
                <a:cubicBezTo>
                  <a:pt x="94970" y="102604"/>
                  <a:pt x="94970" y="102604"/>
                  <a:pt x="95038" y="102679"/>
                </a:cubicBezTo>
                <a:cubicBezTo>
                  <a:pt x="95075" y="102679"/>
                  <a:pt x="95075" y="102679"/>
                  <a:pt x="95111" y="102679"/>
                </a:cubicBezTo>
                <a:cubicBezTo>
                  <a:pt x="95148" y="102755"/>
                  <a:pt x="95185" y="102830"/>
                  <a:pt x="95258" y="102830"/>
                </a:cubicBezTo>
                <a:cubicBezTo>
                  <a:pt x="95295" y="102905"/>
                  <a:pt x="95332" y="102830"/>
                  <a:pt x="95369" y="102830"/>
                </a:cubicBezTo>
                <a:cubicBezTo>
                  <a:pt x="95405" y="102830"/>
                  <a:pt x="95442" y="102905"/>
                  <a:pt x="95479" y="102830"/>
                </a:cubicBezTo>
                <a:cubicBezTo>
                  <a:pt x="95509" y="102830"/>
                  <a:pt x="95583" y="102830"/>
                  <a:pt x="95620" y="102755"/>
                </a:cubicBezTo>
                <a:cubicBezTo>
                  <a:pt x="95620" y="102755"/>
                  <a:pt x="95656" y="102830"/>
                  <a:pt x="95693" y="102755"/>
                </a:cubicBezTo>
                <a:cubicBezTo>
                  <a:pt x="95730" y="102755"/>
                  <a:pt x="95730" y="102679"/>
                  <a:pt x="95767" y="102679"/>
                </a:cubicBezTo>
                <a:cubicBezTo>
                  <a:pt x="95803" y="102604"/>
                  <a:pt x="95840" y="102604"/>
                  <a:pt x="95840" y="102604"/>
                </a:cubicBezTo>
                <a:cubicBezTo>
                  <a:pt x="95877" y="102529"/>
                  <a:pt x="95877" y="102454"/>
                  <a:pt x="95914" y="102454"/>
                </a:cubicBezTo>
                <a:cubicBezTo>
                  <a:pt x="95914" y="102379"/>
                  <a:pt x="95914" y="102303"/>
                  <a:pt x="95914" y="102303"/>
                </a:cubicBezTo>
                <a:cubicBezTo>
                  <a:pt x="95950" y="102228"/>
                  <a:pt x="95950" y="102228"/>
                  <a:pt x="95987" y="102153"/>
                </a:cubicBezTo>
                <a:cubicBezTo>
                  <a:pt x="96024" y="102153"/>
                  <a:pt x="96024" y="102090"/>
                  <a:pt x="96024" y="102015"/>
                </a:cubicBezTo>
                <a:cubicBezTo>
                  <a:pt x="96091" y="102015"/>
                  <a:pt x="96128" y="102015"/>
                  <a:pt x="96165" y="102015"/>
                </a:cubicBezTo>
                <a:cubicBezTo>
                  <a:pt x="96238" y="102015"/>
                  <a:pt x="96275" y="102015"/>
                  <a:pt x="96312" y="101940"/>
                </a:cubicBezTo>
                <a:cubicBezTo>
                  <a:pt x="96349" y="101940"/>
                  <a:pt x="96349" y="101865"/>
                  <a:pt x="96385" y="101790"/>
                </a:cubicBezTo>
                <a:cubicBezTo>
                  <a:pt x="96422" y="101790"/>
                  <a:pt x="96459" y="101790"/>
                  <a:pt x="96532" y="101790"/>
                </a:cubicBezTo>
                <a:cubicBezTo>
                  <a:pt x="96637" y="101790"/>
                  <a:pt x="96710" y="101865"/>
                  <a:pt x="96857" y="101865"/>
                </a:cubicBezTo>
                <a:cubicBezTo>
                  <a:pt x="96894" y="101940"/>
                  <a:pt x="96931" y="102015"/>
                  <a:pt x="97004" y="102015"/>
                </a:cubicBezTo>
                <a:cubicBezTo>
                  <a:pt x="97041" y="102090"/>
                  <a:pt x="97041" y="102090"/>
                  <a:pt x="97071" y="102090"/>
                </a:cubicBezTo>
                <a:cubicBezTo>
                  <a:pt x="97145" y="102090"/>
                  <a:pt x="97145" y="102090"/>
                  <a:pt x="97218" y="102090"/>
                </a:cubicBezTo>
                <a:cubicBezTo>
                  <a:pt x="97255" y="102090"/>
                  <a:pt x="97292" y="102090"/>
                  <a:pt x="97329" y="102090"/>
                </a:cubicBezTo>
                <a:cubicBezTo>
                  <a:pt x="97329" y="102015"/>
                  <a:pt x="97366" y="102015"/>
                  <a:pt x="97366" y="101940"/>
                </a:cubicBezTo>
                <a:cubicBezTo>
                  <a:pt x="97402" y="101865"/>
                  <a:pt x="97439" y="101865"/>
                  <a:pt x="97439" y="101790"/>
                </a:cubicBezTo>
                <a:cubicBezTo>
                  <a:pt x="97476" y="101714"/>
                  <a:pt x="97513" y="101564"/>
                  <a:pt x="97549" y="101489"/>
                </a:cubicBezTo>
                <a:cubicBezTo>
                  <a:pt x="97580" y="101414"/>
                  <a:pt x="97580" y="101414"/>
                  <a:pt x="97617" y="101338"/>
                </a:cubicBezTo>
                <a:cubicBezTo>
                  <a:pt x="97727" y="101125"/>
                  <a:pt x="97800" y="100900"/>
                  <a:pt x="97947" y="100825"/>
                </a:cubicBezTo>
                <a:cubicBezTo>
                  <a:pt x="97947" y="100825"/>
                  <a:pt x="97984" y="100825"/>
                  <a:pt x="98021" y="100749"/>
                </a:cubicBezTo>
                <a:cubicBezTo>
                  <a:pt x="98058" y="100749"/>
                  <a:pt x="98058" y="100749"/>
                  <a:pt x="98094" y="100749"/>
                </a:cubicBezTo>
                <a:cubicBezTo>
                  <a:pt x="98094" y="100674"/>
                  <a:pt x="98125" y="100674"/>
                  <a:pt x="98162" y="100674"/>
                </a:cubicBezTo>
                <a:cubicBezTo>
                  <a:pt x="98162" y="100599"/>
                  <a:pt x="98199" y="100674"/>
                  <a:pt x="98235" y="100674"/>
                </a:cubicBezTo>
                <a:cubicBezTo>
                  <a:pt x="98235" y="100674"/>
                  <a:pt x="98272" y="100599"/>
                  <a:pt x="98309" y="100674"/>
                </a:cubicBezTo>
                <a:cubicBezTo>
                  <a:pt x="98309" y="100674"/>
                  <a:pt x="98346" y="100674"/>
                  <a:pt x="98346" y="100749"/>
                </a:cubicBezTo>
                <a:cubicBezTo>
                  <a:pt x="98382" y="100749"/>
                  <a:pt x="98419" y="100825"/>
                  <a:pt x="98419" y="100825"/>
                </a:cubicBezTo>
                <a:cubicBezTo>
                  <a:pt x="98493" y="100825"/>
                  <a:pt x="98529" y="100825"/>
                  <a:pt x="98566" y="100825"/>
                </a:cubicBezTo>
                <a:cubicBezTo>
                  <a:pt x="98633" y="100825"/>
                  <a:pt x="98670" y="100825"/>
                  <a:pt x="98707" y="100825"/>
                </a:cubicBezTo>
                <a:cubicBezTo>
                  <a:pt x="98744" y="100825"/>
                  <a:pt x="98744" y="100749"/>
                  <a:pt x="98781" y="100749"/>
                </a:cubicBezTo>
                <a:cubicBezTo>
                  <a:pt x="98854" y="100599"/>
                  <a:pt x="98854" y="100524"/>
                  <a:pt x="98928" y="100449"/>
                </a:cubicBezTo>
                <a:cubicBezTo>
                  <a:pt x="98964" y="100373"/>
                  <a:pt x="99001" y="100373"/>
                  <a:pt x="99038" y="100298"/>
                </a:cubicBezTo>
                <a:cubicBezTo>
                  <a:pt x="99038" y="100298"/>
                  <a:pt x="99075" y="100223"/>
                  <a:pt x="99075" y="100148"/>
                </a:cubicBezTo>
                <a:cubicBezTo>
                  <a:pt x="99111" y="100148"/>
                  <a:pt x="99111" y="100073"/>
                  <a:pt x="99142" y="100010"/>
                </a:cubicBezTo>
                <a:cubicBezTo>
                  <a:pt x="99142" y="100010"/>
                  <a:pt x="99179" y="100010"/>
                  <a:pt x="99215" y="100010"/>
                </a:cubicBezTo>
                <a:cubicBezTo>
                  <a:pt x="99252" y="100010"/>
                  <a:pt x="99326" y="99935"/>
                  <a:pt x="99399" y="99935"/>
                </a:cubicBezTo>
                <a:cubicBezTo>
                  <a:pt x="99436" y="99935"/>
                  <a:pt x="99473" y="100010"/>
                  <a:pt x="99509" y="100010"/>
                </a:cubicBezTo>
                <a:cubicBezTo>
                  <a:pt x="99614" y="100010"/>
                  <a:pt x="99656" y="100010"/>
                  <a:pt x="99761" y="100010"/>
                </a:cubicBezTo>
                <a:cubicBezTo>
                  <a:pt x="99797" y="100010"/>
                  <a:pt x="99834" y="100073"/>
                  <a:pt x="99908" y="100073"/>
                </a:cubicBezTo>
                <a:cubicBezTo>
                  <a:pt x="99981" y="100148"/>
                  <a:pt x="99981" y="100148"/>
                  <a:pt x="99981" y="100148"/>
                </a:cubicBezTo>
                <a:cubicBezTo>
                  <a:pt x="100018" y="100223"/>
                  <a:pt x="100018" y="100223"/>
                  <a:pt x="100055" y="100298"/>
                </a:cubicBezTo>
                <a:cubicBezTo>
                  <a:pt x="100091" y="100298"/>
                  <a:pt x="100128" y="100449"/>
                  <a:pt x="100159" y="100449"/>
                </a:cubicBezTo>
                <a:cubicBezTo>
                  <a:pt x="100196" y="100449"/>
                  <a:pt x="100232" y="100373"/>
                  <a:pt x="100269" y="100373"/>
                </a:cubicBezTo>
                <a:cubicBezTo>
                  <a:pt x="100306" y="100373"/>
                  <a:pt x="100306" y="100373"/>
                  <a:pt x="100343" y="100373"/>
                </a:cubicBezTo>
                <a:cubicBezTo>
                  <a:pt x="100490" y="100373"/>
                  <a:pt x="100490" y="100373"/>
                  <a:pt x="100490" y="100373"/>
                </a:cubicBezTo>
                <a:cubicBezTo>
                  <a:pt x="100526" y="100373"/>
                  <a:pt x="100600" y="100373"/>
                  <a:pt x="100630" y="100373"/>
                </a:cubicBezTo>
                <a:cubicBezTo>
                  <a:pt x="100673" y="100373"/>
                  <a:pt x="100673" y="100373"/>
                  <a:pt x="100704" y="100373"/>
                </a:cubicBezTo>
                <a:cubicBezTo>
                  <a:pt x="100741" y="100373"/>
                  <a:pt x="100741" y="100449"/>
                  <a:pt x="100777" y="100449"/>
                </a:cubicBezTo>
                <a:cubicBezTo>
                  <a:pt x="100814" y="100449"/>
                  <a:pt x="100814" y="100524"/>
                  <a:pt x="100814" y="100599"/>
                </a:cubicBezTo>
                <a:cubicBezTo>
                  <a:pt x="100851" y="100674"/>
                  <a:pt x="100888" y="100674"/>
                  <a:pt x="100888" y="100749"/>
                </a:cubicBezTo>
                <a:cubicBezTo>
                  <a:pt x="100888" y="100825"/>
                  <a:pt x="100924" y="100900"/>
                  <a:pt x="100924" y="100900"/>
                </a:cubicBezTo>
                <a:cubicBezTo>
                  <a:pt x="100924" y="101125"/>
                  <a:pt x="100924" y="101188"/>
                  <a:pt x="100924" y="101338"/>
                </a:cubicBezTo>
                <a:cubicBezTo>
                  <a:pt x="101035" y="101338"/>
                  <a:pt x="101108" y="101338"/>
                  <a:pt x="101176" y="101489"/>
                </a:cubicBezTo>
                <a:cubicBezTo>
                  <a:pt x="101212" y="101489"/>
                  <a:pt x="101212" y="101564"/>
                  <a:pt x="101212" y="101639"/>
                </a:cubicBezTo>
                <a:cubicBezTo>
                  <a:pt x="101249" y="101714"/>
                  <a:pt x="101249" y="101790"/>
                  <a:pt x="101249" y="101865"/>
                </a:cubicBezTo>
                <a:cubicBezTo>
                  <a:pt x="101249" y="102090"/>
                  <a:pt x="101249" y="102153"/>
                  <a:pt x="101286" y="102379"/>
                </a:cubicBezTo>
                <a:cubicBezTo>
                  <a:pt x="101286" y="102379"/>
                  <a:pt x="101286" y="102454"/>
                  <a:pt x="101286" y="102529"/>
                </a:cubicBezTo>
                <a:cubicBezTo>
                  <a:pt x="101323" y="102529"/>
                  <a:pt x="101323" y="102604"/>
                  <a:pt x="101359" y="102679"/>
                </a:cubicBezTo>
                <a:cubicBezTo>
                  <a:pt x="101359" y="102679"/>
                  <a:pt x="101396" y="102679"/>
                  <a:pt x="101433" y="102679"/>
                </a:cubicBezTo>
                <a:cubicBezTo>
                  <a:pt x="101506" y="102679"/>
                  <a:pt x="101580" y="102529"/>
                  <a:pt x="101617" y="102379"/>
                </a:cubicBezTo>
                <a:cubicBezTo>
                  <a:pt x="101647" y="102379"/>
                  <a:pt x="101647" y="102303"/>
                  <a:pt x="101647" y="102228"/>
                </a:cubicBezTo>
                <a:cubicBezTo>
                  <a:pt x="101690" y="102153"/>
                  <a:pt x="101758" y="102153"/>
                  <a:pt x="101794" y="102015"/>
                </a:cubicBezTo>
                <a:cubicBezTo>
                  <a:pt x="101794" y="102015"/>
                  <a:pt x="101794" y="101940"/>
                  <a:pt x="101831" y="101865"/>
                </a:cubicBezTo>
                <a:cubicBezTo>
                  <a:pt x="101831" y="101865"/>
                  <a:pt x="101868" y="101865"/>
                  <a:pt x="101905" y="101790"/>
                </a:cubicBezTo>
                <a:cubicBezTo>
                  <a:pt x="101905" y="101714"/>
                  <a:pt x="101941" y="101714"/>
                  <a:pt x="101941" y="101639"/>
                </a:cubicBezTo>
                <a:cubicBezTo>
                  <a:pt x="101978" y="101564"/>
                  <a:pt x="101978" y="101489"/>
                  <a:pt x="102015" y="101338"/>
                </a:cubicBezTo>
                <a:cubicBezTo>
                  <a:pt x="102015" y="101263"/>
                  <a:pt x="102015" y="101263"/>
                  <a:pt x="102052" y="101188"/>
                </a:cubicBezTo>
                <a:cubicBezTo>
                  <a:pt x="102088" y="101263"/>
                  <a:pt x="102125" y="101263"/>
                  <a:pt x="102162" y="101338"/>
                </a:cubicBezTo>
                <a:cubicBezTo>
                  <a:pt x="102192" y="101338"/>
                  <a:pt x="102229" y="101414"/>
                  <a:pt x="102229" y="101489"/>
                </a:cubicBezTo>
                <a:cubicBezTo>
                  <a:pt x="102229" y="101639"/>
                  <a:pt x="102162" y="101639"/>
                  <a:pt x="102125" y="101714"/>
                </a:cubicBezTo>
                <a:cubicBezTo>
                  <a:pt x="102052" y="101865"/>
                  <a:pt x="102052" y="102015"/>
                  <a:pt x="102052" y="102228"/>
                </a:cubicBezTo>
                <a:cubicBezTo>
                  <a:pt x="102052" y="102303"/>
                  <a:pt x="102052" y="102379"/>
                  <a:pt x="102052" y="102529"/>
                </a:cubicBezTo>
                <a:cubicBezTo>
                  <a:pt x="102088" y="102454"/>
                  <a:pt x="102125" y="102529"/>
                  <a:pt x="102125" y="102454"/>
                </a:cubicBezTo>
                <a:cubicBezTo>
                  <a:pt x="102162" y="102454"/>
                  <a:pt x="102125" y="102303"/>
                  <a:pt x="102162" y="102303"/>
                </a:cubicBezTo>
                <a:cubicBezTo>
                  <a:pt x="102192" y="102303"/>
                  <a:pt x="102192" y="102228"/>
                  <a:pt x="102229" y="102228"/>
                </a:cubicBezTo>
                <a:cubicBezTo>
                  <a:pt x="102266" y="102228"/>
                  <a:pt x="102266" y="102303"/>
                  <a:pt x="102303" y="102303"/>
                </a:cubicBezTo>
                <a:cubicBezTo>
                  <a:pt x="102303" y="102303"/>
                  <a:pt x="102339" y="102303"/>
                  <a:pt x="102376" y="102303"/>
                </a:cubicBezTo>
                <a:cubicBezTo>
                  <a:pt x="102376" y="102679"/>
                  <a:pt x="102376" y="102679"/>
                  <a:pt x="102376" y="102679"/>
                </a:cubicBezTo>
                <a:cubicBezTo>
                  <a:pt x="102376" y="102755"/>
                  <a:pt x="102339" y="102830"/>
                  <a:pt x="102339" y="102905"/>
                </a:cubicBezTo>
                <a:cubicBezTo>
                  <a:pt x="102339" y="103055"/>
                  <a:pt x="102339" y="103055"/>
                  <a:pt x="102339" y="103055"/>
                </a:cubicBezTo>
                <a:cubicBezTo>
                  <a:pt x="102303" y="103206"/>
                  <a:pt x="102303" y="103268"/>
                  <a:pt x="102303" y="103494"/>
                </a:cubicBezTo>
                <a:cubicBezTo>
                  <a:pt x="102303" y="103419"/>
                  <a:pt x="102339" y="103494"/>
                  <a:pt x="102376" y="103494"/>
                </a:cubicBezTo>
                <a:cubicBezTo>
                  <a:pt x="102413" y="103419"/>
                  <a:pt x="102413" y="103344"/>
                  <a:pt x="102450" y="103344"/>
                </a:cubicBezTo>
                <a:cubicBezTo>
                  <a:pt x="102450" y="103268"/>
                  <a:pt x="102486" y="103131"/>
                  <a:pt x="102523" y="103131"/>
                </a:cubicBezTo>
                <a:cubicBezTo>
                  <a:pt x="102560" y="103131"/>
                  <a:pt x="102597" y="103131"/>
                  <a:pt x="102633" y="103206"/>
                </a:cubicBezTo>
                <a:cubicBezTo>
                  <a:pt x="102664" y="103344"/>
                  <a:pt x="102633" y="103419"/>
                  <a:pt x="102633" y="103569"/>
                </a:cubicBezTo>
                <a:cubicBezTo>
                  <a:pt x="102664" y="103644"/>
                  <a:pt x="102738" y="103720"/>
                  <a:pt x="102774" y="103795"/>
                </a:cubicBezTo>
                <a:cubicBezTo>
                  <a:pt x="102811" y="103795"/>
                  <a:pt x="102848" y="103795"/>
                  <a:pt x="102848" y="103870"/>
                </a:cubicBezTo>
                <a:cubicBezTo>
                  <a:pt x="102885" y="103945"/>
                  <a:pt x="102885" y="104020"/>
                  <a:pt x="102885" y="104096"/>
                </a:cubicBezTo>
                <a:cubicBezTo>
                  <a:pt x="102885" y="104171"/>
                  <a:pt x="102885" y="104171"/>
                  <a:pt x="102885" y="104171"/>
                </a:cubicBezTo>
                <a:cubicBezTo>
                  <a:pt x="102885" y="104171"/>
                  <a:pt x="102848" y="104233"/>
                  <a:pt x="102848" y="104309"/>
                </a:cubicBezTo>
                <a:cubicBezTo>
                  <a:pt x="102848" y="104384"/>
                  <a:pt x="102848" y="104459"/>
                  <a:pt x="102848" y="104609"/>
                </a:cubicBezTo>
                <a:lnTo>
                  <a:pt x="102848" y="104685"/>
                </a:lnTo>
                <a:cubicBezTo>
                  <a:pt x="102885" y="104835"/>
                  <a:pt x="102921" y="104910"/>
                  <a:pt x="102958" y="104985"/>
                </a:cubicBezTo>
                <a:cubicBezTo>
                  <a:pt x="102995" y="105061"/>
                  <a:pt x="103032" y="105061"/>
                  <a:pt x="103105" y="105136"/>
                </a:cubicBezTo>
                <a:cubicBezTo>
                  <a:pt x="103142" y="105211"/>
                  <a:pt x="103142" y="105211"/>
                  <a:pt x="103179" y="105286"/>
                </a:cubicBezTo>
                <a:cubicBezTo>
                  <a:pt x="103209" y="105286"/>
                  <a:pt x="103246" y="105286"/>
                  <a:pt x="103320" y="105286"/>
                </a:cubicBezTo>
                <a:cubicBezTo>
                  <a:pt x="103393" y="105286"/>
                  <a:pt x="103467" y="105286"/>
                  <a:pt x="103540" y="105349"/>
                </a:cubicBezTo>
                <a:cubicBezTo>
                  <a:pt x="103577" y="105349"/>
                  <a:pt x="103577" y="105424"/>
                  <a:pt x="103577" y="105499"/>
                </a:cubicBezTo>
                <a:cubicBezTo>
                  <a:pt x="103614" y="105499"/>
                  <a:pt x="103650" y="105499"/>
                  <a:pt x="103650" y="105499"/>
                </a:cubicBezTo>
                <a:cubicBezTo>
                  <a:pt x="103681" y="105499"/>
                  <a:pt x="103724" y="105574"/>
                  <a:pt x="103724" y="105574"/>
                </a:cubicBezTo>
                <a:cubicBezTo>
                  <a:pt x="103754" y="105650"/>
                  <a:pt x="103754" y="105725"/>
                  <a:pt x="103791" y="105725"/>
                </a:cubicBezTo>
                <a:cubicBezTo>
                  <a:pt x="103865" y="105800"/>
                  <a:pt x="103901" y="105725"/>
                  <a:pt x="103975" y="105725"/>
                </a:cubicBezTo>
                <a:cubicBezTo>
                  <a:pt x="104085" y="105725"/>
                  <a:pt x="104196" y="105725"/>
                  <a:pt x="104263" y="105574"/>
                </a:cubicBezTo>
                <a:cubicBezTo>
                  <a:pt x="104336" y="105424"/>
                  <a:pt x="104336" y="105286"/>
                  <a:pt x="104336" y="105061"/>
                </a:cubicBezTo>
                <a:cubicBezTo>
                  <a:pt x="104447" y="105061"/>
                  <a:pt x="104447" y="105061"/>
                  <a:pt x="104447" y="105061"/>
                </a:cubicBezTo>
                <a:cubicBezTo>
                  <a:pt x="104557" y="105061"/>
                  <a:pt x="104594" y="105136"/>
                  <a:pt x="104630" y="105349"/>
                </a:cubicBezTo>
                <a:cubicBezTo>
                  <a:pt x="104630" y="105349"/>
                  <a:pt x="104630" y="105424"/>
                  <a:pt x="104630" y="105499"/>
                </a:cubicBezTo>
                <a:cubicBezTo>
                  <a:pt x="104667" y="105574"/>
                  <a:pt x="104667" y="105650"/>
                  <a:pt x="104704" y="105725"/>
                </a:cubicBezTo>
                <a:cubicBezTo>
                  <a:pt x="104741" y="105800"/>
                  <a:pt x="104808" y="105875"/>
                  <a:pt x="104882" y="105875"/>
                </a:cubicBezTo>
                <a:cubicBezTo>
                  <a:pt x="104955" y="105875"/>
                  <a:pt x="104992" y="105725"/>
                  <a:pt x="105065" y="105574"/>
                </a:cubicBezTo>
                <a:cubicBezTo>
                  <a:pt x="105102" y="105499"/>
                  <a:pt x="105139" y="105499"/>
                  <a:pt x="105139" y="105499"/>
                </a:cubicBezTo>
                <a:cubicBezTo>
                  <a:pt x="105212" y="105349"/>
                  <a:pt x="105243" y="105349"/>
                  <a:pt x="105316" y="105286"/>
                </a:cubicBezTo>
                <a:cubicBezTo>
                  <a:pt x="105316" y="105211"/>
                  <a:pt x="105353" y="105211"/>
                  <a:pt x="105353" y="105136"/>
                </a:cubicBezTo>
                <a:cubicBezTo>
                  <a:pt x="105427" y="105061"/>
                  <a:pt x="105464" y="105061"/>
                  <a:pt x="105537" y="105061"/>
                </a:cubicBezTo>
                <a:cubicBezTo>
                  <a:pt x="105611" y="105061"/>
                  <a:pt x="105611" y="105061"/>
                  <a:pt x="105647" y="105061"/>
                </a:cubicBezTo>
                <a:cubicBezTo>
                  <a:pt x="105788" y="105061"/>
                  <a:pt x="105898" y="105061"/>
                  <a:pt x="106045" y="105061"/>
                </a:cubicBezTo>
                <a:cubicBezTo>
                  <a:pt x="106082" y="105061"/>
                  <a:pt x="106082" y="104985"/>
                  <a:pt x="106119" y="104985"/>
                </a:cubicBezTo>
                <a:cubicBezTo>
                  <a:pt x="106119" y="104910"/>
                  <a:pt x="106156" y="104910"/>
                  <a:pt x="106192" y="104910"/>
                </a:cubicBezTo>
                <a:cubicBezTo>
                  <a:pt x="106192" y="104835"/>
                  <a:pt x="106156" y="104835"/>
                  <a:pt x="106192" y="104760"/>
                </a:cubicBezTo>
                <a:cubicBezTo>
                  <a:pt x="106192" y="104609"/>
                  <a:pt x="106229" y="104609"/>
                  <a:pt x="106266" y="104459"/>
                </a:cubicBezTo>
                <a:cubicBezTo>
                  <a:pt x="106266" y="104309"/>
                  <a:pt x="106229" y="104171"/>
                  <a:pt x="106266" y="104020"/>
                </a:cubicBezTo>
                <a:cubicBezTo>
                  <a:pt x="106297" y="103870"/>
                  <a:pt x="106370" y="103945"/>
                  <a:pt x="106407" y="103870"/>
                </a:cubicBezTo>
                <a:cubicBezTo>
                  <a:pt x="106444" y="103795"/>
                  <a:pt x="106480" y="103720"/>
                  <a:pt x="106480" y="103644"/>
                </a:cubicBezTo>
                <a:cubicBezTo>
                  <a:pt x="106480" y="103569"/>
                  <a:pt x="106480" y="103569"/>
                  <a:pt x="106480" y="103569"/>
                </a:cubicBezTo>
                <a:cubicBezTo>
                  <a:pt x="106480" y="103494"/>
                  <a:pt x="106444" y="103494"/>
                  <a:pt x="106407" y="103419"/>
                </a:cubicBezTo>
                <a:cubicBezTo>
                  <a:pt x="106407" y="103344"/>
                  <a:pt x="106407" y="103268"/>
                  <a:pt x="106407" y="103131"/>
                </a:cubicBezTo>
                <a:cubicBezTo>
                  <a:pt x="106407" y="102980"/>
                  <a:pt x="106444" y="102830"/>
                  <a:pt x="106444" y="102604"/>
                </a:cubicBezTo>
                <a:cubicBezTo>
                  <a:pt x="106444" y="102529"/>
                  <a:pt x="106480" y="102529"/>
                  <a:pt x="106480" y="102454"/>
                </a:cubicBezTo>
                <a:cubicBezTo>
                  <a:pt x="106480" y="102379"/>
                  <a:pt x="106517" y="102379"/>
                  <a:pt x="106517" y="102303"/>
                </a:cubicBezTo>
                <a:cubicBezTo>
                  <a:pt x="106517" y="102228"/>
                  <a:pt x="106517" y="102228"/>
                  <a:pt x="106554" y="102153"/>
                </a:cubicBezTo>
                <a:cubicBezTo>
                  <a:pt x="106591" y="102090"/>
                  <a:pt x="106627" y="102015"/>
                  <a:pt x="106664" y="101865"/>
                </a:cubicBezTo>
                <a:cubicBezTo>
                  <a:pt x="106701" y="101865"/>
                  <a:pt x="106701" y="101790"/>
                  <a:pt x="106738" y="101790"/>
                </a:cubicBezTo>
                <a:cubicBezTo>
                  <a:pt x="106774" y="101714"/>
                  <a:pt x="106774" y="101714"/>
                  <a:pt x="106805" y="101714"/>
                </a:cubicBezTo>
                <a:cubicBezTo>
                  <a:pt x="106805" y="101639"/>
                  <a:pt x="106842" y="101564"/>
                  <a:pt x="106842" y="101564"/>
                </a:cubicBezTo>
                <a:cubicBezTo>
                  <a:pt x="106842" y="101489"/>
                  <a:pt x="106879" y="101414"/>
                  <a:pt x="106879" y="101414"/>
                </a:cubicBezTo>
                <a:cubicBezTo>
                  <a:pt x="106879" y="101338"/>
                  <a:pt x="106879" y="101263"/>
                  <a:pt x="106879" y="101263"/>
                </a:cubicBezTo>
                <a:cubicBezTo>
                  <a:pt x="106879" y="101188"/>
                  <a:pt x="106879" y="101125"/>
                  <a:pt x="106879" y="101125"/>
                </a:cubicBezTo>
                <a:cubicBezTo>
                  <a:pt x="106915" y="101038"/>
                  <a:pt x="106915" y="101038"/>
                  <a:pt x="106952" y="100975"/>
                </a:cubicBezTo>
                <a:cubicBezTo>
                  <a:pt x="106952" y="100900"/>
                  <a:pt x="106989" y="100825"/>
                  <a:pt x="107026" y="100825"/>
                </a:cubicBezTo>
                <a:cubicBezTo>
                  <a:pt x="107026" y="100825"/>
                  <a:pt x="107062" y="100749"/>
                  <a:pt x="107099" y="100749"/>
                </a:cubicBezTo>
                <a:cubicBezTo>
                  <a:pt x="107099" y="100749"/>
                  <a:pt x="107136" y="100749"/>
                  <a:pt x="107173" y="100749"/>
                </a:cubicBezTo>
                <a:cubicBezTo>
                  <a:pt x="107209" y="100674"/>
                  <a:pt x="107173" y="100599"/>
                  <a:pt x="107173" y="100524"/>
                </a:cubicBezTo>
                <a:cubicBezTo>
                  <a:pt x="107173" y="100449"/>
                  <a:pt x="107209" y="100449"/>
                  <a:pt x="107209" y="100373"/>
                </a:cubicBezTo>
                <a:cubicBezTo>
                  <a:pt x="107209" y="100373"/>
                  <a:pt x="107209" y="100298"/>
                  <a:pt x="107209" y="100223"/>
                </a:cubicBezTo>
                <a:cubicBezTo>
                  <a:pt x="107209" y="100148"/>
                  <a:pt x="107209" y="100073"/>
                  <a:pt x="107209" y="99935"/>
                </a:cubicBezTo>
                <a:cubicBezTo>
                  <a:pt x="107246" y="99784"/>
                  <a:pt x="107283" y="99709"/>
                  <a:pt x="107313" y="99559"/>
                </a:cubicBezTo>
                <a:cubicBezTo>
                  <a:pt x="107350" y="99484"/>
                  <a:pt x="107387" y="99408"/>
                  <a:pt x="107387" y="99258"/>
                </a:cubicBezTo>
                <a:cubicBezTo>
                  <a:pt x="107424" y="99108"/>
                  <a:pt x="107424" y="98957"/>
                  <a:pt x="107460" y="98819"/>
                </a:cubicBezTo>
                <a:cubicBezTo>
                  <a:pt x="107460" y="98744"/>
                  <a:pt x="107460" y="98744"/>
                  <a:pt x="107460" y="98669"/>
                </a:cubicBezTo>
                <a:cubicBezTo>
                  <a:pt x="107460" y="98594"/>
                  <a:pt x="107497" y="98594"/>
                  <a:pt x="107497" y="98519"/>
                </a:cubicBezTo>
                <a:cubicBezTo>
                  <a:pt x="107497" y="97779"/>
                  <a:pt x="107497" y="97779"/>
                  <a:pt x="107497" y="97779"/>
                </a:cubicBezTo>
                <a:cubicBezTo>
                  <a:pt x="107497" y="97779"/>
                  <a:pt x="107460" y="97704"/>
                  <a:pt x="107424" y="97704"/>
                </a:cubicBezTo>
                <a:cubicBezTo>
                  <a:pt x="107424" y="97629"/>
                  <a:pt x="107424" y="97554"/>
                  <a:pt x="107387" y="97554"/>
                </a:cubicBezTo>
                <a:cubicBezTo>
                  <a:pt x="107387" y="97478"/>
                  <a:pt x="107350" y="97478"/>
                  <a:pt x="107313" y="97403"/>
                </a:cubicBezTo>
                <a:cubicBezTo>
                  <a:pt x="107313" y="97328"/>
                  <a:pt x="107283" y="97328"/>
                  <a:pt x="107283" y="97253"/>
                </a:cubicBezTo>
                <a:cubicBezTo>
                  <a:pt x="107283" y="97102"/>
                  <a:pt x="107283" y="97102"/>
                  <a:pt x="107283" y="97102"/>
                </a:cubicBezTo>
                <a:cubicBezTo>
                  <a:pt x="107283" y="97027"/>
                  <a:pt x="107283" y="97027"/>
                  <a:pt x="107283" y="96965"/>
                </a:cubicBezTo>
                <a:cubicBezTo>
                  <a:pt x="107283" y="96814"/>
                  <a:pt x="107350" y="96814"/>
                  <a:pt x="107350" y="96664"/>
                </a:cubicBezTo>
                <a:cubicBezTo>
                  <a:pt x="107350" y="96589"/>
                  <a:pt x="107350" y="96513"/>
                  <a:pt x="107350" y="96363"/>
                </a:cubicBezTo>
                <a:cubicBezTo>
                  <a:pt x="107313" y="96363"/>
                  <a:pt x="107313" y="96363"/>
                  <a:pt x="107313" y="96363"/>
                </a:cubicBezTo>
                <a:cubicBezTo>
                  <a:pt x="107313" y="95912"/>
                  <a:pt x="107313" y="95912"/>
                  <a:pt x="107313" y="95912"/>
                </a:cubicBezTo>
                <a:cubicBezTo>
                  <a:pt x="107313" y="95849"/>
                  <a:pt x="107313" y="95849"/>
                  <a:pt x="107313" y="95774"/>
                </a:cubicBezTo>
                <a:cubicBezTo>
                  <a:pt x="107313" y="95699"/>
                  <a:pt x="107283" y="95699"/>
                  <a:pt x="107246" y="95624"/>
                </a:cubicBezTo>
                <a:cubicBezTo>
                  <a:pt x="107209" y="95473"/>
                  <a:pt x="107173" y="95473"/>
                  <a:pt x="107136" y="95323"/>
                </a:cubicBezTo>
                <a:cubicBezTo>
                  <a:pt x="107136" y="95248"/>
                  <a:pt x="107099" y="95248"/>
                  <a:pt x="107099" y="95172"/>
                </a:cubicBezTo>
                <a:cubicBezTo>
                  <a:pt x="107099" y="95097"/>
                  <a:pt x="107099" y="95097"/>
                  <a:pt x="107099" y="95022"/>
                </a:cubicBezTo>
                <a:cubicBezTo>
                  <a:pt x="107062" y="94947"/>
                  <a:pt x="107062" y="94947"/>
                  <a:pt x="107062" y="94884"/>
                </a:cubicBezTo>
                <a:cubicBezTo>
                  <a:pt x="107026" y="94796"/>
                  <a:pt x="107026" y="94796"/>
                  <a:pt x="107026" y="94734"/>
                </a:cubicBezTo>
                <a:cubicBezTo>
                  <a:pt x="106989" y="94659"/>
                  <a:pt x="106952" y="94659"/>
                  <a:pt x="106952" y="94659"/>
                </a:cubicBezTo>
                <a:cubicBezTo>
                  <a:pt x="106915" y="94508"/>
                  <a:pt x="106879" y="94433"/>
                  <a:pt x="106805" y="94358"/>
                </a:cubicBezTo>
                <a:lnTo>
                  <a:pt x="106774" y="94283"/>
                </a:lnTo>
                <a:cubicBezTo>
                  <a:pt x="106738" y="94207"/>
                  <a:pt x="106701" y="94207"/>
                  <a:pt x="106664" y="94207"/>
                </a:cubicBezTo>
                <a:cubicBezTo>
                  <a:pt x="106627" y="94132"/>
                  <a:pt x="106627" y="94132"/>
                  <a:pt x="106627" y="94057"/>
                </a:cubicBezTo>
                <a:cubicBezTo>
                  <a:pt x="106627" y="93318"/>
                  <a:pt x="106627" y="93318"/>
                  <a:pt x="106627" y="93318"/>
                </a:cubicBezTo>
                <a:cubicBezTo>
                  <a:pt x="106554" y="93318"/>
                  <a:pt x="106517" y="93318"/>
                  <a:pt x="106480" y="93318"/>
                </a:cubicBezTo>
                <a:cubicBezTo>
                  <a:pt x="106407" y="93318"/>
                  <a:pt x="106333" y="93318"/>
                  <a:pt x="106266" y="93318"/>
                </a:cubicBezTo>
                <a:cubicBezTo>
                  <a:pt x="106229" y="93318"/>
                  <a:pt x="106192" y="93242"/>
                  <a:pt x="106192" y="93242"/>
                </a:cubicBezTo>
                <a:cubicBezTo>
                  <a:pt x="106156" y="93242"/>
                  <a:pt x="106119" y="93167"/>
                  <a:pt x="106119" y="93167"/>
                </a:cubicBezTo>
                <a:cubicBezTo>
                  <a:pt x="106045" y="93092"/>
                  <a:pt x="106009" y="93017"/>
                  <a:pt x="106009" y="92866"/>
                </a:cubicBezTo>
                <a:cubicBezTo>
                  <a:pt x="106009" y="92716"/>
                  <a:pt x="106009" y="92716"/>
                  <a:pt x="106009" y="92716"/>
                </a:cubicBezTo>
                <a:cubicBezTo>
                  <a:pt x="106009" y="92716"/>
                  <a:pt x="105972" y="92653"/>
                  <a:pt x="105972" y="92578"/>
                </a:cubicBezTo>
                <a:cubicBezTo>
                  <a:pt x="105972" y="92503"/>
                  <a:pt x="105972" y="92428"/>
                  <a:pt x="105972" y="92277"/>
                </a:cubicBezTo>
                <a:cubicBezTo>
                  <a:pt x="105972" y="92277"/>
                  <a:pt x="105935" y="92277"/>
                  <a:pt x="105898" y="92277"/>
                </a:cubicBezTo>
                <a:cubicBezTo>
                  <a:pt x="105898" y="92277"/>
                  <a:pt x="105862" y="92277"/>
                  <a:pt x="105825" y="92202"/>
                </a:cubicBezTo>
                <a:cubicBezTo>
                  <a:pt x="105825" y="92127"/>
                  <a:pt x="105862" y="91977"/>
                  <a:pt x="105825" y="91901"/>
                </a:cubicBezTo>
                <a:lnTo>
                  <a:pt x="105788" y="91901"/>
                </a:lnTo>
                <a:cubicBezTo>
                  <a:pt x="105758" y="91826"/>
                  <a:pt x="105721" y="91826"/>
                  <a:pt x="105721" y="91826"/>
                </a:cubicBezTo>
                <a:cubicBezTo>
                  <a:pt x="105647" y="91751"/>
                  <a:pt x="105611" y="91751"/>
                  <a:pt x="105574" y="91688"/>
                </a:cubicBezTo>
                <a:cubicBezTo>
                  <a:pt x="105537" y="91613"/>
                  <a:pt x="105537" y="91538"/>
                  <a:pt x="105500" y="91538"/>
                </a:cubicBezTo>
                <a:cubicBezTo>
                  <a:pt x="105500" y="91463"/>
                  <a:pt x="105464" y="91463"/>
                  <a:pt x="105427" y="91387"/>
                </a:cubicBezTo>
                <a:cubicBezTo>
                  <a:pt x="105427" y="91387"/>
                  <a:pt x="105427" y="91312"/>
                  <a:pt x="105390" y="91237"/>
                </a:cubicBezTo>
                <a:cubicBezTo>
                  <a:pt x="105390" y="91237"/>
                  <a:pt x="105353" y="91162"/>
                  <a:pt x="105316" y="91162"/>
                </a:cubicBezTo>
                <a:cubicBezTo>
                  <a:pt x="105243" y="91087"/>
                  <a:pt x="105212" y="91087"/>
                  <a:pt x="105102" y="91012"/>
                </a:cubicBezTo>
                <a:cubicBezTo>
                  <a:pt x="105065" y="91012"/>
                  <a:pt x="105065" y="91012"/>
                  <a:pt x="105029" y="90936"/>
                </a:cubicBezTo>
                <a:cubicBezTo>
                  <a:pt x="104992" y="90936"/>
                  <a:pt x="104955" y="90861"/>
                  <a:pt x="104955" y="90786"/>
                </a:cubicBezTo>
                <a:cubicBezTo>
                  <a:pt x="104955" y="90723"/>
                  <a:pt x="104955" y="90636"/>
                  <a:pt x="104955" y="90498"/>
                </a:cubicBezTo>
                <a:cubicBezTo>
                  <a:pt x="104918" y="90422"/>
                  <a:pt x="104882" y="90347"/>
                  <a:pt x="104882" y="90197"/>
                </a:cubicBezTo>
                <a:cubicBezTo>
                  <a:pt x="104845" y="90197"/>
                  <a:pt x="104882" y="90122"/>
                  <a:pt x="104882" y="90046"/>
                </a:cubicBezTo>
                <a:cubicBezTo>
                  <a:pt x="104845" y="89971"/>
                  <a:pt x="104845" y="89971"/>
                  <a:pt x="104845" y="89896"/>
                </a:cubicBezTo>
                <a:cubicBezTo>
                  <a:pt x="104845" y="89821"/>
                  <a:pt x="104808" y="89821"/>
                  <a:pt x="104808" y="89746"/>
                </a:cubicBezTo>
                <a:cubicBezTo>
                  <a:pt x="104808" y="89746"/>
                  <a:pt x="104808" y="89671"/>
                  <a:pt x="104808" y="89608"/>
                </a:cubicBezTo>
                <a:cubicBezTo>
                  <a:pt x="104808" y="89457"/>
                  <a:pt x="104808" y="89457"/>
                  <a:pt x="104808" y="89457"/>
                </a:cubicBezTo>
                <a:cubicBezTo>
                  <a:pt x="104808" y="89382"/>
                  <a:pt x="104808" y="89307"/>
                  <a:pt x="104808" y="89157"/>
                </a:cubicBezTo>
                <a:lnTo>
                  <a:pt x="104808" y="89081"/>
                </a:lnTo>
                <a:cubicBezTo>
                  <a:pt x="104771" y="88931"/>
                  <a:pt x="104741" y="88856"/>
                  <a:pt x="104704" y="88781"/>
                </a:cubicBezTo>
                <a:cubicBezTo>
                  <a:pt x="104667" y="88706"/>
                  <a:pt x="104630" y="88706"/>
                  <a:pt x="104594" y="88630"/>
                </a:cubicBezTo>
                <a:cubicBezTo>
                  <a:pt x="104594" y="88555"/>
                  <a:pt x="104594" y="88492"/>
                  <a:pt x="104594" y="88417"/>
                </a:cubicBezTo>
                <a:cubicBezTo>
                  <a:pt x="104594" y="88342"/>
                  <a:pt x="104630" y="88267"/>
                  <a:pt x="104630" y="88192"/>
                </a:cubicBezTo>
                <a:cubicBezTo>
                  <a:pt x="104630" y="88041"/>
                  <a:pt x="104557" y="87891"/>
                  <a:pt x="104483" y="87891"/>
                </a:cubicBezTo>
                <a:cubicBezTo>
                  <a:pt x="104483" y="87891"/>
                  <a:pt x="104447" y="87891"/>
                  <a:pt x="104410" y="87891"/>
                </a:cubicBezTo>
                <a:lnTo>
                  <a:pt x="104373" y="87891"/>
                </a:lnTo>
                <a:cubicBezTo>
                  <a:pt x="104336" y="87891"/>
                  <a:pt x="104300" y="87816"/>
                  <a:pt x="104300" y="87816"/>
                </a:cubicBezTo>
                <a:cubicBezTo>
                  <a:pt x="104226" y="87740"/>
                  <a:pt x="104196" y="87740"/>
                  <a:pt x="104122" y="87740"/>
                </a:cubicBezTo>
                <a:cubicBezTo>
                  <a:pt x="104122" y="87665"/>
                  <a:pt x="104085" y="87665"/>
                  <a:pt x="104049" y="87665"/>
                </a:cubicBezTo>
                <a:cubicBezTo>
                  <a:pt x="104049" y="87590"/>
                  <a:pt x="104085" y="87527"/>
                  <a:pt x="104049" y="87527"/>
                </a:cubicBezTo>
                <a:cubicBezTo>
                  <a:pt x="104049" y="87452"/>
                  <a:pt x="104049" y="87452"/>
                  <a:pt x="104049" y="87377"/>
                </a:cubicBezTo>
                <a:cubicBezTo>
                  <a:pt x="104049" y="87302"/>
                  <a:pt x="104049" y="87302"/>
                  <a:pt x="104012" y="87227"/>
                </a:cubicBezTo>
                <a:cubicBezTo>
                  <a:pt x="104012" y="87076"/>
                  <a:pt x="104012" y="87076"/>
                  <a:pt x="104012" y="87076"/>
                </a:cubicBezTo>
                <a:cubicBezTo>
                  <a:pt x="104012" y="86926"/>
                  <a:pt x="104049" y="86775"/>
                  <a:pt x="104012" y="86625"/>
                </a:cubicBezTo>
                <a:cubicBezTo>
                  <a:pt x="104012" y="86550"/>
                  <a:pt x="103975" y="86550"/>
                  <a:pt x="103938" y="86487"/>
                </a:cubicBezTo>
                <a:cubicBezTo>
                  <a:pt x="103938" y="86487"/>
                  <a:pt x="103938" y="86425"/>
                  <a:pt x="103938" y="86349"/>
                </a:cubicBezTo>
                <a:lnTo>
                  <a:pt x="103865" y="86274"/>
                </a:lnTo>
                <a:cubicBezTo>
                  <a:pt x="103865" y="86199"/>
                  <a:pt x="103865" y="86124"/>
                  <a:pt x="103865" y="86124"/>
                </a:cubicBezTo>
                <a:cubicBezTo>
                  <a:pt x="103865" y="85973"/>
                  <a:pt x="103865" y="85898"/>
                  <a:pt x="103865" y="85823"/>
                </a:cubicBezTo>
                <a:cubicBezTo>
                  <a:pt x="103828" y="85748"/>
                  <a:pt x="103828" y="85673"/>
                  <a:pt x="103828" y="85673"/>
                </a:cubicBezTo>
                <a:cubicBezTo>
                  <a:pt x="103791" y="85522"/>
                  <a:pt x="103754" y="85447"/>
                  <a:pt x="103724" y="85384"/>
                </a:cubicBezTo>
                <a:cubicBezTo>
                  <a:pt x="103681" y="85384"/>
                  <a:pt x="103650" y="85447"/>
                  <a:pt x="103650" y="85384"/>
                </a:cubicBezTo>
                <a:cubicBezTo>
                  <a:pt x="103614" y="85522"/>
                  <a:pt x="103614" y="85522"/>
                  <a:pt x="103614" y="85522"/>
                </a:cubicBezTo>
                <a:cubicBezTo>
                  <a:pt x="103650" y="85673"/>
                  <a:pt x="103614" y="85748"/>
                  <a:pt x="103614" y="85823"/>
                </a:cubicBezTo>
                <a:close/>
                <a:moveTo>
                  <a:pt x="109494" y="84407"/>
                </a:moveTo>
                <a:lnTo>
                  <a:pt x="109494" y="84407"/>
                </a:lnTo>
                <a:cubicBezTo>
                  <a:pt x="109494" y="84482"/>
                  <a:pt x="109494" y="84557"/>
                  <a:pt x="109531" y="84557"/>
                </a:cubicBezTo>
                <a:cubicBezTo>
                  <a:pt x="109568" y="84632"/>
                  <a:pt x="109604" y="84632"/>
                  <a:pt x="109678" y="84632"/>
                </a:cubicBezTo>
                <a:cubicBezTo>
                  <a:pt x="109751" y="84632"/>
                  <a:pt x="109751" y="84632"/>
                  <a:pt x="109751" y="84632"/>
                </a:cubicBezTo>
                <a:cubicBezTo>
                  <a:pt x="109788" y="84632"/>
                  <a:pt x="109788" y="84557"/>
                  <a:pt x="109825" y="84557"/>
                </a:cubicBezTo>
                <a:cubicBezTo>
                  <a:pt x="109825" y="84482"/>
                  <a:pt x="109788" y="84482"/>
                  <a:pt x="109788" y="84407"/>
                </a:cubicBezTo>
                <a:cubicBezTo>
                  <a:pt x="109751" y="84344"/>
                  <a:pt x="109788" y="84344"/>
                  <a:pt x="109751" y="84269"/>
                </a:cubicBezTo>
                <a:cubicBezTo>
                  <a:pt x="109751" y="84194"/>
                  <a:pt x="109715" y="84269"/>
                  <a:pt x="109678" y="84269"/>
                </a:cubicBezTo>
                <a:cubicBezTo>
                  <a:pt x="109641" y="84194"/>
                  <a:pt x="109604" y="84194"/>
                  <a:pt x="109568" y="84194"/>
                </a:cubicBezTo>
                <a:cubicBezTo>
                  <a:pt x="109531" y="84194"/>
                  <a:pt x="109494" y="84194"/>
                  <a:pt x="109457" y="84194"/>
                </a:cubicBezTo>
                <a:cubicBezTo>
                  <a:pt x="109457" y="84269"/>
                  <a:pt x="109457" y="84407"/>
                  <a:pt x="109494" y="84407"/>
                </a:cubicBezTo>
                <a:close/>
                <a:moveTo>
                  <a:pt x="107754" y="82038"/>
                </a:moveTo>
                <a:lnTo>
                  <a:pt x="107754" y="82038"/>
                </a:lnTo>
                <a:cubicBezTo>
                  <a:pt x="107754" y="82113"/>
                  <a:pt x="107828" y="82113"/>
                  <a:pt x="107828" y="82189"/>
                </a:cubicBezTo>
                <a:cubicBezTo>
                  <a:pt x="107859" y="82326"/>
                  <a:pt x="107932" y="82326"/>
                  <a:pt x="107969" y="82402"/>
                </a:cubicBezTo>
                <a:cubicBezTo>
                  <a:pt x="107969" y="82477"/>
                  <a:pt x="107969" y="82477"/>
                  <a:pt x="108006" y="82552"/>
                </a:cubicBezTo>
                <a:cubicBezTo>
                  <a:pt x="108006" y="82627"/>
                  <a:pt x="108042" y="82627"/>
                  <a:pt x="108079" y="82702"/>
                </a:cubicBezTo>
                <a:cubicBezTo>
                  <a:pt x="108079" y="82702"/>
                  <a:pt x="108116" y="82778"/>
                  <a:pt x="108153" y="82778"/>
                </a:cubicBezTo>
                <a:lnTo>
                  <a:pt x="108189" y="82702"/>
                </a:lnTo>
                <a:cubicBezTo>
                  <a:pt x="108189" y="82627"/>
                  <a:pt x="108189" y="82627"/>
                  <a:pt x="108189" y="82552"/>
                </a:cubicBezTo>
                <a:cubicBezTo>
                  <a:pt x="108189" y="82477"/>
                  <a:pt x="108153" y="82477"/>
                  <a:pt x="108153" y="82402"/>
                </a:cubicBezTo>
                <a:cubicBezTo>
                  <a:pt x="108116" y="82326"/>
                  <a:pt x="108153" y="82326"/>
                  <a:pt x="108153" y="82251"/>
                </a:cubicBezTo>
                <a:cubicBezTo>
                  <a:pt x="108116" y="82189"/>
                  <a:pt x="108116" y="82189"/>
                  <a:pt x="108079" y="82113"/>
                </a:cubicBezTo>
                <a:cubicBezTo>
                  <a:pt x="108042" y="82038"/>
                  <a:pt x="108006" y="81963"/>
                  <a:pt x="107932" y="81888"/>
                </a:cubicBezTo>
                <a:cubicBezTo>
                  <a:pt x="107932" y="81888"/>
                  <a:pt x="107895" y="81888"/>
                  <a:pt x="107859" y="81813"/>
                </a:cubicBezTo>
                <a:cubicBezTo>
                  <a:pt x="107859" y="81813"/>
                  <a:pt x="107859" y="81737"/>
                  <a:pt x="107859" y="81662"/>
                </a:cubicBezTo>
                <a:cubicBezTo>
                  <a:pt x="107859" y="81662"/>
                  <a:pt x="107859" y="81587"/>
                  <a:pt x="107859" y="81512"/>
                </a:cubicBezTo>
                <a:cubicBezTo>
                  <a:pt x="107791" y="81512"/>
                  <a:pt x="107791" y="81512"/>
                  <a:pt x="107791" y="81512"/>
                </a:cubicBezTo>
                <a:cubicBezTo>
                  <a:pt x="107791" y="81512"/>
                  <a:pt x="107754" y="81587"/>
                  <a:pt x="107718" y="81587"/>
                </a:cubicBezTo>
                <a:cubicBezTo>
                  <a:pt x="107754" y="81662"/>
                  <a:pt x="107754" y="81662"/>
                  <a:pt x="107754" y="81737"/>
                </a:cubicBezTo>
                <a:cubicBezTo>
                  <a:pt x="107791" y="81813"/>
                  <a:pt x="107791" y="81888"/>
                  <a:pt x="107791" y="81888"/>
                </a:cubicBezTo>
                <a:cubicBezTo>
                  <a:pt x="107791" y="81963"/>
                  <a:pt x="107754" y="81963"/>
                  <a:pt x="107754" y="82038"/>
                </a:cubicBezTo>
                <a:close/>
                <a:moveTo>
                  <a:pt x="105758" y="81587"/>
                </a:moveTo>
                <a:lnTo>
                  <a:pt x="105758" y="81587"/>
                </a:lnTo>
                <a:cubicBezTo>
                  <a:pt x="105758" y="81737"/>
                  <a:pt x="105788" y="81813"/>
                  <a:pt x="105788" y="81888"/>
                </a:cubicBezTo>
                <a:cubicBezTo>
                  <a:pt x="105788" y="81963"/>
                  <a:pt x="105758" y="81963"/>
                  <a:pt x="105758" y="81963"/>
                </a:cubicBezTo>
                <a:cubicBezTo>
                  <a:pt x="105898" y="81963"/>
                  <a:pt x="105972" y="81963"/>
                  <a:pt x="106082" y="81963"/>
                </a:cubicBezTo>
                <a:cubicBezTo>
                  <a:pt x="106119" y="81963"/>
                  <a:pt x="106156" y="82038"/>
                  <a:pt x="106229" y="82038"/>
                </a:cubicBezTo>
                <a:cubicBezTo>
                  <a:pt x="106266" y="82038"/>
                  <a:pt x="106297" y="82038"/>
                  <a:pt x="106333" y="82038"/>
                </a:cubicBezTo>
                <a:cubicBezTo>
                  <a:pt x="106407" y="82038"/>
                  <a:pt x="106444" y="82038"/>
                  <a:pt x="106480" y="82038"/>
                </a:cubicBezTo>
                <a:cubicBezTo>
                  <a:pt x="106517" y="82038"/>
                  <a:pt x="106554" y="82038"/>
                  <a:pt x="106554" y="81963"/>
                </a:cubicBezTo>
                <a:cubicBezTo>
                  <a:pt x="106591" y="81963"/>
                  <a:pt x="106591" y="81888"/>
                  <a:pt x="106627" y="81813"/>
                </a:cubicBezTo>
                <a:cubicBezTo>
                  <a:pt x="106664" y="81813"/>
                  <a:pt x="106664" y="81888"/>
                  <a:pt x="106701" y="81813"/>
                </a:cubicBezTo>
                <a:cubicBezTo>
                  <a:pt x="106738" y="81813"/>
                  <a:pt x="106738" y="81813"/>
                  <a:pt x="106774" y="81813"/>
                </a:cubicBezTo>
                <a:cubicBezTo>
                  <a:pt x="106805" y="81737"/>
                  <a:pt x="106805" y="81737"/>
                  <a:pt x="106842" y="81662"/>
                </a:cubicBezTo>
                <a:cubicBezTo>
                  <a:pt x="106879" y="81587"/>
                  <a:pt x="106879" y="81512"/>
                  <a:pt x="106915" y="81361"/>
                </a:cubicBezTo>
                <a:cubicBezTo>
                  <a:pt x="106915" y="81286"/>
                  <a:pt x="106915" y="81211"/>
                  <a:pt x="106915" y="81073"/>
                </a:cubicBezTo>
                <a:cubicBezTo>
                  <a:pt x="106952" y="80998"/>
                  <a:pt x="106989" y="80998"/>
                  <a:pt x="106989" y="80923"/>
                </a:cubicBezTo>
                <a:cubicBezTo>
                  <a:pt x="106989" y="80923"/>
                  <a:pt x="106989" y="80848"/>
                  <a:pt x="106989" y="80772"/>
                </a:cubicBezTo>
                <a:cubicBezTo>
                  <a:pt x="106989" y="80697"/>
                  <a:pt x="106952" y="80697"/>
                  <a:pt x="106952" y="80622"/>
                </a:cubicBezTo>
                <a:cubicBezTo>
                  <a:pt x="106952" y="80697"/>
                  <a:pt x="106915" y="80697"/>
                  <a:pt x="106879" y="80697"/>
                </a:cubicBezTo>
                <a:cubicBezTo>
                  <a:pt x="106879" y="80697"/>
                  <a:pt x="106842" y="80697"/>
                  <a:pt x="106805" y="80697"/>
                </a:cubicBezTo>
                <a:cubicBezTo>
                  <a:pt x="106805" y="80697"/>
                  <a:pt x="106774" y="80697"/>
                  <a:pt x="106774" y="80772"/>
                </a:cubicBezTo>
                <a:cubicBezTo>
                  <a:pt x="106738" y="80772"/>
                  <a:pt x="106701" y="80772"/>
                  <a:pt x="106701" y="80848"/>
                </a:cubicBezTo>
                <a:cubicBezTo>
                  <a:pt x="106664" y="80923"/>
                  <a:pt x="106701" y="80998"/>
                  <a:pt x="106701" y="81148"/>
                </a:cubicBezTo>
                <a:cubicBezTo>
                  <a:pt x="106664" y="81211"/>
                  <a:pt x="106664" y="81211"/>
                  <a:pt x="106627" y="81286"/>
                </a:cubicBezTo>
                <a:cubicBezTo>
                  <a:pt x="106627" y="81286"/>
                  <a:pt x="106627" y="81361"/>
                  <a:pt x="106627" y="81437"/>
                </a:cubicBezTo>
                <a:cubicBezTo>
                  <a:pt x="106591" y="81437"/>
                  <a:pt x="106554" y="81437"/>
                  <a:pt x="106554" y="81437"/>
                </a:cubicBezTo>
                <a:cubicBezTo>
                  <a:pt x="106444" y="81437"/>
                  <a:pt x="106370" y="81437"/>
                  <a:pt x="106229" y="81437"/>
                </a:cubicBezTo>
                <a:cubicBezTo>
                  <a:pt x="106156" y="81437"/>
                  <a:pt x="106156" y="81437"/>
                  <a:pt x="106156" y="81437"/>
                </a:cubicBezTo>
                <a:cubicBezTo>
                  <a:pt x="106082" y="81437"/>
                  <a:pt x="106082" y="81437"/>
                  <a:pt x="106082" y="81437"/>
                </a:cubicBezTo>
                <a:cubicBezTo>
                  <a:pt x="106009" y="81437"/>
                  <a:pt x="105935" y="81437"/>
                  <a:pt x="105862" y="81437"/>
                </a:cubicBezTo>
                <a:cubicBezTo>
                  <a:pt x="105825" y="81437"/>
                  <a:pt x="105825" y="81361"/>
                  <a:pt x="105788" y="81361"/>
                </a:cubicBezTo>
                <a:cubicBezTo>
                  <a:pt x="105788" y="81437"/>
                  <a:pt x="105758" y="81587"/>
                  <a:pt x="105758" y="81587"/>
                </a:cubicBezTo>
                <a:close/>
                <a:moveTo>
                  <a:pt x="99908" y="83367"/>
                </a:moveTo>
                <a:lnTo>
                  <a:pt x="99908" y="83367"/>
                </a:lnTo>
                <a:cubicBezTo>
                  <a:pt x="99908" y="83442"/>
                  <a:pt x="99908" y="83517"/>
                  <a:pt x="99908" y="83517"/>
                </a:cubicBezTo>
                <a:cubicBezTo>
                  <a:pt x="100128" y="83517"/>
                  <a:pt x="100128" y="83517"/>
                  <a:pt x="100128" y="83517"/>
                </a:cubicBezTo>
                <a:cubicBezTo>
                  <a:pt x="100159" y="83517"/>
                  <a:pt x="100196" y="83517"/>
                  <a:pt x="100196" y="83442"/>
                </a:cubicBezTo>
                <a:cubicBezTo>
                  <a:pt x="100232" y="83367"/>
                  <a:pt x="100232" y="83304"/>
                  <a:pt x="100232" y="83229"/>
                </a:cubicBezTo>
                <a:cubicBezTo>
                  <a:pt x="100232" y="83078"/>
                  <a:pt x="100232" y="83003"/>
                  <a:pt x="100196" y="82853"/>
                </a:cubicBezTo>
                <a:cubicBezTo>
                  <a:pt x="100196" y="82778"/>
                  <a:pt x="100159" y="82778"/>
                  <a:pt x="100159" y="82702"/>
                </a:cubicBezTo>
                <a:cubicBezTo>
                  <a:pt x="100055" y="82778"/>
                  <a:pt x="100018" y="82853"/>
                  <a:pt x="99908" y="83003"/>
                </a:cubicBezTo>
                <a:cubicBezTo>
                  <a:pt x="99908" y="83154"/>
                  <a:pt x="99908" y="83304"/>
                  <a:pt x="99908" y="83367"/>
                </a:cubicBezTo>
                <a:close/>
                <a:moveTo>
                  <a:pt x="98094" y="83003"/>
                </a:moveTo>
                <a:lnTo>
                  <a:pt x="98094" y="83003"/>
                </a:lnTo>
                <a:cubicBezTo>
                  <a:pt x="98094" y="83003"/>
                  <a:pt x="98094" y="83078"/>
                  <a:pt x="98094" y="83154"/>
                </a:cubicBezTo>
                <a:cubicBezTo>
                  <a:pt x="98094" y="83154"/>
                  <a:pt x="98125" y="83229"/>
                  <a:pt x="98125" y="83304"/>
                </a:cubicBezTo>
                <a:cubicBezTo>
                  <a:pt x="98162" y="83229"/>
                  <a:pt x="98162" y="83304"/>
                  <a:pt x="98199" y="83304"/>
                </a:cubicBezTo>
                <a:cubicBezTo>
                  <a:pt x="98235" y="83229"/>
                  <a:pt x="98235" y="83154"/>
                  <a:pt x="98272" y="83154"/>
                </a:cubicBezTo>
                <a:cubicBezTo>
                  <a:pt x="98309" y="83154"/>
                  <a:pt x="98346" y="83229"/>
                  <a:pt x="98382" y="83229"/>
                </a:cubicBezTo>
                <a:cubicBezTo>
                  <a:pt x="98419" y="83229"/>
                  <a:pt x="98419" y="83229"/>
                  <a:pt x="98419" y="83229"/>
                </a:cubicBezTo>
                <a:cubicBezTo>
                  <a:pt x="98456" y="83229"/>
                  <a:pt x="98456" y="83154"/>
                  <a:pt x="98493" y="83154"/>
                </a:cubicBezTo>
                <a:cubicBezTo>
                  <a:pt x="98419" y="83003"/>
                  <a:pt x="98419" y="83003"/>
                  <a:pt x="98419" y="83003"/>
                </a:cubicBezTo>
                <a:lnTo>
                  <a:pt x="98094" y="83003"/>
                </a:lnTo>
                <a:close/>
                <a:moveTo>
                  <a:pt x="101071" y="81512"/>
                </a:moveTo>
                <a:lnTo>
                  <a:pt x="101071" y="81512"/>
                </a:lnTo>
                <a:cubicBezTo>
                  <a:pt x="101035" y="81587"/>
                  <a:pt x="100998" y="81587"/>
                  <a:pt x="100998" y="81662"/>
                </a:cubicBezTo>
                <a:cubicBezTo>
                  <a:pt x="100961" y="81662"/>
                  <a:pt x="100924" y="81662"/>
                  <a:pt x="100924" y="81737"/>
                </a:cubicBezTo>
                <a:cubicBezTo>
                  <a:pt x="100924" y="81813"/>
                  <a:pt x="100924" y="81888"/>
                  <a:pt x="100924" y="81888"/>
                </a:cubicBezTo>
                <a:cubicBezTo>
                  <a:pt x="100924" y="81963"/>
                  <a:pt x="100888" y="82038"/>
                  <a:pt x="100888" y="82038"/>
                </a:cubicBezTo>
                <a:cubicBezTo>
                  <a:pt x="100888" y="82113"/>
                  <a:pt x="100888" y="82113"/>
                  <a:pt x="100888" y="82189"/>
                </a:cubicBezTo>
                <a:cubicBezTo>
                  <a:pt x="100888" y="82251"/>
                  <a:pt x="100851" y="82251"/>
                  <a:pt x="100851" y="82326"/>
                </a:cubicBezTo>
                <a:cubicBezTo>
                  <a:pt x="100851" y="82402"/>
                  <a:pt x="100924" y="82402"/>
                  <a:pt x="100961" y="82402"/>
                </a:cubicBezTo>
                <a:cubicBezTo>
                  <a:pt x="100961" y="82402"/>
                  <a:pt x="100998" y="82402"/>
                  <a:pt x="101035" y="82402"/>
                </a:cubicBezTo>
                <a:cubicBezTo>
                  <a:pt x="101035" y="82326"/>
                  <a:pt x="101071" y="82326"/>
                  <a:pt x="101108" y="82251"/>
                </a:cubicBezTo>
                <a:cubicBezTo>
                  <a:pt x="101108" y="82251"/>
                  <a:pt x="101108" y="82189"/>
                  <a:pt x="101108" y="82113"/>
                </a:cubicBezTo>
                <a:cubicBezTo>
                  <a:pt x="101145" y="81963"/>
                  <a:pt x="101176" y="81813"/>
                  <a:pt x="101176" y="81587"/>
                </a:cubicBezTo>
                <a:cubicBezTo>
                  <a:pt x="101176" y="81512"/>
                  <a:pt x="101176" y="81512"/>
                  <a:pt x="101176" y="81512"/>
                </a:cubicBezTo>
                <a:cubicBezTo>
                  <a:pt x="101176" y="81512"/>
                  <a:pt x="101145" y="81512"/>
                  <a:pt x="101145" y="81437"/>
                </a:cubicBezTo>
                <a:cubicBezTo>
                  <a:pt x="101108" y="81437"/>
                  <a:pt x="101071" y="81512"/>
                  <a:pt x="101071" y="81512"/>
                </a:cubicBezTo>
                <a:close/>
                <a:moveTo>
                  <a:pt x="100563" y="80396"/>
                </a:moveTo>
                <a:lnTo>
                  <a:pt x="100563" y="80396"/>
                </a:lnTo>
                <a:cubicBezTo>
                  <a:pt x="100600" y="80396"/>
                  <a:pt x="100600" y="80396"/>
                  <a:pt x="100630" y="80396"/>
                </a:cubicBezTo>
                <a:cubicBezTo>
                  <a:pt x="100673" y="80396"/>
                  <a:pt x="100673" y="80246"/>
                  <a:pt x="100673" y="80246"/>
                </a:cubicBezTo>
                <a:cubicBezTo>
                  <a:pt x="100704" y="80246"/>
                  <a:pt x="100741" y="80321"/>
                  <a:pt x="100741" y="80321"/>
                </a:cubicBezTo>
                <a:cubicBezTo>
                  <a:pt x="100814" y="80321"/>
                  <a:pt x="100851" y="80321"/>
                  <a:pt x="100888" y="80321"/>
                </a:cubicBezTo>
                <a:cubicBezTo>
                  <a:pt x="100924" y="80321"/>
                  <a:pt x="100961" y="80321"/>
                  <a:pt x="100961" y="80321"/>
                </a:cubicBezTo>
                <a:cubicBezTo>
                  <a:pt x="101035" y="80321"/>
                  <a:pt x="101071" y="80396"/>
                  <a:pt x="101108" y="80472"/>
                </a:cubicBezTo>
                <a:cubicBezTo>
                  <a:pt x="101176" y="80547"/>
                  <a:pt x="101176" y="80622"/>
                  <a:pt x="101249" y="80697"/>
                </a:cubicBezTo>
                <a:cubicBezTo>
                  <a:pt x="101249" y="80697"/>
                  <a:pt x="101286" y="80697"/>
                  <a:pt x="101323" y="80772"/>
                </a:cubicBezTo>
                <a:cubicBezTo>
                  <a:pt x="101359" y="80772"/>
                  <a:pt x="101323" y="80848"/>
                  <a:pt x="101359" y="80923"/>
                </a:cubicBezTo>
                <a:cubicBezTo>
                  <a:pt x="101396" y="80923"/>
                  <a:pt x="101433" y="80923"/>
                  <a:pt x="101433" y="80923"/>
                </a:cubicBezTo>
                <a:cubicBezTo>
                  <a:pt x="101470" y="80923"/>
                  <a:pt x="101506" y="80923"/>
                  <a:pt x="101543" y="80923"/>
                </a:cubicBezTo>
                <a:lnTo>
                  <a:pt x="101580" y="80998"/>
                </a:lnTo>
                <a:cubicBezTo>
                  <a:pt x="101690" y="80998"/>
                  <a:pt x="101721" y="80923"/>
                  <a:pt x="101831" y="80998"/>
                </a:cubicBezTo>
                <a:cubicBezTo>
                  <a:pt x="101831" y="80998"/>
                  <a:pt x="101868" y="80998"/>
                  <a:pt x="101905" y="81073"/>
                </a:cubicBezTo>
                <a:cubicBezTo>
                  <a:pt x="101941" y="81073"/>
                  <a:pt x="101978" y="81148"/>
                  <a:pt x="102052" y="81211"/>
                </a:cubicBezTo>
                <a:lnTo>
                  <a:pt x="102088" y="81286"/>
                </a:lnTo>
                <a:cubicBezTo>
                  <a:pt x="102125" y="81361"/>
                  <a:pt x="102162" y="81361"/>
                  <a:pt x="102162" y="81437"/>
                </a:cubicBezTo>
                <a:cubicBezTo>
                  <a:pt x="102229" y="81512"/>
                  <a:pt x="102266" y="81587"/>
                  <a:pt x="102303" y="81737"/>
                </a:cubicBezTo>
                <a:cubicBezTo>
                  <a:pt x="102303" y="81813"/>
                  <a:pt x="102303" y="81813"/>
                  <a:pt x="102339" y="81888"/>
                </a:cubicBezTo>
                <a:cubicBezTo>
                  <a:pt x="102376" y="82038"/>
                  <a:pt x="102486" y="82113"/>
                  <a:pt x="102486" y="82326"/>
                </a:cubicBezTo>
                <a:lnTo>
                  <a:pt x="102450" y="82402"/>
                </a:lnTo>
                <a:cubicBezTo>
                  <a:pt x="102450" y="82477"/>
                  <a:pt x="102450" y="82552"/>
                  <a:pt x="102450" y="82627"/>
                </a:cubicBezTo>
                <a:cubicBezTo>
                  <a:pt x="102450" y="82702"/>
                  <a:pt x="102413" y="82853"/>
                  <a:pt x="102339" y="82853"/>
                </a:cubicBezTo>
                <a:cubicBezTo>
                  <a:pt x="102339" y="82853"/>
                  <a:pt x="102303" y="82853"/>
                  <a:pt x="102266" y="82853"/>
                </a:cubicBezTo>
                <a:cubicBezTo>
                  <a:pt x="102266" y="82853"/>
                  <a:pt x="102229" y="82928"/>
                  <a:pt x="102192" y="82928"/>
                </a:cubicBezTo>
                <a:cubicBezTo>
                  <a:pt x="102192" y="82928"/>
                  <a:pt x="102162" y="83003"/>
                  <a:pt x="102125" y="83003"/>
                </a:cubicBezTo>
                <a:cubicBezTo>
                  <a:pt x="102125" y="83078"/>
                  <a:pt x="102088" y="83078"/>
                  <a:pt x="102052" y="83154"/>
                </a:cubicBezTo>
                <a:cubicBezTo>
                  <a:pt x="102052" y="83229"/>
                  <a:pt x="102052" y="83229"/>
                  <a:pt x="102052" y="83304"/>
                </a:cubicBezTo>
                <a:cubicBezTo>
                  <a:pt x="102052" y="83367"/>
                  <a:pt x="102052" y="83367"/>
                  <a:pt x="102052" y="83442"/>
                </a:cubicBezTo>
                <a:cubicBezTo>
                  <a:pt x="102052" y="83592"/>
                  <a:pt x="102125" y="83667"/>
                  <a:pt x="102192" y="83667"/>
                </a:cubicBezTo>
                <a:cubicBezTo>
                  <a:pt x="102266" y="83667"/>
                  <a:pt x="102303" y="83667"/>
                  <a:pt x="102376" y="83592"/>
                </a:cubicBezTo>
                <a:cubicBezTo>
                  <a:pt x="102376" y="83517"/>
                  <a:pt x="102413" y="83517"/>
                  <a:pt x="102450" y="83442"/>
                </a:cubicBezTo>
                <a:lnTo>
                  <a:pt x="102450" y="83367"/>
                </a:lnTo>
                <a:cubicBezTo>
                  <a:pt x="102486" y="83304"/>
                  <a:pt x="102486" y="83229"/>
                  <a:pt x="102523" y="83229"/>
                </a:cubicBezTo>
                <a:cubicBezTo>
                  <a:pt x="102633" y="83229"/>
                  <a:pt x="102664" y="83229"/>
                  <a:pt x="102738" y="83304"/>
                </a:cubicBezTo>
                <a:cubicBezTo>
                  <a:pt x="102774" y="83367"/>
                  <a:pt x="102774" y="83367"/>
                  <a:pt x="102811" y="83442"/>
                </a:cubicBezTo>
                <a:cubicBezTo>
                  <a:pt x="102811" y="83517"/>
                  <a:pt x="102848" y="83517"/>
                  <a:pt x="102885" y="83517"/>
                </a:cubicBezTo>
                <a:cubicBezTo>
                  <a:pt x="102885" y="83592"/>
                  <a:pt x="102921" y="83667"/>
                  <a:pt x="102958" y="83667"/>
                </a:cubicBezTo>
                <a:cubicBezTo>
                  <a:pt x="102958" y="83743"/>
                  <a:pt x="102995" y="83743"/>
                  <a:pt x="102995" y="83743"/>
                </a:cubicBezTo>
                <a:cubicBezTo>
                  <a:pt x="103032" y="83743"/>
                  <a:pt x="103068" y="83818"/>
                  <a:pt x="103068" y="83818"/>
                </a:cubicBezTo>
                <a:cubicBezTo>
                  <a:pt x="103142" y="83818"/>
                  <a:pt x="103179" y="83818"/>
                  <a:pt x="103246" y="83893"/>
                </a:cubicBezTo>
                <a:cubicBezTo>
                  <a:pt x="103283" y="83968"/>
                  <a:pt x="103283" y="83968"/>
                  <a:pt x="103320" y="84043"/>
                </a:cubicBezTo>
                <a:cubicBezTo>
                  <a:pt x="103356" y="84043"/>
                  <a:pt x="103356" y="84043"/>
                  <a:pt x="103393" y="84043"/>
                </a:cubicBezTo>
                <a:cubicBezTo>
                  <a:pt x="103430" y="84043"/>
                  <a:pt x="103467" y="84119"/>
                  <a:pt x="103503" y="84119"/>
                </a:cubicBezTo>
                <a:cubicBezTo>
                  <a:pt x="103577" y="84119"/>
                  <a:pt x="103614" y="84119"/>
                  <a:pt x="103681" y="84119"/>
                </a:cubicBezTo>
                <a:cubicBezTo>
                  <a:pt x="103724" y="84119"/>
                  <a:pt x="103754" y="84119"/>
                  <a:pt x="103828" y="84119"/>
                </a:cubicBezTo>
                <a:cubicBezTo>
                  <a:pt x="103828" y="84119"/>
                  <a:pt x="103865" y="84043"/>
                  <a:pt x="103901" y="84043"/>
                </a:cubicBezTo>
                <a:cubicBezTo>
                  <a:pt x="103901" y="83968"/>
                  <a:pt x="103938" y="83968"/>
                  <a:pt x="103938" y="83968"/>
                </a:cubicBezTo>
                <a:cubicBezTo>
                  <a:pt x="103975" y="83893"/>
                  <a:pt x="103975" y="83818"/>
                  <a:pt x="103975" y="83818"/>
                </a:cubicBezTo>
                <a:cubicBezTo>
                  <a:pt x="103975" y="83667"/>
                  <a:pt x="103975" y="83592"/>
                  <a:pt x="103975" y="83517"/>
                </a:cubicBezTo>
                <a:cubicBezTo>
                  <a:pt x="104012" y="83517"/>
                  <a:pt x="104049" y="83517"/>
                  <a:pt x="104085" y="83517"/>
                </a:cubicBezTo>
                <a:cubicBezTo>
                  <a:pt x="104122" y="83442"/>
                  <a:pt x="104159" y="83442"/>
                  <a:pt x="104226" y="83367"/>
                </a:cubicBezTo>
                <a:cubicBezTo>
                  <a:pt x="104263" y="83367"/>
                  <a:pt x="104263" y="83304"/>
                  <a:pt x="104300" y="83229"/>
                </a:cubicBezTo>
                <a:cubicBezTo>
                  <a:pt x="104336" y="83154"/>
                  <a:pt x="104373" y="83003"/>
                  <a:pt x="104447" y="83003"/>
                </a:cubicBezTo>
                <a:cubicBezTo>
                  <a:pt x="104483" y="83003"/>
                  <a:pt x="104483" y="83003"/>
                  <a:pt x="104483" y="83003"/>
                </a:cubicBezTo>
                <a:cubicBezTo>
                  <a:pt x="104520" y="83003"/>
                  <a:pt x="104520" y="83003"/>
                  <a:pt x="104557" y="83078"/>
                </a:cubicBezTo>
                <a:cubicBezTo>
                  <a:pt x="104557" y="83078"/>
                  <a:pt x="104594" y="83078"/>
                  <a:pt x="104630" y="83078"/>
                </a:cubicBezTo>
                <a:cubicBezTo>
                  <a:pt x="104667" y="83078"/>
                  <a:pt x="104667" y="83154"/>
                  <a:pt x="104704" y="83154"/>
                </a:cubicBezTo>
                <a:cubicBezTo>
                  <a:pt x="104741" y="83229"/>
                  <a:pt x="104771" y="83229"/>
                  <a:pt x="104845" y="83304"/>
                </a:cubicBezTo>
                <a:lnTo>
                  <a:pt x="104882" y="83367"/>
                </a:lnTo>
                <a:cubicBezTo>
                  <a:pt x="104955" y="83442"/>
                  <a:pt x="104955" y="83592"/>
                  <a:pt x="104992" y="83667"/>
                </a:cubicBezTo>
                <a:cubicBezTo>
                  <a:pt x="104992" y="83667"/>
                  <a:pt x="105029" y="83743"/>
                  <a:pt x="105029" y="83818"/>
                </a:cubicBezTo>
                <a:cubicBezTo>
                  <a:pt x="105065" y="83893"/>
                  <a:pt x="105102" y="83893"/>
                  <a:pt x="105176" y="84043"/>
                </a:cubicBezTo>
                <a:cubicBezTo>
                  <a:pt x="105176" y="84043"/>
                  <a:pt x="105212" y="84119"/>
                  <a:pt x="105212" y="84194"/>
                </a:cubicBezTo>
                <a:cubicBezTo>
                  <a:pt x="105243" y="84269"/>
                  <a:pt x="105280" y="84344"/>
                  <a:pt x="105316" y="84407"/>
                </a:cubicBezTo>
                <a:cubicBezTo>
                  <a:pt x="105316" y="84482"/>
                  <a:pt x="105353" y="84557"/>
                  <a:pt x="105353" y="84632"/>
                </a:cubicBezTo>
                <a:cubicBezTo>
                  <a:pt x="105353" y="84708"/>
                  <a:pt x="105390" y="84783"/>
                  <a:pt x="105390" y="84783"/>
                </a:cubicBezTo>
                <a:cubicBezTo>
                  <a:pt x="105464" y="84783"/>
                  <a:pt x="105464" y="84783"/>
                  <a:pt x="105537" y="84783"/>
                </a:cubicBezTo>
                <a:cubicBezTo>
                  <a:pt x="105611" y="84783"/>
                  <a:pt x="105684" y="84783"/>
                  <a:pt x="105788" y="84708"/>
                </a:cubicBezTo>
                <a:cubicBezTo>
                  <a:pt x="105825" y="84708"/>
                  <a:pt x="105862" y="84708"/>
                  <a:pt x="105898" y="84708"/>
                </a:cubicBezTo>
                <a:cubicBezTo>
                  <a:pt x="106009" y="84708"/>
                  <a:pt x="106045" y="84783"/>
                  <a:pt x="106082" y="84933"/>
                </a:cubicBezTo>
                <a:cubicBezTo>
                  <a:pt x="106156" y="85084"/>
                  <a:pt x="106156" y="85084"/>
                  <a:pt x="106229" y="85159"/>
                </a:cubicBezTo>
                <a:cubicBezTo>
                  <a:pt x="106266" y="85159"/>
                  <a:pt x="106297" y="85234"/>
                  <a:pt x="106333" y="85234"/>
                </a:cubicBezTo>
                <a:cubicBezTo>
                  <a:pt x="106370" y="85234"/>
                  <a:pt x="106407" y="85234"/>
                  <a:pt x="106444" y="85234"/>
                </a:cubicBezTo>
                <a:cubicBezTo>
                  <a:pt x="106444" y="84783"/>
                  <a:pt x="106444" y="84783"/>
                  <a:pt x="106444" y="84783"/>
                </a:cubicBezTo>
                <a:cubicBezTo>
                  <a:pt x="106444" y="84632"/>
                  <a:pt x="106407" y="84557"/>
                  <a:pt x="106333" y="84557"/>
                </a:cubicBezTo>
                <a:cubicBezTo>
                  <a:pt x="106333" y="84557"/>
                  <a:pt x="106297" y="84557"/>
                  <a:pt x="106297" y="84482"/>
                </a:cubicBezTo>
                <a:cubicBezTo>
                  <a:pt x="106266" y="84482"/>
                  <a:pt x="106229" y="84482"/>
                  <a:pt x="106229" y="84482"/>
                </a:cubicBezTo>
                <a:cubicBezTo>
                  <a:pt x="106192" y="84482"/>
                  <a:pt x="106192" y="84407"/>
                  <a:pt x="106192" y="84344"/>
                </a:cubicBezTo>
                <a:cubicBezTo>
                  <a:pt x="106156" y="84269"/>
                  <a:pt x="106156" y="84269"/>
                  <a:pt x="106119" y="84194"/>
                </a:cubicBezTo>
                <a:cubicBezTo>
                  <a:pt x="106119" y="84119"/>
                  <a:pt x="106082" y="84119"/>
                  <a:pt x="106045" y="84119"/>
                </a:cubicBezTo>
                <a:cubicBezTo>
                  <a:pt x="106009" y="84119"/>
                  <a:pt x="105972" y="84119"/>
                  <a:pt x="105972" y="84119"/>
                </a:cubicBezTo>
                <a:cubicBezTo>
                  <a:pt x="105935" y="84043"/>
                  <a:pt x="105935" y="84119"/>
                  <a:pt x="105898" y="84119"/>
                </a:cubicBezTo>
                <a:cubicBezTo>
                  <a:pt x="105862" y="84043"/>
                  <a:pt x="105862" y="83968"/>
                  <a:pt x="105825" y="83968"/>
                </a:cubicBezTo>
                <a:cubicBezTo>
                  <a:pt x="105788" y="83968"/>
                  <a:pt x="105788" y="83968"/>
                  <a:pt x="105758" y="83968"/>
                </a:cubicBezTo>
                <a:cubicBezTo>
                  <a:pt x="105721" y="83968"/>
                  <a:pt x="105721" y="83893"/>
                  <a:pt x="105684" y="83893"/>
                </a:cubicBezTo>
                <a:cubicBezTo>
                  <a:pt x="105647" y="83893"/>
                  <a:pt x="105611" y="83893"/>
                  <a:pt x="105537" y="83893"/>
                </a:cubicBezTo>
                <a:cubicBezTo>
                  <a:pt x="105537" y="83003"/>
                  <a:pt x="105537" y="83003"/>
                  <a:pt x="105537" y="83003"/>
                </a:cubicBezTo>
                <a:cubicBezTo>
                  <a:pt x="105427" y="83003"/>
                  <a:pt x="105353" y="83003"/>
                  <a:pt x="105243" y="83003"/>
                </a:cubicBezTo>
                <a:cubicBezTo>
                  <a:pt x="105243" y="82326"/>
                  <a:pt x="105243" y="82326"/>
                  <a:pt x="105243" y="82326"/>
                </a:cubicBezTo>
                <a:cubicBezTo>
                  <a:pt x="105353" y="82326"/>
                  <a:pt x="105390" y="82326"/>
                  <a:pt x="105500" y="82326"/>
                </a:cubicBezTo>
                <a:cubicBezTo>
                  <a:pt x="105500" y="82113"/>
                  <a:pt x="105500" y="82113"/>
                  <a:pt x="105500" y="82113"/>
                </a:cubicBezTo>
                <a:cubicBezTo>
                  <a:pt x="105500" y="82038"/>
                  <a:pt x="105464" y="82038"/>
                  <a:pt x="105427" y="82038"/>
                </a:cubicBezTo>
                <a:cubicBezTo>
                  <a:pt x="105427" y="81963"/>
                  <a:pt x="105427" y="81888"/>
                  <a:pt x="105390" y="81888"/>
                </a:cubicBezTo>
                <a:cubicBezTo>
                  <a:pt x="105353" y="81813"/>
                  <a:pt x="105353" y="81813"/>
                  <a:pt x="105316" y="81737"/>
                </a:cubicBezTo>
                <a:cubicBezTo>
                  <a:pt x="104955" y="81737"/>
                  <a:pt x="104955" y="81737"/>
                  <a:pt x="104955" y="81737"/>
                </a:cubicBezTo>
                <a:cubicBezTo>
                  <a:pt x="104955" y="81737"/>
                  <a:pt x="104955" y="81662"/>
                  <a:pt x="104918" y="81587"/>
                </a:cubicBezTo>
                <a:cubicBezTo>
                  <a:pt x="104882" y="81587"/>
                  <a:pt x="104845" y="81587"/>
                  <a:pt x="104845" y="81512"/>
                </a:cubicBezTo>
                <a:cubicBezTo>
                  <a:pt x="104808" y="81437"/>
                  <a:pt x="104845" y="81286"/>
                  <a:pt x="104808" y="81211"/>
                </a:cubicBezTo>
                <a:cubicBezTo>
                  <a:pt x="104808" y="81211"/>
                  <a:pt x="104808" y="81148"/>
                  <a:pt x="104808" y="81073"/>
                </a:cubicBezTo>
                <a:cubicBezTo>
                  <a:pt x="104771" y="81073"/>
                  <a:pt x="104741" y="81073"/>
                  <a:pt x="104741" y="80998"/>
                </a:cubicBezTo>
                <a:cubicBezTo>
                  <a:pt x="104704" y="80998"/>
                  <a:pt x="104667" y="80923"/>
                  <a:pt x="104667" y="80923"/>
                </a:cubicBezTo>
                <a:cubicBezTo>
                  <a:pt x="104630" y="80848"/>
                  <a:pt x="104630" y="80772"/>
                  <a:pt x="104594" y="80772"/>
                </a:cubicBezTo>
                <a:cubicBezTo>
                  <a:pt x="104557" y="80697"/>
                  <a:pt x="104520" y="80697"/>
                  <a:pt x="104520" y="80622"/>
                </a:cubicBezTo>
                <a:cubicBezTo>
                  <a:pt x="104447" y="80547"/>
                  <a:pt x="104447" y="80396"/>
                  <a:pt x="104373" y="80396"/>
                </a:cubicBezTo>
                <a:cubicBezTo>
                  <a:pt x="104336" y="80321"/>
                  <a:pt x="104336" y="80321"/>
                  <a:pt x="104300" y="80321"/>
                </a:cubicBezTo>
                <a:cubicBezTo>
                  <a:pt x="104263" y="80246"/>
                  <a:pt x="104196" y="80321"/>
                  <a:pt x="104159" y="80321"/>
                </a:cubicBezTo>
                <a:cubicBezTo>
                  <a:pt x="104085" y="80321"/>
                  <a:pt x="104049" y="80246"/>
                  <a:pt x="103975" y="80171"/>
                </a:cubicBezTo>
                <a:cubicBezTo>
                  <a:pt x="103975" y="80108"/>
                  <a:pt x="103975" y="80033"/>
                  <a:pt x="103938" y="80033"/>
                </a:cubicBezTo>
                <a:cubicBezTo>
                  <a:pt x="103938" y="79958"/>
                  <a:pt x="103901" y="80033"/>
                  <a:pt x="103901" y="80033"/>
                </a:cubicBezTo>
                <a:cubicBezTo>
                  <a:pt x="103865" y="79958"/>
                  <a:pt x="103828" y="79958"/>
                  <a:pt x="103791" y="79958"/>
                </a:cubicBezTo>
                <a:cubicBezTo>
                  <a:pt x="103754" y="79958"/>
                  <a:pt x="103724" y="79883"/>
                  <a:pt x="103650" y="79883"/>
                </a:cubicBezTo>
                <a:cubicBezTo>
                  <a:pt x="103614" y="79807"/>
                  <a:pt x="103577" y="79732"/>
                  <a:pt x="103503" y="79657"/>
                </a:cubicBezTo>
                <a:cubicBezTo>
                  <a:pt x="103503" y="79657"/>
                  <a:pt x="103467" y="79657"/>
                  <a:pt x="103467" y="79582"/>
                </a:cubicBezTo>
                <a:cubicBezTo>
                  <a:pt x="103430" y="79582"/>
                  <a:pt x="103393" y="79582"/>
                  <a:pt x="103393" y="79582"/>
                </a:cubicBezTo>
                <a:cubicBezTo>
                  <a:pt x="103283" y="79582"/>
                  <a:pt x="103246" y="79657"/>
                  <a:pt x="103142" y="79582"/>
                </a:cubicBezTo>
                <a:cubicBezTo>
                  <a:pt x="103105" y="79582"/>
                  <a:pt x="103105" y="79582"/>
                  <a:pt x="103068" y="79582"/>
                </a:cubicBezTo>
                <a:cubicBezTo>
                  <a:pt x="102995" y="79582"/>
                  <a:pt x="102921" y="79582"/>
                  <a:pt x="102848" y="79507"/>
                </a:cubicBezTo>
                <a:cubicBezTo>
                  <a:pt x="102811" y="79507"/>
                  <a:pt x="102774" y="79431"/>
                  <a:pt x="102707" y="79356"/>
                </a:cubicBezTo>
                <a:cubicBezTo>
                  <a:pt x="102664" y="79281"/>
                  <a:pt x="102633" y="79206"/>
                  <a:pt x="102560" y="79206"/>
                </a:cubicBezTo>
                <a:cubicBezTo>
                  <a:pt x="102560" y="79143"/>
                  <a:pt x="102523" y="79143"/>
                  <a:pt x="102523" y="79143"/>
                </a:cubicBezTo>
                <a:cubicBezTo>
                  <a:pt x="102486" y="79143"/>
                  <a:pt x="102450" y="79143"/>
                  <a:pt x="102413" y="79068"/>
                </a:cubicBezTo>
                <a:cubicBezTo>
                  <a:pt x="102376" y="79068"/>
                  <a:pt x="102339" y="78918"/>
                  <a:pt x="102303" y="78918"/>
                </a:cubicBezTo>
                <a:cubicBezTo>
                  <a:pt x="102266" y="78918"/>
                  <a:pt x="102229" y="78918"/>
                  <a:pt x="102192" y="78993"/>
                </a:cubicBezTo>
                <a:cubicBezTo>
                  <a:pt x="102162" y="78993"/>
                  <a:pt x="102162" y="79068"/>
                  <a:pt x="102125" y="79143"/>
                </a:cubicBezTo>
                <a:cubicBezTo>
                  <a:pt x="102088" y="79206"/>
                  <a:pt x="102052" y="79281"/>
                  <a:pt x="101978" y="79281"/>
                </a:cubicBezTo>
                <a:cubicBezTo>
                  <a:pt x="101941" y="79281"/>
                  <a:pt x="101905" y="79281"/>
                  <a:pt x="101831" y="79281"/>
                </a:cubicBezTo>
                <a:cubicBezTo>
                  <a:pt x="101794" y="79281"/>
                  <a:pt x="101794" y="79281"/>
                  <a:pt x="101758" y="79356"/>
                </a:cubicBezTo>
                <a:cubicBezTo>
                  <a:pt x="101721" y="79356"/>
                  <a:pt x="101721" y="79431"/>
                  <a:pt x="101690" y="79507"/>
                </a:cubicBezTo>
                <a:cubicBezTo>
                  <a:pt x="101690" y="79582"/>
                  <a:pt x="101721" y="79657"/>
                  <a:pt x="101690" y="79732"/>
                </a:cubicBezTo>
                <a:cubicBezTo>
                  <a:pt x="101690" y="79807"/>
                  <a:pt x="101690" y="79883"/>
                  <a:pt x="101647" y="79883"/>
                </a:cubicBezTo>
                <a:cubicBezTo>
                  <a:pt x="101647" y="79958"/>
                  <a:pt x="101617" y="79958"/>
                  <a:pt x="101580" y="79958"/>
                </a:cubicBezTo>
                <a:cubicBezTo>
                  <a:pt x="101543" y="80033"/>
                  <a:pt x="101506" y="80033"/>
                  <a:pt x="101470" y="80033"/>
                </a:cubicBezTo>
                <a:cubicBezTo>
                  <a:pt x="101396" y="80033"/>
                  <a:pt x="101359" y="79958"/>
                  <a:pt x="101286" y="79958"/>
                </a:cubicBezTo>
                <a:cubicBezTo>
                  <a:pt x="101249" y="79958"/>
                  <a:pt x="101212" y="79958"/>
                  <a:pt x="101145" y="79883"/>
                </a:cubicBezTo>
                <a:cubicBezTo>
                  <a:pt x="101145" y="79883"/>
                  <a:pt x="101145" y="79807"/>
                  <a:pt x="101108" y="79732"/>
                </a:cubicBezTo>
                <a:cubicBezTo>
                  <a:pt x="101108" y="79732"/>
                  <a:pt x="101108" y="79657"/>
                  <a:pt x="101108" y="79582"/>
                </a:cubicBezTo>
                <a:cubicBezTo>
                  <a:pt x="101071" y="79507"/>
                  <a:pt x="101035" y="79507"/>
                  <a:pt x="100961" y="79507"/>
                </a:cubicBezTo>
                <a:cubicBezTo>
                  <a:pt x="100924" y="79507"/>
                  <a:pt x="100924" y="79507"/>
                  <a:pt x="100888" y="79507"/>
                </a:cubicBezTo>
                <a:cubicBezTo>
                  <a:pt x="100851" y="79507"/>
                  <a:pt x="100851" y="79582"/>
                  <a:pt x="100814" y="79582"/>
                </a:cubicBezTo>
                <a:cubicBezTo>
                  <a:pt x="100814" y="79657"/>
                  <a:pt x="100777" y="79657"/>
                  <a:pt x="100741" y="79657"/>
                </a:cubicBezTo>
                <a:cubicBezTo>
                  <a:pt x="100306" y="79657"/>
                  <a:pt x="100306" y="79657"/>
                  <a:pt x="100306" y="79657"/>
                </a:cubicBezTo>
                <a:cubicBezTo>
                  <a:pt x="100306" y="79958"/>
                  <a:pt x="100306" y="79958"/>
                  <a:pt x="100306" y="79958"/>
                </a:cubicBezTo>
                <a:cubicBezTo>
                  <a:pt x="100343" y="79958"/>
                  <a:pt x="100379" y="79958"/>
                  <a:pt x="100379" y="80033"/>
                </a:cubicBezTo>
                <a:cubicBezTo>
                  <a:pt x="100416" y="80033"/>
                  <a:pt x="100453" y="80033"/>
                  <a:pt x="100453" y="80108"/>
                </a:cubicBezTo>
                <a:cubicBezTo>
                  <a:pt x="100490" y="80171"/>
                  <a:pt x="100453" y="80171"/>
                  <a:pt x="100453" y="80246"/>
                </a:cubicBezTo>
                <a:cubicBezTo>
                  <a:pt x="100453" y="80321"/>
                  <a:pt x="100453" y="80472"/>
                  <a:pt x="100453" y="80547"/>
                </a:cubicBezTo>
                <a:cubicBezTo>
                  <a:pt x="100563" y="80547"/>
                  <a:pt x="100563" y="80547"/>
                  <a:pt x="100563" y="80547"/>
                </a:cubicBezTo>
                <a:cubicBezTo>
                  <a:pt x="100563" y="80472"/>
                  <a:pt x="100563" y="80396"/>
                  <a:pt x="100563" y="80396"/>
                </a:cubicBezTo>
                <a:close/>
                <a:moveTo>
                  <a:pt x="97800" y="78842"/>
                </a:moveTo>
                <a:lnTo>
                  <a:pt x="97800" y="78842"/>
                </a:lnTo>
                <a:cubicBezTo>
                  <a:pt x="97764" y="78842"/>
                  <a:pt x="97727" y="78842"/>
                  <a:pt x="97727" y="78842"/>
                </a:cubicBezTo>
                <a:cubicBezTo>
                  <a:pt x="97690" y="78842"/>
                  <a:pt x="97690" y="78993"/>
                  <a:pt x="97690" y="78993"/>
                </a:cubicBezTo>
                <a:cubicBezTo>
                  <a:pt x="97690" y="79068"/>
                  <a:pt x="97727" y="79143"/>
                  <a:pt x="97764" y="79143"/>
                </a:cubicBezTo>
                <a:cubicBezTo>
                  <a:pt x="97800" y="79143"/>
                  <a:pt x="97800" y="79143"/>
                  <a:pt x="97800" y="79143"/>
                </a:cubicBezTo>
                <a:cubicBezTo>
                  <a:pt x="97874" y="79143"/>
                  <a:pt x="97874" y="79143"/>
                  <a:pt x="97874" y="79143"/>
                </a:cubicBezTo>
                <a:cubicBezTo>
                  <a:pt x="97947" y="79143"/>
                  <a:pt x="97984" y="79143"/>
                  <a:pt x="98021" y="79143"/>
                </a:cubicBezTo>
                <a:cubicBezTo>
                  <a:pt x="98094" y="79143"/>
                  <a:pt x="98125" y="79143"/>
                  <a:pt x="98162" y="79143"/>
                </a:cubicBezTo>
                <a:cubicBezTo>
                  <a:pt x="98162" y="79068"/>
                  <a:pt x="98125" y="79143"/>
                  <a:pt x="98125" y="79143"/>
                </a:cubicBezTo>
                <a:cubicBezTo>
                  <a:pt x="98125" y="78993"/>
                  <a:pt x="98125" y="78918"/>
                  <a:pt x="98125" y="78842"/>
                </a:cubicBezTo>
                <a:cubicBezTo>
                  <a:pt x="98094" y="78842"/>
                  <a:pt x="98058" y="78767"/>
                  <a:pt x="98021" y="78767"/>
                </a:cubicBezTo>
                <a:cubicBezTo>
                  <a:pt x="97800" y="78767"/>
                  <a:pt x="97800" y="78767"/>
                  <a:pt x="97800" y="78767"/>
                </a:cubicBezTo>
                <a:lnTo>
                  <a:pt x="97800" y="78842"/>
                </a:lnTo>
                <a:close/>
                <a:moveTo>
                  <a:pt x="101396" y="78316"/>
                </a:moveTo>
                <a:lnTo>
                  <a:pt x="101396" y="78316"/>
                </a:lnTo>
                <a:cubicBezTo>
                  <a:pt x="101396" y="78391"/>
                  <a:pt x="101433" y="78391"/>
                  <a:pt x="101433" y="78466"/>
                </a:cubicBezTo>
                <a:cubicBezTo>
                  <a:pt x="101433" y="78542"/>
                  <a:pt x="101470" y="78617"/>
                  <a:pt x="101470" y="78692"/>
                </a:cubicBezTo>
                <a:cubicBezTo>
                  <a:pt x="101470" y="78842"/>
                  <a:pt x="101433" y="78918"/>
                  <a:pt x="101433" y="79068"/>
                </a:cubicBezTo>
                <a:cubicBezTo>
                  <a:pt x="101794" y="79068"/>
                  <a:pt x="101794" y="79068"/>
                  <a:pt x="101794" y="79068"/>
                </a:cubicBezTo>
                <a:cubicBezTo>
                  <a:pt x="101794" y="78918"/>
                  <a:pt x="101794" y="78918"/>
                  <a:pt x="101794" y="78918"/>
                </a:cubicBezTo>
                <a:cubicBezTo>
                  <a:pt x="101647" y="78918"/>
                  <a:pt x="101647" y="78918"/>
                  <a:pt x="101647" y="78918"/>
                </a:cubicBezTo>
                <a:cubicBezTo>
                  <a:pt x="101647" y="78767"/>
                  <a:pt x="101647" y="78692"/>
                  <a:pt x="101647" y="78617"/>
                </a:cubicBezTo>
                <a:cubicBezTo>
                  <a:pt x="101647" y="78542"/>
                  <a:pt x="101617" y="78542"/>
                  <a:pt x="101617" y="78466"/>
                </a:cubicBezTo>
                <a:cubicBezTo>
                  <a:pt x="101617" y="78391"/>
                  <a:pt x="101647" y="78316"/>
                  <a:pt x="101647" y="78316"/>
                </a:cubicBezTo>
                <a:cubicBezTo>
                  <a:pt x="101543" y="78316"/>
                  <a:pt x="101506" y="78316"/>
                  <a:pt x="101396" y="78316"/>
                </a:cubicBezTo>
                <a:close/>
                <a:moveTo>
                  <a:pt x="99944" y="78391"/>
                </a:moveTo>
                <a:lnTo>
                  <a:pt x="99944" y="78391"/>
                </a:lnTo>
                <a:cubicBezTo>
                  <a:pt x="99908" y="78391"/>
                  <a:pt x="99871" y="78316"/>
                  <a:pt x="99834" y="78391"/>
                </a:cubicBezTo>
                <a:cubicBezTo>
                  <a:pt x="99797" y="78391"/>
                  <a:pt x="99761" y="78466"/>
                  <a:pt x="99687" y="78542"/>
                </a:cubicBezTo>
                <a:cubicBezTo>
                  <a:pt x="99724" y="78617"/>
                  <a:pt x="99724" y="78617"/>
                  <a:pt x="99724" y="78617"/>
                </a:cubicBezTo>
                <a:cubicBezTo>
                  <a:pt x="99761" y="78692"/>
                  <a:pt x="99761" y="78692"/>
                  <a:pt x="99797" y="78692"/>
                </a:cubicBezTo>
                <a:cubicBezTo>
                  <a:pt x="99834" y="78692"/>
                  <a:pt x="99834" y="78767"/>
                  <a:pt x="99871" y="78767"/>
                </a:cubicBezTo>
                <a:cubicBezTo>
                  <a:pt x="99908" y="78767"/>
                  <a:pt x="99908" y="78842"/>
                  <a:pt x="99944" y="78842"/>
                </a:cubicBezTo>
                <a:cubicBezTo>
                  <a:pt x="99944" y="78842"/>
                  <a:pt x="99981" y="78842"/>
                  <a:pt x="100018" y="78842"/>
                </a:cubicBezTo>
                <a:cubicBezTo>
                  <a:pt x="100055" y="78842"/>
                  <a:pt x="100055" y="78767"/>
                  <a:pt x="100091" y="78842"/>
                </a:cubicBezTo>
                <a:cubicBezTo>
                  <a:pt x="100128" y="78842"/>
                  <a:pt x="100128" y="78918"/>
                  <a:pt x="100159" y="78918"/>
                </a:cubicBezTo>
                <a:cubicBezTo>
                  <a:pt x="100196" y="78993"/>
                  <a:pt x="100159" y="79068"/>
                  <a:pt x="100196" y="79068"/>
                </a:cubicBezTo>
                <a:cubicBezTo>
                  <a:pt x="100196" y="79143"/>
                  <a:pt x="100196" y="79206"/>
                  <a:pt x="100232" y="79281"/>
                </a:cubicBezTo>
                <a:cubicBezTo>
                  <a:pt x="100269" y="79281"/>
                  <a:pt x="100269" y="79281"/>
                  <a:pt x="100306" y="79281"/>
                </a:cubicBezTo>
                <a:cubicBezTo>
                  <a:pt x="100379" y="79281"/>
                  <a:pt x="100379" y="79281"/>
                  <a:pt x="100379" y="79281"/>
                </a:cubicBezTo>
                <a:cubicBezTo>
                  <a:pt x="100416" y="79281"/>
                  <a:pt x="100453" y="79206"/>
                  <a:pt x="100490" y="79206"/>
                </a:cubicBezTo>
                <a:cubicBezTo>
                  <a:pt x="100490" y="79206"/>
                  <a:pt x="100490" y="79143"/>
                  <a:pt x="100526" y="79143"/>
                </a:cubicBezTo>
                <a:cubicBezTo>
                  <a:pt x="100526" y="79143"/>
                  <a:pt x="100563" y="79206"/>
                  <a:pt x="100600" y="79206"/>
                </a:cubicBezTo>
                <a:cubicBezTo>
                  <a:pt x="100600" y="79206"/>
                  <a:pt x="100630" y="79206"/>
                  <a:pt x="100673" y="79206"/>
                </a:cubicBezTo>
                <a:cubicBezTo>
                  <a:pt x="100704" y="79206"/>
                  <a:pt x="100704" y="79206"/>
                  <a:pt x="100777" y="79206"/>
                </a:cubicBezTo>
                <a:cubicBezTo>
                  <a:pt x="100814" y="79206"/>
                  <a:pt x="100851" y="79206"/>
                  <a:pt x="100888" y="79206"/>
                </a:cubicBezTo>
                <a:cubicBezTo>
                  <a:pt x="100924" y="79206"/>
                  <a:pt x="100924" y="79143"/>
                  <a:pt x="100961" y="79143"/>
                </a:cubicBezTo>
                <a:cubicBezTo>
                  <a:pt x="100924" y="79068"/>
                  <a:pt x="100961" y="78993"/>
                  <a:pt x="100924" y="78993"/>
                </a:cubicBezTo>
                <a:cubicBezTo>
                  <a:pt x="100924" y="78918"/>
                  <a:pt x="100888" y="78993"/>
                  <a:pt x="100851" y="78918"/>
                </a:cubicBezTo>
                <a:cubicBezTo>
                  <a:pt x="100814" y="78767"/>
                  <a:pt x="100851" y="78617"/>
                  <a:pt x="100851" y="78466"/>
                </a:cubicBezTo>
                <a:cubicBezTo>
                  <a:pt x="100851" y="78391"/>
                  <a:pt x="100888" y="78316"/>
                  <a:pt x="100851" y="78316"/>
                </a:cubicBezTo>
                <a:cubicBezTo>
                  <a:pt x="100851" y="78241"/>
                  <a:pt x="100851" y="78166"/>
                  <a:pt x="100814" y="78166"/>
                </a:cubicBezTo>
                <a:cubicBezTo>
                  <a:pt x="100777" y="78090"/>
                  <a:pt x="100777" y="78090"/>
                  <a:pt x="100741" y="78090"/>
                </a:cubicBezTo>
                <a:cubicBezTo>
                  <a:pt x="100673" y="78090"/>
                  <a:pt x="100630" y="78028"/>
                  <a:pt x="100600" y="78028"/>
                </a:cubicBezTo>
                <a:cubicBezTo>
                  <a:pt x="100526" y="78028"/>
                  <a:pt x="100490" y="78090"/>
                  <a:pt x="100416" y="78090"/>
                </a:cubicBezTo>
                <a:cubicBezTo>
                  <a:pt x="100379" y="78166"/>
                  <a:pt x="100379" y="78166"/>
                  <a:pt x="100343" y="78241"/>
                </a:cubicBezTo>
                <a:cubicBezTo>
                  <a:pt x="100306" y="78241"/>
                  <a:pt x="100269" y="78241"/>
                  <a:pt x="100196" y="78241"/>
                </a:cubicBezTo>
                <a:cubicBezTo>
                  <a:pt x="100159" y="78241"/>
                  <a:pt x="100128" y="78241"/>
                  <a:pt x="100091" y="78241"/>
                </a:cubicBezTo>
                <a:cubicBezTo>
                  <a:pt x="100055" y="78241"/>
                  <a:pt x="100018" y="78316"/>
                  <a:pt x="99981" y="78316"/>
                </a:cubicBezTo>
                <a:cubicBezTo>
                  <a:pt x="99944" y="78391"/>
                  <a:pt x="99944" y="78391"/>
                  <a:pt x="99908" y="78466"/>
                </a:cubicBezTo>
                <a:cubicBezTo>
                  <a:pt x="99908" y="78466"/>
                  <a:pt x="99908" y="78542"/>
                  <a:pt x="99871" y="78542"/>
                </a:cubicBezTo>
                <a:lnTo>
                  <a:pt x="99944" y="78391"/>
                </a:lnTo>
                <a:close/>
                <a:moveTo>
                  <a:pt x="99834" y="78090"/>
                </a:moveTo>
                <a:lnTo>
                  <a:pt x="99834" y="78090"/>
                </a:lnTo>
                <a:cubicBezTo>
                  <a:pt x="99908" y="78028"/>
                  <a:pt x="99944" y="77953"/>
                  <a:pt x="99944" y="77727"/>
                </a:cubicBezTo>
                <a:cubicBezTo>
                  <a:pt x="99944" y="77652"/>
                  <a:pt x="99908" y="77577"/>
                  <a:pt x="99871" y="77577"/>
                </a:cubicBezTo>
                <a:cubicBezTo>
                  <a:pt x="99871" y="77577"/>
                  <a:pt x="99834" y="77501"/>
                  <a:pt x="99797" y="77501"/>
                </a:cubicBezTo>
                <a:cubicBezTo>
                  <a:pt x="99724" y="77501"/>
                  <a:pt x="99724" y="77501"/>
                  <a:pt x="99724" y="77501"/>
                </a:cubicBezTo>
                <a:lnTo>
                  <a:pt x="99687" y="77501"/>
                </a:lnTo>
                <a:cubicBezTo>
                  <a:pt x="99656" y="77501"/>
                  <a:pt x="99656" y="77577"/>
                  <a:pt x="99656" y="77652"/>
                </a:cubicBezTo>
                <a:cubicBezTo>
                  <a:pt x="99614" y="77727"/>
                  <a:pt x="99614" y="77802"/>
                  <a:pt x="99583" y="77953"/>
                </a:cubicBezTo>
                <a:cubicBezTo>
                  <a:pt x="99614" y="78028"/>
                  <a:pt x="99687" y="78090"/>
                  <a:pt x="99724" y="78090"/>
                </a:cubicBezTo>
                <a:cubicBezTo>
                  <a:pt x="99761" y="78090"/>
                  <a:pt x="99834" y="78090"/>
                  <a:pt x="99834" y="78090"/>
                </a:cubicBezTo>
                <a:close/>
                <a:moveTo>
                  <a:pt x="99509" y="78993"/>
                </a:moveTo>
                <a:lnTo>
                  <a:pt x="99509" y="78993"/>
                </a:lnTo>
                <a:cubicBezTo>
                  <a:pt x="99509" y="79143"/>
                  <a:pt x="99509" y="79143"/>
                  <a:pt x="99509" y="79143"/>
                </a:cubicBezTo>
                <a:cubicBezTo>
                  <a:pt x="99509" y="79206"/>
                  <a:pt x="99509" y="79281"/>
                  <a:pt x="99509" y="79356"/>
                </a:cubicBezTo>
                <a:cubicBezTo>
                  <a:pt x="99614" y="79356"/>
                  <a:pt x="99656" y="79356"/>
                  <a:pt x="99724" y="79356"/>
                </a:cubicBezTo>
                <a:cubicBezTo>
                  <a:pt x="99724" y="78918"/>
                  <a:pt x="99724" y="78918"/>
                  <a:pt x="99724" y="78918"/>
                </a:cubicBezTo>
                <a:cubicBezTo>
                  <a:pt x="99546" y="78918"/>
                  <a:pt x="99546" y="78918"/>
                  <a:pt x="99546" y="78918"/>
                </a:cubicBezTo>
                <a:cubicBezTo>
                  <a:pt x="99546" y="79143"/>
                  <a:pt x="99546" y="79143"/>
                  <a:pt x="99546" y="79143"/>
                </a:cubicBezTo>
                <a:lnTo>
                  <a:pt x="99509" y="78993"/>
                </a:lnTo>
                <a:close/>
                <a:moveTo>
                  <a:pt x="98854" y="79807"/>
                </a:moveTo>
                <a:lnTo>
                  <a:pt x="98854" y="79807"/>
                </a:lnTo>
                <a:cubicBezTo>
                  <a:pt x="98854" y="79883"/>
                  <a:pt x="98854" y="79958"/>
                  <a:pt x="98854" y="79958"/>
                </a:cubicBezTo>
                <a:cubicBezTo>
                  <a:pt x="98854" y="80033"/>
                  <a:pt x="98891" y="80033"/>
                  <a:pt x="98891" y="80108"/>
                </a:cubicBezTo>
                <a:cubicBezTo>
                  <a:pt x="99111" y="80108"/>
                  <a:pt x="99111" y="80108"/>
                  <a:pt x="99111" y="80108"/>
                </a:cubicBezTo>
                <a:cubicBezTo>
                  <a:pt x="99142" y="80108"/>
                  <a:pt x="99179" y="80108"/>
                  <a:pt x="99252" y="80108"/>
                </a:cubicBezTo>
                <a:lnTo>
                  <a:pt x="99289" y="80108"/>
                </a:lnTo>
                <a:cubicBezTo>
                  <a:pt x="99362" y="80108"/>
                  <a:pt x="99362" y="80108"/>
                  <a:pt x="99362" y="80108"/>
                </a:cubicBezTo>
                <a:cubicBezTo>
                  <a:pt x="99399" y="80108"/>
                  <a:pt x="99436" y="80171"/>
                  <a:pt x="99436" y="80171"/>
                </a:cubicBezTo>
                <a:cubicBezTo>
                  <a:pt x="99473" y="80171"/>
                  <a:pt x="99509" y="80171"/>
                  <a:pt x="99509" y="80171"/>
                </a:cubicBezTo>
                <a:cubicBezTo>
                  <a:pt x="99546" y="80171"/>
                  <a:pt x="99583" y="80171"/>
                  <a:pt x="99583" y="80246"/>
                </a:cubicBezTo>
                <a:cubicBezTo>
                  <a:pt x="99614" y="80246"/>
                  <a:pt x="99614" y="80321"/>
                  <a:pt x="99656" y="80321"/>
                </a:cubicBezTo>
                <a:cubicBezTo>
                  <a:pt x="99724" y="80321"/>
                  <a:pt x="99761" y="80321"/>
                  <a:pt x="99797" y="80321"/>
                </a:cubicBezTo>
                <a:cubicBezTo>
                  <a:pt x="99797" y="80171"/>
                  <a:pt x="99797" y="80108"/>
                  <a:pt x="99797" y="79883"/>
                </a:cubicBezTo>
                <a:cubicBezTo>
                  <a:pt x="99724" y="79883"/>
                  <a:pt x="99687" y="79883"/>
                  <a:pt x="99614" y="79883"/>
                </a:cubicBezTo>
                <a:cubicBezTo>
                  <a:pt x="99583" y="79883"/>
                  <a:pt x="99546" y="79807"/>
                  <a:pt x="99473" y="79807"/>
                </a:cubicBezTo>
                <a:cubicBezTo>
                  <a:pt x="99473" y="79807"/>
                  <a:pt x="99436" y="79807"/>
                  <a:pt x="99399" y="79807"/>
                </a:cubicBezTo>
                <a:cubicBezTo>
                  <a:pt x="99326" y="79807"/>
                  <a:pt x="99326" y="79807"/>
                  <a:pt x="99326" y="79807"/>
                </a:cubicBezTo>
                <a:cubicBezTo>
                  <a:pt x="99289" y="79807"/>
                  <a:pt x="99252" y="79732"/>
                  <a:pt x="99215" y="79732"/>
                </a:cubicBezTo>
                <a:cubicBezTo>
                  <a:pt x="99142" y="79732"/>
                  <a:pt x="99111" y="79657"/>
                  <a:pt x="99038" y="79657"/>
                </a:cubicBezTo>
                <a:cubicBezTo>
                  <a:pt x="99001" y="79657"/>
                  <a:pt x="98964" y="79657"/>
                  <a:pt x="98928" y="79657"/>
                </a:cubicBezTo>
                <a:cubicBezTo>
                  <a:pt x="98891" y="79732"/>
                  <a:pt x="98928" y="79807"/>
                  <a:pt x="98891" y="79807"/>
                </a:cubicBezTo>
                <a:cubicBezTo>
                  <a:pt x="98891" y="79883"/>
                  <a:pt x="98891" y="79958"/>
                  <a:pt x="98854" y="79958"/>
                </a:cubicBezTo>
                <a:lnTo>
                  <a:pt x="98854" y="79807"/>
                </a:lnTo>
                <a:close/>
                <a:moveTo>
                  <a:pt x="98597" y="79958"/>
                </a:moveTo>
                <a:lnTo>
                  <a:pt x="98597" y="79958"/>
                </a:lnTo>
                <a:cubicBezTo>
                  <a:pt x="98529" y="79883"/>
                  <a:pt x="98493" y="79883"/>
                  <a:pt x="98456" y="79883"/>
                </a:cubicBezTo>
                <a:cubicBezTo>
                  <a:pt x="98419" y="79883"/>
                  <a:pt x="98346" y="79807"/>
                  <a:pt x="98309" y="79807"/>
                </a:cubicBezTo>
                <a:cubicBezTo>
                  <a:pt x="98309" y="80108"/>
                  <a:pt x="98309" y="80108"/>
                  <a:pt x="98309" y="80108"/>
                </a:cubicBezTo>
                <a:cubicBezTo>
                  <a:pt x="98309" y="80108"/>
                  <a:pt x="98309" y="80171"/>
                  <a:pt x="98346" y="80246"/>
                </a:cubicBezTo>
                <a:cubicBezTo>
                  <a:pt x="98419" y="80321"/>
                  <a:pt x="98419" y="80321"/>
                  <a:pt x="98419" y="80321"/>
                </a:cubicBezTo>
                <a:cubicBezTo>
                  <a:pt x="98456" y="80321"/>
                  <a:pt x="98456" y="80321"/>
                  <a:pt x="98493" y="80321"/>
                </a:cubicBezTo>
                <a:cubicBezTo>
                  <a:pt x="98633" y="80321"/>
                  <a:pt x="98633" y="80321"/>
                  <a:pt x="98633" y="80321"/>
                </a:cubicBezTo>
                <a:cubicBezTo>
                  <a:pt x="98633" y="80108"/>
                  <a:pt x="98633" y="80108"/>
                  <a:pt x="98633" y="80108"/>
                </a:cubicBezTo>
                <a:cubicBezTo>
                  <a:pt x="98597" y="80033"/>
                  <a:pt x="98597" y="79958"/>
                  <a:pt x="98597" y="79958"/>
                </a:cubicBezTo>
                <a:close/>
                <a:moveTo>
                  <a:pt x="99038" y="76010"/>
                </a:moveTo>
                <a:lnTo>
                  <a:pt x="99038" y="76010"/>
                </a:lnTo>
                <a:cubicBezTo>
                  <a:pt x="99001" y="76160"/>
                  <a:pt x="98964" y="76236"/>
                  <a:pt x="98891" y="76311"/>
                </a:cubicBezTo>
                <a:cubicBezTo>
                  <a:pt x="98891" y="76386"/>
                  <a:pt x="98854" y="76461"/>
                  <a:pt x="98817" y="76461"/>
                </a:cubicBezTo>
                <a:cubicBezTo>
                  <a:pt x="98817" y="76461"/>
                  <a:pt x="98781" y="76536"/>
                  <a:pt x="98744" y="76612"/>
                </a:cubicBezTo>
                <a:cubicBezTo>
                  <a:pt x="98744" y="76612"/>
                  <a:pt x="98707" y="76536"/>
                  <a:pt x="98707" y="76612"/>
                </a:cubicBezTo>
                <a:cubicBezTo>
                  <a:pt x="98670" y="76612"/>
                  <a:pt x="98670" y="76687"/>
                  <a:pt x="98670" y="76687"/>
                </a:cubicBezTo>
                <a:cubicBezTo>
                  <a:pt x="98670" y="76762"/>
                  <a:pt x="98670" y="76762"/>
                  <a:pt x="98670" y="76762"/>
                </a:cubicBezTo>
                <a:cubicBezTo>
                  <a:pt x="98670" y="76912"/>
                  <a:pt x="98707" y="76975"/>
                  <a:pt x="98707" y="77125"/>
                </a:cubicBezTo>
                <a:cubicBezTo>
                  <a:pt x="98707" y="77201"/>
                  <a:pt x="98707" y="77201"/>
                  <a:pt x="98707" y="77276"/>
                </a:cubicBezTo>
                <a:cubicBezTo>
                  <a:pt x="98707" y="77426"/>
                  <a:pt x="98707" y="77501"/>
                  <a:pt x="98707" y="77577"/>
                </a:cubicBezTo>
                <a:cubicBezTo>
                  <a:pt x="98670" y="77652"/>
                  <a:pt x="98633" y="77652"/>
                  <a:pt x="98633" y="77727"/>
                </a:cubicBezTo>
                <a:cubicBezTo>
                  <a:pt x="98633" y="77802"/>
                  <a:pt x="98597" y="77877"/>
                  <a:pt x="98597" y="78028"/>
                </a:cubicBezTo>
                <a:cubicBezTo>
                  <a:pt x="98597" y="78090"/>
                  <a:pt x="98597" y="78090"/>
                  <a:pt x="98597" y="78166"/>
                </a:cubicBezTo>
                <a:cubicBezTo>
                  <a:pt x="98597" y="78241"/>
                  <a:pt x="98597" y="78316"/>
                  <a:pt x="98597" y="78466"/>
                </a:cubicBezTo>
                <a:cubicBezTo>
                  <a:pt x="98633" y="78466"/>
                  <a:pt x="98633" y="78391"/>
                  <a:pt x="98670" y="78466"/>
                </a:cubicBezTo>
                <a:cubicBezTo>
                  <a:pt x="98707" y="78466"/>
                  <a:pt x="98707" y="78542"/>
                  <a:pt x="98744" y="78542"/>
                </a:cubicBezTo>
                <a:cubicBezTo>
                  <a:pt x="98781" y="78542"/>
                  <a:pt x="98817" y="78466"/>
                  <a:pt x="98891" y="78466"/>
                </a:cubicBezTo>
                <a:cubicBezTo>
                  <a:pt x="98891" y="78316"/>
                  <a:pt x="98891" y="78241"/>
                  <a:pt x="98891" y="78090"/>
                </a:cubicBezTo>
                <a:cubicBezTo>
                  <a:pt x="98891" y="77953"/>
                  <a:pt x="98891" y="77877"/>
                  <a:pt x="98891" y="77652"/>
                </a:cubicBezTo>
                <a:cubicBezTo>
                  <a:pt x="98891" y="77652"/>
                  <a:pt x="98891" y="77652"/>
                  <a:pt x="98928" y="77652"/>
                </a:cubicBezTo>
                <a:cubicBezTo>
                  <a:pt x="99001" y="77652"/>
                  <a:pt x="99075" y="77652"/>
                  <a:pt x="99179" y="77652"/>
                </a:cubicBezTo>
                <a:cubicBezTo>
                  <a:pt x="99179" y="77652"/>
                  <a:pt x="99215" y="77652"/>
                  <a:pt x="99252" y="77652"/>
                </a:cubicBezTo>
                <a:cubicBezTo>
                  <a:pt x="99252" y="77577"/>
                  <a:pt x="99252" y="77577"/>
                  <a:pt x="99252" y="77426"/>
                </a:cubicBezTo>
                <a:cubicBezTo>
                  <a:pt x="99252" y="77351"/>
                  <a:pt x="99215" y="77276"/>
                  <a:pt x="99215" y="77201"/>
                </a:cubicBezTo>
                <a:cubicBezTo>
                  <a:pt x="99179" y="77201"/>
                  <a:pt x="99142" y="77201"/>
                  <a:pt x="99142" y="77125"/>
                </a:cubicBezTo>
                <a:cubicBezTo>
                  <a:pt x="99142" y="77063"/>
                  <a:pt x="99142" y="77063"/>
                  <a:pt x="99142" y="76975"/>
                </a:cubicBezTo>
                <a:cubicBezTo>
                  <a:pt x="99142" y="76912"/>
                  <a:pt x="99142" y="76912"/>
                  <a:pt x="99142" y="76837"/>
                </a:cubicBezTo>
                <a:cubicBezTo>
                  <a:pt x="99111" y="76837"/>
                  <a:pt x="99111" y="76762"/>
                  <a:pt x="99075" y="76762"/>
                </a:cubicBezTo>
                <a:cubicBezTo>
                  <a:pt x="99038" y="76762"/>
                  <a:pt x="99001" y="76837"/>
                  <a:pt x="98928" y="76837"/>
                </a:cubicBezTo>
                <a:cubicBezTo>
                  <a:pt x="98928" y="76612"/>
                  <a:pt x="98928" y="76612"/>
                  <a:pt x="98928" y="76612"/>
                </a:cubicBezTo>
                <a:cubicBezTo>
                  <a:pt x="98928" y="76536"/>
                  <a:pt x="98964" y="76536"/>
                  <a:pt x="98964" y="76461"/>
                </a:cubicBezTo>
                <a:cubicBezTo>
                  <a:pt x="98964" y="76386"/>
                  <a:pt x="99001" y="76386"/>
                  <a:pt x="99038" y="76386"/>
                </a:cubicBezTo>
                <a:cubicBezTo>
                  <a:pt x="99038" y="76311"/>
                  <a:pt x="99038" y="76236"/>
                  <a:pt x="99038" y="76236"/>
                </a:cubicBezTo>
                <a:cubicBezTo>
                  <a:pt x="99038" y="76160"/>
                  <a:pt x="99038" y="76085"/>
                  <a:pt x="99038" y="76010"/>
                </a:cubicBezTo>
                <a:close/>
                <a:moveTo>
                  <a:pt x="95730" y="79883"/>
                </a:moveTo>
                <a:lnTo>
                  <a:pt x="95730" y="79883"/>
                </a:lnTo>
                <a:cubicBezTo>
                  <a:pt x="95730" y="79958"/>
                  <a:pt x="95767" y="80033"/>
                  <a:pt x="95803" y="80108"/>
                </a:cubicBezTo>
                <a:cubicBezTo>
                  <a:pt x="95840" y="80108"/>
                  <a:pt x="95840" y="80171"/>
                  <a:pt x="95877" y="80171"/>
                </a:cubicBezTo>
                <a:cubicBezTo>
                  <a:pt x="95914" y="80171"/>
                  <a:pt x="95914" y="80171"/>
                  <a:pt x="95950" y="80246"/>
                </a:cubicBezTo>
                <a:cubicBezTo>
                  <a:pt x="95987" y="80246"/>
                  <a:pt x="96024" y="80246"/>
                  <a:pt x="96091" y="80246"/>
                </a:cubicBezTo>
                <a:cubicBezTo>
                  <a:pt x="96091" y="80321"/>
                  <a:pt x="96091" y="80321"/>
                  <a:pt x="96091" y="80396"/>
                </a:cubicBezTo>
                <a:cubicBezTo>
                  <a:pt x="96091" y="80547"/>
                  <a:pt x="96055" y="80547"/>
                  <a:pt x="96055" y="80697"/>
                </a:cubicBezTo>
                <a:cubicBezTo>
                  <a:pt x="96055" y="80772"/>
                  <a:pt x="96024" y="80772"/>
                  <a:pt x="96024" y="80848"/>
                </a:cubicBezTo>
                <a:cubicBezTo>
                  <a:pt x="96024" y="80923"/>
                  <a:pt x="96024" y="80923"/>
                  <a:pt x="96024" y="80998"/>
                </a:cubicBezTo>
                <a:cubicBezTo>
                  <a:pt x="96024" y="81073"/>
                  <a:pt x="96024" y="81073"/>
                  <a:pt x="96024" y="81148"/>
                </a:cubicBezTo>
                <a:cubicBezTo>
                  <a:pt x="96024" y="81211"/>
                  <a:pt x="96055" y="81211"/>
                  <a:pt x="96055" y="81286"/>
                </a:cubicBezTo>
                <a:cubicBezTo>
                  <a:pt x="96091" y="81361"/>
                  <a:pt x="96091" y="81437"/>
                  <a:pt x="96091" y="81437"/>
                </a:cubicBezTo>
                <a:cubicBezTo>
                  <a:pt x="96091" y="81512"/>
                  <a:pt x="96128" y="81587"/>
                  <a:pt x="96128" y="81587"/>
                </a:cubicBezTo>
                <a:cubicBezTo>
                  <a:pt x="96165" y="81587"/>
                  <a:pt x="96165" y="81587"/>
                  <a:pt x="96202" y="81512"/>
                </a:cubicBezTo>
                <a:cubicBezTo>
                  <a:pt x="96202" y="81437"/>
                  <a:pt x="96238" y="81437"/>
                  <a:pt x="96275" y="81437"/>
                </a:cubicBezTo>
                <a:cubicBezTo>
                  <a:pt x="96275" y="81286"/>
                  <a:pt x="96275" y="81211"/>
                  <a:pt x="96275" y="81073"/>
                </a:cubicBezTo>
                <a:cubicBezTo>
                  <a:pt x="96275" y="80998"/>
                  <a:pt x="96275" y="80923"/>
                  <a:pt x="96275" y="80772"/>
                </a:cubicBezTo>
                <a:cubicBezTo>
                  <a:pt x="96275" y="80697"/>
                  <a:pt x="96312" y="80697"/>
                  <a:pt x="96312" y="80622"/>
                </a:cubicBezTo>
                <a:cubicBezTo>
                  <a:pt x="96312" y="79657"/>
                  <a:pt x="96312" y="79657"/>
                  <a:pt x="96312" y="79657"/>
                </a:cubicBezTo>
                <a:cubicBezTo>
                  <a:pt x="96532" y="79657"/>
                  <a:pt x="96532" y="79657"/>
                  <a:pt x="96532" y="79657"/>
                </a:cubicBezTo>
                <a:cubicBezTo>
                  <a:pt x="96532" y="80033"/>
                  <a:pt x="96532" y="80033"/>
                  <a:pt x="96532" y="80033"/>
                </a:cubicBezTo>
                <a:cubicBezTo>
                  <a:pt x="96496" y="80171"/>
                  <a:pt x="96496" y="80171"/>
                  <a:pt x="96496" y="80171"/>
                </a:cubicBezTo>
                <a:cubicBezTo>
                  <a:pt x="96496" y="80321"/>
                  <a:pt x="96496" y="80321"/>
                  <a:pt x="96496" y="80321"/>
                </a:cubicBezTo>
                <a:cubicBezTo>
                  <a:pt x="96532" y="80321"/>
                  <a:pt x="96563" y="80321"/>
                  <a:pt x="96563" y="80321"/>
                </a:cubicBezTo>
                <a:cubicBezTo>
                  <a:pt x="96600" y="80321"/>
                  <a:pt x="96637" y="80321"/>
                  <a:pt x="96637" y="80321"/>
                </a:cubicBezTo>
                <a:cubicBezTo>
                  <a:pt x="96673" y="80321"/>
                  <a:pt x="96673" y="80396"/>
                  <a:pt x="96710" y="80396"/>
                </a:cubicBezTo>
                <a:cubicBezTo>
                  <a:pt x="96747" y="80396"/>
                  <a:pt x="96784" y="80396"/>
                  <a:pt x="96784" y="80472"/>
                </a:cubicBezTo>
                <a:cubicBezTo>
                  <a:pt x="96820" y="80472"/>
                  <a:pt x="96820" y="80472"/>
                  <a:pt x="96857" y="80472"/>
                </a:cubicBezTo>
                <a:cubicBezTo>
                  <a:pt x="96857" y="80697"/>
                  <a:pt x="96857" y="80697"/>
                  <a:pt x="96857" y="80697"/>
                </a:cubicBezTo>
                <a:cubicBezTo>
                  <a:pt x="96857" y="80772"/>
                  <a:pt x="96820" y="80848"/>
                  <a:pt x="96820" y="80848"/>
                </a:cubicBezTo>
                <a:cubicBezTo>
                  <a:pt x="96820" y="80923"/>
                  <a:pt x="96820" y="80998"/>
                  <a:pt x="96820" y="80998"/>
                </a:cubicBezTo>
                <a:cubicBezTo>
                  <a:pt x="96820" y="81148"/>
                  <a:pt x="96820" y="81148"/>
                  <a:pt x="96820" y="81148"/>
                </a:cubicBezTo>
                <a:cubicBezTo>
                  <a:pt x="96820" y="81211"/>
                  <a:pt x="96784" y="81286"/>
                  <a:pt x="96820" y="81361"/>
                </a:cubicBezTo>
                <a:cubicBezTo>
                  <a:pt x="96820" y="81361"/>
                  <a:pt x="96857" y="81437"/>
                  <a:pt x="96894" y="81437"/>
                </a:cubicBezTo>
                <a:cubicBezTo>
                  <a:pt x="96894" y="81512"/>
                  <a:pt x="96931" y="81512"/>
                  <a:pt x="96967" y="81512"/>
                </a:cubicBezTo>
                <a:cubicBezTo>
                  <a:pt x="97182" y="81512"/>
                  <a:pt x="97182" y="81512"/>
                  <a:pt x="97182" y="81512"/>
                </a:cubicBezTo>
                <a:cubicBezTo>
                  <a:pt x="97182" y="81437"/>
                  <a:pt x="97218" y="81437"/>
                  <a:pt x="97218" y="81361"/>
                </a:cubicBezTo>
                <a:cubicBezTo>
                  <a:pt x="97218" y="81148"/>
                  <a:pt x="97218" y="81148"/>
                  <a:pt x="97218" y="81148"/>
                </a:cubicBezTo>
                <a:cubicBezTo>
                  <a:pt x="97218" y="80998"/>
                  <a:pt x="97218" y="80923"/>
                  <a:pt x="97182" y="80772"/>
                </a:cubicBezTo>
                <a:cubicBezTo>
                  <a:pt x="97182" y="80772"/>
                  <a:pt x="97145" y="80772"/>
                  <a:pt x="97108" y="80697"/>
                </a:cubicBezTo>
                <a:cubicBezTo>
                  <a:pt x="97108" y="80697"/>
                  <a:pt x="97071" y="80622"/>
                  <a:pt x="97041" y="80547"/>
                </a:cubicBezTo>
                <a:cubicBezTo>
                  <a:pt x="97041" y="80547"/>
                  <a:pt x="97004" y="80547"/>
                  <a:pt x="96967" y="80472"/>
                </a:cubicBezTo>
                <a:cubicBezTo>
                  <a:pt x="96967" y="80396"/>
                  <a:pt x="96931" y="80321"/>
                  <a:pt x="96931" y="80246"/>
                </a:cubicBezTo>
                <a:cubicBezTo>
                  <a:pt x="96931" y="80171"/>
                  <a:pt x="96967" y="80108"/>
                  <a:pt x="96967" y="80033"/>
                </a:cubicBezTo>
                <a:cubicBezTo>
                  <a:pt x="96967" y="79883"/>
                  <a:pt x="96967" y="79883"/>
                  <a:pt x="96967" y="79883"/>
                </a:cubicBezTo>
                <a:cubicBezTo>
                  <a:pt x="96967" y="79883"/>
                  <a:pt x="97004" y="79807"/>
                  <a:pt x="96967" y="79732"/>
                </a:cubicBezTo>
                <a:cubicBezTo>
                  <a:pt x="96967" y="79732"/>
                  <a:pt x="96931" y="79732"/>
                  <a:pt x="96894" y="79657"/>
                </a:cubicBezTo>
                <a:cubicBezTo>
                  <a:pt x="96894" y="79582"/>
                  <a:pt x="96894" y="79582"/>
                  <a:pt x="96857" y="79507"/>
                </a:cubicBezTo>
                <a:cubicBezTo>
                  <a:pt x="96820" y="79431"/>
                  <a:pt x="96820" y="79431"/>
                  <a:pt x="96784" y="79431"/>
                </a:cubicBezTo>
                <a:cubicBezTo>
                  <a:pt x="96747" y="79356"/>
                  <a:pt x="96710" y="79431"/>
                  <a:pt x="96710" y="79356"/>
                </a:cubicBezTo>
                <a:cubicBezTo>
                  <a:pt x="96673" y="79356"/>
                  <a:pt x="96710" y="79281"/>
                  <a:pt x="96673" y="79206"/>
                </a:cubicBezTo>
                <a:cubicBezTo>
                  <a:pt x="96710" y="78993"/>
                  <a:pt x="96710" y="78993"/>
                  <a:pt x="96710" y="78993"/>
                </a:cubicBezTo>
                <a:cubicBezTo>
                  <a:pt x="96784" y="78993"/>
                  <a:pt x="96857" y="78993"/>
                  <a:pt x="96931" y="78993"/>
                </a:cubicBezTo>
                <a:cubicBezTo>
                  <a:pt x="96967" y="78993"/>
                  <a:pt x="96967" y="78918"/>
                  <a:pt x="97004" y="78842"/>
                </a:cubicBezTo>
                <a:cubicBezTo>
                  <a:pt x="97004" y="78842"/>
                  <a:pt x="97041" y="78842"/>
                  <a:pt x="97071" y="78842"/>
                </a:cubicBezTo>
                <a:cubicBezTo>
                  <a:pt x="97145" y="78767"/>
                  <a:pt x="97182" y="78842"/>
                  <a:pt x="97292" y="78842"/>
                </a:cubicBezTo>
                <a:lnTo>
                  <a:pt x="97329" y="78842"/>
                </a:lnTo>
                <a:cubicBezTo>
                  <a:pt x="97366" y="78842"/>
                  <a:pt x="97402" y="78767"/>
                  <a:pt x="97402" y="78617"/>
                </a:cubicBezTo>
                <a:lnTo>
                  <a:pt x="97366" y="78542"/>
                </a:lnTo>
                <a:cubicBezTo>
                  <a:pt x="97366" y="78466"/>
                  <a:pt x="97329" y="78391"/>
                  <a:pt x="97329" y="78391"/>
                </a:cubicBezTo>
                <a:cubicBezTo>
                  <a:pt x="97292" y="78316"/>
                  <a:pt x="97255" y="78316"/>
                  <a:pt x="97255" y="78316"/>
                </a:cubicBezTo>
                <a:cubicBezTo>
                  <a:pt x="97218" y="78241"/>
                  <a:pt x="97182" y="78241"/>
                  <a:pt x="97182" y="78166"/>
                </a:cubicBezTo>
                <a:cubicBezTo>
                  <a:pt x="97145" y="78166"/>
                  <a:pt x="97145" y="78090"/>
                  <a:pt x="97108" y="78090"/>
                </a:cubicBezTo>
                <a:cubicBezTo>
                  <a:pt x="97041" y="78090"/>
                  <a:pt x="97041" y="78090"/>
                  <a:pt x="97041" y="78090"/>
                </a:cubicBezTo>
                <a:cubicBezTo>
                  <a:pt x="97004" y="78090"/>
                  <a:pt x="97004" y="78090"/>
                  <a:pt x="96967" y="78090"/>
                </a:cubicBezTo>
                <a:cubicBezTo>
                  <a:pt x="96931" y="78090"/>
                  <a:pt x="96931" y="78090"/>
                  <a:pt x="96894" y="78166"/>
                </a:cubicBezTo>
                <a:cubicBezTo>
                  <a:pt x="96857" y="78166"/>
                  <a:pt x="96857" y="78241"/>
                  <a:pt x="96857" y="78316"/>
                </a:cubicBezTo>
                <a:cubicBezTo>
                  <a:pt x="96784" y="78391"/>
                  <a:pt x="96710" y="78542"/>
                  <a:pt x="96637" y="78542"/>
                </a:cubicBezTo>
                <a:cubicBezTo>
                  <a:pt x="96563" y="78617"/>
                  <a:pt x="96532" y="78542"/>
                  <a:pt x="96496" y="78542"/>
                </a:cubicBezTo>
                <a:cubicBezTo>
                  <a:pt x="96459" y="78542"/>
                  <a:pt x="96459" y="78542"/>
                  <a:pt x="96422" y="78542"/>
                </a:cubicBezTo>
                <a:cubicBezTo>
                  <a:pt x="96385" y="78466"/>
                  <a:pt x="96349" y="78466"/>
                  <a:pt x="96275" y="78391"/>
                </a:cubicBezTo>
                <a:lnTo>
                  <a:pt x="96238" y="78316"/>
                </a:lnTo>
                <a:cubicBezTo>
                  <a:pt x="96165" y="78316"/>
                  <a:pt x="96165" y="78316"/>
                  <a:pt x="96165" y="78316"/>
                </a:cubicBezTo>
                <a:cubicBezTo>
                  <a:pt x="96128" y="78316"/>
                  <a:pt x="96091" y="78391"/>
                  <a:pt x="96091" y="78466"/>
                </a:cubicBezTo>
                <a:cubicBezTo>
                  <a:pt x="96055" y="78542"/>
                  <a:pt x="96024" y="78617"/>
                  <a:pt x="95987" y="78767"/>
                </a:cubicBezTo>
                <a:cubicBezTo>
                  <a:pt x="95987" y="78842"/>
                  <a:pt x="96024" y="78918"/>
                  <a:pt x="95987" y="78993"/>
                </a:cubicBezTo>
                <a:cubicBezTo>
                  <a:pt x="95987" y="79068"/>
                  <a:pt x="95950" y="79068"/>
                  <a:pt x="95950" y="79143"/>
                </a:cubicBezTo>
                <a:cubicBezTo>
                  <a:pt x="95950" y="79143"/>
                  <a:pt x="95987" y="79206"/>
                  <a:pt x="95950" y="79281"/>
                </a:cubicBezTo>
                <a:cubicBezTo>
                  <a:pt x="95950" y="79281"/>
                  <a:pt x="95987" y="79356"/>
                  <a:pt x="95950" y="79431"/>
                </a:cubicBezTo>
                <a:lnTo>
                  <a:pt x="95914" y="79507"/>
                </a:lnTo>
                <a:cubicBezTo>
                  <a:pt x="95877" y="79507"/>
                  <a:pt x="95840" y="79507"/>
                  <a:pt x="95840" y="79507"/>
                </a:cubicBezTo>
                <a:cubicBezTo>
                  <a:pt x="95803" y="79507"/>
                  <a:pt x="95803" y="79582"/>
                  <a:pt x="95767" y="79657"/>
                </a:cubicBezTo>
                <a:cubicBezTo>
                  <a:pt x="95767" y="79732"/>
                  <a:pt x="95730" y="79807"/>
                  <a:pt x="95730" y="79883"/>
                </a:cubicBezTo>
                <a:close/>
                <a:moveTo>
                  <a:pt x="97764" y="76837"/>
                </a:moveTo>
                <a:lnTo>
                  <a:pt x="97764" y="76837"/>
                </a:lnTo>
                <a:cubicBezTo>
                  <a:pt x="97727" y="76837"/>
                  <a:pt x="97764" y="76912"/>
                  <a:pt x="97764" y="76975"/>
                </a:cubicBezTo>
                <a:cubicBezTo>
                  <a:pt x="96563" y="76975"/>
                  <a:pt x="96563" y="76975"/>
                  <a:pt x="96563" y="76975"/>
                </a:cubicBezTo>
                <a:cubicBezTo>
                  <a:pt x="96496" y="76975"/>
                  <a:pt x="96496" y="77125"/>
                  <a:pt x="96422" y="77201"/>
                </a:cubicBezTo>
                <a:cubicBezTo>
                  <a:pt x="96385" y="77276"/>
                  <a:pt x="96349" y="77276"/>
                  <a:pt x="96312" y="77276"/>
                </a:cubicBezTo>
                <a:cubicBezTo>
                  <a:pt x="96202" y="77276"/>
                  <a:pt x="96165" y="77276"/>
                  <a:pt x="96091" y="77351"/>
                </a:cubicBezTo>
                <a:cubicBezTo>
                  <a:pt x="96055" y="77351"/>
                  <a:pt x="96055" y="77426"/>
                  <a:pt x="96024" y="77501"/>
                </a:cubicBezTo>
                <a:cubicBezTo>
                  <a:pt x="96024" y="77577"/>
                  <a:pt x="95987" y="77652"/>
                  <a:pt x="95987" y="77727"/>
                </a:cubicBezTo>
                <a:cubicBezTo>
                  <a:pt x="95987" y="77802"/>
                  <a:pt x="96024" y="77877"/>
                  <a:pt x="96024" y="77953"/>
                </a:cubicBezTo>
                <a:cubicBezTo>
                  <a:pt x="96091" y="77877"/>
                  <a:pt x="96165" y="77802"/>
                  <a:pt x="96238" y="77727"/>
                </a:cubicBezTo>
                <a:cubicBezTo>
                  <a:pt x="96238" y="77727"/>
                  <a:pt x="96275" y="77727"/>
                  <a:pt x="96312" y="77652"/>
                </a:cubicBezTo>
                <a:cubicBezTo>
                  <a:pt x="96312" y="77652"/>
                  <a:pt x="96312" y="77577"/>
                  <a:pt x="96349" y="77577"/>
                </a:cubicBezTo>
                <a:cubicBezTo>
                  <a:pt x="96385" y="77501"/>
                  <a:pt x="96385" y="77501"/>
                  <a:pt x="96422" y="77501"/>
                </a:cubicBezTo>
                <a:cubicBezTo>
                  <a:pt x="96459" y="77426"/>
                  <a:pt x="96459" y="77426"/>
                  <a:pt x="96496" y="77426"/>
                </a:cubicBezTo>
                <a:cubicBezTo>
                  <a:pt x="96532" y="77351"/>
                  <a:pt x="96532" y="77426"/>
                  <a:pt x="96563" y="77426"/>
                </a:cubicBezTo>
                <a:cubicBezTo>
                  <a:pt x="96600" y="77351"/>
                  <a:pt x="96600" y="77276"/>
                  <a:pt x="96637" y="77276"/>
                </a:cubicBezTo>
                <a:cubicBezTo>
                  <a:pt x="96784" y="77351"/>
                  <a:pt x="96784" y="77351"/>
                  <a:pt x="96784" y="77351"/>
                </a:cubicBezTo>
                <a:cubicBezTo>
                  <a:pt x="97218" y="77351"/>
                  <a:pt x="97218" y="77351"/>
                  <a:pt x="97218" y="77351"/>
                </a:cubicBezTo>
                <a:cubicBezTo>
                  <a:pt x="97218" y="77351"/>
                  <a:pt x="97255" y="77351"/>
                  <a:pt x="97292" y="77351"/>
                </a:cubicBezTo>
                <a:lnTo>
                  <a:pt x="97329" y="77426"/>
                </a:lnTo>
                <a:cubicBezTo>
                  <a:pt x="97402" y="77501"/>
                  <a:pt x="97402" y="77577"/>
                  <a:pt x="97439" y="77577"/>
                </a:cubicBezTo>
                <a:cubicBezTo>
                  <a:pt x="97476" y="77577"/>
                  <a:pt x="97513" y="77577"/>
                  <a:pt x="97549" y="77577"/>
                </a:cubicBezTo>
                <a:cubicBezTo>
                  <a:pt x="97580" y="77501"/>
                  <a:pt x="97617" y="77501"/>
                  <a:pt x="97617" y="77501"/>
                </a:cubicBezTo>
                <a:cubicBezTo>
                  <a:pt x="97653" y="77426"/>
                  <a:pt x="97653" y="77351"/>
                  <a:pt x="97690" y="77351"/>
                </a:cubicBezTo>
                <a:cubicBezTo>
                  <a:pt x="97690" y="77276"/>
                  <a:pt x="97727" y="77351"/>
                  <a:pt x="97764" y="77351"/>
                </a:cubicBezTo>
                <a:cubicBezTo>
                  <a:pt x="97800" y="77276"/>
                  <a:pt x="97800" y="77276"/>
                  <a:pt x="97800" y="77276"/>
                </a:cubicBezTo>
                <a:cubicBezTo>
                  <a:pt x="97837" y="77201"/>
                  <a:pt x="97837" y="77125"/>
                  <a:pt x="97874" y="77125"/>
                </a:cubicBezTo>
                <a:cubicBezTo>
                  <a:pt x="97911" y="76975"/>
                  <a:pt x="97947" y="76912"/>
                  <a:pt x="97947" y="76762"/>
                </a:cubicBezTo>
                <a:cubicBezTo>
                  <a:pt x="97874" y="76762"/>
                  <a:pt x="97837" y="76762"/>
                  <a:pt x="97764" y="76837"/>
                </a:cubicBezTo>
                <a:close/>
                <a:moveTo>
                  <a:pt x="97402" y="84482"/>
                </a:moveTo>
                <a:lnTo>
                  <a:pt x="97402" y="84482"/>
                </a:lnTo>
                <a:cubicBezTo>
                  <a:pt x="97402" y="84557"/>
                  <a:pt x="97366" y="84632"/>
                  <a:pt x="97366" y="84632"/>
                </a:cubicBezTo>
                <a:cubicBezTo>
                  <a:pt x="97366" y="84783"/>
                  <a:pt x="97439" y="84783"/>
                  <a:pt x="97513" y="84858"/>
                </a:cubicBezTo>
                <a:cubicBezTo>
                  <a:pt x="97513" y="84858"/>
                  <a:pt x="97549" y="84858"/>
                  <a:pt x="97580" y="84858"/>
                </a:cubicBezTo>
                <a:cubicBezTo>
                  <a:pt x="97617" y="84858"/>
                  <a:pt x="97617" y="84933"/>
                  <a:pt x="97653" y="84933"/>
                </a:cubicBezTo>
                <a:cubicBezTo>
                  <a:pt x="97690" y="84933"/>
                  <a:pt x="97727" y="84783"/>
                  <a:pt x="97764" y="84632"/>
                </a:cubicBezTo>
                <a:cubicBezTo>
                  <a:pt x="97800" y="84557"/>
                  <a:pt x="97837" y="84482"/>
                  <a:pt x="97874" y="84407"/>
                </a:cubicBezTo>
                <a:cubicBezTo>
                  <a:pt x="97911" y="84344"/>
                  <a:pt x="97947" y="84269"/>
                  <a:pt x="97984" y="84269"/>
                </a:cubicBezTo>
                <a:cubicBezTo>
                  <a:pt x="97984" y="84194"/>
                  <a:pt x="98021" y="84194"/>
                  <a:pt x="98058" y="84194"/>
                </a:cubicBezTo>
                <a:cubicBezTo>
                  <a:pt x="98094" y="84194"/>
                  <a:pt x="98125" y="84194"/>
                  <a:pt x="98199" y="84194"/>
                </a:cubicBezTo>
                <a:cubicBezTo>
                  <a:pt x="98235" y="84119"/>
                  <a:pt x="98272" y="83968"/>
                  <a:pt x="98309" y="83893"/>
                </a:cubicBezTo>
                <a:cubicBezTo>
                  <a:pt x="98382" y="83893"/>
                  <a:pt x="98419" y="83818"/>
                  <a:pt x="98456" y="83818"/>
                </a:cubicBezTo>
                <a:cubicBezTo>
                  <a:pt x="98529" y="83818"/>
                  <a:pt x="98566" y="83818"/>
                  <a:pt x="98597" y="83818"/>
                </a:cubicBezTo>
                <a:cubicBezTo>
                  <a:pt x="98633" y="83818"/>
                  <a:pt x="98633" y="83818"/>
                  <a:pt x="98670" y="83818"/>
                </a:cubicBezTo>
                <a:cubicBezTo>
                  <a:pt x="98707" y="83818"/>
                  <a:pt x="98707" y="83743"/>
                  <a:pt x="98707" y="83667"/>
                </a:cubicBezTo>
                <a:cubicBezTo>
                  <a:pt x="98670" y="83667"/>
                  <a:pt x="98670" y="83667"/>
                  <a:pt x="98633" y="83592"/>
                </a:cubicBezTo>
                <a:cubicBezTo>
                  <a:pt x="98597" y="83592"/>
                  <a:pt x="98597" y="83517"/>
                  <a:pt x="98566" y="83442"/>
                </a:cubicBezTo>
                <a:cubicBezTo>
                  <a:pt x="98529" y="83442"/>
                  <a:pt x="98493" y="83442"/>
                  <a:pt x="98419" y="83442"/>
                </a:cubicBezTo>
                <a:cubicBezTo>
                  <a:pt x="98419" y="83442"/>
                  <a:pt x="98382" y="83442"/>
                  <a:pt x="98346" y="83442"/>
                </a:cubicBezTo>
                <a:lnTo>
                  <a:pt x="98309" y="83442"/>
                </a:lnTo>
                <a:cubicBezTo>
                  <a:pt x="98272" y="83517"/>
                  <a:pt x="98272" y="83592"/>
                  <a:pt x="98235" y="83592"/>
                </a:cubicBezTo>
                <a:cubicBezTo>
                  <a:pt x="98199" y="83667"/>
                  <a:pt x="98162" y="83667"/>
                  <a:pt x="98162" y="83667"/>
                </a:cubicBezTo>
                <a:cubicBezTo>
                  <a:pt x="98125" y="83667"/>
                  <a:pt x="98094" y="83667"/>
                  <a:pt x="98094" y="83667"/>
                </a:cubicBezTo>
                <a:cubicBezTo>
                  <a:pt x="98058" y="83743"/>
                  <a:pt x="98058" y="83818"/>
                  <a:pt x="98021" y="83818"/>
                </a:cubicBezTo>
                <a:cubicBezTo>
                  <a:pt x="97984" y="83818"/>
                  <a:pt x="97947" y="83818"/>
                  <a:pt x="97911" y="83818"/>
                </a:cubicBezTo>
                <a:cubicBezTo>
                  <a:pt x="97911" y="83818"/>
                  <a:pt x="97874" y="83818"/>
                  <a:pt x="97837" y="83893"/>
                </a:cubicBezTo>
                <a:cubicBezTo>
                  <a:pt x="97837" y="83893"/>
                  <a:pt x="97874" y="83968"/>
                  <a:pt x="97837" y="84043"/>
                </a:cubicBezTo>
                <a:cubicBezTo>
                  <a:pt x="97800" y="84043"/>
                  <a:pt x="97727" y="84043"/>
                  <a:pt x="97690" y="84043"/>
                </a:cubicBezTo>
                <a:cubicBezTo>
                  <a:pt x="97653" y="84043"/>
                  <a:pt x="97653" y="84043"/>
                  <a:pt x="97617" y="84043"/>
                </a:cubicBezTo>
                <a:cubicBezTo>
                  <a:pt x="97580" y="84043"/>
                  <a:pt x="97580" y="84194"/>
                  <a:pt x="97549" y="84194"/>
                </a:cubicBezTo>
                <a:cubicBezTo>
                  <a:pt x="97549" y="84269"/>
                  <a:pt x="97513" y="84269"/>
                  <a:pt x="97476" y="84344"/>
                </a:cubicBezTo>
                <a:cubicBezTo>
                  <a:pt x="97476" y="84344"/>
                  <a:pt x="97402" y="84407"/>
                  <a:pt x="97402" y="84482"/>
                </a:cubicBezTo>
                <a:cubicBezTo>
                  <a:pt x="97402" y="84557"/>
                  <a:pt x="97402" y="84557"/>
                  <a:pt x="97402" y="84557"/>
                </a:cubicBezTo>
                <a:cubicBezTo>
                  <a:pt x="97402" y="84632"/>
                  <a:pt x="97439" y="84632"/>
                  <a:pt x="97439" y="84708"/>
                </a:cubicBezTo>
                <a:lnTo>
                  <a:pt x="97402" y="84482"/>
                </a:lnTo>
                <a:close/>
                <a:moveTo>
                  <a:pt x="97255" y="85159"/>
                </a:moveTo>
                <a:lnTo>
                  <a:pt x="97255" y="85159"/>
                </a:lnTo>
                <a:cubicBezTo>
                  <a:pt x="97218" y="85159"/>
                  <a:pt x="97182" y="85234"/>
                  <a:pt x="97108" y="85309"/>
                </a:cubicBezTo>
                <a:cubicBezTo>
                  <a:pt x="97145" y="85384"/>
                  <a:pt x="97145" y="85384"/>
                  <a:pt x="97145" y="85447"/>
                </a:cubicBezTo>
                <a:cubicBezTo>
                  <a:pt x="97366" y="85447"/>
                  <a:pt x="97366" y="85447"/>
                  <a:pt x="97366" y="85447"/>
                </a:cubicBezTo>
                <a:cubicBezTo>
                  <a:pt x="97366" y="85234"/>
                  <a:pt x="97366" y="85234"/>
                  <a:pt x="97366" y="85234"/>
                </a:cubicBezTo>
                <a:cubicBezTo>
                  <a:pt x="97329" y="85084"/>
                  <a:pt x="97329" y="85084"/>
                  <a:pt x="97329" y="85084"/>
                </a:cubicBezTo>
                <a:cubicBezTo>
                  <a:pt x="97292" y="85084"/>
                  <a:pt x="97292" y="85084"/>
                  <a:pt x="97255" y="85159"/>
                </a:cubicBezTo>
                <a:close/>
                <a:moveTo>
                  <a:pt x="96165" y="83667"/>
                </a:moveTo>
                <a:lnTo>
                  <a:pt x="96165" y="83667"/>
                </a:lnTo>
                <a:cubicBezTo>
                  <a:pt x="96202" y="83743"/>
                  <a:pt x="96238" y="83818"/>
                  <a:pt x="96312" y="83893"/>
                </a:cubicBezTo>
                <a:cubicBezTo>
                  <a:pt x="96459" y="83893"/>
                  <a:pt x="96532" y="83893"/>
                  <a:pt x="96673" y="83893"/>
                </a:cubicBezTo>
                <a:cubicBezTo>
                  <a:pt x="96747" y="83893"/>
                  <a:pt x="96747" y="83893"/>
                  <a:pt x="96747" y="83893"/>
                </a:cubicBezTo>
                <a:cubicBezTo>
                  <a:pt x="96857" y="83893"/>
                  <a:pt x="96931" y="83893"/>
                  <a:pt x="97041" y="83893"/>
                </a:cubicBezTo>
                <a:cubicBezTo>
                  <a:pt x="97071" y="83893"/>
                  <a:pt x="97108" y="83818"/>
                  <a:pt x="97108" y="83818"/>
                </a:cubicBezTo>
                <a:cubicBezTo>
                  <a:pt x="97145" y="83818"/>
                  <a:pt x="97182" y="83818"/>
                  <a:pt x="97182" y="83818"/>
                </a:cubicBezTo>
                <a:cubicBezTo>
                  <a:pt x="97218" y="83818"/>
                  <a:pt x="97218" y="83818"/>
                  <a:pt x="97255" y="83818"/>
                </a:cubicBezTo>
                <a:cubicBezTo>
                  <a:pt x="97292" y="83818"/>
                  <a:pt x="97292" y="83743"/>
                  <a:pt x="97329" y="83743"/>
                </a:cubicBezTo>
                <a:cubicBezTo>
                  <a:pt x="97366" y="83667"/>
                  <a:pt x="97366" y="83592"/>
                  <a:pt x="97402" y="83592"/>
                </a:cubicBezTo>
                <a:cubicBezTo>
                  <a:pt x="97439" y="83592"/>
                  <a:pt x="97439" y="83592"/>
                  <a:pt x="97476" y="83592"/>
                </a:cubicBezTo>
                <a:cubicBezTo>
                  <a:pt x="97513" y="83592"/>
                  <a:pt x="97549" y="83592"/>
                  <a:pt x="97617" y="83592"/>
                </a:cubicBezTo>
                <a:cubicBezTo>
                  <a:pt x="97653" y="83592"/>
                  <a:pt x="97653" y="83592"/>
                  <a:pt x="97690" y="83592"/>
                </a:cubicBezTo>
                <a:cubicBezTo>
                  <a:pt x="97727" y="83592"/>
                  <a:pt x="97727" y="83517"/>
                  <a:pt x="97764" y="83442"/>
                </a:cubicBezTo>
                <a:cubicBezTo>
                  <a:pt x="97727" y="83367"/>
                  <a:pt x="97727" y="83367"/>
                  <a:pt x="97727" y="83367"/>
                </a:cubicBezTo>
                <a:cubicBezTo>
                  <a:pt x="97690" y="83367"/>
                  <a:pt x="97690" y="83304"/>
                  <a:pt x="97653" y="83367"/>
                </a:cubicBezTo>
                <a:cubicBezTo>
                  <a:pt x="97617" y="83367"/>
                  <a:pt x="97617" y="83442"/>
                  <a:pt x="97580" y="83442"/>
                </a:cubicBezTo>
                <a:cubicBezTo>
                  <a:pt x="97513" y="83442"/>
                  <a:pt x="97439" y="83442"/>
                  <a:pt x="97366" y="83442"/>
                </a:cubicBezTo>
                <a:cubicBezTo>
                  <a:pt x="97329" y="83442"/>
                  <a:pt x="97255" y="83517"/>
                  <a:pt x="97218" y="83517"/>
                </a:cubicBezTo>
                <a:cubicBezTo>
                  <a:pt x="97145" y="83517"/>
                  <a:pt x="97145" y="83517"/>
                  <a:pt x="97145" y="83517"/>
                </a:cubicBezTo>
                <a:cubicBezTo>
                  <a:pt x="97108" y="83517"/>
                  <a:pt x="97108" y="83517"/>
                  <a:pt x="97071" y="83517"/>
                </a:cubicBezTo>
                <a:cubicBezTo>
                  <a:pt x="97071" y="83517"/>
                  <a:pt x="97041" y="83517"/>
                  <a:pt x="97004" y="83517"/>
                </a:cubicBezTo>
                <a:cubicBezTo>
                  <a:pt x="96967" y="83592"/>
                  <a:pt x="96967" y="83592"/>
                  <a:pt x="96894" y="83592"/>
                </a:cubicBezTo>
                <a:cubicBezTo>
                  <a:pt x="96857" y="83592"/>
                  <a:pt x="96857" y="83592"/>
                  <a:pt x="96820" y="83592"/>
                </a:cubicBezTo>
                <a:cubicBezTo>
                  <a:pt x="96784" y="83592"/>
                  <a:pt x="96747" y="83442"/>
                  <a:pt x="96710" y="83442"/>
                </a:cubicBezTo>
                <a:cubicBezTo>
                  <a:pt x="96673" y="83442"/>
                  <a:pt x="96637" y="83442"/>
                  <a:pt x="96563" y="83367"/>
                </a:cubicBezTo>
                <a:cubicBezTo>
                  <a:pt x="96532" y="83367"/>
                  <a:pt x="96532" y="83367"/>
                  <a:pt x="96459" y="83367"/>
                </a:cubicBezTo>
                <a:cubicBezTo>
                  <a:pt x="96422" y="83367"/>
                  <a:pt x="96422" y="83367"/>
                  <a:pt x="96385" y="83367"/>
                </a:cubicBezTo>
                <a:cubicBezTo>
                  <a:pt x="96349" y="83442"/>
                  <a:pt x="96312" y="83442"/>
                  <a:pt x="96275" y="83442"/>
                </a:cubicBezTo>
                <a:cubicBezTo>
                  <a:pt x="96238" y="83517"/>
                  <a:pt x="96238" y="83592"/>
                  <a:pt x="96202" y="83592"/>
                </a:cubicBezTo>
                <a:cubicBezTo>
                  <a:pt x="96091" y="83592"/>
                  <a:pt x="96091" y="83592"/>
                  <a:pt x="96091" y="83592"/>
                </a:cubicBezTo>
                <a:lnTo>
                  <a:pt x="96165" y="83667"/>
                </a:lnTo>
                <a:close/>
                <a:moveTo>
                  <a:pt x="96024" y="84119"/>
                </a:moveTo>
                <a:lnTo>
                  <a:pt x="96024" y="84119"/>
                </a:lnTo>
                <a:cubicBezTo>
                  <a:pt x="95987" y="84194"/>
                  <a:pt x="95950" y="84194"/>
                  <a:pt x="95914" y="84269"/>
                </a:cubicBezTo>
                <a:cubicBezTo>
                  <a:pt x="95914" y="84344"/>
                  <a:pt x="95914" y="84344"/>
                  <a:pt x="95950" y="84407"/>
                </a:cubicBezTo>
                <a:cubicBezTo>
                  <a:pt x="95950" y="84482"/>
                  <a:pt x="95987" y="84482"/>
                  <a:pt x="95987" y="84482"/>
                </a:cubicBezTo>
                <a:cubicBezTo>
                  <a:pt x="96024" y="84557"/>
                  <a:pt x="96024" y="84632"/>
                  <a:pt x="96024" y="84632"/>
                </a:cubicBezTo>
                <a:cubicBezTo>
                  <a:pt x="96055" y="84708"/>
                  <a:pt x="96055" y="84783"/>
                  <a:pt x="96091" y="84783"/>
                </a:cubicBezTo>
                <a:cubicBezTo>
                  <a:pt x="96128" y="84858"/>
                  <a:pt x="96128" y="84858"/>
                  <a:pt x="96165" y="84858"/>
                </a:cubicBezTo>
                <a:cubicBezTo>
                  <a:pt x="96238" y="84858"/>
                  <a:pt x="96275" y="84858"/>
                  <a:pt x="96312" y="84858"/>
                </a:cubicBezTo>
                <a:cubicBezTo>
                  <a:pt x="96422" y="84858"/>
                  <a:pt x="96459" y="84858"/>
                  <a:pt x="96532" y="84783"/>
                </a:cubicBezTo>
                <a:cubicBezTo>
                  <a:pt x="96532" y="84632"/>
                  <a:pt x="96532" y="84632"/>
                  <a:pt x="96532" y="84632"/>
                </a:cubicBezTo>
                <a:cubicBezTo>
                  <a:pt x="96496" y="84632"/>
                  <a:pt x="96496" y="84632"/>
                  <a:pt x="96459" y="84632"/>
                </a:cubicBezTo>
                <a:cubicBezTo>
                  <a:pt x="96422" y="84632"/>
                  <a:pt x="96385" y="84557"/>
                  <a:pt x="96385" y="84557"/>
                </a:cubicBezTo>
                <a:cubicBezTo>
                  <a:pt x="96349" y="84482"/>
                  <a:pt x="96385" y="84407"/>
                  <a:pt x="96349" y="84407"/>
                </a:cubicBezTo>
                <a:cubicBezTo>
                  <a:pt x="96349" y="84407"/>
                  <a:pt x="96312" y="84407"/>
                  <a:pt x="96275" y="84344"/>
                </a:cubicBezTo>
                <a:cubicBezTo>
                  <a:pt x="96275" y="84344"/>
                  <a:pt x="96238" y="84344"/>
                  <a:pt x="96202" y="84344"/>
                </a:cubicBezTo>
                <a:cubicBezTo>
                  <a:pt x="96165" y="84344"/>
                  <a:pt x="96165" y="84269"/>
                  <a:pt x="96165" y="84194"/>
                </a:cubicBezTo>
                <a:cubicBezTo>
                  <a:pt x="96128" y="84194"/>
                  <a:pt x="96055" y="84119"/>
                  <a:pt x="96024" y="84119"/>
                </a:cubicBezTo>
                <a:close/>
                <a:moveTo>
                  <a:pt x="95148" y="83517"/>
                </a:moveTo>
                <a:lnTo>
                  <a:pt x="95148" y="83517"/>
                </a:lnTo>
                <a:cubicBezTo>
                  <a:pt x="95111" y="83517"/>
                  <a:pt x="95038" y="83592"/>
                  <a:pt x="95038" y="83667"/>
                </a:cubicBezTo>
                <a:cubicBezTo>
                  <a:pt x="95038" y="83743"/>
                  <a:pt x="95075" y="83743"/>
                  <a:pt x="95111" y="83818"/>
                </a:cubicBezTo>
                <a:cubicBezTo>
                  <a:pt x="95148" y="83968"/>
                  <a:pt x="95222" y="83893"/>
                  <a:pt x="95332" y="83893"/>
                </a:cubicBezTo>
                <a:cubicBezTo>
                  <a:pt x="95369" y="83893"/>
                  <a:pt x="95405" y="83893"/>
                  <a:pt x="95442" y="83893"/>
                </a:cubicBezTo>
                <a:cubicBezTo>
                  <a:pt x="95479" y="83818"/>
                  <a:pt x="95509" y="83818"/>
                  <a:pt x="95509" y="83818"/>
                </a:cubicBezTo>
                <a:cubicBezTo>
                  <a:pt x="95546" y="83743"/>
                  <a:pt x="95546" y="83667"/>
                  <a:pt x="95583" y="83667"/>
                </a:cubicBezTo>
                <a:cubicBezTo>
                  <a:pt x="95620" y="83592"/>
                  <a:pt x="95693" y="83667"/>
                  <a:pt x="95730" y="83667"/>
                </a:cubicBezTo>
                <a:cubicBezTo>
                  <a:pt x="95803" y="83667"/>
                  <a:pt x="95840" y="83667"/>
                  <a:pt x="95914" y="83667"/>
                </a:cubicBezTo>
                <a:lnTo>
                  <a:pt x="95950" y="83667"/>
                </a:lnTo>
                <a:lnTo>
                  <a:pt x="95950" y="83667"/>
                </a:lnTo>
                <a:cubicBezTo>
                  <a:pt x="95914" y="83592"/>
                  <a:pt x="95950" y="83517"/>
                  <a:pt x="95950" y="83442"/>
                </a:cubicBezTo>
                <a:cubicBezTo>
                  <a:pt x="95877" y="83442"/>
                  <a:pt x="95840" y="83517"/>
                  <a:pt x="95803" y="83442"/>
                </a:cubicBezTo>
                <a:cubicBezTo>
                  <a:pt x="95767" y="83442"/>
                  <a:pt x="95767" y="83442"/>
                  <a:pt x="95730" y="83367"/>
                </a:cubicBezTo>
                <a:cubicBezTo>
                  <a:pt x="95693" y="83367"/>
                  <a:pt x="95656" y="83442"/>
                  <a:pt x="95656" y="83367"/>
                </a:cubicBezTo>
                <a:cubicBezTo>
                  <a:pt x="95620" y="83367"/>
                  <a:pt x="95583" y="83367"/>
                  <a:pt x="95546" y="83367"/>
                </a:cubicBezTo>
                <a:cubicBezTo>
                  <a:pt x="95479" y="83367"/>
                  <a:pt x="95479" y="83367"/>
                  <a:pt x="95442" y="83367"/>
                </a:cubicBezTo>
                <a:cubicBezTo>
                  <a:pt x="95405" y="83367"/>
                  <a:pt x="95369" y="83442"/>
                  <a:pt x="95369" y="83442"/>
                </a:cubicBezTo>
                <a:cubicBezTo>
                  <a:pt x="95332" y="83442"/>
                  <a:pt x="95332" y="83517"/>
                  <a:pt x="95295" y="83517"/>
                </a:cubicBezTo>
                <a:cubicBezTo>
                  <a:pt x="95258" y="83517"/>
                  <a:pt x="95222" y="83517"/>
                  <a:pt x="95148" y="83517"/>
                </a:cubicBezTo>
                <a:close/>
                <a:moveTo>
                  <a:pt x="91375" y="82326"/>
                </a:moveTo>
                <a:lnTo>
                  <a:pt x="91375" y="82326"/>
                </a:lnTo>
                <a:cubicBezTo>
                  <a:pt x="91375" y="82477"/>
                  <a:pt x="91375" y="82477"/>
                  <a:pt x="91375" y="82477"/>
                </a:cubicBezTo>
                <a:cubicBezTo>
                  <a:pt x="91589" y="82477"/>
                  <a:pt x="91589" y="82477"/>
                  <a:pt x="91589" y="82477"/>
                </a:cubicBezTo>
                <a:cubicBezTo>
                  <a:pt x="91589" y="82778"/>
                  <a:pt x="91589" y="82778"/>
                  <a:pt x="91589" y="82778"/>
                </a:cubicBezTo>
                <a:cubicBezTo>
                  <a:pt x="91626" y="82778"/>
                  <a:pt x="91663" y="82778"/>
                  <a:pt x="91699" y="82778"/>
                </a:cubicBezTo>
                <a:cubicBezTo>
                  <a:pt x="91736" y="82778"/>
                  <a:pt x="91773" y="82778"/>
                  <a:pt x="91773" y="82778"/>
                </a:cubicBezTo>
                <a:cubicBezTo>
                  <a:pt x="91846" y="82853"/>
                  <a:pt x="91846" y="82853"/>
                  <a:pt x="91846" y="82853"/>
                </a:cubicBezTo>
                <a:cubicBezTo>
                  <a:pt x="91883" y="82928"/>
                  <a:pt x="91883" y="83003"/>
                  <a:pt x="91914" y="83003"/>
                </a:cubicBezTo>
                <a:cubicBezTo>
                  <a:pt x="91914" y="83078"/>
                  <a:pt x="91957" y="83154"/>
                  <a:pt x="91987" y="83154"/>
                </a:cubicBezTo>
                <a:cubicBezTo>
                  <a:pt x="92024" y="83229"/>
                  <a:pt x="92024" y="83229"/>
                  <a:pt x="92098" y="83229"/>
                </a:cubicBezTo>
                <a:cubicBezTo>
                  <a:pt x="92171" y="83229"/>
                  <a:pt x="92171" y="83078"/>
                  <a:pt x="92245" y="83078"/>
                </a:cubicBezTo>
                <a:cubicBezTo>
                  <a:pt x="92281" y="83078"/>
                  <a:pt x="92318" y="83078"/>
                  <a:pt x="92318" y="83078"/>
                </a:cubicBezTo>
                <a:cubicBezTo>
                  <a:pt x="92392" y="83078"/>
                  <a:pt x="92428" y="83078"/>
                  <a:pt x="92459" y="83078"/>
                </a:cubicBezTo>
                <a:cubicBezTo>
                  <a:pt x="92532" y="83078"/>
                  <a:pt x="92569" y="83003"/>
                  <a:pt x="92606" y="83003"/>
                </a:cubicBezTo>
                <a:cubicBezTo>
                  <a:pt x="92679" y="83003"/>
                  <a:pt x="92716" y="83003"/>
                  <a:pt x="92753" y="83078"/>
                </a:cubicBezTo>
                <a:cubicBezTo>
                  <a:pt x="92790" y="83078"/>
                  <a:pt x="92790" y="83154"/>
                  <a:pt x="92790" y="83229"/>
                </a:cubicBezTo>
                <a:cubicBezTo>
                  <a:pt x="92826" y="83229"/>
                  <a:pt x="92826" y="83304"/>
                  <a:pt x="92863" y="83304"/>
                </a:cubicBezTo>
                <a:cubicBezTo>
                  <a:pt x="92900" y="83304"/>
                  <a:pt x="92900" y="83304"/>
                  <a:pt x="92931" y="83304"/>
                </a:cubicBezTo>
                <a:cubicBezTo>
                  <a:pt x="93004" y="83304"/>
                  <a:pt x="93041" y="83304"/>
                  <a:pt x="93078" y="83304"/>
                </a:cubicBezTo>
                <a:cubicBezTo>
                  <a:pt x="93151" y="83304"/>
                  <a:pt x="93188" y="83304"/>
                  <a:pt x="93261" y="83304"/>
                </a:cubicBezTo>
                <a:cubicBezTo>
                  <a:pt x="93335" y="83367"/>
                  <a:pt x="93335" y="83442"/>
                  <a:pt x="93408" y="83517"/>
                </a:cubicBezTo>
                <a:cubicBezTo>
                  <a:pt x="93445" y="83517"/>
                  <a:pt x="93445" y="83592"/>
                  <a:pt x="93476" y="83592"/>
                </a:cubicBezTo>
                <a:cubicBezTo>
                  <a:pt x="93476" y="83592"/>
                  <a:pt x="93513" y="83592"/>
                  <a:pt x="93549" y="83592"/>
                </a:cubicBezTo>
                <a:cubicBezTo>
                  <a:pt x="93623" y="83667"/>
                  <a:pt x="93660" y="83667"/>
                  <a:pt x="93696" y="83667"/>
                </a:cubicBezTo>
                <a:cubicBezTo>
                  <a:pt x="93696" y="83592"/>
                  <a:pt x="93696" y="83592"/>
                  <a:pt x="93696" y="83517"/>
                </a:cubicBezTo>
                <a:cubicBezTo>
                  <a:pt x="93696" y="83442"/>
                  <a:pt x="93733" y="83442"/>
                  <a:pt x="93733" y="83367"/>
                </a:cubicBezTo>
                <a:cubicBezTo>
                  <a:pt x="93770" y="83367"/>
                  <a:pt x="93807" y="83367"/>
                  <a:pt x="93807" y="83367"/>
                </a:cubicBezTo>
                <a:cubicBezTo>
                  <a:pt x="93843" y="83367"/>
                  <a:pt x="93843" y="83442"/>
                  <a:pt x="93880" y="83442"/>
                </a:cubicBezTo>
                <a:cubicBezTo>
                  <a:pt x="93917" y="83517"/>
                  <a:pt x="93917" y="83442"/>
                  <a:pt x="93947" y="83442"/>
                </a:cubicBezTo>
                <a:cubicBezTo>
                  <a:pt x="94021" y="83442"/>
                  <a:pt x="94021" y="83442"/>
                  <a:pt x="94021" y="83442"/>
                </a:cubicBezTo>
                <a:cubicBezTo>
                  <a:pt x="94058" y="83442"/>
                  <a:pt x="94094" y="83367"/>
                  <a:pt x="94131" y="83367"/>
                </a:cubicBezTo>
                <a:cubicBezTo>
                  <a:pt x="94168" y="83367"/>
                  <a:pt x="94205" y="83442"/>
                  <a:pt x="94241" y="83442"/>
                </a:cubicBezTo>
                <a:cubicBezTo>
                  <a:pt x="94278" y="83517"/>
                  <a:pt x="94315" y="83517"/>
                  <a:pt x="94315" y="83517"/>
                </a:cubicBezTo>
                <a:cubicBezTo>
                  <a:pt x="94352" y="83517"/>
                  <a:pt x="94352" y="83592"/>
                  <a:pt x="94388" y="83667"/>
                </a:cubicBezTo>
                <a:cubicBezTo>
                  <a:pt x="94425" y="83743"/>
                  <a:pt x="94462" y="83818"/>
                  <a:pt x="94493" y="83818"/>
                </a:cubicBezTo>
                <a:cubicBezTo>
                  <a:pt x="94566" y="83893"/>
                  <a:pt x="94603" y="83893"/>
                  <a:pt x="94676" y="83893"/>
                </a:cubicBezTo>
                <a:cubicBezTo>
                  <a:pt x="94750" y="83893"/>
                  <a:pt x="94750" y="83893"/>
                  <a:pt x="94750" y="83893"/>
                </a:cubicBezTo>
                <a:cubicBezTo>
                  <a:pt x="94787" y="83893"/>
                  <a:pt x="94787" y="83818"/>
                  <a:pt x="94823" y="83818"/>
                </a:cubicBezTo>
                <a:cubicBezTo>
                  <a:pt x="94787" y="83667"/>
                  <a:pt x="94750" y="83592"/>
                  <a:pt x="94750" y="83517"/>
                </a:cubicBezTo>
                <a:cubicBezTo>
                  <a:pt x="94713" y="83442"/>
                  <a:pt x="94713" y="83367"/>
                  <a:pt x="94676" y="83367"/>
                </a:cubicBezTo>
                <a:cubicBezTo>
                  <a:pt x="94640" y="83367"/>
                  <a:pt x="94640" y="83367"/>
                  <a:pt x="94603" y="83367"/>
                </a:cubicBezTo>
                <a:cubicBezTo>
                  <a:pt x="94529" y="83304"/>
                  <a:pt x="94493" y="83229"/>
                  <a:pt x="94493" y="83078"/>
                </a:cubicBezTo>
                <a:cubicBezTo>
                  <a:pt x="93947" y="83078"/>
                  <a:pt x="93947" y="83078"/>
                  <a:pt x="93947" y="83078"/>
                </a:cubicBezTo>
                <a:cubicBezTo>
                  <a:pt x="93947" y="83078"/>
                  <a:pt x="93917" y="83003"/>
                  <a:pt x="93947" y="82928"/>
                </a:cubicBezTo>
                <a:cubicBezTo>
                  <a:pt x="93947" y="82853"/>
                  <a:pt x="93947" y="82853"/>
                  <a:pt x="93990" y="82778"/>
                </a:cubicBezTo>
                <a:lnTo>
                  <a:pt x="94021" y="82778"/>
                </a:lnTo>
                <a:cubicBezTo>
                  <a:pt x="94094" y="82702"/>
                  <a:pt x="94131" y="82778"/>
                  <a:pt x="94168" y="82778"/>
                </a:cubicBezTo>
                <a:cubicBezTo>
                  <a:pt x="94241" y="82778"/>
                  <a:pt x="94278" y="82702"/>
                  <a:pt x="94315" y="82627"/>
                </a:cubicBezTo>
                <a:cubicBezTo>
                  <a:pt x="94278" y="82627"/>
                  <a:pt x="94241" y="82627"/>
                  <a:pt x="94168" y="82552"/>
                </a:cubicBezTo>
                <a:cubicBezTo>
                  <a:pt x="94168" y="82552"/>
                  <a:pt x="94131" y="82552"/>
                  <a:pt x="94094" y="82477"/>
                </a:cubicBezTo>
                <a:cubicBezTo>
                  <a:pt x="94094" y="82477"/>
                  <a:pt x="94058" y="82552"/>
                  <a:pt x="94021" y="82477"/>
                </a:cubicBezTo>
                <a:cubicBezTo>
                  <a:pt x="93990" y="82477"/>
                  <a:pt x="93947" y="82402"/>
                  <a:pt x="93880" y="82402"/>
                </a:cubicBezTo>
                <a:cubicBezTo>
                  <a:pt x="93843" y="82402"/>
                  <a:pt x="93807" y="82477"/>
                  <a:pt x="93733" y="82477"/>
                </a:cubicBezTo>
                <a:cubicBezTo>
                  <a:pt x="93696" y="82477"/>
                  <a:pt x="93696" y="82402"/>
                  <a:pt x="93660" y="82402"/>
                </a:cubicBezTo>
                <a:cubicBezTo>
                  <a:pt x="93586" y="82402"/>
                  <a:pt x="93513" y="82477"/>
                  <a:pt x="93445" y="82402"/>
                </a:cubicBezTo>
                <a:cubicBezTo>
                  <a:pt x="93408" y="82402"/>
                  <a:pt x="93372" y="82326"/>
                  <a:pt x="93298" y="82251"/>
                </a:cubicBezTo>
                <a:cubicBezTo>
                  <a:pt x="93261" y="82251"/>
                  <a:pt x="93225" y="82189"/>
                  <a:pt x="93151" y="82189"/>
                </a:cubicBezTo>
                <a:lnTo>
                  <a:pt x="91375" y="82326"/>
                </a:lnTo>
                <a:close/>
                <a:moveTo>
                  <a:pt x="90284" y="81286"/>
                </a:moveTo>
                <a:lnTo>
                  <a:pt x="90284" y="81286"/>
                </a:lnTo>
                <a:cubicBezTo>
                  <a:pt x="90284" y="81286"/>
                  <a:pt x="90248" y="81361"/>
                  <a:pt x="90248" y="81437"/>
                </a:cubicBezTo>
                <a:lnTo>
                  <a:pt x="90248" y="81512"/>
                </a:lnTo>
                <a:cubicBezTo>
                  <a:pt x="90321" y="81662"/>
                  <a:pt x="90321" y="81662"/>
                  <a:pt x="90321" y="81662"/>
                </a:cubicBezTo>
                <a:cubicBezTo>
                  <a:pt x="90321" y="81512"/>
                  <a:pt x="90321" y="81512"/>
                  <a:pt x="90321" y="81512"/>
                </a:cubicBezTo>
                <a:cubicBezTo>
                  <a:pt x="90321" y="81437"/>
                  <a:pt x="90284" y="81437"/>
                  <a:pt x="90284" y="81437"/>
                </a:cubicBezTo>
                <a:lnTo>
                  <a:pt x="90284" y="81286"/>
                </a:lnTo>
                <a:close/>
                <a:moveTo>
                  <a:pt x="92790" y="76386"/>
                </a:moveTo>
                <a:lnTo>
                  <a:pt x="92790" y="76386"/>
                </a:lnTo>
                <a:cubicBezTo>
                  <a:pt x="92716" y="76386"/>
                  <a:pt x="92716" y="76386"/>
                  <a:pt x="92716" y="76386"/>
                </a:cubicBezTo>
                <a:cubicBezTo>
                  <a:pt x="92679" y="76386"/>
                  <a:pt x="92679" y="76386"/>
                  <a:pt x="92643" y="76461"/>
                </a:cubicBezTo>
                <a:cubicBezTo>
                  <a:pt x="92643" y="76687"/>
                  <a:pt x="92643" y="76837"/>
                  <a:pt x="92606" y="76975"/>
                </a:cubicBezTo>
                <a:cubicBezTo>
                  <a:pt x="92606" y="77063"/>
                  <a:pt x="92532" y="77063"/>
                  <a:pt x="92532" y="77125"/>
                </a:cubicBezTo>
                <a:cubicBezTo>
                  <a:pt x="92532" y="77125"/>
                  <a:pt x="92532" y="77201"/>
                  <a:pt x="92532" y="77276"/>
                </a:cubicBezTo>
                <a:cubicBezTo>
                  <a:pt x="92496" y="77351"/>
                  <a:pt x="92532" y="77426"/>
                  <a:pt x="92532" y="77577"/>
                </a:cubicBezTo>
                <a:cubicBezTo>
                  <a:pt x="92532" y="77727"/>
                  <a:pt x="92496" y="77802"/>
                  <a:pt x="92532" y="77877"/>
                </a:cubicBezTo>
                <a:cubicBezTo>
                  <a:pt x="92532" y="77953"/>
                  <a:pt x="92532" y="78028"/>
                  <a:pt x="92532" y="78028"/>
                </a:cubicBezTo>
                <a:cubicBezTo>
                  <a:pt x="92569" y="78090"/>
                  <a:pt x="92569" y="78090"/>
                  <a:pt x="92606" y="78166"/>
                </a:cubicBezTo>
                <a:cubicBezTo>
                  <a:pt x="92643" y="78241"/>
                  <a:pt x="92716" y="78241"/>
                  <a:pt x="92753" y="78316"/>
                </a:cubicBezTo>
                <a:cubicBezTo>
                  <a:pt x="92790" y="78316"/>
                  <a:pt x="92790" y="78391"/>
                  <a:pt x="92790" y="78466"/>
                </a:cubicBezTo>
                <a:cubicBezTo>
                  <a:pt x="92826" y="78466"/>
                  <a:pt x="92863" y="78466"/>
                  <a:pt x="92863" y="78542"/>
                </a:cubicBezTo>
                <a:cubicBezTo>
                  <a:pt x="92900" y="78617"/>
                  <a:pt x="92863" y="78692"/>
                  <a:pt x="92863" y="78767"/>
                </a:cubicBezTo>
                <a:cubicBezTo>
                  <a:pt x="92863" y="78767"/>
                  <a:pt x="92863" y="78767"/>
                  <a:pt x="92863" y="78842"/>
                </a:cubicBezTo>
                <a:cubicBezTo>
                  <a:pt x="92863" y="78993"/>
                  <a:pt x="92863" y="78993"/>
                  <a:pt x="92863" y="78993"/>
                </a:cubicBezTo>
                <a:cubicBezTo>
                  <a:pt x="92863" y="79068"/>
                  <a:pt x="92826" y="79068"/>
                  <a:pt x="92826" y="79206"/>
                </a:cubicBezTo>
                <a:cubicBezTo>
                  <a:pt x="92826" y="79281"/>
                  <a:pt x="92863" y="79356"/>
                  <a:pt x="92863" y="79431"/>
                </a:cubicBezTo>
                <a:lnTo>
                  <a:pt x="92863" y="79507"/>
                </a:lnTo>
                <a:cubicBezTo>
                  <a:pt x="92900" y="79582"/>
                  <a:pt x="92900" y="79657"/>
                  <a:pt x="92931" y="79657"/>
                </a:cubicBezTo>
                <a:cubicBezTo>
                  <a:pt x="92931" y="79732"/>
                  <a:pt x="92973" y="79732"/>
                  <a:pt x="93004" y="79732"/>
                </a:cubicBezTo>
                <a:cubicBezTo>
                  <a:pt x="93041" y="79807"/>
                  <a:pt x="93078" y="79807"/>
                  <a:pt x="93114" y="79807"/>
                </a:cubicBezTo>
                <a:cubicBezTo>
                  <a:pt x="93188" y="79807"/>
                  <a:pt x="93225" y="79807"/>
                  <a:pt x="93298" y="79807"/>
                </a:cubicBezTo>
                <a:cubicBezTo>
                  <a:pt x="93298" y="79807"/>
                  <a:pt x="93335" y="79807"/>
                  <a:pt x="93372" y="79807"/>
                </a:cubicBezTo>
                <a:cubicBezTo>
                  <a:pt x="93372" y="79883"/>
                  <a:pt x="93372" y="79958"/>
                  <a:pt x="93372" y="79958"/>
                </a:cubicBezTo>
                <a:cubicBezTo>
                  <a:pt x="93408" y="80033"/>
                  <a:pt x="93445" y="80171"/>
                  <a:pt x="93513" y="80171"/>
                </a:cubicBezTo>
                <a:cubicBezTo>
                  <a:pt x="93549" y="80171"/>
                  <a:pt x="93586" y="80171"/>
                  <a:pt x="93623" y="80171"/>
                </a:cubicBezTo>
                <a:cubicBezTo>
                  <a:pt x="93696" y="80171"/>
                  <a:pt x="93733" y="80171"/>
                  <a:pt x="93770" y="80171"/>
                </a:cubicBezTo>
                <a:cubicBezTo>
                  <a:pt x="93843" y="80171"/>
                  <a:pt x="93880" y="80033"/>
                  <a:pt x="93947" y="80033"/>
                </a:cubicBezTo>
                <a:cubicBezTo>
                  <a:pt x="93990" y="80033"/>
                  <a:pt x="94021" y="80033"/>
                  <a:pt x="94058" y="80033"/>
                </a:cubicBezTo>
                <a:cubicBezTo>
                  <a:pt x="94094" y="80108"/>
                  <a:pt x="94094" y="80108"/>
                  <a:pt x="94131" y="80171"/>
                </a:cubicBezTo>
                <a:cubicBezTo>
                  <a:pt x="94168" y="80171"/>
                  <a:pt x="94131" y="80321"/>
                  <a:pt x="94168" y="80321"/>
                </a:cubicBezTo>
                <a:cubicBezTo>
                  <a:pt x="94241" y="80321"/>
                  <a:pt x="94241" y="80171"/>
                  <a:pt x="94278" y="80171"/>
                </a:cubicBezTo>
                <a:cubicBezTo>
                  <a:pt x="94352" y="80171"/>
                  <a:pt x="94425" y="80321"/>
                  <a:pt x="94462" y="80396"/>
                </a:cubicBezTo>
                <a:cubicBezTo>
                  <a:pt x="94493" y="80472"/>
                  <a:pt x="94493" y="80547"/>
                  <a:pt x="94529" y="80547"/>
                </a:cubicBezTo>
                <a:cubicBezTo>
                  <a:pt x="94566" y="80547"/>
                  <a:pt x="94566" y="80547"/>
                  <a:pt x="94603" y="80547"/>
                </a:cubicBezTo>
                <a:cubicBezTo>
                  <a:pt x="94640" y="80622"/>
                  <a:pt x="94676" y="80547"/>
                  <a:pt x="94713" y="80547"/>
                </a:cubicBezTo>
                <a:cubicBezTo>
                  <a:pt x="94823" y="80547"/>
                  <a:pt x="94823" y="80547"/>
                  <a:pt x="94823" y="80547"/>
                </a:cubicBezTo>
                <a:cubicBezTo>
                  <a:pt x="94823" y="80547"/>
                  <a:pt x="94823" y="80547"/>
                  <a:pt x="94860" y="80547"/>
                </a:cubicBezTo>
                <a:cubicBezTo>
                  <a:pt x="94860" y="80246"/>
                  <a:pt x="94860" y="80246"/>
                  <a:pt x="94860" y="80246"/>
                </a:cubicBezTo>
                <a:cubicBezTo>
                  <a:pt x="94860" y="80171"/>
                  <a:pt x="94860" y="80171"/>
                  <a:pt x="94860" y="80108"/>
                </a:cubicBezTo>
                <a:cubicBezTo>
                  <a:pt x="94897" y="80108"/>
                  <a:pt x="94897" y="80108"/>
                  <a:pt x="94934" y="80033"/>
                </a:cubicBezTo>
                <a:cubicBezTo>
                  <a:pt x="94970" y="80033"/>
                  <a:pt x="94970" y="80033"/>
                  <a:pt x="95007" y="79958"/>
                </a:cubicBezTo>
                <a:cubicBezTo>
                  <a:pt x="95038" y="79958"/>
                  <a:pt x="95038" y="79883"/>
                  <a:pt x="95038" y="79732"/>
                </a:cubicBezTo>
                <a:cubicBezTo>
                  <a:pt x="95038" y="79657"/>
                  <a:pt x="95038" y="79582"/>
                  <a:pt x="95038" y="79507"/>
                </a:cubicBezTo>
                <a:cubicBezTo>
                  <a:pt x="95038" y="79507"/>
                  <a:pt x="95007" y="79431"/>
                  <a:pt x="94970" y="79431"/>
                </a:cubicBezTo>
                <a:cubicBezTo>
                  <a:pt x="94970" y="79356"/>
                  <a:pt x="94970" y="79281"/>
                  <a:pt x="94970" y="79206"/>
                </a:cubicBezTo>
                <a:cubicBezTo>
                  <a:pt x="94970" y="79143"/>
                  <a:pt x="95007" y="79143"/>
                  <a:pt x="95007" y="79068"/>
                </a:cubicBezTo>
                <a:cubicBezTo>
                  <a:pt x="95007" y="79068"/>
                  <a:pt x="95038" y="78993"/>
                  <a:pt x="95075" y="78993"/>
                </a:cubicBezTo>
                <a:cubicBezTo>
                  <a:pt x="95075" y="78918"/>
                  <a:pt x="95111" y="78842"/>
                  <a:pt x="95111" y="78842"/>
                </a:cubicBezTo>
                <a:cubicBezTo>
                  <a:pt x="95111" y="78767"/>
                  <a:pt x="95148" y="78692"/>
                  <a:pt x="95148" y="78617"/>
                </a:cubicBezTo>
                <a:cubicBezTo>
                  <a:pt x="95185" y="78466"/>
                  <a:pt x="95185" y="78391"/>
                  <a:pt x="95222" y="78241"/>
                </a:cubicBezTo>
                <a:cubicBezTo>
                  <a:pt x="95442" y="78241"/>
                  <a:pt x="95442" y="78241"/>
                  <a:pt x="95442" y="78241"/>
                </a:cubicBezTo>
                <a:cubicBezTo>
                  <a:pt x="95442" y="77501"/>
                  <a:pt x="95442" y="77501"/>
                  <a:pt x="95442" y="77501"/>
                </a:cubicBezTo>
                <a:cubicBezTo>
                  <a:pt x="95509" y="77501"/>
                  <a:pt x="95546" y="77501"/>
                  <a:pt x="95656" y="77501"/>
                </a:cubicBezTo>
                <a:cubicBezTo>
                  <a:pt x="95693" y="77501"/>
                  <a:pt x="95693" y="77426"/>
                  <a:pt x="95730" y="77426"/>
                </a:cubicBezTo>
                <a:cubicBezTo>
                  <a:pt x="95767" y="77426"/>
                  <a:pt x="95803" y="77351"/>
                  <a:pt x="95803" y="77276"/>
                </a:cubicBezTo>
                <a:cubicBezTo>
                  <a:pt x="95803" y="77276"/>
                  <a:pt x="95840" y="77201"/>
                  <a:pt x="95840" y="77125"/>
                </a:cubicBezTo>
                <a:cubicBezTo>
                  <a:pt x="95803" y="77125"/>
                  <a:pt x="95803" y="76975"/>
                  <a:pt x="95803" y="76975"/>
                </a:cubicBezTo>
                <a:cubicBezTo>
                  <a:pt x="95767" y="76975"/>
                  <a:pt x="95730" y="76975"/>
                  <a:pt x="95693" y="76975"/>
                </a:cubicBezTo>
                <a:cubicBezTo>
                  <a:pt x="95693" y="76975"/>
                  <a:pt x="95656" y="76975"/>
                  <a:pt x="95620" y="76975"/>
                </a:cubicBezTo>
                <a:cubicBezTo>
                  <a:pt x="95583" y="76975"/>
                  <a:pt x="95546" y="76975"/>
                  <a:pt x="95479" y="76975"/>
                </a:cubicBezTo>
                <a:cubicBezTo>
                  <a:pt x="95479" y="76912"/>
                  <a:pt x="95442" y="76837"/>
                  <a:pt x="95442" y="76762"/>
                </a:cubicBezTo>
                <a:cubicBezTo>
                  <a:pt x="95442" y="76687"/>
                  <a:pt x="95479" y="76687"/>
                  <a:pt x="95479" y="76612"/>
                </a:cubicBezTo>
                <a:cubicBezTo>
                  <a:pt x="95479" y="76386"/>
                  <a:pt x="95479" y="76386"/>
                  <a:pt x="95479" y="76386"/>
                </a:cubicBezTo>
                <a:cubicBezTo>
                  <a:pt x="95479" y="76311"/>
                  <a:pt x="95509" y="76236"/>
                  <a:pt x="95479" y="76160"/>
                </a:cubicBezTo>
                <a:cubicBezTo>
                  <a:pt x="95479" y="76085"/>
                  <a:pt x="95479" y="76085"/>
                  <a:pt x="95442" y="76010"/>
                </a:cubicBezTo>
                <a:cubicBezTo>
                  <a:pt x="95442" y="75947"/>
                  <a:pt x="95405" y="75872"/>
                  <a:pt x="95405" y="75797"/>
                </a:cubicBezTo>
                <a:cubicBezTo>
                  <a:pt x="95405" y="75045"/>
                  <a:pt x="95405" y="75045"/>
                  <a:pt x="95405" y="75045"/>
                </a:cubicBezTo>
                <a:cubicBezTo>
                  <a:pt x="95479" y="75045"/>
                  <a:pt x="95509" y="75045"/>
                  <a:pt x="95583" y="75045"/>
                </a:cubicBezTo>
                <a:cubicBezTo>
                  <a:pt x="95620" y="75045"/>
                  <a:pt x="95656" y="75045"/>
                  <a:pt x="95656" y="75045"/>
                </a:cubicBezTo>
                <a:cubicBezTo>
                  <a:pt x="95656" y="74982"/>
                  <a:pt x="95656" y="74895"/>
                  <a:pt x="95656" y="74832"/>
                </a:cubicBezTo>
                <a:cubicBezTo>
                  <a:pt x="95656" y="74832"/>
                  <a:pt x="95656" y="74757"/>
                  <a:pt x="95656" y="74681"/>
                </a:cubicBezTo>
                <a:cubicBezTo>
                  <a:pt x="95693" y="74681"/>
                  <a:pt x="95693" y="74606"/>
                  <a:pt x="95730" y="74606"/>
                </a:cubicBezTo>
                <a:cubicBezTo>
                  <a:pt x="95730" y="74531"/>
                  <a:pt x="95767" y="74606"/>
                  <a:pt x="95803" y="74606"/>
                </a:cubicBezTo>
                <a:cubicBezTo>
                  <a:pt x="95803" y="74531"/>
                  <a:pt x="95840" y="74456"/>
                  <a:pt x="95877" y="74456"/>
                </a:cubicBezTo>
                <a:cubicBezTo>
                  <a:pt x="95914" y="74381"/>
                  <a:pt x="95950" y="74381"/>
                  <a:pt x="95987" y="74306"/>
                </a:cubicBezTo>
                <a:cubicBezTo>
                  <a:pt x="95987" y="74230"/>
                  <a:pt x="95987" y="74080"/>
                  <a:pt x="95950" y="74005"/>
                </a:cubicBezTo>
                <a:cubicBezTo>
                  <a:pt x="95914" y="73930"/>
                  <a:pt x="95877" y="73930"/>
                  <a:pt x="95803" y="73930"/>
                </a:cubicBezTo>
                <a:cubicBezTo>
                  <a:pt x="95767" y="73930"/>
                  <a:pt x="95730" y="73930"/>
                  <a:pt x="95656" y="73930"/>
                </a:cubicBezTo>
                <a:cubicBezTo>
                  <a:pt x="95620" y="73930"/>
                  <a:pt x="95620" y="74005"/>
                  <a:pt x="95583" y="73930"/>
                </a:cubicBezTo>
                <a:cubicBezTo>
                  <a:pt x="95546" y="73930"/>
                  <a:pt x="95546" y="73867"/>
                  <a:pt x="95509" y="73867"/>
                </a:cubicBezTo>
                <a:cubicBezTo>
                  <a:pt x="95479" y="73867"/>
                  <a:pt x="95442" y="73867"/>
                  <a:pt x="95442" y="73792"/>
                </a:cubicBezTo>
                <a:cubicBezTo>
                  <a:pt x="95442" y="73716"/>
                  <a:pt x="95442" y="73716"/>
                  <a:pt x="95442" y="73641"/>
                </a:cubicBezTo>
                <a:cubicBezTo>
                  <a:pt x="95442" y="73566"/>
                  <a:pt x="95442" y="73566"/>
                  <a:pt x="95442" y="73491"/>
                </a:cubicBezTo>
                <a:cubicBezTo>
                  <a:pt x="95442" y="73416"/>
                  <a:pt x="95369" y="73416"/>
                  <a:pt x="95369" y="73416"/>
                </a:cubicBezTo>
                <a:cubicBezTo>
                  <a:pt x="95332" y="73265"/>
                  <a:pt x="95332" y="73190"/>
                  <a:pt x="95295" y="73115"/>
                </a:cubicBezTo>
                <a:cubicBezTo>
                  <a:pt x="95295" y="73040"/>
                  <a:pt x="95258" y="73115"/>
                  <a:pt x="95222" y="73040"/>
                </a:cubicBezTo>
                <a:cubicBezTo>
                  <a:pt x="95222" y="73040"/>
                  <a:pt x="95185" y="73040"/>
                  <a:pt x="95148" y="73040"/>
                </a:cubicBezTo>
                <a:cubicBezTo>
                  <a:pt x="95148" y="73040"/>
                  <a:pt x="95148" y="73115"/>
                  <a:pt x="95148" y="73190"/>
                </a:cubicBezTo>
                <a:cubicBezTo>
                  <a:pt x="95111" y="73265"/>
                  <a:pt x="95111" y="73265"/>
                  <a:pt x="95075" y="73340"/>
                </a:cubicBezTo>
                <a:cubicBezTo>
                  <a:pt x="95038" y="73340"/>
                  <a:pt x="95038" y="73416"/>
                  <a:pt x="95007" y="73491"/>
                </a:cubicBezTo>
                <a:cubicBezTo>
                  <a:pt x="94970" y="73491"/>
                  <a:pt x="94934" y="73491"/>
                  <a:pt x="94897" y="73566"/>
                </a:cubicBezTo>
                <a:cubicBezTo>
                  <a:pt x="94860" y="73566"/>
                  <a:pt x="94823" y="73641"/>
                  <a:pt x="94823" y="73716"/>
                </a:cubicBezTo>
                <a:cubicBezTo>
                  <a:pt x="94787" y="73716"/>
                  <a:pt x="94750" y="73792"/>
                  <a:pt x="94750" y="73792"/>
                </a:cubicBezTo>
                <a:cubicBezTo>
                  <a:pt x="94713" y="73867"/>
                  <a:pt x="94713" y="73930"/>
                  <a:pt x="94676" y="73930"/>
                </a:cubicBezTo>
                <a:cubicBezTo>
                  <a:pt x="94676" y="74005"/>
                  <a:pt x="94676" y="74080"/>
                  <a:pt x="94676" y="74080"/>
                </a:cubicBezTo>
                <a:cubicBezTo>
                  <a:pt x="94676" y="74155"/>
                  <a:pt x="94640" y="74230"/>
                  <a:pt x="94640" y="74230"/>
                </a:cubicBezTo>
                <a:cubicBezTo>
                  <a:pt x="94640" y="74306"/>
                  <a:pt x="94603" y="74306"/>
                  <a:pt x="94566" y="74381"/>
                </a:cubicBezTo>
                <a:cubicBezTo>
                  <a:pt x="94529" y="74456"/>
                  <a:pt x="94529" y="74456"/>
                  <a:pt x="94493" y="74531"/>
                </a:cubicBezTo>
                <a:cubicBezTo>
                  <a:pt x="94493" y="74606"/>
                  <a:pt x="94493" y="74681"/>
                  <a:pt x="94462" y="74681"/>
                </a:cubicBezTo>
                <a:cubicBezTo>
                  <a:pt x="94425" y="74681"/>
                  <a:pt x="94425" y="74757"/>
                  <a:pt x="94388" y="74757"/>
                </a:cubicBezTo>
                <a:cubicBezTo>
                  <a:pt x="94315" y="74832"/>
                  <a:pt x="94241" y="74757"/>
                  <a:pt x="94168" y="74832"/>
                </a:cubicBezTo>
                <a:cubicBezTo>
                  <a:pt x="94131" y="74832"/>
                  <a:pt x="94131" y="74895"/>
                  <a:pt x="94094" y="74982"/>
                </a:cubicBezTo>
                <a:cubicBezTo>
                  <a:pt x="94058" y="74982"/>
                  <a:pt x="94058" y="75045"/>
                  <a:pt x="94021" y="75045"/>
                </a:cubicBezTo>
                <a:cubicBezTo>
                  <a:pt x="93990" y="75120"/>
                  <a:pt x="93990" y="75195"/>
                  <a:pt x="93990" y="75271"/>
                </a:cubicBezTo>
                <a:cubicBezTo>
                  <a:pt x="93947" y="75271"/>
                  <a:pt x="93990" y="75346"/>
                  <a:pt x="93947" y="75421"/>
                </a:cubicBezTo>
                <a:cubicBezTo>
                  <a:pt x="93917" y="75421"/>
                  <a:pt x="93917" y="75421"/>
                  <a:pt x="93880" y="75496"/>
                </a:cubicBezTo>
                <a:cubicBezTo>
                  <a:pt x="93843" y="75496"/>
                  <a:pt x="93843" y="75571"/>
                  <a:pt x="93807" y="75571"/>
                </a:cubicBezTo>
                <a:cubicBezTo>
                  <a:pt x="93807" y="75646"/>
                  <a:pt x="93770" y="75646"/>
                  <a:pt x="93733" y="75646"/>
                </a:cubicBezTo>
                <a:cubicBezTo>
                  <a:pt x="93733" y="75722"/>
                  <a:pt x="93733" y="75797"/>
                  <a:pt x="93696" y="75797"/>
                </a:cubicBezTo>
                <a:cubicBezTo>
                  <a:pt x="93660" y="75872"/>
                  <a:pt x="93623" y="75872"/>
                  <a:pt x="93586" y="75872"/>
                </a:cubicBezTo>
                <a:cubicBezTo>
                  <a:pt x="93586" y="75947"/>
                  <a:pt x="93549" y="75947"/>
                  <a:pt x="93549" y="75947"/>
                </a:cubicBezTo>
                <a:cubicBezTo>
                  <a:pt x="93476" y="75947"/>
                  <a:pt x="93445" y="75947"/>
                  <a:pt x="93408" y="75947"/>
                </a:cubicBezTo>
                <a:cubicBezTo>
                  <a:pt x="93408" y="76687"/>
                  <a:pt x="93408" y="76687"/>
                  <a:pt x="93408" y="76687"/>
                </a:cubicBezTo>
                <a:cubicBezTo>
                  <a:pt x="93335" y="76687"/>
                  <a:pt x="93335" y="76612"/>
                  <a:pt x="93261" y="76612"/>
                </a:cubicBezTo>
                <a:cubicBezTo>
                  <a:pt x="93225" y="76687"/>
                  <a:pt x="93225" y="76687"/>
                  <a:pt x="93188" y="76687"/>
                </a:cubicBezTo>
                <a:cubicBezTo>
                  <a:pt x="93151" y="76762"/>
                  <a:pt x="93151" y="76687"/>
                  <a:pt x="93114" y="76687"/>
                </a:cubicBezTo>
                <a:cubicBezTo>
                  <a:pt x="93041" y="76687"/>
                  <a:pt x="93041" y="76762"/>
                  <a:pt x="93004" y="76687"/>
                </a:cubicBezTo>
                <a:cubicBezTo>
                  <a:pt x="92931" y="76687"/>
                  <a:pt x="92900" y="76612"/>
                  <a:pt x="92863" y="76461"/>
                </a:cubicBezTo>
                <a:lnTo>
                  <a:pt x="92790" y="76386"/>
                </a:lnTo>
                <a:close/>
                <a:moveTo>
                  <a:pt x="89084" y="78542"/>
                </a:moveTo>
                <a:lnTo>
                  <a:pt x="89084" y="78542"/>
                </a:lnTo>
                <a:cubicBezTo>
                  <a:pt x="89084" y="78617"/>
                  <a:pt x="89084" y="78692"/>
                  <a:pt x="89084" y="78767"/>
                </a:cubicBezTo>
                <a:cubicBezTo>
                  <a:pt x="89120" y="78918"/>
                  <a:pt x="89157" y="78993"/>
                  <a:pt x="89194" y="79068"/>
                </a:cubicBezTo>
                <a:cubicBezTo>
                  <a:pt x="89231" y="79206"/>
                  <a:pt x="89231" y="79281"/>
                  <a:pt x="89304" y="79356"/>
                </a:cubicBezTo>
                <a:cubicBezTo>
                  <a:pt x="89341" y="79507"/>
                  <a:pt x="89378" y="79582"/>
                  <a:pt x="89408" y="79657"/>
                </a:cubicBezTo>
                <a:cubicBezTo>
                  <a:pt x="89445" y="79732"/>
                  <a:pt x="89445" y="79732"/>
                  <a:pt x="89445" y="79807"/>
                </a:cubicBezTo>
                <a:cubicBezTo>
                  <a:pt x="89482" y="79807"/>
                  <a:pt x="89519" y="79807"/>
                  <a:pt x="89519" y="79807"/>
                </a:cubicBezTo>
                <a:cubicBezTo>
                  <a:pt x="89555" y="79883"/>
                  <a:pt x="89555" y="79958"/>
                  <a:pt x="89592" y="79958"/>
                </a:cubicBezTo>
                <a:cubicBezTo>
                  <a:pt x="89592" y="80033"/>
                  <a:pt x="89592" y="80108"/>
                  <a:pt x="89592" y="80108"/>
                </a:cubicBezTo>
                <a:cubicBezTo>
                  <a:pt x="89629" y="80171"/>
                  <a:pt x="89629" y="80171"/>
                  <a:pt x="89666" y="80246"/>
                </a:cubicBezTo>
                <a:cubicBezTo>
                  <a:pt x="89666" y="80321"/>
                  <a:pt x="89702" y="80246"/>
                  <a:pt x="89739" y="80246"/>
                </a:cubicBezTo>
                <a:cubicBezTo>
                  <a:pt x="89739" y="79657"/>
                  <a:pt x="89739" y="79657"/>
                  <a:pt x="89739" y="79657"/>
                </a:cubicBezTo>
                <a:cubicBezTo>
                  <a:pt x="89702" y="79657"/>
                  <a:pt x="89666" y="79657"/>
                  <a:pt x="89666" y="79582"/>
                </a:cubicBezTo>
                <a:cubicBezTo>
                  <a:pt x="89629" y="79582"/>
                  <a:pt x="89629" y="79507"/>
                  <a:pt x="89592" y="79507"/>
                </a:cubicBezTo>
                <a:cubicBezTo>
                  <a:pt x="89555" y="79431"/>
                  <a:pt x="89519" y="79431"/>
                  <a:pt x="89519" y="79431"/>
                </a:cubicBezTo>
                <a:cubicBezTo>
                  <a:pt x="89482" y="79431"/>
                  <a:pt x="89445" y="79431"/>
                  <a:pt x="89408" y="79431"/>
                </a:cubicBezTo>
                <a:cubicBezTo>
                  <a:pt x="89378" y="79431"/>
                  <a:pt x="89378" y="79356"/>
                  <a:pt x="89341" y="79281"/>
                </a:cubicBezTo>
                <a:cubicBezTo>
                  <a:pt x="89341" y="79206"/>
                  <a:pt x="89304" y="79206"/>
                  <a:pt x="89304" y="79143"/>
                </a:cubicBezTo>
                <a:cubicBezTo>
                  <a:pt x="89304" y="79143"/>
                  <a:pt x="89304" y="79068"/>
                  <a:pt x="89304" y="78993"/>
                </a:cubicBezTo>
                <a:cubicBezTo>
                  <a:pt x="89267" y="78918"/>
                  <a:pt x="89304" y="78842"/>
                  <a:pt x="89304" y="78692"/>
                </a:cubicBezTo>
                <a:cubicBezTo>
                  <a:pt x="89304" y="78617"/>
                  <a:pt x="89304" y="78542"/>
                  <a:pt x="89267" y="78466"/>
                </a:cubicBezTo>
                <a:cubicBezTo>
                  <a:pt x="89231" y="78316"/>
                  <a:pt x="89194" y="78316"/>
                  <a:pt x="89120" y="78316"/>
                </a:cubicBezTo>
                <a:cubicBezTo>
                  <a:pt x="89084" y="78466"/>
                  <a:pt x="89084" y="78466"/>
                  <a:pt x="89084" y="78466"/>
                </a:cubicBezTo>
                <a:cubicBezTo>
                  <a:pt x="89084" y="78466"/>
                  <a:pt x="89084" y="78466"/>
                  <a:pt x="89084" y="78542"/>
                </a:cubicBezTo>
                <a:close/>
                <a:moveTo>
                  <a:pt x="88539" y="76912"/>
                </a:moveTo>
                <a:lnTo>
                  <a:pt x="88539" y="76912"/>
                </a:lnTo>
                <a:cubicBezTo>
                  <a:pt x="88575" y="77063"/>
                  <a:pt x="88612" y="77125"/>
                  <a:pt x="88649" y="77276"/>
                </a:cubicBezTo>
                <a:cubicBezTo>
                  <a:pt x="88686" y="77276"/>
                  <a:pt x="88722" y="77351"/>
                  <a:pt x="88759" y="77426"/>
                </a:cubicBezTo>
                <a:cubicBezTo>
                  <a:pt x="88759" y="77426"/>
                  <a:pt x="88796" y="77426"/>
                  <a:pt x="88833" y="77501"/>
                </a:cubicBezTo>
                <a:cubicBezTo>
                  <a:pt x="88833" y="77577"/>
                  <a:pt x="88863" y="77652"/>
                  <a:pt x="88863" y="77727"/>
                </a:cubicBezTo>
                <a:lnTo>
                  <a:pt x="88863" y="77652"/>
                </a:lnTo>
                <a:cubicBezTo>
                  <a:pt x="88863" y="77501"/>
                  <a:pt x="88863" y="77501"/>
                  <a:pt x="88863" y="77501"/>
                </a:cubicBezTo>
                <a:cubicBezTo>
                  <a:pt x="88863" y="77426"/>
                  <a:pt x="88863" y="77276"/>
                  <a:pt x="88863" y="77201"/>
                </a:cubicBezTo>
                <a:cubicBezTo>
                  <a:pt x="88833" y="77125"/>
                  <a:pt x="88796" y="77125"/>
                  <a:pt x="88796" y="77125"/>
                </a:cubicBezTo>
                <a:cubicBezTo>
                  <a:pt x="88722" y="76975"/>
                  <a:pt x="88722" y="76912"/>
                  <a:pt x="88649" y="76837"/>
                </a:cubicBezTo>
                <a:cubicBezTo>
                  <a:pt x="88649" y="76837"/>
                  <a:pt x="88612" y="76837"/>
                  <a:pt x="88575" y="76762"/>
                </a:cubicBezTo>
                <a:cubicBezTo>
                  <a:pt x="88575" y="76837"/>
                  <a:pt x="88539" y="76837"/>
                  <a:pt x="88539" y="76912"/>
                </a:cubicBezTo>
                <a:cubicBezTo>
                  <a:pt x="88539" y="76975"/>
                  <a:pt x="88539" y="77063"/>
                  <a:pt x="88539" y="77063"/>
                </a:cubicBezTo>
                <a:lnTo>
                  <a:pt x="88539" y="76912"/>
                </a:lnTo>
                <a:close/>
                <a:moveTo>
                  <a:pt x="88287" y="76010"/>
                </a:moveTo>
                <a:lnTo>
                  <a:pt x="88287" y="76010"/>
                </a:lnTo>
                <a:cubicBezTo>
                  <a:pt x="88287" y="75947"/>
                  <a:pt x="88251" y="75947"/>
                  <a:pt x="88251" y="75872"/>
                </a:cubicBezTo>
                <a:cubicBezTo>
                  <a:pt x="88177" y="75722"/>
                  <a:pt x="88177" y="75722"/>
                  <a:pt x="88177" y="75722"/>
                </a:cubicBezTo>
                <a:cubicBezTo>
                  <a:pt x="88177" y="75797"/>
                  <a:pt x="88177" y="75872"/>
                  <a:pt x="88177" y="75947"/>
                </a:cubicBezTo>
                <a:lnTo>
                  <a:pt x="88214" y="76010"/>
                </a:lnTo>
                <a:cubicBezTo>
                  <a:pt x="88214" y="76085"/>
                  <a:pt x="88214" y="76160"/>
                  <a:pt x="88214" y="76160"/>
                </a:cubicBezTo>
                <a:cubicBezTo>
                  <a:pt x="88214" y="76236"/>
                  <a:pt x="88214" y="76311"/>
                  <a:pt x="88251" y="76311"/>
                </a:cubicBezTo>
                <a:cubicBezTo>
                  <a:pt x="88287" y="76386"/>
                  <a:pt x="88324" y="76386"/>
                  <a:pt x="88392" y="76386"/>
                </a:cubicBezTo>
                <a:cubicBezTo>
                  <a:pt x="88392" y="76236"/>
                  <a:pt x="88392" y="76236"/>
                  <a:pt x="88392" y="76236"/>
                </a:cubicBezTo>
                <a:cubicBezTo>
                  <a:pt x="88355" y="76160"/>
                  <a:pt x="88287" y="76085"/>
                  <a:pt x="88287" y="76010"/>
                </a:cubicBezTo>
                <a:close/>
                <a:moveTo>
                  <a:pt x="88392" y="74381"/>
                </a:moveTo>
                <a:lnTo>
                  <a:pt x="88392" y="74381"/>
                </a:lnTo>
                <a:cubicBezTo>
                  <a:pt x="88355" y="74381"/>
                  <a:pt x="88355" y="74381"/>
                  <a:pt x="88324" y="74381"/>
                </a:cubicBezTo>
                <a:cubicBezTo>
                  <a:pt x="88287" y="74306"/>
                  <a:pt x="88287" y="74306"/>
                  <a:pt x="88251" y="74230"/>
                </a:cubicBezTo>
                <a:cubicBezTo>
                  <a:pt x="88251" y="74230"/>
                  <a:pt x="88214" y="74230"/>
                  <a:pt x="88177" y="74230"/>
                </a:cubicBezTo>
                <a:cubicBezTo>
                  <a:pt x="88140" y="74155"/>
                  <a:pt x="88104" y="74005"/>
                  <a:pt x="88030" y="74005"/>
                </a:cubicBezTo>
                <a:cubicBezTo>
                  <a:pt x="88030" y="74005"/>
                  <a:pt x="87993" y="73930"/>
                  <a:pt x="87957" y="73930"/>
                </a:cubicBezTo>
                <a:lnTo>
                  <a:pt x="87920" y="74005"/>
                </a:lnTo>
                <a:cubicBezTo>
                  <a:pt x="87920" y="74080"/>
                  <a:pt x="87883" y="74080"/>
                  <a:pt x="87920" y="74155"/>
                </a:cubicBezTo>
                <a:cubicBezTo>
                  <a:pt x="87920" y="74230"/>
                  <a:pt x="87957" y="74306"/>
                  <a:pt x="87957" y="74456"/>
                </a:cubicBezTo>
                <a:cubicBezTo>
                  <a:pt x="87993" y="74456"/>
                  <a:pt x="88030" y="74531"/>
                  <a:pt x="88030" y="74606"/>
                </a:cubicBezTo>
                <a:cubicBezTo>
                  <a:pt x="88067" y="74606"/>
                  <a:pt x="88104" y="74681"/>
                  <a:pt x="88104" y="74757"/>
                </a:cubicBezTo>
                <a:cubicBezTo>
                  <a:pt x="88140" y="74832"/>
                  <a:pt x="88177" y="74832"/>
                  <a:pt x="88177" y="74895"/>
                </a:cubicBezTo>
                <a:cubicBezTo>
                  <a:pt x="88214" y="74982"/>
                  <a:pt x="88214" y="74982"/>
                  <a:pt x="88251" y="75045"/>
                </a:cubicBezTo>
                <a:cubicBezTo>
                  <a:pt x="88287" y="75120"/>
                  <a:pt x="88355" y="75120"/>
                  <a:pt x="88392" y="75120"/>
                </a:cubicBezTo>
                <a:cubicBezTo>
                  <a:pt x="88428" y="75195"/>
                  <a:pt x="88428" y="75195"/>
                  <a:pt x="88465" y="75271"/>
                </a:cubicBezTo>
                <a:cubicBezTo>
                  <a:pt x="88502" y="75346"/>
                  <a:pt x="88502" y="75346"/>
                  <a:pt x="88502" y="75421"/>
                </a:cubicBezTo>
                <a:cubicBezTo>
                  <a:pt x="88539" y="75496"/>
                  <a:pt x="88575" y="75496"/>
                  <a:pt x="88575" y="75571"/>
                </a:cubicBezTo>
                <a:cubicBezTo>
                  <a:pt x="88612" y="75646"/>
                  <a:pt x="88612" y="75722"/>
                  <a:pt x="88649" y="75872"/>
                </a:cubicBezTo>
                <a:cubicBezTo>
                  <a:pt x="88649" y="75947"/>
                  <a:pt x="88649" y="76010"/>
                  <a:pt x="88686" y="76010"/>
                </a:cubicBezTo>
                <a:cubicBezTo>
                  <a:pt x="88686" y="76085"/>
                  <a:pt x="88686" y="76160"/>
                  <a:pt x="88722" y="76160"/>
                </a:cubicBezTo>
                <a:cubicBezTo>
                  <a:pt x="88722" y="76160"/>
                  <a:pt x="88759" y="76236"/>
                  <a:pt x="88796" y="76236"/>
                </a:cubicBezTo>
                <a:cubicBezTo>
                  <a:pt x="88796" y="76236"/>
                  <a:pt x="88833" y="76236"/>
                  <a:pt x="88863" y="76236"/>
                </a:cubicBezTo>
                <a:lnTo>
                  <a:pt x="88900" y="76236"/>
                </a:lnTo>
                <a:cubicBezTo>
                  <a:pt x="88973" y="76311"/>
                  <a:pt x="89010" y="76386"/>
                  <a:pt x="89010" y="76536"/>
                </a:cubicBezTo>
                <a:cubicBezTo>
                  <a:pt x="89047" y="76612"/>
                  <a:pt x="89084" y="76687"/>
                  <a:pt x="89084" y="76762"/>
                </a:cubicBezTo>
                <a:cubicBezTo>
                  <a:pt x="89084" y="76912"/>
                  <a:pt x="89084" y="76975"/>
                  <a:pt x="89084" y="77063"/>
                </a:cubicBezTo>
                <a:cubicBezTo>
                  <a:pt x="89084" y="77201"/>
                  <a:pt x="89084" y="77201"/>
                  <a:pt x="89084" y="77201"/>
                </a:cubicBezTo>
                <a:cubicBezTo>
                  <a:pt x="89084" y="77276"/>
                  <a:pt x="89120" y="77276"/>
                  <a:pt x="89120" y="77351"/>
                </a:cubicBezTo>
                <a:cubicBezTo>
                  <a:pt x="89157" y="77501"/>
                  <a:pt x="89231" y="77501"/>
                  <a:pt x="89267" y="77577"/>
                </a:cubicBezTo>
                <a:cubicBezTo>
                  <a:pt x="89341" y="77727"/>
                  <a:pt x="89378" y="77802"/>
                  <a:pt x="89408" y="77877"/>
                </a:cubicBezTo>
                <a:cubicBezTo>
                  <a:pt x="89445" y="77877"/>
                  <a:pt x="89445" y="77953"/>
                  <a:pt x="89482" y="77953"/>
                </a:cubicBezTo>
                <a:cubicBezTo>
                  <a:pt x="89519" y="78090"/>
                  <a:pt x="89555" y="78166"/>
                  <a:pt x="89592" y="78241"/>
                </a:cubicBezTo>
                <a:cubicBezTo>
                  <a:pt x="89629" y="78391"/>
                  <a:pt x="89666" y="78391"/>
                  <a:pt x="89702" y="78542"/>
                </a:cubicBezTo>
                <a:cubicBezTo>
                  <a:pt x="89739" y="78617"/>
                  <a:pt x="89776" y="78692"/>
                  <a:pt x="89776" y="78842"/>
                </a:cubicBezTo>
                <a:cubicBezTo>
                  <a:pt x="89776" y="78918"/>
                  <a:pt x="89776" y="79068"/>
                  <a:pt x="89776" y="79143"/>
                </a:cubicBezTo>
                <a:cubicBezTo>
                  <a:pt x="89813" y="79206"/>
                  <a:pt x="89813" y="79206"/>
                  <a:pt x="89813" y="79281"/>
                </a:cubicBezTo>
                <a:cubicBezTo>
                  <a:pt x="89849" y="79431"/>
                  <a:pt x="89880" y="79507"/>
                  <a:pt x="89880" y="79582"/>
                </a:cubicBezTo>
                <a:cubicBezTo>
                  <a:pt x="89917" y="79657"/>
                  <a:pt x="89954" y="79657"/>
                  <a:pt x="89954" y="79732"/>
                </a:cubicBezTo>
                <a:cubicBezTo>
                  <a:pt x="89990" y="79807"/>
                  <a:pt x="90027" y="79807"/>
                  <a:pt x="90027" y="79883"/>
                </a:cubicBezTo>
                <a:cubicBezTo>
                  <a:pt x="90064" y="79958"/>
                  <a:pt x="90101" y="79958"/>
                  <a:pt x="90101" y="80033"/>
                </a:cubicBezTo>
                <a:cubicBezTo>
                  <a:pt x="90137" y="80108"/>
                  <a:pt x="90137" y="80171"/>
                  <a:pt x="90174" y="80171"/>
                </a:cubicBezTo>
                <a:cubicBezTo>
                  <a:pt x="90211" y="80321"/>
                  <a:pt x="90248" y="80321"/>
                  <a:pt x="90321" y="80472"/>
                </a:cubicBezTo>
                <a:cubicBezTo>
                  <a:pt x="90358" y="80547"/>
                  <a:pt x="90395" y="80622"/>
                  <a:pt x="90425" y="80697"/>
                </a:cubicBezTo>
                <a:cubicBezTo>
                  <a:pt x="90462" y="80772"/>
                  <a:pt x="90499" y="80772"/>
                  <a:pt x="90499" y="80848"/>
                </a:cubicBezTo>
                <a:cubicBezTo>
                  <a:pt x="90535" y="80923"/>
                  <a:pt x="90535" y="80998"/>
                  <a:pt x="90535" y="80998"/>
                </a:cubicBezTo>
                <a:cubicBezTo>
                  <a:pt x="90572" y="81148"/>
                  <a:pt x="90646" y="81211"/>
                  <a:pt x="90683" y="81286"/>
                </a:cubicBezTo>
                <a:cubicBezTo>
                  <a:pt x="90756" y="81361"/>
                  <a:pt x="90793" y="81437"/>
                  <a:pt x="90830" y="81512"/>
                </a:cubicBezTo>
                <a:cubicBezTo>
                  <a:pt x="90830" y="81587"/>
                  <a:pt x="90866" y="81587"/>
                  <a:pt x="90897" y="81587"/>
                </a:cubicBezTo>
                <a:cubicBezTo>
                  <a:pt x="90897" y="81662"/>
                  <a:pt x="90897" y="81737"/>
                  <a:pt x="90897" y="81737"/>
                </a:cubicBezTo>
                <a:cubicBezTo>
                  <a:pt x="90940" y="81737"/>
                  <a:pt x="90970" y="81662"/>
                  <a:pt x="90970" y="81662"/>
                </a:cubicBezTo>
                <a:cubicBezTo>
                  <a:pt x="91007" y="81662"/>
                  <a:pt x="91044" y="81662"/>
                  <a:pt x="91044" y="81662"/>
                </a:cubicBezTo>
                <a:cubicBezTo>
                  <a:pt x="91117" y="81662"/>
                  <a:pt x="91154" y="81662"/>
                  <a:pt x="91228" y="81662"/>
                </a:cubicBezTo>
                <a:cubicBezTo>
                  <a:pt x="91264" y="81662"/>
                  <a:pt x="91301" y="81662"/>
                  <a:pt x="91338" y="81662"/>
                </a:cubicBezTo>
                <a:cubicBezTo>
                  <a:pt x="91375" y="81662"/>
                  <a:pt x="91411" y="81587"/>
                  <a:pt x="91411" y="81512"/>
                </a:cubicBezTo>
                <a:cubicBezTo>
                  <a:pt x="91442" y="81437"/>
                  <a:pt x="91479" y="81437"/>
                  <a:pt x="91479" y="81361"/>
                </a:cubicBezTo>
                <a:cubicBezTo>
                  <a:pt x="91479" y="81211"/>
                  <a:pt x="91479" y="81211"/>
                  <a:pt x="91479" y="81211"/>
                </a:cubicBezTo>
                <a:cubicBezTo>
                  <a:pt x="91479" y="81073"/>
                  <a:pt x="91442" y="80998"/>
                  <a:pt x="91479" y="80772"/>
                </a:cubicBezTo>
                <a:cubicBezTo>
                  <a:pt x="91479" y="80772"/>
                  <a:pt x="91479" y="80697"/>
                  <a:pt x="91479" y="80622"/>
                </a:cubicBezTo>
                <a:cubicBezTo>
                  <a:pt x="91479" y="80547"/>
                  <a:pt x="91516" y="80472"/>
                  <a:pt x="91516" y="80396"/>
                </a:cubicBezTo>
                <a:cubicBezTo>
                  <a:pt x="91516" y="80246"/>
                  <a:pt x="91516" y="80246"/>
                  <a:pt x="91516" y="80246"/>
                </a:cubicBezTo>
                <a:cubicBezTo>
                  <a:pt x="91516" y="80171"/>
                  <a:pt x="91516" y="80108"/>
                  <a:pt x="91552" y="80108"/>
                </a:cubicBezTo>
                <a:cubicBezTo>
                  <a:pt x="91552" y="80033"/>
                  <a:pt x="91589" y="79958"/>
                  <a:pt x="91626" y="79958"/>
                </a:cubicBezTo>
                <a:cubicBezTo>
                  <a:pt x="91663" y="79958"/>
                  <a:pt x="91699" y="79958"/>
                  <a:pt x="91736" y="79958"/>
                </a:cubicBezTo>
                <a:cubicBezTo>
                  <a:pt x="91773" y="79958"/>
                  <a:pt x="91773" y="80033"/>
                  <a:pt x="91810" y="80033"/>
                </a:cubicBezTo>
                <a:cubicBezTo>
                  <a:pt x="91846" y="80033"/>
                  <a:pt x="91846" y="79958"/>
                  <a:pt x="91883" y="79958"/>
                </a:cubicBezTo>
                <a:cubicBezTo>
                  <a:pt x="91883" y="79883"/>
                  <a:pt x="91883" y="79807"/>
                  <a:pt x="91883" y="79807"/>
                </a:cubicBezTo>
                <a:cubicBezTo>
                  <a:pt x="91883" y="79732"/>
                  <a:pt x="91846" y="79657"/>
                  <a:pt x="91810" y="79582"/>
                </a:cubicBezTo>
                <a:cubicBezTo>
                  <a:pt x="91810" y="79582"/>
                  <a:pt x="91773" y="79507"/>
                  <a:pt x="91736" y="79507"/>
                </a:cubicBezTo>
                <a:cubicBezTo>
                  <a:pt x="91736" y="79431"/>
                  <a:pt x="91699" y="79507"/>
                  <a:pt x="91663" y="79507"/>
                </a:cubicBezTo>
                <a:cubicBezTo>
                  <a:pt x="91663" y="79431"/>
                  <a:pt x="91626" y="79431"/>
                  <a:pt x="91626" y="79431"/>
                </a:cubicBezTo>
                <a:cubicBezTo>
                  <a:pt x="91626" y="79356"/>
                  <a:pt x="91589" y="79281"/>
                  <a:pt x="91626" y="79281"/>
                </a:cubicBezTo>
                <a:cubicBezTo>
                  <a:pt x="91626" y="79206"/>
                  <a:pt x="91663" y="79143"/>
                  <a:pt x="91663" y="79143"/>
                </a:cubicBezTo>
                <a:cubicBezTo>
                  <a:pt x="91663" y="79068"/>
                  <a:pt x="91663" y="78993"/>
                  <a:pt x="91663" y="78993"/>
                </a:cubicBezTo>
                <a:cubicBezTo>
                  <a:pt x="91626" y="78918"/>
                  <a:pt x="91589" y="78918"/>
                  <a:pt x="91589" y="78918"/>
                </a:cubicBezTo>
                <a:cubicBezTo>
                  <a:pt x="91552" y="78918"/>
                  <a:pt x="91516" y="78842"/>
                  <a:pt x="91516" y="78842"/>
                </a:cubicBezTo>
                <a:cubicBezTo>
                  <a:pt x="91479" y="78842"/>
                  <a:pt x="91442" y="78842"/>
                  <a:pt x="91411" y="78842"/>
                </a:cubicBezTo>
                <a:cubicBezTo>
                  <a:pt x="91375" y="78842"/>
                  <a:pt x="91375" y="78842"/>
                  <a:pt x="91338" y="78842"/>
                </a:cubicBezTo>
                <a:cubicBezTo>
                  <a:pt x="91301" y="78842"/>
                  <a:pt x="91264" y="78842"/>
                  <a:pt x="91264" y="78918"/>
                </a:cubicBezTo>
                <a:cubicBezTo>
                  <a:pt x="91228" y="78918"/>
                  <a:pt x="91264" y="78993"/>
                  <a:pt x="91228" y="79068"/>
                </a:cubicBezTo>
                <a:cubicBezTo>
                  <a:pt x="91228" y="79068"/>
                  <a:pt x="91228" y="79143"/>
                  <a:pt x="91228" y="79206"/>
                </a:cubicBezTo>
                <a:cubicBezTo>
                  <a:pt x="91044" y="79206"/>
                  <a:pt x="91044" y="79206"/>
                  <a:pt x="91044" y="79206"/>
                </a:cubicBezTo>
                <a:cubicBezTo>
                  <a:pt x="91044" y="79068"/>
                  <a:pt x="91007" y="78993"/>
                  <a:pt x="91007" y="78918"/>
                </a:cubicBezTo>
                <a:cubicBezTo>
                  <a:pt x="91007" y="78767"/>
                  <a:pt x="91044" y="78692"/>
                  <a:pt x="91044" y="78617"/>
                </a:cubicBezTo>
                <a:cubicBezTo>
                  <a:pt x="91007" y="78617"/>
                  <a:pt x="91007" y="78542"/>
                  <a:pt x="90970" y="78542"/>
                </a:cubicBezTo>
                <a:cubicBezTo>
                  <a:pt x="90897" y="78542"/>
                  <a:pt x="90897" y="78542"/>
                  <a:pt x="90897" y="78542"/>
                </a:cubicBezTo>
                <a:cubicBezTo>
                  <a:pt x="90866" y="78466"/>
                  <a:pt x="90830" y="78542"/>
                  <a:pt x="90756" y="78542"/>
                </a:cubicBezTo>
                <a:cubicBezTo>
                  <a:pt x="90719" y="78466"/>
                  <a:pt x="90719" y="78391"/>
                  <a:pt x="90683" y="78391"/>
                </a:cubicBezTo>
                <a:cubicBezTo>
                  <a:pt x="90646" y="78391"/>
                  <a:pt x="90646" y="78316"/>
                  <a:pt x="90609" y="78316"/>
                </a:cubicBezTo>
                <a:cubicBezTo>
                  <a:pt x="90572" y="78241"/>
                  <a:pt x="90535" y="78241"/>
                  <a:pt x="90535" y="78241"/>
                </a:cubicBezTo>
                <a:cubicBezTo>
                  <a:pt x="90499" y="78166"/>
                  <a:pt x="90499" y="78090"/>
                  <a:pt x="90499" y="78028"/>
                </a:cubicBezTo>
                <a:cubicBezTo>
                  <a:pt x="90499" y="77351"/>
                  <a:pt x="90499" y="77351"/>
                  <a:pt x="90499" y="77351"/>
                </a:cubicBezTo>
                <a:cubicBezTo>
                  <a:pt x="90425" y="77351"/>
                  <a:pt x="90395" y="77351"/>
                  <a:pt x="90321" y="77351"/>
                </a:cubicBezTo>
                <a:cubicBezTo>
                  <a:pt x="90284" y="77351"/>
                  <a:pt x="90284" y="77351"/>
                  <a:pt x="90248" y="77351"/>
                </a:cubicBezTo>
                <a:cubicBezTo>
                  <a:pt x="90211" y="77276"/>
                  <a:pt x="90211" y="77201"/>
                  <a:pt x="90174" y="77201"/>
                </a:cubicBezTo>
                <a:cubicBezTo>
                  <a:pt x="90174" y="77125"/>
                  <a:pt x="90137" y="77125"/>
                  <a:pt x="90101" y="77063"/>
                </a:cubicBezTo>
                <a:cubicBezTo>
                  <a:pt x="90101" y="77063"/>
                  <a:pt x="90101" y="76975"/>
                  <a:pt x="90101" y="76912"/>
                </a:cubicBezTo>
                <a:cubicBezTo>
                  <a:pt x="90064" y="76912"/>
                  <a:pt x="90064" y="76837"/>
                  <a:pt x="90064" y="76762"/>
                </a:cubicBezTo>
                <a:cubicBezTo>
                  <a:pt x="90064" y="76762"/>
                  <a:pt x="90064" y="76687"/>
                  <a:pt x="90064" y="76612"/>
                </a:cubicBezTo>
                <a:lnTo>
                  <a:pt x="90064" y="76536"/>
                </a:lnTo>
                <a:cubicBezTo>
                  <a:pt x="90064" y="76461"/>
                  <a:pt x="90027" y="76386"/>
                  <a:pt x="89990" y="76386"/>
                </a:cubicBezTo>
                <a:cubicBezTo>
                  <a:pt x="89990" y="76386"/>
                  <a:pt x="89954" y="76461"/>
                  <a:pt x="89917" y="76461"/>
                </a:cubicBezTo>
                <a:cubicBezTo>
                  <a:pt x="89849" y="76461"/>
                  <a:pt x="89849" y="76461"/>
                  <a:pt x="89849" y="76461"/>
                </a:cubicBezTo>
                <a:cubicBezTo>
                  <a:pt x="89813" y="76461"/>
                  <a:pt x="89776" y="76386"/>
                  <a:pt x="89739" y="76386"/>
                </a:cubicBezTo>
                <a:cubicBezTo>
                  <a:pt x="89702" y="76386"/>
                  <a:pt x="89666" y="76311"/>
                  <a:pt x="89629" y="76311"/>
                </a:cubicBezTo>
                <a:cubicBezTo>
                  <a:pt x="89592" y="76236"/>
                  <a:pt x="89592" y="76236"/>
                  <a:pt x="89555" y="76160"/>
                </a:cubicBezTo>
                <a:cubicBezTo>
                  <a:pt x="89555" y="76085"/>
                  <a:pt x="89555" y="76010"/>
                  <a:pt x="89555" y="76010"/>
                </a:cubicBezTo>
                <a:cubicBezTo>
                  <a:pt x="89519" y="75947"/>
                  <a:pt x="89482" y="76010"/>
                  <a:pt x="89482" y="75947"/>
                </a:cubicBezTo>
                <a:cubicBezTo>
                  <a:pt x="89445" y="75947"/>
                  <a:pt x="89445" y="75872"/>
                  <a:pt x="89408" y="75797"/>
                </a:cubicBezTo>
                <a:cubicBezTo>
                  <a:pt x="89408" y="75797"/>
                  <a:pt x="89408" y="75722"/>
                  <a:pt x="89378" y="75646"/>
                </a:cubicBezTo>
                <a:cubicBezTo>
                  <a:pt x="89341" y="75646"/>
                  <a:pt x="89341" y="75646"/>
                  <a:pt x="89304" y="75571"/>
                </a:cubicBezTo>
                <a:cubicBezTo>
                  <a:pt x="89267" y="75496"/>
                  <a:pt x="89267" y="75496"/>
                  <a:pt x="89231" y="75421"/>
                </a:cubicBezTo>
                <a:cubicBezTo>
                  <a:pt x="89194" y="75421"/>
                  <a:pt x="89157" y="75346"/>
                  <a:pt x="89157" y="75346"/>
                </a:cubicBezTo>
                <a:cubicBezTo>
                  <a:pt x="89120" y="75271"/>
                  <a:pt x="89120" y="75195"/>
                  <a:pt x="89120" y="75195"/>
                </a:cubicBezTo>
                <a:cubicBezTo>
                  <a:pt x="89084" y="75120"/>
                  <a:pt x="89010" y="75120"/>
                  <a:pt x="88973" y="75045"/>
                </a:cubicBezTo>
                <a:cubicBezTo>
                  <a:pt x="88937" y="75045"/>
                  <a:pt x="88900" y="75045"/>
                  <a:pt x="88900" y="75045"/>
                </a:cubicBezTo>
                <a:cubicBezTo>
                  <a:pt x="88900" y="74982"/>
                  <a:pt x="88900" y="74982"/>
                  <a:pt x="88863" y="74895"/>
                </a:cubicBezTo>
                <a:cubicBezTo>
                  <a:pt x="88863" y="74832"/>
                  <a:pt x="88900" y="74832"/>
                  <a:pt x="88863" y="74757"/>
                </a:cubicBezTo>
                <a:cubicBezTo>
                  <a:pt x="88863" y="74681"/>
                  <a:pt x="88833" y="74757"/>
                  <a:pt x="88833" y="74681"/>
                </a:cubicBezTo>
                <a:cubicBezTo>
                  <a:pt x="88796" y="74681"/>
                  <a:pt x="88759" y="74606"/>
                  <a:pt x="88759" y="74531"/>
                </a:cubicBezTo>
                <a:cubicBezTo>
                  <a:pt x="88722" y="74456"/>
                  <a:pt x="88686" y="74381"/>
                  <a:pt x="88649" y="74230"/>
                </a:cubicBezTo>
                <a:cubicBezTo>
                  <a:pt x="88575" y="74230"/>
                  <a:pt x="88465" y="74381"/>
                  <a:pt x="88392" y="74381"/>
                </a:cubicBezTo>
                <a:close/>
                <a:moveTo>
                  <a:pt x="97439" y="71849"/>
                </a:moveTo>
                <a:lnTo>
                  <a:pt x="97439" y="71849"/>
                </a:lnTo>
                <a:cubicBezTo>
                  <a:pt x="97366" y="71924"/>
                  <a:pt x="97329" y="71849"/>
                  <a:pt x="97292" y="71924"/>
                </a:cubicBezTo>
                <a:cubicBezTo>
                  <a:pt x="97255" y="71924"/>
                  <a:pt x="97255" y="71924"/>
                  <a:pt x="97218" y="71924"/>
                </a:cubicBezTo>
                <a:cubicBezTo>
                  <a:pt x="97218" y="72000"/>
                  <a:pt x="97255" y="72075"/>
                  <a:pt x="97218" y="72075"/>
                </a:cubicBezTo>
                <a:cubicBezTo>
                  <a:pt x="97218" y="72150"/>
                  <a:pt x="97182" y="72150"/>
                  <a:pt x="97145" y="72150"/>
                </a:cubicBezTo>
                <a:cubicBezTo>
                  <a:pt x="97145" y="72225"/>
                  <a:pt x="97108" y="72150"/>
                  <a:pt x="97071" y="72150"/>
                </a:cubicBezTo>
                <a:cubicBezTo>
                  <a:pt x="97071" y="72150"/>
                  <a:pt x="97041" y="72150"/>
                  <a:pt x="97004" y="72150"/>
                </a:cubicBezTo>
                <a:cubicBezTo>
                  <a:pt x="97004" y="72225"/>
                  <a:pt x="96967" y="72225"/>
                  <a:pt x="96931" y="72225"/>
                </a:cubicBezTo>
                <a:cubicBezTo>
                  <a:pt x="96931" y="72300"/>
                  <a:pt x="96931" y="72300"/>
                  <a:pt x="96894" y="72375"/>
                </a:cubicBezTo>
                <a:cubicBezTo>
                  <a:pt x="96894" y="72451"/>
                  <a:pt x="96857" y="72451"/>
                  <a:pt x="96857" y="72526"/>
                </a:cubicBezTo>
                <a:cubicBezTo>
                  <a:pt x="96857" y="73265"/>
                  <a:pt x="96857" y="73265"/>
                  <a:pt x="96857" y="73265"/>
                </a:cubicBezTo>
                <a:cubicBezTo>
                  <a:pt x="96931" y="73340"/>
                  <a:pt x="96931" y="73340"/>
                  <a:pt x="96931" y="73340"/>
                </a:cubicBezTo>
                <a:cubicBezTo>
                  <a:pt x="96931" y="73265"/>
                  <a:pt x="96967" y="73265"/>
                  <a:pt x="96967" y="73190"/>
                </a:cubicBezTo>
                <a:cubicBezTo>
                  <a:pt x="96967" y="73040"/>
                  <a:pt x="96967" y="73040"/>
                  <a:pt x="96967" y="73040"/>
                </a:cubicBezTo>
                <a:cubicBezTo>
                  <a:pt x="96967" y="72902"/>
                  <a:pt x="96967" y="72902"/>
                  <a:pt x="96967" y="72902"/>
                </a:cubicBezTo>
                <a:cubicBezTo>
                  <a:pt x="96967" y="72902"/>
                  <a:pt x="96967" y="72814"/>
                  <a:pt x="96967" y="72751"/>
                </a:cubicBezTo>
                <a:cubicBezTo>
                  <a:pt x="97004" y="72751"/>
                  <a:pt x="97041" y="72751"/>
                  <a:pt x="97041" y="72751"/>
                </a:cubicBezTo>
                <a:cubicBezTo>
                  <a:pt x="97071" y="72751"/>
                  <a:pt x="97071" y="72676"/>
                  <a:pt x="97108" y="72676"/>
                </a:cubicBezTo>
                <a:cubicBezTo>
                  <a:pt x="97182" y="72601"/>
                  <a:pt x="97218" y="72601"/>
                  <a:pt x="97255" y="72601"/>
                </a:cubicBezTo>
                <a:cubicBezTo>
                  <a:pt x="97366" y="72601"/>
                  <a:pt x="97402" y="72601"/>
                  <a:pt x="97476" y="72676"/>
                </a:cubicBezTo>
                <a:cubicBezTo>
                  <a:pt x="97476" y="72902"/>
                  <a:pt x="97476" y="72902"/>
                  <a:pt x="97476" y="72902"/>
                </a:cubicBezTo>
                <a:cubicBezTo>
                  <a:pt x="97476" y="73040"/>
                  <a:pt x="97476" y="73115"/>
                  <a:pt x="97476" y="73190"/>
                </a:cubicBezTo>
                <a:cubicBezTo>
                  <a:pt x="97513" y="73265"/>
                  <a:pt x="97513" y="73340"/>
                  <a:pt x="97513" y="73340"/>
                </a:cubicBezTo>
                <a:cubicBezTo>
                  <a:pt x="97549" y="73416"/>
                  <a:pt x="97580" y="73416"/>
                  <a:pt x="97580" y="73416"/>
                </a:cubicBezTo>
                <a:cubicBezTo>
                  <a:pt x="97617" y="73416"/>
                  <a:pt x="97653" y="73416"/>
                  <a:pt x="97653" y="73416"/>
                </a:cubicBezTo>
                <a:cubicBezTo>
                  <a:pt x="97690" y="73416"/>
                  <a:pt x="97690" y="73491"/>
                  <a:pt x="97727" y="73566"/>
                </a:cubicBezTo>
                <a:cubicBezTo>
                  <a:pt x="97764" y="73566"/>
                  <a:pt x="97800" y="73641"/>
                  <a:pt x="97800" y="73641"/>
                </a:cubicBezTo>
                <a:cubicBezTo>
                  <a:pt x="97837" y="73641"/>
                  <a:pt x="97874" y="73566"/>
                  <a:pt x="97911" y="73641"/>
                </a:cubicBezTo>
                <a:cubicBezTo>
                  <a:pt x="97911" y="73716"/>
                  <a:pt x="97947" y="73716"/>
                  <a:pt x="97947" y="73792"/>
                </a:cubicBezTo>
                <a:cubicBezTo>
                  <a:pt x="97984" y="73792"/>
                  <a:pt x="97947" y="73867"/>
                  <a:pt x="97947" y="73930"/>
                </a:cubicBezTo>
                <a:cubicBezTo>
                  <a:pt x="97984" y="73930"/>
                  <a:pt x="98021" y="73930"/>
                  <a:pt x="98021" y="73930"/>
                </a:cubicBezTo>
                <a:cubicBezTo>
                  <a:pt x="98058" y="73930"/>
                  <a:pt x="98058" y="74005"/>
                  <a:pt x="98094" y="74005"/>
                </a:cubicBezTo>
                <a:cubicBezTo>
                  <a:pt x="98162" y="74005"/>
                  <a:pt x="98162" y="74005"/>
                  <a:pt x="98162" y="74005"/>
                </a:cubicBezTo>
                <a:cubicBezTo>
                  <a:pt x="98162" y="73716"/>
                  <a:pt x="98162" y="73716"/>
                  <a:pt x="98162" y="73716"/>
                </a:cubicBezTo>
                <a:cubicBezTo>
                  <a:pt x="98162" y="73641"/>
                  <a:pt x="98162" y="73641"/>
                  <a:pt x="98162" y="73566"/>
                </a:cubicBezTo>
                <a:cubicBezTo>
                  <a:pt x="98125" y="73491"/>
                  <a:pt x="98094" y="73566"/>
                  <a:pt x="98094" y="73491"/>
                </a:cubicBezTo>
                <a:cubicBezTo>
                  <a:pt x="98058" y="73491"/>
                  <a:pt x="98094" y="73416"/>
                  <a:pt x="98094" y="73340"/>
                </a:cubicBezTo>
                <a:cubicBezTo>
                  <a:pt x="98058" y="73265"/>
                  <a:pt x="98058" y="73190"/>
                  <a:pt x="98058" y="73040"/>
                </a:cubicBezTo>
                <a:cubicBezTo>
                  <a:pt x="98094" y="73040"/>
                  <a:pt x="98094" y="72965"/>
                  <a:pt x="98125" y="72965"/>
                </a:cubicBezTo>
                <a:cubicBezTo>
                  <a:pt x="98162" y="72965"/>
                  <a:pt x="98162" y="73040"/>
                  <a:pt x="98199" y="73040"/>
                </a:cubicBezTo>
                <a:cubicBezTo>
                  <a:pt x="98235" y="73040"/>
                  <a:pt x="98235" y="73040"/>
                  <a:pt x="98272" y="73040"/>
                </a:cubicBezTo>
                <a:cubicBezTo>
                  <a:pt x="98309" y="73040"/>
                  <a:pt x="98309" y="73040"/>
                  <a:pt x="98346" y="73040"/>
                </a:cubicBezTo>
                <a:cubicBezTo>
                  <a:pt x="98382" y="72902"/>
                  <a:pt x="98382" y="72902"/>
                  <a:pt x="98382" y="72902"/>
                </a:cubicBezTo>
                <a:cubicBezTo>
                  <a:pt x="98309" y="72676"/>
                  <a:pt x="98309" y="72676"/>
                  <a:pt x="98309" y="72676"/>
                </a:cubicBezTo>
                <a:cubicBezTo>
                  <a:pt x="98309" y="71561"/>
                  <a:pt x="98309" y="71561"/>
                  <a:pt x="98309" y="71561"/>
                </a:cubicBezTo>
                <a:cubicBezTo>
                  <a:pt x="98309" y="71486"/>
                  <a:pt x="98309" y="71486"/>
                  <a:pt x="98309" y="71410"/>
                </a:cubicBezTo>
                <a:cubicBezTo>
                  <a:pt x="98309" y="71335"/>
                  <a:pt x="98272" y="71335"/>
                  <a:pt x="98272" y="71260"/>
                </a:cubicBezTo>
                <a:cubicBezTo>
                  <a:pt x="98235" y="71185"/>
                  <a:pt x="98199" y="71110"/>
                  <a:pt x="98162" y="71110"/>
                </a:cubicBezTo>
                <a:cubicBezTo>
                  <a:pt x="98125" y="71110"/>
                  <a:pt x="98094" y="71185"/>
                  <a:pt x="98094" y="71260"/>
                </a:cubicBezTo>
                <a:cubicBezTo>
                  <a:pt x="98058" y="71410"/>
                  <a:pt x="98058" y="71410"/>
                  <a:pt x="98058" y="71410"/>
                </a:cubicBezTo>
                <a:cubicBezTo>
                  <a:pt x="98058" y="71410"/>
                  <a:pt x="98058" y="71486"/>
                  <a:pt x="98021" y="71561"/>
                </a:cubicBezTo>
                <a:cubicBezTo>
                  <a:pt x="97984" y="71636"/>
                  <a:pt x="97947" y="71636"/>
                  <a:pt x="97874" y="71711"/>
                </a:cubicBezTo>
                <a:cubicBezTo>
                  <a:pt x="97874" y="71711"/>
                  <a:pt x="97837" y="71636"/>
                  <a:pt x="97800" y="71636"/>
                </a:cubicBezTo>
                <a:cubicBezTo>
                  <a:pt x="97800" y="71636"/>
                  <a:pt x="97764" y="71711"/>
                  <a:pt x="97764" y="71786"/>
                </a:cubicBezTo>
                <a:cubicBezTo>
                  <a:pt x="97727" y="71786"/>
                  <a:pt x="97690" y="71849"/>
                  <a:pt x="97690" y="71849"/>
                </a:cubicBezTo>
                <a:cubicBezTo>
                  <a:pt x="97653" y="71924"/>
                  <a:pt x="97690" y="72000"/>
                  <a:pt x="97653" y="72000"/>
                </a:cubicBezTo>
                <a:cubicBezTo>
                  <a:pt x="97617" y="72075"/>
                  <a:pt x="97580" y="72075"/>
                  <a:pt x="97513" y="72075"/>
                </a:cubicBezTo>
                <a:cubicBezTo>
                  <a:pt x="97513" y="72075"/>
                  <a:pt x="97476" y="72075"/>
                  <a:pt x="97439" y="72075"/>
                </a:cubicBezTo>
                <a:cubicBezTo>
                  <a:pt x="97439" y="72075"/>
                  <a:pt x="97476" y="71924"/>
                  <a:pt x="97439" y="71849"/>
                </a:cubicBezTo>
                <a:close/>
                <a:moveTo>
                  <a:pt x="96422" y="68591"/>
                </a:moveTo>
                <a:lnTo>
                  <a:pt x="96422" y="68591"/>
                </a:lnTo>
                <a:cubicBezTo>
                  <a:pt x="96385" y="68653"/>
                  <a:pt x="96385" y="68653"/>
                  <a:pt x="96385" y="68804"/>
                </a:cubicBezTo>
                <a:cubicBezTo>
                  <a:pt x="96385" y="68879"/>
                  <a:pt x="96422" y="68954"/>
                  <a:pt x="96422" y="69029"/>
                </a:cubicBezTo>
                <a:cubicBezTo>
                  <a:pt x="96459" y="69104"/>
                  <a:pt x="96496" y="69104"/>
                  <a:pt x="96496" y="69104"/>
                </a:cubicBezTo>
                <a:cubicBezTo>
                  <a:pt x="96532" y="69180"/>
                  <a:pt x="96563" y="69104"/>
                  <a:pt x="96563" y="69104"/>
                </a:cubicBezTo>
                <a:cubicBezTo>
                  <a:pt x="96637" y="69180"/>
                  <a:pt x="96637" y="69104"/>
                  <a:pt x="96710" y="69104"/>
                </a:cubicBezTo>
                <a:cubicBezTo>
                  <a:pt x="96710" y="69330"/>
                  <a:pt x="96673" y="69405"/>
                  <a:pt x="96710" y="69556"/>
                </a:cubicBezTo>
                <a:cubicBezTo>
                  <a:pt x="96710" y="69631"/>
                  <a:pt x="96747" y="69631"/>
                  <a:pt x="96747" y="69706"/>
                </a:cubicBezTo>
                <a:cubicBezTo>
                  <a:pt x="96747" y="69844"/>
                  <a:pt x="96784" y="69919"/>
                  <a:pt x="96784" y="70069"/>
                </a:cubicBezTo>
                <a:cubicBezTo>
                  <a:pt x="96784" y="70145"/>
                  <a:pt x="96747" y="70220"/>
                  <a:pt x="96747" y="70295"/>
                </a:cubicBezTo>
                <a:cubicBezTo>
                  <a:pt x="96747" y="70370"/>
                  <a:pt x="96747" y="70370"/>
                  <a:pt x="96747" y="70445"/>
                </a:cubicBezTo>
                <a:cubicBezTo>
                  <a:pt x="96747" y="70445"/>
                  <a:pt x="96747" y="70445"/>
                  <a:pt x="96747" y="70521"/>
                </a:cubicBezTo>
                <a:cubicBezTo>
                  <a:pt x="96747" y="70521"/>
                  <a:pt x="96784" y="70596"/>
                  <a:pt x="96820" y="70596"/>
                </a:cubicBezTo>
                <a:cubicBezTo>
                  <a:pt x="96820" y="70671"/>
                  <a:pt x="96857" y="70671"/>
                  <a:pt x="96894" y="70734"/>
                </a:cubicBezTo>
                <a:cubicBezTo>
                  <a:pt x="96894" y="70734"/>
                  <a:pt x="96931" y="70734"/>
                  <a:pt x="96931" y="70821"/>
                </a:cubicBezTo>
                <a:cubicBezTo>
                  <a:pt x="97004" y="70821"/>
                  <a:pt x="97041" y="70734"/>
                  <a:pt x="97071" y="70734"/>
                </a:cubicBezTo>
                <a:cubicBezTo>
                  <a:pt x="97071" y="70821"/>
                  <a:pt x="97041" y="70821"/>
                  <a:pt x="97041" y="70884"/>
                </a:cubicBezTo>
                <a:cubicBezTo>
                  <a:pt x="97041" y="70959"/>
                  <a:pt x="97041" y="70959"/>
                  <a:pt x="97041" y="71034"/>
                </a:cubicBezTo>
                <a:cubicBezTo>
                  <a:pt x="97041" y="71110"/>
                  <a:pt x="97004" y="71110"/>
                  <a:pt x="97004" y="71185"/>
                </a:cubicBezTo>
                <a:cubicBezTo>
                  <a:pt x="97004" y="71260"/>
                  <a:pt x="97004" y="71260"/>
                  <a:pt x="97004" y="71335"/>
                </a:cubicBezTo>
                <a:cubicBezTo>
                  <a:pt x="97041" y="71335"/>
                  <a:pt x="97071" y="71335"/>
                  <a:pt x="97071" y="71410"/>
                </a:cubicBezTo>
                <a:cubicBezTo>
                  <a:pt x="97108" y="71410"/>
                  <a:pt x="97108" y="71486"/>
                  <a:pt x="97145" y="71486"/>
                </a:cubicBezTo>
                <a:cubicBezTo>
                  <a:pt x="97182" y="71486"/>
                  <a:pt x="97182" y="71486"/>
                  <a:pt x="97218" y="71486"/>
                </a:cubicBezTo>
                <a:cubicBezTo>
                  <a:pt x="97255" y="71486"/>
                  <a:pt x="97255" y="71486"/>
                  <a:pt x="97292" y="71486"/>
                </a:cubicBezTo>
                <a:cubicBezTo>
                  <a:pt x="97329" y="71410"/>
                  <a:pt x="97292" y="71335"/>
                  <a:pt x="97292" y="71335"/>
                </a:cubicBezTo>
                <a:cubicBezTo>
                  <a:pt x="97292" y="71260"/>
                  <a:pt x="97329" y="71260"/>
                  <a:pt x="97366" y="71260"/>
                </a:cubicBezTo>
                <a:cubicBezTo>
                  <a:pt x="97402" y="71260"/>
                  <a:pt x="97439" y="71260"/>
                  <a:pt x="97476" y="71260"/>
                </a:cubicBezTo>
                <a:cubicBezTo>
                  <a:pt x="97476" y="70884"/>
                  <a:pt x="97476" y="70884"/>
                  <a:pt x="97476" y="70884"/>
                </a:cubicBezTo>
                <a:cubicBezTo>
                  <a:pt x="97476" y="70734"/>
                  <a:pt x="97439" y="70671"/>
                  <a:pt x="97402" y="70596"/>
                </a:cubicBezTo>
                <a:cubicBezTo>
                  <a:pt x="97366" y="70596"/>
                  <a:pt x="97329" y="70596"/>
                  <a:pt x="97329" y="70596"/>
                </a:cubicBezTo>
                <a:cubicBezTo>
                  <a:pt x="97292" y="70521"/>
                  <a:pt x="97292" y="70521"/>
                  <a:pt x="97255" y="70445"/>
                </a:cubicBezTo>
                <a:cubicBezTo>
                  <a:pt x="97255" y="70445"/>
                  <a:pt x="97255" y="70370"/>
                  <a:pt x="97255" y="70295"/>
                </a:cubicBezTo>
                <a:cubicBezTo>
                  <a:pt x="97218" y="70295"/>
                  <a:pt x="97255" y="70220"/>
                  <a:pt x="97255" y="70145"/>
                </a:cubicBezTo>
                <a:cubicBezTo>
                  <a:pt x="97218" y="70145"/>
                  <a:pt x="97182" y="70069"/>
                  <a:pt x="97182" y="70069"/>
                </a:cubicBezTo>
                <a:cubicBezTo>
                  <a:pt x="97145" y="70069"/>
                  <a:pt x="97108" y="69994"/>
                  <a:pt x="97108" y="69994"/>
                </a:cubicBezTo>
                <a:cubicBezTo>
                  <a:pt x="97071" y="69994"/>
                  <a:pt x="97041" y="69994"/>
                  <a:pt x="97041" y="69919"/>
                </a:cubicBezTo>
                <a:cubicBezTo>
                  <a:pt x="97004" y="69919"/>
                  <a:pt x="97004" y="69844"/>
                  <a:pt x="97004" y="69844"/>
                </a:cubicBezTo>
                <a:cubicBezTo>
                  <a:pt x="97004" y="69769"/>
                  <a:pt x="96967" y="69706"/>
                  <a:pt x="96967" y="69706"/>
                </a:cubicBezTo>
                <a:cubicBezTo>
                  <a:pt x="96967" y="69556"/>
                  <a:pt x="96967" y="69480"/>
                  <a:pt x="96967" y="69405"/>
                </a:cubicBezTo>
                <a:cubicBezTo>
                  <a:pt x="96967" y="69330"/>
                  <a:pt x="96931" y="69330"/>
                  <a:pt x="96894" y="69255"/>
                </a:cubicBezTo>
                <a:cubicBezTo>
                  <a:pt x="96894" y="69104"/>
                  <a:pt x="96857" y="69029"/>
                  <a:pt x="96784" y="68954"/>
                </a:cubicBezTo>
                <a:cubicBezTo>
                  <a:pt x="96747" y="68954"/>
                  <a:pt x="96710" y="68879"/>
                  <a:pt x="96637" y="68879"/>
                </a:cubicBezTo>
                <a:cubicBezTo>
                  <a:pt x="96637" y="68804"/>
                  <a:pt x="96637" y="68741"/>
                  <a:pt x="96600" y="68741"/>
                </a:cubicBezTo>
                <a:cubicBezTo>
                  <a:pt x="96563" y="68653"/>
                  <a:pt x="96563" y="68653"/>
                  <a:pt x="96532" y="68591"/>
                </a:cubicBezTo>
                <a:cubicBezTo>
                  <a:pt x="96496" y="68591"/>
                  <a:pt x="96422" y="68591"/>
                  <a:pt x="96422" y="68591"/>
                </a:cubicBezTo>
                <a:close/>
                <a:moveTo>
                  <a:pt x="96894" y="68440"/>
                </a:moveTo>
                <a:lnTo>
                  <a:pt x="96894" y="68440"/>
                </a:lnTo>
                <a:cubicBezTo>
                  <a:pt x="96967" y="68515"/>
                  <a:pt x="97004" y="68591"/>
                  <a:pt x="97071" y="68653"/>
                </a:cubicBezTo>
                <a:cubicBezTo>
                  <a:pt x="97108" y="68653"/>
                  <a:pt x="97108" y="68741"/>
                  <a:pt x="97145" y="68804"/>
                </a:cubicBezTo>
                <a:cubicBezTo>
                  <a:pt x="97145" y="68804"/>
                  <a:pt x="97182" y="68804"/>
                  <a:pt x="97218" y="68879"/>
                </a:cubicBezTo>
                <a:cubicBezTo>
                  <a:pt x="97218" y="68879"/>
                  <a:pt x="97255" y="68804"/>
                  <a:pt x="97292" y="68879"/>
                </a:cubicBezTo>
                <a:cubicBezTo>
                  <a:pt x="97292" y="68879"/>
                  <a:pt x="97255" y="68954"/>
                  <a:pt x="97292" y="68954"/>
                </a:cubicBezTo>
                <a:cubicBezTo>
                  <a:pt x="97292" y="69029"/>
                  <a:pt x="97329" y="69029"/>
                  <a:pt x="97329" y="69029"/>
                </a:cubicBezTo>
                <a:cubicBezTo>
                  <a:pt x="97366" y="69104"/>
                  <a:pt x="97402" y="69104"/>
                  <a:pt x="97402" y="69180"/>
                </a:cubicBezTo>
                <a:cubicBezTo>
                  <a:pt x="97439" y="69255"/>
                  <a:pt x="97439" y="69330"/>
                  <a:pt x="97439" y="69330"/>
                </a:cubicBezTo>
                <a:cubicBezTo>
                  <a:pt x="97439" y="69405"/>
                  <a:pt x="97439" y="69480"/>
                  <a:pt x="97439" y="69480"/>
                </a:cubicBezTo>
                <a:cubicBezTo>
                  <a:pt x="97439" y="69556"/>
                  <a:pt x="97439" y="69631"/>
                  <a:pt x="97476" y="69631"/>
                </a:cubicBezTo>
                <a:cubicBezTo>
                  <a:pt x="97476" y="69706"/>
                  <a:pt x="97513" y="69706"/>
                  <a:pt x="97549" y="69706"/>
                </a:cubicBezTo>
                <a:cubicBezTo>
                  <a:pt x="97580" y="69769"/>
                  <a:pt x="97617" y="69844"/>
                  <a:pt x="97690" y="69919"/>
                </a:cubicBezTo>
                <a:cubicBezTo>
                  <a:pt x="97690" y="69994"/>
                  <a:pt x="97727" y="69994"/>
                  <a:pt x="97764" y="69994"/>
                </a:cubicBezTo>
                <a:cubicBezTo>
                  <a:pt x="97764" y="70069"/>
                  <a:pt x="97800" y="70145"/>
                  <a:pt x="97800" y="70145"/>
                </a:cubicBezTo>
                <a:cubicBezTo>
                  <a:pt x="97837" y="70295"/>
                  <a:pt x="97800" y="70370"/>
                  <a:pt x="97800" y="70445"/>
                </a:cubicBezTo>
                <a:cubicBezTo>
                  <a:pt x="98094" y="70445"/>
                  <a:pt x="98094" y="70445"/>
                  <a:pt x="98094" y="70445"/>
                </a:cubicBezTo>
                <a:cubicBezTo>
                  <a:pt x="98094" y="70445"/>
                  <a:pt x="98094" y="70370"/>
                  <a:pt x="98094" y="70295"/>
                </a:cubicBezTo>
                <a:cubicBezTo>
                  <a:pt x="98094" y="70220"/>
                  <a:pt x="98125" y="70145"/>
                  <a:pt x="98125" y="69994"/>
                </a:cubicBezTo>
                <a:lnTo>
                  <a:pt x="98094" y="69994"/>
                </a:lnTo>
                <a:cubicBezTo>
                  <a:pt x="98094" y="69769"/>
                  <a:pt x="98058" y="69631"/>
                  <a:pt x="97984" y="69556"/>
                </a:cubicBezTo>
                <a:cubicBezTo>
                  <a:pt x="97984" y="69480"/>
                  <a:pt x="97947" y="69480"/>
                  <a:pt x="97911" y="69480"/>
                </a:cubicBezTo>
                <a:cubicBezTo>
                  <a:pt x="97911" y="69405"/>
                  <a:pt x="97911" y="69330"/>
                  <a:pt x="97911" y="69330"/>
                </a:cubicBezTo>
                <a:cubicBezTo>
                  <a:pt x="97874" y="69255"/>
                  <a:pt x="97874" y="69180"/>
                  <a:pt x="97837" y="69104"/>
                </a:cubicBezTo>
                <a:cubicBezTo>
                  <a:pt x="97837" y="69104"/>
                  <a:pt x="97800" y="69029"/>
                  <a:pt x="97800" y="68954"/>
                </a:cubicBezTo>
                <a:cubicBezTo>
                  <a:pt x="97764" y="68954"/>
                  <a:pt x="97727" y="68879"/>
                  <a:pt x="97690" y="68879"/>
                </a:cubicBezTo>
                <a:lnTo>
                  <a:pt x="97617" y="68879"/>
                </a:lnTo>
                <a:cubicBezTo>
                  <a:pt x="97580" y="68741"/>
                  <a:pt x="97580" y="68741"/>
                  <a:pt x="97580" y="68741"/>
                </a:cubicBezTo>
                <a:cubicBezTo>
                  <a:pt x="97580" y="68653"/>
                  <a:pt x="97617" y="68591"/>
                  <a:pt x="97617" y="68591"/>
                </a:cubicBezTo>
                <a:cubicBezTo>
                  <a:pt x="97617" y="68139"/>
                  <a:pt x="97617" y="68139"/>
                  <a:pt x="97617" y="68139"/>
                </a:cubicBezTo>
                <a:cubicBezTo>
                  <a:pt x="97580" y="68139"/>
                  <a:pt x="97580" y="68139"/>
                  <a:pt x="97549" y="68139"/>
                </a:cubicBezTo>
                <a:cubicBezTo>
                  <a:pt x="97513" y="68139"/>
                  <a:pt x="97513" y="68139"/>
                  <a:pt x="97476" y="68139"/>
                </a:cubicBezTo>
                <a:cubicBezTo>
                  <a:pt x="97402" y="68139"/>
                  <a:pt x="97402" y="68139"/>
                  <a:pt x="97402" y="68139"/>
                </a:cubicBezTo>
                <a:cubicBezTo>
                  <a:pt x="97329" y="68139"/>
                  <a:pt x="97292" y="68139"/>
                  <a:pt x="97255" y="68139"/>
                </a:cubicBezTo>
                <a:cubicBezTo>
                  <a:pt x="97218" y="68215"/>
                  <a:pt x="97255" y="68290"/>
                  <a:pt x="97218" y="68290"/>
                </a:cubicBezTo>
                <a:cubicBezTo>
                  <a:pt x="97218" y="68365"/>
                  <a:pt x="97182" y="68365"/>
                  <a:pt x="97145" y="68365"/>
                </a:cubicBezTo>
                <a:cubicBezTo>
                  <a:pt x="97145" y="68365"/>
                  <a:pt x="97108" y="68365"/>
                  <a:pt x="97071" y="68365"/>
                </a:cubicBezTo>
                <a:cubicBezTo>
                  <a:pt x="97041" y="68365"/>
                  <a:pt x="96967" y="68440"/>
                  <a:pt x="96894" y="68440"/>
                </a:cubicBezTo>
                <a:close/>
                <a:moveTo>
                  <a:pt x="96238" y="69104"/>
                </a:moveTo>
                <a:lnTo>
                  <a:pt x="96238" y="69104"/>
                </a:lnTo>
                <a:cubicBezTo>
                  <a:pt x="96238" y="69180"/>
                  <a:pt x="96238" y="69180"/>
                  <a:pt x="96202" y="69255"/>
                </a:cubicBezTo>
                <a:cubicBezTo>
                  <a:pt x="96165" y="69405"/>
                  <a:pt x="96128" y="69405"/>
                  <a:pt x="96091" y="69556"/>
                </a:cubicBezTo>
                <a:cubicBezTo>
                  <a:pt x="96091" y="69631"/>
                  <a:pt x="96091" y="69631"/>
                  <a:pt x="96091" y="69706"/>
                </a:cubicBezTo>
                <a:cubicBezTo>
                  <a:pt x="96055" y="69769"/>
                  <a:pt x="96055" y="69769"/>
                  <a:pt x="96024" y="69844"/>
                </a:cubicBezTo>
                <a:cubicBezTo>
                  <a:pt x="96024" y="69919"/>
                  <a:pt x="96024" y="69919"/>
                  <a:pt x="95987" y="69994"/>
                </a:cubicBezTo>
                <a:cubicBezTo>
                  <a:pt x="95987" y="70069"/>
                  <a:pt x="95950" y="70069"/>
                  <a:pt x="95950" y="70069"/>
                </a:cubicBezTo>
                <a:cubicBezTo>
                  <a:pt x="95914" y="70145"/>
                  <a:pt x="95914" y="70220"/>
                  <a:pt x="95914" y="70220"/>
                </a:cubicBezTo>
                <a:cubicBezTo>
                  <a:pt x="95877" y="70295"/>
                  <a:pt x="95877" y="70370"/>
                  <a:pt x="95877" y="70370"/>
                </a:cubicBezTo>
                <a:cubicBezTo>
                  <a:pt x="95840" y="70445"/>
                  <a:pt x="95803" y="70445"/>
                  <a:pt x="95803" y="70521"/>
                </a:cubicBezTo>
                <a:cubicBezTo>
                  <a:pt x="95767" y="70521"/>
                  <a:pt x="95803" y="70596"/>
                  <a:pt x="95803" y="70671"/>
                </a:cubicBezTo>
                <a:cubicBezTo>
                  <a:pt x="95803" y="70671"/>
                  <a:pt x="95803" y="70734"/>
                  <a:pt x="95803" y="70821"/>
                </a:cubicBezTo>
                <a:cubicBezTo>
                  <a:pt x="95803" y="70821"/>
                  <a:pt x="95767" y="70884"/>
                  <a:pt x="95730" y="70884"/>
                </a:cubicBezTo>
                <a:cubicBezTo>
                  <a:pt x="95730" y="70959"/>
                  <a:pt x="95693" y="71034"/>
                  <a:pt x="95693" y="71034"/>
                </a:cubicBezTo>
                <a:cubicBezTo>
                  <a:pt x="95656" y="71110"/>
                  <a:pt x="95656" y="71185"/>
                  <a:pt x="95656" y="71185"/>
                </a:cubicBezTo>
                <a:cubicBezTo>
                  <a:pt x="95620" y="71260"/>
                  <a:pt x="95546" y="71185"/>
                  <a:pt x="95509" y="71260"/>
                </a:cubicBezTo>
                <a:cubicBezTo>
                  <a:pt x="95479" y="71335"/>
                  <a:pt x="95509" y="71410"/>
                  <a:pt x="95479" y="71410"/>
                </a:cubicBezTo>
                <a:cubicBezTo>
                  <a:pt x="95479" y="71486"/>
                  <a:pt x="95442" y="71486"/>
                  <a:pt x="95442" y="71561"/>
                </a:cubicBezTo>
                <a:cubicBezTo>
                  <a:pt x="95405" y="71561"/>
                  <a:pt x="95369" y="71561"/>
                  <a:pt x="95369" y="71561"/>
                </a:cubicBezTo>
                <a:cubicBezTo>
                  <a:pt x="95332" y="71561"/>
                  <a:pt x="95295" y="71561"/>
                  <a:pt x="95295" y="71561"/>
                </a:cubicBezTo>
                <a:cubicBezTo>
                  <a:pt x="95258" y="71561"/>
                  <a:pt x="95258" y="71636"/>
                  <a:pt x="95222" y="71711"/>
                </a:cubicBezTo>
                <a:cubicBezTo>
                  <a:pt x="95185" y="71786"/>
                  <a:pt x="95185" y="71849"/>
                  <a:pt x="95185" y="72000"/>
                </a:cubicBezTo>
                <a:cubicBezTo>
                  <a:pt x="95222" y="72000"/>
                  <a:pt x="95222" y="72000"/>
                  <a:pt x="95258" y="72000"/>
                </a:cubicBezTo>
                <a:cubicBezTo>
                  <a:pt x="95258" y="72000"/>
                  <a:pt x="95295" y="72000"/>
                  <a:pt x="95332" y="72000"/>
                </a:cubicBezTo>
                <a:cubicBezTo>
                  <a:pt x="95332" y="72000"/>
                  <a:pt x="95369" y="72000"/>
                  <a:pt x="95405" y="72000"/>
                </a:cubicBezTo>
                <a:cubicBezTo>
                  <a:pt x="95405" y="72000"/>
                  <a:pt x="95442" y="71924"/>
                  <a:pt x="95442" y="71849"/>
                </a:cubicBezTo>
                <a:cubicBezTo>
                  <a:pt x="95479" y="71849"/>
                  <a:pt x="95509" y="71786"/>
                  <a:pt x="95509" y="71786"/>
                </a:cubicBezTo>
                <a:cubicBezTo>
                  <a:pt x="95509" y="71711"/>
                  <a:pt x="95509" y="71636"/>
                  <a:pt x="95509" y="71636"/>
                </a:cubicBezTo>
                <a:cubicBezTo>
                  <a:pt x="95546" y="71486"/>
                  <a:pt x="95583" y="71410"/>
                  <a:pt x="95620" y="71335"/>
                </a:cubicBezTo>
                <a:cubicBezTo>
                  <a:pt x="95620" y="71335"/>
                  <a:pt x="95656" y="71335"/>
                  <a:pt x="95693" y="71335"/>
                </a:cubicBezTo>
                <a:cubicBezTo>
                  <a:pt x="95730" y="71260"/>
                  <a:pt x="95730" y="71260"/>
                  <a:pt x="95767" y="71260"/>
                </a:cubicBezTo>
                <a:cubicBezTo>
                  <a:pt x="95803" y="71185"/>
                  <a:pt x="95840" y="71260"/>
                  <a:pt x="95914" y="71260"/>
                </a:cubicBezTo>
                <a:cubicBezTo>
                  <a:pt x="95914" y="71110"/>
                  <a:pt x="95914" y="71034"/>
                  <a:pt x="95914" y="70959"/>
                </a:cubicBezTo>
                <a:cubicBezTo>
                  <a:pt x="95914" y="70821"/>
                  <a:pt x="95950" y="70734"/>
                  <a:pt x="95950" y="70671"/>
                </a:cubicBezTo>
                <a:cubicBezTo>
                  <a:pt x="95987" y="70596"/>
                  <a:pt x="96024" y="70445"/>
                  <a:pt x="96055" y="70370"/>
                </a:cubicBezTo>
                <a:cubicBezTo>
                  <a:pt x="96055" y="70370"/>
                  <a:pt x="96091" y="70370"/>
                  <a:pt x="96128" y="70295"/>
                </a:cubicBezTo>
                <a:cubicBezTo>
                  <a:pt x="96128" y="70295"/>
                  <a:pt x="96165" y="70295"/>
                  <a:pt x="96202" y="70220"/>
                </a:cubicBezTo>
                <a:cubicBezTo>
                  <a:pt x="96202" y="70220"/>
                  <a:pt x="96202" y="70145"/>
                  <a:pt x="96202" y="70069"/>
                </a:cubicBezTo>
                <a:cubicBezTo>
                  <a:pt x="96238" y="69919"/>
                  <a:pt x="96202" y="69844"/>
                  <a:pt x="96202" y="69769"/>
                </a:cubicBezTo>
                <a:cubicBezTo>
                  <a:pt x="96202" y="69706"/>
                  <a:pt x="96238" y="69631"/>
                  <a:pt x="96238" y="69631"/>
                </a:cubicBezTo>
                <a:cubicBezTo>
                  <a:pt x="96238" y="69480"/>
                  <a:pt x="96238" y="69255"/>
                  <a:pt x="96238" y="69104"/>
                </a:cubicBezTo>
                <a:close/>
                <a:moveTo>
                  <a:pt x="96532" y="64944"/>
                </a:moveTo>
                <a:lnTo>
                  <a:pt x="96532" y="64944"/>
                </a:lnTo>
                <a:cubicBezTo>
                  <a:pt x="96349" y="64944"/>
                  <a:pt x="96349" y="64944"/>
                  <a:pt x="96349" y="64944"/>
                </a:cubicBezTo>
                <a:cubicBezTo>
                  <a:pt x="96349" y="64944"/>
                  <a:pt x="96349" y="64944"/>
                  <a:pt x="96349" y="65019"/>
                </a:cubicBezTo>
                <a:lnTo>
                  <a:pt x="96349" y="65019"/>
                </a:lnTo>
                <a:cubicBezTo>
                  <a:pt x="96349" y="65094"/>
                  <a:pt x="96349" y="65094"/>
                  <a:pt x="96349" y="65169"/>
                </a:cubicBezTo>
                <a:lnTo>
                  <a:pt x="96349" y="65169"/>
                </a:lnTo>
                <a:cubicBezTo>
                  <a:pt x="96349" y="65244"/>
                  <a:pt x="96349" y="65244"/>
                  <a:pt x="96349" y="65320"/>
                </a:cubicBezTo>
                <a:cubicBezTo>
                  <a:pt x="96349" y="65320"/>
                  <a:pt x="96349" y="65320"/>
                  <a:pt x="96349" y="65395"/>
                </a:cubicBezTo>
                <a:cubicBezTo>
                  <a:pt x="96349" y="65395"/>
                  <a:pt x="96349" y="65395"/>
                  <a:pt x="96385" y="65470"/>
                </a:cubicBezTo>
                <a:lnTo>
                  <a:pt x="96385" y="65545"/>
                </a:lnTo>
                <a:cubicBezTo>
                  <a:pt x="96385" y="65608"/>
                  <a:pt x="96385" y="65608"/>
                  <a:pt x="96385" y="65608"/>
                </a:cubicBezTo>
                <a:cubicBezTo>
                  <a:pt x="96385" y="65683"/>
                  <a:pt x="96349" y="65683"/>
                  <a:pt x="96349" y="65758"/>
                </a:cubicBezTo>
                <a:cubicBezTo>
                  <a:pt x="96349" y="65758"/>
                  <a:pt x="96312" y="65758"/>
                  <a:pt x="96312" y="65833"/>
                </a:cubicBezTo>
                <a:cubicBezTo>
                  <a:pt x="96312" y="65833"/>
                  <a:pt x="96312" y="65909"/>
                  <a:pt x="96312" y="65984"/>
                </a:cubicBezTo>
                <a:cubicBezTo>
                  <a:pt x="96312" y="66059"/>
                  <a:pt x="96349" y="66134"/>
                  <a:pt x="96349" y="66285"/>
                </a:cubicBezTo>
                <a:cubicBezTo>
                  <a:pt x="96349" y="66360"/>
                  <a:pt x="96312" y="66360"/>
                  <a:pt x="96312" y="66360"/>
                </a:cubicBezTo>
                <a:cubicBezTo>
                  <a:pt x="96275" y="66360"/>
                  <a:pt x="96275" y="66435"/>
                  <a:pt x="96275" y="66435"/>
                </a:cubicBezTo>
                <a:cubicBezTo>
                  <a:pt x="96238" y="66435"/>
                  <a:pt x="96238" y="66435"/>
                  <a:pt x="96202" y="66510"/>
                </a:cubicBezTo>
                <a:cubicBezTo>
                  <a:pt x="96165" y="66510"/>
                  <a:pt x="96128" y="66510"/>
                  <a:pt x="96128" y="66573"/>
                </a:cubicBezTo>
                <a:cubicBezTo>
                  <a:pt x="96091" y="66573"/>
                  <a:pt x="96091" y="66648"/>
                  <a:pt x="96091" y="66648"/>
                </a:cubicBezTo>
                <a:cubicBezTo>
                  <a:pt x="96091" y="66723"/>
                  <a:pt x="96091" y="66723"/>
                  <a:pt x="96091" y="66723"/>
                </a:cubicBezTo>
                <a:cubicBezTo>
                  <a:pt x="96091" y="66798"/>
                  <a:pt x="96091" y="66798"/>
                  <a:pt x="96091" y="66874"/>
                </a:cubicBezTo>
                <a:cubicBezTo>
                  <a:pt x="96091" y="66874"/>
                  <a:pt x="96128" y="66874"/>
                  <a:pt x="96128" y="66949"/>
                </a:cubicBezTo>
                <a:cubicBezTo>
                  <a:pt x="96128" y="67024"/>
                  <a:pt x="96165" y="67024"/>
                  <a:pt x="96165" y="67099"/>
                </a:cubicBezTo>
                <a:cubicBezTo>
                  <a:pt x="96202" y="67099"/>
                  <a:pt x="96202" y="67099"/>
                  <a:pt x="96238" y="67174"/>
                </a:cubicBezTo>
                <a:lnTo>
                  <a:pt x="96275" y="67250"/>
                </a:lnTo>
                <a:cubicBezTo>
                  <a:pt x="96312" y="67250"/>
                  <a:pt x="96349" y="67325"/>
                  <a:pt x="96385" y="67400"/>
                </a:cubicBezTo>
                <a:cubicBezTo>
                  <a:pt x="96385" y="67400"/>
                  <a:pt x="96385" y="67400"/>
                  <a:pt x="96422" y="67400"/>
                </a:cubicBezTo>
                <a:lnTo>
                  <a:pt x="96422" y="67400"/>
                </a:lnTo>
                <a:cubicBezTo>
                  <a:pt x="96422" y="67550"/>
                  <a:pt x="96385" y="67550"/>
                  <a:pt x="96385" y="67688"/>
                </a:cubicBezTo>
                <a:cubicBezTo>
                  <a:pt x="96385" y="67763"/>
                  <a:pt x="96422" y="67763"/>
                  <a:pt x="96422" y="67839"/>
                </a:cubicBezTo>
                <a:cubicBezTo>
                  <a:pt x="96422" y="67914"/>
                  <a:pt x="96422" y="67914"/>
                  <a:pt x="96459" y="67989"/>
                </a:cubicBezTo>
                <a:cubicBezTo>
                  <a:pt x="96496" y="67989"/>
                  <a:pt x="96496" y="67989"/>
                  <a:pt x="96496" y="67989"/>
                </a:cubicBezTo>
                <a:cubicBezTo>
                  <a:pt x="96532" y="67989"/>
                  <a:pt x="96532" y="67989"/>
                  <a:pt x="96563" y="67989"/>
                </a:cubicBezTo>
                <a:cubicBezTo>
                  <a:pt x="96710" y="67989"/>
                  <a:pt x="96710" y="67989"/>
                  <a:pt x="96710" y="67989"/>
                </a:cubicBezTo>
                <a:cubicBezTo>
                  <a:pt x="96710" y="67763"/>
                  <a:pt x="96710" y="67763"/>
                  <a:pt x="96710" y="67763"/>
                </a:cubicBezTo>
                <a:cubicBezTo>
                  <a:pt x="96710" y="67688"/>
                  <a:pt x="96710" y="67688"/>
                  <a:pt x="96710" y="67626"/>
                </a:cubicBezTo>
                <a:cubicBezTo>
                  <a:pt x="96710" y="67325"/>
                  <a:pt x="96710" y="67325"/>
                  <a:pt x="96710" y="67325"/>
                </a:cubicBezTo>
                <a:cubicBezTo>
                  <a:pt x="96710" y="67250"/>
                  <a:pt x="96710" y="67174"/>
                  <a:pt x="96747" y="67099"/>
                </a:cubicBezTo>
                <a:cubicBezTo>
                  <a:pt x="96784" y="67024"/>
                  <a:pt x="96784" y="67024"/>
                  <a:pt x="96820" y="66949"/>
                </a:cubicBezTo>
                <a:lnTo>
                  <a:pt x="96857" y="66949"/>
                </a:lnTo>
                <a:cubicBezTo>
                  <a:pt x="96857" y="66949"/>
                  <a:pt x="96857" y="66874"/>
                  <a:pt x="96894" y="66874"/>
                </a:cubicBezTo>
                <a:lnTo>
                  <a:pt x="96894" y="66798"/>
                </a:lnTo>
                <a:cubicBezTo>
                  <a:pt x="96931" y="66723"/>
                  <a:pt x="96931" y="66723"/>
                  <a:pt x="96931" y="66723"/>
                </a:cubicBezTo>
                <a:cubicBezTo>
                  <a:pt x="96967" y="66648"/>
                  <a:pt x="96967" y="66648"/>
                  <a:pt x="96967" y="66573"/>
                </a:cubicBezTo>
                <a:cubicBezTo>
                  <a:pt x="96967" y="66510"/>
                  <a:pt x="97004" y="66510"/>
                  <a:pt x="97004" y="66435"/>
                </a:cubicBezTo>
                <a:cubicBezTo>
                  <a:pt x="97004" y="66360"/>
                  <a:pt x="97004" y="66360"/>
                  <a:pt x="97004" y="66285"/>
                </a:cubicBezTo>
                <a:cubicBezTo>
                  <a:pt x="97004" y="66209"/>
                  <a:pt x="97004" y="66209"/>
                  <a:pt x="97004" y="66209"/>
                </a:cubicBezTo>
                <a:cubicBezTo>
                  <a:pt x="97004" y="66134"/>
                  <a:pt x="97041" y="66134"/>
                  <a:pt x="97041" y="66059"/>
                </a:cubicBezTo>
                <a:cubicBezTo>
                  <a:pt x="97041" y="65984"/>
                  <a:pt x="97041" y="65984"/>
                  <a:pt x="97041" y="65984"/>
                </a:cubicBezTo>
                <a:cubicBezTo>
                  <a:pt x="97041" y="65984"/>
                  <a:pt x="97041" y="65909"/>
                  <a:pt x="97004" y="65833"/>
                </a:cubicBezTo>
                <a:cubicBezTo>
                  <a:pt x="97004" y="65833"/>
                  <a:pt x="97004" y="65833"/>
                  <a:pt x="97004" y="65758"/>
                </a:cubicBezTo>
                <a:cubicBezTo>
                  <a:pt x="97004" y="65758"/>
                  <a:pt x="97004" y="65758"/>
                  <a:pt x="96967" y="65683"/>
                </a:cubicBezTo>
                <a:cubicBezTo>
                  <a:pt x="96967" y="65683"/>
                  <a:pt x="96967" y="65683"/>
                  <a:pt x="96967" y="65608"/>
                </a:cubicBezTo>
                <a:cubicBezTo>
                  <a:pt x="96967" y="65608"/>
                  <a:pt x="96967" y="65608"/>
                  <a:pt x="96967" y="65545"/>
                </a:cubicBezTo>
                <a:lnTo>
                  <a:pt x="96931" y="65470"/>
                </a:lnTo>
                <a:lnTo>
                  <a:pt x="96931" y="65395"/>
                </a:lnTo>
                <a:lnTo>
                  <a:pt x="96894" y="65320"/>
                </a:lnTo>
                <a:cubicBezTo>
                  <a:pt x="96894" y="65320"/>
                  <a:pt x="96894" y="65244"/>
                  <a:pt x="96857" y="65244"/>
                </a:cubicBezTo>
                <a:cubicBezTo>
                  <a:pt x="96857" y="65244"/>
                  <a:pt x="96857" y="65169"/>
                  <a:pt x="96820" y="65169"/>
                </a:cubicBezTo>
                <a:lnTo>
                  <a:pt x="96784" y="65169"/>
                </a:lnTo>
                <a:cubicBezTo>
                  <a:pt x="96747" y="65169"/>
                  <a:pt x="96747" y="65169"/>
                  <a:pt x="96747" y="65169"/>
                </a:cubicBezTo>
                <a:cubicBezTo>
                  <a:pt x="96710" y="65169"/>
                  <a:pt x="96710" y="65169"/>
                  <a:pt x="96673" y="65094"/>
                </a:cubicBezTo>
                <a:lnTo>
                  <a:pt x="96637" y="65094"/>
                </a:lnTo>
                <a:lnTo>
                  <a:pt x="96637" y="65019"/>
                </a:lnTo>
                <a:cubicBezTo>
                  <a:pt x="96600" y="65019"/>
                  <a:pt x="96600" y="64944"/>
                  <a:pt x="96600" y="64944"/>
                </a:cubicBezTo>
                <a:cubicBezTo>
                  <a:pt x="96563" y="64944"/>
                  <a:pt x="96532" y="64944"/>
                  <a:pt x="96532" y="64944"/>
                </a:cubicBezTo>
                <a:close/>
                <a:moveTo>
                  <a:pt x="96857" y="60407"/>
                </a:moveTo>
                <a:lnTo>
                  <a:pt x="96857" y="60407"/>
                </a:lnTo>
                <a:cubicBezTo>
                  <a:pt x="96857" y="60332"/>
                  <a:pt x="96857" y="60269"/>
                  <a:pt x="96894" y="60194"/>
                </a:cubicBezTo>
                <a:cubicBezTo>
                  <a:pt x="96820" y="60194"/>
                  <a:pt x="96784" y="60194"/>
                  <a:pt x="96747" y="60194"/>
                </a:cubicBezTo>
                <a:cubicBezTo>
                  <a:pt x="96710" y="60194"/>
                  <a:pt x="96673" y="60194"/>
                  <a:pt x="96673" y="60194"/>
                </a:cubicBezTo>
                <a:cubicBezTo>
                  <a:pt x="96637" y="60194"/>
                  <a:pt x="96637" y="60269"/>
                  <a:pt x="96600" y="60332"/>
                </a:cubicBezTo>
                <a:cubicBezTo>
                  <a:pt x="96600" y="60332"/>
                  <a:pt x="96563" y="60407"/>
                  <a:pt x="96532" y="60407"/>
                </a:cubicBezTo>
                <a:cubicBezTo>
                  <a:pt x="96532" y="60482"/>
                  <a:pt x="96496" y="60482"/>
                  <a:pt x="96459" y="60557"/>
                </a:cubicBezTo>
                <a:cubicBezTo>
                  <a:pt x="96459" y="60632"/>
                  <a:pt x="96422" y="60632"/>
                  <a:pt x="96422" y="60708"/>
                </a:cubicBezTo>
                <a:cubicBezTo>
                  <a:pt x="96422" y="60708"/>
                  <a:pt x="96422" y="60783"/>
                  <a:pt x="96385" y="60858"/>
                </a:cubicBezTo>
                <a:lnTo>
                  <a:pt x="96312" y="60858"/>
                </a:lnTo>
                <a:cubicBezTo>
                  <a:pt x="96312" y="60933"/>
                  <a:pt x="96312" y="60933"/>
                  <a:pt x="96312" y="61008"/>
                </a:cubicBezTo>
                <a:cubicBezTo>
                  <a:pt x="96275" y="61084"/>
                  <a:pt x="96275" y="61159"/>
                  <a:pt x="96275" y="61309"/>
                </a:cubicBezTo>
                <a:cubicBezTo>
                  <a:pt x="96275" y="62487"/>
                  <a:pt x="96275" y="62487"/>
                  <a:pt x="96275" y="62487"/>
                </a:cubicBezTo>
                <a:cubicBezTo>
                  <a:pt x="96459" y="62487"/>
                  <a:pt x="96459" y="62487"/>
                  <a:pt x="96459" y="62487"/>
                </a:cubicBezTo>
                <a:cubicBezTo>
                  <a:pt x="96459" y="62412"/>
                  <a:pt x="96459" y="62349"/>
                  <a:pt x="96459" y="62199"/>
                </a:cubicBezTo>
                <a:cubicBezTo>
                  <a:pt x="96459" y="62124"/>
                  <a:pt x="96496" y="62124"/>
                  <a:pt x="96496" y="62049"/>
                </a:cubicBezTo>
                <a:cubicBezTo>
                  <a:pt x="96496" y="61973"/>
                  <a:pt x="96496" y="61973"/>
                  <a:pt x="96496" y="61898"/>
                </a:cubicBezTo>
                <a:cubicBezTo>
                  <a:pt x="96532" y="61823"/>
                  <a:pt x="96563" y="61823"/>
                  <a:pt x="96563" y="61823"/>
                </a:cubicBezTo>
                <a:cubicBezTo>
                  <a:pt x="96600" y="61673"/>
                  <a:pt x="96600" y="61673"/>
                  <a:pt x="96600" y="61673"/>
                </a:cubicBezTo>
                <a:cubicBezTo>
                  <a:pt x="96637" y="61597"/>
                  <a:pt x="96600" y="61522"/>
                  <a:pt x="96600" y="61522"/>
                </a:cubicBezTo>
                <a:cubicBezTo>
                  <a:pt x="96637" y="61447"/>
                  <a:pt x="96673" y="61447"/>
                  <a:pt x="96673" y="61372"/>
                </a:cubicBezTo>
                <a:cubicBezTo>
                  <a:pt x="96710" y="61309"/>
                  <a:pt x="96710" y="61309"/>
                  <a:pt x="96710" y="61234"/>
                </a:cubicBezTo>
                <a:cubicBezTo>
                  <a:pt x="96747" y="61084"/>
                  <a:pt x="96820" y="61084"/>
                  <a:pt x="96857" y="60933"/>
                </a:cubicBezTo>
                <a:cubicBezTo>
                  <a:pt x="96857" y="60858"/>
                  <a:pt x="96894" y="60858"/>
                  <a:pt x="96894" y="60783"/>
                </a:cubicBezTo>
                <a:cubicBezTo>
                  <a:pt x="96894" y="60632"/>
                  <a:pt x="96894" y="60632"/>
                  <a:pt x="96894" y="60632"/>
                </a:cubicBezTo>
                <a:cubicBezTo>
                  <a:pt x="96894" y="60482"/>
                  <a:pt x="96894" y="60482"/>
                  <a:pt x="96894" y="60482"/>
                </a:cubicBezTo>
                <a:cubicBezTo>
                  <a:pt x="96894" y="60482"/>
                  <a:pt x="96857" y="60482"/>
                  <a:pt x="96857" y="60407"/>
                </a:cubicBezTo>
                <a:close/>
                <a:moveTo>
                  <a:pt x="105788" y="44365"/>
                </a:moveTo>
                <a:lnTo>
                  <a:pt x="105788" y="44365"/>
                </a:lnTo>
                <a:cubicBezTo>
                  <a:pt x="105758" y="44365"/>
                  <a:pt x="105721" y="44365"/>
                  <a:pt x="105721" y="44365"/>
                </a:cubicBezTo>
                <a:cubicBezTo>
                  <a:pt x="105647" y="44440"/>
                  <a:pt x="105611" y="44440"/>
                  <a:pt x="105574" y="44578"/>
                </a:cubicBezTo>
                <a:cubicBezTo>
                  <a:pt x="105537" y="44578"/>
                  <a:pt x="105574" y="44653"/>
                  <a:pt x="105537" y="44728"/>
                </a:cubicBezTo>
                <a:cubicBezTo>
                  <a:pt x="105537" y="44728"/>
                  <a:pt x="105537" y="44804"/>
                  <a:pt x="105500" y="44804"/>
                </a:cubicBezTo>
                <a:cubicBezTo>
                  <a:pt x="105500" y="44879"/>
                  <a:pt x="105464" y="44879"/>
                  <a:pt x="105427" y="44879"/>
                </a:cubicBezTo>
                <a:cubicBezTo>
                  <a:pt x="105390" y="44954"/>
                  <a:pt x="105353" y="45029"/>
                  <a:pt x="105316" y="45104"/>
                </a:cubicBezTo>
                <a:cubicBezTo>
                  <a:pt x="105280" y="45104"/>
                  <a:pt x="105243" y="45104"/>
                  <a:pt x="105243" y="45104"/>
                </a:cubicBezTo>
                <a:cubicBezTo>
                  <a:pt x="105176" y="45104"/>
                  <a:pt x="105139" y="45104"/>
                  <a:pt x="105102" y="45104"/>
                </a:cubicBezTo>
                <a:cubicBezTo>
                  <a:pt x="105029" y="45104"/>
                  <a:pt x="105029" y="45104"/>
                  <a:pt x="105029" y="45104"/>
                </a:cubicBezTo>
                <a:cubicBezTo>
                  <a:pt x="104992" y="45104"/>
                  <a:pt x="104992" y="45180"/>
                  <a:pt x="104955" y="45180"/>
                </a:cubicBezTo>
                <a:cubicBezTo>
                  <a:pt x="104882" y="45180"/>
                  <a:pt x="104882" y="45180"/>
                  <a:pt x="104882" y="45180"/>
                </a:cubicBezTo>
                <a:cubicBezTo>
                  <a:pt x="104845" y="45180"/>
                  <a:pt x="104771" y="45104"/>
                  <a:pt x="104741" y="45180"/>
                </a:cubicBezTo>
                <a:cubicBezTo>
                  <a:pt x="104704" y="45180"/>
                  <a:pt x="104704" y="45255"/>
                  <a:pt x="104704" y="45330"/>
                </a:cubicBezTo>
                <a:cubicBezTo>
                  <a:pt x="104667" y="45330"/>
                  <a:pt x="104667" y="45330"/>
                  <a:pt x="104630" y="45405"/>
                </a:cubicBezTo>
                <a:cubicBezTo>
                  <a:pt x="104594" y="45405"/>
                  <a:pt x="104594" y="45405"/>
                  <a:pt x="104557" y="45480"/>
                </a:cubicBezTo>
                <a:cubicBezTo>
                  <a:pt x="104520" y="45480"/>
                  <a:pt x="104483" y="45556"/>
                  <a:pt x="104447" y="45556"/>
                </a:cubicBezTo>
                <a:cubicBezTo>
                  <a:pt x="104410" y="45556"/>
                  <a:pt x="104373" y="45480"/>
                  <a:pt x="104336" y="45480"/>
                </a:cubicBezTo>
                <a:cubicBezTo>
                  <a:pt x="104263" y="45405"/>
                  <a:pt x="104196" y="45330"/>
                  <a:pt x="104122" y="45255"/>
                </a:cubicBezTo>
                <a:cubicBezTo>
                  <a:pt x="104085" y="45180"/>
                  <a:pt x="104085" y="45180"/>
                  <a:pt x="104049" y="45104"/>
                </a:cubicBezTo>
                <a:cubicBezTo>
                  <a:pt x="103975" y="45029"/>
                  <a:pt x="103975" y="44954"/>
                  <a:pt x="103938" y="44804"/>
                </a:cubicBezTo>
                <a:cubicBezTo>
                  <a:pt x="103901" y="44804"/>
                  <a:pt x="103901" y="44804"/>
                  <a:pt x="103865" y="44728"/>
                </a:cubicBezTo>
                <a:cubicBezTo>
                  <a:pt x="103828" y="44728"/>
                  <a:pt x="103828" y="44653"/>
                  <a:pt x="103791" y="44653"/>
                </a:cubicBezTo>
                <a:cubicBezTo>
                  <a:pt x="103724" y="44578"/>
                  <a:pt x="103650" y="44578"/>
                  <a:pt x="103577" y="44578"/>
                </a:cubicBezTo>
                <a:cubicBezTo>
                  <a:pt x="103540" y="44515"/>
                  <a:pt x="103503" y="44515"/>
                  <a:pt x="103467" y="44440"/>
                </a:cubicBezTo>
                <a:cubicBezTo>
                  <a:pt x="103467" y="44515"/>
                  <a:pt x="103467" y="44515"/>
                  <a:pt x="103467" y="44578"/>
                </a:cubicBezTo>
                <a:cubicBezTo>
                  <a:pt x="103430" y="44728"/>
                  <a:pt x="103430" y="44804"/>
                  <a:pt x="103467" y="44879"/>
                </a:cubicBezTo>
                <a:cubicBezTo>
                  <a:pt x="103467" y="44954"/>
                  <a:pt x="103467" y="45029"/>
                  <a:pt x="103467" y="45029"/>
                </a:cubicBezTo>
                <a:cubicBezTo>
                  <a:pt x="103467" y="45180"/>
                  <a:pt x="103467" y="45255"/>
                  <a:pt x="103467" y="45330"/>
                </a:cubicBezTo>
                <a:cubicBezTo>
                  <a:pt x="103467" y="45405"/>
                  <a:pt x="103467" y="45480"/>
                  <a:pt x="103467" y="45480"/>
                </a:cubicBezTo>
                <a:cubicBezTo>
                  <a:pt x="103467" y="45556"/>
                  <a:pt x="103467" y="45556"/>
                  <a:pt x="103467" y="45631"/>
                </a:cubicBezTo>
                <a:cubicBezTo>
                  <a:pt x="103467" y="45693"/>
                  <a:pt x="103430" y="45693"/>
                  <a:pt x="103393" y="45769"/>
                </a:cubicBezTo>
                <a:cubicBezTo>
                  <a:pt x="103393" y="45769"/>
                  <a:pt x="103393" y="45844"/>
                  <a:pt x="103356" y="45844"/>
                </a:cubicBezTo>
                <a:cubicBezTo>
                  <a:pt x="103356" y="45919"/>
                  <a:pt x="103320" y="45919"/>
                  <a:pt x="103283" y="45919"/>
                </a:cubicBezTo>
                <a:cubicBezTo>
                  <a:pt x="103283" y="45994"/>
                  <a:pt x="103246" y="45994"/>
                  <a:pt x="103246" y="46069"/>
                </a:cubicBezTo>
                <a:cubicBezTo>
                  <a:pt x="103209" y="46220"/>
                  <a:pt x="103209" y="46370"/>
                  <a:pt x="103209" y="46521"/>
                </a:cubicBezTo>
                <a:cubicBezTo>
                  <a:pt x="103179" y="46521"/>
                  <a:pt x="103179" y="46596"/>
                  <a:pt x="103142" y="46596"/>
                </a:cubicBezTo>
                <a:cubicBezTo>
                  <a:pt x="103105" y="46596"/>
                  <a:pt x="103105" y="46521"/>
                  <a:pt x="103068" y="46445"/>
                </a:cubicBezTo>
                <a:cubicBezTo>
                  <a:pt x="103068" y="46445"/>
                  <a:pt x="103068" y="46370"/>
                  <a:pt x="103032" y="46295"/>
                </a:cubicBezTo>
                <a:cubicBezTo>
                  <a:pt x="103032" y="46370"/>
                  <a:pt x="102995" y="46445"/>
                  <a:pt x="102995" y="46521"/>
                </a:cubicBezTo>
                <a:cubicBezTo>
                  <a:pt x="102995" y="46521"/>
                  <a:pt x="102995" y="46596"/>
                  <a:pt x="102995" y="46659"/>
                </a:cubicBezTo>
                <a:cubicBezTo>
                  <a:pt x="102958" y="46659"/>
                  <a:pt x="102921" y="46596"/>
                  <a:pt x="102921" y="46659"/>
                </a:cubicBezTo>
                <a:cubicBezTo>
                  <a:pt x="102885" y="46659"/>
                  <a:pt x="102885" y="46746"/>
                  <a:pt x="102848" y="46746"/>
                </a:cubicBezTo>
                <a:cubicBezTo>
                  <a:pt x="102811" y="46884"/>
                  <a:pt x="102774" y="46959"/>
                  <a:pt x="102774" y="47110"/>
                </a:cubicBezTo>
                <a:cubicBezTo>
                  <a:pt x="102774" y="47185"/>
                  <a:pt x="102774" y="47260"/>
                  <a:pt x="102811" y="47335"/>
                </a:cubicBezTo>
                <a:cubicBezTo>
                  <a:pt x="102811" y="47410"/>
                  <a:pt x="102848" y="47410"/>
                  <a:pt x="102885" y="47410"/>
                </a:cubicBezTo>
                <a:cubicBezTo>
                  <a:pt x="102885" y="47486"/>
                  <a:pt x="102921" y="47486"/>
                  <a:pt x="102958" y="47561"/>
                </a:cubicBezTo>
                <a:cubicBezTo>
                  <a:pt x="102958" y="47636"/>
                  <a:pt x="102921" y="47711"/>
                  <a:pt x="102958" y="47711"/>
                </a:cubicBezTo>
                <a:cubicBezTo>
                  <a:pt x="102958" y="47774"/>
                  <a:pt x="102995" y="47774"/>
                  <a:pt x="102995" y="47774"/>
                </a:cubicBezTo>
                <a:cubicBezTo>
                  <a:pt x="103032" y="47774"/>
                  <a:pt x="103032" y="47774"/>
                  <a:pt x="103032" y="47774"/>
                </a:cubicBezTo>
                <a:cubicBezTo>
                  <a:pt x="103105" y="47774"/>
                  <a:pt x="103105" y="47711"/>
                  <a:pt x="103142" y="47711"/>
                </a:cubicBezTo>
                <a:cubicBezTo>
                  <a:pt x="103142" y="48075"/>
                  <a:pt x="103142" y="48075"/>
                  <a:pt x="103142" y="48075"/>
                </a:cubicBezTo>
                <a:cubicBezTo>
                  <a:pt x="102885" y="48075"/>
                  <a:pt x="102885" y="48075"/>
                  <a:pt x="102885" y="48075"/>
                </a:cubicBezTo>
                <a:cubicBezTo>
                  <a:pt x="102885" y="48150"/>
                  <a:pt x="102885" y="48225"/>
                  <a:pt x="102885" y="48375"/>
                </a:cubicBezTo>
                <a:cubicBezTo>
                  <a:pt x="102885" y="48526"/>
                  <a:pt x="102885" y="48526"/>
                  <a:pt x="102885" y="48526"/>
                </a:cubicBezTo>
                <a:cubicBezTo>
                  <a:pt x="102885" y="48601"/>
                  <a:pt x="102885" y="48676"/>
                  <a:pt x="102885" y="48676"/>
                </a:cubicBezTo>
                <a:cubicBezTo>
                  <a:pt x="102885" y="48739"/>
                  <a:pt x="102848" y="48814"/>
                  <a:pt x="102848" y="48814"/>
                </a:cubicBezTo>
                <a:cubicBezTo>
                  <a:pt x="102848" y="48889"/>
                  <a:pt x="102811" y="48889"/>
                  <a:pt x="102811" y="48965"/>
                </a:cubicBezTo>
                <a:cubicBezTo>
                  <a:pt x="102811" y="49040"/>
                  <a:pt x="102848" y="49040"/>
                  <a:pt x="102848" y="49115"/>
                </a:cubicBezTo>
                <a:cubicBezTo>
                  <a:pt x="102848" y="49641"/>
                  <a:pt x="102848" y="49641"/>
                  <a:pt x="102848" y="49641"/>
                </a:cubicBezTo>
                <a:cubicBezTo>
                  <a:pt x="102848" y="49716"/>
                  <a:pt x="102848" y="49792"/>
                  <a:pt x="102848" y="49930"/>
                </a:cubicBezTo>
                <a:cubicBezTo>
                  <a:pt x="102848" y="49930"/>
                  <a:pt x="102848" y="50005"/>
                  <a:pt x="102811" y="50080"/>
                </a:cubicBezTo>
                <a:cubicBezTo>
                  <a:pt x="102811" y="50080"/>
                  <a:pt x="102774" y="50080"/>
                  <a:pt x="102738" y="50155"/>
                </a:cubicBezTo>
                <a:cubicBezTo>
                  <a:pt x="102738" y="50155"/>
                  <a:pt x="102707" y="50155"/>
                  <a:pt x="102664" y="50155"/>
                </a:cubicBezTo>
                <a:cubicBezTo>
                  <a:pt x="102633" y="50155"/>
                  <a:pt x="102633" y="50230"/>
                  <a:pt x="102597" y="50306"/>
                </a:cubicBezTo>
                <a:cubicBezTo>
                  <a:pt x="102597" y="50381"/>
                  <a:pt x="102560" y="50456"/>
                  <a:pt x="102523" y="50606"/>
                </a:cubicBezTo>
                <a:cubicBezTo>
                  <a:pt x="102523" y="50681"/>
                  <a:pt x="102486" y="50681"/>
                  <a:pt x="102450" y="50757"/>
                </a:cubicBezTo>
                <a:cubicBezTo>
                  <a:pt x="102413" y="50819"/>
                  <a:pt x="102376" y="50907"/>
                  <a:pt x="102339" y="50970"/>
                </a:cubicBezTo>
                <a:cubicBezTo>
                  <a:pt x="102339" y="50970"/>
                  <a:pt x="102339" y="50907"/>
                  <a:pt x="102339" y="50819"/>
                </a:cubicBezTo>
                <a:cubicBezTo>
                  <a:pt x="102339" y="50819"/>
                  <a:pt x="102376" y="50757"/>
                  <a:pt x="102376" y="50681"/>
                </a:cubicBezTo>
                <a:cubicBezTo>
                  <a:pt x="102376" y="50606"/>
                  <a:pt x="102339" y="50531"/>
                  <a:pt x="102339" y="50456"/>
                </a:cubicBezTo>
                <a:lnTo>
                  <a:pt x="102303" y="50456"/>
                </a:lnTo>
                <a:cubicBezTo>
                  <a:pt x="102303" y="50531"/>
                  <a:pt x="102303" y="50606"/>
                  <a:pt x="102266" y="50606"/>
                </a:cubicBezTo>
                <a:cubicBezTo>
                  <a:pt x="102266" y="50757"/>
                  <a:pt x="102266" y="50819"/>
                  <a:pt x="102266" y="50907"/>
                </a:cubicBezTo>
                <a:cubicBezTo>
                  <a:pt x="102015" y="50907"/>
                  <a:pt x="102015" y="50907"/>
                  <a:pt x="102015" y="50907"/>
                </a:cubicBezTo>
                <a:cubicBezTo>
                  <a:pt x="102015" y="51496"/>
                  <a:pt x="102015" y="51496"/>
                  <a:pt x="102015" y="51496"/>
                </a:cubicBezTo>
                <a:cubicBezTo>
                  <a:pt x="101941" y="51496"/>
                  <a:pt x="101941" y="51496"/>
                  <a:pt x="101941" y="51496"/>
                </a:cubicBezTo>
                <a:cubicBezTo>
                  <a:pt x="101905" y="51496"/>
                  <a:pt x="101868" y="51496"/>
                  <a:pt x="101868" y="51496"/>
                </a:cubicBezTo>
                <a:cubicBezTo>
                  <a:pt x="101831" y="51421"/>
                  <a:pt x="101831" y="51346"/>
                  <a:pt x="101831" y="51346"/>
                </a:cubicBezTo>
                <a:cubicBezTo>
                  <a:pt x="101794" y="51195"/>
                  <a:pt x="101831" y="51120"/>
                  <a:pt x="101831" y="51045"/>
                </a:cubicBezTo>
                <a:cubicBezTo>
                  <a:pt x="101758" y="50970"/>
                  <a:pt x="101758" y="50970"/>
                  <a:pt x="101758" y="50970"/>
                </a:cubicBezTo>
                <a:cubicBezTo>
                  <a:pt x="101758" y="51045"/>
                  <a:pt x="101721" y="51045"/>
                  <a:pt x="101721" y="51120"/>
                </a:cubicBezTo>
                <a:cubicBezTo>
                  <a:pt x="101721" y="51195"/>
                  <a:pt x="101721" y="51271"/>
                  <a:pt x="101721" y="51346"/>
                </a:cubicBezTo>
                <a:cubicBezTo>
                  <a:pt x="101721" y="51421"/>
                  <a:pt x="101721" y="51496"/>
                  <a:pt x="101690" y="51571"/>
                </a:cubicBezTo>
                <a:cubicBezTo>
                  <a:pt x="101690" y="51646"/>
                  <a:pt x="101647" y="51646"/>
                  <a:pt x="101617" y="51646"/>
                </a:cubicBezTo>
                <a:cubicBezTo>
                  <a:pt x="101580" y="51646"/>
                  <a:pt x="101543" y="51646"/>
                  <a:pt x="101506" y="51646"/>
                </a:cubicBezTo>
                <a:cubicBezTo>
                  <a:pt x="101506" y="52536"/>
                  <a:pt x="101506" y="52536"/>
                  <a:pt x="101506" y="52536"/>
                </a:cubicBezTo>
                <a:cubicBezTo>
                  <a:pt x="101359" y="52536"/>
                  <a:pt x="101359" y="52536"/>
                  <a:pt x="101359" y="52536"/>
                </a:cubicBezTo>
                <a:cubicBezTo>
                  <a:pt x="101323" y="52461"/>
                  <a:pt x="101286" y="52461"/>
                  <a:pt x="101286" y="52461"/>
                </a:cubicBezTo>
                <a:cubicBezTo>
                  <a:pt x="101249" y="52386"/>
                  <a:pt x="101286" y="52311"/>
                  <a:pt x="101249" y="52311"/>
                </a:cubicBezTo>
                <a:cubicBezTo>
                  <a:pt x="101249" y="52236"/>
                  <a:pt x="101212" y="52236"/>
                  <a:pt x="101176" y="52160"/>
                </a:cubicBezTo>
                <a:lnTo>
                  <a:pt x="101145" y="52160"/>
                </a:lnTo>
                <a:cubicBezTo>
                  <a:pt x="101108" y="52236"/>
                  <a:pt x="101071" y="52386"/>
                  <a:pt x="101035" y="52461"/>
                </a:cubicBezTo>
                <a:cubicBezTo>
                  <a:pt x="101035" y="52461"/>
                  <a:pt x="100998" y="52461"/>
                  <a:pt x="100961" y="52461"/>
                </a:cubicBezTo>
                <a:cubicBezTo>
                  <a:pt x="100924" y="52461"/>
                  <a:pt x="100888" y="52461"/>
                  <a:pt x="100814" y="52461"/>
                </a:cubicBezTo>
                <a:cubicBezTo>
                  <a:pt x="100741" y="52386"/>
                  <a:pt x="100673" y="52386"/>
                  <a:pt x="100600" y="52461"/>
                </a:cubicBezTo>
                <a:cubicBezTo>
                  <a:pt x="100563" y="52461"/>
                  <a:pt x="100563" y="52386"/>
                  <a:pt x="100526" y="52461"/>
                </a:cubicBezTo>
                <a:cubicBezTo>
                  <a:pt x="100490" y="52461"/>
                  <a:pt x="100490" y="52461"/>
                  <a:pt x="100453" y="52536"/>
                </a:cubicBezTo>
                <a:cubicBezTo>
                  <a:pt x="100453" y="52536"/>
                  <a:pt x="100416" y="52536"/>
                  <a:pt x="100379" y="52536"/>
                </a:cubicBezTo>
                <a:cubicBezTo>
                  <a:pt x="100343" y="52536"/>
                  <a:pt x="100306" y="52536"/>
                  <a:pt x="100232" y="52536"/>
                </a:cubicBezTo>
                <a:cubicBezTo>
                  <a:pt x="100196" y="52612"/>
                  <a:pt x="100159" y="52687"/>
                  <a:pt x="100128" y="52762"/>
                </a:cubicBezTo>
                <a:cubicBezTo>
                  <a:pt x="100128" y="52837"/>
                  <a:pt x="100091" y="52900"/>
                  <a:pt x="100091" y="52900"/>
                </a:cubicBezTo>
                <a:cubicBezTo>
                  <a:pt x="100091" y="52987"/>
                  <a:pt x="100091" y="52987"/>
                  <a:pt x="100091" y="53050"/>
                </a:cubicBezTo>
                <a:cubicBezTo>
                  <a:pt x="100091" y="53201"/>
                  <a:pt x="100091" y="53276"/>
                  <a:pt x="100091" y="53351"/>
                </a:cubicBezTo>
                <a:cubicBezTo>
                  <a:pt x="99761" y="53351"/>
                  <a:pt x="99761" y="53351"/>
                  <a:pt x="99761" y="53351"/>
                </a:cubicBezTo>
                <a:cubicBezTo>
                  <a:pt x="99761" y="53426"/>
                  <a:pt x="99761" y="53501"/>
                  <a:pt x="99761" y="53501"/>
                </a:cubicBezTo>
                <a:cubicBezTo>
                  <a:pt x="99761" y="53652"/>
                  <a:pt x="99761" y="53727"/>
                  <a:pt x="99761" y="53802"/>
                </a:cubicBezTo>
                <a:cubicBezTo>
                  <a:pt x="99724" y="53802"/>
                  <a:pt x="99687" y="53802"/>
                  <a:pt x="99614" y="53877"/>
                </a:cubicBezTo>
                <a:cubicBezTo>
                  <a:pt x="99583" y="53877"/>
                  <a:pt x="99583" y="53877"/>
                  <a:pt x="99546" y="53877"/>
                </a:cubicBezTo>
                <a:cubicBezTo>
                  <a:pt x="99509" y="53953"/>
                  <a:pt x="99509" y="53953"/>
                  <a:pt x="99509" y="54015"/>
                </a:cubicBezTo>
                <a:cubicBezTo>
                  <a:pt x="99473" y="54090"/>
                  <a:pt x="99473" y="54090"/>
                  <a:pt x="99436" y="54166"/>
                </a:cubicBezTo>
                <a:cubicBezTo>
                  <a:pt x="99436" y="54241"/>
                  <a:pt x="99436" y="54241"/>
                  <a:pt x="99436" y="54316"/>
                </a:cubicBezTo>
                <a:cubicBezTo>
                  <a:pt x="99436" y="54391"/>
                  <a:pt x="99399" y="54391"/>
                  <a:pt x="99399" y="54466"/>
                </a:cubicBezTo>
                <a:cubicBezTo>
                  <a:pt x="99399" y="54542"/>
                  <a:pt x="99362" y="54542"/>
                  <a:pt x="99362" y="54617"/>
                </a:cubicBezTo>
                <a:cubicBezTo>
                  <a:pt x="99399" y="54617"/>
                  <a:pt x="99436" y="54692"/>
                  <a:pt x="99473" y="54692"/>
                </a:cubicBezTo>
                <a:cubicBezTo>
                  <a:pt x="99509" y="54692"/>
                  <a:pt x="99546" y="54692"/>
                  <a:pt x="99614" y="54692"/>
                </a:cubicBezTo>
                <a:cubicBezTo>
                  <a:pt x="99687" y="54692"/>
                  <a:pt x="99724" y="54692"/>
                  <a:pt x="99761" y="54692"/>
                </a:cubicBezTo>
                <a:cubicBezTo>
                  <a:pt x="99797" y="54692"/>
                  <a:pt x="99761" y="54617"/>
                  <a:pt x="99761" y="54617"/>
                </a:cubicBezTo>
                <a:cubicBezTo>
                  <a:pt x="99761" y="54692"/>
                  <a:pt x="99797" y="54767"/>
                  <a:pt x="99761" y="54767"/>
                </a:cubicBezTo>
                <a:cubicBezTo>
                  <a:pt x="99761" y="54842"/>
                  <a:pt x="99761" y="54918"/>
                  <a:pt x="99761" y="54918"/>
                </a:cubicBezTo>
                <a:cubicBezTo>
                  <a:pt x="99761" y="54980"/>
                  <a:pt x="99724" y="54980"/>
                  <a:pt x="99687" y="55068"/>
                </a:cubicBezTo>
                <a:cubicBezTo>
                  <a:pt x="99687" y="55206"/>
                  <a:pt x="99687" y="55206"/>
                  <a:pt x="99687" y="55206"/>
                </a:cubicBezTo>
                <a:cubicBezTo>
                  <a:pt x="99656" y="55281"/>
                  <a:pt x="99614" y="55281"/>
                  <a:pt x="99614" y="55356"/>
                </a:cubicBezTo>
                <a:cubicBezTo>
                  <a:pt x="99614" y="55431"/>
                  <a:pt x="99614" y="55507"/>
                  <a:pt x="99614" y="55582"/>
                </a:cubicBezTo>
                <a:cubicBezTo>
                  <a:pt x="99614" y="55807"/>
                  <a:pt x="99687" y="55958"/>
                  <a:pt x="99797" y="55958"/>
                </a:cubicBezTo>
                <a:cubicBezTo>
                  <a:pt x="99908" y="55958"/>
                  <a:pt x="99908" y="55958"/>
                  <a:pt x="99908" y="55958"/>
                </a:cubicBezTo>
                <a:cubicBezTo>
                  <a:pt x="99908" y="55732"/>
                  <a:pt x="99908" y="55657"/>
                  <a:pt x="99908" y="55507"/>
                </a:cubicBezTo>
                <a:cubicBezTo>
                  <a:pt x="99908" y="55431"/>
                  <a:pt x="99908" y="55281"/>
                  <a:pt x="99944" y="55206"/>
                </a:cubicBezTo>
                <a:cubicBezTo>
                  <a:pt x="99981" y="55131"/>
                  <a:pt x="100055" y="55131"/>
                  <a:pt x="100091" y="55131"/>
                </a:cubicBezTo>
                <a:cubicBezTo>
                  <a:pt x="100159" y="55068"/>
                  <a:pt x="100232" y="54980"/>
                  <a:pt x="100232" y="54842"/>
                </a:cubicBezTo>
                <a:cubicBezTo>
                  <a:pt x="100232" y="54692"/>
                  <a:pt x="100159" y="54617"/>
                  <a:pt x="100159" y="54466"/>
                </a:cubicBezTo>
                <a:cubicBezTo>
                  <a:pt x="100128" y="54391"/>
                  <a:pt x="100159" y="54391"/>
                  <a:pt x="100159" y="54316"/>
                </a:cubicBezTo>
                <a:cubicBezTo>
                  <a:pt x="100128" y="54241"/>
                  <a:pt x="100159" y="54166"/>
                  <a:pt x="100159" y="54015"/>
                </a:cubicBezTo>
                <a:cubicBezTo>
                  <a:pt x="100128" y="54015"/>
                  <a:pt x="100091" y="54090"/>
                  <a:pt x="100091" y="54090"/>
                </a:cubicBezTo>
                <a:cubicBezTo>
                  <a:pt x="100018" y="54090"/>
                  <a:pt x="99981" y="54090"/>
                  <a:pt x="99908" y="54015"/>
                </a:cubicBezTo>
                <a:cubicBezTo>
                  <a:pt x="99944" y="54015"/>
                  <a:pt x="99908" y="53953"/>
                  <a:pt x="99908" y="53877"/>
                </a:cubicBezTo>
                <a:cubicBezTo>
                  <a:pt x="99944" y="53877"/>
                  <a:pt x="99981" y="53877"/>
                  <a:pt x="99981" y="53802"/>
                </a:cubicBezTo>
                <a:cubicBezTo>
                  <a:pt x="100018" y="53802"/>
                  <a:pt x="100018" y="53727"/>
                  <a:pt x="100055" y="53727"/>
                </a:cubicBezTo>
                <a:cubicBezTo>
                  <a:pt x="100128" y="53727"/>
                  <a:pt x="100159" y="53727"/>
                  <a:pt x="100196" y="53727"/>
                </a:cubicBezTo>
                <a:cubicBezTo>
                  <a:pt x="100269" y="53727"/>
                  <a:pt x="100306" y="53652"/>
                  <a:pt x="100379" y="53577"/>
                </a:cubicBezTo>
                <a:cubicBezTo>
                  <a:pt x="100453" y="53501"/>
                  <a:pt x="100490" y="53351"/>
                  <a:pt x="100600" y="53351"/>
                </a:cubicBezTo>
                <a:cubicBezTo>
                  <a:pt x="100600" y="53276"/>
                  <a:pt x="100630" y="53351"/>
                  <a:pt x="100673" y="53351"/>
                </a:cubicBezTo>
                <a:lnTo>
                  <a:pt x="100704" y="53276"/>
                </a:lnTo>
                <a:cubicBezTo>
                  <a:pt x="100777" y="53276"/>
                  <a:pt x="100814" y="53276"/>
                  <a:pt x="100851" y="53276"/>
                </a:cubicBezTo>
                <a:cubicBezTo>
                  <a:pt x="100888" y="53276"/>
                  <a:pt x="100924" y="53276"/>
                  <a:pt x="100924" y="53276"/>
                </a:cubicBezTo>
                <a:cubicBezTo>
                  <a:pt x="100961" y="53276"/>
                  <a:pt x="100961" y="53201"/>
                  <a:pt x="100998" y="53201"/>
                </a:cubicBezTo>
                <a:cubicBezTo>
                  <a:pt x="101071" y="53201"/>
                  <a:pt x="101145" y="53201"/>
                  <a:pt x="101212" y="53201"/>
                </a:cubicBezTo>
                <a:cubicBezTo>
                  <a:pt x="101249" y="53201"/>
                  <a:pt x="101249" y="53201"/>
                  <a:pt x="101286" y="53201"/>
                </a:cubicBezTo>
                <a:cubicBezTo>
                  <a:pt x="101249" y="53201"/>
                  <a:pt x="101249" y="53276"/>
                  <a:pt x="101212" y="53351"/>
                </a:cubicBezTo>
                <a:cubicBezTo>
                  <a:pt x="101212" y="53351"/>
                  <a:pt x="101176" y="53351"/>
                  <a:pt x="101145" y="53351"/>
                </a:cubicBezTo>
                <a:cubicBezTo>
                  <a:pt x="101108" y="53351"/>
                  <a:pt x="101071" y="53276"/>
                  <a:pt x="101035" y="53351"/>
                </a:cubicBezTo>
                <a:cubicBezTo>
                  <a:pt x="100888" y="53351"/>
                  <a:pt x="100851" y="53577"/>
                  <a:pt x="100741" y="53577"/>
                </a:cubicBezTo>
                <a:cubicBezTo>
                  <a:pt x="100379" y="53577"/>
                  <a:pt x="100379" y="53577"/>
                  <a:pt x="100379" y="53577"/>
                </a:cubicBezTo>
                <a:cubicBezTo>
                  <a:pt x="100379" y="54542"/>
                  <a:pt x="100379" y="54542"/>
                  <a:pt x="100379" y="54542"/>
                </a:cubicBezTo>
                <a:cubicBezTo>
                  <a:pt x="100526" y="54542"/>
                  <a:pt x="100526" y="54542"/>
                  <a:pt x="100526" y="54542"/>
                </a:cubicBezTo>
                <a:cubicBezTo>
                  <a:pt x="100563" y="54542"/>
                  <a:pt x="100600" y="54542"/>
                  <a:pt x="100630" y="54466"/>
                </a:cubicBezTo>
                <a:cubicBezTo>
                  <a:pt x="100673" y="54466"/>
                  <a:pt x="100704" y="54391"/>
                  <a:pt x="100741" y="54391"/>
                </a:cubicBezTo>
                <a:cubicBezTo>
                  <a:pt x="100777" y="54316"/>
                  <a:pt x="100777" y="54241"/>
                  <a:pt x="100777" y="54241"/>
                </a:cubicBezTo>
                <a:cubicBezTo>
                  <a:pt x="100814" y="54166"/>
                  <a:pt x="100814" y="54090"/>
                  <a:pt x="100851" y="54090"/>
                </a:cubicBezTo>
                <a:cubicBezTo>
                  <a:pt x="100888" y="54015"/>
                  <a:pt x="100888" y="53953"/>
                  <a:pt x="100924" y="53953"/>
                </a:cubicBezTo>
                <a:cubicBezTo>
                  <a:pt x="100961" y="53953"/>
                  <a:pt x="100998" y="53953"/>
                  <a:pt x="100998" y="53953"/>
                </a:cubicBezTo>
                <a:cubicBezTo>
                  <a:pt x="101035" y="53953"/>
                  <a:pt x="101108" y="53953"/>
                  <a:pt x="101145" y="53953"/>
                </a:cubicBezTo>
                <a:cubicBezTo>
                  <a:pt x="101176" y="53877"/>
                  <a:pt x="101176" y="53802"/>
                  <a:pt x="101176" y="53802"/>
                </a:cubicBezTo>
                <a:cubicBezTo>
                  <a:pt x="101176" y="53727"/>
                  <a:pt x="101176" y="53727"/>
                  <a:pt x="101176" y="53652"/>
                </a:cubicBezTo>
                <a:cubicBezTo>
                  <a:pt x="101176" y="53577"/>
                  <a:pt x="101212" y="53577"/>
                  <a:pt x="101249" y="53577"/>
                </a:cubicBezTo>
                <a:cubicBezTo>
                  <a:pt x="101249" y="53652"/>
                  <a:pt x="101286" y="53652"/>
                  <a:pt x="101286" y="53727"/>
                </a:cubicBezTo>
                <a:cubicBezTo>
                  <a:pt x="101323" y="53727"/>
                  <a:pt x="101286" y="53802"/>
                  <a:pt x="101286" y="53877"/>
                </a:cubicBezTo>
                <a:cubicBezTo>
                  <a:pt x="101323" y="53953"/>
                  <a:pt x="101359" y="53953"/>
                  <a:pt x="101359" y="53953"/>
                </a:cubicBezTo>
                <a:cubicBezTo>
                  <a:pt x="101396" y="54015"/>
                  <a:pt x="101433" y="54015"/>
                  <a:pt x="101470" y="54015"/>
                </a:cubicBezTo>
                <a:cubicBezTo>
                  <a:pt x="101543" y="54015"/>
                  <a:pt x="101543" y="53953"/>
                  <a:pt x="101580" y="53877"/>
                </a:cubicBezTo>
                <a:cubicBezTo>
                  <a:pt x="101580" y="53802"/>
                  <a:pt x="101580" y="53727"/>
                  <a:pt x="101617" y="53727"/>
                </a:cubicBezTo>
                <a:cubicBezTo>
                  <a:pt x="101647" y="53577"/>
                  <a:pt x="101721" y="53652"/>
                  <a:pt x="101794" y="53652"/>
                </a:cubicBezTo>
                <a:cubicBezTo>
                  <a:pt x="101794" y="53577"/>
                  <a:pt x="101794" y="53577"/>
                  <a:pt x="101794" y="53501"/>
                </a:cubicBezTo>
                <a:cubicBezTo>
                  <a:pt x="101794" y="53426"/>
                  <a:pt x="101831" y="53426"/>
                  <a:pt x="101831" y="53351"/>
                </a:cubicBezTo>
                <a:cubicBezTo>
                  <a:pt x="101831" y="53276"/>
                  <a:pt x="101794" y="53276"/>
                  <a:pt x="101794" y="53201"/>
                </a:cubicBezTo>
                <a:cubicBezTo>
                  <a:pt x="101794" y="53201"/>
                  <a:pt x="101794" y="53125"/>
                  <a:pt x="101794" y="53050"/>
                </a:cubicBezTo>
                <a:cubicBezTo>
                  <a:pt x="101868" y="52987"/>
                  <a:pt x="101868" y="52987"/>
                  <a:pt x="101868" y="52987"/>
                </a:cubicBezTo>
                <a:cubicBezTo>
                  <a:pt x="102633" y="53050"/>
                  <a:pt x="102633" y="53050"/>
                  <a:pt x="102633" y="53050"/>
                </a:cubicBezTo>
                <a:cubicBezTo>
                  <a:pt x="102707" y="52987"/>
                  <a:pt x="102707" y="52837"/>
                  <a:pt x="102774" y="52837"/>
                </a:cubicBezTo>
                <a:cubicBezTo>
                  <a:pt x="102811" y="52762"/>
                  <a:pt x="102848" y="52837"/>
                  <a:pt x="102921" y="52837"/>
                </a:cubicBezTo>
                <a:cubicBezTo>
                  <a:pt x="102995" y="52837"/>
                  <a:pt x="103032" y="52762"/>
                  <a:pt x="103032" y="52687"/>
                </a:cubicBezTo>
                <a:cubicBezTo>
                  <a:pt x="103068" y="52612"/>
                  <a:pt x="103105" y="52536"/>
                  <a:pt x="103105" y="52386"/>
                </a:cubicBezTo>
                <a:cubicBezTo>
                  <a:pt x="103105" y="51722"/>
                  <a:pt x="103105" y="51722"/>
                  <a:pt x="103105" y="51722"/>
                </a:cubicBezTo>
                <a:cubicBezTo>
                  <a:pt x="103105" y="51646"/>
                  <a:pt x="103142" y="51646"/>
                  <a:pt x="103142" y="51571"/>
                </a:cubicBezTo>
                <a:cubicBezTo>
                  <a:pt x="103142" y="51496"/>
                  <a:pt x="103142" y="51496"/>
                  <a:pt x="103142" y="51421"/>
                </a:cubicBezTo>
                <a:cubicBezTo>
                  <a:pt x="103179" y="51271"/>
                  <a:pt x="103246" y="51271"/>
                  <a:pt x="103246" y="51120"/>
                </a:cubicBezTo>
                <a:cubicBezTo>
                  <a:pt x="103246" y="50970"/>
                  <a:pt x="103246" y="50970"/>
                  <a:pt x="103246" y="50970"/>
                </a:cubicBezTo>
                <a:cubicBezTo>
                  <a:pt x="103246" y="50907"/>
                  <a:pt x="103246" y="50819"/>
                  <a:pt x="103246" y="50681"/>
                </a:cubicBezTo>
                <a:cubicBezTo>
                  <a:pt x="103246" y="50456"/>
                  <a:pt x="103246" y="50456"/>
                  <a:pt x="103246" y="50456"/>
                </a:cubicBezTo>
                <a:cubicBezTo>
                  <a:pt x="103246" y="50381"/>
                  <a:pt x="103209" y="50306"/>
                  <a:pt x="103246" y="50230"/>
                </a:cubicBezTo>
                <a:cubicBezTo>
                  <a:pt x="103246" y="50155"/>
                  <a:pt x="103283" y="50155"/>
                  <a:pt x="103320" y="50155"/>
                </a:cubicBezTo>
                <a:cubicBezTo>
                  <a:pt x="103356" y="50080"/>
                  <a:pt x="103393" y="50080"/>
                  <a:pt x="103393" y="50080"/>
                </a:cubicBezTo>
                <a:cubicBezTo>
                  <a:pt x="103430" y="49930"/>
                  <a:pt x="103393" y="49792"/>
                  <a:pt x="103430" y="49641"/>
                </a:cubicBezTo>
                <a:cubicBezTo>
                  <a:pt x="103430" y="49566"/>
                  <a:pt x="103430" y="49566"/>
                  <a:pt x="103430" y="49491"/>
                </a:cubicBezTo>
                <a:cubicBezTo>
                  <a:pt x="103430" y="49416"/>
                  <a:pt x="103467" y="49340"/>
                  <a:pt x="103467" y="49190"/>
                </a:cubicBezTo>
                <a:cubicBezTo>
                  <a:pt x="103503" y="49115"/>
                  <a:pt x="103540" y="49115"/>
                  <a:pt x="103540" y="49040"/>
                </a:cubicBezTo>
                <a:cubicBezTo>
                  <a:pt x="103577" y="48965"/>
                  <a:pt x="103540" y="48889"/>
                  <a:pt x="103540" y="48739"/>
                </a:cubicBezTo>
                <a:cubicBezTo>
                  <a:pt x="103540" y="48676"/>
                  <a:pt x="103577" y="48526"/>
                  <a:pt x="103540" y="48451"/>
                </a:cubicBezTo>
                <a:cubicBezTo>
                  <a:pt x="103540" y="48375"/>
                  <a:pt x="103467" y="48375"/>
                  <a:pt x="103467" y="48375"/>
                </a:cubicBezTo>
                <a:cubicBezTo>
                  <a:pt x="103467" y="48300"/>
                  <a:pt x="103430" y="48225"/>
                  <a:pt x="103430" y="48225"/>
                </a:cubicBezTo>
                <a:cubicBezTo>
                  <a:pt x="103393" y="48075"/>
                  <a:pt x="103356" y="48000"/>
                  <a:pt x="103356" y="47924"/>
                </a:cubicBezTo>
                <a:cubicBezTo>
                  <a:pt x="103356" y="47849"/>
                  <a:pt x="103356" y="47849"/>
                  <a:pt x="103356" y="47774"/>
                </a:cubicBezTo>
                <a:cubicBezTo>
                  <a:pt x="103320" y="47636"/>
                  <a:pt x="103283" y="47636"/>
                  <a:pt x="103283" y="47486"/>
                </a:cubicBezTo>
                <a:cubicBezTo>
                  <a:pt x="103283" y="47410"/>
                  <a:pt x="103283" y="47410"/>
                  <a:pt x="103283" y="47335"/>
                </a:cubicBezTo>
                <a:cubicBezTo>
                  <a:pt x="103246" y="47260"/>
                  <a:pt x="103246" y="47260"/>
                  <a:pt x="103246" y="47185"/>
                </a:cubicBezTo>
                <a:cubicBezTo>
                  <a:pt x="103209" y="47185"/>
                  <a:pt x="103179" y="47185"/>
                  <a:pt x="103179" y="47185"/>
                </a:cubicBezTo>
                <a:cubicBezTo>
                  <a:pt x="103142" y="47110"/>
                  <a:pt x="103068" y="47110"/>
                  <a:pt x="103032" y="47110"/>
                </a:cubicBezTo>
                <a:cubicBezTo>
                  <a:pt x="103032" y="46884"/>
                  <a:pt x="103032" y="46884"/>
                  <a:pt x="103032" y="46884"/>
                </a:cubicBezTo>
                <a:cubicBezTo>
                  <a:pt x="103356" y="46884"/>
                  <a:pt x="103356" y="46884"/>
                  <a:pt x="103356" y="46884"/>
                </a:cubicBezTo>
                <a:cubicBezTo>
                  <a:pt x="103430" y="46884"/>
                  <a:pt x="103430" y="46746"/>
                  <a:pt x="103467" y="46746"/>
                </a:cubicBezTo>
                <a:cubicBezTo>
                  <a:pt x="103503" y="46746"/>
                  <a:pt x="103503" y="46746"/>
                  <a:pt x="103503" y="46746"/>
                </a:cubicBezTo>
                <a:cubicBezTo>
                  <a:pt x="103540" y="46746"/>
                  <a:pt x="103577" y="46884"/>
                  <a:pt x="103614" y="46884"/>
                </a:cubicBezTo>
                <a:cubicBezTo>
                  <a:pt x="103650" y="46884"/>
                  <a:pt x="103650" y="46959"/>
                  <a:pt x="103681" y="46959"/>
                </a:cubicBezTo>
                <a:cubicBezTo>
                  <a:pt x="103681" y="46959"/>
                  <a:pt x="103724" y="46959"/>
                  <a:pt x="103754" y="46959"/>
                </a:cubicBezTo>
                <a:cubicBezTo>
                  <a:pt x="103754" y="46959"/>
                  <a:pt x="103754" y="47110"/>
                  <a:pt x="103791" y="47110"/>
                </a:cubicBezTo>
                <a:cubicBezTo>
                  <a:pt x="103828" y="47110"/>
                  <a:pt x="103865" y="47110"/>
                  <a:pt x="103938" y="47110"/>
                </a:cubicBezTo>
                <a:cubicBezTo>
                  <a:pt x="104012" y="47110"/>
                  <a:pt x="104049" y="47185"/>
                  <a:pt x="104085" y="47185"/>
                </a:cubicBezTo>
                <a:cubicBezTo>
                  <a:pt x="104085" y="47110"/>
                  <a:pt x="104122" y="47110"/>
                  <a:pt x="104122" y="47034"/>
                </a:cubicBezTo>
                <a:cubicBezTo>
                  <a:pt x="104122" y="46884"/>
                  <a:pt x="104122" y="46746"/>
                  <a:pt x="104085" y="46596"/>
                </a:cubicBezTo>
                <a:cubicBezTo>
                  <a:pt x="104483" y="46596"/>
                  <a:pt x="104483" y="46596"/>
                  <a:pt x="104483" y="46596"/>
                </a:cubicBezTo>
                <a:cubicBezTo>
                  <a:pt x="104520" y="46596"/>
                  <a:pt x="104520" y="46521"/>
                  <a:pt x="104557" y="46521"/>
                </a:cubicBezTo>
                <a:cubicBezTo>
                  <a:pt x="104557" y="46445"/>
                  <a:pt x="104594" y="46445"/>
                  <a:pt x="104630" y="46445"/>
                </a:cubicBezTo>
                <a:cubicBezTo>
                  <a:pt x="104630" y="46445"/>
                  <a:pt x="104667" y="46445"/>
                  <a:pt x="104704" y="46445"/>
                </a:cubicBezTo>
                <a:cubicBezTo>
                  <a:pt x="104704" y="46370"/>
                  <a:pt x="104704" y="46295"/>
                  <a:pt x="104704" y="46295"/>
                </a:cubicBezTo>
                <a:cubicBezTo>
                  <a:pt x="104741" y="46145"/>
                  <a:pt x="104704" y="46069"/>
                  <a:pt x="104704" y="45994"/>
                </a:cubicBezTo>
                <a:cubicBezTo>
                  <a:pt x="104704" y="45919"/>
                  <a:pt x="104704" y="45919"/>
                  <a:pt x="104741" y="45844"/>
                </a:cubicBezTo>
                <a:cubicBezTo>
                  <a:pt x="104741" y="45769"/>
                  <a:pt x="104741" y="45769"/>
                  <a:pt x="104771" y="45693"/>
                </a:cubicBezTo>
                <a:cubicBezTo>
                  <a:pt x="104771" y="45693"/>
                  <a:pt x="104808" y="45693"/>
                  <a:pt x="104845" y="45693"/>
                </a:cubicBezTo>
                <a:cubicBezTo>
                  <a:pt x="104845" y="45631"/>
                  <a:pt x="104882" y="45631"/>
                  <a:pt x="104882" y="45631"/>
                </a:cubicBezTo>
                <a:cubicBezTo>
                  <a:pt x="104955" y="45556"/>
                  <a:pt x="104992" y="45631"/>
                  <a:pt x="105029" y="45631"/>
                </a:cubicBezTo>
                <a:cubicBezTo>
                  <a:pt x="105065" y="45556"/>
                  <a:pt x="105065" y="45480"/>
                  <a:pt x="105102" y="45480"/>
                </a:cubicBezTo>
                <a:cubicBezTo>
                  <a:pt x="105176" y="45405"/>
                  <a:pt x="105243" y="45405"/>
                  <a:pt x="105316" y="45405"/>
                </a:cubicBezTo>
                <a:cubicBezTo>
                  <a:pt x="105390" y="45405"/>
                  <a:pt x="105390" y="45405"/>
                  <a:pt x="105390" y="45405"/>
                </a:cubicBezTo>
                <a:cubicBezTo>
                  <a:pt x="105427" y="45405"/>
                  <a:pt x="105427" y="45330"/>
                  <a:pt x="105464" y="45330"/>
                </a:cubicBezTo>
                <a:cubicBezTo>
                  <a:pt x="105464" y="45330"/>
                  <a:pt x="105500" y="45330"/>
                  <a:pt x="105537" y="45330"/>
                </a:cubicBezTo>
                <a:cubicBezTo>
                  <a:pt x="105537" y="45255"/>
                  <a:pt x="105537" y="45180"/>
                  <a:pt x="105537" y="45180"/>
                </a:cubicBezTo>
                <a:cubicBezTo>
                  <a:pt x="105574" y="45104"/>
                  <a:pt x="105574" y="45029"/>
                  <a:pt x="105574" y="45029"/>
                </a:cubicBezTo>
                <a:cubicBezTo>
                  <a:pt x="105574" y="44954"/>
                  <a:pt x="105611" y="44954"/>
                  <a:pt x="105647" y="44954"/>
                </a:cubicBezTo>
                <a:cubicBezTo>
                  <a:pt x="105647" y="44879"/>
                  <a:pt x="105684" y="44879"/>
                  <a:pt x="105684" y="44804"/>
                </a:cubicBezTo>
                <a:cubicBezTo>
                  <a:pt x="105721" y="44728"/>
                  <a:pt x="105758" y="44728"/>
                  <a:pt x="105758" y="44728"/>
                </a:cubicBezTo>
                <a:cubicBezTo>
                  <a:pt x="105758" y="44653"/>
                  <a:pt x="105758" y="44578"/>
                  <a:pt x="105788" y="44578"/>
                </a:cubicBezTo>
                <a:cubicBezTo>
                  <a:pt x="105788" y="44515"/>
                  <a:pt x="105788" y="44440"/>
                  <a:pt x="105788" y="44365"/>
                </a:cubicBezTo>
                <a:close/>
                <a:moveTo>
                  <a:pt x="106407" y="43688"/>
                </a:moveTo>
                <a:lnTo>
                  <a:pt x="106407" y="43688"/>
                </a:lnTo>
                <a:cubicBezTo>
                  <a:pt x="106407" y="43688"/>
                  <a:pt x="106370" y="43688"/>
                  <a:pt x="106333" y="43688"/>
                </a:cubicBezTo>
                <a:lnTo>
                  <a:pt x="106297" y="43763"/>
                </a:lnTo>
                <a:cubicBezTo>
                  <a:pt x="106266" y="43839"/>
                  <a:pt x="106229" y="43839"/>
                  <a:pt x="106229" y="43839"/>
                </a:cubicBezTo>
                <a:cubicBezTo>
                  <a:pt x="106192" y="43914"/>
                  <a:pt x="106192" y="43989"/>
                  <a:pt x="106156" y="43989"/>
                </a:cubicBezTo>
                <a:cubicBezTo>
                  <a:pt x="106119" y="44064"/>
                  <a:pt x="106082" y="44064"/>
                  <a:pt x="106082" y="44064"/>
                </a:cubicBezTo>
                <a:cubicBezTo>
                  <a:pt x="106119" y="44139"/>
                  <a:pt x="106156" y="44215"/>
                  <a:pt x="106192" y="44215"/>
                </a:cubicBezTo>
                <a:cubicBezTo>
                  <a:pt x="106266" y="44215"/>
                  <a:pt x="106297" y="44215"/>
                  <a:pt x="106297" y="44139"/>
                </a:cubicBezTo>
                <a:cubicBezTo>
                  <a:pt x="106333" y="44139"/>
                  <a:pt x="106333" y="44064"/>
                  <a:pt x="106333" y="43989"/>
                </a:cubicBezTo>
                <a:cubicBezTo>
                  <a:pt x="106370" y="43914"/>
                  <a:pt x="106407" y="43839"/>
                  <a:pt x="106407" y="43688"/>
                </a:cubicBezTo>
                <a:close/>
                <a:moveTo>
                  <a:pt x="108153" y="39903"/>
                </a:moveTo>
                <a:lnTo>
                  <a:pt x="108153" y="39903"/>
                </a:lnTo>
                <a:cubicBezTo>
                  <a:pt x="108116" y="39903"/>
                  <a:pt x="108116" y="39979"/>
                  <a:pt x="108116" y="40054"/>
                </a:cubicBezTo>
                <a:cubicBezTo>
                  <a:pt x="108079" y="40129"/>
                  <a:pt x="108042" y="40129"/>
                  <a:pt x="108042" y="40204"/>
                </a:cubicBezTo>
                <a:cubicBezTo>
                  <a:pt x="108042" y="40204"/>
                  <a:pt x="108042" y="40279"/>
                  <a:pt x="108042" y="40355"/>
                </a:cubicBezTo>
                <a:cubicBezTo>
                  <a:pt x="108042" y="40417"/>
                  <a:pt x="108006" y="40492"/>
                  <a:pt x="107969" y="40568"/>
                </a:cubicBezTo>
                <a:cubicBezTo>
                  <a:pt x="107932" y="40718"/>
                  <a:pt x="107932" y="40718"/>
                  <a:pt x="107932" y="40718"/>
                </a:cubicBezTo>
                <a:cubicBezTo>
                  <a:pt x="107932" y="40643"/>
                  <a:pt x="107969" y="40718"/>
                  <a:pt x="108006" y="40718"/>
                </a:cubicBezTo>
                <a:cubicBezTo>
                  <a:pt x="108042" y="40643"/>
                  <a:pt x="108042" y="40568"/>
                  <a:pt x="108042" y="40492"/>
                </a:cubicBezTo>
                <a:cubicBezTo>
                  <a:pt x="108079" y="40417"/>
                  <a:pt x="108079" y="40417"/>
                  <a:pt x="108116" y="40355"/>
                </a:cubicBezTo>
                <a:cubicBezTo>
                  <a:pt x="108116" y="40355"/>
                  <a:pt x="108153" y="40355"/>
                  <a:pt x="108189" y="40279"/>
                </a:cubicBezTo>
                <a:cubicBezTo>
                  <a:pt x="108189" y="40279"/>
                  <a:pt x="108189" y="40204"/>
                  <a:pt x="108189" y="40129"/>
                </a:cubicBezTo>
                <a:cubicBezTo>
                  <a:pt x="108189" y="40129"/>
                  <a:pt x="108226" y="40054"/>
                  <a:pt x="108226" y="39979"/>
                </a:cubicBezTo>
                <a:lnTo>
                  <a:pt x="108226" y="39903"/>
                </a:lnTo>
                <a:cubicBezTo>
                  <a:pt x="108153" y="39828"/>
                  <a:pt x="108153" y="39828"/>
                  <a:pt x="108153" y="39828"/>
                </a:cubicBezTo>
                <a:lnTo>
                  <a:pt x="108153" y="39903"/>
                </a:lnTo>
                <a:close/>
                <a:moveTo>
                  <a:pt x="112330" y="36119"/>
                </a:moveTo>
                <a:lnTo>
                  <a:pt x="112330" y="36119"/>
                </a:lnTo>
                <a:cubicBezTo>
                  <a:pt x="112294" y="35968"/>
                  <a:pt x="112294" y="35968"/>
                  <a:pt x="112294" y="35968"/>
                </a:cubicBezTo>
                <a:cubicBezTo>
                  <a:pt x="112257" y="35893"/>
                  <a:pt x="112220" y="35893"/>
                  <a:pt x="112183" y="35893"/>
                </a:cubicBezTo>
                <a:cubicBezTo>
                  <a:pt x="112183" y="35893"/>
                  <a:pt x="112147" y="35893"/>
                  <a:pt x="112110" y="35893"/>
                </a:cubicBezTo>
                <a:cubicBezTo>
                  <a:pt x="112110" y="35968"/>
                  <a:pt x="112110" y="36043"/>
                  <a:pt x="112110" y="36119"/>
                </a:cubicBezTo>
                <a:cubicBezTo>
                  <a:pt x="112110" y="36181"/>
                  <a:pt x="112110" y="36181"/>
                  <a:pt x="112110" y="36332"/>
                </a:cubicBezTo>
                <a:cubicBezTo>
                  <a:pt x="112330" y="36332"/>
                  <a:pt x="112330" y="36332"/>
                  <a:pt x="112330" y="36332"/>
                </a:cubicBezTo>
                <a:cubicBezTo>
                  <a:pt x="112330" y="36256"/>
                  <a:pt x="112330" y="36181"/>
                  <a:pt x="112330" y="36119"/>
                </a:cubicBezTo>
                <a:close/>
                <a:moveTo>
                  <a:pt x="111852" y="36181"/>
                </a:moveTo>
                <a:lnTo>
                  <a:pt x="111852" y="36181"/>
                </a:lnTo>
                <a:cubicBezTo>
                  <a:pt x="111822" y="36181"/>
                  <a:pt x="111822" y="36119"/>
                  <a:pt x="111822" y="36119"/>
                </a:cubicBezTo>
                <a:cubicBezTo>
                  <a:pt x="111785" y="35968"/>
                  <a:pt x="111822" y="35893"/>
                  <a:pt x="111822" y="35743"/>
                </a:cubicBezTo>
                <a:cubicBezTo>
                  <a:pt x="111822" y="35667"/>
                  <a:pt x="111785" y="35667"/>
                  <a:pt x="111748" y="35592"/>
                </a:cubicBezTo>
                <a:cubicBezTo>
                  <a:pt x="111748" y="35517"/>
                  <a:pt x="111712" y="35517"/>
                  <a:pt x="111712" y="35442"/>
                </a:cubicBezTo>
                <a:cubicBezTo>
                  <a:pt x="111675" y="35367"/>
                  <a:pt x="111638" y="35367"/>
                  <a:pt x="111601" y="35291"/>
                </a:cubicBezTo>
                <a:cubicBezTo>
                  <a:pt x="111601" y="35442"/>
                  <a:pt x="111601" y="35517"/>
                  <a:pt x="111601" y="35667"/>
                </a:cubicBezTo>
                <a:cubicBezTo>
                  <a:pt x="111601" y="35667"/>
                  <a:pt x="111638" y="35743"/>
                  <a:pt x="111638" y="35818"/>
                </a:cubicBezTo>
                <a:cubicBezTo>
                  <a:pt x="111638" y="35893"/>
                  <a:pt x="111638" y="35968"/>
                  <a:pt x="111638" y="36119"/>
                </a:cubicBezTo>
                <a:cubicBezTo>
                  <a:pt x="111638" y="36181"/>
                  <a:pt x="111675" y="36256"/>
                  <a:pt x="111675" y="36407"/>
                </a:cubicBezTo>
                <a:cubicBezTo>
                  <a:pt x="111895" y="36407"/>
                  <a:pt x="111895" y="36407"/>
                  <a:pt x="111895" y="36407"/>
                </a:cubicBezTo>
                <a:cubicBezTo>
                  <a:pt x="111852" y="36332"/>
                  <a:pt x="111852" y="36256"/>
                  <a:pt x="111852" y="36181"/>
                </a:cubicBezTo>
                <a:close/>
                <a:moveTo>
                  <a:pt x="110909" y="32321"/>
                </a:moveTo>
                <a:lnTo>
                  <a:pt x="110909" y="32321"/>
                </a:lnTo>
                <a:cubicBezTo>
                  <a:pt x="110946" y="32321"/>
                  <a:pt x="110983" y="32246"/>
                  <a:pt x="111019" y="32246"/>
                </a:cubicBezTo>
                <a:lnTo>
                  <a:pt x="111056" y="32171"/>
                </a:lnTo>
                <a:cubicBezTo>
                  <a:pt x="111093" y="32096"/>
                  <a:pt x="111130" y="32171"/>
                  <a:pt x="111130" y="32096"/>
                </a:cubicBezTo>
                <a:cubicBezTo>
                  <a:pt x="111166" y="32020"/>
                  <a:pt x="111166" y="31958"/>
                  <a:pt x="111166" y="31807"/>
                </a:cubicBezTo>
                <a:cubicBezTo>
                  <a:pt x="111130" y="31807"/>
                  <a:pt x="111130" y="31732"/>
                  <a:pt x="111093" y="31732"/>
                </a:cubicBezTo>
                <a:cubicBezTo>
                  <a:pt x="111056" y="31732"/>
                  <a:pt x="111056" y="31732"/>
                  <a:pt x="111056" y="31732"/>
                </a:cubicBezTo>
                <a:cubicBezTo>
                  <a:pt x="111019" y="31732"/>
                  <a:pt x="110983" y="31807"/>
                  <a:pt x="110946" y="31807"/>
                </a:cubicBezTo>
                <a:cubicBezTo>
                  <a:pt x="110909" y="31807"/>
                  <a:pt x="110842" y="31807"/>
                  <a:pt x="110805" y="31807"/>
                </a:cubicBezTo>
                <a:cubicBezTo>
                  <a:pt x="110768" y="31883"/>
                  <a:pt x="110695" y="31958"/>
                  <a:pt x="110695" y="32020"/>
                </a:cubicBezTo>
                <a:cubicBezTo>
                  <a:pt x="110695" y="32321"/>
                  <a:pt x="110695" y="32321"/>
                  <a:pt x="110695" y="32321"/>
                </a:cubicBezTo>
                <a:cubicBezTo>
                  <a:pt x="110732" y="32321"/>
                  <a:pt x="110768" y="32321"/>
                  <a:pt x="110768" y="32321"/>
                </a:cubicBezTo>
                <a:cubicBezTo>
                  <a:pt x="110842" y="32321"/>
                  <a:pt x="110879" y="32321"/>
                  <a:pt x="110909" y="32321"/>
                </a:cubicBezTo>
                <a:close/>
                <a:moveTo>
                  <a:pt x="119013" y="27346"/>
                </a:moveTo>
                <a:lnTo>
                  <a:pt x="119013" y="27346"/>
                </a:lnTo>
                <a:cubicBezTo>
                  <a:pt x="119050" y="27346"/>
                  <a:pt x="119117" y="27346"/>
                  <a:pt x="119154" y="27346"/>
                </a:cubicBezTo>
                <a:cubicBezTo>
                  <a:pt x="119154" y="27346"/>
                  <a:pt x="119191" y="27346"/>
                  <a:pt x="119228" y="27346"/>
                </a:cubicBezTo>
                <a:cubicBezTo>
                  <a:pt x="119264" y="27346"/>
                  <a:pt x="119228" y="27496"/>
                  <a:pt x="119264" y="27496"/>
                </a:cubicBezTo>
                <a:cubicBezTo>
                  <a:pt x="119338" y="27571"/>
                  <a:pt x="119375" y="27496"/>
                  <a:pt x="119448" y="27496"/>
                </a:cubicBezTo>
                <a:cubicBezTo>
                  <a:pt x="119522" y="27496"/>
                  <a:pt x="119522" y="27496"/>
                  <a:pt x="119522" y="27496"/>
                </a:cubicBezTo>
                <a:cubicBezTo>
                  <a:pt x="119558" y="27496"/>
                  <a:pt x="119595" y="27421"/>
                  <a:pt x="119626" y="27421"/>
                </a:cubicBezTo>
                <a:cubicBezTo>
                  <a:pt x="119699" y="27421"/>
                  <a:pt x="119736" y="27496"/>
                  <a:pt x="119810" y="27571"/>
                </a:cubicBezTo>
                <a:cubicBezTo>
                  <a:pt x="119846" y="27571"/>
                  <a:pt x="119846" y="27646"/>
                  <a:pt x="119920" y="27646"/>
                </a:cubicBezTo>
                <a:cubicBezTo>
                  <a:pt x="119957" y="27646"/>
                  <a:pt x="119957" y="27646"/>
                  <a:pt x="119993" y="27646"/>
                </a:cubicBezTo>
                <a:cubicBezTo>
                  <a:pt x="119993" y="27346"/>
                  <a:pt x="119993" y="27346"/>
                  <a:pt x="119993" y="27346"/>
                </a:cubicBezTo>
                <a:lnTo>
                  <a:pt x="119957" y="27346"/>
                </a:lnTo>
                <a:cubicBezTo>
                  <a:pt x="119920" y="27271"/>
                  <a:pt x="119883" y="27271"/>
                  <a:pt x="119883" y="27271"/>
                </a:cubicBezTo>
                <a:cubicBezTo>
                  <a:pt x="119846" y="27195"/>
                  <a:pt x="119810" y="27195"/>
                  <a:pt x="119810" y="27195"/>
                </a:cubicBezTo>
                <a:cubicBezTo>
                  <a:pt x="119736" y="27195"/>
                  <a:pt x="119699" y="27120"/>
                  <a:pt x="119626" y="27120"/>
                </a:cubicBezTo>
                <a:cubicBezTo>
                  <a:pt x="119595" y="27120"/>
                  <a:pt x="119558" y="27120"/>
                  <a:pt x="119522" y="27120"/>
                </a:cubicBezTo>
                <a:cubicBezTo>
                  <a:pt x="119485" y="27120"/>
                  <a:pt x="119448" y="27045"/>
                  <a:pt x="119448" y="27045"/>
                </a:cubicBezTo>
                <a:cubicBezTo>
                  <a:pt x="119411" y="27045"/>
                  <a:pt x="119375" y="27045"/>
                  <a:pt x="119375" y="27045"/>
                </a:cubicBezTo>
                <a:cubicBezTo>
                  <a:pt x="119338" y="27045"/>
                  <a:pt x="119301" y="26970"/>
                  <a:pt x="119264" y="26970"/>
                </a:cubicBezTo>
                <a:cubicBezTo>
                  <a:pt x="119154" y="26970"/>
                  <a:pt x="119081" y="27045"/>
                  <a:pt x="119013" y="27120"/>
                </a:cubicBezTo>
                <a:cubicBezTo>
                  <a:pt x="119013" y="27120"/>
                  <a:pt x="118977" y="27346"/>
                  <a:pt x="119013" y="27346"/>
                </a:cubicBezTo>
                <a:close/>
                <a:moveTo>
                  <a:pt x="115926" y="18573"/>
                </a:moveTo>
                <a:lnTo>
                  <a:pt x="115926" y="18573"/>
                </a:lnTo>
                <a:cubicBezTo>
                  <a:pt x="115926" y="18573"/>
                  <a:pt x="115963" y="18573"/>
                  <a:pt x="116000" y="18573"/>
                </a:cubicBezTo>
                <a:cubicBezTo>
                  <a:pt x="116067" y="18573"/>
                  <a:pt x="116104" y="18573"/>
                  <a:pt x="116177" y="18573"/>
                </a:cubicBezTo>
                <a:cubicBezTo>
                  <a:pt x="116287" y="18573"/>
                  <a:pt x="116324" y="18573"/>
                  <a:pt x="116434" y="18573"/>
                </a:cubicBezTo>
                <a:cubicBezTo>
                  <a:pt x="116471" y="18573"/>
                  <a:pt x="116508" y="18498"/>
                  <a:pt x="116575" y="18498"/>
                </a:cubicBezTo>
                <a:cubicBezTo>
                  <a:pt x="116575" y="18422"/>
                  <a:pt x="116612" y="18422"/>
                  <a:pt x="116649" y="18422"/>
                </a:cubicBezTo>
                <a:cubicBezTo>
                  <a:pt x="116686" y="18360"/>
                  <a:pt x="116722" y="18422"/>
                  <a:pt x="116796" y="18422"/>
                </a:cubicBezTo>
                <a:cubicBezTo>
                  <a:pt x="116943" y="18422"/>
                  <a:pt x="116943" y="18422"/>
                  <a:pt x="116943" y="18422"/>
                </a:cubicBezTo>
                <a:cubicBezTo>
                  <a:pt x="116943" y="18422"/>
                  <a:pt x="116980" y="18422"/>
                  <a:pt x="117016" y="18422"/>
                </a:cubicBezTo>
                <a:cubicBezTo>
                  <a:pt x="117084" y="18422"/>
                  <a:pt x="117084" y="18422"/>
                  <a:pt x="117084" y="18422"/>
                </a:cubicBezTo>
                <a:cubicBezTo>
                  <a:pt x="117120" y="18422"/>
                  <a:pt x="117120" y="18422"/>
                  <a:pt x="117157" y="18422"/>
                </a:cubicBezTo>
                <a:cubicBezTo>
                  <a:pt x="117157" y="18209"/>
                  <a:pt x="117157" y="18209"/>
                  <a:pt x="117157" y="18209"/>
                </a:cubicBezTo>
                <a:cubicBezTo>
                  <a:pt x="117157" y="18134"/>
                  <a:pt x="117157" y="18059"/>
                  <a:pt x="117120" y="18059"/>
                </a:cubicBezTo>
                <a:cubicBezTo>
                  <a:pt x="117084" y="17984"/>
                  <a:pt x="117084" y="17984"/>
                  <a:pt x="117047" y="17909"/>
                </a:cubicBezTo>
                <a:cubicBezTo>
                  <a:pt x="116980" y="17833"/>
                  <a:pt x="116943" y="17909"/>
                  <a:pt x="116833" y="17909"/>
                </a:cubicBezTo>
                <a:cubicBezTo>
                  <a:pt x="116833" y="17909"/>
                  <a:pt x="116796" y="17833"/>
                  <a:pt x="116759" y="17833"/>
                </a:cubicBezTo>
                <a:cubicBezTo>
                  <a:pt x="116759" y="17833"/>
                  <a:pt x="116722" y="17909"/>
                  <a:pt x="116686" y="17833"/>
                </a:cubicBezTo>
                <a:cubicBezTo>
                  <a:pt x="116649" y="17833"/>
                  <a:pt x="116649" y="17833"/>
                  <a:pt x="116612" y="17758"/>
                </a:cubicBezTo>
                <a:cubicBezTo>
                  <a:pt x="116575" y="17758"/>
                  <a:pt x="116575" y="17683"/>
                  <a:pt x="116539" y="17683"/>
                </a:cubicBezTo>
                <a:cubicBezTo>
                  <a:pt x="116508" y="17608"/>
                  <a:pt x="116508" y="17683"/>
                  <a:pt x="116471" y="17683"/>
                </a:cubicBezTo>
                <a:cubicBezTo>
                  <a:pt x="116434" y="17683"/>
                  <a:pt x="116434" y="17608"/>
                  <a:pt x="116398" y="17683"/>
                </a:cubicBezTo>
                <a:cubicBezTo>
                  <a:pt x="116361" y="17683"/>
                  <a:pt x="116361" y="17758"/>
                  <a:pt x="116324" y="17758"/>
                </a:cubicBezTo>
                <a:cubicBezTo>
                  <a:pt x="116287" y="17758"/>
                  <a:pt x="116324" y="17909"/>
                  <a:pt x="116287" y="17909"/>
                </a:cubicBezTo>
                <a:cubicBezTo>
                  <a:pt x="116287" y="17909"/>
                  <a:pt x="116251" y="17909"/>
                  <a:pt x="116214" y="17909"/>
                </a:cubicBezTo>
                <a:cubicBezTo>
                  <a:pt x="116214" y="17909"/>
                  <a:pt x="116177" y="17909"/>
                  <a:pt x="116140" y="17909"/>
                </a:cubicBezTo>
                <a:cubicBezTo>
                  <a:pt x="116104" y="17909"/>
                  <a:pt x="116067" y="17909"/>
                  <a:pt x="116000" y="17909"/>
                </a:cubicBezTo>
                <a:cubicBezTo>
                  <a:pt x="115963" y="17909"/>
                  <a:pt x="115963" y="17984"/>
                  <a:pt x="115926" y="17984"/>
                </a:cubicBezTo>
                <a:cubicBezTo>
                  <a:pt x="115852" y="18059"/>
                  <a:pt x="115852" y="18209"/>
                  <a:pt x="115852" y="18422"/>
                </a:cubicBezTo>
                <a:cubicBezTo>
                  <a:pt x="115889" y="18498"/>
                  <a:pt x="115889" y="18573"/>
                  <a:pt x="115926" y="18573"/>
                </a:cubicBezTo>
                <a:close/>
                <a:moveTo>
                  <a:pt x="104992" y="13084"/>
                </a:moveTo>
                <a:lnTo>
                  <a:pt x="104992" y="13084"/>
                </a:lnTo>
                <a:cubicBezTo>
                  <a:pt x="105029" y="13159"/>
                  <a:pt x="105029" y="13159"/>
                  <a:pt x="105065" y="13159"/>
                </a:cubicBezTo>
                <a:cubicBezTo>
                  <a:pt x="105102" y="13159"/>
                  <a:pt x="105102" y="13159"/>
                  <a:pt x="105139" y="13221"/>
                </a:cubicBezTo>
                <a:cubicBezTo>
                  <a:pt x="105139" y="13221"/>
                  <a:pt x="105139" y="13297"/>
                  <a:pt x="105176" y="13372"/>
                </a:cubicBezTo>
                <a:cubicBezTo>
                  <a:pt x="105212" y="13447"/>
                  <a:pt x="105243" y="13447"/>
                  <a:pt x="105280" y="13447"/>
                </a:cubicBezTo>
                <a:cubicBezTo>
                  <a:pt x="105316" y="13447"/>
                  <a:pt x="105353" y="13447"/>
                  <a:pt x="105390" y="13372"/>
                </a:cubicBezTo>
                <a:cubicBezTo>
                  <a:pt x="105464" y="13372"/>
                  <a:pt x="105500" y="13297"/>
                  <a:pt x="105537" y="13297"/>
                </a:cubicBezTo>
                <a:cubicBezTo>
                  <a:pt x="105611" y="13297"/>
                  <a:pt x="105647" y="13372"/>
                  <a:pt x="105684" y="13447"/>
                </a:cubicBezTo>
                <a:cubicBezTo>
                  <a:pt x="105721" y="13447"/>
                  <a:pt x="105721" y="13522"/>
                  <a:pt x="105758" y="13597"/>
                </a:cubicBezTo>
                <a:cubicBezTo>
                  <a:pt x="105788" y="13597"/>
                  <a:pt x="105788" y="13597"/>
                  <a:pt x="105825" y="13597"/>
                </a:cubicBezTo>
                <a:cubicBezTo>
                  <a:pt x="105862" y="13597"/>
                  <a:pt x="105862" y="13673"/>
                  <a:pt x="105898" y="13673"/>
                </a:cubicBezTo>
                <a:cubicBezTo>
                  <a:pt x="105935" y="13673"/>
                  <a:pt x="105972" y="13673"/>
                  <a:pt x="106045" y="13673"/>
                </a:cubicBezTo>
                <a:cubicBezTo>
                  <a:pt x="106119" y="13673"/>
                  <a:pt x="106119" y="13673"/>
                  <a:pt x="106119" y="13673"/>
                </a:cubicBezTo>
                <a:cubicBezTo>
                  <a:pt x="106119" y="13673"/>
                  <a:pt x="106156" y="13673"/>
                  <a:pt x="106192" y="13673"/>
                </a:cubicBezTo>
                <a:cubicBezTo>
                  <a:pt x="106229" y="13673"/>
                  <a:pt x="106229" y="13597"/>
                  <a:pt x="106266" y="13522"/>
                </a:cubicBezTo>
                <a:cubicBezTo>
                  <a:pt x="106266" y="13522"/>
                  <a:pt x="106266" y="13372"/>
                  <a:pt x="106297" y="13372"/>
                </a:cubicBezTo>
                <a:cubicBezTo>
                  <a:pt x="106333" y="13372"/>
                  <a:pt x="106333" y="13372"/>
                  <a:pt x="106370" y="13372"/>
                </a:cubicBezTo>
                <a:cubicBezTo>
                  <a:pt x="106407" y="13372"/>
                  <a:pt x="106444" y="13372"/>
                  <a:pt x="106480" y="13372"/>
                </a:cubicBezTo>
                <a:cubicBezTo>
                  <a:pt x="106480" y="13084"/>
                  <a:pt x="106480" y="13084"/>
                  <a:pt x="106480" y="13084"/>
                </a:cubicBezTo>
                <a:cubicBezTo>
                  <a:pt x="106480" y="13084"/>
                  <a:pt x="106444" y="13008"/>
                  <a:pt x="106444" y="12933"/>
                </a:cubicBezTo>
                <a:lnTo>
                  <a:pt x="106480" y="12933"/>
                </a:lnTo>
                <a:cubicBezTo>
                  <a:pt x="106370" y="12933"/>
                  <a:pt x="106333" y="12933"/>
                  <a:pt x="106229" y="12933"/>
                </a:cubicBezTo>
                <a:cubicBezTo>
                  <a:pt x="106192" y="12933"/>
                  <a:pt x="106192" y="12933"/>
                  <a:pt x="106156" y="12933"/>
                </a:cubicBezTo>
                <a:cubicBezTo>
                  <a:pt x="106119" y="12933"/>
                  <a:pt x="106082" y="12933"/>
                  <a:pt x="106009" y="12933"/>
                </a:cubicBezTo>
                <a:cubicBezTo>
                  <a:pt x="105935" y="12933"/>
                  <a:pt x="105935" y="12933"/>
                  <a:pt x="105935" y="12933"/>
                </a:cubicBezTo>
                <a:cubicBezTo>
                  <a:pt x="105935" y="12933"/>
                  <a:pt x="105898" y="12933"/>
                  <a:pt x="105862" y="12933"/>
                </a:cubicBezTo>
                <a:cubicBezTo>
                  <a:pt x="105788" y="12933"/>
                  <a:pt x="105788" y="12933"/>
                  <a:pt x="105788" y="12933"/>
                </a:cubicBezTo>
                <a:cubicBezTo>
                  <a:pt x="105758" y="12933"/>
                  <a:pt x="105758" y="12933"/>
                  <a:pt x="105721" y="12933"/>
                </a:cubicBezTo>
                <a:cubicBezTo>
                  <a:pt x="105721" y="12557"/>
                  <a:pt x="105721" y="12557"/>
                  <a:pt x="105721" y="12557"/>
                </a:cubicBezTo>
                <a:cubicBezTo>
                  <a:pt x="105647" y="12557"/>
                  <a:pt x="105574" y="12557"/>
                  <a:pt x="105500" y="12557"/>
                </a:cubicBezTo>
                <a:cubicBezTo>
                  <a:pt x="105464" y="12557"/>
                  <a:pt x="105464" y="12557"/>
                  <a:pt x="105427" y="12557"/>
                </a:cubicBezTo>
                <a:cubicBezTo>
                  <a:pt x="105390" y="12557"/>
                  <a:pt x="105427" y="12708"/>
                  <a:pt x="105390" y="12708"/>
                </a:cubicBezTo>
                <a:cubicBezTo>
                  <a:pt x="105390" y="12783"/>
                  <a:pt x="105353" y="12708"/>
                  <a:pt x="105316" y="12708"/>
                </a:cubicBezTo>
                <a:cubicBezTo>
                  <a:pt x="105243" y="12708"/>
                  <a:pt x="105243" y="12708"/>
                  <a:pt x="105212" y="12708"/>
                </a:cubicBezTo>
                <a:cubicBezTo>
                  <a:pt x="105102" y="12632"/>
                  <a:pt x="105102" y="12482"/>
                  <a:pt x="105029" y="12332"/>
                </a:cubicBezTo>
                <a:cubicBezTo>
                  <a:pt x="104955" y="12407"/>
                  <a:pt x="104955" y="12407"/>
                  <a:pt x="104955" y="12407"/>
                </a:cubicBezTo>
                <a:cubicBezTo>
                  <a:pt x="104955" y="13008"/>
                  <a:pt x="104955" y="13008"/>
                  <a:pt x="104955" y="13008"/>
                </a:cubicBezTo>
                <a:cubicBezTo>
                  <a:pt x="104992" y="13008"/>
                  <a:pt x="104955" y="13084"/>
                  <a:pt x="104992" y="13084"/>
                </a:cubicBezTo>
                <a:close/>
                <a:moveTo>
                  <a:pt x="102885" y="15377"/>
                </a:moveTo>
                <a:lnTo>
                  <a:pt x="102885" y="15377"/>
                </a:lnTo>
                <a:cubicBezTo>
                  <a:pt x="102958" y="15377"/>
                  <a:pt x="102995" y="15452"/>
                  <a:pt x="103032" y="15452"/>
                </a:cubicBezTo>
                <a:cubicBezTo>
                  <a:pt x="103068" y="15452"/>
                  <a:pt x="103105" y="15452"/>
                  <a:pt x="103179" y="15452"/>
                </a:cubicBezTo>
                <a:cubicBezTo>
                  <a:pt x="103246" y="15452"/>
                  <a:pt x="103246" y="15452"/>
                  <a:pt x="103246" y="15452"/>
                </a:cubicBezTo>
                <a:cubicBezTo>
                  <a:pt x="103283" y="15452"/>
                  <a:pt x="103283" y="15452"/>
                  <a:pt x="103320" y="15452"/>
                </a:cubicBezTo>
                <a:cubicBezTo>
                  <a:pt x="103393" y="15452"/>
                  <a:pt x="103467" y="15452"/>
                  <a:pt x="103540" y="15452"/>
                </a:cubicBezTo>
                <a:cubicBezTo>
                  <a:pt x="103577" y="15452"/>
                  <a:pt x="103614" y="15377"/>
                  <a:pt x="103650" y="15377"/>
                </a:cubicBezTo>
                <a:cubicBezTo>
                  <a:pt x="103681" y="15377"/>
                  <a:pt x="103681" y="15377"/>
                  <a:pt x="103681" y="15377"/>
                </a:cubicBezTo>
                <a:cubicBezTo>
                  <a:pt x="103724" y="15377"/>
                  <a:pt x="103724" y="15452"/>
                  <a:pt x="103754" y="15527"/>
                </a:cubicBezTo>
                <a:cubicBezTo>
                  <a:pt x="103791" y="15527"/>
                  <a:pt x="103828" y="15603"/>
                  <a:pt x="103901" y="15603"/>
                </a:cubicBezTo>
                <a:cubicBezTo>
                  <a:pt x="103901" y="15603"/>
                  <a:pt x="103938" y="15678"/>
                  <a:pt x="103975" y="15678"/>
                </a:cubicBezTo>
                <a:cubicBezTo>
                  <a:pt x="104085" y="15678"/>
                  <a:pt x="104085" y="15678"/>
                  <a:pt x="104085" y="15678"/>
                </a:cubicBezTo>
                <a:cubicBezTo>
                  <a:pt x="104122" y="15377"/>
                  <a:pt x="104122" y="15377"/>
                  <a:pt x="104122" y="15377"/>
                </a:cubicBezTo>
                <a:cubicBezTo>
                  <a:pt x="104085" y="15302"/>
                  <a:pt x="104085" y="15227"/>
                  <a:pt x="104085" y="15227"/>
                </a:cubicBezTo>
                <a:cubicBezTo>
                  <a:pt x="104049" y="15164"/>
                  <a:pt x="104049" y="15164"/>
                  <a:pt x="104012" y="15164"/>
                </a:cubicBezTo>
                <a:cubicBezTo>
                  <a:pt x="103975" y="15089"/>
                  <a:pt x="103975" y="15089"/>
                  <a:pt x="103938" y="15014"/>
                </a:cubicBezTo>
                <a:cubicBezTo>
                  <a:pt x="103901" y="15014"/>
                  <a:pt x="103901" y="15089"/>
                  <a:pt x="103865" y="15014"/>
                </a:cubicBezTo>
                <a:cubicBezTo>
                  <a:pt x="103828" y="15014"/>
                  <a:pt x="103828" y="15014"/>
                  <a:pt x="103791" y="15014"/>
                </a:cubicBezTo>
                <a:cubicBezTo>
                  <a:pt x="103754" y="14938"/>
                  <a:pt x="103754" y="14938"/>
                  <a:pt x="103724" y="14863"/>
                </a:cubicBezTo>
                <a:lnTo>
                  <a:pt x="103724" y="14788"/>
                </a:lnTo>
                <a:cubicBezTo>
                  <a:pt x="103681" y="14713"/>
                  <a:pt x="103650" y="14788"/>
                  <a:pt x="103650" y="14788"/>
                </a:cubicBezTo>
                <a:cubicBezTo>
                  <a:pt x="103577" y="14788"/>
                  <a:pt x="103577" y="14788"/>
                  <a:pt x="103577" y="14788"/>
                </a:cubicBezTo>
                <a:cubicBezTo>
                  <a:pt x="103503" y="14788"/>
                  <a:pt x="103430" y="14713"/>
                  <a:pt x="103356" y="14788"/>
                </a:cubicBezTo>
                <a:cubicBezTo>
                  <a:pt x="103320" y="14788"/>
                  <a:pt x="103320" y="14863"/>
                  <a:pt x="103283" y="14863"/>
                </a:cubicBezTo>
                <a:cubicBezTo>
                  <a:pt x="103283" y="14938"/>
                  <a:pt x="103283" y="15014"/>
                  <a:pt x="103246" y="15014"/>
                </a:cubicBezTo>
                <a:cubicBezTo>
                  <a:pt x="103246" y="15089"/>
                  <a:pt x="103209" y="15014"/>
                  <a:pt x="103179" y="15014"/>
                </a:cubicBezTo>
                <a:cubicBezTo>
                  <a:pt x="103068" y="15089"/>
                  <a:pt x="103032" y="15227"/>
                  <a:pt x="102958" y="15377"/>
                </a:cubicBezTo>
                <a:lnTo>
                  <a:pt x="102885" y="15377"/>
                </a:lnTo>
                <a:close/>
                <a:moveTo>
                  <a:pt x="103246" y="14487"/>
                </a:moveTo>
                <a:lnTo>
                  <a:pt x="103246" y="14487"/>
                </a:lnTo>
                <a:cubicBezTo>
                  <a:pt x="103283" y="14487"/>
                  <a:pt x="103283" y="14487"/>
                  <a:pt x="103320" y="14412"/>
                </a:cubicBezTo>
                <a:cubicBezTo>
                  <a:pt x="103320" y="14412"/>
                  <a:pt x="103320" y="14337"/>
                  <a:pt x="103320" y="14262"/>
                </a:cubicBezTo>
                <a:cubicBezTo>
                  <a:pt x="103283" y="14262"/>
                  <a:pt x="103283" y="14186"/>
                  <a:pt x="103246" y="14186"/>
                </a:cubicBezTo>
                <a:cubicBezTo>
                  <a:pt x="103246" y="14186"/>
                  <a:pt x="103209" y="14186"/>
                  <a:pt x="103179" y="14186"/>
                </a:cubicBezTo>
                <a:cubicBezTo>
                  <a:pt x="103142" y="14186"/>
                  <a:pt x="103105" y="14124"/>
                  <a:pt x="103032" y="14124"/>
                </a:cubicBezTo>
                <a:cubicBezTo>
                  <a:pt x="102921" y="14124"/>
                  <a:pt x="102921" y="14124"/>
                  <a:pt x="102921" y="14124"/>
                </a:cubicBezTo>
                <a:cubicBezTo>
                  <a:pt x="102921" y="14186"/>
                  <a:pt x="102885" y="14186"/>
                  <a:pt x="102885" y="14262"/>
                </a:cubicBezTo>
                <a:cubicBezTo>
                  <a:pt x="102885" y="14337"/>
                  <a:pt x="102921" y="14412"/>
                  <a:pt x="102958" y="14412"/>
                </a:cubicBezTo>
                <a:cubicBezTo>
                  <a:pt x="102958" y="14487"/>
                  <a:pt x="102995" y="14487"/>
                  <a:pt x="102995" y="14487"/>
                </a:cubicBezTo>
                <a:cubicBezTo>
                  <a:pt x="103068" y="14487"/>
                  <a:pt x="103105" y="14562"/>
                  <a:pt x="103142" y="14562"/>
                </a:cubicBezTo>
                <a:cubicBezTo>
                  <a:pt x="103179" y="14562"/>
                  <a:pt x="103209" y="14487"/>
                  <a:pt x="103246" y="14487"/>
                </a:cubicBezTo>
                <a:close/>
                <a:moveTo>
                  <a:pt x="101941" y="12933"/>
                </a:moveTo>
                <a:lnTo>
                  <a:pt x="101941" y="12933"/>
                </a:lnTo>
                <a:cubicBezTo>
                  <a:pt x="101941" y="12933"/>
                  <a:pt x="101941" y="13008"/>
                  <a:pt x="101978" y="13008"/>
                </a:cubicBezTo>
                <a:cubicBezTo>
                  <a:pt x="102015" y="13084"/>
                  <a:pt x="101978" y="13159"/>
                  <a:pt x="102015" y="13159"/>
                </a:cubicBezTo>
                <a:cubicBezTo>
                  <a:pt x="102052" y="13221"/>
                  <a:pt x="102052" y="13221"/>
                  <a:pt x="102088" y="13221"/>
                </a:cubicBezTo>
                <a:cubicBezTo>
                  <a:pt x="102125" y="13221"/>
                  <a:pt x="102125" y="13297"/>
                  <a:pt x="102162" y="13297"/>
                </a:cubicBezTo>
                <a:cubicBezTo>
                  <a:pt x="102192" y="13372"/>
                  <a:pt x="102192" y="13372"/>
                  <a:pt x="102229" y="13372"/>
                </a:cubicBezTo>
                <a:cubicBezTo>
                  <a:pt x="102266" y="13372"/>
                  <a:pt x="102303" y="13447"/>
                  <a:pt x="102303" y="13522"/>
                </a:cubicBezTo>
                <a:cubicBezTo>
                  <a:pt x="102339" y="13522"/>
                  <a:pt x="102339" y="13597"/>
                  <a:pt x="102339" y="13673"/>
                </a:cubicBezTo>
                <a:cubicBezTo>
                  <a:pt x="102376" y="13673"/>
                  <a:pt x="102376" y="13748"/>
                  <a:pt x="102376" y="13823"/>
                </a:cubicBezTo>
                <a:cubicBezTo>
                  <a:pt x="102413" y="13823"/>
                  <a:pt x="102450" y="13823"/>
                  <a:pt x="102486" y="13823"/>
                </a:cubicBezTo>
                <a:cubicBezTo>
                  <a:pt x="102560" y="13823"/>
                  <a:pt x="102597" y="13823"/>
                  <a:pt x="102664" y="13823"/>
                </a:cubicBezTo>
                <a:cubicBezTo>
                  <a:pt x="102664" y="13673"/>
                  <a:pt x="102707" y="13673"/>
                  <a:pt x="102707" y="13597"/>
                </a:cubicBezTo>
                <a:cubicBezTo>
                  <a:pt x="102707" y="13522"/>
                  <a:pt x="102707" y="13447"/>
                  <a:pt x="102707" y="13447"/>
                </a:cubicBezTo>
                <a:cubicBezTo>
                  <a:pt x="102707" y="13372"/>
                  <a:pt x="102738" y="13372"/>
                  <a:pt x="102738" y="13297"/>
                </a:cubicBezTo>
                <a:cubicBezTo>
                  <a:pt x="102811" y="13372"/>
                  <a:pt x="102885" y="13447"/>
                  <a:pt x="102958" y="13447"/>
                </a:cubicBezTo>
                <a:cubicBezTo>
                  <a:pt x="103032" y="13447"/>
                  <a:pt x="103105" y="13447"/>
                  <a:pt x="103179" y="13447"/>
                </a:cubicBezTo>
                <a:cubicBezTo>
                  <a:pt x="103246" y="13447"/>
                  <a:pt x="103283" y="13447"/>
                  <a:pt x="103320" y="13372"/>
                </a:cubicBezTo>
                <a:cubicBezTo>
                  <a:pt x="103356" y="13372"/>
                  <a:pt x="103320" y="13297"/>
                  <a:pt x="103356" y="13221"/>
                </a:cubicBezTo>
                <a:cubicBezTo>
                  <a:pt x="103356" y="13221"/>
                  <a:pt x="103393" y="13221"/>
                  <a:pt x="103430" y="13221"/>
                </a:cubicBezTo>
                <a:lnTo>
                  <a:pt x="103467" y="13221"/>
                </a:lnTo>
                <a:cubicBezTo>
                  <a:pt x="103503" y="13297"/>
                  <a:pt x="103503" y="13372"/>
                  <a:pt x="103540" y="13372"/>
                </a:cubicBezTo>
                <a:cubicBezTo>
                  <a:pt x="103577" y="13372"/>
                  <a:pt x="103577" y="13447"/>
                  <a:pt x="103614" y="13447"/>
                </a:cubicBezTo>
                <a:cubicBezTo>
                  <a:pt x="103681" y="13447"/>
                  <a:pt x="103681" y="13297"/>
                  <a:pt x="103754" y="13221"/>
                </a:cubicBezTo>
                <a:cubicBezTo>
                  <a:pt x="103754" y="13221"/>
                  <a:pt x="103754" y="13159"/>
                  <a:pt x="103791" y="13084"/>
                </a:cubicBezTo>
                <a:cubicBezTo>
                  <a:pt x="103828" y="13084"/>
                  <a:pt x="103865" y="13084"/>
                  <a:pt x="103901" y="13084"/>
                </a:cubicBezTo>
                <a:cubicBezTo>
                  <a:pt x="103938" y="13084"/>
                  <a:pt x="103938" y="13084"/>
                  <a:pt x="103938" y="13084"/>
                </a:cubicBezTo>
                <a:cubicBezTo>
                  <a:pt x="103975" y="13084"/>
                  <a:pt x="103975" y="13159"/>
                  <a:pt x="104012" y="13159"/>
                </a:cubicBezTo>
                <a:cubicBezTo>
                  <a:pt x="104049" y="13221"/>
                  <a:pt x="104049" y="13221"/>
                  <a:pt x="104085" y="13221"/>
                </a:cubicBezTo>
                <a:cubicBezTo>
                  <a:pt x="104122" y="13221"/>
                  <a:pt x="104122" y="13221"/>
                  <a:pt x="104159" y="13221"/>
                </a:cubicBezTo>
                <a:cubicBezTo>
                  <a:pt x="104410" y="13221"/>
                  <a:pt x="104410" y="13221"/>
                  <a:pt x="104410" y="13221"/>
                </a:cubicBezTo>
                <a:cubicBezTo>
                  <a:pt x="104410" y="13084"/>
                  <a:pt x="104410" y="13008"/>
                  <a:pt x="104410" y="12858"/>
                </a:cubicBezTo>
                <a:cubicBezTo>
                  <a:pt x="104447" y="12783"/>
                  <a:pt x="104447" y="12783"/>
                  <a:pt x="104447" y="12708"/>
                </a:cubicBezTo>
                <a:cubicBezTo>
                  <a:pt x="104483" y="12632"/>
                  <a:pt x="104520" y="12632"/>
                  <a:pt x="104520" y="12557"/>
                </a:cubicBezTo>
                <a:cubicBezTo>
                  <a:pt x="104557" y="12482"/>
                  <a:pt x="104594" y="12482"/>
                  <a:pt x="104594" y="12407"/>
                </a:cubicBezTo>
                <a:cubicBezTo>
                  <a:pt x="104594" y="12407"/>
                  <a:pt x="104594" y="12332"/>
                  <a:pt x="104594" y="12256"/>
                </a:cubicBezTo>
                <a:cubicBezTo>
                  <a:pt x="104557" y="12256"/>
                  <a:pt x="104520" y="12256"/>
                  <a:pt x="104520" y="12256"/>
                </a:cubicBezTo>
                <a:cubicBezTo>
                  <a:pt x="104483" y="12256"/>
                  <a:pt x="104483" y="12256"/>
                  <a:pt x="104447" y="12256"/>
                </a:cubicBezTo>
                <a:cubicBezTo>
                  <a:pt x="104410" y="12256"/>
                  <a:pt x="104447" y="12106"/>
                  <a:pt x="104410" y="12106"/>
                </a:cubicBezTo>
                <a:cubicBezTo>
                  <a:pt x="104373" y="12106"/>
                  <a:pt x="104373" y="12106"/>
                  <a:pt x="104336" y="12106"/>
                </a:cubicBezTo>
                <a:cubicBezTo>
                  <a:pt x="104263" y="12106"/>
                  <a:pt x="104226" y="12106"/>
                  <a:pt x="104122" y="12106"/>
                </a:cubicBezTo>
                <a:cubicBezTo>
                  <a:pt x="104085" y="12106"/>
                  <a:pt x="104085" y="12043"/>
                  <a:pt x="104012" y="12043"/>
                </a:cubicBezTo>
                <a:cubicBezTo>
                  <a:pt x="103975" y="12043"/>
                  <a:pt x="103975" y="12043"/>
                  <a:pt x="103975" y="12043"/>
                </a:cubicBezTo>
                <a:cubicBezTo>
                  <a:pt x="103975" y="12106"/>
                  <a:pt x="103938" y="12106"/>
                  <a:pt x="103938" y="12106"/>
                </a:cubicBezTo>
                <a:cubicBezTo>
                  <a:pt x="103901" y="12181"/>
                  <a:pt x="103901" y="12256"/>
                  <a:pt x="103901" y="12256"/>
                </a:cubicBezTo>
                <a:cubicBezTo>
                  <a:pt x="103865" y="12332"/>
                  <a:pt x="103828" y="12332"/>
                  <a:pt x="103828" y="12407"/>
                </a:cubicBezTo>
                <a:cubicBezTo>
                  <a:pt x="103828" y="12482"/>
                  <a:pt x="103828" y="12557"/>
                  <a:pt x="103828" y="12557"/>
                </a:cubicBezTo>
                <a:cubicBezTo>
                  <a:pt x="103791" y="12708"/>
                  <a:pt x="103828" y="12783"/>
                  <a:pt x="103828" y="12858"/>
                </a:cubicBezTo>
                <a:cubicBezTo>
                  <a:pt x="103754" y="12858"/>
                  <a:pt x="103724" y="12858"/>
                  <a:pt x="103681" y="12858"/>
                </a:cubicBezTo>
                <a:cubicBezTo>
                  <a:pt x="103650" y="12858"/>
                  <a:pt x="103650" y="12858"/>
                  <a:pt x="103614" y="12858"/>
                </a:cubicBezTo>
                <a:cubicBezTo>
                  <a:pt x="103614" y="12482"/>
                  <a:pt x="103614" y="12482"/>
                  <a:pt x="103614" y="12482"/>
                </a:cubicBezTo>
                <a:cubicBezTo>
                  <a:pt x="103614" y="12407"/>
                  <a:pt x="103650" y="12332"/>
                  <a:pt x="103650" y="12332"/>
                </a:cubicBezTo>
                <a:cubicBezTo>
                  <a:pt x="103681" y="12181"/>
                  <a:pt x="103724" y="12181"/>
                  <a:pt x="103724" y="12043"/>
                </a:cubicBezTo>
                <a:cubicBezTo>
                  <a:pt x="103724" y="11968"/>
                  <a:pt x="103681" y="11968"/>
                  <a:pt x="103681" y="11893"/>
                </a:cubicBezTo>
                <a:cubicBezTo>
                  <a:pt x="103650" y="11893"/>
                  <a:pt x="103614" y="11893"/>
                  <a:pt x="103540" y="11893"/>
                </a:cubicBezTo>
                <a:cubicBezTo>
                  <a:pt x="103540" y="11893"/>
                  <a:pt x="103503" y="11893"/>
                  <a:pt x="103467" y="11893"/>
                </a:cubicBezTo>
                <a:cubicBezTo>
                  <a:pt x="103430" y="11818"/>
                  <a:pt x="103393" y="11893"/>
                  <a:pt x="103356" y="11893"/>
                </a:cubicBezTo>
                <a:cubicBezTo>
                  <a:pt x="103320" y="11893"/>
                  <a:pt x="103283" y="11893"/>
                  <a:pt x="103283" y="11893"/>
                </a:cubicBezTo>
                <a:cubicBezTo>
                  <a:pt x="103283" y="12256"/>
                  <a:pt x="103283" y="12256"/>
                  <a:pt x="103283" y="12256"/>
                </a:cubicBezTo>
                <a:cubicBezTo>
                  <a:pt x="103209" y="12256"/>
                  <a:pt x="103179" y="12256"/>
                  <a:pt x="103142" y="12256"/>
                </a:cubicBezTo>
                <a:cubicBezTo>
                  <a:pt x="103068" y="12256"/>
                  <a:pt x="103032" y="12256"/>
                  <a:pt x="102995" y="12256"/>
                </a:cubicBezTo>
                <a:cubicBezTo>
                  <a:pt x="102958" y="12256"/>
                  <a:pt x="102958" y="12256"/>
                  <a:pt x="102921" y="12256"/>
                </a:cubicBezTo>
                <a:cubicBezTo>
                  <a:pt x="102885" y="12256"/>
                  <a:pt x="102885" y="12106"/>
                  <a:pt x="102885" y="12106"/>
                </a:cubicBezTo>
                <a:cubicBezTo>
                  <a:pt x="102848" y="12043"/>
                  <a:pt x="102848" y="12043"/>
                  <a:pt x="102811" y="11968"/>
                </a:cubicBezTo>
                <a:cubicBezTo>
                  <a:pt x="102811" y="11893"/>
                  <a:pt x="102774" y="11968"/>
                  <a:pt x="102738" y="11893"/>
                </a:cubicBezTo>
                <a:cubicBezTo>
                  <a:pt x="102738" y="11893"/>
                  <a:pt x="102774" y="11743"/>
                  <a:pt x="102738" y="11743"/>
                </a:cubicBezTo>
                <a:cubicBezTo>
                  <a:pt x="102707" y="11667"/>
                  <a:pt x="102664" y="11743"/>
                  <a:pt x="102633" y="11743"/>
                </a:cubicBezTo>
                <a:cubicBezTo>
                  <a:pt x="102523" y="11743"/>
                  <a:pt x="102523" y="11743"/>
                  <a:pt x="102523" y="11743"/>
                </a:cubicBezTo>
                <a:lnTo>
                  <a:pt x="102486" y="11818"/>
                </a:lnTo>
                <a:cubicBezTo>
                  <a:pt x="102339" y="11818"/>
                  <a:pt x="102266" y="11818"/>
                  <a:pt x="102125" y="11818"/>
                </a:cubicBezTo>
                <a:cubicBezTo>
                  <a:pt x="102125" y="11893"/>
                  <a:pt x="102162" y="11968"/>
                  <a:pt x="102125" y="12106"/>
                </a:cubicBezTo>
                <a:cubicBezTo>
                  <a:pt x="102125" y="12181"/>
                  <a:pt x="102088" y="12256"/>
                  <a:pt x="102052" y="12407"/>
                </a:cubicBezTo>
                <a:cubicBezTo>
                  <a:pt x="102052" y="12407"/>
                  <a:pt x="102052" y="12482"/>
                  <a:pt x="102052" y="12557"/>
                </a:cubicBezTo>
                <a:cubicBezTo>
                  <a:pt x="102052" y="12632"/>
                  <a:pt x="102015" y="12632"/>
                  <a:pt x="102015" y="12708"/>
                </a:cubicBezTo>
                <a:cubicBezTo>
                  <a:pt x="101978" y="12783"/>
                  <a:pt x="102015" y="12783"/>
                  <a:pt x="102015" y="12858"/>
                </a:cubicBezTo>
                <a:cubicBezTo>
                  <a:pt x="101978" y="12933"/>
                  <a:pt x="101978" y="12933"/>
                  <a:pt x="101978" y="13008"/>
                </a:cubicBezTo>
                <a:lnTo>
                  <a:pt x="101941" y="12933"/>
                </a:lnTo>
                <a:close/>
                <a:moveTo>
                  <a:pt x="101580" y="12632"/>
                </a:moveTo>
                <a:lnTo>
                  <a:pt x="101580" y="12632"/>
                </a:lnTo>
                <a:cubicBezTo>
                  <a:pt x="101543" y="12557"/>
                  <a:pt x="101543" y="12482"/>
                  <a:pt x="101543" y="12482"/>
                </a:cubicBezTo>
                <a:cubicBezTo>
                  <a:pt x="101543" y="12332"/>
                  <a:pt x="101543" y="12256"/>
                  <a:pt x="101580" y="12181"/>
                </a:cubicBezTo>
                <a:cubicBezTo>
                  <a:pt x="101543" y="12181"/>
                  <a:pt x="101506" y="12181"/>
                  <a:pt x="101470" y="12181"/>
                </a:cubicBezTo>
                <a:cubicBezTo>
                  <a:pt x="101433" y="12181"/>
                  <a:pt x="101433" y="12106"/>
                  <a:pt x="101396" y="12106"/>
                </a:cubicBezTo>
                <a:cubicBezTo>
                  <a:pt x="101359" y="12106"/>
                  <a:pt x="101359" y="12181"/>
                  <a:pt x="101323" y="12256"/>
                </a:cubicBezTo>
                <a:cubicBezTo>
                  <a:pt x="101323" y="12256"/>
                  <a:pt x="101323" y="12332"/>
                  <a:pt x="101323" y="12407"/>
                </a:cubicBezTo>
                <a:cubicBezTo>
                  <a:pt x="101323" y="12482"/>
                  <a:pt x="101323" y="12482"/>
                  <a:pt x="101323" y="12557"/>
                </a:cubicBezTo>
                <a:cubicBezTo>
                  <a:pt x="101323" y="12632"/>
                  <a:pt x="101359" y="12632"/>
                  <a:pt x="101396" y="12632"/>
                </a:cubicBezTo>
                <a:cubicBezTo>
                  <a:pt x="101433" y="12708"/>
                  <a:pt x="101433" y="12783"/>
                  <a:pt x="101470" y="12783"/>
                </a:cubicBezTo>
                <a:cubicBezTo>
                  <a:pt x="101506" y="12783"/>
                  <a:pt x="101543" y="12632"/>
                  <a:pt x="101580" y="12632"/>
                </a:cubicBezTo>
                <a:close/>
                <a:moveTo>
                  <a:pt x="101359" y="14124"/>
                </a:moveTo>
                <a:lnTo>
                  <a:pt x="101359" y="14124"/>
                </a:lnTo>
                <a:cubicBezTo>
                  <a:pt x="101359" y="14186"/>
                  <a:pt x="101359" y="14262"/>
                  <a:pt x="101396" y="14262"/>
                </a:cubicBezTo>
                <a:cubicBezTo>
                  <a:pt x="101396" y="14412"/>
                  <a:pt x="101470" y="14487"/>
                  <a:pt x="101470" y="14562"/>
                </a:cubicBezTo>
                <a:cubicBezTo>
                  <a:pt x="101470" y="14638"/>
                  <a:pt x="101506" y="14638"/>
                  <a:pt x="101506" y="14713"/>
                </a:cubicBezTo>
                <a:cubicBezTo>
                  <a:pt x="101506" y="14788"/>
                  <a:pt x="101506" y="14863"/>
                  <a:pt x="101506" y="15014"/>
                </a:cubicBezTo>
                <a:cubicBezTo>
                  <a:pt x="101831" y="15014"/>
                  <a:pt x="101831" y="15014"/>
                  <a:pt x="101831" y="15014"/>
                </a:cubicBezTo>
                <a:cubicBezTo>
                  <a:pt x="101794" y="14938"/>
                  <a:pt x="101831" y="14863"/>
                  <a:pt x="101794" y="14863"/>
                </a:cubicBezTo>
                <a:cubicBezTo>
                  <a:pt x="101758" y="14788"/>
                  <a:pt x="101721" y="14788"/>
                  <a:pt x="101690" y="14788"/>
                </a:cubicBezTo>
                <a:cubicBezTo>
                  <a:pt x="101690" y="14788"/>
                  <a:pt x="101647" y="14788"/>
                  <a:pt x="101617" y="14713"/>
                </a:cubicBezTo>
                <a:cubicBezTo>
                  <a:pt x="101580" y="14638"/>
                  <a:pt x="101580" y="14562"/>
                  <a:pt x="101543" y="14412"/>
                </a:cubicBezTo>
                <a:cubicBezTo>
                  <a:pt x="101506" y="14262"/>
                  <a:pt x="101506" y="14262"/>
                  <a:pt x="101506" y="14262"/>
                </a:cubicBezTo>
                <a:cubicBezTo>
                  <a:pt x="101506" y="14186"/>
                  <a:pt x="101470" y="14186"/>
                  <a:pt x="101470" y="14124"/>
                </a:cubicBezTo>
                <a:lnTo>
                  <a:pt x="101359" y="14124"/>
                </a:lnTo>
                <a:close/>
                <a:moveTo>
                  <a:pt x="92061" y="8910"/>
                </a:moveTo>
                <a:lnTo>
                  <a:pt x="92061" y="8910"/>
                </a:lnTo>
                <a:cubicBezTo>
                  <a:pt x="92061" y="8848"/>
                  <a:pt x="92024" y="8848"/>
                  <a:pt x="91987" y="8772"/>
                </a:cubicBezTo>
                <a:cubicBezTo>
                  <a:pt x="91987" y="8772"/>
                  <a:pt x="92024" y="8697"/>
                  <a:pt x="91987" y="8622"/>
                </a:cubicBezTo>
                <a:cubicBezTo>
                  <a:pt x="91987" y="8622"/>
                  <a:pt x="91957" y="8622"/>
                  <a:pt x="91914" y="8622"/>
                </a:cubicBezTo>
                <a:cubicBezTo>
                  <a:pt x="91883" y="8622"/>
                  <a:pt x="91883" y="8547"/>
                  <a:pt x="91846" y="8547"/>
                </a:cubicBezTo>
                <a:cubicBezTo>
                  <a:pt x="91773" y="8547"/>
                  <a:pt x="91773" y="8547"/>
                  <a:pt x="91773" y="8547"/>
                </a:cubicBezTo>
                <a:cubicBezTo>
                  <a:pt x="91736" y="8547"/>
                  <a:pt x="91736" y="8472"/>
                  <a:pt x="91699" y="8472"/>
                </a:cubicBezTo>
                <a:cubicBezTo>
                  <a:pt x="91663" y="8472"/>
                  <a:pt x="91663" y="8472"/>
                  <a:pt x="91626" y="8472"/>
                </a:cubicBezTo>
                <a:cubicBezTo>
                  <a:pt x="91552" y="8472"/>
                  <a:pt x="91552" y="8472"/>
                  <a:pt x="91552" y="8472"/>
                </a:cubicBezTo>
                <a:cubicBezTo>
                  <a:pt x="91516" y="8472"/>
                  <a:pt x="91516" y="8547"/>
                  <a:pt x="91479" y="8622"/>
                </a:cubicBezTo>
                <a:cubicBezTo>
                  <a:pt x="91479" y="8772"/>
                  <a:pt x="91479" y="8772"/>
                  <a:pt x="91479" y="8772"/>
                </a:cubicBezTo>
                <a:cubicBezTo>
                  <a:pt x="91516" y="8772"/>
                  <a:pt x="91552" y="8772"/>
                  <a:pt x="91552" y="8772"/>
                </a:cubicBezTo>
                <a:cubicBezTo>
                  <a:pt x="91589" y="8772"/>
                  <a:pt x="91589" y="8772"/>
                  <a:pt x="91626" y="8772"/>
                </a:cubicBezTo>
                <a:cubicBezTo>
                  <a:pt x="91663" y="8848"/>
                  <a:pt x="91663" y="8848"/>
                  <a:pt x="91699" y="8910"/>
                </a:cubicBezTo>
                <a:cubicBezTo>
                  <a:pt x="91736" y="8910"/>
                  <a:pt x="91736" y="8998"/>
                  <a:pt x="91736" y="9061"/>
                </a:cubicBezTo>
                <a:cubicBezTo>
                  <a:pt x="91810" y="9061"/>
                  <a:pt x="91846" y="9061"/>
                  <a:pt x="91914" y="9061"/>
                </a:cubicBezTo>
                <a:cubicBezTo>
                  <a:pt x="91987" y="9061"/>
                  <a:pt x="91987" y="9061"/>
                  <a:pt x="91987" y="9061"/>
                </a:cubicBezTo>
                <a:cubicBezTo>
                  <a:pt x="92024" y="9061"/>
                  <a:pt x="92024" y="9061"/>
                  <a:pt x="92061" y="9061"/>
                </a:cubicBezTo>
                <a:cubicBezTo>
                  <a:pt x="92061" y="8998"/>
                  <a:pt x="92061" y="8910"/>
                  <a:pt x="92061" y="8910"/>
                </a:cubicBezTo>
                <a:close/>
                <a:moveTo>
                  <a:pt x="87993" y="10552"/>
                </a:moveTo>
                <a:lnTo>
                  <a:pt x="87993" y="10552"/>
                </a:lnTo>
                <a:cubicBezTo>
                  <a:pt x="88030" y="10552"/>
                  <a:pt x="88030" y="10477"/>
                  <a:pt x="88067" y="10477"/>
                </a:cubicBezTo>
                <a:cubicBezTo>
                  <a:pt x="88104" y="10477"/>
                  <a:pt x="88140" y="10552"/>
                  <a:pt x="88214" y="10552"/>
                </a:cubicBezTo>
                <a:cubicBezTo>
                  <a:pt x="88214" y="10552"/>
                  <a:pt x="88251" y="10627"/>
                  <a:pt x="88287" y="10627"/>
                </a:cubicBezTo>
                <a:cubicBezTo>
                  <a:pt x="88355" y="10627"/>
                  <a:pt x="88355" y="10627"/>
                  <a:pt x="88355" y="10627"/>
                </a:cubicBezTo>
                <a:lnTo>
                  <a:pt x="88355" y="10552"/>
                </a:lnTo>
                <a:cubicBezTo>
                  <a:pt x="88355" y="10477"/>
                  <a:pt x="88355" y="10402"/>
                  <a:pt x="88355" y="10326"/>
                </a:cubicBezTo>
                <a:cubicBezTo>
                  <a:pt x="88324" y="10251"/>
                  <a:pt x="88355" y="10176"/>
                  <a:pt x="88355" y="10176"/>
                </a:cubicBezTo>
                <a:cubicBezTo>
                  <a:pt x="88324" y="10101"/>
                  <a:pt x="88287" y="10101"/>
                  <a:pt x="88251" y="10101"/>
                </a:cubicBezTo>
                <a:cubicBezTo>
                  <a:pt x="88214" y="10101"/>
                  <a:pt x="88214" y="10101"/>
                  <a:pt x="88214" y="10101"/>
                </a:cubicBezTo>
                <a:cubicBezTo>
                  <a:pt x="88177" y="10101"/>
                  <a:pt x="88177" y="10176"/>
                  <a:pt x="88140" y="10251"/>
                </a:cubicBezTo>
                <a:cubicBezTo>
                  <a:pt x="88104" y="10326"/>
                  <a:pt x="88067" y="10326"/>
                  <a:pt x="87993" y="10402"/>
                </a:cubicBezTo>
                <a:lnTo>
                  <a:pt x="87993" y="10552"/>
                </a:lnTo>
                <a:close/>
                <a:moveTo>
                  <a:pt x="89519" y="9286"/>
                </a:moveTo>
                <a:lnTo>
                  <a:pt x="89519" y="9286"/>
                </a:lnTo>
                <a:cubicBezTo>
                  <a:pt x="89592" y="9286"/>
                  <a:pt x="89629" y="9136"/>
                  <a:pt x="89702" y="9061"/>
                </a:cubicBezTo>
                <a:cubicBezTo>
                  <a:pt x="89702" y="8998"/>
                  <a:pt x="89739" y="8998"/>
                  <a:pt x="89776" y="8910"/>
                </a:cubicBezTo>
                <a:cubicBezTo>
                  <a:pt x="89776" y="8848"/>
                  <a:pt x="89776" y="8848"/>
                  <a:pt x="89813" y="8772"/>
                </a:cubicBezTo>
                <a:cubicBezTo>
                  <a:pt x="89849" y="8772"/>
                  <a:pt x="89880" y="8772"/>
                  <a:pt x="89880" y="8772"/>
                </a:cubicBezTo>
                <a:cubicBezTo>
                  <a:pt x="89917" y="8772"/>
                  <a:pt x="89954" y="8697"/>
                  <a:pt x="89990" y="8697"/>
                </a:cubicBezTo>
                <a:cubicBezTo>
                  <a:pt x="90027" y="8697"/>
                  <a:pt x="90027" y="8772"/>
                  <a:pt x="90064" y="8772"/>
                </a:cubicBezTo>
                <a:cubicBezTo>
                  <a:pt x="90425" y="8772"/>
                  <a:pt x="90425" y="8772"/>
                  <a:pt x="90425" y="8772"/>
                </a:cubicBezTo>
                <a:cubicBezTo>
                  <a:pt x="90462" y="8772"/>
                  <a:pt x="90462" y="8697"/>
                  <a:pt x="90499" y="8697"/>
                </a:cubicBezTo>
                <a:cubicBezTo>
                  <a:pt x="90535" y="8622"/>
                  <a:pt x="90535" y="8622"/>
                  <a:pt x="90572" y="8622"/>
                </a:cubicBezTo>
                <a:cubicBezTo>
                  <a:pt x="90609" y="8622"/>
                  <a:pt x="90609" y="8622"/>
                  <a:pt x="90646" y="8622"/>
                </a:cubicBezTo>
                <a:cubicBezTo>
                  <a:pt x="90719" y="8622"/>
                  <a:pt x="90756" y="8622"/>
                  <a:pt x="90793" y="8622"/>
                </a:cubicBezTo>
                <a:cubicBezTo>
                  <a:pt x="90830" y="8622"/>
                  <a:pt x="90830" y="8622"/>
                  <a:pt x="90866" y="8622"/>
                </a:cubicBezTo>
                <a:cubicBezTo>
                  <a:pt x="90897" y="8622"/>
                  <a:pt x="90940" y="8472"/>
                  <a:pt x="90970" y="8472"/>
                </a:cubicBezTo>
                <a:cubicBezTo>
                  <a:pt x="91044" y="8472"/>
                  <a:pt x="91081" y="8547"/>
                  <a:pt x="91154" y="8547"/>
                </a:cubicBezTo>
                <a:cubicBezTo>
                  <a:pt x="91191" y="8547"/>
                  <a:pt x="91228" y="8547"/>
                  <a:pt x="91264" y="8472"/>
                </a:cubicBezTo>
                <a:cubicBezTo>
                  <a:pt x="91301" y="8396"/>
                  <a:pt x="91301" y="8396"/>
                  <a:pt x="91301" y="8321"/>
                </a:cubicBezTo>
                <a:cubicBezTo>
                  <a:pt x="91338" y="8246"/>
                  <a:pt x="91338" y="8246"/>
                  <a:pt x="91338" y="8171"/>
                </a:cubicBezTo>
                <a:cubicBezTo>
                  <a:pt x="91338" y="8096"/>
                  <a:pt x="91301" y="8096"/>
                  <a:pt x="91301" y="8020"/>
                </a:cubicBezTo>
                <a:cubicBezTo>
                  <a:pt x="91301" y="7883"/>
                  <a:pt x="91301" y="7883"/>
                  <a:pt x="91301" y="7883"/>
                </a:cubicBezTo>
                <a:cubicBezTo>
                  <a:pt x="91007" y="7883"/>
                  <a:pt x="91007" y="7883"/>
                  <a:pt x="91007" y="7883"/>
                </a:cubicBezTo>
                <a:cubicBezTo>
                  <a:pt x="91007" y="7732"/>
                  <a:pt x="91007" y="7657"/>
                  <a:pt x="91007" y="7507"/>
                </a:cubicBezTo>
                <a:cubicBezTo>
                  <a:pt x="91007" y="7507"/>
                  <a:pt x="91007" y="7431"/>
                  <a:pt x="91007" y="7356"/>
                </a:cubicBezTo>
                <a:cubicBezTo>
                  <a:pt x="91007" y="7356"/>
                  <a:pt x="90970" y="7356"/>
                  <a:pt x="90940" y="7281"/>
                </a:cubicBezTo>
                <a:cubicBezTo>
                  <a:pt x="90940" y="7281"/>
                  <a:pt x="90897" y="7281"/>
                  <a:pt x="90866" y="7281"/>
                </a:cubicBezTo>
                <a:cubicBezTo>
                  <a:pt x="90793" y="7206"/>
                  <a:pt x="90756" y="7206"/>
                  <a:pt x="90646" y="7206"/>
                </a:cubicBezTo>
                <a:cubicBezTo>
                  <a:pt x="90609" y="7206"/>
                  <a:pt x="90609" y="7206"/>
                  <a:pt x="90572" y="7206"/>
                </a:cubicBezTo>
                <a:cubicBezTo>
                  <a:pt x="90535" y="7206"/>
                  <a:pt x="90572" y="7281"/>
                  <a:pt x="90535" y="7356"/>
                </a:cubicBezTo>
                <a:cubicBezTo>
                  <a:pt x="90499" y="7431"/>
                  <a:pt x="90499" y="7507"/>
                  <a:pt x="90462" y="7507"/>
                </a:cubicBezTo>
                <a:cubicBezTo>
                  <a:pt x="90425" y="7507"/>
                  <a:pt x="90425" y="7507"/>
                  <a:pt x="90425" y="7507"/>
                </a:cubicBezTo>
                <a:cubicBezTo>
                  <a:pt x="90395" y="7507"/>
                  <a:pt x="90395" y="7431"/>
                  <a:pt x="90358" y="7356"/>
                </a:cubicBezTo>
                <a:cubicBezTo>
                  <a:pt x="90395" y="7356"/>
                  <a:pt x="90425" y="7281"/>
                  <a:pt x="90425" y="7206"/>
                </a:cubicBezTo>
                <a:cubicBezTo>
                  <a:pt x="90462" y="7206"/>
                  <a:pt x="90499" y="7206"/>
                  <a:pt x="90499" y="7131"/>
                </a:cubicBezTo>
                <a:cubicBezTo>
                  <a:pt x="90499" y="7055"/>
                  <a:pt x="90499" y="7055"/>
                  <a:pt x="90499" y="6980"/>
                </a:cubicBezTo>
                <a:cubicBezTo>
                  <a:pt x="90499" y="6980"/>
                  <a:pt x="90462" y="6980"/>
                  <a:pt x="90425" y="6980"/>
                </a:cubicBezTo>
                <a:cubicBezTo>
                  <a:pt x="90425" y="6918"/>
                  <a:pt x="90395" y="6918"/>
                  <a:pt x="90358" y="6918"/>
                </a:cubicBezTo>
                <a:cubicBezTo>
                  <a:pt x="90321" y="6918"/>
                  <a:pt x="90358" y="6767"/>
                  <a:pt x="90284" y="6767"/>
                </a:cubicBezTo>
                <a:cubicBezTo>
                  <a:pt x="90248" y="6767"/>
                  <a:pt x="90248" y="6767"/>
                  <a:pt x="90248" y="6767"/>
                </a:cubicBezTo>
                <a:cubicBezTo>
                  <a:pt x="90248" y="6767"/>
                  <a:pt x="90211" y="6830"/>
                  <a:pt x="90211" y="6918"/>
                </a:cubicBezTo>
                <a:cubicBezTo>
                  <a:pt x="90174" y="6918"/>
                  <a:pt x="90137" y="6918"/>
                  <a:pt x="90101" y="6918"/>
                </a:cubicBezTo>
                <a:cubicBezTo>
                  <a:pt x="90101" y="6918"/>
                  <a:pt x="90064" y="6918"/>
                  <a:pt x="90027" y="6980"/>
                </a:cubicBezTo>
                <a:cubicBezTo>
                  <a:pt x="90027" y="6980"/>
                  <a:pt x="89990" y="7055"/>
                  <a:pt x="89990" y="7131"/>
                </a:cubicBezTo>
                <a:cubicBezTo>
                  <a:pt x="89954" y="7131"/>
                  <a:pt x="89917" y="7131"/>
                  <a:pt x="89917" y="7206"/>
                </a:cubicBezTo>
                <a:cubicBezTo>
                  <a:pt x="89917" y="7281"/>
                  <a:pt x="89880" y="7281"/>
                  <a:pt x="89880" y="7356"/>
                </a:cubicBezTo>
                <a:cubicBezTo>
                  <a:pt x="89880" y="7431"/>
                  <a:pt x="89880" y="7431"/>
                  <a:pt x="89849" y="7507"/>
                </a:cubicBezTo>
                <a:cubicBezTo>
                  <a:pt x="89849" y="7582"/>
                  <a:pt x="89849" y="7582"/>
                  <a:pt x="89813" y="7657"/>
                </a:cubicBezTo>
                <a:cubicBezTo>
                  <a:pt x="89813" y="7657"/>
                  <a:pt x="89776" y="7582"/>
                  <a:pt x="89776" y="7657"/>
                </a:cubicBezTo>
                <a:cubicBezTo>
                  <a:pt x="89739" y="7657"/>
                  <a:pt x="89702" y="7657"/>
                  <a:pt x="89702" y="7732"/>
                </a:cubicBezTo>
                <a:cubicBezTo>
                  <a:pt x="89666" y="7807"/>
                  <a:pt x="89702" y="7807"/>
                  <a:pt x="89702" y="7883"/>
                </a:cubicBezTo>
                <a:cubicBezTo>
                  <a:pt x="89666" y="7945"/>
                  <a:pt x="89702" y="8096"/>
                  <a:pt x="89702" y="8171"/>
                </a:cubicBezTo>
                <a:cubicBezTo>
                  <a:pt x="89666" y="8246"/>
                  <a:pt x="89666" y="8246"/>
                  <a:pt x="89666" y="8321"/>
                </a:cubicBezTo>
                <a:cubicBezTo>
                  <a:pt x="89629" y="8396"/>
                  <a:pt x="89592" y="8321"/>
                  <a:pt x="89592" y="8396"/>
                </a:cubicBezTo>
                <a:cubicBezTo>
                  <a:pt x="89555" y="8396"/>
                  <a:pt x="89519" y="8396"/>
                  <a:pt x="89482" y="8472"/>
                </a:cubicBezTo>
                <a:cubicBezTo>
                  <a:pt x="89482" y="8472"/>
                  <a:pt x="89445" y="8472"/>
                  <a:pt x="89408" y="8547"/>
                </a:cubicBezTo>
                <a:cubicBezTo>
                  <a:pt x="89408" y="8622"/>
                  <a:pt x="89378" y="8622"/>
                  <a:pt x="89378" y="8697"/>
                </a:cubicBezTo>
                <a:cubicBezTo>
                  <a:pt x="89378" y="8772"/>
                  <a:pt x="89378" y="8772"/>
                  <a:pt x="89378" y="8848"/>
                </a:cubicBezTo>
                <a:cubicBezTo>
                  <a:pt x="89378" y="8910"/>
                  <a:pt x="89378" y="8998"/>
                  <a:pt x="89378" y="9061"/>
                </a:cubicBezTo>
                <a:cubicBezTo>
                  <a:pt x="89408" y="9061"/>
                  <a:pt x="89482" y="9286"/>
                  <a:pt x="89519" y="9286"/>
                </a:cubicBezTo>
                <a:close/>
                <a:moveTo>
                  <a:pt x="88392" y="5727"/>
                </a:moveTo>
                <a:lnTo>
                  <a:pt x="88392" y="5727"/>
                </a:lnTo>
                <a:cubicBezTo>
                  <a:pt x="88355" y="5727"/>
                  <a:pt x="88355" y="5802"/>
                  <a:pt x="88324" y="5802"/>
                </a:cubicBezTo>
                <a:cubicBezTo>
                  <a:pt x="88287" y="5865"/>
                  <a:pt x="88287" y="5865"/>
                  <a:pt x="88251" y="5865"/>
                </a:cubicBezTo>
                <a:cubicBezTo>
                  <a:pt x="88214" y="5940"/>
                  <a:pt x="88251" y="6015"/>
                  <a:pt x="88214" y="6015"/>
                </a:cubicBezTo>
                <a:cubicBezTo>
                  <a:pt x="88177" y="6015"/>
                  <a:pt x="88140" y="6015"/>
                  <a:pt x="88140" y="6090"/>
                </a:cubicBezTo>
                <a:cubicBezTo>
                  <a:pt x="88067" y="6090"/>
                  <a:pt x="87993" y="6015"/>
                  <a:pt x="87920" y="6090"/>
                </a:cubicBezTo>
                <a:cubicBezTo>
                  <a:pt x="87883" y="6090"/>
                  <a:pt x="87883" y="6090"/>
                  <a:pt x="87846" y="6090"/>
                </a:cubicBezTo>
                <a:cubicBezTo>
                  <a:pt x="87816" y="6090"/>
                  <a:pt x="87816" y="6090"/>
                  <a:pt x="87779" y="6090"/>
                </a:cubicBezTo>
                <a:cubicBezTo>
                  <a:pt x="87742" y="6090"/>
                  <a:pt x="87742" y="6166"/>
                  <a:pt x="87705" y="6166"/>
                </a:cubicBezTo>
                <a:cubicBezTo>
                  <a:pt x="87669" y="6241"/>
                  <a:pt x="87705" y="6316"/>
                  <a:pt x="87669" y="6316"/>
                </a:cubicBezTo>
                <a:cubicBezTo>
                  <a:pt x="87632" y="6391"/>
                  <a:pt x="87595" y="6316"/>
                  <a:pt x="87595" y="6316"/>
                </a:cubicBezTo>
                <a:cubicBezTo>
                  <a:pt x="87558" y="6391"/>
                  <a:pt x="87558" y="6391"/>
                  <a:pt x="87522" y="6391"/>
                </a:cubicBezTo>
                <a:cubicBezTo>
                  <a:pt x="87485" y="6391"/>
                  <a:pt x="87448" y="6466"/>
                  <a:pt x="87448" y="6542"/>
                </a:cubicBezTo>
                <a:cubicBezTo>
                  <a:pt x="87411" y="6617"/>
                  <a:pt x="87411" y="6617"/>
                  <a:pt x="87411" y="6692"/>
                </a:cubicBezTo>
                <a:cubicBezTo>
                  <a:pt x="87375" y="6692"/>
                  <a:pt x="87411" y="6767"/>
                  <a:pt x="87411" y="6767"/>
                </a:cubicBezTo>
                <a:cubicBezTo>
                  <a:pt x="87448" y="6830"/>
                  <a:pt x="87485" y="6830"/>
                  <a:pt x="87522" y="6918"/>
                </a:cubicBezTo>
                <a:cubicBezTo>
                  <a:pt x="87558" y="6918"/>
                  <a:pt x="87595" y="6918"/>
                  <a:pt x="87595" y="6980"/>
                </a:cubicBezTo>
                <a:cubicBezTo>
                  <a:pt x="87632" y="6980"/>
                  <a:pt x="87595" y="7055"/>
                  <a:pt x="87595" y="7131"/>
                </a:cubicBezTo>
                <a:lnTo>
                  <a:pt x="87595" y="7206"/>
                </a:lnTo>
                <a:cubicBezTo>
                  <a:pt x="87595" y="7356"/>
                  <a:pt x="87632" y="7356"/>
                  <a:pt x="87632" y="7431"/>
                </a:cubicBezTo>
                <a:cubicBezTo>
                  <a:pt x="88251" y="7431"/>
                  <a:pt x="88251" y="7431"/>
                  <a:pt x="88251" y="7431"/>
                </a:cubicBezTo>
                <a:cubicBezTo>
                  <a:pt x="88287" y="7431"/>
                  <a:pt x="88287" y="7507"/>
                  <a:pt x="88324" y="7507"/>
                </a:cubicBezTo>
                <a:cubicBezTo>
                  <a:pt x="88355" y="7507"/>
                  <a:pt x="88355" y="7507"/>
                  <a:pt x="88392" y="7507"/>
                </a:cubicBezTo>
                <a:cubicBezTo>
                  <a:pt x="88428" y="7507"/>
                  <a:pt x="88428" y="7582"/>
                  <a:pt x="88428" y="7657"/>
                </a:cubicBezTo>
                <a:cubicBezTo>
                  <a:pt x="88465" y="7657"/>
                  <a:pt x="88465" y="7732"/>
                  <a:pt x="88502" y="7807"/>
                </a:cubicBezTo>
                <a:cubicBezTo>
                  <a:pt x="88686" y="7807"/>
                  <a:pt x="88759" y="7807"/>
                  <a:pt x="88937" y="7807"/>
                </a:cubicBezTo>
                <a:cubicBezTo>
                  <a:pt x="88973" y="7807"/>
                  <a:pt x="89010" y="7807"/>
                  <a:pt x="89010" y="7807"/>
                </a:cubicBezTo>
                <a:cubicBezTo>
                  <a:pt x="89120" y="7807"/>
                  <a:pt x="89120" y="7807"/>
                  <a:pt x="89120" y="7807"/>
                </a:cubicBezTo>
                <a:cubicBezTo>
                  <a:pt x="89194" y="7807"/>
                  <a:pt x="89194" y="7807"/>
                  <a:pt x="89267" y="7807"/>
                </a:cubicBezTo>
                <a:cubicBezTo>
                  <a:pt x="89267" y="7807"/>
                  <a:pt x="89304" y="7807"/>
                  <a:pt x="89341" y="7807"/>
                </a:cubicBezTo>
                <a:cubicBezTo>
                  <a:pt x="89378" y="7732"/>
                  <a:pt x="89408" y="7732"/>
                  <a:pt x="89445" y="7657"/>
                </a:cubicBezTo>
                <a:cubicBezTo>
                  <a:pt x="89482" y="7657"/>
                  <a:pt x="89482" y="7582"/>
                  <a:pt x="89482" y="7507"/>
                </a:cubicBezTo>
                <a:cubicBezTo>
                  <a:pt x="89482" y="7206"/>
                  <a:pt x="89482" y="7206"/>
                  <a:pt x="89482" y="7206"/>
                </a:cubicBezTo>
                <a:cubicBezTo>
                  <a:pt x="89445" y="7206"/>
                  <a:pt x="89445" y="7281"/>
                  <a:pt x="89378" y="7206"/>
                </a:cubicBezTo>
                <a:cubicBezTo>
                  <a:pt x="89378" y="7206"/>
                  <a:pt x="89341" y="7206"/>
                  <a:pt x="89341" y="7131"/>
                </a:cubicBezTo>
                <a:cubicBezTo>
                  <a:pt x="89341" y="7055"/>
                  <a:pt x="89341" y="6980"/>
                  <a:pt x="89341" y="6918"/>
                </a:cubicBezTo>
                <a:cubicBezTo>
                  <a:pt x="89341" y="6830"/>
                  <a:pt x="89378" y="6767"/>
                  <a:pt x="89378" y="6767"/>
                </a:cubicBezTo>
                <a:cubicBezTo>
                  <a:pt x="89378" y="6692"/>
                  <a:pt x="89408" y="6692"/>
                  <a:pt x="89408" y="6617"/>
                </a:cubicBezTo>
                <a:cubicBezTo>
                  <a:pt x="89445" y="6542"/>
                  <a:pt x="89482" y="6542"/>
                  <a:pt x="89482" y="6391"/>
                </a:cubicBezTo>
                <a:cubicBezTo>
                  <a:pt x="89482" y="6316"/>
                  <a:pt x="89445" y="6241"/>
                  <a:pt x="89445" y="6166"/>
                </a:cubicBezTo>
                <a:cubicBezTo>
                  <a:pt x="89445" y="6090"/>
                  <a:pt x="89408" y="6090"/>
                  <a:pt x="89408" y="6015"/>
                </a:cubicBezTo>
                <a:cubicBezTo>
                  <a:pt x="89378" y="5940"/>
                  <a:pt x="89378" y="5940"/>
                  <a:pt x="89341" y="5865"/>
                </a:cubicBezTo>
                <a:cubicBezTo>
                  <a:pt x="89304" y="5802"/>
                  <a:pt x="89267" y="5865"/>
                  <a:pt x="89194" y="5865"/>
                </a:cubicBezTo>
                <a:cubicBezTo>
                  <a:pt x="89157" y="5865"/>
                  <a:pt x="89120" y="5802"/>
                  <a:pt x="89084" y="5865"/>
                </a:cubicBezTo>
                <a:cubicBezTo>
                  <a:pt x="89047" y="5865"/>
                  <a:pt x="89010" y="5865"/>
                  <a:pt x="89010" y="5940"/>
                </a:cubicBezTo>
                <a:cubicBezTo>
                  <a:pt x="88973" y="5940"/>
                  <a:pt x="88973" y="6015"/>
                  <a:pt x="88973" y="6090"/>
                </a:cubicBezTo>
                <a:cubicBezTo>
                  <a:pt x="88937" y="6090"/>
                  <a:pt x="88937" y="6166"/>
                  <a:pt x="88900" y="6166"/>
                </a:cubicBezTo>
                <a:cubicBezTo>
                  <a:pt x="88863" y="6166"/>
                  <a:pt x="88863" y="6166"/>
                  <a:pt x="88833" y="6166"/>
                </a:cubicBezTo>
                <a:cubicBezTo>
                  <a:pt x="88796" y="6166"/>
                  <a:pt x="88759" y="6166"/>
                  <a:pt x="88686" y="6166"/>
                </a:cubicBezTo>
                <a:cubicBezTo>
                  <a:pt x="88722" y="6090"/>
                  <a:pt x="88722" y="6090"/>
                  <a:pt x="88722" y="6015"/>
                </a:cubicBezTo>
                <a:cubicBezTo>
                  <a:pt x="88759" y="5940"/>
                  <a:pt x="88759" y="5940"/>
                  <a:pt x="88796" y="5940"/>
                </a:cubicBezTo>
                <a:cubicBezTo>
                  <a:pt x="88796" y="5727"/>
                  <a:pt x="88796" y="5727"/>
                  <a:pt x="88796" y="5727"/>
                </a:cubicBezTo>
                <a:cubicBezTo>
                  <a:pt x="88686" y="5727"/>
                  <a:pt x="88649" y="5727"/>
                  <a:pt x="88539" y="5727"/>
                </a:cubicBezTo>
                <a:cubicBezTo>
                  <a:pt x="88502" y="5727"/>
                  <a:pt x="88465" y="5727"/>
                  <a:pt x="88392" y="5727"/>
                </a:cubicBezTo>
                <a:close/>
                <a:moveTo>
                  <a:pt x="87338" y="5865"/>
                </a:moveTo>
                <a:lnTo>
                  <a:pt x="87338" y="5865"/>
                </a:lnTo>
                <a:cubicBezTo>
                  <a:pt x="87375" y="5940"/>
                  <a:pt x="87375" y="5940"/>
                  <a:pt x="87411" y="5940"/>
                </a:cubicBezTo>
                <a:cubicBezTo>
                  <a:pt x="87448" y="5940"/>
                  <a:pt x="87485" y="5940"/>
                  <a:pt x="87522" y="5940"/>
                </a:cubicBezTo>
                <a:cubicBezTo>
                  <a:pt x="87558" y="5940"/>
                  <a:pt x="87595" y="5940"/>
                  <a:pt x="87632" y="5940"/>
                </a:cubicBezTo>
                <a:cubicBezTo>
                  <a:pt x="87669" y="5940"/>
                  <a:pt x="87669" y="5865"/>
                  <a:pt x="87705" y="5865"/>
                </a:cubicBezTo>
                <a:cubicBezTo>
                  <a:pt x="87742" y="5802"/>
                  <a:pt x="87742" y="5727"/>
                  <a:pt x="87779" y="5727"/>
                </a:cubicBezTo>
                <a:cubicBezTo>
                  <a:pt x="87779" y="5727"/>
                  <a:pt x="87816" y="5727"/>
                  <a:pt x="87846" y="5727"/>
                </a:cubicBezTo>
                <a:cubicBezTo>
                  <a:pt x="87883" y="5727"/>
                  <a:pt x="87920" y="5727"/>
                  <a:pt x="87957" y="5727"/>
                </a:cubicBezTo>
                <a:cubicBezTo>
                  <a:pt x="87993" y="5727"/>
                  <a:pt x="88030" y="5727"/>
                  <a:pt x="88030" y="5652"/>
                </a:cubicBezTo>
                <a:cubicBezTo>
                  <a:pt x="88067" y="5652"/>
                  <a:pt x="88067" y="5577"/>
                  <a:pt x="88104" y="5501"/>
                </a:cubicBezTo>
                <a:cubicBezTo>
                  <a:pt x="88140" y="5501"/>
                  <a:pt x="88177" y="5501"/>
                  <a:pt x="88251" y="5501"/>
                </a:cubicBezTo>
                <a:cubicBezTo>
                  <a:pt x="88355" y="5501"/>
                  <a:pt x="88392" y="5501"/>
                  <a:pt x="88502" y="5501"/>
                </a:cubicBezTo>
                <a:cubicBezTo>
                  <a:pt x="88502" y="5426"/>
                  <a:pt x="88539" y="5351"/>
                  <a:pt x="88539" y="5276"/>
                </a:cubicBezTo>
                <a:cubicBezTo>
                  <a:pt x="88539" y="5201"/>
                  <a:pt x="88539" y="5125"/>
                  <a:pt x="88539" y="5050"/>
                </a:cubicBezTo>
                <a:cubicBezTo>
                  <a:pt x="88575" y="4975"/>
                  <a:pt x="88575" y="4900"/>
                  <a:pt x="88612" y="4900"/>
                </a:cubicBezTo>
                <a:cubicBezTo>
                  <a:pt x="88612" y="4837"/>
                  <a:pt x="88649" y="4900"/>
                  <a:pt x="88686" y="4900"/>
                </a:cubicBezTo>
                <a:cubicBezTo>
                  <a:pt x="88686" y="4837"/>
                  <a:pt x="88686" y="4749"/>
                  <a:pt x="88722" y="4749"/>
                </a:cubicBezTo>
                <a:cubicBezTo>
                  <a:pt x="88759" y="4687"/>
                  <a:pt x="88759" y="4687"/>
                  <a:pt x="88796" y="4687"/>
                </a:cubicBezTo>
                <a:cubicBezTo>
                  <a:pt x="88759" y="4612"/>
                  <a:pt x="88759" y="4612"/>
                  <a:pt x="88722" y="4612"/>
                </a:cubicBezTo>
                <a:lnTo>
                  <a:pt x="88722" y="4536"/>
                </a:lnTo>
                <a:cubicBezTo>
                  <a:pt x="88287" y="4536"/>
                  <a:pt x="88287" y="4536"/>
                  <a:pt x="88287" y="4536"/>
                </a:cubicBezTo>
                <a:cubicBezTo>
                  <a:pt x="88287" y="4386"/>
                  <a:pt x="88287" y="4311"/>
                  <a:pt x="88251" y="4236"/>
                </a:cubicBezTo>
                <a:cubicBezTo>
                  <a:pt x="88214" y="4160"/>
                  <a:pt x="88214" y="4085"/>
                  <a:pt x="88214" y="4085"/>
                </a:cubicBezTo>
                <a:cubicBezTo>
                  <a:pt x="88177" y="4010"/>
                  <a:pt x="88140" y="4085"/>
                  <a:pt x="88140" y="4085"/>
                </a:cubicBezTo>
                <a:cubicBezTo>
                  <a:pt x="88104" y="4010"/>
                  <a:pt x="88104" y="4010"/>
                  <a:pt x="88067" y="4010"/>
                </a:cubicBezTo>
                <a:cubicBezTo>
                  <a:pt x="87993" y="4010"/>
                  <a:pt x="87957" y="4010"/>
                  <a:pt x="87920" y="4085"/>
                </a:cubicBezTo>
                <a:cubicBezTo>
                  <a:pt x="87883" y="4085"/>
                  <a:pt x="87883" y="4085"/>
                  <a:pt x="87846" y="4160"/>
                </a:cubicBezTo>
                <a:cubicBezTo>
                  <a:pt x="87816" y="4160"/>
                  <a:pt x="87816" y="4236"/>
                  <a:pt x="87816" y="4236"/>
                </a:cubicBezTo>
                <a:cubicBezTo>
                  <a:pt x="87742" y="4311"/>
                  <a:pt x="87705" y="4311"/>
                  <a:pt x="87632" y="4311"/>
                </a:cubicBezTo>
                <a:cubicBezTo>
                  <a:pt x="87632" y="4311"/>
                  <a:pt x="87595" y="4386"/>
                  <a:pt x="87558" y="4386"/>
                </a:cubicBezTo>
                <a:cubicBezTo>
                  <a:pt x="87522" y="4386"/>
                  <a:pt x="87485" y="4461"/>
                  <a:pt x="87411" y="4461"/>
                </a:cubicBezTo>
                <a:cubicBezTo>
                  <a:pt x="87375" y="4536"/>
                  <a:pt x="87338" y="4461"/>
                  <a:pt x="87271" y="4461"/>
                </a:cubicBezTo>
                <a:cubicBezTo>
                  <a:pt x="87234" y="4461"/>
                  <a:pt x="87234" y="4536"/>
                  <a:pt x="87197" y="4536"/>
                </a:cubicBezTo>
                <a:cubicBezTo>
                  <a:pt x="87197" y="4612"/>
                  <a:pt x="87197" y="4687"/>
                  <a:pt x="87197" y="4837"/>
                </a:cubicBezTo>
                <a:cubicBezTo>
                  <a:pt x="87197" y="4900"/>
                  <a:pt x="87197" y="4900"/>
                  <a:pt x="87160" y="4975"/>
                </a:cubicBezTo>
                <a:cubicBezTo>
                  <a:pt x="87160" y="5050"/>
                  <a:pt x="87124" y="5050"/>
                  <a:pt x="87087" y="5125"/>
                </a:cubicBezTo>
                <a:cubicBezTo>
                  <a:pt x="87050" y="5125"/>
                  <a:pt x="87013" y="5050"/>
                  <a:pt x="86977" y="5125"/>
                </a:cubicBezTo>
                <a:cubicBezTo>
                  <a:pt x="86940" y="5125"/>
                  <a:pt x="86903" y="5125"/>
                  <a:pt x="86903" y="5201"/>
                </a:cubicBezTo>
                <a:cubicBezTo>
                  <a:pt x="86866" y="5201"/>
                  <a:pt x="86830" y="5201"/>
                  <a:pt x="86799" y="5201"/>
                </a:cubicBezTo>
                <a:cubicBezTo>
                  <a:pt x="86799" y="5201"/>
                  <a:pt x="86799" y="5276"/>
                  <a:pt x="86799" y="5351"/>
                </a:cubicBezTo>
                <a:cubicBezTo>
                  <a:pt x="86799" y="5426"/>
                  <a:pt x="86799" y="5426"/>
                  <a:pt x="86830" y="5501"/>
                </a:cubicBezTo>
                <a:cubicBezTo>
                  <a:pt x="86866" y="5577"/>
                  <a:pt x="86866" y="5577"/>
                  <a:pt x="86940" y="5577"/>
                </a:cubicBezTo>
                <a:cubicBezTo>
                  <a:pt x="86977" y="5577"/>
                  <a:pt x="87013" y="5501"/>
                  <a:pt x="87050" y="5501"/>
                </a:cubicBezTo>
                <a:cubicBezTo>
                  <a:pt x="87087" y="5501"/>
                  <a:pt x="87087" y="5501"/>
                  <a:pt x="87087" y="5501"/>
                </a:cubicBezTo>
                <a:cubicBezTo>
                  <a:pt x="87124" y="5501"/>
                  <a:pt x="87160" y="5577"/>
                  <a:pt x="87160" y="5652"/>
                </a:cubicBezTo>
                <a:cubicBezTo>
                  <a:pt x="87197" y="5652"/>
                  <a:pt x="87197" y="5727"/>
                  <a:pt x="87234" y="5802"/>
                </a:cubicBezTo>
                <a:cubicBezTo>
                  <a:pt x="87234" y="5802"/>
                  <a:pt x="87271" y="5802"/>
                  <a:pt x="87307" y="5802"/>
                </a:cubicBezTo>
                <a:lnTo>
                  <a:pt x="87338" y="5865"/>
                </a:lnTo>
                <a:close/>
                <a:moveTo>
                  <a:pt x="87197" y="6166"/>
                </a:moveTo>
                <a:lnTo>
                  <a:pt x="87197" y="6166"/>
                </a:lnTo>
                <a:cubicBezTo>
                  <a:pt x="87197" y="6166"/>
                  <a:pt x="87160" y="6166"/>
                  <a:pt x="87124" y="6166"/>
                </a:cubicBezTo>
                <a:cubicBezTo>
                  <a:pt x="87124" y="6166"/>
                  <a:pt x="87087" y="6090"/>
                  <a:pt x="87050" y="6090"/>
                </a:cubicBezTo>
                <a:cubicBezTo>
                  <a:pt x="87050" y="6090"/>
                  <a:pt x="87013" y="6090"/>
                  <a:pt x="86977" y="6090"/>
                </a:cubicBezTo>
                <a:cubicBezTo>
                  <a:pt x="86940" y="6015"/>
                  <a:pt x="86903" y="6015"/>
                  <a:pt x="86903" y="6015"/>
                </a:cubicBezTo>
                <a:cubicBezTo>
                  <a:pt x="86830" y="6015"/>
                  <a:pt x="86830" y="6015"/>
                  <a:pt x="86830" y="6015"/>
                </a:cubicBezTo>
                <a:cubicBezTo>
                  <a:pt x="86799" y="6015"/>
                  <a:pt x="86762" y="5940"/>
                  <a:pt x="86762" y="5940"/>
                </a:cubicBezTo>
                <a:cubicBezTo>
                  <a:pt x="86725" y="5940"/>
                  <a:pt x="86725" y="6015"/>
                  <a:pt x="86689" y="6015"/>
                </a:cubicBezTo>
                <a:cubicBezTo>
                  <a:pt x="86615" y="6015"/>
                  <a:pt x="86615" y="6015"/>
                  <a:pt x="86615" y="6015"/>
                </a:cubicBezTo>
                <a:cubicBezTo>
                  <a:pt x="86578" y="6015"/>
                  <a:pt x="86578" y="6015"/>
                  <a:pt x="86578" y="6015"/>
                </a:cubicBezTo>
                <a:cubicBezTo>
                  <a:pt x="86578" y="6166"/>
                  <a:pt x="86578" y="6316"/>
                  <a:pt x="86578" y="6466"/>
                </a:cubicBezTo>
                <a:cubicBezTo>
                  <a:pt x="86689" y="6466"/>
                  <a:pt x="86725" y="6466"/>
                  <a:pt x="86866" y="6466"/>
                </a:cubicBezTo>
                <a:cubicBezTo>
                  <a:pt x="86940" y="6466"/>
                  <a:pt x="86940" y="6466"/>
                  <a:pt x="86940" y="6466"/>
                </a:cubicBezTo>
                <a:cubicBezTo>
                  <a:pt x="86940" y="6466"/>
                  <a:pt x="86977" y="6542"/>
                  <a:pt x="86977" y="6617"/>
                </a:cubicBezTo>
                <a:cubicBezTo>
                  <a:pt x="87013" y="6617"/>
                  <a:pt x="87013" y="6767"/>
                  <a:pt x="87013" y="6767"/>
                </a:cubicBezTo>
                <a:cubicBezTo>
                  <a:pt x="87050" y="6767"/>
                  <a:pt x="87087" y="6767"/>
                  <a:pt x="87087" y="6767"/>
                </a:cubicBezTo>
                <a:cubicBezTo>
                  <a:pt x="87124" y="6767"/>
                  <a:pt x="87160" y="6767"/>
                  <a:pt x="87160" y="6767"/>
                </a:cubicBezTo>
                <a:cubicBezTo>
                  <a:pt x="87197" y="6767"/>
                  <a:pt x="87197" y="6692"/>
                  <a:pt x="87234" y="6692"/>
                </a:cubicBezTo>
                <a:cubicBezTo>
                  <a:pt x="87271" y="6617"/>
                  <a:pt x="87307" y="6617"/>
                  <a:pt x="87307" y="6617"/>
                </a:cubicBezTo>
                <a:cubicBezTo>
                  <a:pt x="87307" y="6542"/>
                  <a:pt x="87307" y="6542"/>
                  <a:pt x="87307" y="6466"/>
                </a:cubicBezTo>
                <a:cubicBezTo>
                  <a:pt x="87307" y="6316"/>
                  <a:pt x="87307" y="6316"/>
                  <a:pt x="87307" y="6316"/>
                </a:cubicBezTo>
                <a:cubicBezTo>
                  <a:pt x="87307" y="6241"/>
                  <a:pt x="87271" y="6241"/>
                  <a:pt x="87271" y="6166"/>
                </a:cubicBezTo>
                <a:cubicBezTo>
                  <a:pt x="87234" y="6166"/>
                  <a:pt x="87234" y="6166"/>
                  <a:pt x="87197" y="6166"/>
                </a:cubicBezTo>
                <a:close/>
                <a:moveTo>
                  <a:pt x="86505" y="3860"/>
                </a:moveTo>
                <a:lnTo>
                  <a:pt x="86505" y="3860"/>
                </a:lnTo>
                <a:cubicBezTo>
                  <a:pt x="86431" y="3860"/>
                  <a:pt x="86431" y="4010"/>
                  <a:pt x="86395" y="4010"/>
                </a:cubicBezTo>
                <a:cubicBezTo>
                  <a:pt x="86358" y="4010"/>
                  <a:pt x="86321" y="3935"/>
                  <a:pt x="86290" y="3935"/>
                </a:cubicBezTo>
                <a:cubicBezTo>
                  <a:pt x="86290" y="3935"/>
                  <a:pt x="86254" y="3860"/>
                  <a:pt x="86217" y="3860"/>
                </a:cubicBezTo>
                <a:cubicBezTo>
                  <a:pt x="86180" y="4010"/>
                  <a:pt x="86180" y="4010"/>
                  <a:pt x="86180" y="4010"/>
                </a:cubicBezTo>
                <a:cubicBezTo>
                  <a:pt x="86180" y="4311"/>
                  <a:pt x="86180" y="4311"/>
                  <a:pt x="86180" y="4311"/>
                </a:cubicBezTo>
                <a:cubicBezTo>
                  <a:pt x="86217" y="4311"/>
                  <a:pt x="86217" y="4311"/>
                  <a:pt x="86254" y="4311"/>
                </a:cubicBezTo>
                <a:cubicBezTo>
                  <a:pt x="86290" y="4386"/>
                  <a:pt x="86290" y="4461"/>
                  <a:pt x="86321" y="4461"/>
                </a:cubicBezTo>
                <a:cubicBezTo>
                  <a:pt x="86358" y="4461"/>
                  <a:pt x="86358" y="4536"/>
                  <a:pt x="86395" y="4536"/>
                </a:cubicBezTo>
                <a:cubicBezTo>
                  <a:pt x="86431" y="4536"/>
                  <a:pt x="86431" y="4536"/>
                  <a:pt x="86431" y="4536"/>
                </a:cubicBezTo>
                <a:cubicBezTo>
                  <a:pt x="86468" y="4536"/>
                  <a:pt x="86505" y="4536"/>
                  <a:pt x="86542" y="4461"/>
                </a:cubicBezTo>
                <a:cubicBezTo>
                  <a:pt x="86578" y="4461"/>
                  <a:pt x="86615" y="4461"/>
                  <a:pt x="86615" y="4386"/>
                </a:cubicBezTo>
                <a:cubicBezTo>
                  <a:pt x="86615" y="4386"/>
                  <a:pt x="86615" y="4311"/>
                  <a:pt x="86615" y="4236"/>
                </a:cubicBezTo>
                <a:cubicBezTo>
                  <a:pt x="86615" y="4236"/>
                  <a:pt x="86615" y="4160"/>
                  <a:pt x="86578" y="4160"/>
                </a:cubicBezTo>
                <a:cubicBezTo>
                  <a:pt x="86578" y="4085"/>
                  <a:pt x="86615" y="4010"/>
                  <a:pt x="86578" y="4010"/>
                </a:cubicBezTo>
                <a:cubicBezTo>
                  <a:pt x="86578" y="3935"/>
                  <a:pt x="86542" y="3860"/>
                  <a:pt x="86505" y="3860"/>
                </a:cubicBezTo>
                <a:close/>
                <a:moveTo>
                  <a:pt x="72851" y="20653"/>
                </a:moveTo>
                <a:lnTo>
                  <a:pt x="72851" y="20653"/>
                </a:lnTo>
                <a:cubicBezTo>
                  <a:pt x="72814" y="20653"/>
                  <a:pt x="72814" y="20653"/>
                  <a:pt x="72777" y="20653"/>
                </a:cubicBezTo>
                <a:cubicBezTo>
                  <a:pt x="72741" y="20578"/>
                  <a:pt x="72741" y="20578"/>
                  <a:pt x="72704" y="20578"/>
                </a:cubicBezTo>
                <a:cubicBezTo>
                  <a:pt x="72667" y="20578"/>
                  <a:pt x="72667" y="20503"/>
                  <a:pt x="72667" y="20440"/>
                </a:cubicBezTo>
                <a:cubicBezTo>
                  <a:pt x="72667" y="20440"/>
                  <a:pt x="72667" y="20365"/>
                  <a:pt x="72667" y="20290"/>
                </a:cubicBezTo>
                <a:cubicBezTo>
                  <a:pt x="72232" y="20290"/>
                  <a:pt x="72232" y="20290"/>
                  <a:pt x="72232" y="20290"/>
                </a:cubicBezTo>
                <a:cubicBezTo>
                  <a:pt x="72232" y="20365"/>
                  <a:pt x="72232" y="20440"/>
                  <a:pt x="72232" y="20503"/>
                </a:cubicBezTo>
                <a:cubicBezTo>
                  <a:pt x="72232" y="20503"/>
                  <a:pt x="72232" y="20578"/>
                  <a:pt x="72269" y="20653"/>
                </a:cubicBezTo>
                <a:cubicBezTo>
                  <a:pt x="72269" y="21330"/>
                  <a:pt x="72269" y="21330"/>
                  <a:pt x="72269" y="21330"/>
                </a:cubicBezTo>
                <a:cubicBezTo>
                  <a:pt x="72447" y="21330"/>
                  <a:pt x="72447" y="21330"/>
                  <a:pt x="72447" y="21330"/>
                </a:cubicBezTo>
                <a:cubicBezTo>
                  <a:pt x="72490" y="21330"/>
                  <a:pt x="72520" y="21330"/>
                  <a:pt x="72520" y="21255"/>
                </a:cubicBezTo>
                <a:cubicBezTo>
                  <a:pt x="72557" y="21180"/>
                  <a:pt x="72557" y="21104"/>
                  <a:pt x="72594" y="21029"/>
                </a:cubicBezTo>
                <a:cubicBezTo>
                  <a:pt x="72594" y="21029"/>
                  <a:pt x="72594" y="21029"/>
                  <a:pt x="72630" y="21029"/>
                </a:cubicBezTo>
                <a:cubicBezTo>
                  <a:pt x="72667" y="21029"/>
                  <a:pt x="72667" y="21029"/>
                  <a:pt x="72741" y="20954"/>
                </a:cubicBezTo>
                <a:cubicBezTo>
                  <a:pt x="72741" y="20954"/>
                  <a:pt x="72777" y="20954"/>
                  <a:pt x="72814" y="20954"/>
                </a:cubicBezTo>
                <a:cubicBezTo>
                  <a:pt x="72814" y="20879"/>
                  <a:pt x="72814" y="20879"/>
                  <a:pt x="72851" y="20804"/>
                </a:cubicBezTo>
                <a:cubicBezTo>
                  <a:pt x="72851" y="20728"/>
                  <a:pt x="72851" y="20728"/>
                  <a:pt x="72851" y="20653"/>
                </a:cubicBezTo>
                <a:close/>
                <a:moveTo>
                  <a:pt x="74192" y="15452"/>
                </a:moveTo>
                <a:lnTo>
                  <a:pt x="74192" y="15452"/>
                </a:lnTo>
                <a:cubicBezTo>
                  <a:pt x="74156" y="15452"/>
                  <a:pt x="74119" y="15452"/>
                  <a:pt x="74045" y="15452"/>
                </a:cubicBezTo>
                <a:cubicBezTo>
                  <a:pt x="74009" y="15452"/>
                  <a:pt x="74009" y="15452"/>
                  <a:pt x="73978" y="15452"/>
                </a:cubicBezTo>
                <a:cubicBezTo>
                  <a:pt x="73978" y="15903"/>
                  <a:pt x="73978" y="15903"/>
                  <a:pt x="73978" y="15903"/>
                </a:cubicBezTo>
                <a:cubicBezTo>
                  <a:pt x="73905" y="15903"/>
                  <a:pt x="73868" y="15903"/>
                  <a:pt x="73794" y="15903"/>
                </a:cubicBezTo>
                <a:cubicBezTo>
                  <a:pt x="73758" y="15979"/>
                  <a:pt x="73721" y="15979"/>
                  <a:pt x="73647" y="16054"/>
                </a:cubicBezTo>
                <a:cubicBezTo>
                  <a:pt x="73647" y="16129"/>
                  <a:pt x="73647" y="16129"/>
                  <a:pt x="73647" y="16204"/>
                </a:cubicBezTo>
                <a:cubicBezTo>
                  <a:pt x="73647" y="16279"/>
                  <a:pt x="73684" y="16279"/>
                  <a:pt x="73684" y="16342"/>
                </a:cubicBezTo>
                <a:cubicBezTo>
                  <a:pt x="73684" y="16342"/>
                  <a:pt x="73684" y="16417"/>
                  <a:pt x="73684" y="16492"/>
                </a:cubicBezTo>
                <a:cubicBezTo>
                  <a:pt x="73647" y="16568"/>
                  <a:pt x="73611" y="16492"/>
                  <a:pt x="73611" y="16568"/>
                </a:cubicBezTo>
                <a:cubicBezTo>
                  <a:pt x="73574" y="16643"/>
                  <a:pt x="73611" y="16643"/>
                  <a:pt x="73611" y="16718"/>
                </a:cubicBezTo>
                <a:cubicBezTo>
                  <a:pt x="73611" y="16793"/>
                  <a:pt x="73574" y="16793"/>
                  <a:pt x="73574" y="16868"/>
                </a:cubicBezTo>
                <a:cubicBezTo>
                  <a:pt x="73537" y="16868"/>
                  <a:pt x="73506" y="16868"/>
                  <a:pt x="73433" y="16868"/>
                </a:cubicBezTo>
                <a:cubicBezTo>
                  <a:pt x="73433" y="16868"/>
                  <a:pt x="73396" y="16868"/>
                  <a:pt x="73359" y="16868"/>
                </a:cubicBezTo>
                <a:cubicBezTo>
                  <a:pt x="73359" y="16868"/>
                  <a:pt x="73323" y="16944"/>
                  <a:pt x="73323" y="17019"/>
                </a:cubicBezTo>
                <a:cubicBezTo>
                  <a:pt x="73323" y="17019"/>
                  <a:pt x="73323" y="17094"/>
                  <a:pt x="73323" y="17169"/>
                </a:cubicBezTo>
                <a:cubicBezTo>
                  <a:pt x="73323" y="17244"/>
                  <a:pt x="73249" y="17169"/>
                  <a:pt x="73249" y="17244"/>
                </a:cubicBezTo>
                <a:cubicBezTo>
                  <a:pt x="73212" y="17320"/>
                  <a:pt x="73249" y="17382"/>
                  <a:pt x="73249" y="17533"/>
                </a:cubicBezTo>
                <a:cubicBezTo>
                  <a:pt x="73249" y="17533"/>
                  <a:pt x="73249" y="17608"/>
                  <a:pt x="73249" y="17683"/>
                </a:cubicBezTo>
                <a:lnTo>
                  <a:pt x="73249" y="17758"/>
                </a:lnTo>
                <a:cubicBezTo>
                  <a:pt x="73249" y="17833"/>
                  <a:pt x="73249" y="17909"/>
                  <a:pt x="73249" y="17909"/>
                </a:cubicBezTo>
                <a:cubicBezTo>
                  <a:pt x="73433" y="17984"/>
                  <a:pt x="73433" y="17984"/>
                  <a:pt x="73433" y="17984"/>
                </a:cubicBezTo>
                <a:cubicBezTo>
                  <a:pt x="73433" y="17909"/>
                  <a:pt x="73433" y="17833"/>
                  <a:pt x="73433" y="17833"/>
                </a:cubicBezTo>
                <a:cubicBezTo>
                  <a:pt x="73464" y="17758"/>
                  <a:pt x="73506" y="17758"/>
                  <a:pt x="73506" y="17758"/>
                </a:cubicBezTo>
                <a:cubicBezTo>
                  <a:pt x="73537" y="17758"/>
                  <a:pt x="73574" y="17758"/>
                  <a:pt x="73574" y="17758"/>
                </a:cubicBezTo>
                <a:cubicBezTo>
                  <a:pt x="73574" y="17833"/>
                  <a:pt x="73574" y="17909"/>
                  <a:pt x="73611" y="17909"/>
                </a:cubicBezTo>
                <a:cubicBezTo>
                  <a:pt x="73611" y="17984"/>
                  <a:pt x="73647" y="18059"/>
                  <a:pt x="73647" y="18059"/>
                </a:cubicBezTo>
                <a:cubicBezTo>
                  <a:pt x="73684" y="18059"/>
                  <a:pt x="73721" y="17984"/>
                  <a:pt x="73721" y="17909"/>
                </a:cubicBezTo>
                <a:cubicBezTo>
                  <a:pt x="73721" y="17909"/>
                  <a:pt x="73721" y="17833"/>
                  <a:pt x="73721" y="17758"/>
                </a:cubicBezTo>
                <a:cubicBezTo>
                  <a:pt x="73758" y="17833"/>
                  <a:pt x="73758" y="17833"/>
                  <a:pt x="73794" y="17833"/>
                </a:cubicBezTo>
                <a:cubicBezTo>
                  <a:pt x="73831" y="17909"/>
                  <a:pt x="73831" y="17984"/>
                  <a:pt x="73868" y="17984"/>
                </a:cubicBezTo>
                <a:cubicBezTo>
                  <a:pt x="73905" y="18059"/>
                  <a:pt x="73978" y="18059"/>
                  <a:pt x="74009" y="18209"/>
                </a:cubicBezTo>
                <a:cubicBezTo>
                  <a:pt x="74045" y="18209"/>
                  <a:pt x="74045" y="18285"/>
                  <a:pt x="74045" y="18360"/>
                </a:cubicBezTo>
                <a:cubicBezTo>
                  <a:pt x="73941" y="18648"/>
                  <a:pt x="73941" y="18648"/>
                  <a:pt x="73941" y="18648"/>
                </a:cubicBezTo>
                <a:cubicBezTo>
                  <a:pt x="73941" y="18723"/>
                  <a:pt x="73941" y="18723"/>
                  <a:pt x="73941" y="18723"/>
                </a:cubicBezTo>
                <a:cubicBezTo>
                  <a:pt x="73941" y="18798"/>
                  <a:pt x="73978" y="18798"/>
                  <a:pt x="73978" y="18874"/>
                </a:cubicBezTo>
                <a:cubicBezTo>
                  <a:pt x="74339" y="18874"/>
                  <a:pt x="74339" y="18874"/>
                  <a:pt x="74339" y="18874"/>
                </a:cubicBezTo>
                <a:cubicBezTo>
                  <a:pt x="74450" y="18874"/>
                  <a:pt x="74480" y="18949"/>
                  <a:pt x="74591" y="18949"/>
                </a:cubicBezTo>
                <a:cubicBezTo>
                  <a:pt x="74627" y="18949"/>
                  <a:pt x="74664" y="18949"/>
                  <a:pt x="74701" y="18949"/>
                </a:cubicBezTo>
                <a:cubicBezTo>
                  <a:pt x="74738" y="18949"/>
                  <a:pt x="74774" y="19024"/>
                  <a:pt x="74848" y="19024"/>
                </a:cubicBezTo>
                <a:cubicBezTo>
                  <a:pt x="74885" y="19024"/>
                  <a:pt x="74921" y="19024"/>
                  <a:pt x="74958" y="19024"/>
                </a:cubicBezTo>
                <a:cubicBezTo>
                  <a:pt x="75062" y="19024"/>
                  <a:pt x="75062" y="19024"/>
                  <a:pt x="75062" y="19024"/>
                </a:cubicBezTo>
                <a:cubicBezTo>
                  <a:pt x="75099" y="19024"/>
                  <a:pt x="75099" y="19024"/>
                  <a:pt x="75136" y="19024"/>
                </a:cubicBezTo>
                <a:cubicBezTo>
                  <a:pt x="75173" y="19024"/>
                  <a:pt x="75173" y="19024"/>
                  <a:pt x="75173" y="19024"/>
                </a:cubicBezTo>
                <a:cubicBezTo>
                  <a:pt x="75173" y="18723"/>
                  <a:pt x="75173" y="18723"/>
                  <a:pt x="75173" y="18723"/>
                </a:cubicBezTo>
                <a:cubicBezTo>
                  <a:pt x="75173" y="18648"/>
                  <a:pt x="75173" y="18648"/>
                  <a:pt x="75173" y="18573"/>
                </a:cubicBezTo>
                <a:cubicBezTo>
                  <a:pt x="75173" y="18498"/>
                  <a:pt x="75099" y="18573"/>
                  <a:pt x="75099" y="18498"/>
                </a:cubicBezTo>
                <a:cubicBezTo>
                  <a:pt x="75099" y="18422"/>
                  <a:pt x="75099" y="18360"/>
                  <a:pt x="75099" y="18209"/>
                </a:cubicBezTo>
                <a:cubicBezTo>
                  <a:pt x="75062" y="18209"/>
                  <a:pt x="75062" y="18285"/>
                  <a:pt x="75026" y="18209"/>
                </a:cubicBezTo>
                <a:cubicBezTo>
                  <a:pt x="74995" y="18209"/>
                  <a:pt x="74995" y="18134"/>
                  <a:pt x="74958" y="18134"/>
                </a:cubicBezTo>
                <a:cubicBezTo>
                  <a:pt x="74958" y="18059"/>
                  <a:pt x="74958" y="17984"/>
                  <a:pt x="74958" y="17984"/>
                </a:cubicBezTo>
                <a:cubicBezTo>
                  <a:pt x="74958" y="17909"/>
                  <a:pt x="74921" y="17909"/>
                  <a:pt x="74885" y="17833"/>
                </a:cubicBezTo>
                <a:cubicBezTo>
                  <a:pt x="74885" y="17833"/>
                  <a:pt x="74848" y="17758"/>
                  <a:pt x="74811" y="17758"/>
                </a:cubicBezTo>
                <a:cubicBezTo>
                  <a:pt x="74811" y="17683"/>
                  <a:pt x="74774" y="17608"/>
                  <a:pt x="74738" y="17533"/>
                </a:cubicBezTo>
                <a:cubicBezTo>
                  <a:pt x="74738" y="17533"/>
                  <a:pt x="74738" y="17457"/>
                  <a:pt x="74701" y="17382"/>
                </a:cubicBezTo>
                <a:lnTo>
                  <a:pt x="74664" y="17382"/>
                </a:lnTo>
                <a:cubicBezTo>
                  <a:pt x="74627" y="17320"/>
                  <a:pt x="74664" y="17244"/>
                  <a:pt x="74664" y="17244"/>
                </a:cubicBezTo>
                <a:cubicBezTo>
                  <a:pt x="74627" y="17169"/>
                  <a:pt x="74664" y="17169"/>
                  <a:pt x="74664" y="17094"/>
                </a:cubicBezTo>
                <a:cubicBezTo>
                  <a:pt x="74627" y="17019"/>
                  <a:pt x="74627" y="16944"/>
                  <a:pt x="74627" y="16868"/>
                </a:cubicBezTo>
                <a:cubicBezTo>
                  <a:pt x="74627" y="16793"/>
                  <a:pt x="74627" y="16793"/>
                  <a:pt x="74627" y="16793"/>
                </a:cubicBezTo>
                <a:cubicBezTo>
                  <a:pt x="74627" y="16718"/>
                  <a:pt x="74664" y="16718"/>
                  <a:pt x="74701" y="16718"/>
                </a:cubicBezTo>
                <a:cubicBezTo>
                  <a:pt x="74701" y="16643"/>
                  <a:pt x="74701" y="16568"/>
                  <a:pt x="74701" y="16568"/>
                </a:cubicBezTo>
                <a:cubicBezTo>
                  <a:pt x="74701" y="16342"/>
                  <a:pt x="74664" y="16279"/>
                  <a:pt x="74701" y="16129"/>
                </a:cubicBezTo>
                <a:cubicBezTo>
                  <a:pt x="74701" y="16054"/>
                  <a:pt x="74738" y="16054"/>
                  <a:pt x="74774" y="16054"/>
                </a:cubicBezTo>
                <a:cubicBezTo>
                  <a:pt x="74811" y="15979"/>
                  <a:pt x="74848" y="15903"/>
                  <a:pt x="74885" y="15753"/>
                </a:cubicBezTo>
                <a:cubicBezTo>
                  <a:pt x="74921" y="15753"/>
                  <a:pt x="74885" y="15603"/>
                  <a:pt x="74921" y="15603"/>
                </a:cubicBezTo>
                <a:cubicBezTo>
                  <a:pt x="74921" y="15603"/>
                  <a:pt x="74958" y="15603"/>
                  <a:pt x="74995" y="15603"/>
                </a:cubicBezTo>
                <a:cubicBezTo>
                  <a:pt x="74995" y="15527"/>
                  <a:pt x="75026" y="15603"/>
                  <a:pt x="75062" y="15527"/>
                </a:cubicBezTo>
                <a:cubicBezTo>
                  <a:pt x="75062" y="15527"/>
                  <a:pt x="75026" y="15452"/>
                  <a:pt x="75062" y="15377"/>
                </a:cubicBezTo>
                <a:cubicBezTo>
                  <a:pt x="75062" y="15377"/>
                  <a:pt x="75099" y="15377"/>
                  <a:pt x="75136" y="15377"/>
                </a:cubicBezTo>
                <a:cubicBezTo>
                  <a:pt x="75173" y="15302"/>
                  <a:pt x="75209" y="15227"/>
                  <a:pt x="75246" y="15089"/>
                </a:cubicBezTo>
                <a:cubicBezTo>
                  <a:pt x="75246" y="15089"/>
                  <a:pt x="75246" y="15014"/>
                  <a:pt x="75246" y="14938"/>
                </a:cubicBezTo>
                <a:cubicBezTo>
                  <a:pt x="75246" y="14938"/>
                  <a:pt x="75283" y="14938"/>
                  <a:pt x="75320" y="14863"/>
                </a:cubicBezTo>
                <a:cubicBezTo>
                  <a:pt x="75320" y="14863"/>
                  <a:pt x="75320" y="14788"/>
                  <a:pt x="75356" y="14788"/>
                </a:cubicBezTo>
                <a:cubicBezTo>
                  <a:pt x="75356" y="14713"/>
                  <a:pt x="75393" y="14788"/>
                  <a:pt x="75430" y="14788"/>
                </a:cubicBezTo>
                <a:cubicBezTo>
                  <a:pt x="75467" y="14713"/>
                  <a:pt x="75497" y="14638"/>
                  <a:pt x="75540" y="14487"/>
                </a:cubicBezTo>
                <a:cubicBezTo>
                  <a:pt x="75540" y="14487"/>
                  <a:pt x="75540" y="14412"/>
                  <a:pt x="75540" y="14337"/>
                </a:cubicBezTo>
                <a:cubicBezTo>
                  <a:pt x="75540" y="14337"/>
                  <a:pt x="75571" y="14262"/>
                  <a:pt x="75571" y="14186"/>
                </a:cubicBezTo>
                <a:cubicBezTo>
                  <a:pt x="75607" y="14186"/>
                  <a:pt x="75644" y="14186"/>
                  <a:pt x="75644" y="14124"/>
                </a:cubicBezTo>
                <a:cubicBezTo>
                  <a:pt x="75644" y="14049"/>
                  <a:pt x="75681" y="14049"/>
                  <a:pt x="75681" y="13973"/>
                </a:cubicBezTo>
                <a:cubicBezTo>
                  <a:pt x="75718" y="13898"/>
                  <a:pt x="75681" y="13898"/>
                  <a:pt x="75681" y="13823"/>
                </a:cubicBezTo>
                <a:cubicBezTo>
                  <a:pt x="75754" y="13823"/>
                  <a:pt x="75791" y="13823"/>
                  <a:pt x="75865" y="13823"/>
                </a:cubicBezTo>
                <a:cubicBezTo>
                  <a:pt x="75901" y="13823"/>
                  <a:pt x="75901" y="13823"/>
                  <a:pt x="75938" y="13823"/>
                </a:cubicBezTo>
                <a:cubicBezTo>
                  <a:pt x="75975" y="13823"/>
                  <a:pt x="75975" y="13673"/>
                  <a:pt x="76012" y="13673"/>
                </a:cubicBezTo>
                <a:cubicBezTo>
                  <a:pt x="76012" y="13673"/>
                  <a:pt x="76042" y="13673"/>
                  <a:pt x="76079" y="13673"/>
                </a:cubicBezTo>
                <a:cubicBezTo>
                  <a:pt x="76116" y="13673"/>
                  <a:pt x="76153" y="13673"/>
                  <a:pt x="76153" y="13597"/>
                </a:cubicBezTo>
                <a:cubicBezTo>
                  <a:pt x="76189" y="13522"/>
                  <a:pt x="76153" y="13447"/>
                  <a:pt x="76153" y="13447"/>
                </a:cubicBezTo>
                <a:cubicBezTo>
                  <a:pt x="76189" y="13372"/>
                  <a:pt x="76226" y="13372"/>
                  <a:pt x="76226" y="13372"/>
                </a:cubicBezTo>
                <a:cubicBezTo>
                  <a:pt x="76263" y="13372"/>
                  <a:pt x="76300" y="13372"/>
                  <a:pt x="76300" y="13372"/>
                </a:cubicBezTo>
                <a:cubicBezTo>
                  <a:pt x="76336" y="13372"/>
                  <a:pt x="76373" y="13372"/>
                  <a:pt x="76373" y="13372"/>
                </a:cubicBezTo>
                <a:cubicBezTo>
                  <a:pt x="76410" y="13297"/>
                  <a:pt x="76410" y="13297"/>
                  <a:pt x="76447" y="13221"/>
                </a:cubicBezTo>
                <a:cubicBezTo>
                  <a:pt x="76483" y="13221"/>
                  <a:pt x="76483" y="13159"/>
                  <a:pt x="76483" y="13084"/>
                </a:cubicBezTo>
                <a:cubicBezTo>
                  <a:pt x="76520" y="13084"/>
                  <a:pt x="76520" y="13084"/>
                  <a:pt x="76557" y="13008"/>
                </a:cubicBezTo>
                <a:cubicBezTo>
                  <a:pt x="76588" y="13008"/>
                  <a:pt x="76624" y="13008"/>
                  <a:pt x="76624" y="12933"/>
                </a:cubicBezTo>
                <a:cubicBezTo>
                  <a:pt x="76624" y="12783"/>
                  <a:pt x="76624" y="12708"/>
                  <a:pt x="76588" y="12632"/>
                </a:cubicBezTo>
                <a:cubicBezTo>
                  <a:pt x="76661" y="12632"/>
                  <a:pt x="76698" y="12632"/>
                  <a:pt x="76735" y="12632"/>
                </a:cubicBezTo>
                <a:cubicBezTo>
                  <a:pt x="76845" y="12632"/>
                  <a:pt x="76918" y="12632"/>
                  <a:pt x="77029" y="12557"/>
                </a:cubicBezTo>
                <a:cubicBezTo>
                  <a:pt x="77059" y="12557"/>
                  <a:pt x="77059" y="12482"/>
                  <a:pt x="77059" y="12407"/>
                </a:cubicBezTo>
                <a:cubicBezTo>
                  <a:pt x="77096" y="12407"/>
                  <a:pt x="77133" y="12332"/>
                  <a:pt x="77169" y="12256"/>
                </a:cubicBezTo>
                <a:cubicBezTo>
                  <a:pt x="77169" y="12256"/>
                  <a:pt x="77206" y="12256"/>
                  <a:pt x="77243" y="12256"/>
                </a:cubicBezTo>
                <a:cubicBezTo>
                  <a:pt x="77280" y="12256"/>
                  <a:pt x="77316" y="12181"/>
                  <a:pt x="77390" y="12181"/>
                </a:cubicBezTo>
                <a:cubicBezTo>
                  <a:pt x="77788" y="12181"/>
                  <a:pt x="77788" y="12181"/>
                  <a:pt x="77788" y="12181"/>
                </a:cubicBezTo>
                <a:cubicBezTo>
                  <a:pt x="77825" y="12181"/>
                  <a:pt x="77862" y="12106"/>
                  <a:pt x="77862" y="12106"/>
                </a:cubicBezTo>
                <a:cubicBezTo>
                  <a:pt x="77898" y="12043"/>
                  <a:pt x="77898" y="11968"/>
                  <a:pt x="77935" y="11968"/>
                </a:cubicBezTo>
                <a:cubicBezTo>
                  <a:pt x="77972" y="11968"/>
                  <a:pt x="78009" y="11968"/>
                  <a:pt x="78082" y="11968"/>
                </a:cubicBezTo>
                <a:cubicBezTo>
                  <a:pt x="78113" y="11968"/>
                  <a:pt x="78150" y="11968"/>
                  <a:pt x="78223" y="11968"/>
                </a:cubicBezTo>
                <a:cubicBezTo>
                  <a:pt x="78297" y="11893"/>
                  <a:pt x="78297" y="11743"/>
                  <a:pt x="78370" y="11743"/>
                </a:cubicBezTo>
                <a:cubicBezTo>
                  <a:pt x="78695" y="11743"/>
                  <a:pt x="78695" y="11743"/>
                  <a:pt x="78695" y="11743"/>
                </a:cubicBezTo>
                <a:cubicBezTo>
                  <a:pt x="78732" y="11743"/>
                  <a:pt x="78768" y="11667"/>
                  <a:pt x="78768" y="11667"/>
                </a:cubicBezTo>
                <a:cubicBezTo>
                  <a:pt x="78842" y="11592"/>
                  <a:pt x="78842" y="11442"/>
                  <a:pt x="78915" y="11367"/>
                </a:cubicBezTo>
                <a:cubicBezTo>
                  <a:pt x="78915" y="11291"/>
                  <a:pt x="78915" y="11216"/>
                  <a:pt x="78952" y="11216"/>
                </a:cubicBezTo>
                <a:cubicBezTo>
                  <a:pt x="78952" y="11216"/>
                  <a:pt x="78989" y="11216"/>
                  <a:pt x="78989" y="11141"/>
                </a:cubicBezTo>
                <a:cubicBezTo>
                  <a:pt x="79062" y="11141"/>
                  <a:pt x="79099" y="11141"/>
                  <a:pt x="79130" y="11141"/>
                </a:cubicBezTo>
                <a:cubicBezTo>
                  <a:pt x="79166" y="11078"/>
                  <a:pt x="79166" y="11078"/>
                  <a:pt x="79166" y="10991"/>
                </a:cubicBezTo>
                <a:cubicBezTo>
                  <a:pt x="79166" y="10928"/>
                  <a:pt x="79130" y="10853"/>
                  <a:pt x="79130" y="10853"/>
                </a:cubicBezTo>
                <a:cubicBezTo>
                  <a:pt x="79130" y="10778"/>
                  <a:pt x="79099" y="10702"/>
                  <a:pt x="79099" y="10702"/>
                </a:cubicBezTo>
                <a:cubicBezTo>
                  <a:pt x="79099" y="10627"/>
                  <a:pt x="79099" y="10552"/>
                  <a:pt x="79062" y="10552"/>
                </a:cubicBezTo>
                <a:cubicBezTo>
                  <a:pt x="79026" y="10477"/>
                  <a:pt x="78989" y="10552"/>
                  <a:pt x="78915" y="10552"/>
                </a:cubicBezTo>
                <a:cubicBezTo>
                  <a:pt x="78879" y="10552"/>
                  <a:pt x="78879" y="10477"/>
                  <a:pt x="78842" y="10477"/>
                </a:cubicBezTo>
                <a:cubicBezTo>
                  <a:pt x="78768" y="10477"/>
                  <a:pt x="78768" y="10477"/>
                  <a:pt x="78768" y="10477"/>
                </a:cubicBezTo>
                <a:cubicBezTo>
                  <a:pt x="78695" y="10477"/>
                  <a:pt x="78695" y="10477"/>
                  <a:pt x="78695" y="10477"/>
                </a:cubicBezTo>
                <a:cubicBezTo>
                  <a:pt x="78658" y="10477"/>
                  <a:pt x="78658" y="10477"/>
                  <a:pt x="78621" y="10477"/>
                </a:cubicBezTo>
                <a:cubicBezTo>
                  <a:pt x="78554" y="10477"/>
                  <a:pt x="78517" y="10477"/>
                  <a:pt x="78480" y="10477"/>
                </a:cubicBezTo>
                <a:cubicBezTo>
                  <a:pt x="78407" y="10552"/>
                  <a:pt x="78370" y="10552"/>
                  <a:pt x="78333" y="10627"/>
                </a:cubicBezTo>
                <a:cubicBezTo>
                  <a:pt x="78333" y="10702"/>
                  <a:pt x="78333" y="10778"/>
                  <a:pt x="78333" y="10778"/>
                </a:cubicBezTo>
                <a:cubicBezTo>
                  <a:pt x="78297" y="10853"/>
                  <a:pt x="78297" y="10853"/>
                  <a:pt x="78297" y="10928"/>
                </a:cubicBezTo>
                <a:cubicBezTo>
                  <a:pt x="78260" y="10991"/>
                  <a:pt x="78260" y="10991"/>
                  <a:pt x="78223" y="10991"/>
                </a:cubicBezTo>
                <a:cubicBezTo>
                  <a:pt x="78150" y="11078"/>
                  <a:pt x="78113" y="10991"/>
                  <a:pt x="78082" y="10991"/>
                </a:cubicBezTo>
                <a:cubicBezTo>
                  <a:pt x="78045" y="10991"/>
                  <a:pt x="78045" y="10991"/>
                  <a:pt x="78009" y="10991"/>
                </a:cubicBezTo>
                <a:cubicBezTo>
                  <a:pt x="77972" y="11078"/>
                  <a:pt x="77972" y="11078"/>
                  <a:pt x="77935" y="11078"/>
                </a:cubicBezTo>
                <a:cubicBezTo>
                  <a:pt x="77898" y="11141"/>
                  <a:pt x="77898" y="11216"/>
                  <a:pt x="77862" y="11216"/>
                </a:cubicBezTo>
                <a:cubicBezTo>
                  <a:pt x="77825" y="11216"/>
                  <a:pt x="77825" y="11291"/>
                  <a:pt x="77788" y="11291"/>
                </a:cubicBezTo>
                <a:cubicBezTo>
                  <a:pt x="77788" y="11291"/>
                  <a:pt x="77751" y="11291"/>
                  <a:pt x="77715" y="11291"/>
                </a:cubicBezTo>
                <a:cubicBezTo>
                  <a:pt x="77678" y="11291"/>
                  <a:pt x="77641" y="11291"/>
                  <a:pt x="77574" y="11291"/>
                </a:cubicBezTo>
                <a:cubicBezTo>
                  <a:pt x="77537" y="11291"/>
                  <a:pt x="77537" y="11291"/>
                  <a:pt x="77500" y="11291"/>
                </a:cubicBezTo>
                <a:cubicBezTo>
                  <a:pt x="77464" y="11367"/>
                  <a:pt x="77427" y="11367"/>
                  <a:pt x="77427" y="11367"/>
                </a:cubicBezTo>
                <a:cubicBezTo>
                  <a:pt x="77390" y="11442"/>
                  <a:pt x="77353" y="11442"/>
                  <a:pt x="77353" y="11442"/>
                </a:cubicBezTo>
                <a:cubicBezTo>
                  <a:pt x="77316" y="11442"/>
                  <a:pt x="77316" y="11517"/>
                  <a:pt x="77280" y="11517"/>
                </a:cubicBezTo>
                <a:cubicBezTo>
                  <a:pt x="77243" y="11517"/>
                  <a:pt x="77243" y="11517"/>
                  <a:pt x="77206" y="11517"/>
                </a:cubicBezTo>
                <a:cubicBezTo>
                  <a:pt x="77096" y="11592"/>
                  <a:pt x="77059" y="11517"/>
                  <a:pt x="76955" y="11517"/>
                </a:cubicBezTo>
                <a:cubicBezTo>
                  <a:pt x="76918" y="11517"/>
                  <a:pt x="76882" y="11517"/>
                  <a:pt x="76808" y="11517"/>
                </a:cubicBezTo>
                <a:cubicBezTo>
                  <a:pt x="76735" y="11517"/>
                  <a:pt x="76735" y="11517"/>
                  <a:pt x="76735" y="11517"/>
                </a:cubicBezTo>
                <a:cubicBezTo>
                  <a:pt x="76698" y="11517"/>
                  <a:pt x="76698" y="11517"/>
                  <a:pt x="76661" y="11517"/>
                </a:cubicBezTo>
                <a:cubicBezTo>
                  <a:pt x="76588" y="11517"/>
                  <a:pt x="76557" y="11517"/>
                  <a:pt x="76520" y="11517"/>
                </a:cubicBezTo>
                <a:cubicBezTo>
                  <a:pt x="76483" y="11517"/>
                  <a:pt x="76447" y="11592"/>
                  <a:pt x="76447" y="11592"/>
                </a:cubicBezTo>
                <a:cubicBezTo>
                  <a:pt x="76373" y="11667"/>
                  <a:pt x="76336" y="11667"/>
                  <a:pt x="76300" y="11743"/>
                </a:cubicBezTo>
                <a:cubicBezTo>
                  <a:pt x="76263" y="11743"/>
                  <a:pt x="76263" y="11818"/>
                  <a:pt x="76263" y="11893"/>
                </a:cubicBezTo>
                <a:cubicBezTo>
                  <a:pt x="76226" y="11968"/>
                  <a:pt x="76189" y="12043"/>
                  <a:pt x="76153" y="12106"/>
                </a:cubicBezTo>
                <a:cubicBezTo>
                  <a:pt x="75681" y="12106"/>
                  <a:pt x="75681" y="12106"/>
                  <a:pt x="75681" y="12106"/>
                </a:cubicBezTo>
                <a:cubicBezTo>
                  <a:pt x="75644" y="12181"/>
                  <a:pt x="75644" y="12181"/>
                  <a:pt x="75607" y="12256"/>
                </a:cubicBezTo>
                <a:cubicBezTo>
                  <a:pt x="75571" y="12256"/>
                  <a:pt x="75571" y="12332"/>
                  <a:pt x="75571" y="12407"/>
                </a:cubicBezTo>
                <a:cubicBezTo>
                  <a:pt x="75540" y="12407"/>
                  <a:pt x="75540" y="12482"/>
                  <a:pt x="75497" y="12557"/>
                </a:cubicBezTo>
                <a:cubicBezTo>
                  <a:pt x="75497" y="12557"/>
                  <a:pt x="75467" y="12557"/>
                  <a:pt x="75430" y="12557"/>
                </a:cubicBezTo>
                <a:cubicBezTo>
                  <a:pt x="75393" y="12632"/>
                  <a:pt x="75356" y="12557"/>
                  <a:pt x="75320" y="12632"/>
                </a:cubicBezTo>
                <a:cubicBezTo>
                  <a:pt x="75320" y="12632"/>
                  <a:pt x="75283" y="12632"/>
                  <a:pt x="75246" y="12632"/>
                </a:cubicBezTo>
                <a:cubicBezTo>
                  <a:pt x="75246" y="12708"/>
                  <a:pt x="75209" y="12708"/>
                  <a:pt x="75173" y="12783"/>
                </a:cubicBezTo>
                <a:cubicBezTo>
                  <a:pt x="75173" y="12783"/>
                  <a:pt x="75173" y="12858"/>
                  <a:pt x="75173" y="12933"/>
                </a:cubicBezTo>
                <a:cubicBezTo>
                  <a:pt x="75173" y="13008"/>
                  <a:pt x="75173" y="13084"/>
                  <a:pt x="75173" y="13221"/>
                </a:cubicBezTo>
                <a:cubicBezTo>
                  <a:pt x="75136" y="13221"/>
                  <a:pt x="75136" y="13159"/>
                  <a:pt x="75099" y="13159"/>
                </a:cubicBezTo>
                <a:cubicBezTo>
                  <a:pt x="74995" y="13159"/>
                  <a:pt x="74958" y="13159"/>
                  <a:pt x="74885" y="13159"/>
                </a:cubicBezTo>
                <a:cubicBezTo>
                  <a:pt x="74848" y="13159"/>
                  <a:pt x="74848" y="13221"/>
                  <a:pt x="74811" y="13221"/>
                </a:cubicBezTo>
                <a:cubicBezTo>
                  <a:pt x="74811" y="13297"/>
                  <a:pt x="74848" y="13297"/>
                  <a:pt x="74848" y="13372"/>
                </a:cubicBezTo>
                <a:cubicBezTo>
                  <a:pt x="74848" y="13522"/>
                  <a:pt x="74811" y="13597"/>
                  <a:pt x="74774" y="13673"/>
                </a:cubicBezTo>
                <a:cubicBezTo>
                  <a:pt x="74738" y="13748"/>
                  <a:pt x="74701" y="13748"/>
                  <a:pt x="74701" y="13823"/>
                </a:cubicBezTo>
                <a:lnTo>
                  <a:pt x="74701" y="13898"/>
                </a:lnTo>
                <a:cubicBezTo>
                  <a:pt x="74701" y="14049"/>
                  <a:pt x="74701" y="14049"/>
                  <a:pt x="74701" y="14049"/>
                </a:cubicBezTo>
                <a:cubicBezTo>
                  <a:pt x="74701" y="14337"/>
                  <a:pt x="74701" y="14337"/>
                  <a:pt x="74701" y="14337"/>
                </a:cubicBezTo>
                <a:cubicBezTo>
                  <a:pt x="74664" y="14337"/>
                  <a:pt x="74627" y="14412"/>
                  <a:pt x="74591" y="14412"/>
                </a:cubicBezTo>
                <a:cubicBezTo>
                  <a:pt x="74523" y="14412"/>
                  <a:pt x="74450" y="14337"/>
                  <a:pt x="74376" y="14412"/>
                </a:cubicBezTo>
                <a:cubicBezTo>
                  <a:pt x="74339" y="14412"/>
                  <a:pt x="74266" y="14412"/>
                  <a:pt x="74229" y="14487"/>
                </a:cubicBezTo>
                <a:cubicBezTo>
                  <a:pt x="74192" y="14562"/>
                  <a:pt x="74156" y="14562"/>
                  <a:pt x="74156" y="14638"/>
                </a:cubicBezTo>
                <a:cubicBezTo>
                  <a:pt x="74082" y="14713"/>
                  <a:pt x="74045" y="14788"/>
                  <a:pt x="74045" y="14863"/>
                </a:cubicBezTo>
                <a:cubicBezTo>
                  <a:pt x="74045" y="14938"/>
                  <a:pt x="74082" y="15014"/>
                  <a:pt x="74082" y="15089"/>
                </a:cubicBezTo>
                <a:cubicBezTo>
                  <a:pt x="74119" y="15089"/>
                  <a:pt x="74119" y="15089"/>
                  <a:pt x="74156" y="15014"/>
                </a:cubicBezTo>
                <a:cubicBezTo>
                  <a:pt x="74192" y="15014"/>
                  <a:pt x="74229" y="14938"/>
                  <a:pt x="74266" y="14938"/>
                </a:cubicBezTo>
                <a:cubicBezTo>
                  <a:pt x="74303" y="14938"/>
                  <a:pt x="74339" y="14938"/>
                  <a:pt x="74376" y="14938"/>
                </a:cubicBezTo>
                <a:cubicBezTo>
                  <a:pt x="74339" y="15089"/>
                  <a:pt x="74339" y="15089"/>
                  <a:pt x="74339" y="15164"/>
                </a:cubicBezTo>
                <a:cubicBezTo>
                  <a:pt x="74339" y="15227"/>
                  <a:pt x="74339" y="15227"/>
                  <a:pt x="74339" y="15227"/>
                </a:cubicBezTo>
                <a:cubicBezTo>
                  <a:pt x="74339" y="15302"/>
                  <a:pt x="74376" y="15377"/>
                  <a:pt x="74376" y="15377"/>
                </a:cubicBezTo>
                <a:cubicBezTo>
                  <a:pt x="74339" y="15377"/>
                  <a:pt x="74229" y="15452"/>
                  <a:pt x="74192" y="15452"/>
                </a:cubicBezTo>
                <a:close/>
                <a:moveTo>
                  <a:pt x="79460" y="15828"/>
                </a:moveTo>
                <a:lnTo>
                  <a:pt x="79460" y="15828"/>
                </a:lnTo>
                <a:cubicBezTo>
                  <a:pt x="79497" y="15828"/>
                  <a:pt x="79534" y="15753"/>
                  <a:pt x="79571" y="15753"/>
                </a:cubicBezTo>
                <a:cubicBezTo>
                  <a:pt x="79571" y="15753"/>
                  <a:pt x="79607" y="15753"/>
                  <a:pt x="79644" y="15753"/>
                </a:cubicBezTo>
                <a:cubicBezTo>
                  <a:pt x="79644" y="15753"/>
                  <a:pt x="79675" y="15678"/>
                  <a:pt x="79712" y="15678"/>
                </a:cubicBezTo>
                <a:cubicBezTo>
                  <a:pt x="79748" y="15678"/>
                  <a:pt x="79785" y="15678"/>
                  <a:pt x="79859" y="15678"/>
                </a:cubicBezTo>
                <a:cubicBezTo>
                  <a:pt x="79895" y="15678"/>
                  <a:pt x="79895" y="15678"/>
                  <a:pt x="79895" y="15678"/>
                </a:cubicBezTo>
                <a:cubicBezTo>
                  <a:pt x="79932" y="15678"/>
                  <a:pt x="79969" y="15603"/>
                  <a:pt x="79969" y="15603"/>
                </a:cubicBezTo>
                <a:cubicBezTo>
                  <a:pt x="79969" y="15527"/>
                  <a:pt x="80006" y="15452"/>
                  <a:pt x="79969" y="15452"/>
                </a:cubicBezTo>
                <a:cubicBezTo>
                  <a:pt x="79969" y="15377"/>
                  <a:pt x="79969" y="15302"/>
                  <a:pt x="79932" y="15302"/>
                </a:cubicBezTo>
                <a:cubicBezTo>
                  <a:pt x="79895" y="15227"/>
                  <a:pt x="79895" y="15227"/>
                  <a:pt x="79859" y="15227"/>
                </a:cubicBezTo>
                <a:cubicBezTo>
                  <a:pt x="79822" y="15227"/>
                  <a:pt x="79822" y="15164"/>
                  <a:pt x="79785" y="15164"/>
                </a:cubicBezTo>
                <a:cubicBezTo>
                  <a:pt x="79748" y="15164"/>
                  <a:pt x="79748" y="15164"/>
                  <a:pt x="79712" y="15164"/>
                </a:cubicBezTo>
                <a:cubicBezTo>
                  <a:pt x="79644" y="15164"/>
                  <a:pt x="79644" y="15227"/>
                  <a:pt x="79571" y="15302"/>
                </a:cubicBezTo>
                <a:cubicBezTo>
                  <a:pt x="79534" y="15302"/>
                  <a:pt x="79534" y="15377"/>
                  <a:pt x="79497" y="15452"/>
                </a:cubicBezTo>
                <a:cubicBezTo>
                  <a:pt x="79460" y="15527"/>
                  <a:pt x="79424" y="15603"/>
                  <a:pt x="79387" y="15678"/>
                </a:cubicBezTo>
                <a:cubicBezTo>
                  <a:pt x="79387" y="15753"/>
                  <a:pt x="79424" y="15828"/>
                  <a:pt x="79460" y="15828"/>
                </a:cubicBezTo>
                <a:close/>
                <a:moveTo>
                  <a:pt x="76955" y="4461"/>
                </a:moveTo>
                <a:lnTo>
                  <a:pt x="76955" y="4461"/>
                </a:lnTo>
                <a:cubicBezTo>
                  <a:pt x="76992" y="4612"/>
                  <a:pt x="76992" y="4612"/>
                  <a:pt x="76992" y="4612"/>
                </a:cubicBezTo>
                <a:cubicBezTo>
                  <a:pt x="77029" y="4687"/>
                  <a:pt x="77059" y="4749"/>
                  <a:pt x="77133" y="4837"/>
                </a:cubicBezTo>
                <a:cubicBezTo>
                  <a:pt x="77169" y="4900"/>
                  <a:pt x="77169" y="4900"/>
                  <a:pt x="77206" y="4975"/>
                </a:cubicBezTo>
                <a:cubicBezTo>
                  <a:pt x="77243" y="5050"/>
                  <a:pt x="77316" y="5050"/>
                  <a:pt x="77390" y="5050"/>
                </a:cubicBezTo>
                <a:cubicBezTo>
                  <a:pt x="77427" y="5050"/>
                  <a:pt x="77464" y="5050"/>
                  <a:pt x="77500" y="5050"/>
                </a:cubicBezTo>
                <a:cubicBezTo>
                  <a:pt x="77500" y="4975"/>
                  <a:pt x="77537" y="4975"/>
                  <a:pt x="77537" y="4975"/>
                </a:cubicBezTo>
                <a:cubicBezTo>
                  <a:pt x="77574" y="4900"/>
                  <a:pt x="77604" y="4900"/>
                  <a:pt x="77604" y="4900"/>
                </a:cubicBezTo>
                <a:cubicBezTo>
                  <a:pt x="77641" y="4837"/>
                  <a:pt x="77641" y="4749"/>
                  <a:pt x="77641" y="4749"/>
                </a:cubicBezTo>
                <a:cubicBezTo>
                  <a:pt x="77678" y="4687"/>
                  <a:pt x="77678" y="4612"/>
                  <a:pt x="77715" y="4612"/>
                </a:cubicBezTo>
                <a:cubicBezTo>
                  <a:pt x="77715" y="4536"/>
                  <a:pt x="77751" y="4612"/>
                  <a:pt x="77788" y="4536"/>
                </a:cubicBezTo>
                <a:cubicBezTo>
                  <a:pt x="77788" y="4536"/>
                  <a:pt x="77825" y="4536"/>
                  <a:pt x="77862" y="4461"/>
                </a:cubicBezTo>
                <a:cubicBezTo>
                  <a:pt x="77862" y="4461"/>
                  <a:pt x="77898" y="4461"/>
                  <a:pt x="77935" y="4386"/>
                </a:cubicBezTo>
                <a:cubicBezTo>
                  <a:pt x="77972" y="4386"/>
                  <a:pt x="78009" y="4386"/>
                  <a:pt x="78045" y="4311"/>
                </a:cubicBezTo>
                <a:cubicBezTo>
                  <a:pt x="78045" y="4236"/>
                  <a:pt x="78045" y="4236"/>
                  <a:pt x="78045" y="4236"/>
                </a:cubicBezTo>
                <a:cubicBezTo>
                  <a:pt x="78009" y="4160"/>
                  <a:pt x="78009" y="4160"/>
                  <a:pt x="77972" y="4160"/>
                </a:cubicBezTo>
                <a:cubicBezTo>
                  <a:pt x="77898" y="4160"/>
                  <a:pt x="77898" y="4160"/>
                  <a:pt x="77898" y="4160"/>
                </a:cubicBezTo>
                <a:cubicBezTo>
                  <a:pt x="77898" y="4160"/>
                  <a:pt x="77862" y="4085"/>
                  <a:pt x="77825" y="4085"/>
                </a:cubicBezTo>
                <a:cubicBezTo>
                  <a:pt x="77788" y="4085"/>
                  <a:pt x="77751" y="4085"/>
                  <a:pt x="77715" y="4085"/>
                </a:cubicBezTo>
                <a:cubicBezTo>
                  <a:pt x="77678" y="4085"/>
                  <a:pt x="77641" y="4085"/>
                  <a:pt x="77604" y="4085"/>
                </a:cubicBezTo>
                <a:cubicBezTo>
                  <a:pt x="77604" y="4085"/>
                  <a:pt x="77574" y="4085"/>
                  <a:pt x="77537" y="4160"/>
                </a:cubicBezTo>
                <a:cubicBezTo>
                  <a:pt x="77537" y="4160"/>
                  <a:pt x="77574" y="4236"/>
                  <a:pt x="77537" y="4236"/>
                </a:cubicBezTo>
                <a:cubicBezTo>
                  <a:pt x="77500" y="4311"/>
                  <a:pt x="77500" y="4236"/>
                  <a:pt x="77464" y="4236"/>
                </a:cubicBezTo>
                <a:cubicBezTo>
                  <a:pt x="77390" y="4311"/>
                  <a:pt x="77316" y="4236"/>
                  <a:pt x="77243" y="4236"/>
                </a:cubicBezTo>
                <a:cubicBezTo>
                  <a:pt x="77243" y="4311"/>
                  <a:pt x="77206" y="4311"/>
                  <a:pt x="77169" y="4311"/>
                </a:cubicBezTo>
                <a:cubicBezTo>
                  <a:pt x="77169" y="4311"/>
                  <a:pt x="77133" y="4386"/>
                  <a:pt x="77096" y="4386"/>
                </a:cubicBezTo>
                <a:cubicBezTo>
                  <a:pt x="77096" y="4461"/>
                  <a:pt x="77059" y="4536"/>
                  <a:pt x="77059" y="4536"/>
                </a:cubicBezTo>
                <a:cubicBezTo>
                  <a:pt x="77029" y="4536"/>
                  <a:pt x="76992" y="4461"/>
                  <a:pt x="76955" y="4461"/>
                </a:cubicBezTo>
                <a:close/>
                <a:moveTo>
                  <a:pt x="76116" y="4461"/>
                </a:moveTo>
                <a:lnTo>
                  <a:pt x="76116" y="4461"/>
                </a:lnTo>
                <a:cubicBezTo>
                  <a:pt x="76116" y="4536"/>
                  <a:pt x="76116" y="4536"/>
                  <a:pt x="76116" y="4612"/>
                </a:cubicBezTo>
                <a:cubicBezTo>
                  <a:pt x="76079" y="4612"/>
                  <a:pt x="76116" y="4687"/>
                  <a:pt x="76116" y="4749"/>
                </a:cubicBezTo>
                <a:cubicBezTo>
                  <a:pt x="76079" y="4749"/>
                  <a:pt x="76042" y="4749"/>
                  <a:pt x="76042" y="4749"/>
                </a:cubicBezTo>
                <a:cubicBezTo>
                  <a:pt x="75975" y="4837"/>
                  <a:pt x="75938" y="4900"/>
                  <a:pt x="75901" y="4975"/>
                </a:cubicBezTo>
                <a:cubicBezTo>
                  <a:pt x="75865" y="4975"/>
                  <a:pt x="75865" y="5050"/>
                  <a:pt x="75865" y="5125"/>
                </a:cubicBezTo>
                <a:cubicBezTo>
                  <a:pt x="75938" y="5201"/>
                  <a:pt x="75938" y="5201"/>
                  <a:pt x="75938" y="5201"/>
                </a:cubicBezTo>
                <a:cubicBezTo>
                  <a:pt x="75938" y="5201"/>
                  <a:pt x="75975" y="5276"/>
                  <a:pt x="76012" y="5276"/>
                </a:cubicBezTo>
                <a:cubicBezTo>
                  <a:pt x="76042" y="5276"/>
                  <a:pt x="76042" y="5276"/>
                  <a:pt x="76116" y="5276"/>
                </a:cubicBezTo>
                <a:lnTo>
                  <a:pt x="76116" y="5276"/>
                </a:lnTo>
                <a:cubicBezTo>
                  <a:pt x="76153" y="5276"/>
                  <a:pt x="76189" y="5201"/>
                  <a:pt x="76189" y="5201"/>
                </a:cubicBezTo>
                <a:cubicBezTo>
                  <a:pt x="76226" y="5201"/>
                  <a:pt x="76263" y="5201"/>
                  <a:pt x="76300" y="5201"/>
                </a:cubicBezTo>
                <a:cubicBezTo>
                  <a:pt x="76410" y="5201"/>
                  <a:pt x="76410" y="5201"/>
                  <a:pt x="76410" y="5201"/>
                </a:cubicBezTo>
                <a:cubicBezTo>
                  <a:pt x="76447" y="5201"/>
                  <a:pt x="76483" y="5201"/>
                  <a:pt x="76520" y="5201"/>
                </a:cubicBezTo>
                <a:cubicBezTo>
                  <a:pt x="76588" y="5276"/>
                  <a:pt x="76661" y="5276"/>
                  <a:pt x="76771" y="5201"/>
                </a:cubicBezTo>
                <a:cubicBezTo>
                  <a:pt x="76808" y="5201"/>
                  <a:pt x="76808" y="5201"/>
                  <a:pt x="76845" y="5201"/>
                </a:cubicBezTo>
                <a:cubicBezTo>
                  <a:pt x="76808" y="5125"/>
                  <a:pt x="76771" y="5050"/>
                  <a:pt x="76771" y="5050"/>
                </a:cubicBezTo>
                <a:cubicBezTo>
                  <a:pt x="76735" y="4975"/>
                  <a:pt x="76735" y="4975"/>
                  <a:pt x="76698" y="4900"/>
                </a:cubicBezTo>
                <a:cubicBezTo>
                  <a:pt x="76698" y="4837"/>
                  <a:pt x="76735" y="4749"/>
                  <a:pt x="76698" y="4749"/>
                </a:cubicBezTo>
                <a:cubicBezTo>
                  <a:pt x="76698" y="4612"/>
                  <a:pt x="76624" y="4536"/>
                  <a:pt x="76624" y="4461"/>
                </a:cubicBezTo>
                <a:cubicBezTo>
                  <a:pt x="76624" y="4386"/>
                  <a:pt x="76624" y="4236"/>
                  <a:pt x="76624" y="4160"/>
                </a:cubicBezTo>
                <a:cubicBezTo>
                  <a:pt x="76520" y="4160"/>
                  <a:pt x="76520" y="4160"/>
                  <a:pt x="76520" y="4160"/>
                </a:cubicBezTo>
                <a:cubicBezTo>
                  <a:pt x="76483" y="4160"/>
                  <a:pt x="76483" y="4160"/>
                  <a:pt x="76447" y="4160"/>
                </a:cubicBezTo>
                <a:cubicBezTo>
                  <a:pt x="76410" y="4236"/>
                  <a:pt x="76410" y="4236"/>
                  <a:pt x="76410" y="4311"/>
                </a:cubicBezTo>
                <a:cubicBezTo>
                  <a:pt x="76373" y="4386"/>
                  <a:pt x="76373" y="4386"/>
                  <a:pt x="76336" y="4461"/>
                </a:cubicBezTo>
                <a:cubicBezTo>
                  <a:pt x="76300" y="4461"/>
                  <a:pt x="76263" y="4461"/>
                  <a:pt x="76263" y="4461"/>
                </a:cubicBezTo>
                <a:cubicBezTo>
                  <a:pt x="76226" y="4536"/>
                  <a:pt x="76226" y="4536"/>
                  <a:pt x="76189" y="4536"/>
                </a:cubicBezTo>
                <a:lnTo>
                  <a:pt x="76116" y="4461"/>
                </a:lnTo>
                <a:close/>
                <a:moveTo>
                  <a:pt x="75975" y="5727"/>
                </a:moveTo>
                <a:lnTo>
                  <a:pt x="75975" y="5727"/>
                </a:lnTo>
                <a:cubicBezTo>
                  <a:pt x="75938" y="5727"/>
                  <a:pt x="75938" y="5802"/>
                  <a:pt x="75901" y="5802"/>
                </a:cubicBezTo>
                <a:cubicBezTo>
                  <a:pt x="75828" y="5802"/>
                  <a:pt x="75828" y="5802"/>
                  <a:pt x="75828" y="5802"/>
                </a:cubicBezTo>
                <a:cubicBezTo>
                  <a:pt x="75791" y="5802"/>
                  <a:pt x="75791" y="5865"/>
                  <a:pt x="75754" y="5865"/>
                </a:cubicBezTo>
                <a:cubicBezTo>
                  <a:pt x="75681" y="5865"/>
                  <a:pt x="75681" y="5865"/>
                  <a:pt x="75681" y="5865"/>
                </a:cubicBezTo>
                <a:cubicBezTo>
                  <a:pt x="75718" y="5865"/>
                  <a:pt x="75681" y="5940"/>
                  <a:pt x="75681" y="6015"/>
                </a:cubicBezTo>
                <a:cubicBezTo>
                  <a:pt x="75718" y="6015"/>
                  <a:pt x="75718" y="6090"/>
                  <a:pt x="75718" y="6166"/>
                </a:cubicBezTo>
                <a:cubicBezTo>
                  <a:pt x="75754" y="6166"/>
                  <a:pt x="75791" y="6166"/>
                  <a:pt x="75828" y="6166"/>
                </a:cubicBezTo>
                <a:cubicBezTo>
                  <a:pt x="75828" y="6166"/>
                  <a:pt x="75865" y="6166"/>
                  <a:pt x="75901" y="6166"/>
                </a:cubicBezTo>
                <a:cubicBezTo>
                  <a:pt x="75901" y="6090"/>
                  <a:pt x="75938" y="6090"/>
                  <a:pt x="75975" y="6090"/>
                </a:cubicBezTo>
                <a:cubicBezTo>
                  <a:pt x="76012" y="6015"/>
                  <a:pt x="76042" y="6015"/>
                  <a:pt x="76116" y="6015"/>
                </a:cubicBezTo>
                <a:cubicBezTo>
                  <a:pt x="76079" y="5940"/>
                  <a:pt x="76116" y="5865"/>
                  <a:pt x="76116" y="5865"/>
                </a:cubicBezTo>
                <a:cubicBezTo>
                  <a:pt x="76079" y="5802"/>
                  <a:pt x="76042" y="5802"/>
                  <a:pt x="76042" y="5727"/>
                </a:cubicBezTo>
                <a:cubicBezTo>
                  <a:pt x="76012" y="5727"/>
                  <a:pt x="76012" y="5727"/>
                  <a:pt x="75975" y="5727"/>
                </a:cubicBezTo>
                <a:close/>
                <a:moveTo>
                  <a:pt x="74738" y="5501"/>
                </a:moveTo>
                <a:lnTo>
                  <a:pt x="74738" y="5501"/>
                </a:lnTo>
                <a:cubicBezTo>
                  <a:pt x="74738" y="5940"/>
                  <a:pt x="74738" y="5940"/>
                  <a:pt x="74738" y="5940"/>
                </a:cubicBezTo>
                <a:cubicBezTo>
                  <a:pt x="75062" y="5940"/>
                  <a:pt x="75062" y="5940"/>
                  <a:pt x="75062" y="5940"/>
                </a:cubicBezTo>
                <a:cubicBezTo>
                  <a:pt x="75099" y="5865"/>
                  <a:pt x="75136" y="5865"/>
                  <a:pt x="75136" y="5802"/>
                </a:cubicBezTo>
                <a:cubicBezTo>
                  <a:pt x="75136" y="5802"/>
                  <a:pt x="75136" y="5727"/>
                  <a:pt x="75136" y="5652"/>
                </a:cubicBezTo>
                <a:cubicBezTo>
                  <a:pt x="75136" y="5652"/>
                  <a:pt x="75173" y="5652"/>
                  <a:pt x="75173" y="5577"/>
                </a:cubicBezTo>
                <a:cubicBezTo>
                  <a:pt x="75173" y="5727"/>
                  <a:pt x="75173" y="5865"/>
                  <a:pt x="75209" y="5940"/>
                </a:cubicBezTo>
                <a:cubicBezTo>
                  <a:pt x="75246" y="6015"/>
                  <a:pt x="75283" y="6015"/>
                  <a:pt x="75320" y="6015"/>
                </a:cubicBezTo>
                <a:cubicBezTo>
                  <a:pt x="75356" y="6015"/>
                  <a:pt x="75356" y="5940"/>
                  <a:pt x="75393" y="5940"/>
                </a:cubicBezTo>
                <a:cubicBezTo>
                  <a:pt x="75430" y="5940"/>
                  <a:pt x="75430" y="5940"/>
                  <a:pt x="75467" y="5940"/>
                </a:cubicBezTo>
                <a:cubicBezTo>
                  <a:pt x="75467" y="5802"/>
                  <a:pt x="75467" y="5727"/>
                  <a:pt x="75467" y="5501"/>
                </a:cubicBezTo>
                <a:cubicBezTo>
                  <a:pt x="75754" y="5501"/>
                  <a:pt x="75754" y="5501"/>
                  <a:pt x="75754" y="5501"/>
                </a:cubicBezTo>
                <a:cubicBezTo>
                  <a:pt x="75754" y="5351"/>
                  <a:pt x="75754" y="5351"/>
                  <a:pt x="75754" y="5351"/>
                </a:cubicBezTo>
                <a:cubicBezTo>
                  <a:pt x="75754" y="5351"/>
                  <a:pt x="75754" y="5276"/>
                  <a:pt x="75754" y="5201"/>
                </a:cubicBezTo>
                <a:cubicBezTo>
                  <a:pt x="75246" y="5201"/>
                  <a:pt x="75246" y="5201"/>
                  <a:pt x="75246" y="5201"/>
                </a:cubicBezTo>
                <a:cubicBezTo>
                  <a:pt x="75173" y="5201"/>
                  <a:pt x="75136" y="5276"/>
                  <a:pt x="75099" y="5351"/>
                </a:cubicBezTo>
                <a:cubicBezTo>
                  <a:pt x="75062" y="5351"/>
                  <a:pt x="75026" y="5426"/>
                  <a:pt x="74995" y="5426"/>
                </a:cubicBezTo>
                <a:cubicBezTo>
                  <a:pt x="74958" y="5426"/>
                  <a:pt x="74958" y="5501"/>
                  <a:pt x="74921" y="5501"/>
                </a:cubicBezTo>
                <a:cubicBezTo>
                  <a:pt x="74885" y="5577"/>
                  <a:pt x="74811" y="5577"/>
                  <a:pt x="74738" y="5652"/>
                </a:cubicBezTo>
                <a:lnTo>
                  <a:pt x="74738" y="5501"/>
                </a:lnTo>
                <a:close/>
                <a:moveTo>
                  <a:pt x="73758" y="5577"/>
                </a:moveTo>
                <a:lnTo>
                  <a:pt x="73758" y="5577"/>
                </a:lnTo>
                <a:cubicBezTo>
                  <a:pt x="73758" y="5577"/>
                  <a:pt x="73831" y="5577"/>
                  <a:pt x="73831" y="5501"/>
                </a:cubicBezTo>
                <a:cubicBezTo>
                  <a:pt x="73831" y="5501"/>
                  <a:pt x="73831" y="5426"/>
                  <a:pt x="73831" y="5351"/>
                </a:cubicBezTo>
                <a:cubicBezTo>
                  <a:pt x="73831" y="5351"/>
                  <a:pt x="73831" y="5276"/>
                  <a:pt x="73868" y="5201"/>
                </a:cubicBezTo>
                <a:cubicBezTo>
                  <a:pt x="73905" y="5201"/>
                  <a:pt x="73941" y="5276"/>
                  <a:pt x="74009" y="5201"/>
                </a:cubicBezTo>
                <a:cubicBezTo>
                  <a:pt x="74009" y="5201"/>
                  <a:pt x="74045" y="5201"/>
                  <a:pt x="74082" y="5201"/>
                </a:cubicBezTo>
                <a:cubicBezTo>
                  <a:pt x="74119" y="5201"/>
                  <a:pt x="74119" y="5125"/>
                  <a:pt x="74156" y="5125"/>
                </a:cubicBezTo>
                <a:cubicBezTo>
                  <a:pt x="74192" y="5050"/>
                  <a:pt x="74229" y="5125"/>
                  <a:pt x="74266" y="5125"/>
                </a:cubicBezTo>
                <a:cubicBezTo>
                  <a:pt x="74303" y="5050"/>
                  <a:pt x="74339" y="4975"/>
                  <a:pt x="74339" y="4975"/>
                </a:cubicBezTo>
                <a:cubicBezTo>
                  <a:pt x="74376" y="4975"/>
                  <a:pt x="74413" y="4975"/>
                  <a:pt x="74413" y="4975"/>
                </a:cubicBezTo>
                <a:cubicBezTo>
                  <a:pt x="74480" y="4975"/>
                  <a:pt x="74523" y="4975"/>
                  <a:pt x="74554" y="4975"/>
                </a:cubicBezTo>
                <a:cubicBezTo>
                  <a:pt x="74591" y="4975"/>
                  <a:pt x="74591" y="4900"/>
                  <a:pt x="74627" y="4900"/>
                </a:cubicBezTo>
                <a:cubicBezTo>
                  <a:pt x="74664" y="4900"/>
                  <a:pt x="74627" y="4749"/>
                  <a:pt x="74664" y="4749"/>
                </a:cubicBezTo>
                <a:cubicBezTo>
                  <a:pt x="74738" y="4749"/>
                  <a:pt x="74738" y="4837"/>
                  <a:pt x="74811" y="4900"/>
                </a:cubicBezTo>
                <a:cubicBezTo>
                  <a:pt x="74811" y="4900"/>
                  <a:pt x="74848" y="4900"/>
                  <a:pt x="74885" y="4900"/>
                </a:cubicBezTo>
                <a:cubicBezTo>
                  <a:pt x="74921" y="4900"/>
                  <a:pt x="74921" y="4975"/>
                  <a:pt x="74958" y="4975"/>
                </a:cubicBezTo>
                <a:cubicBezTo>
                  <a:pt x="75099" y="4975"/>
                  <a:pt x="75099" y="4975"/>
                  <a:pt x="75099" y="4975"/>
                </a:cubicBezTo>
                <a:cubicBezTo>
                  <a:pt x="75099" y="4900"/>
                  <a:pt x="75099" y="4837"/>
                  <a:pt x="75099" y="4837"/>
                </a:cubicBezTo>
                <a:cubicBezTo>
                  <a:pt x="75099" y="4687"/>
                  <a:pt x="75062" y="4612"/>
                  <a:pt x="75062" y="4536"/>
                </a:cubicBezTo>
                <a:cubicBezTo>
                  <a:pt x="75062" y="4386"/>
                  <a:pt x="75136" y="4311"/>
                  <a:pt x="75173" y="4311"/>
                </a:cubicBezTo>
                <a:cubicBezTo>
                  <a:pt x="75246" y="4311"/>
                  <a:pt x="75246" y="4386"/>
                  <a:pt x="75283" y="4386"/>
                </a:cubicBezTo>
                <a:cubicBezTo>
                  <a:pt x="75320" y="4461"/>
                  <a:pt x="75356" y="4461"/>
                  <a:pt x="75356" y="4461"/>
                </a:cubicBezTo>
                <a:cubicBezTo>
                  <a:pt x="75393" y="4461"/>
                  <a:pt x="75393" y="4536"/>
                  <a:pt x="75393" y="4612"/>
                </a:cubicBezTo>
                <a:cubicBezTo>
                  <a:pt x="75467" y="4687"/>
                  <a:pt x="75497" y="4749"/>
                  <a:pt x="75571" y="4749"/>
                </a:cubicBezTo>
                <a:cubicBezTo>
                  <a:pt x="75644" y="4749"/>
                  <a:pt x="75681" y="4687"/>
                  <a:pt x="75754" y="4687"/>
                </a:cubicBezTo>
                <a:cubicBezTo>
                  <a:pt x="75754" y="4612"/>
                  <a:pt x="75791" y="4612"/>
                  <a:pt x="75791" y="4536"/>
                </a:cubicBezTo>
                <a:cubicBezTo>
                  <a:pt x="75791" y="4461"/>
                  <a:pt x="75754" y="4461"/>
                  <a:pt x="75754" y="4386"/>
                </a:cubicBezTo>
                <a:cubicBezTo>
                  <a:pt x="75754" y="4236"/>
                  <a:pt x="75754" y="4236"/>
                  <a:pt x="75754" y="4236"/>
                </a:cubicBezTo>
                <a:cubicBezTo>
                  <a:pt x="75718" y="4236"/>
                  <a:pt x="75681" y="4160"/>
                  <a:pt x="75607" y="4236"/>
                </a:cubicBezTo>
                <a:cubicBezTo>
                  <a:pt x="75571" y="4236"/>
                  <a:pt x="75571" y="4236"/>
                  <a:pt x="75540" y="4236"/>
                </a:cubicBezTo>
                <a:cubicBezTo>
                  <a:pt x="75497" y="4236"/>
                  <a:pt x="75467" y="4236"/>
                  <a:pt x="75393" y="4236"/>
                </a:cubicBezTo>
                <a:cubicBezTo>
                  <a:pt x="75393" y="4236"/>
                  <a:pt x="75356" y="4236"/>
                  <a:pt x="75320" y="4236"/>
                </a:cubicBezTo>
                <a:cubicBezTo>
                  <a:pt x="75356" y="4085"/>
                  <a:pt x="75356" y="4085"/>
                  <a:pt x="75393" y="4010"/>
                </a:cubicBezTo>
                <a:cubicBezTo>
                  <a:pt x="75430" y="3935"/>
                  <a:pt x="75467" y="3935"/>
                  <a:pt x="75497" y="3860"/>
                </a:cubicBezTo>
                <a:cubicBezTo>
                  <a:pt x="75540" y="3784"/>
                  <a:pt x="75540" y="3722"/>
                  <a:pt x="75571" y="3646"/>
                </a:cubicBezTo>
                <a:cubicBezTo>
                  <a:pt x="75540" y="3496"/>
                  <a:pt x="75540" y="3496"/>
                  <a:pt x="75540" y="3496"/>
                </a:cubicBezTo>
                <a:cubicBezTo>
                  <a:pt x="75497" y="3496"/>
                  <a:pt x="75497" y="3496"/>
                  <a:pt x="75467" y="3496"/>
                </a:cubicBezTo>
                <a:cubicBezTo>
                  <a:pt x="75430" y="3496"/>
                  <a:pt x="75430" y="3571"/>
                  <a:pt x="75393" y="3571"/>
                </a:cubicBezTo>
                <a:cubicBezTo>
                  <a:pt x="75356" y="3571"/>
                  <a:pt x="75320" y="3571"/>
                  <a:pt x="75320" y="3571"/>
                </a:cubicBezTo>
                <a:cubicBezTo>
                  <a:pt x="75246" y="3571"/>
                  <a:pt x="75246" y="3571"/>
                  <a:pt x="75246" y="3571"/>
                </a:cubicBezTo>
                <a:cubicBezTo>
                  <a:pt x="75209" y="3571"/>
                  <a:pt x="75209" y="3646"/>
                  <a:pt x="75173" y="3646"/>
                </a:cubicBezTo>
                <a:cubicBezTo>
                  <a:pt x="75136" y="3646"/>
                  <a:pt x="75099" y="3646"/>
                  <a:pt x="75099" y="3646"/>
                </a:cubicBezTo>
                <a:cubicBezTo>
                  <a:pt x="75062" y="3722"/>
                  <a:pt x="75026" y="3722"/>
                  <a:pt x="75026" y="3784"/>
                </a:cubicBezTo>
                <a:cubicBezTo>
                  <a:pt x="75026" y="3784"/>
                  <a:pt x="75026" y="3860"/>
                  <a:pt x="75026" y="3935"/>
                </a:cubicBezTo>
                <a:cubicBezTo>
                  <a:pt x="75026" y="3935"/>
                  <a:pt x="75026" y="4010"/>
                  <a:pt x="75026" y="4085"/>
                </a:cubicBezTo>
                <a:cubicBezTo>
                  <a:pt x="75026" y="4160"/>
                  <a:pt x="75026" y="4160"/>
                  <a:pt x="75026" y="4236"/>
                </a:cubicBezTo>
                <a:cubicBezTo>
                  <a:pt x="74958" y="4236"/>
                  <a:pt x="74921" y="4236"/>
                  <a:pt x="74848" y="4236"/>
                </a:cubicBezTo>
                <a:cubicBezTo>
                  <a:pt x="74848" y="4236"/>
                  <a:pt x="74811" y="4236"/>
                  <a:pt x="74774" y="4236"/>
                </a:cubicBezTo>
                <a:cubicBezTo>
                  <a:pt x="74701" y="4236"/>
                  <a:pt x="74701" y="4236"/>
                  <a:pt x="74701" y="4236"/>
                </a:cubicBezTo>
                <a:cubicBezTo>
                  <a:pt x="74627" y="4236"/>
                  <a:pt x="74627" y="4236"/>
                  <a:pt x="74627" y="4236"/>
                </a:cubicBezTo>
                <a:cubicBezTo>
                  <a:pt x="74591" y="4236"/>
                  <a:pt x="74554" y="4160"/>
                  <a:pt x="74554" y="4236"/>
                </a:cubicBezTo>
                <a:cubicBezTo>
                  <a:pt x="74523" y="4236"/>
                  <a:pt x="74480" y="4236"/>
                  <a:pt x="74480" y="4311"/>
                </a:cubicBezTo>
                <a:cubicBezTo>
                  <a:pt x="74480" y="4386"/>
                  <a:pt x="74523" y="4461"/>
                  <a:pt x="74523" y="4461"/>
                </a:cubicBezTo>
                <a:cubicBezTo>
                  <a:pt x="74480" y="4536"/>
                  <a:pt x="74450" y="4536"/>
                  <a:pt x="74450" y="4536"/>
                </a:cubicBezTo>
                <a:cubicBezTo>
                  <a:pt x="74450" y="4612"/>
                  <a:pt x="74480" y="4612"/>
                  <a:pt x="74480" y="4687"/>
                </a:cubicBezTo>
                <a:cubicBezTo>
                  <a:pt x="74480" y="4975"/>
                  <a:pt x="74480" y="4975"/>
                  <a:pt x="74480" y="4975"/>
                </a:cubicBezTo>
                <a:cubicBezTo>
                  <a:pt x="74376" y="4975"/>
                  <a:pt x="74303" y="4975"/>
                  <a:pt x="74192" y="4975"/>
                </a:cubicBezTo>
                <a:cubicBezTo>
                  <a:pt x="74156" y="4975"/>
                  <a:pt x="74119" y="4975"/>
                  <a:pt x="74119" y="5050"/>
                </a:cubicBezTo>
                <a:cubicBezTo>
                  <a:pt x="74082" y="5050"/>
                  <a:pt x="74045" y="5050"/>
                  <a:pt x="74045" y="5050"/>
                </a:cubicBezTo>
                <a:cubicBezTo>
                  <a:pt x="74009" y="5050"/>
                  <a:pt x="74009" y="5125"/>
                  <a:pt x="73978" y="5125"/>
                </a:cubicBezTo>
                <a:cubicBezTo>
                  <a:pt x="73941" y="5125"/>
                  <a:pt x="73905" y="5125"/>
                  <a:pt x="73905" y="5125"/>
                </a:cubicBezTo>
                <a:cubicBezTo>
                  <a:pt x="73868" y="5125"/>
                  <a:pt x="73868" y="5201"/>
                  <a:pt x="73831" y="5201"/>
                </a:cubicBezTo>
                <a:cubicBezTo>
                  <a:pt x="73794" y="5201"/>
                  <a:pt x="73794" y="5276"/>
                  <a:pt x="73758" y="5351"/>
                </a:cubicBezTo>
                <a:cubicBezTo>
                  <a:pt x="73684" y="5501"/>
                  <a:pt x="73684" y="5501"/>
                  <a:pt x="73684" y="5501"/>
                </a:cubicBezTo>
                <a:lnTo>
                  <a:pt x="73758" y="5577"/>
                </a:lnTo>
                <a:close/>
                <a:moveTo>
                  <a:pt x="72343" y="4612"/>
                </a:moveTo>
                <a:lnTo>
                  <a:pt x="72343" y="4612"/>
                </a:lnTo>
                <a:cubicBezTo>
                  <a:pt x="72306" y="4612"/>
                  <a:pt x="72269" y="4612"/>
                  <a:pt x="72232" y="4612"/>
                </a:cubicBezTo>
                <a:cubicBezTo>
                  <a:pt x="72196" y="4612"/>
                  <a:pt x="72159" y="4687"/>
                  <a:pt x="72159" y="4687"/>
                </a:cubicBezTo>
                <a:cubicBezTo>
                  <a:pt x="72122" y="4749"/>
                  <a:pt x="72122" y="4749"/>
                  <a:pt x="72085" y="4749"/>
                </a:cubicBezTo>
                <a:cubicBezTo>
                  <a:pt x="72049" y="4749"/>
                  <a:pt x="72049" y="4749"/>
                  <a:pt x="72049" y="4749"/>
                </a:cubicBezTo>
                <a:cubicBezTo>
                  <a:pt x="72012" y="4749"/>
                  <a:pt x="71975" y="4749"/>
                  <a:pt x="71944" y="4749"/>
                </a:cubicBezTo>
                <a:cubicBezTo>
                  <a:pt x="71908" y="4749"/>
                  <a:pt x="71908" y="4687"/>
                  <a:pt x="71871" y="4687"/>
                </a:cubicBezTo>
                <a:cubicBezTo>
                  <a:pt x="71834" y="4687"/>
                  <a:pt x="71797" y="4687"/>
                  <a:pt x="71797" y="4612"/>
                </a:cubicBezTo>
                <a:cubicBezTo>
                  <a:pt x="71761" y="4687"/>
                  <a:pt x="71761" y="4749"/>
                  <a:pt x="71724" y="4837"/>
                </a:cubicBezTo>
                <a:lnTo>
                  <a:pt x="71724" y="4975"/>
                </a:lnTo>
                <a:cubicBezTo>
                  <a:pt x="71687" y="4975"/>
                  <a:pt x="71687" y="5050"/>
                  <a:pt x="71650" y="5050"/>
                </a:cubicBezTo>
                <a:cubicBezTo>
                  <a:pt x="71614" y="5050"/>
                  <a:pt x="71614" y="4900"/>
                  <a:pt x="71577" y="4900"/>
                </a:cubicBezTo>
                <a:cubicBezTo>
                  <a:pt x="71540" y="4900"/>
                  <a:pt x="71540" y="4900"/>
                  <a:pt x="71503" y="4900"/>
                </a:cubicBezTo>
                <a:cubicBezTo>
                  <a:pt x="71430" y="4837"/>
                  <a:pt x="71399" y="4837"/>
                  <a:pt x="71362" y="4837"/>
                </a:cubicBezTo>
                <a:cubicBezTo>
                  <a:pt x="71215" y="4837"/>
                  <a:pt x="71215" y="4837"/>
                  <a:pt x="71215" y="4837"/>
                </a:cubicBezTo>
                <a:cubicBezTo>
                  <a:pt x="71215" y="4900"/>
                  <a:pt x="71215" y="5050"/>
                  <a:pt x="71252" y="5125"/>
                </a:cubicBezTo>
                <a:cubicBezTo>
                  <a:pt x="71289" y="5276"/>
                  <a:pt x="71326" y="5351"/>
                  <a:pt x="71399" y="5351"/>
                </a:cubicBezTo>
                <a:cubicBezTo>
                  <a:pt x="71473" y="5351"/>
                  <a:pt x="71473" y="5276"/>
                  <a:pt x="71540" y="5201"/>
                </a:cubicBezTo>
                <a:cubicBezTo>
                  <a:pt x="71540" y="5201"/>
                  <a:pt x="71577" y="5201"/>
                  <a:pt x="71614" y="5201"/>
                </a:cubicBezTo>
                <a:cubicBezTo>
                  <a:pt x="71650" y="5201"/>
                  <a:pt x="71650" y="5125"/>
                  <a:pt x="71687" y="5125"/>
                </a:cubicBezTo>
                <a:cubicBezTo>
                  <a:pt x="71724" y="5125"/>
                  <a:pt x="71724" y="5050"/>
                  <a:pt x="71761" y="5050"/>
                </a:cubicBezTo>
                <a:cubicBezTo>
                  <a:pt x="71834" y="5050"/>
                  <a:pt x="71871" y="5050"/>
                  <a:pt x="71908" y="5050"/>
                </a:cubicBezTo>
                <a:cubicBezTo>
                  <a:pt x="71975" y="5050"/>
                  <a:pt x="71975" y="5050"/>
                  <a:pt x="72049" y="5050"/>
                </a:cubicBezTo>
                <a:cubicBezTo>
                  <a:pt x="72085" y="5050"/>
                  <a:pt x="72085" y="5125"/>
                  <a:pt x="72122" y="5125"/>
                </a:cubicBezTo>
                <a:cubicBezTo>
                  <a:pt x="72122" y="5125"/>
                  <a:pt x="72159" y="5050"/>
                  <a:pt x="72196" y="5050"/>
                </a:cubicBezTo>
                <a:cubicBezTo>
                  <a:pt x="72196" y="5276"/>
                  <a:pt x="72196" y="5276"/>
                  <a:pt x="72196" y="5276"/>
                </a:cubicBezTo>
                <a:cubicBezTo>
                  <a:pt x="72159" y="5351"/>
                  <a:pt x="72159" y="5426"/>
                  <a:pt x="72122" y="5426"/>
                </a:cubicBezTo>
                <a:cubicBezTo>
                  <a:pt x="72085" y="5426"/>
                  <a:pt x="72049" y="5426"/>
                  <a:pt x="71975" y="5426"/>
                </a:cubicBezTo>
                <a:cubicBezTo>
                  <a:pt x="71975" y="5727"/>
                  <a:pt x="71975" y="5727"/>
                  <a:pt x="71975" y="5727"/>
                </a:cubicBezTo>
                <a:cubicBezTo>
                  <a:pt x="71975" y="5802"/>
                  <a:pt x="71975" y="5802"/>
                  <a:pt x="72012" y="5865"/>
                </a:cubicBezTo>
                <a:cubicBezTo>
                  <a:pt x="72049" y="5940"/>
                  <a:pt x="72049" y="5940"/>
                  <a:pt x="72085" y="6015"/>
                </a:cubicBezTo>
                <a:cubicBezTo>
                  <a:pt x="72159" y="6090"/>
                  <a:pt x="72159" y="6090"/>
                  <a:pt x="72159" y="6090"/>
                </a:cubicBezTo>
                <a:cubicBezTo>
                  <a:pt x="72232" y="6166"/>
                  <a:pt x="72269" y="6166"/>
                  <a:pt x="72379" y="6166"/>
                </a:cubicBezTo>
                <a:cubicBezTo>
                  <a:pt x="72416" y="6166"/>
                  <a:pt x="72447" y="6166"/>
                  <a:pt x="72490" y="6166"/>
                </a:cubicBezTo>
                <a:cubicBezTo>
                  <a:pt x="72520" y="6090"/>
                  <a:pt x="72557" y="6090"/>
                  <a:pt x="72557" y="6015"/>
                </a:cubicBezTo>
                <a:cubicBezTo>
                  <a:pt x="72594" y="5940"/>
                  <a:pt x="72630" y="5865"/>
                  <a:pt x="72630" y="5802"/>
                </a:cubicBezTo>
                <a:cubicBezTo>
                  <a:pt x="72630" y="5727"/>
                  <a:pt x="72594" y="5652"/>
                  <a:pt x="72594" y="5501"/>
                </a:cubicBezTo>
                <a:cubicBezTo>
                  <a:pt x="72594" y="5351"/>
                  <a:pt x="72594" y="5351"/>
                  <a:pt x="72594" y="5351"/>
                </a:cubicBezTo>
                <a:cubicBezTo>
                  <a:pt x="72667" y="5351"/>
                  <a:pt x="72741" y="5351"/>
                  <a:pt x="72814" y="5351"/>
                </a:cubicBezTo>
                <a:cubicBezTo>
                  <a:pt x="72851" y="5351"/>
                  <a:pt x="72851" y="5351"/>
                  <a:pt x="72888" y="5351"/>
                </a:cubicBezTo>
                <a:cubicBezTo>
                  <a:pt x="72924" y="5351"/>
                  <a:pt x="72924" y="5351"/>
                  <a:pt x="72924" y="5351"/>
                </a:cubicBezTo>
                <a:cubicBezTo>
                  <a:pt x="72961" y="5351"/>
                  <a:pt x="72992" y="5351"/>
                  <a:pt x="73029" y="5351"/>
                </a:cubicBezTo>
                <a:cubicBezTo>
                  <a:pt x="73065" y="5351"/>
                  <a:pt x="73065" y="5276"/>
                  <a:pt x="73102" y="5201"/>
                </a:cubicBezTo>
                <a:cubicBezTo>
                  <a:pt x="73139" y="5201"/>
                  <a:pt x="73139" y="5201"/>
                  <a:pt x="73176" y="5201"/>
                </a:cubicBezTo>
                <a:cubicBezTo>
                  <a:pt x="73212" y="5125"/>
                  <a:pt x="73212" y="5050"/>
                  <a:pt x="73212" y="4975"/>
                </a:cubicBezTo>
                <a:cubicBezTo>
                  <a:pt x="73212" y="4749"/>
                  <a:pt x="73212" y="4749"/>
                  <a:pt x="73212" y="4749"/>
                </a:cubicBezTo>
                <a:cubicBezTo>
                  <a:pt x="73139" y="4687"/>
                  <a:pt x="73102" y="4687"/>
                  <a:pt x="73029" y="4687"/>
                </a:cubicBezTo>
                <a:cubicBezTo>
                  <a:pt x="73029" y="4236"/>
                  <a:pt x="73029" y="4236"/>
                  <a:pt x="73029" y="4236"/>
                </a:cubicBezTo>
                <a:cubicBezTo>
                  <a:pt x="72992" y="4236"/>
                  <a:pt x="72992" y="4236"/>
                  <a:pt x="72961" y="4236"/>
                </a:cubicBezTo>
                <a:cubicBezTo>
                  <a:pt x="72924" y="4236"/>
                  <a:pt x="72924" y="4236"/>
                  <a:pt x="72888" y="4236"/>
                </a:cubicBezTo>
                <a:cubicBezTo>
                  <a:pt x="72814" y="4236"/>
                  <a:pt x="72777" y="4236"/>
                  <a:pt x="72741" y="4236"/>
                </a:cubicBezTo>
                <a:cubicBezTo>
                  <a:pt x="72741" y="4311"/>
                  <a:pt x="72741" y="4386"/>
                  <a:pt x="72741" y="4386"/>
                </a:cubicBezTo>
                <a:cubicBezTo>
                  <a:pt x="72741" y="4461"/>
                  <a:pt x="72704" y="4461"/>
                  <a:pt x="72667" y="4536"/>
                </a:cubicBezTo>
                <a:cubicBezTo>
                  <a:pt x="72667" y="4612"/>
                  <a:pt x="72630" y="4612"/>
                  <a:pt x="72594" y="4687"/>
                </a:cubicBezTo>
                <a:cubicBezTo>
                  <a:pt x="72520" y="4749"/>
                  <a:pt x="72447" y="4612"/>
                  <a:pt x="72343" y="4612"/>
                </a:cubicBezTo>
                <a:close/>
                <a:moveTo>
                  <a:pt x="62352" y="5865"/>
                </a:moveTo>
                <a:lnTo>
                  <a:pt x="62352" y="5865"/>
                </a:lnTo>
                <a:cubicBezTo>
                  <a:pt x="62352" y="5940"/>
                  <a:pt x="62388" y="5865"/>
                  <a:pt x="62425" y="5940"/>
                </a:cubicBezTo>
                <a:cubicBezTo>
                  <a:pt x="62462" y="5940"/>
                  <a:pt x="62462" y="5940"/>
                  <a:pt x="62499" y="6015"/>
                </a:cubicBezTo>
                <a:cubicBezTo>
                  <a:pt x="62572" y="6015"/>
                  <a:pt x="62572" y="6015"/>
                  <a:pt x="62572" y="6015"/>
                </a:cubicBezTo>
                <a:cubicBezTo>
                  <a:pt x="62572" y="6015"/>
                  <a:pt x="62609" y="6015"/>
                  <a:pt x="62646" y="6015"/>
                </a:cubicBezTo>
                <a:cubicBezTo>
                  <a:pt x="62683" y="6015"/>
                  <a:pt x="62683" y="6090"/>
                  <a:pt x="62756" y="6090"/>
                </a:cubicBezTo>
                <a:cubicBezTo>
                  <a:pt x="62787" y="6090"/>
                  <a:pt x="62823" y="6090"/>
                  <a:pt x="62860" y="6090"/>
                </a:cubicBezTo>
                <a:cubicBezTo>
                  <a:pt x="62897" y="6015"/>
                  <a:pt x="62897" y="6015"/>
                  <a:pt x="62934" y="6015"/>
                </a:cubicBezTo>
                <a:cubicBezTo>
                  <a:pt x="63007" y="6015"/>
                  <a:pt x="63007" y="6015"/>
                  <a:pt x="63044" y="6015"/>
                </a:cubicBezTo>
                <a:cubicBezTo>
                  <a:pt x="63081" y="6015"/>
                  <a:pt x="63117" y="6015"/>
                  <a:pt x="63117" y="6090"/>
                </a:cubicBezTo>
                <a:cubicBezTo>
                  <a:pt x="63154" y="6090"/>
                  <a:pt x="63154" y="6090"/>
                  <a:pt x="63191" y="6166"/>
                </a:cubicBezTo>
                <a:cubicBezTo>
                  <a:pt x="63228" y="6166"/>
                  <a:pt x="63191" y="6241"/>
                  <a:pt x="63228" y="6316"/>
                </a:cubicBezTo>
                <a:cubicBezTo>
                  <a:pt x="62683" y="6316"/>
                  <a:pt x="62683" y="6316"/>
                  <a:pt x="62683" y="6316"/>
                </a:cubicBezTo>
                <a:cubicBezTo>
                  <a:pt x="62683" y="6617"/>
                  <a:pt x="62683" y="6617"/>
                  <a:pt x="62683" y="6617"/>
                </a:cubicBezTo>
                <a:cubicBezTo>
                  <a:pt x="62756" y="6692"/>
                  <a:pt x="62787" y="6692"/>
                  <a:pt x="62823" y="6767"/>
                </a:cubicBezTo>
                <a:cubicBezTo>
                  <a:pt x="62897" y="6767"/>
                  <a:pt x="62897" y="6918"/>
                  <a:pt x="62970" y="6918"/>
                </a:cubicBezTo>
                <a:cubicBezTo>
                  <a:pt x="63332" y="6918"/>
                  <a:pt x="63332" y="6918"/>
                  <a:pt x="63332" y="6918"/>
                </a:cubicBezTo>
                <a:cubicBezTo>
                  <a:pt x="63369" y="6918"/>
                  <a:pt x="63405" y="6830"/>
                  <a:pt x="63405" y="6830"/>
                </a:cubicBezTo>
                <a:cubicBezTo>
                  <a:pt x="63479" y="6830"/>
                  <a:pt x="63516" y="6830"/>
                  <a:pt x="63552" y="6918"/>
                </a:cubicBezTo>
                <a:cubicBezTo>
                  <a:pt x="63589" y="6918"/>
                  <a:pt x="63589" y="6980"/>
                  <a:pt x="63626" y="7055"/>
                </a:cubicBezTo>
                <a:cubicBezTo>
                  <a:pt x="63626" y="7055"/>
                  <a:pt x="63663" y="7055"/>
                  <a:pt x="63699" y="7131"/>
                </a:cubicBezTo>
                <a:cubicBezTo>
                  <a:pt x="63730" y="7131"/>
                  <a:pt x="63730" y="7131"/>
                  <a:pt x="63773" y="7131"/>
                </a:cubicBezTo>
                <a:cubicBezTo>
                  <a:pt x="63803" y="7131"/>
                  <a:pt x="63840" y="7131"/>
                  <a:pt x="63877" y="7131"/>
                </a:cubicBezTo>
                <a:cubicBezTo>
                  <a:pt x="63950" y="7131"/>
                  <a:pt x="63987" y="7131"/>
                  <a:pt x="64061" y="7131"/>
                </a:cubicBezTo>
                <a:cubicBezTo>
                  <a:pt x="64098" y="7055"/>
                  <a:pt x="64098" y="7055"/>
                  <a:pt x="64134" y="7055"/>
                </a:cubicBezTo>
                <a:cubicBezTo>
                  <a:pt x="64171" y="6980"/>
                  <a:pt x="64171" y="6980"/>
                  <a:pt x="64208" y="6918"/>
                </a:cubicBezTo>
                <a:cubicBezTo>
                  <a:pt x="64245" y="6918"/>
                  <a:pt x="64245" y="6767"/>
                  <a:pt x="64275" y="6767"/>
                </a:cubicBezTo>
                <a:cubicBezTo>
                  <a:pt x="64385" y="6767"/>
                  <a:pt x="64422" y="6918"/>
                  <a:pt x="64496" y="6918"/>
                </a:cubicBezTo>
                <a:cubicBezTo>
                  <a:pt x="64569" y="6918"/>
                  <a:pt x="64643" y="6918"/>
                  <a:pt x="64679" y="6830"/>
                </a:cubicBezTo>
                <a:cubicBezTo>
                  <a:pt x="64716" y="6767"/>
                  <a:pt x="64747" y="6767"/>
                  <a:pt x="64747" y="6767"/>
                </a:cubicBezTo>
                <a:cubicBezTo>
                  <a:pt x="64790" y="6692"/>
                  <a:pt x="64747" y="6542"/>
                  <a:pt x="64747" y="6466"/>
                </a:cubicBezTo>
                <a:cubicBezTo>
                  <a:pt x="64790" y="6316"/>
                  <a:pt x="64790" y="6241"/>
                  <a:pt x="64857" y="6241"/>
                </a:cubicBezTo>
                <a:cubicBezTo>
                  <a:pt x="64894" y="6241"/>
                  <a:pt x="64894" y="6241"/>
                  <a:pt x="64931" y="6241"/>
                </a:cubicBezTo>
                <a:cubicBezTo>
                  <a:pt x="64967" y="6241"/>
                  <a:pt x="64967" y="6241"/>
                  <a:pt x="65004" y="6166"/>
                </a:cubicBezTo>
                <a:cubicBezTo>
                  <a:pt x="65041" y="6166"/>
                  <a:pt x="65041" y="6090"/>
                  <a:pt x="65078" y="6090"/>
                </a:cubicBezTo>
                <a:cubicBezTo>
                  <a:pt x="65151" y="6015"/>
                  <a:pt x="65151" y="6015"/>
                  <a:pt x="65151" y="6015"/>
                </a:cubicBezTo>
                <a:cubicBezTo>
                  <a:pt x="65114" y="5940"/>
                  <a:pt x="65078" y="5802"/>
                  <a:pt x="65041" y="5802"/>
                </a:cubicBezTo>
                <a:cubicBezTo>
                  <a:pt x="64967" y="5727"/>
                  <a:pt x="64931" y="5727"/>
                  <a:pt x="64894" y="5727"/>
                </a:cubicBezTo>
                <a:cubicBezTo>
                  <a:pt x="64857" y="5727"/>
                  <a:pt x="64820" y="5727"/>
                  <a:pt x="64790" y="5727"/>
                </a:cubicBezTo>
                <a:cubicBezTo>
                  <a:pt x="64747" y="5727"/>
                  <a:pt x="64716" y="5865"/>
                  <a:pt x="64679" y="5865"/>
                </a:cubicBezTo>
                <a:cubicBezTo>
                  <a:pt x="64532" y="5865"/>
                  <a:pt x="64532" y="5865"/>
                  <a:pt x="64532" y="5865"/>
                </a:cubicBezTo>
                <a:cubicBezTo>
                  <a:pt x="64532" y="5802"/>
                  <a:pt x="64532" y="5727"/>
                  <a:pt x="64532" y="5652"/>
                </a:cubicBezTo>
                <a:cubicBezTo>
                  <a:pt x="64532" y="5577"/>
                  <a:pt x="64496" y="5577"/>
                  <a:pt x="64496" y="5501"/>
                </a:cubicBezTo>
                <a:cubicBezTo>
                  <a:pt x="64459" y="5426"/>
                  <a:pt x="64422" y="5426"/>
                  <a:pt x="64385" y="5351"/>
                </a:cubicBezTo>
                <a:cubicBezTo>
                  <a:pt x="64385" y="5351"/>
                  <a:pt x="64349" y="5276"/>
                  <a:pt x="64349" y="5201"/>
                </a:cubicBezTo>
                <a:cubicBezTo>
                  <a:pt x="64312" y="5276"/>
                  <a:pt x="64312" y="5276"/>
                  <a:pt x="64275" y="5276"/>
                </a:cubicBezTo>
                <a:cubicBezTo>
                  <a:pt x="64245" y="5276"/>
                  <a:pt x="64245" y="5351"/>
                  <a:pt x="64245" y="5426"/>
                </a:cubicBezTo>
                <a:cubicBezTo>
                  <a:pt x="64208" y="5426"/>
                  <a:pt x="64171" y="5501"/>
                  <a:pt x="64171" y="5577"/>
                </a:cubicBezTo>
                <a:cubicBezTo>
                  <a:pt x="64098" y="5652"/>
                  <a:pt x="64061" y="5727"/>
                  <a:pt x="63987" y="5727"/>
                </a:cubicBezTo>
                <a:cubicBezTo>
                  <a:pt x="63987" y="5727"/>
                  <a:pt x="63950" y="5802"/>
                  <a:pt x="63914" y="5802"/>
                </a:cubicBezTo>
                <a:cubicBezTo>
                  <a:pt x="63877" y="5802"/>
                  <a:pt x="63877" y="5727"/>
                  <a:pt x="63840" y="5652"/>
                </a:cubicBezTo>
                <a:cubicBezTo>
                  <a:pt x="63987" y="5351"/>
                  <a:pt x="63987" y="5351"/>
                  <a:pt x="63987" y="5351"/>
                </a:cubicBezTo>
                <a:cubicBezTo>
                  <a:pt x="63987" y="5276"/>
                  <a:pt x="63987" y="5276"/>
                  <a:pt x="63987" y="5276"/>
                </a:cubicBezTo>
                <a:cubicBezTo>
                  <a:pt x="63987" y="5201"/>
                  <a:pt x="63987" y="5201"/>
                  <a:pt x="63987" y="5125"/>
                </a:cubicBezTo>
                <a:cubicBezTo>
                  <a:pt x="63950" y="5125"/>
                  <a:pt x="63950" y="5125"/>
                  <a:pt x="63914" y="5201"/>
                </a:cubicBezTo>
                <a:cubicBezTo>
                  <a:pt x="63877" y="5201"/>
                  <a:pt x="63877" y="5276"/>
                  <a:pt x="63840" y="5276"/>
                </a:cubicBezTo>
                <a:cubicBezTo>
                  <a:pt x="63803" y="5276"/>
                  <a:pt x="63803" y="5276"/>
                  <a:pt x="63803" y="5276"/>
                </a:cubicBezTo>
                <a:cubicBezTo>
                  <a:pt x="63773" y="5351"/>
                  <a:pt x="63773" y="5201"/>
                  <a:pt x="63730" y="5201"/>
                </a:cubicBezTo>
                <a:cubicBezTo>
                  <a:pt x="63516" y="5201"/>
                  <a:pt x="63516" y="5201"/>
                  <a:pt x="63516" y="5201"/>
                </a:cubicBezTo>
                <a:cubicBezTo>
                  <a:pt x="63516" y="5351"/>
                  <a:pt x="63516" y="5426"/>
                  <a:pt x="63516" y="5577"/>
                </a:cubicBezTo>
                <a:cubicBezTo>
                  <a:pt x="63516" y="5727"/>
                  <a:pt x="63516" y="5802"/>
                  <a:pt x="63479" y="5865"/>
                </a:cubicBezTo>
                <a:cubicBezTo>
                  <a:pt x="63479" y="5940"/>
                  <a:pt x="63442" y="5940"/>
                  <a:pt x="63442" y="6015"/>
                </a:cubicBezTo>
                <a:cubicBezTo>
                  <a:pt x="63369" y="6015"/>
                  <a:pt x="63369" y="6015"/>
                  <a:pt x="63369" y="6015"/>
                </a:cubicBezTo>
                <a:cubicBezTo>
                  <a:pt x="63369" y="5802"/>
                  <a:pt x="63369" y="5727"/>
                  <a:pt x="63332" y="5577"/>
                </a:cubicBezTo>
                <a:cubicBezTo>
                  <a:pt x="63332" y="5501"/>
                  <a:pt x="63295" y="5501"/>
                  <a:pt x="63258" y="5426"/>
                </a:cubicBezTo>
                <a:cubicBezTo>
                  <a:pt x="63258" y="5426"/>
                  <a:pt x="63228" y="5426"/>
                  <a:pt x="63191" y="5351"/>
                </a:cubicBezTo>
                <a:cubicBezTo>
                  <a:pt x="63154" y="5351"/>
                  <a:pt x="63154" y="5351"/>
                  <a:pt x="63117" y="5351"/>
                </a:cubicBezTo>
                <a:cubicBezTo>
                  <a:pt x="62897" y="5351"/>
                  <a:pt x="62787" y="5276"/>
                  <a:pt x="62535" y="5276"/>
                </a:cubicBezTo>
                <a:cubicBezTo>
                  <a:pt x="62535" y="5276"/>
                  <a:pt x="62499" y="5351"/>
                  <a:pt x="62462" y="5351"/>
                </a:cubicBezTo>
                <a:lnTo>
                  <a:pt x="62425" y="5351"/>
                </a:lnTo>
                <a:cubicBezTo>
                  <a:pt x="62352" y="5426"/>
                  <a:pt x="62315" y="5501"/>
                  <a:pt x="62315" y="5577"/>
                </a:cubicBezTo>
                <a:cubicBezTo>
                  <a:pt x="62315" y="5727"/>
                  <a:pt x="62315" y="5802"/>
                  <a:pt x="62352" y="5865"/>
                </a:cubicBezTo>
                <a:close/>
                <a:moveTo>
                  <a:pt x="61629" y="8547"/>
                </a:moveTo>
                <a:lnTo>
                  <a:pt x="61629" y="8547"/>
                </a:lnTo>
                <a:cubicBezTo>
                  <a:pt x="61629" y="8622"/>
                  <a:pt x="61666" y="8622"/>
                  <a:pt x="61666" y="8622"/>
                </a:cubicBezTo>
                <a:cubicBezTo>
                  <a:pt x="61666" y="8622"/>
                  <a:pt x="61666" y="8772"/>
                  <a:pt x="61629" y="8772"/>
                </a:cubicBezTo>
                <a:cubicBezTo>
                  <a:pt x="61592" y="8772"/>
                  <a:pt x="61555" y="8697"/>
                  <a:pt x="61482" y="8697"/>
                </a:cubicBezTo>
                <a:cubicBezTo>
                  <a:pt x="61408" y="8697"/>
                  <a:pt x="61408" y="8697"/>
                  <a:pt x="61408" y="8697"/>
                </a:cubicBezTo>
                <a:cubicBezTo>
                  <a:pt x="61372" y="8697"/>
                  <a:pt x="61335" y="8697"/>
                  <a:pt x="61335" y="8697"/>
                </a:cubicBezTo>
                <a:cubicBezTo>
                  <a:pt x="61261" y="8697"/>
                  <a:pt x="61225" y="8622"/>
                  <a:pt x="61194" y="8697"/>
                </a:cubicBezTo>
                <a:cubicBezTo>
                  <a:pt x="61151" y="8697"/>
                  <a:pt x="61151" y="8697"/>
                  <a:pt x="61120" y="8772"/>
                </a:cubicBezTo>
                <a:cubicBezTo>
                  <a:pt x="61084" y="8772"/>
                  <a:pt x="61084" y="8848"/>
                  <a:pt x="61047" y="8848"/>
                </a:cubicBezTo>
                <a:cubicBezTo>
                  <a:pt x="60973" y="8848"/>
                  <a:pt x="60900" y="8772"/>
                  <a:pt x="60826" y="8848"/>
                </a:cubicBezTo>
                <a:cubicBezTo>
                  <a:pt x="60716" y="8848"/>
                  <a:pt x="60679" y="8848"/>
                  <a:pt x="60612" y="8998"/>
                </a:cubicBezTo>
                <a:cubicBezTo>
                  <a:pt x="60575" y="8998"/>
                  <a:pt x="60575" y="9061"/>
                  <a:pt x="60575" y="9136"/>
                </a:cubicBezTo>
                <a:cubicBezTo>
                  <a:pt x="60575" y="9437"/>
                  <a:pt x="60575" y="9437"/>
                  <a:pt x="60575" y="9437"/>
                </a:cubicBezTo>
                <a:cubicBezTo>
                  <a:pt x="60679" y="9361"/>
                  <a:pt x="60716" y="9361"/>
                  <a:pt x="60790" y="9361"/>
                </a:cubicBezTo>
                <a:cubicBezTo>
                  <a:pt x="60863" y="9361"/>
                  <a:pt x="60863" y="9361"/>
                  <a:pt x="60863" y="9361"/>
                </a:cubicBezTo>
                <a:cubicBezTo>
                  <a:pt x="60900" y="9361"/>
                  <a:pt x="60900" y="9361"/>
                  <a:pt x="60937" y="9361"/>
                </a:cubicBezTo>
                <a:cubicBezTo>
                  <a:pt x="60973" y="9361"/>
                  <a:pt x="61010" y="9437"/>
                  <a:pt x="61047" y="9437"/>
                </a:cubicBezTo>
                <a:cubicBezTo>
                  <a:pt x="61120" y="9437"/>
                  <a:pt x="61194" y="9437"/>
                  <a:pt x="61225" y="9361"/>
                </a:cubicBezTo>
                <a:cubicBezTo>
                  <a:pt x="61298" y="9286"/>
                  <a:pt x="61335" y="9211"/>
                  <a:pt x="61372" y="9136"/>
                </a:cubicBezTo>
                <a:cubicBezTo>
                  <a:pt x="61408" y="9136"/>
                  <a:pt x="61445" y="9061"/>
                  <a:pt x="61482" y="9061"/>
                </a:cubicBezTo>
                <a:cubicBezTo>
                  <a:pt x="61519" y="9061"/>
                  <a:pt x="61519" y="9061"/>
                  <a:pt x="61519" y="9061"/>
                </a:cubicBezTo>
                <a:cubicBezTo>
                  <a:pt x="61555" y="9061"/>
                  <a:pt x="61555" y="9061"/>
                  <a:pt x="61592" y="9061"/>
                </a:cubicBezTo>
                <a:cubicBezTo>
                  <a:pt x="61629" y="9136"/>
                  <a:pt x="61592" y="9211"/>
                  <a:pt x="61629" y="9211"/>
                </a:cubicBezTo>
                <a:cubicBezTo>
                  <a:pt x="61592" y="9286"/>
                  <a:pt x="61592" y="9361"/>
                  <a:pt x="61555" y="9361"/>
                </a:cubicBezTo>
                <a:cubicBezTo>
                  <a:pt x="61555" y="9361"/>
                  <a:pt x="61519" y="9361"/>
                  <a:pt x="61482" y="9361"/>
                </a:cubicBezTo>
                <a:cubicBezTo>
                  <a:pt x="61482" y="9437"/>
                  <a:pt x="61445" y="9437"/>
                  <a:pt x="61445" y="9437"/>
                </a:cubicBezTo>
                <a:cubicBezTo>
                  <a:pt x="61408" y="9437"/>
                  <a:pt x="61408" y="9512"/>
                  <a:pt x="61372" y="9587"/>
                </a:cubicBezTo>
                <a:cubicBezTo>
                  <a:pt x="61335" y="9587"/>
                  <a:pt x="61298" y="9662"/>
                  <a:pt x="61261" y="9662"/>
                </a:cubicBezTo>
                <a:cubicBezTo>
                  <a:pt x="61225" y="9662"/>
                  <a:pt x="61194" y="9662"/>
                  <a:pt x="61151" y="9662"/>
                </a:cubicBezTo>
                <a:cubicBezTo>
                  <a:pt x="61084" y="9662"/>
                  <a:pt x="61010" y="9662"/>
                  <a:pt x="60937" y="9662"/>
                </a:cubicBezTo>
                <a:cubicBezTo>
                  <a:pt x="60900" y="9662"/>
                  <a:pt x="60863" y="9662"/>
                  <a:pt x="60863" y="9662"/>
                </a:cubicBezTo>
                <a:cubicBezTo>
                  <a:pt x="60826" y="9662"/>
                  <a:pt x="60790" y="9662"/>
                  <a:pt x="60790" y="9737"/>
                </a:cubicBezTo>
                <a:cubicBezTo>
                  <a:pt x="60753" y="9737"/>
                  <a:pt x="60716" y="9737"/>
                  <a:pt x="60716" y="9737"/>
                </a:cubicBezTo>
                <a:cubicBezTo>
                  <a:pt x="60679" y="9813"/>
                  <a:pt x="60679" y="9813"/>
                  <a:pt x="60679" y="9888"/>
                </a:cubicBezTo>
                <a:cubicBezTo>
                  <a:pt x="60679" y="9963"/>
                  <a:pt x="60716" y="9963"/>
                  <a:pt x="60716" y="10026"/>
                </a:cubicBezTo>
                <a:cubicBezTo>
                  <a:pt x="60753" y="10176"/>
                  <a:pt x="60790" y="10251"/>
                  <a:pt x="60826" y="10251"/>
                </a:cubicBezTo>
                <a:cubicBezTo>
                  <a:pt x="60863" y="10326"/>
                  <a:pt x="60863" y="10251"/>
                  <a:pt x="60900" y="10251"/>
                </a:cubicBezTo>
                <a:cubicBezTo>
                  <a:pt x="60973" y="10326"/>
                  <a:pt x="61010" y="10251"/>
                  <a:pt x="61047" y="10251"/>
                </a:cubicBezTo>
                <a:cubicBezTo>
                  <a:pt x="61084" y="10251"/>
                  <a:pt x="61084" y="10326"/>
                  <a:pt x="61120" y="10326"/>
                </a:cubicBezTo>
                <a:cubicBezTo>
                  <a:pt x="61151" y="10326"/>
                  <a:pt x="61194" y="10402"/>
                  <a:pt x="61261" y="10477"/>
                </a:cubicBezTo>
                <a:cubicBezTo>
                  <a:pt x="61261" y="10477"/>
                  <a:pt x="61298" y="10552"/>
                  <a:pt x="61335" y="10552"/>
                </a:cubicBezTo>
                <a:cubicBezTo>
                  <a:pt x="61335" y="10627"/>
                  <a:pt x="61335" y="10702"/>
                  <a:pt x="61372" y="10702"/>
                </a:cubicBezTo>
                <a:cubicBezTo>
                  <a:pt x="61372" y="10778"/>
                  <a:pt x="61408" y="10778"/>
                  <a:pt x="61408" y="10853"/>
                </a:cubicBezTo>
                <a:cubicBezTo>
                  <a:pt x="61445" y="10991"/>
                  <a:pt x="61482" y="10991"/>
                  <a:pt x="61519" y="11141"/>
                </a:cubicBezTo>
                <a:cubicBezTo>
                  <a:pt x="61592" y="11078"/>
                  <a:pt x="61592" y="11078"/>
                  <a:pt x="61592" y="11078"/>
                </a:cubicBezTo>
                <a:lnTo>
                  <a:pt x="61592" y="10991"/>
                </a:lnTo>
                <a:cubicBezTo>
                  <a:pt x="61592" y="10928"/>
                  <a:pt x="61629" y="10853"/>
                  <a:pt x="61629" y="10853"/>
                </a:cubicBezTo>
                <a:cubicBezTo>
                  <a:pt x="61666" y="10778"/>
                  <a:pt x="61696" y="10778"/>
                  <a:pt x="61696" y="10778"/>
                </a:cubicBezTo>
                <a:cubicBezTo>
                  <a:pt x="61770" y="10702"/>
                  <a:pt x="61807" y="10702"/>
                  <a:pt x="61843" y="10552"/>
                </a:cubicBezTo>
                <a:cubicBezTo>
                  <a:pt x="61843" y="10552"/>
                  <a:pt x="61843" y="10477"/>
                  <a:pt x="61880" y="10402"/>
                </a:cubicBezTo>
                <a:cubicBezTo>
                  <a:pt x="61880" y="10326"/>
                  <a:pt x="61843" y="10251"/>
                  <a:pt x="61880" y="10101"/>
                </a:cubicBezTo>
                <a:cubicBezTo>
                  <a:pt x="61880" y="10026"/>
                  <a:pt x="61880" y="10026"/>
                  <a:pt x="61917" y="9963"/>
                </a:cubicBezTo>
                <a:cubicBezTo>
                  <a:pt x="61917" y="9888"/>
                  <a:pt x="61954" y="9888"/>
                  <a:pt x="61954" y="9813"/>
                </a:cubicBezTo>
                <a:cubicBezTo>
                  <a:pt x="61990" y="9813"/>
                  <a:pt x="62027" y="9737"/>
                  <a:pt x="62027" y="9737"/>
                </a:cubicBezTo>
                <a:cubicBezTo>
                  <a:pt x="62101" y="9737"/>
                  <a:pt x="62137" y="9737"/>
                  <a:pt x="62174" y="9737"/>
                </a:cubicBezTo>
                <a:cubicBezTo>
                  <a:pt x="62174" y="9061"/>
                  <a:pt x="62174" y="9061"/>
                  <a:pt x="62174" y="9061"/>
                </a:cubicBezTo>
                <a:cubicBezTo>
                  <a:pt x="62211" y="9061"/>
                  <a:pt x="62241" y="9061"/>
                  <a:pt x="62315" y="9061"/>
                </a:cubicBezTo>
                <a:cubicBezTo>
                  <a:pt x="62352" y="8998"/>
                  <a:pt x="62388" y="8910"/>
                  <a:pt x="62462" y="8848"/>
                </a:cubicBezTo>
                <a:cubicBezTo>
                  <a:pt x="62425" y="8772"/>
                  <a:pt x="62388" y="8772"/>
                  <a:pt x="62388" y="8697"/>
                </a:cubicBezTo>
                <a:cubicBezTo>
                  <a:pt x="62388" y="8622"/>
                  <a:pt x="62388" y="8622"/>
                  <a:pt x="62388" y="8547"/>
                </a:cubicBezTo>
                <a:cubicBezTo>
                  <a:pt x="62388" y="8547"/>
                  <a:pt x="62388" y="8472"/>
                  <a:pt x="62388" y="8396"/>
                </a:cubicBezTo>
                <a:cubicBezTo>
                  <a:pt x="62388" y="8396"/>
                  <a:pt x="62425" y="8321"/>
                  <a:pt x="62425" y="8246"/>
                </a:cubicBezTo>
                <a:cubicBezTo>
                  <a:pt x="62425" y="8246"/>
                  <a:pt x="62388" y="8171"/>
                  <a:pt x="62388" y="8096"/>
                </a:cubicBezTo>
                <a:cubicBezTo>
                  <a:pt x="62897" y="8096"/>
                  <a:pt x="62897" y="8096"/>
                  <a:pt x="62897" y="8096"/>
                </a:cubicBezTo>
                <a:cubicBezTo>
                  <a:pt x="62897" y="8171"/>
                  <a:pt x="62897" y="8246"/>
                  <a:pt x="62897" y="8321"/>
                </a:cubicBezTo>
                <a:cubicBezTo>
                  <a:pt x="62897" y="8396"/>
                  <a:pt x="62860" y="8472"/>
                  <a:pt x="62860" y="8622"/>
                </a:cubicBezTo>
                <a:cubicBezTo>
                  <a:pt x="62860" y="8697"/>
                  <a:pt x="62860" y="8697"/>
                  <a:pt x="62860" y="8772"/>
                </a:cubicBezTo>
                <a:cubicBezTo>
                  <a:pt x="62897" y="8772"/>
                  <a:pt x="62934" y="8772"/>
                  <a:pt x="63007" y="8772"/>
                </a:cubicBezTo>
                <a:cubicBezTo>
                  <a:pt x="63044" y="8772"/>
                  <a:pt x="63081" y="8772"/>
                  <a:pt x="63081" y="8848"/>
                </a:cubicBezTo>
                <a:cubicBezTo>
                  <a:pt x="63117" y="8848"/>
                  <a:pt x="63154" y="8848"/>
                  <a:pt x="63154" y="8910"/>
                </a:cubicBezTo>
                <a:cubicBezTo>
                  <a:pt x="63154" y="8998"/>
                  <a:pt x="63154" y="8998"/>
                  <a:pt x="63154" y="9061"/>
                </a:cubicBezTo>
                <a:cubicBezTo>
                  <a:pt x="63154" y="9136"/>
                  <a:pt x="63154" y="9286"/>
                  <a:pt x="63154" y="9361"/>
                </a:cubicBezTo>
                <a:cubicBezTo>
                  <a:pt x="63117" y="9437"/>
                  <a:pt x="63081" y="9361"/>
                  <a:pt x="63081" y="9437"/>
                </a:cubicBezTo>
                <a:cubicBezTo>
                  <a:pt x="63007" y="9512"/>
                  <a:pt x="62970" y="9587"/>
                  <a:pt x="62970" y="9737"/>
                </a:cubicBezTo>
                <a:cubicBezTo>
                  <a:pt x="62970" y="9813"/>
                  <a:pt x="62970" y="9888"/>
                  <a:pt x="62970" y="9963"/>
                </a:cubicBezTo>
                <a:cubicBezTo>
                  <a:pt x="63154" y="9963"/>
                  <a:pt x="63154" y="9963"/>
                  <a:pt x="63154" y="9963"/>
                </a:cubicBezTo>
                <a:cubicBezTo>
                  <a:pt x="63228" y="9963"/>
                  <a:pt x="63258" y="9813"/>
                  <a:pt x="63369" y="9662"/>
                </a:cubicBezTo>
                <a:cubicBezTo>
                  <a:pt x="63405" y="9587"/>
                  <a:pt x="63442" y="9512"/>
                  <a:pt x="63479" y="9512"/>
                </a:cubicBezTo>
                <a:cubicBezTo>
                  <a:pt x="63516" y="9512"/>
                  <a:pt x="63552" y="9587"/>
                  <a:pt x="63552" y="9662"/>
                </a:cubicBezTo>
                <a:cubicBezTo>
                  <a:pt x="63589" y="9662"/>
                  <a:pt x="63552" y="9737"/>
                  <a:pt x="63552" y="9813"/>
                </a:cubicBezTo>
                <a:cubicBezTo>
                  <a:pt x="63552" y="9888"/>
                  <a:pt x="63552" y="9963"/>
                  <a:pt x="63552" y="10026"/>
                </a:cubicBezTo>
                <a:cubicBezTo>
                  <a:pt x="63773" y="10026"/>
                  <a:pt x="63773" y="10026"/>
                  <a:pt x="63773" y="10026"/>
                </a:cubicBezTo>
                <a:cubicBezTo>
                  <a:pt x="63773" y="10026"/>
                  <a:pt x="63803" y="10026"/>
                  <a:pt x="63840" y="10026"/>
                </a:cubicBezTo>
                <a:cubicBezTo>
                  <a:pt x="63840" y="9963"/>
                  <a:pt x="63840" y="9888"/>
                  <a:pt x="63840" y="9888"/>
                </a:cubicBezTo>
                <a:cubicBezTo>
                  <a:pt x="63840" y="9813"/>
                  <a:pt x="63877" y="9737"/>
                  <a:pt x="63877" y="9737"/>
                </a:cubicBezTo>
                <a:cubicBezTo>
                  <a:pt x="64275" y="9737"/>
                  <a:pt x="64275" y="9737"/>
                  <a:pt x="64275" y="9737"/>
                </a:cubicBezTo>
                <a:cubicBezTo>
                  <a:pt x="64422" y="9662"/>
                  <a:pt x="64422" y="9662"/>
                  <a:pt x="64422" y="9662"/>
                </a:cubicBezTo>
                <a:cubicBezTo>
                  <a:pt x="64422" y="9512"/>
                  <a:pt x="64422" y="9512"/>
                  <a:pt x="64422" y="9512"/>
                </a:cubicBezTo>
                <a:cubicBezTo>
                  <a:pt x="64385" y="9361"/>
                  <a:pt x="64349" y="9211"/>
                  <a:pt x="64245" y="9211"/>
                </a:cubicBezTo>
                <a:cubicBezTo>
                  <a:pt x="64208" y="9211"/>
                  <a:pt x="64208" y="9211"/>
                  <a:pt x="64171" y="9211"/>
                </a:cubicBezTo>
                <a:cubicBezTo>
                  <a:pt x="64098" y="9211"/>
                  <a:pt x="64061" y="9211"/>
                  <a:pt x="64024" y="9211"/>
                </a:cubicBezTo>
                <a:cubicBezTo>
                  <a:pt x="63987" y="9061"/>
                  <a:pt x="63987" y="8998"/>
                  <a:pt x="63987" y="8910"/>
                </a:cubicBezTo>
                <a:cubicBezTo>
                  <a:pt x="63987" y="8848"/>
                  <a:pt x="64024" y="8772"/>
                  <a:pt x="64024" y="8772"/>
                </a:cubicBezTo>
                <a:cubicBezTo>
                  <a:pt x="63552" y="8772"/>
                  <a:pt x="63552" y="8772"/>
                  <a:pt x="63552" y="8772"/>
                </a:cubicBezTo>
                <a:cubicBezTo>
                  <a:pt x="63552" y="8547"/>
                  <a:pt x="63589" y="8321"/>
                  <a:pt x="63516" y="8171"/>
                </a:cubicBezTo>
                <a:cubicBezTo>
                  <a:pt x="63479" y="8171"/>
                  <a:pt x="63479" y="8171"/>
                  <a:pt x="63442" y="8171"/>
                </a:cubicBezTo>
                <a:cubicBezTo>
                  <a:pt x="63405" y="8171"/>
                  <a:pt x="63405" y="8096"/>
                  <a:pt x="63369" y="8096"/>
                </a:cubicBezTo>
                <a:cubicBezTo>
                  <a:pt x="63369" y="8096"/>
                  <a:pt x="63332" y="8020"/>
                  <a:pt x="63332" y="7945"/>
                </a:cubicBezTo>
                <a:lnTo>
                  <a:pt x="63332" y="7807"/>
                </a:lnTo>
                <a:cubicBezTo>
                  <a:pt x="63258" y="7732"/>
                  <a:pt x="63228" y="7732"/>
                  <a:pt x="63154" y="7732"/>
                </a:cubicBezTo>
                <a:cubicBezTo>
                  <a:pt x="63154" y="7732"/>
                  <a:pt x="63117" y="7732"/>
                  <a:pt x="63081" y="7732"/>
                </a:cubicBezTo>
                <a:cubicBezTo>
                  <a:pt x="63044" y="7732"/>
                  <a:pt x="63044" y="7657"/>
                  <a:pt x="63007" y="7657"/>
                </a:cubicBezTo>
                <a:cubicBezTo>
                  <a:pt x="62970" y="7582"/>
                  <a:pt x="63007" y="7431"/>
                  <a:pt x="62934" y="7356"/>
                </a:cubicBezTo>
                <a:cubicBezTo>
                  <a:pt x="62934" y="7356"/>
                  <a:pt x="62897" y="7356"/>
                  <a:pt x="62897" y="7281"/>
                </a:cubicBezTo>
                <a:cubicBezTo>
                  <a:pt x="62860" y="7281"/>
                  <a:pt x="62823" y="7281"/>
                  <a:pt x="62823" y="7281"/>
                </a:cubicBezTo>
                <a:cubicBezTo>
                  <a:pt x="62787" y="7281"/>
                  <a:pt x="62756" y="7281"/>
                  <a:pt x="62756" y="7281"/>
                </a:cubicBezTo>
                <a:cubicBezTo>
                  <a:pt x="62683" y="7356"/>
                  <a:pt x="62683" y="7431"/>
                  <a:pt x="62646" y="7431"/>
                </a:cubicBezTo>
                <a:cubicBezTo>
                  <a:pt x="62572" y="7431"/>
                  <a:pt x="62535" y="7431"/>
                  <a:pt x="62499" y="7356"/>
                </a:cubicBezTo>
                <a:cubicBezTo>
                  <a:pt x="62462" y="7356"/>
                  <a:pt x="62462" y="7431"/>
                  <a:pt x="62425" y="7356"/>
                </a:cubicBezTo>
                <a:cubicBezTo>
                  <a:pt x="62388" y="7356"/>
                  <a:pt x="62388" y="7281"/>
                  <a:pt x="62352" y="7281"/>
                </a:cubicBezTo>
                <a:cubicBezTo>
                  <a:pt x="62352" y="6830"/>
                  <a:pt x="62352" y="6830"/>
                  <a:pt x="62352" y="6830"/>
                </a:cubicBezTo>
                <a:lnTo>
                  <a:pt x="62388" y="6918"/>
                </a:lnTo>
                <a:cubicBezTo>
                  <a:pt x="62352" y="6918"/>
                  <a:pt x="62315" y="6918"/>
                  <a:pt x="62278" y="6918"/>
                </a:cubicBezTo>
                <a:cubicBezTo>
                  <a:pt x="62241" y="6918"/>
                  <a:pt x="62211" y="6918"/>
                  <a:pt x="62174" y="6918"/>
                </a:cubicBezTo>
                <a:cubicBezTo>
                  <a:pt x="62137" y="6918"/>
                  <a:pt x="62137" y="6918"/>
                  <a:pt x="62101" y="6830"/>
                </a:cubicBezTo>
                <a:cubicBezTo>
                  <a:pt x="62101" y="6830"/>
                  <a:pt x="62101" y="6767"/>
                  <a:pt x="62101" y="6692"/>
                </a:cubicBezTo>
                <a:cubicBezTo>
                  <a:pt x="62137" y="6617"/>
                  <a:pt x="62211" y="6542"/>
                  <a:pt x="62211" y="6391"/>
                </a:cubicBezTo>
                <a:cubicBezTo>
                  <a:pt x="62211" y="6391"/>
                  <a:pt x="62211" y="6316"/>
                  <a:pt x="62211" y="6241"/>
                </a:cubicBezTo>
                <a:cubicBezTo>
                  <a:pt x="61592" y="6090"/>
                  <a:pt x="61592" y="6090"/>
                  <a:pt x="61592" y="6090"/>
                </a:cubicBezTo>
                <a:cubicBezTo>
                  <a:pt x="61592" y="6090"/>
                  <a:pt x="61555" y="6015"/>
                  <a:pt x="61519" y="6090"/>
                </a:cubicBezTo>
                <a:cubicBezTo>
                  <a:pt x="61482" y="6090"/>
                  <a:pt x="61482" y="6166"/>
                  <a:pt x="61482" y="6166"/>
                </a:cubicBezTo>
                <a:cubicBezTo>
                  <a:pt x="61445" y="6316"/>
                  <a:pt x="61445" y="6391"/>
                  <a:pt x="61445" y="6466"/>
                </a:cubicBezTo>
                <a:cubicBezTo>
                  <a:pt x="61445" y="6617"/>
                  <a:pt x="61445" y="6617"/>
                  <a:pt x="61445" y="6617"/>
                </a:cubicBezTo>
                <a:cubicBezTo>
                  <a:pt x="61445" y="6692"/>
                  <a:pt x="61445" y="6767"/>
                  <a:pt x="61445" y="6767"/>
                </a:cubicBezTo>
                <a:cubicBezTo>
                  <a:pt x="61445" y="6830"/>
                  <a:pt x="61482" y="6918"/>
                  <a:pt x="61482" y="6980"/>
                </a:cubicBezTo>
                <a:cubicBezTo>
                  <a:pt x="61482" y="7131"/>
                  <a:pt x="61482" y="7131"/>
                  <a:pt x="61445" y="7206"/>
                </a:cubicBezTo>
                <a:cubicBezTo>
                  <a:pt x="61408" y="7281"/>
                  <a:pt x="61372" y="7356"/>
                  <a:pt x="61335" y="7356"/>
                </a:cubicBezTo>
                <a:cubicBezTo>
                  <a:pt x="61298" y="7356"/>
                  <a:pt x="61261" y="7356"/>
                  <a:pt x="61225" y="7281"/>
                </a:cubicBezTo>
                <a:cubicBezTo>
                  <a:pt x="61194" y="7206"/>
                  <a:pt x="61194" y="7055"/>
                  <a:pt x="61194" y="6980"/>
                </a:cubicBezTo>
                <a:cubicBezTo>
                  <a:pt x="61194" y="6830"/>
                  <a:pt x="61194" y="6830"/>
                  <a:pt x="61194" y="6830"/>
                </a:cubicBezTo>
                <a:cubicBezTo>
                  <a:pt x="61194" y="6767"/>
                  <a:pt x="61151" y="6692"/>
                  <a:pt x="61151" y="6692"/>
                </a:cubicBezTo>
                <a:cubicBezTo>
                  <a:pt x="61151" y="6542"/>
                  <a:pt x="61151" y="6542"/>
                  <a:pt x="61151" y="6542"/>
                </a:cubicBezTo>
                <a:cubicBezTo>
                  <a:pt x="61151" y="6391"/>
                  <a:pt x="61151" y="6391"/>
                  <a:pt x="61151" y="6241"/>
                </a:cubicBezTo>
                <a:cubicBezTo>
                  <a:pt x="61010" y="6241"/>
                  <a:pt x="61010" y="6241"/>
                  <a:pt x="61010" y="6241"/>
                </a:cubicBezTo>
                <a:cubicBezTo>
                  <a:pt x="60973" y="6316"/>
                  <a:pt x="60900" y="6316"/>
                  <a:pt x="60863" y="6391"/>
                </a:cubicBezTo>
                <a:cubicBezTo>
                  <a:pt x="60863" y="6391"/>
                  <a:pt x="60863" y="6466"/>
                  <a:pt x="60826" y="6542"/>
                </a:cubicBezTo>
                <a:cubicBezTo>
                  <a:pt x="60826" y="6542"/>
                  <a:pt x="60790" y="6617"/>
                  <a:pt x="60753" y="6617"/>
                </a:cubicBezTo>
                <a:cubicBezTo>
                  <a:pt x="60753" y="6692"/>
                  <a:pt x="60716" y="6767"/>
                  <a:pt x="60679" y="6767"/>
                </a:cubicBezTo>
                <a:cubicBezTo>
                  <a:pt x="60465" y="6767"/>
                  <a:pt x="60465" y="6767"/>
                  <a:pt x="60465" y="6767"/>
                </a:cubicBezTo>
                <a:cubicBezTo>
                  <a:pt x="60465" y="6466"/>
                  <a:pt x="60465" y="6466"/>
                  <a:pt x="60465" y="6466"/>
                </a:cubicBezTo>
                <a:cubicBezTo>
                  <a:pt x="60502" y="6466"/>
                  <a:pt x="60465" y="6391"/>
                  <a:pt x="60502" y="6316"/>
                </a:cubicBezTo>
                <a:cubicBezTo>
                  <a:pt x="60539" y="6316"/>
                  <a:pt x="60539" y="6391"/>
                  <a:pt x="60575" y="6316"/>
                </a:cubicBezTo>
                <a:cubicBezTo>
                  <a:pt x="60612" y="6316"/>
                  <a:pt x="60612" y="6241"/>
                  <a:pt x="60649" y="6241"/>
                </a:cubicBezTo>
                <a:cubicBezTo>
                  <a:pt x="60612" y="6090"/>
                  <a:pt x="60612" y="6090"/>
                  <a:pt x="60612" y="6090"/>
                </a:cubicBezTo>
                <a:cubicBezTo>
                  <a:pt x="60612" y="6090"/>
                  <a:pt x="60575" y="6090"/>
                  <a:pt x="60539" y="6090"/>
                </a:cubicBezTo>
                <a:lnTo>
                  <a:pt x="60502" y="6166"/>
                </a:lnTo>
                <a:cubicBezTo>
                  <a:pt x="60465" y="6241"/>
                  <a:pt x="60428" y="6241"/>
                  <a:pt x="60428" y="6241"/>
                </a:cubicBezTo>
                <a:cubicBezTo>
                  <a:pt x="60392" y="6316"/>
                  <a:pt x="60392" y="6391"/>
                  <a:pt x="60392" y="6391"/>
                </a:cubicBezTo>
                <a:cubicBezTo>
                  <a:pt x="59926" y="6391"/>
                  <a:pt x="59926" y="6391"/>
                  <a:pt x="59926" y="6391"/>
                </a:cubicBezTo>
                <a:cubicBezTo>
                  <a:pt x="59889" y="6391"/>
                  <a:pt x="59889" y="6466"/>
                  <a:pt x="59852" y="6466"/>
                </a:cubicBezTo>
                <a:cubicBezTo>
                  <a:pt x="59816" y="6466"/>
                  <a:pt x="59742" y="6466"/>
                  <a:pt x="59705" y="6466"/>
                </a:cubicBezTo>
                <a:cubicBezTo>
                  <a:pt x="59669" y="6466"/>
                  <a:pt x="59669" y="6542"/>
                  <a:pt x="59638" y="6542"/>
                </a:cubicBezTo>
                <a:cubicBezTo>
                  <a:pt x="59638" y="6692"/>
                  <a:pt x="59638" y="6767"/>
                  <a:pt x="59638" y="6830"/>
                </a:cubicBezTo>
                <a:cubicBezTo>
                  <a:pt x="59669" y="6918"/>
                  <a:pt x="59705" y="6918"/>
                  <a:pt x="59705" y="6980"/>
                </a:cubicBezTo>
                <a:cubicBezTo>
                  <a:pt x="59742" y="7055"/>
                  <a:pt x="59742" y="7131"/>
                  <a:pt x="59779" y="7131"/>
                </a:cubicBezTo>
                <a:cubicBezTo>
                  <a:pt x="59852" y="7131"/>
                  <a:pt x="59889" y="7131"/>
                  <a:pt x="60000" y="7131"/>
                </a:cubicBezTo>
                <a:cubicBezTo>
                  <a:pt x="60000" y="7131"/>
                  <a:pt x="60030" y="7131"/>
                  <a:pt x="60067" y="7131"/>
                </a:cubicBezTo>
                <a:cubicBezTo>
                  <a:pt x="60067" y="7206"/>
                  <a:pt x="60067" y="7281"/>
                  <a:pt x="60067" y="7281"/>
                </a:cubicBezTo>
                <a:cubicBezTo>
                  <a:pt x="60030" y="7356"/>
                  <a:pt x="60030" y="7431"/>
                  <a:pt x="60030" y="7431"/>
                </a:cubicBezTo>
                <a:cubicBezTo>
                  <a:pt x="60030" y="7507"/>
                  <a:pt x="59963" y="7507"/>
                  <a:pt x="59963" y="7582"/>
                </a:cubicBezTo>
                <a:cubicBezTo>
                  <a:pt x="59963" y="7657"/>
                  <a:pt x="59963" y="7732"/>
                  <a:pt x="60000" y="7807"/>
                </a:cubicBezTo>
                <a:cubicBezTo>
                  <a:pt x="60000" y="7807"/>
                  <a:pt x="60030" y="7807"/>
                  <a:pt x="60067" y="7883"/>
                </a:cubicBezTo>
                <a:cubicBezTo>
                  <a:pt x="60067" y="7945"/>
                  <a:pt x="60067" y="8020"/>
                  <a:pt x="60067" y="8096"/>
                </a:cubicBezTo>
                <a:cubicBezTo>
                  <a:pt x="60067" y="8171"/>
                  <a:pt x="60067" y="8246"/>
                  <a:pt x="60030" y="8321"/>
                </a:cubicBezTo>
                <a:cubicBezTo>
                  <a:pt x="60000" y="8321"/>
                  <a:pt x="60000" y="8321"/>
                  <a:pt x="59963" y="8246"/>
                </a:cubicBezTo>
                <a:cubicBezTo>
                  <a:pt x="59963" y="8246"/>
                  <a:pt x="59926" y="8246"/>
                  <a:pt x="59889" y="8171"/>
                </a:cubicBezTo>
                <a:lnTo>
                  <a:pt x="59889" y="8096"/>
                </a:lnTo>
                <a:cubicBezTo>
                  <a:pt x="59852" y="8020"/>
                  <a:pt x="59852" y="7945"/>
                  <a:pt x="59852" y="7883"/>
                </a:cubicBezTo>
                <a:cubicBezTo>
                  <a:pt x="59816" y="7883"/>
                  <a:pt x="59816" y="7807"/>
                  <a:pt x="59779" y="7807"/>
                </a:cubicBezTo>
                <a:cubicBezTo>
                  <a:pt x="59742" y="7732"/>
                  <a:pt x="59742" y="7732"/>
                  <a:pt x="59705" y="7732"/>
                </a:cubicBezTo>
                <a:cubicBezTo>
                  <a:pt x="59669" y="7657"/>
                  <a:pt x="59669" y="7732"/>
                  <a:pt x="59638" y="7732"/>
                </a:cubicBezTo>
                <a:cubicBezTo>
                  <a:pt x="59669" y="7807"/>
                  <a:pt x="59705" y="7883"/>
                  <a:pt x="59705" y="8020"/>
                </a:cubicBezTo>
                <a:lnTo>
                  <a:pt x="59705" y="8096"/>
                </a:lnTo>
                <a:cubicBezTo>
                  <a:pt x="59705" y="8171"/>
                  <a:pt x="59705" y="8246"/>
                  <a:pt x="59705" y="8246"/>
                </a:cubicBezTo>
                <a:cubicBezTo>
                  <a:pt x="59742" y="8321"/>
                  <a:pt x="59779" y="8396"/>
                  <a:pt x="59779" y="8396"/>
                </a:cubicBezTo>
                <a:cubicBezTo>
                  <a:pt x="59816" y="8472"/>
                  <a:pt x="59816" y="8547"/>
                  <a:pt x="59852" y="8547"/>
                </a:cubicBezTo>
                <a:cubicBezTo>
                  <a:pt x="59926" y="8622"/>
                  <a:pt x="59963" y="8697"/>
                  <a:pt x="60030" y="8697"/>
                </a:cubicBezTo>
                <a:cubicBezTo>
                  <a:pt x="60067" y="8697"/>
                  <a:pt x="60067" y="8622"/>
                  <a:pt x="60104" y="8622"/>
                </a:cubicBezTo>
                <a:cubicBezTo>
                  <a:pt x="60104" y="8547"/>
                  <a:pt x="60067" y="8472"/>
                  <a:pt x="60067" y="8321"/>
                </a:cubicBezTo>
                <a:cubicBezTo>
                  <a:pt x="60067" y="8321"/>
                  <a:pt x="60104" y="8246"/>
                  <a:pt x="60104" y="8171"/>
                </a:cubicBezTo>
                <a:cubicBezTo>
                  <a:pt x="60140" y="8246"/>
                  <a:pt x="60208" y="8171"/>
                  <a:pt x="60245" y="8246"/>
                </a:cubicBezTo>
                <a:cubicBezTo>
                  <a:pt x="60281" y="8321"/>
                  <a:pt x="60245" y="8472"/>
                  <a:pt x="60281" y="8547"/>
                </a:cubicBezTo>
                <a:cubicBezTo>
                  <a:pt x="60318" y="8622"/>
                  <a:pt x="60318" y="8622"/>
                  <a:pt x="60355" y="8622"/>
                </a:cubicBezTo>
                <a:cubicBezTo>
                  <a:pt x="60392" y="8697"/>
                  <a:pt x="60392" y="8697"/>
                  <a:pt x="60428" y="8697"/>
                </a:cubicBezTo>
                <a:cubicBezTo>
                  <a:pt x="60465" y="8772"/>
                  <a:pt x="60539" y="8697"/>
                  <a:pt x="60575" y="8697"/>
                </a:cubicBezTo>
                <a:cubicBezTo>
                  <a:pt x="60649" y="8697"/>
                  <a:pt x="60649" y="8697"/>
                  <a:pt x="60649" y="8697"/>
                </a:cubicBezTo>
                <a:cubicBezTo>
                  <a:pt x="60679" y="8697"/>
                  <a:pt x="60679" y="8772"/>
                  <a:pt x="60716" y="8697"/>
                </a:cubicBezTo>
                <a:cubicBezTo>
                  <a:pt x="60753" y="8697"/>
                  <a:pt x="60753" y="8622"/>
                  <a:pt x="60753" y="8547"/>
                </a:cubicBezTo>
                <a:cubicBezTo>
                  <a:pt x="60790" y="8547"/>
                  <a:pt x="60753" y="8472"/>
                  <a:pt x="60753" y="8396"/>
                </a:cubicBezTo>
                <a:cubicBezTo>
                  <a:pt x="60790" y="8396"/>
                  <a:pt x="60790" y="8321"/>
                  <a:pt x="60826" y="8246"/>
                </a:cubicBezTo>
                <a:cubicBezTo>
                  <a:pt x="60826" y="8246"/>
                  <a:pt x="60863" y="8321"/>
                  <a:pt x="60900" y="8246"/>
                </a:cubicBezTo>
                <a:cubicBezTo>
                  <a:pt x="60900" y="8246"/>
                  <a:pt x="60937" y="8246"/>
                  <a:pt x="60973" y="8171"/>
                </a:cubicBezTo>
                <a:cubicBezTo>
                  <a:pt x="60937" y="8171"/>
                  <a:pt x="60937" y="8096"/>
                  <a:pt x="60937" y="8096"/>
                </a:cubicBezTo>
                <a:cubicBezTo>
                  <a:pt x="60937" y="7883"/>
                  <a:pt x="60937" y="7883"/>
                  <a:pt x="60937" y="7883"/>
                </a:cubicBezTo>
                <a:cubicBezTo>
                  <a:pt x="61084" y="7807"/>
                  <a:pt x="61084" y="7807"/>
                  <a:pt x="61084" y="7807"/>
                </a:cubicBezTo>
                <a:cubicBezTo>
                  <a:pt x="61084" y="7883"/>
                  <a:pt x="61151" y="7883"/>
                  <a:pt x="61151" y="7945"/>
                </a:cubicBezTo>
                <a:cubicBezTo>
                  <a:pt x="61151" y="7945"/>
                  <a:pt x="61151" y="8020"/>
                  <a:pt x="61151" y="8096"/>
                </a:cubicBezTo>
                <a:cubicBezTo>
                  <a:pt x="61151" y="8171"/>
                  <a:pt x="61151" y="8246"/>
                  <a:pt x="61151" y="8321"/>
                </a:cubicBezTo>
                <a:cubicBezTo>
                  <a:pt x="61445" y="8321"/>
                  <a:pt x="61445" y="8321"/>
                  <a:pt x="61445" y="8321"/>
                </a:cubicBezTo>
                <a:cubicBezTo>
                  <a:pt x="61555" y="8096"/>
                  <a:pt x="61555" y="8096"/>
                  <a:pt x="61555" y="8096"/>
                </a:cubicBezTo>
                <a:cubicBezTo>
                  <a:pt x="61629" y="8246"/>
                  <a:pt x="61629" y="8246"/>
                  <a:pt x="61629" y="8246"/>
                </a:cubicBezTo>
                <a:cubicBezTo>
                  <a:pt x="61629" y="8396"/>
                  <a:pt x="61629" y="8472"/>
                  <a:pt x="61629" y="8547"/>
                </a:cubicBezTo>
                <a:close/>
                <a:moveTo>
                  <a:pt x="104882" y="31732"/>
                </a:moveTo>
                <a:lnTo>
                  <a:pt x="104882" y="31732"/>
                </a:lnTo>
                <a:cubicBezTo>
                  <a:pt x="104955" y="31732"/>
                  <a:pt x="104955" y="31732"/>
                  <a:pt x="104992" y="31657"/>
                </a:cubicBezTo>
                <a:cubicBezTo>
                  <a:pt x="105029" y="31657"/>
                  <a:pt x="105065" y="31582"/>
                  <a:pt x="105065" y="31582"/>
                </a:cubicBezTo>
                <a:cubicBezTo>
                  <a:pt x="105935" y="31582"/>
                  <a:pt x="105935" y="31582"/>
                  <a:pt x="105935" y="31582"/>
                </a:cubicBezTo>
                <a:cubicBezTo>
                  <a:pt x="105935" y="31281"/>
                  <a:pt x="105935" y="31281"/>
                  <a:pt x="105935" y="31281"/>
                </a:cubicBezTo>
                <a:cubicBezTo>
                  <a:pt x="105972" y="31206"/>
                  <a:pt x="105935" y="31055"/>
                  <a:pt x="105972" y="30993"/>
                </a:cubicBezTo>
                <a:cubicBezTo>
                  <a:pt x="106009" y="30905"/>
                  <a:pt x="106045" y="30905"/>
                  <a:pt x="106045" y="30905"/>
                </a:cubicBezTo>
                <a:cubicBezTo>
                  <a:pt x="106082" y="30905"/>
                  <a:pt x="106119" y="30993"/>
                  <a:pt x="106156" y="31055"/>
                </a:cubicBezTo>
                <a:cubicBezTo>
                  <a:pt x="106192" y="31055"/>
                  <a:pt x="106192" y="31131"/>
                  <a:pt x="106266" y="31131"/>
                </a:cubicBezTo>
                <a:cubicBezTo>
                  <a:pt x="106297" y="31131"/>
                  <a:pt x="106333" y="31055"/>
                  <a:pt x="106370" y="31055"/>
                </a:cubicBezTo>
                <a:cubicBezTo>
                  <a:pt x="106444" y="31055"/>
                  <a:pt x="106444" y="31131"/>
                  <a:pt x="106480" y="31131"/>
                </a:cubicBezTo>
                <a:cubicBezTo>
                  <a:pt x="106517" y="31206"/>
                  <a:pt x="106517" y="31281"/>
                  <a:pt x="106554" y="31281"/>
                </a:cubicBezTo>
                <a:cubicBezTo>
                  <a:pt x="106591" y="31281"/>
                  <a:pt x="106627" y="31281"/>
                  <a:pt x="106627" y="31281"/>
                </a:cubicBezTo>
                <a:cubicBezTo>
                  <a:pt x="106664" y="31356"/>
                  <a:pt x="106664" y="31431"/>
                  <a:pt x="106701" y="31431"/>
                </a:cubicBezTo>
                <a:cubicBezTo>
                  <a:pt x="106701" y="31507"/>
                  <a:pt x="106701" y="31507"/>
                  <a:pt x="106701" y="31582"/>
                </a:cubicBezTo>
                <a:cubicBezTo>
                  <a:pt x="106664" y="31657"/>
                  <a:pt x="106627" y="31657"/>
                  <a:pt x="106627" y="31732"/>
                </a:cubicBezTo>
                <a:cubicBezTo>
                  <a:pt x="106627" y="31807"/>
                  <a:pt x="106627" y="31883"/>
                  <a:pt x="106664" y="31958"/>
                </a:cubicBezTo>
                <a:cubicBezTo>
                  <a:pt x="106664" y="32020"/>
                  <a:pt x="106701" y="32020"/>
                  <a:pt x="106738" y="32020"/>
                </a:cubicBezTo>
                <a:cubicBezTo>
                  <a:pt x="107062" y="32020"/>
                  <a:pt x="107062" y="32020"/>
                  <a:pt x="107062" y="32020"/>
                </a:cubicBezTo>
                <a:cubicBezTo>
                  <a:pt x="107136" y="32020"/>
                  <a:pt x="107173" y="31883"/>
                  <a:pt x="107209" y="31807"/>
                </a:cubicBezTo>
                <a:cubicBezTo>
                  <a:pt x="107246" y="31732"/>
                  <a:pt x="107246" y="31732"/>
                  <a:pt x="107246" y="31657"/>
                </a:cubicBezTo>
                <a:cubicBezTo>
                  <a:pt x="107283" y="31582"/>
                  <a:pt x="107283" y="31507"/>
                  <a:pt x="107313" y="31507"/>
                </a:cubicBezTo>
                <a:cubicBezTo>
                  <a:pt x="107424" y="31507"/>
                  <a:pt x="107424" y="31657"/>
                  <a:pt x="107497" y="31807"/>
                </a:cubicBezTo>
                <a:cubicBezTo>
                  <a:pt x="107534" y="31883"/>
                  <a:pt x="107571" y="31883"/>
                  <a:pt x="107571" y="31958"/>
                </a:cubicBezTo>
                <a:cubicBezTo>
                  <a:pt x="107571" y="31883"/>
                  <a:pt x="107571" y="31807"/>
                  <a:pt x="107571" y="31807"/>
                </a:cubicBezTo>
                <a:cubicBezTo>
                  <a:pt x="107571" y="31732"/>
                  <a:pt x="107607" y="31732"/>
                  <a:pt x="107607" y="31657"/>
                </a:cubicBezTo>
                <a:cubicBezTo>
                  <a:pt x="107644" y="31657"/>
                  <a:pt x="107644" y="31657"/>
                  <a:pt x="107681" y="31657"/>
                </a:cubicBezTo>
                <a:cubicBezTo>
                  <a:pt x="107718" y="31732"/>
                  <a:pt x="107718" y="31807"/>
                  <a:pt x="107754" y="31807"/>
                </a:cubicBezTo>
                <a:cubicBezTo>
                  <a:pt x="107969" y="31807"/>
                  <a:pt x="107969" y="31807"/>
                  <a:pt x="107969" y="31807"/>
                </a:cubicBezTo>
                <a:cubicBezTo>
                  <a:pt x="107969" y="31732"/>
                  <a:pt x="107969" y="31657"/>
                  <a:pt x="107969" y="31657"/>
                </a:cubicBezTo>
                <a:cubicBezTo>
                  <a:pt x="107932" y="31582"/>
                  <a:pt x="107932" y="31582"/>
                  <a:pt x="107895" y="31507"/>
                </a:cubicBezTo>
                <a:cubicBezTo>
                  <a:pt x="107895" y="31431"/>
                  <a:pt x="107895" y="31431"/>
                  <a:pt x="107895" y="31356"/>
                </a:cubicBezTo>
                <a:cubicBezTo>
                  <a:pt x="107828" y="31356"/>
                  <a:pt x="107791" y="31356"/>
                  <a:pt x="107754" y="31356"/>
                </a:cubicBezTo>
                <a:cubicBezTo>
                  <a:pt x="107718" y="31356"/>
                  <a:pt x="107718" y="31356"/>
                  <a:pt x="107681" y="31356"/>
                </a:cubicBezTo>
                <a:cubicBezTo>
                  <a:pt x="107681" y="30993"/>
                  <a:pt x="107681" y="30993"/>
                  <a:pt x="107681" y="30993"/>
                </a:cubicBezTo>
                <a:cubicBezTo>
                  <a:pt x="107681" y="30842"/>
                  <a:pt x="107754" y="30842"/>
                  <a:pt x="107791" y="30767"/>
                </a:cubicBezTo>
                <a:cubicBezTo>
                  <a:pt x="107828" y="30692"/>
                  <a:pt x="107828" y="30767"/>
                  <a:pt x="107859" y="30767"/>
                </a:cubicBezTo>
                <a:cubicBezTo>
                  <a:pt x="107895" y="30692"/>
                  <a:pt x="107895" y="30692"/>
                  <a:pt x="107895" y="30617"/>
                </a:cubicBezTo>
                <a:cubicBezTo>
                  <a:pt x="107932" y="30542"/>
                  <a:pt x="107932" y="30542"/>
                  <a:pt x="107932" y="30466"/>
                </a:cubicBezTo>
                <a:cubicBezTo>
                  <a:pt x="107969" y="30391"/>
                  <a:pt x="107969" y="30391"/>
                  <a:pt x="108006" y="30316"/>
                </a:cubicBezTo>
                <a:cubicBezTo>
                  <a:pt x="108006" y="30241"/>
                  <a:pt x="108042" y="30241"/>
                  <a:pt x="108042" y="30166"/>
                </a:cubicBezTo>
                <a:cubicBezTo>
                  <a:pt x="108079" y="30090"/>
                  <a:pt x="108079" y="30015"/>
                  <a:pt x="108116" y="30015"/>
                </a:cubicBezTo>
                <a:cubicBezTo>
                  <a:pt x="108153" y="30015"/>
                  <a:pt x="108153" y="30015"/>
                  <a:pt x="108189" y="30015"/>
                </a:cubicBezTo>
                <a:cubicBezTo>
                  <a:pt x="108263" y="29940"/>
                  <a:pt x="108263" y="29940"/>
                  <a:pt x="108263" y="29940"/>
                </a:cubicBezTo>
                <a:cubicBezTo>
                  <a:pt x="108300" y="29940"/>
                  <a:pt x="108300" y="29877"/>
                  <a:pt x="108300" y="29802"/>
                </a:cubicBezTo>
                <a:cubicBezTo>
                  <a:pt x="108367" y="29652"/>
                  <a:pt x="108404" y="29577"/>
                  <a:pt x="108441" y="29426"/>
                </a:cubicBezTo>
                <a:cubicBezTo>
                  <a:pt x="108514" y="29276"/>
                  <a:pt x="108551" y="29125"/>
                  <a:pt x="108661" y="29050"/>
                </a:cubicBezTo>
                <a:cubicBezTo>
                  <a:pt x="108698" y="28912"/>
                  <a:pt x="108735" y="28912"/>
                  <a:pt x="108808" y="28912"/>
                </a:cubicBezTo>
                <a:cubicBezTo>
                  <a:pt x="108845" y="28912"/>
                  <a:pt x="108875" y="28912"/>
                  <a:pt x="108912" y="28912"/>
                </a:cubicBezTo>
                <a:cubicBezTo>
                  <a:pt x="108949" y="28912"/>
                  <a:pt x="108986" y="28975"/>
                  <a:pt x="109022" y="28975"/>
                </a:cubicBezTo>
                <a:cubicBezTo>
                  <a:pt x="109059" y="28975"/>
                  <a:pt x="109059" y="28975"/>
                  <a:pt x="109059" y="28975"/>
                </a:cubicBezTo>
                <a:cubicBezTo>
                  <a:pt x="109096" y="28975"/>
                  <a:pt x="109096" y="28975"/>
                  <a:pt x="109133" y="28912"/>
                </a:cubicBezTo>
                <a:cubicBezTo>
                  <a:pt x="109169" y="28912"/>
                  <a:pt x="109169" y="28762"/>
                  <a:pt x="109206" y="28762"/>
                </a:cubicBezTo>
                <a:cubicBezTo>
                  <a:pt x="109243" y="28762"/>
                  <a:pt x="109243" y="28762"/>
                  <a:pt x="109243" y="28762"/>
                </a:cubicBezTo>
                <a:cubicBezTo>
                  <a:pt x="109280" y="28762"/>
                  <a:pt x="109280" y="28912"/>
                  <a:pt x="109280" y="28912"/>
                </a:cubicBezTo>
                <a:cubicBezTo>
                  <a:pt x="109316" y="28975"/>
                  <a:pt x="109316" y="29050"/>
                  <a:pt x="109347" y="29050"/>
                </a:cubicBezTo>
                <a:cubicBezTo>
                  <a:pt x="109347" y="29050"/>
                  <a:pt x="109390" y="29125"/>
                  <a:pt x="109421" y="29125"/>
                </a:cubicBezTo>
                <a:cubicBezTo>
                  <a:pt x="109421" y="29125"/>
                  <a:pt x="109457" y="29125"/>
                  <a:pt x="109494" y="29125"/>
                </a:cubicBezTo>
                <a:cubicBezTo>
                  <a:pt x="109494" y="29125"/>
                  <a:pt x="109531" y="29201"/>
                  <a:pt x="109568" y="29201"/>
                </a:cubicBezTo>
                <a:cubicBezTo>
                  <a:pt x="109531" y="29276"/>
                  <a:pt x="109494" y="29351"/>
                  <a:pt x="109494" y="29426"/>
                </a:cubicBezTo>
                <a:cubicBezTo>
                  <a:pt x="109494" y="29501"/>
                  <a:pt x="109494" y="29501"/>
                  <a:pt x="109494" y="29501"/>
                </a:cubicBezTo>
                <a:cubicBezTo>
                  <a:pt x="109494" y="29577"/>
                  <a:pt x="109494" y="29577"/>
                  <a:pt x="109531" y="29652"/>
                </a:cubicBezTo>
                <a:cubicBezTo>
                  <a:pt x="109531" y="29652"/>
                  <a:pt x="109568" y="29652"/>
                  <a:pt x="109604" y="29727"/>
                </a:cubicBezTo>
                <a:cubicBezTo>
                  <a:pt x="109604" y="29727"/>
                  <a:pt x="109604" y="29802"/>
                  <a:pt x="109604" y="29877"/>
                </a:cubicBezTo>
                <a:cubicBezTo>
                  <a:pt x="109604" y="29940"/>
                  <a:pt x="109604" y="30015"/>
                  <a:pt x="109604" y="30166"/>
                </a:cubicBezTo>
                <a:cubicBezTo>
                  <a:pt x="109678" y="30166"/>
                  <a:pt x="109678" y="30166"/>
                  <a:pt x="109678" y="30166"/>
                </a:cubicBezTo>
                <a:cubicBezTo>
                  <a:pt x="109715" y="30166"/>
                  <a:pt x="109751" y="30166"/>
                  <a:pt x="109751" y="30090"/>
                </a:cubicBezTo>
                <a:cubicBezTo>
                  <a:pt x="109788" y="30015"/>
                  <a:pt x="109788" y="30015"/>
                  <a:pt x="109825" y="29940"/>
                </a:cubicBezTo>
                <a:cubicBezTo>
                  <a:pt x="109862" y="29877"/>
                  <a:pt x="109892" y="29802"/>
                  <a:pt x="109966" y="29727"/>
                </a:cubicBezTo>
                <a:cubicBezTo>
                  <a:pt x="110003" y="29727"/>
                  <a:pt x="110003" y="29727"/>
                  <a:pt x="110039" y="29727"/>
                </a:cubicBezTo>
                <a:cubicBezTo>
                  <a:pt x="110076" y="29652"/>
                  <a:pt x="110076" y="29652"/>
                  <a:pt x="110113" y="29577"/>
                </a:cubicBezTo>
                <a:cubicBezTo>
                  <a:pt x="110150" y="29577"/>
                  <a:pt x="110150" y="29501"/>
                  <a:pt x="110150" y="29426"/>
                </a:cubicBezTo>
                <a:cubicBezTo>
                  <a:pt x="110186" y="29426"/>
                  <a:pt x="110223" y="29351"/>
                  <a:pt x="110223" y="29351"/>
                </a:cubicBezTo>
                <a:cubicBezTo>
                  <a:pt x="110260" y="29276"/>
                  <a:pt x="110260" y="29201"/>
                  <a:pt x="110297" y="29201"/>
                </a:cubicBezTo>
                <a:cubicBezTo>
                  <a:pt x="110333" y="29125"/>
                  <a:pt x="110364" y="29125"/>
                  <a:pt x="110437" y="29125"/>
                </a:cubicBezTo>
                <a:cubicBezTo>
                  <a:pt x="110437" y="29125"/>
                  <a:pt x="110474" y="29125"/>
                  <a:pt x="110511" y="29125"/>
                </a:cubicBezTo>
                <a:cubicBezTo>
                  <a:pt x="110511" y="29125"/>
                  <a:pt x="110511" y="29050"/>
                  <a:pt x="110548" y="28975"/>
                </a:cubicBezTo>
                <a:cubicBezTo>
                  <a:pt x="110548" y="28975"/>
                  <a:pt x="110548" y="28912"/>
                  <a:pt x="110548" y="28825"/>
                </a:cubicBezTo>
                <a:cubicBezTo>
                  <a:pt x="110584" y="28825"/>
                  <a:pt x="110584" y="28762"/>
                  <a:pt x="110584" y="28687"/>
                </a:cubicBezTo>
                <a:cubicBezTo>
                  <a:pt x="110621" y="28612"/>
                  <a:pt x="110584" y="28536"/>
                  <a:pt x="110584" y="28386"/>
                </a:cubicBezTo>
                <a:cubicBezTo>
                  <a:pt x="110621" y="28311"/>
                  <a:pt x="110621" y="28236"/>
                  <a:pt x="110621" y="28160"/>
                </a:cubicBezTo>
                <a:cubicBezTo>
                  <a:pt x="110695" y="28160"/>
                  <a:pt x="110732" y="28160"/>
                  <a:pt x="110768" y="28160"/>
                </a:cubicBezTo>
                <a:cubicBezTo>
                  <a:pt x="110842" y="28085"/>
                  <a:pt x="110879" y="28010"/>
                  <a:pt x="110909" y="28010"/>
                </a:cubicBezTo>
                <a:cubicBezTo>
                  <a:pt x="111277" y="28010"/>
                  <a:pt x="111277" y="28010"/>
                  <a:pt x="111277" y="28010"/>
                </a:cubicBezTo>
                <a:cubicBezTo>
                  <a:pt x="111277" y="28236"/>
                  <a:pt x="111277" y="28236"/>
                  <a:pt x="111277" y="28236"/>
                </a:cubicBezTo>
                <a:cubicBezTo>
                  <a:pt x="111240" y="28311"/>
                  <a:pt x="111240" y="28311"/>
                  <a:pt x="111203" y="28386"/>
                </a:cubicBezTo>
                <a:cubicBezTo>
                  <a:pt x="111056" y="28461"/>
                  <a:pt x="111056" y="28461"/>
                  <a:pt x="111056" y="28461"/>
                </a:cubicBezTo>
                <a:cubicBezTo>
                  <a:pt x="111019" y="28536"/>
                  <a:pt x="111019" y="28536"/>
                  <a:pt x="110983" y="28536"/>
                </a:cubicBezTo>
                <a:cubicBezTo>
                  <a:pt x="110946" y="28612"/>
                  <a:pt x="110909" y="28612"/>
                  <a:pt x="110909" y="28687"/>
                </a:cubicBezTo>
                <a:cubicBezTo>
                  <a:pt x="110909" y="28762"/>
                  <a:pt x="110879" y="28825"/>
                  <a:pt x="110879" y="28825"/>
                </a:cubicBezTo>
                <a:cubicBezTo>
                  <a:pt x="110879" y="28912"/>
                  <a:pt x="110879" y="28975"/>
                  <a:pt x="110879" y="28975"/>
                </a:cubicBezTo>
                <a:cubicBezTo>
                  <a:pt x="110879" y="29050"/>
                  <a:pt x="110879" y="29125"/>
                  <a:pt x="110879" y="29125"/>
                </a:cubicBezTo>
                <a:cubicBezTo>
                  <a:pt x="110879" y="29201"/>
                  <a:pt x="110842" y="29201"/>
                  <a:pt x="110842" y="29276"/>
                </a:cubicBezTo>
                <a:cubicBezTo>
                  <a:pt x="110842" y="29426"/>
                  <a:pt x="110805" y="29501"/>
                  <a:pt x="110768" y="29577"/>
                </a:cubicBezTo>
                <a:cubicBezTo>
                  <a:pt x="110768" y="29652"/>
                  <a:pt x="110768" y="29727"/>
                  <a:pt x="110768" y="29727"/>
                </a:cubicBezTo>
                <a:cubicBezTo>
                  <a:pt x="110768" y="29802"/>
                  <a:pt x="110768" y="29877"/>
                  <a:pt x="110732" y="29877"/>
                </a:cubicBezTo>
                <a:cubicBezTo>
                  <a:pt x="110732" y="29940"/>
                  <a:pt x="110732" y="30015"/>
                  <a:pt x="110695" y="30015"/>
                </a:cubicBezTo>
                <a:cubicBezTo>
                  <a:pt x="110658" y="30015"/>
                  <a:pt x="110658" y="30015"/>
                  <a:pt x="110621" y="30090"/>
                </a:cubicBezTo>
                <a:cubicBezTo>
                  <a:pt x="110584" y="30090"/>
                  <a:pt x="110548" y="30090"/>
                  <a:pt x="110548" y="30166"/>
                </a:cubicBezTo>
                <a:cubicBezTo>
                  <a:pt x="110511" y="30166"/>
                  <a:pt x="110474" y="30166"/>
                  <a:pt x="110474" y="30166"/>
                </a:cubicBezTo>
                <a:cubicBezTo>
                  <a:pt x="110437" y="30241"/>
                  <a:pt x="110437" y="30241"/>
                  <a:pt x="110437" y="30316"/>
                </a:cubicBezTo>
                <a:cubicBezTo>
                  <a:pt x="110437" y="30391"/>
                  <a:pt x="110437" y="30391"/>
                  <a:pt x="110437" y="30466"/>
                </a:cubicBezTo>
                <a:cubicBezTo>
                  <a:pt x="110407" y="30617"/>
                  <a:pt x="110333" y="30617"/>
                  <a:pt x="110297" y="30692"/>
                </a:cubicBezTo>
                <a:cubicBezTo>
                  <a:pt x="110223" y="30767"/>
                  <a:pt x="110150" y="30905"/>
                  <a:pt x="110076" y="30993"/>
                </a:cubicBezTo>
                <a:cubicBezTo>
                  <a:pt x="110003" y="31131"/>
                  <a:pt x="109929" y="31206"/>
                  <a:pt x="109862" y="31281"/>
                </a:cubicBezTo>
                <a:cubicBezTo>
                  <a:pt x="109751" y="31356"/>
                  <a:pt x="109715" y="31507"/>
                  <a:pt x="109641" y="31582"/>
                </a:cubicBezTo>
                <a:cubicBezTo>
                  <a:pt x="109568" y="31732"/>
                  <a:pt x="109531" y="31883"/>
                  <a:pt x="109457" y="32020"/>
                </a:cubicBezTo>
                <a:cubicBezTo>
                  <a:pt x="109457" y="32096"/>
                  <a:pt x="109421" y="32171"/>
                  <a:pt x="109421" y="32171"/>
                </a:cubicBezTo>
                <a:cubicBezTo>
                  <a:pt x="109347" y="32246"/>
                  <a:pt x="109316" y="32246"/>
                  <a:pt x="109280" y="32321"/>
                </a:cubicBezTo>
                <a:cubicBezTo>
                  <a:pt x="109243" y="32396"/>
                  <a:pt x="109280" y="32472"/>
                  <a:pt x="109243" y="32472"/>
                </a:cubicBezTo>
                <a:cubicBezTo>
                  <a:pt x="109243" y="32547"/>
                  <a:pt x="109206" y="32622"/>
                  <a:pt x="109169" y="32622"/>
                </a:cubicBezTo>
                <a:lnTo>
                  <a:pt x="109133" y="32622"/>
                </a:lnTo>
                <a:cubicBezTo>
                  <a:pt x="109096" y="32622"/>
                  <a:pt x="109059" y="32622"/>
                  <a:pt x="109022" y="32622"/>
                </a:cubicBezTo>
                <a:cubicBezTo>
                  <a:pt x="108986" y="32622"/>
                  <a:pt x="108986" y="32697"/>
                  <a:pt x="108949" y="32697"/>
                </a:cubicBezTo>
                <a:cubicBezTo>
                  <a:pt x="108949" y="32697"/>
                  <a:pt x="108912" y="32772"/>
                  <a:pt x="108875" y="32772"/>
                </a:cubicBezTo>
                <a:cubicBezTo>
                  <a:pt x="108845" y="32772"/>
                  <a:pt x="108808" y="32848"/>
                  <a:pt x="108735" y="32923"/>
                </a:cubicBezTo>
                <a:cubicBezTo>
                  <a:pt x="108698" y="32923"/>
                  <a:pt x="108698" y="32923"/>
                  <a:pt x="108661" y="32985"/>
                </a:cubicBezTo>
                <a:cubicBezTo>
                  <a:pt x="108624" y="32985"/>
                  <a:pt x="108624" y="32923"/>
                  <a:pt x="108588" y="32985"/>
                </a:cubicBezTo>
                <a:cubicBezTo>
                  <a:pt x="108551" y="32985"/>
                  <a:pt x="108551" y="32985"/>
                  <a:pt x="108514" y="33073"/>
                </a:cubicBezTo>
                <a:cubicBezTo>
                  <a:pt x="108514" y="33073"/>
                  <a:pt x="108477" y="33136"/>
                  <a:pt x="108477" y="33211"/>
                </a:cubicBezTo>
                <a:cubicBezTo>
                  <a:pt x="108477" y="33286"/>
                  <a:pt x="108514" y="33286"/>
                  <a:pt x="108514" y="33361"/>
                </a:cubicBezTo>
                <a:cubicBezTo>
                  <a:pt x="108514" y="33512"/>
                  <a:pt x="108514" y="33662"/>
                  <a:pt x="108477" y="33813"/>
                </a:cubicBezTo>
                <a:cubicBezTo>
                  <a:pt x="108477" y="33888"/>
                  <a:pt x="108441" y="33888"/>
                  <a:pt x="108404" y="33963"/>
                </a:cubicBezTo>
                <a:cubicBezTo>
                  <a:pt x="108404" y="33963"/>
                  <a:pt x="108367" y="33963"/>
                  <a:pt x="108330" y="34038"/>
                </a:cubicBezTo>
                <a:cubicBezTo>
                  <a:pt x="108330" y="34101"/>
                  <a:pt x="108330" y="34101"/>
                  <a:pt x="108330" y="34176"/>
                </a:cubicBezTo>
                <a:cubicBezTo>
                  <a:pt x="108330" y="34251"/>
                  <a:pt x="108300" y="34251"/>
                  <a:pt x="108263" y="34326"/>
                </a:cubicBezTo>
                <a:cubicBezTo>
                  <a:pt x="108263" y="34402"/>
                  <a:pt x="108263" y="34477"/>
                  <a:pt x="108263" y="34552"/>
                </a:cubicBezTo>
                <a:cubicBezTo>
                  <a:pt x="108263" y="34627"/>
                  <a:pt x="108300" y="34702"/>
                  <a:pt x="108263" y="34853"/>
                </a:cubicBezTo>
                <a:cubicBezTo>
                  <a:pt x="108263" y="34928"/>
                  <a:pt x="108189" y="35003"/>
                  <a:pt x="108189" y="35154"/>
                </a:cubicBezTo>
                <a:cubicBezTo>
                  <a:pt x="108189" y="35216"/>
                  <a:pt x="108189" y="35291"/>
                  <a:pt x="108189" y="35442"/>
                </a:cubicBezTo>
                <a:cubicBezTo>
                  <a:pt x="108189" y="35517"/>
                  <a:pt x="108189" y="35592"/>
                  <a:pt x="108189" y="35743"/>
                </a:cubicBezTo>
                <a:cubicBezTo>
                  <a:pt x="108189" y="36332"/>
                  <a:pt x="108226" y="36632"/>
                  <a:pt x="108226" y="37234"/>
                </a:cubicBezTo>
                <a:cubicBezTo>
                  <a:pt x="108226" y="37297"/>
                  <a:pt x="108226" y="37372"/>
                  <a:pt x="108226" y="37447"/>
                </a:cubicBezTo>
                <a:cubicBezTo>
                  <a:pt x="108226" y="37522"/>
                  <a:pt x="108189" y="37522"/>
                  <a:pt x="108153" y="37597"/>
                </a:cubicBezTo>
                <a:cubicBezTo>
                  <a:pt x="108330" y="38199"/>
                  <a:pt x="108330" y="38199"/>
                  <a:pt x="108330" y="38199"/>
                </a:cubicBezTo>
                <a:cubicBezTo>
                  <a:pt x="108330" y="39377"/>
                  <a:pt x="108330" y="39377"/>
                  <a:pt x="108330" y="39377"/>
                </a:cubicBezTo>
                <a:cubicBezTo>
                  <a:pt x="108367" y="39377"/>
                  <a:pt x="108367" y="39452"/>
                  <a:pt x="108404" y="39452"/>
                </a:cubicBezTo>
                <a:cubicBezTo>
                  <a:pt x="108441" y="39452"/>
                  <a:pt x="108441" y="39377"/>
                  <a:pt x="108477" y="39314"/>
                </a:cubicBezTo>
                <a:cubicBezTo>
                  <a:pt x="108514" y="39314"/>
                  <a:pt x="108551" y="39314"/>
                  <a:pt x="108551" y="39314"/>
                </a:cubicBezTo>
                <a:cubicBezTo>
                  <a:pt x="108588" y="39314"/>
                  <a:pt x="108588" y="39239"/>
                  <a:pt x="108624" y="39239"/>
                </a:cubicBezTo>
                <a:cubicBezTo>
                  <a:pt x="108661" y="39239"/>
                  <a:pt x="108661" y="39164"/>
                  <a:pt x="108698" y="39164"/>
                </a:cubicBezTo>
                <a:cubicBezTo>
                  <a:pt x="108735" y="39164"/>
                  <a:pt x="108771" y="39164"/>
                  <a:pt x="108808" y="39164"/>
                </a:cubicBezTo>
                <a:cubicBezTo>
                  <a:pt x="108808" y="39014"/>
                  <a:pt x="108808" y="38938"/>
                  <a:pt x="108808" y="38788"/>
                </a:cubicBezTo>
                <a:cubicBezTo>
                  <a:pt x="108808" y="38713"/>
                  <a:pt x="108808" y="38638"/>
                  <a:pt x="108808" y="38638"/>
                </a:cubicBezTo>
                <a:cubicBezTo>
                  <a:pt x="108845" y="38562"/>
                  <a:pt x="108845" y="38487"/>
                  <a:pt x="108875" y="38487"/>
                </a:cubicBezTo>
                <a:cubicBezTo>
                  <a:pt x="108875" y="38412"/>
                  <a:pt x="108912" y="38412"/>
                  <a:pt x="108949" y="38412"/>
                </a:cubicBezTo>
                <a:cubicBezTo>
                  <a:pt x="108949" y="38337"/>
                  <a:pt x="108986" y="38337"/>
                  <a:pt x="108986" y="38274"/>
                </a:cubicBezTo>
                <a:cubicBezTo>
                  <a:pt x="109022" y="38199"/>
                  <a:pt x="109022" y="38199"/>
                  <a:pt x="109059" y="38124"/>
                </a:cubicBezTo>
                <a:cubicBezTo>
                  <a:pt x="109096" y="37973"/>
                  <a:pt x="109096" y="37973"/>
                  <a:pt x="109096" y="37973"/>
                </a:cubicBezTo>
                <a:cubicBezTo>
                  <a:pt x="109096" y="37898"/>
                  <a:pt x="109096" y="37898"/>
                  <a:pt x="109133" y="37823"/>
                </a:cubicBezTo>
                <a:cubicBezTo>
                  <a:pt x="109133" y="37748"/>
                  <a:pt x="109169" y="37673"/>
                  <a:pt x="109206" y="37673"/>
                </a:cubicBezTo>
                <a:cubicBezTo>
                  <a:pt x="109243" y="37673"/>
                  <a:pt x="109243" y="37673"/>
                  <a:pt x="109243" y="37673"/>
                </a:cubicBezTo>
                <a:cubicBezTo>
                  <a:pt x="109280" y="37673"/>
                  <a:pt x="109280" y="37748"/>
                  <a:pt x="109316" y="37748"/>
                </a:cubicBezTo>
                <a:cubicBezTo>
                  <a:pt x="109390" y="37748"/>
                  <a:pt x="109390" y="37748"/>
                  <a:pt x="109390" y="37748"/>
                </a:cubicBezTo>
                <a:cubicBezTo>
                  <a:pt x="109390" y="37748"/>
                  <a:pt x="109421" y="37748"/>
                  <a:pt x="109457" y="37748"/>
                </a:cubicBezTo>
                <a:cubicBezTo>
                  <a:pt x="109457" y="37748"/>
                  <a:pt x="109494" y="37673"/>
                  <a:pt x="109494" y="37597"/>
                </a:cubicBezTo>
                <a:cubicBezTo>
                  <a:pt x="109531" y="37597"/>
                  <a:pt x="109531" y="37522"/>
                  <a:pt x="109531" y="37447"/>
                </a:cubicBezTo>
                <a:cubicBezTo>
                  <a:pt x="109531" y="36783"/>
                  <a:pt x="109531" y="36783"/>
                  <a:pt x="109531" y="36783"/>
                </a:cubicBezTo>
                <a:cubicBezTo>
                  <a:pt x="109568" y="36632"/>
                  <a:pt x="109604" y="36557"/>
                  <a:pt x="109641" y="36482"/>
                </a:cubicBezTo>
                <a:cubicBezTo>
                  <a:pt x="109678" y="36407"/>
                  <a:pt x="109715" y="36407"/>
                  <a:pt x="109715" y="36332"/>
                </a:cubicBezTo>
                <a:cubicBezTo>
                  <a:pt x="110223" y="36332"/>
                  <a:pt x="110223" y="36332"/>
                  <a:pt x="110223" y="36332"/>
                </a:cubicBezTo>
                <a:cubicBezTo>
                  <a:pt x="110223" y="35968"/>
                  <a:pt x="110223" y="35968"/>
                  <a:pt x="110223" y="35968"/>
                </a:cubicBezTo>
                <a:cubicBezTo>
                  <a:pt x="110223" y="35818"/>
                  <a:pt x="110186" y="35818"/>
                  <a:pt x="110150" y="35667"/>
                </a:cubicBezTo>
                <a:cubicBezTo>
                  <a:pt x="110150" y="35592"/>
                  <a:pt x="110113" y="35592"/>
                  <a:pt x="110113" y="35517"/>
                </a:cubicBezTo>
                <a:cubicBezTo>
                  <a:pt x="110113" y="35367"/>
                  <a:pt x="110113" y="35367"/>
                  <a:pt x="110113" y="35367"/>
                </a:cubicBezTo>
                <a:cubicBezTo>
                  <a:pt x="110113" y="35216"/>
                  <a:pt x="110113" y="35216"/>
                  <a:pt x="110113" y="35216"/>
                </a:cubicBezTo>
                <a:lnTo>
                  <a:pt x="110150" y="35154"/>
                </a:lnTo>
                <a:cubicBezTo>
                  <a:pt x="110186" y="35078"/>
                  <a:pt x="110223" y="35003"/>
                  <a:pt x="110223" y="34928"/>
                </a:cubicBezTo>
                <a:cubicBezTo>
                  <a:pt x="110260" y="34853"/>
                  <a:pt x="110260" y="34853"/>
                  <a:pt x="110260" y="34778"/>
                </a:cubicBezTo>
                <a:cubicBezTo>
                  <a:pt x="110297" y="34702"/>
                  <a:pt x="110297" y="34627"/>
                  <a:pt x="110333" y="34627"/>
                </a:cubicBezTo>
                <a:cubicBezTo>
                  <a:pt x="110364" y="34627"/>
                  <a:pt x="110407" y="34627"/>
                  <a:pt x="110437" y="34702"/>
                </a:cubicBezTo>
                <a:cubicBezTo>
                  <a:pt x="110474" y="34702"/>
                  <a:pt x="110437" y="34778"/>
                  <a:pt x="110474" y="34853"/>
                </a:cubicBezTo>
                <a:cubicBezTo>
                  <a:pt x="110474" y="34853"/>
                  <a:pt x="110511" y="34853"/>
                  <a:pt x="110548" y="34928"/>
                </a:cubicBezTo>
                <a:cubicBezTo>
                  <a:pt x="110658" y="34928"/>
                  <a:pt x="110658" y="34928"/>
                  <a:pt x="110658" y="34928"/>
                </a:cubicBezTo>
                <a:cubicBezTo>
                  <a:pt x="110695" y="34627"/>
                  <a:pt x="110695" y="34627"/>
                  <a:pt x="110695" y="34627"/>
                </a:cubicBezTo>
                <a:cubicBezTo>
                  <a:pt x="110658" y="34627"/>
                  <a:pt x="110658" y="34552"/>
                  <a:pt x="110621" y="34477"/>
                </a:cubicBezTo>
                <a:cubicBezTo>
                  <a:pt x="110584" y="34402"/>
                  <a:pt x="110548" y="34402"/>
                  <a:pt x="110511" y="34251"/>
                </a:cubicBezTo>
                <a:cubicBezTo>
                  <a:pt x="110511" y="34176"/>
                  <a:pt x="110511" y="34176"/>
                  <a:pt x="110511" y="34101"/>
                </a:cubicBezTo>
                <a:cubicBezTo>
                  <a:pt x="110511" y="34038"/>
                  <a:pt x="110511" y="34038"/>
                  <a:pt x="110511" y="33963"/>
                </a:cubicBezTo>
                <a:cubicBezTo>
                  <a:pt x="110511" y="33888"/>
                  <a:pt x="110474" y="33888"/>
                  <a:pt x="110474" y="33813"/>
                </a:cubicBezTo>
                <a:cubicBezTo>
                  <a:pt x="110474" y="33737"/>
                  <a:pt x="110474" y="33662"/>
                  <a:pt x="110474" y="33512"/>
                </a:cubicBezTo>
                <a:cubicBezTo>
                  <a:pt x="110474" y="33437"/>
                  <a:pt x="110437" y="33437"/>
                  <a:pt x="110474" y="33361"/>
                </a:cubicBezTo>
                <a:cubicBezTo>
                  <a:pt x="110474" y="33286"/>
                  <a:pt x="110511" y="33361"/>
                  <a:pt x="110548" y="33286"/>
                </a:cubicBezTo>
                <a:cubicBezTo>
                  <a:pt x="110548" y="33286"/>
                  <a:pt x="110584" y="33286"/>
                  <a:pt x="110584" y="33211"/>
                </a:cubicBezTo>
                <a:cubicBezTo>
                  <a:pt x="110584" y="33211"/>
                  <a:pt x="110621" y="33136"/>
                  <a:pt x="110584" y="33136"/>
                </a:cubicBezTo>
                <a:cubicBezTo>
                  <a:pt x="110584" y="33073"/>
                  <a:pt x="110548" y="32985"/>
                  <a:pt x="110548" y="32985"/>
                </a:cubicBezTo>
                <a:cubicBezTo>
                  <a:pt x="110511" y="32985"/>
                  <a:pt x="110511" y="32923"/>
                  <a:pt x="110474" y="32985"/>
                </a:cubicBezTo>
                <a:cubicBezTo>
                  <a:pt x="110437" y="32985"/>
                  <a:pt x="110437" y="33136"/>
                  <a:pt x="110437" y="33136"/>
                </a:cubicBezTo>
                <a:cubicBezTo>
                  <a:pt x="110297" y="33136"/>
                  <a:pt x="110297" y="33136"/>
                  <a:pt x="110297" y="33136"/>
                </a:cubicBezTo>
                <a:cubicBezTo>
                  <a:pt x="110297" y="32985"/>
                  <a:pt x="110260" y="32923"/>
                  <a:pt x="110297" y="32772"/>
                </a:cubicBezTo>
                <a:cubicBezTo>
                  <a:pt x="110297" y="32697"/>
                  <a:pt x="110333" y="32622"/>
                  <a:pt x="110364" y="32472"/>
                </a:cubicBezTo>
                <a:cubicBezTo>
                  <a:pt x="110364" y="32472"/>
                  <a:pt x="110364" y="32396"/>
                  <a:pt x="110364" y="32321"/>
                </a:cubicBezTo>
                <a:cubicBezTo>
                  <a:pt x="110407" y="32321"/>
                  <a:pt x="110407" y="32246"/>
                  <a:pt x="110437" y="32246"/>
                </a:cubicBezTo>
                <a:cubicBezTo>
                  <a:pt x="110474" y="32096"/>
                  <a:pt x="110511" y="32171"/>
                  <a:pt x="110548" y="32096"/>
                </a:cubicBezTo>
                <a:cubicBezTo>
                  <a:pt x="110584" y="32020"/>
                  <a:pt x="110621" y="31958"/>
                  <a:pt x="110621" y="31958"/>
                </a:cubicBezTo>
                <a:cubicBezTo>
                  <a:pt x="110621" y="31883"/>
                  <a:pt x="110621" y="31807"/>
                  <a:pt x="110621" y="31807"/>
                </a:cubicBezTo>
                <a:cubicBezTo>
                  <a:pt x="110658" y="31732"/>
                  <a:pt x="110658" y="31732"/>
                  <a:pt x="110658" y="31657"/>
                </a:cubicBezTo>
                <a:cubicBezTo>
                  <a:pt x="110695" y="31582"/>
                  <a:pt x="110695" y="31582"/>
                  <a:pt x="110695" y="31507"/>
                </a:cubicBezTo>
                <a:cubicBezTo>
                  <a:pt x="110695" y="31356"/>
                  <a:pt x="110695" y="31281"/>
                  <a:pt x="110695" y="31206"/>
                </a:cubicBezTo>
                <a:cubicBezTo>
                  <a:pt x="110695" y="31131"/>
                  <a:pt x="110695" y="31055"/>
                  <a:pt x="110695" y="31055"/>
                </a:cubicBezTo>
                <a:cubicBezTo>
                  <a:pt x="110695" y="30993"/>
                  <a:pt x="110695" y="30905"/>
                  <a:pt x="110732" y="30905"/>
                </a:cubicBezTo>
                <a:cubicBezTo>
                  <a:pt x="110732" y="30842"/>
                  <a:pt x="110768" y="30767"/>
                  <a:pt x="110768" y="30767"/>
                </a:cubicBezTo>
                <a:cubicBezTo>
                  <a:pt x="110805" y="30692"/>
                  <a:pt x="110842" y="30692"/>
                  <a:pt x="110842" y="30692"/>
                </a:cubicBezTo>
                <a:cubicBezTo>
                  <a:pt x="110879" y="30692"/>
                  <a:pt x="110879" y="30692"/>
                  <a:pt x="110909" y="30692"/>
                </a:cubicBezTo>
                <a:cubicBezTo>
                  <a:pt x="110983" y="30692"/>
                  <a:pt x="111019" y="30767"/>
                  <a:pt x="111056" y="30842"/>
                </a:cubicBezTo>
                <a:cubicBezTo>
                  <a:pt x="111093" y="30842"/>
                  <a:pt x="111056" y="30905"/>
                  <a:pt x="111093" y="30993"/>
                </a:cubicBezTo>
                <a:cubicBezTo>
                  <a:pt x="111130" y="30993"/>
                  <a:pt x="111166" y="31055"/>
                  <a:pt x="111203" y="31055"/>
                </a:cubicBezTo>
                <a:cubicBezTo>
                  <a:pt x="111240" y="31055"/>
                  <a:pt x="111277" y="31055"/>
                  <a:pt x="111313" y="30993"/>
                </a:cubicBezTo>
                <a:cubicBezTo>
                  <a:pt x="111313" y="30993"/>
                  <a:pt x="111350" y="30905"/>
                  <a:pt x="111350" y="30842"/>
                </a:cubicBezTo>
                <a:cubicBezTo>
                  <a:pt x="111381" y="30842"/>
                  <a:pt x="111381" y="30767"/>
                  <a:pt x="111424" y="30692"/>
                </a:cubicBezTo>
                <a:cubicBezTo>
                  <a:pt x="111424" y="30692"/>
                  <a:pt x="111454" y="30692"/>
                  <a:pt x="111491" y="30617"/>
                </a:cubicBezTo>
                <a:cubicBezTo>
                  <a:pt x="111491" y="30692"/>
                  <a:pt x="111528" y="30692"/>
                  <a:pt x="111528" y="30767"/>
                </a:cubicBezTo>
                <a:cubicBezTo>
                  <a:pt x="111565" y="30767"/>
                  <a:pt x="111528" y="30842"/>
                  <a:pt x="111528" y="30905"/>
                </a:cubicBezTo>
                <a:cubicBezTo>
                  <a:pt x="111565" y="30993"/>
                  <a:pt x="111601" y="30993"/>
                  <a:pt x="111601" y="31055"/>
                </a:cubicBezTo>
                <a:cubicBezTo>
                  <a:pt x="111601" y="30993"/>
                  <a:pt x="111638" y="31055"/>
                  <a:pt x="111675" y="31055"/>
                </a:cubicBezTo>
                <a:cubicBezTo>
                  <a:pt x="111712" y="30993"/>
                  <a:pt x="111712" y="30993"/>
                  <a:pt x="111748" y="30905"/>
                </a:cubicBezTo>
                <a:cubicBezTo>
                  <a:pt x="111748" y="30905"/>
                  <a:pt x="111785" y="30842"/>
                  <a:pt x="111822" y="30842"/>
                </a:cubicBezTo>
                <a:cubicBezTo>
                  <a:pt x="111852" y="30692"/>
                  <a:pt x="111852" y="30617"/>
                  <a:pt x="111926" y="30542"/>
                </a:cubicBezTo>
                <a:cubicBezTo>
                  <a:pt x="111926" y="30466"/>
                  <a:pt x="111926" y="30391"/>
                  <a:pt x="111963" y="30391"/>
                </a:cubicBezTo>
                <a:cubicBezTo>
                  <a:pt x="112000" y="30391"/>
                  <a:pt x="112036" y="30391"/>
                  <a:pt x="112073" y="30391"/>
                </a:cubicBezTo>
                <a:cubicBezTo>
                  <a:pt x="112110" y="30391"/>
                  <a:pt x="112147" y="30391"/>
                  <a:pt x="112183" y="30391"/>
                </a:cubicBezTo>
                <a:cubicBezTo>
                  <a:pt x="112220" y="30391"/>
                  <a:pt x="112220" y="30391"/>
                  <a:pt x="112257" y="30391"/>
                </a:cubicBezTo>
                <a:cubicBezTo>
                  <a:pt x="112257" y="30466"/>
                  <a:pt x="112294" y="30466"/>
                  <a:pt x="112330" y="30466"/>
                </a:cubicBezTo>
                <a:cubicBezTo>
                  <a:pt x="112839" y="30466"/>
                  <a:pt x="112839" y="30466"/>
                  <a:pt x="112839" y="30466"/>
                </a:cubicBezTo>
                <a:cubicBezTo>
                  <a:pt x="112839" y="30542"/>
                  <a:pt x="112802" y="30617"/>
                  <a:pt x="112839" y="30767"/>
                </a:cubicBezTo>
                <a:cubicBezTo>
                  <a:pt x="112839" y="30842"/>
                  <a:pt x="112802" y="30842"/>
                  <a:pt x="112839" y="30905"/>
                </a:cubicBezTo>
                <a:cubicBezTo>
                  <a:pt x="112839" y="30993"/>
                  <a:pt x="112875" y="31055"/>
                  <a:pt x="112912" y="31131"/>
                </a:cubicBezTo>
                <a:cubicBezTo>
                  <a:pt x="112943" y="31131"/>
                  <a:pt x="112980" y="31131"/>
                  <a:pt x="112980" y="31131"/>
                </a:cubicBezTo>
                <a:cubicBezTo>
                  <a:pt x="112980" y="30905"/>
                  <a:pt x="112980" y="30692"/>
                  <a:pt x="113053" y="30542"/>
                </a:cubicBezTo>
                <a:cubicBezTo>
                  <a:pt x="113090" y="30542"/>
                  <a:pt x="113127" y="30542"/>
                  <a:pt x="113127" y="30466"/>
                </a:cubicBezTo>
                <a:cubicBezTo>
                  <a:pt x="113163" y="30466"/>
                  <a:pt x="113163" y="30391"/>
                  <a:pt x="113200" y="30391"/>
                </a:cubicBezTo>
                <a:cubicBezTo>
                  <a:pt x="113237" y="30316"/>
                  <a:pt x="113237" y="30316"/>
                  <a:pt x="113274" y="30241"/>
                </a:cubicBezTo>
                <a:cubicBezTo>
                  <a:pt x="113310" y="30090"/>
                  <a:pt x="113310" y="30015"/>
                  <a:pt x="113384" y="29940"/>
                </a:cubicBezTo>
                <a:cubicBezTo>
                  <a:pt x="113384" y="29877"/>
                  <a:pt x="113415" y="29802"/>
                  <a:pt x="113415" y="29727"/>
                </a:cubicBezTo>
                <a:cubicBezTo>
                  <a:pt x="113457" y="29727"/>
                  <a:pt x="113457" y="29652"/>
                  <a:pt x="113488" y="29577"/>
                </a:cubicBezTo>
                <a:cubicBezTo>
                  <a:pt x="113525" y="29577"/>
                  <a:pt x="113562" y="29577"/>
                  <a:pt x="113635" y="29501"/>
                </a:cubicBezTo>
                <a:cubicBezTo>
                  <a:pt x="113672" y="29501"/>
                  <a:pt x="113672" y="29426"/>
                  <a:pt x="113709" y="29426"/>
                </a:cubicBezTo>
                <a:cubicBezTo>
                  <a:pt x="113819" y="29426"/>
                  <a:pt x="113819" y="29426"/>
                  <a:pt x="113819" y="29426"/>
                </a:cubicBezTo>
                <a:cubicBezTo>
                  <a:pt x="113856" y="29426"/>
                  <a:pt x="113892" y="29501"/>
                  <a:pt x="113960" y="29426"/>
                </a:cubicBezTo>
                <a:cubicBezTo>
                  <a:pt x="113996" y="29426"/>
                  <a:pt x="113996" y="29426"/>
                  <a:pt x="114033" y="29351"/>
                </a:cubicBezTo>
                <a:cubicBezTo>
                  <a:pt x="114070" y="29351"/>
                  <a:pt x="114107" y="29351"/>
                  <a:pt x="114180" y="29276"/>
                </a:cubicBezTo>
                <a:cubicBezTo>
                  <a:pt x="114217" y="29276"/>
                  <a:pt x="114217" y="29276"/>
                  <a:pt x="114254" y="29201"/>
                </a:cubicBezTo>
                <a:cubicBezTo>
                  <a:pt x="114290" y="29201"/>
                  <a:pt x="114290" y="29125"/>
                  <a:pt x="114290" y="29050"/>
                </a:cubicBezTo>
                <a:cubicBezTo>
                  <a:pt x="114327" y="28975"/>
                  <a:pt x="114327" y="28975"/>
                  <a:pt x="114364" y="28912"/>
                </a:cubicBezTo>
                <a:cubicBezTo>
                  <a:pt x="114401" y="28912"/>
                  <a:pt x="114401" y="28912"/>
                  <a:pt x="114437" y="28912"/>
                </a:cubicBezTo>
                <a:cubicBezTo>
                  <a:pt x="114505" y="28825"/>
                  <a:pt x="114542" y="28612"/>
                  <a:pt x="114652" y="28612"/>
                </a:cubicBezTo>
                <a:cubicBezTo>
                  <a:pt x="114689" y="28612"/>
                  <a:pt x="114725" y="28612"/>
                  <a:pt x="114799" y="28612"/>
                </a:cubicBezTo>
                <a:cubicBezTo>
                  <a:pt x="114836" y="28612"/>
                  <a:pt x="114872" y="28536"/>
                  <a:pt x="114872" y="28536"/>
                </a:cubicBezTo>
                <a:cubicBezTo>
                  <a:pt x="114909" y="28536"/>
                  <a:pt x="114946" y="28461"/>
                  <a:pt x="114977" y="28461"/>
                </a:cubicBezTo>
                <a:cubicBezTo>
                  <a:pt x="115050" y="28386"/>
                  <a:pt x="115050" y="28236"/>
                  <a:pt x="115124" y="28160"/>
                </a:cubicBezTo>
                <a:cubicBezTo>
                  <a:pt x="115124" y="28085"/>
                  <a:pt x="115160" y="28010"/>
                  <a:pt x="115197" y="28010"/>
                </a:cubicBezTo>
                <a:cubicBezTo>
                  <a:pt x="115234" y="28010"/>
                  <a:pt x="115271" y="28010"/>
                  <a:pt x="115307" y="28010"/>
                </a:cubicBezTo>
                <a:cubicBezTo>
                  <a:pt x="115418" y="28010"/>
                  <a:pt x="115454" y="28010"/>
                  <a:pt x="115522" y="28085"/>
                </a:cubicBezTo>
                <a:cubicBezTo>
                  <a:pt x="115558" y="28085"/>
                  <a:pt x="115558" y="28160"/>
                  <a:pt x="115595" y="28160"/>
                </a:cubicBezTo>
                <a:cubicBezTo>
                  <a:pt x="115632" y="28236"/>
                  <a:pt x="115632" y="28311"/>
                  <a:pt x="115669" y="28311"/>
                </a:cubicBezTo>
                <a:cubicBezTo>
                  <a:pt x="115705" y="28311"/>
                  <a:pt x="115705" y="28311"/>
                  <a:pt x="115742" y="28386"/>
                </a:cubicBezTo>
                <a:cubicBezTo>
                  <a:pt x="115816" y="28386"/>
                  <a:pt x="115852" y="28386"/>
                  <a:pt x="115926" y="28386"/>
                </a:cubicBezTo>
                <a:cubicBezTo>
                  <a:pt x="116030" y="28386"/>
                  <a:pt x="116030" y="28386"/>
                  <a:pt x="116030" y="28386"/>
                </a:cubicBezTo>
                <a:cubicBezTo>
                  <a:pt x="116067" y="28386"/>
                  <a:pt x="116067" y="28386"/>
                  <a:pt x="116104" y="28386"/>
                </a:cubicBezTo>
                <a:cubicBezTo>
                  <a:pt x="116104" y="27935"/>
                  <a:pt x="116104" y="27935"/>
                  <a:pt x="116104" y="27935"/>
                </a:cubicBezTo>
                <a:cubicBezTo>
                  <a:pt x="116067" y="27860"/>
                  <a:pt x="116067" y="27860"/>
                  <a:pt x="116030" y="27797"/>
                </a:cubicBezTo>
                <a:cubicBezTo>
                  <a:pt x="116030" y="27797"/>
                  <a:pt x="116000" y="27797"/>
                  <a:pt x="115963" y="27722"/>
                </a:cubicBezTo>
                <a:cubicBezTo>
                  <a:pt x="115963" y="27646"/>
                  <a:pt x="115963" y="27646"/>
                  <a:pt x="115963" y="27571"/>
                </a:cubicBezTo>
                <a:cubicBezTo>
                  <a:pt x="115926" y="27421"/>
                  <a:pt x="115926" y="27421"/>
                  <a:pt x="115926" y="27421"/>
                </a:cubicBezTo>
                <a:cubicBezTo>
                  <a:pt x="115889" y="27346"/>
                  <a:pt x="115889" y="27346"/>
                  <a:pt x="115852" y="27271"/>
                </a:cubicBezTo>
                <a:cubicBezTo>
                  <a:pt x="115852" y="27195"/>
                  <a:pt x="115816" y="27195"/>
                  <a:pt x="115816" y="27120"/>
                </a:cubicBezTo>
                <a:cubicBezTo>
                  <a:pt x="115816" y="27120"/>
                  <a:pt x="115816" y="27045"/>
                  <a:pt x="115779" y="26970"/>
                </a:cubicBezTo>
                <a:cubicBezTo>
                  <a:pt x="115779" y="26531"/>
                  <a:pt x="115779" y="26531"/>
                  <a:pt x="115779" y="26531"/>
                </a:cubicBezTo>
                <a:cubicBezTo>
                  <a:pt x="115705" y="26531"/>
                  <a:pt x="115632" y="26606"/>
                  <a:pt x="115595" y="26456"/>
                </a:cubicBezTo>
                <a:cubicBezTo>
                  <a:pt x="115558" y="26456"/>
                  <a:pt x="115558" y="26381"/>
                  <a:pt x="115558" y="26381"/>
                </a:cubicBezTo>
                <a:cubicBezTo>
                  <a:pt x="115522" y="26306"/>
                  <a:pt x="115558" y="26230"/>
                  <a:pt x="115522" y="26230"/>
                </a:cubicBezTo>
                <a:cubicBezTo>
                  <a:pt x="115522" y="26155"/>
                  <a:pt x="115522" y="26080"/>
                  <a:pt x="115485" y="26080"/>
                </a:cubicBezTo>
                <a:cubicBezTo>
                  <a:pt x="115485" y="26005"/>
                  <a:pt x="115454" y="26005"/>
                  <a:pt x="115418" y="26005"/>
                </a:cubicBezTo>
                <a:cubicBezTo>
                  <a:pt x="115050" y="26005"/>
                  <a:pt x="115050" y="26005"/>
                  <a:pt x="115050" y="26005"/>
                </a:cubicBezTo>
                <a:cubicBezTo>
                  <a:pt x="115013" y="26005"/>
                  <a:pt x="115013" y="26005"/>
                  <a:pt x="114977" y="26005"/>
                </a:cubicBezTo>
                <a:cubicBezTo>
                  <a:pt x="114946" y="25930"/>
                  <a:pt x="114977" y="25854"/>
                  <a:pt x="114946" y="25854"/>
                </a:cubicBezTo>
                <a:cubicBezTo>
                  <a:pt x="114977" y="25779"/>
                  <a:pt x="114977" y="25716"/>
                  <a:pt x="115013" y="25716"/>
                </a:cubicBezTo>
                <a:cubicBezTo>
                  <a:pt x="115013" y="25716"/>
                  <a:pt x="115050" y="25716"/>
                  <a:pt x="115087" y="25641"/>
                </a:cubicBezTo>
                <a:cubicBezTo>
                  <a:pt x="115124" y="25641"/>
                  <a:pt x="115124" y="25566"/>
                  <a:pt x="115160" y="25491"/>
                </a:cubicBezTo>
                <a:cubicBezTo>
                  <a:pt x="115160" y="25491"/>
                  <a:pt x="115197" y="25491"/>
                  <a:pt x="115234" y="25491"/>
                </a:cubicBezTo>
                <a:cubicBezTo>
                  <a:pt x="115271" y="25491"/>
                  <a:pt x="115271" y="25491"/>
                  <a:pt x="115271" y="25491"/>
                </a:cubicBezTo>
                <a:cubicBezTo>
                  <a:pt x="115344" y="25566"/>
                  <a:pt x="115381" y="25716"/>
                  <a:pt x="115418" y="25716"/>
                </a:cubicBezTo>
                <a:cubicBezTo>
                  <a:pt x="115852" y="25716"/>
                  <a:pt x="115852" y="25716"/>
                  <a:pt x="115852" y="25716"/>
                </a:cubicBezTo>
                <a:cubicBezTo>
                  <a:pt x="115926" y="25716"/>
                  <a:pt x="115963" y="25716"/>
                  <a:pt x="116000" y="25716"/>
                </a:cubicBezTo>
                <a:cubicBezTo>
                  <a:pt x="116067" y="25716"/>
                  <a:pt x="116104" y="25716"/>
                  <a:pt x="116140" y="25716"/>
                </a:cubicBezTo>
                <a:cubicBezTo>
                  <a:pt x="116214" y="25641"/>
                  <a:pt x="116214" y="25566"/>
                  <a:pt x="116251" y="25491"/>
                </a:cubicBezTo>
                <a:cubicBezTo>
                  <a:pt x="116287" y="25416"/>
                  <a:pt x="116324" y="25340"/>
                  <a:pt x="116324" y="25340"/>
                </a:cubicBezTo>
                <a:cubicBezTo>
                  <a:pt x="116361" y="25265"/>
                  <a:pt x="116398" y="25265"/>
                  <a:pt x="116398" y="25265"/>
                </a:cubicBezTo>
                <a:cubicBezTo>
                  <a:pt x="116434" y="25190"/>
                  <a:pt x="116398" y="25115"/>
                  <a:pt x="116398" y="25040"/>
                </a:cubicBezTo>
                <a:cubicBezTo>
                  <a:pt x="116398" y="24965"/>
                  <a:pt x="116434" y="24889"/>
                  <a:pt x="116398" y="24814"/>
                </a:cubicBezTo>
                <a:cubicBezTo>
                  <a:pt x="116398" y="24751"/>
                  <a:pt x="116361" y="24814"/>
                  <a:pt x="116324" y="24751"/>
                </a:cubicBezTo>
                <a:lnTo>
                  <a:pt x="116324" y="24664"/>
                </a:lnTo>
                <a:cubicBezTo>
                  <a:pt x="116324" y="24225"/>
                  <a:pt x="116324" y="24225"/>
                  <a:pt x="116324" y="24225"/>
                </a:cubicBezTo>
                <a:cubicBezTo>
                  <a:pt x="116398" y="24225"/>
                  <a:pt x="116434" y="24150"/>
                  <a:pt x="116508" y="24150"/>
                </a:cubicBezTo>
                <a:cubicBezTo>
                  <a:pt x="116575" y="24150"/>
                  <a:pt x="116649" y="24300"/>
                  <a:pt x="116686" y="24451"/>
                </a:cubicBezTo>
                <a:cubicBezTo>
                  <a:pt x="116686" y="24526"/>
                  <a:pt x="116649" y="24526"/>
                  <a:pt x="116686" y="24601"/>
                </a:cubicBezTo>
                <a:cubicBezTo>
                  <a:pt x="116686" y="24664"/>
                  <a:pt x="116686" y="24664"/>
                  <a:pt x="116686" y="24751"/>
                </a:cubicBezTo>
                <a:cubicBezTo>
                  <a:pt x="116722" y="24889"/>
                  <a:pt x="116759" y="24889"/>
                  <a:pt x="116796" y="25040"/>
                </a:cubicBezTo>
                <a:cubicBezTo>
                  <a:pt x="117378" y="25040"/>
                  <a:pt x="117378" y="25040"/>
                  <a:pt x="117378" y="25040"/>
                </a:cubicBezTo>
                <a:cubicBezTo>
                  <a:pt x="117415" y="25040"/>
                  <a:pt x="117415" y="25040"/>
                  <a:pt x="117451" y="25040"/>
                </a:cubicBezTo>
                <a:cubicBezTo>
                  <a:pt x="117488" y="25040"/>
                  <a:pt x="117525" y="25115"/>
                  <a:pt x="117562" y="25115"/>
                </a:cubicBezTo>
                <a:cubicBezTo>
                  <a:pt x="117562" y="25190"/>
                  <a:pt x="117592" y="25190"/>
                  <a:pt x="117629" y="25265"/>
                </a:cubicBezTo>
                <a:cubicBezTo>
                  <a:pt x="117629" y="25416"/>
                  <a:pt x="117629" y="25491"/>
                  <a:pt x="117629" y="25641"/>
                </a:cubicBezTo>
                <a:cubicBezTo>
                  <a:pt x="117960" y="25641"/>
                  <a:pt x="117960" y="25641"/>
                  <a:pt x="117960" y="25641"/>
                </a:cubicBezTo>
                <a:cubicBezTo>
                  <a:pt x="117996" y="25641"/>
                  <a:pt x="118033" y="25716"/>
                  <a:pt x="118101" y="25779"/>
                </a:cubicBezTo>
                <a:cubicBezTo>
                  <a:pt x="118101" y="25854"/>
                  <a:pt x="118101" y="25930"/>
                  <a:pt x="118137" y="25930"/>
                </a:cubicBezTo>
                <a:cubicBezTo>
                  <a:pt x="118174" y="26005"/>
                  <a:pt x="118211" y="26080"/>
                  <a:pt x="118284" y="26155"/>
                </a:cubicBezTo>
                <a:cubicBezTo>
                  <a:pt x="118321" y="26155"/>
                  <a:pt x="118321" y="26155"/>
                  <a:pt x="118358" y="26230"/>
                </a:cubicBezTo>
                <a:cubicBezTo>
                  <a:pt x="118395" y="26230"/>
                  <a:pt x="118431" y="26306"/>
                  <a:pt x="118468" y="26306"/>
                </a:cubicBezTo>
                <a:cubicBezTo>
                  <a:pt x="118505" y="26306"/>
                  <a:pt x="118505" y="26306"/>
                  <a:pt x="118505" y="26306"/>
                </a:cubicBezTo>
                <a:cubicBezTo>
                  <a:pt x="118542" y="26306"/>
                  <a:pt x="118578" y="26230"/>
                  <a:pt x="118578" y="26230"/>
                </a:cubicBezTo>
                <a:cubicBezTo>
                  <a:pt x="118578" y="26155"/>
                  <a:pt x="118578" y="26080"/>
                  <a:pt x="118578" y="26080"/>
                </a:cubicBezTo>
                <a:cubicBezTo>
                  <a:pt x="118578" y="25930"/>
                  <a:pt x="118578" y="25854"/>
                  <a:pt x="118578" y="25779"/>
                </a:cubicBezTo>
                <a:cubicBezTo>
                  <a:pt x="118578" y="25716"/>
                  <a:pt x="118578" y="25716"/>
                  <a:pt x="118578" y="25641"/>
                </a:cubicBezTo>
                <a:cubicBezTo>
                  <a:pt x="118646" y="25641"/>
                  <a:pt x="118646" y="25641"/>
                  <a:pt x="118646" y="25641"/>
                </a:cubicBezTo>
                <a:cubicBezTo>
                  <a:pt x="118683" y="25641"/>
                  <a:pt x="118719" y="25641"/>
                  <a:pt x="118756" y="25566"/>
                </a:cubicBezTo>
                <a:cubicBezTo>
                  <a:pt x="118756" y="25416"/>
                  <a:pt x="118793" y="25340"/>
                  <a:pt x="118756" y="25190"/>
                </a:cubicBezTo>
                <a:cubicBezTo>
                  <a:pt x="118756" y="25115"/>
                  <a:pt x="118756" y="25040"/>
                  <a:pt x="118756" y="25040"/>
                </a:cubicBezTo>
                <a:cubicBezTo>
                  <a:pt x="118756" y="24965"/>
                  <a:pt x="118756" y="24889"/>
                  <a:pt x="118756" y="24889"/>
                </a:cubicBezTo>
                <a:cubicBezTo>
                  <a:pt x="118756" y="24814"/>
                  <a:pt x="118756" y="24751"/>
                  <a:pt x="118756" y="24751"/>
                </a:cubicBezTo>
                <a:cubicBezTo>
                  <a:pt x="118793" y="24664"/>
                  <a:pt x="118830" y="24664"/>
                  <a:pt x="118830" y="24664"/>
                </a:cubicBezTo>
                <a:cubicBezTo>
                  <a:pt x="118903" y="24751"/>
                  <a:pt x="118903" y="24814"/>
                  <a:pt x="118977" y="24889"/>
                </a:cubicBezTo>
                <a:cubicBezTo>
                  <a:pt x="119013" y="24889"/>
                  <a:pt x="119013" y="24965"/>
                  <a:pt x="119050" y="24965"/>
                </a:cubicBezTo>
                <a:cubicBezTo>
                  <a:pt x="119117" y="24965"/>
                  <a:pt x="119117" y="24965"/>
                  <a:pt x="119117" y="24965"/>
                </a:cubicBezTo>
                <a:cubicBezTo>
                  <a:pt x="119154" y="24965"/>
                  <a:pt x="119154" y="24965"/>
                  <a:pt x="119191" y="24965"/>
                </a:cubicBezTo>
                <a:cubicBezTo>
                  <a:pt x="119228" y="24965"/>
                  <a:pt x="119228" y="24965"/>
                  <a:pt x="119264" y="24889"/>
                </a:cubicBezTo>
                <a:cubicBezTo>
                  <a:pt x="119264" y="24889"/>
                  <a:pt x="119301" y="24814"/>
                  <a:pt x="119301" y="24751"/>
                </a:cubicBezTo>
                <a:cubicBezTo>
                  <a:pt x="119338" y="24751"/>
                  <a:pt x="119375" y="24664"/>
                  <a:pt x="119375" y="24664"/>
                </a:cubicBezTo>
                <a:cubicBezTo>
                  <a:pt x="119411" y="24601"/>
                  <a:pt x="119411" y="24526"/>
                  <a:pt x="119411" y="24526"/>
                </a:cubicBezTo>
                <a:cubicBezTo>
                  <a:pt x="119448" y="24526"/>
                  <a:pt x="119448" y="24526"/>
                  <a:pt x="119485" y="24526"/>
                </a:cubicBezTo>
                <a:cubicBezTo>
                  <a:pt x="119522" y="24526"/>
                  <a:pt x="119522" y="24451"/>
                  <a:pt x="119558" y="24451"/>
                </a:cubicBezTo>
                <a:cubicBezTo>
                  <a:pt x="119595" y="24375"/>
                  <a:pt x="119626" y="24375"/>
                  <a:pt x="119626" y="24375"/>
                </a:cubicBezTo>
                <a:cubicBezTo>
                  <a:pt x="119626" y="24300"/>
                  <a:pt x="119626" y="24225"/>
                  <a:pt x="119626" y="24225"/>
                </a:cubicBezTo>
                <a:cubicBezTo>
                  <a:pt x="119626" y="24075"/>
                  <a:pt x="119595" y="24000"/>
                  <a:pt x="119522" y="24000"/>
                </a:cubicBezTo>
                <a:cubicBezTo>
                  <a:pt x="119522" y="23924"/>
                  <a:pt x="119485" y="23924"/>
                  <a:pt x="119485" y="23924"/>
                </a:cubicBezTo>
                <a:cubicBezTo>
                  <a:pt x="119411" y="23849"/>
                  <a:pt x="119375" y="23924"/>
                  <a:pt x="119338" y="23849"/>
                </a:cubicBezTo>
                <a:cubicBezTo>
                  <a:pt x="119301" y="23849"/>
                  <a:pt x="119338" y="23774"/>
                  <a:pt x="119301" y="23699"/>
                </a:cubicBezTo>
                <a:cubicBezTo>
                  <a:pt x="119301" y="23699"/>
                  <a:pt x="119264" y="23636"/>
                  <a:pt x="119264" y="23561"/>
                </a:cubicBezTo>
                <a:cubicBezTo>
                  <a:pt x="119228" y="23561"/>
                  <a:pt x="119228" y="23561"/>
                  <a:pt x="119191" y="23486"/>
                </a:cubicBezTo>
                <a:cubicBezTo>
                  <a:pt x="119154" y="23410"/>
                  <a:pt x="119081" y="23410"/>
                  <a:pt x="119050" y="23410"/>
                </a:cubicBezTo>
                <a:cubicBezTo>
                  <a:pt x="118977" y="23410"/>
                  <a:pt x="118977" y="23410"/>
                  <a:pt x="118977" y="23410"/>
                </a:cubicBezTo>
                <a:cubicBezTo>
                  <a:pt x="118903" y="23410"/>
                  <a:pt x="118903" y="23486"/>
                  <a:pt x="118830" y="23486"/>
                </a:cubicBezTo>
                <a:cubicBezTo>
                  <a:pt x="118756" y="23486"/>
                  <a:pt x="118719" y="23410"/>
                  <a:pt x="118646" y="23410"/>
                </a:cubicBezTo>
                <a:cubicBezTo>
                  <a:pt x="118578" y="23410"/>
                  <a:pt x="118578" y="23410"/>
                  <a:pt x="118578" y="23410"/>
                </a:cubicBezTo>
                <a:cubicBezTo>
                  <a:pt x="118542" y="23410"/>
                  <a:pt x="118542" y="23410"/>
                  <a:pt x="118505" y="23410"/>
                </a:cubicBezTo>
                <a:cubicBezTo>
                  <a:pt x="118468" y="23410"/>
                  <a:pt x="118431" y="23335"/>
                  <a:pt x="118431" y="23335"/>
                </a:cubicBezTo>
                <a:cubicBezTo>
                  <a:pt x="118395" y="23260"/>
                  <a:pt x="118395" y="23185"/>
                  <a:pt x="118358" y="23185"/>
                </a:cubicBezTo>
                <a:cubicBezTo>
                  <a:pt x="118321" y="23185"/>
                  <a:pt x="118284" y="23185"/>
                  <a:pt x="118284" y="23185"/>
                </a:cubicBezTo>
                <a:cubicBezTo>
                  <a:pt x="118248" y="23185"/>
                  <a:pt x="118211" y="23185"/>
                  <a:pt x="118174" y="23185"/>
                </a:cubicBezTo>
                <a:cubicBezTo>
                  <a:pt x="118174" y="23185"/>
                  <a:pt x="118137" y="23260"/>
                  <a:pt x="118101" y="23260"/>
                </a:cubicBezTo>
                <a:cubicBezTo>
                  <a:pt x="118137" y="23335"/>
                  <a:pt x="118137" y="23410"/>
                  <a:pt x="118174" y="23410"/>
                </a:cubicBezTo>
                <a:cubicBezTo>
                  <a:pt x="118211" y="23410"/>
                  <a:pt x="118211" y="23410"/>
                  <a:pt x="118248" y="23410"/>
                </a:cubicBezTo>
                <a:cubicBezTo>
                  <a:pt x="118248" y="23410"/>
                  <a:pt x="118284" y="23486"/>
                  <a:pt x="118321" y="23486"/>
                </a:cubicBezTo>
                <a:cubicBezTo>
                  <a:pt x="118358" y="23561"/>
                  <a:pt x="118321" y="23636"/>
                  <a:pt x="118321" y="23699"/>
                </a:cubicBezTo>
                <a:cubicBezTo>
                  <a:pt x="118321" y="23774"/>
                  <a:pt x="118321" y="23774"/>
                  <a:pt x="118321" y="23774"/>
                </a:cubicBezTo>
                <a:cubicBezTo>
                  <a:pt x="118321" y="23774"/>
                  <a:pt x="118321" y="23849"/>
                  <a:pt x="118321" y="23924"/>
                </a:cubicBezTo>
                <a:cubicBezTo>
                  <a:pt x="118284" y="24000"/>
                  <a:pt x="118248" y="24000"/>
                  <a:pt x="118211" y="24000"/>
                </a:cubicBezTo>
                <a:cubicBezTo>
                  <a:pt x="118101" y="24000"/>
                  <a:pt x="118064" y="23924"/>
                  <a:pt x="118033" y="23774"/>
                </a:cubicBezTo>
                <a:cubicBezTo>
                  <a:pt x="118033" y="23699"/>
                  <a:pt x="118033" y="23699"/>
                  <a:pt x="118033" y="23636"/>
                </a:cubicBezTo>
                <a:cubicBezTo>
                  <a:pt x="118033" y="22734"/>
                  <a:pt x="118033" y="22734"/>
                  <a:pt x="118033" y="22734"/>
                </a:cubicBezTo>
                <a:cubicBezTo>
                  <a:pt x="118033" y="22671"/>
                  <a:pt x="117996" y="22671"/>
                  <a:pt x="117960" y="22583"/>
                </a:cubicBezTo>
                <a:cubicBezTo>
                  <a:pt x="117923" y="22583"/>
                  <a:pt x="117923" y="22583"/>
                  <a:pt x="117886" y="22583"/>
                </a:cubicBezTo>
                <a:cubicBezTo>
                  <a:pt x="117849" y="22521"/>
                  <a:pt x="117849" y="22521"/>
                  <a:pt x="117813" y="22521"/>
                </a:cubicBezTo>
                <a:cubicBezTo>
                  <a:pt x="117739" y="22521"/>
                  <a:pt x="117739" y="22521"/>
                  <a:pt x="117739" y="22521"/>
                </a:cubicBezTo>
                <a:cubicBezTo>
                  <a:pt x="117702" y="22521"/>
                  <a:pt x="117702" y="22445"/>
                  <a:pt x="117666" y="22445"/>
                </a:cubicBezTo>
                <a:cubicBezTo>
                  <a:pt x="117592" y="22445"/>
                  <a:pt x="117562" y="22445"/>
                  <a:pt x="117525" y="22445"/>
                </a:cubicBezTo>
                <a:cubicBezTo>
                  <a:pt x="117488" y="22370"/>
                  <a:pt x="117488" y="22295"/>
                  <a:pt x="117451" y="22295"/>
                </a:cubicBezTo>
                <a:cubicBezTo>
                  <a:pt x="117415" y="22220"/>
                  <a:pt x="117378" y="22220"/>
                  <a:pt x="117378" y="22220"/>
                </a:cubicBezTo>
                <a:cubicBezTo>
                  <a:pt x="117341" y="22220"/>
                  <a:pt x="117304" y="22145"/>
                  <a:pt x="117267" y="22145"/>
                </a:cubicBezTo>
                <a:cubicBezTo>
                  <a:pt x="117231" y="22145"/>
                  <a:pt x="117194" y="22069"/>
                  <a:pt x="117157" y="22069"/>
                </a:cubicBezTo>
                <a:cubicBezTo>
                  <a:pt x="117120" y="21994"/>
                  <a:pt x="117084" y="21994"/>
                  <a:pt x="117084" y="21919"/>
                </a:cubicBezTo>
                <a:cubicBezTo>
                  <a:pt x="117047" y="21844"/>
                  <a:pt x="117016" y="21844"/>
                  <a:pt x="117016" y="21769"/>
                </a:cubicBezTo>
                <a:cubicBezTo>
                  <a:pt x="116980" y="21693"/>
                  <a:pt x="117016" y="21618"/>
                  <a:pt x="116980" y="21618"/>
                </a:cubicBezTo>
                <a:cubicBezTo>
                  <a:pt x="116980" y="21618"/>
                  <a:pt x="116943" y="21618"/>
                  <a:pt x="116906" y="21618"/>
                </a:cubicBezTo>
                <a:cubicBezTo>
                  <a:pt x="116869" y="21556"/>
                  <a:pt x="116869" y="21556"/>
                  <a:pt x="116833" y="21556"/>
                </a:cubicBezTo>
                <a:cubicBezTo>
                  <a:pt x="116759" y="21556"/>
                  <a:pt x="116722" y="21556"/>
                  <a:pt x="116686" y="21556"/>
                </a:cubicBezTo>
                <a:cubicBezTo>
                  <a:pt x="116649" y="21556"/>
                  <a:pt x="116612" y="21480"/>
                  <a:pt x="116612" y="21480"/>
                </a:cubicBezTo>
                <a:cubicBezTo>
                  <a:pt x="116539" y="21480"/>
                  <a:pt x="116508" y="21480"/>
                  <a:pt x="116434" y="21480"/>
                </a:cubicBezTo>
                <a:cubicBezTo>
                  <a:pt x="116434" y="21330"/>
                  <a:pt x="116471" y="21180"/>
                  <a:pt x="116398" y="21104"/>
                </a:cubicBezTo>
                <a:cubicBezTo>
                  <a:pt x="116361" y="20954"/>
                  <a:pt x="116287" y="20879"/>
                  <a:pt x="116214" y="20804"/>
                </a:cubicBezTo>
                <a:cubicBezTo>
                  <a:pt x="116140" y="20728"/>
                  <a:pt x="116140" y="20653"/>
                  <a:pt x="116104" y="20653"/>
                </a:cubicBezTo>
                <a:cubicBezTo>
                  <a:pt x="116067" y="20578"/>
                  <a:pt x="116030" y="20578"/>
                  <a:pt x="115963" y="20578"/>
                </a:cubicBezTo>
                <a:cubicBezTo>
                  <a:pt x="115926" y="20503"/>
                  <a:pt x="115889" y="20578"/>
                  <a:pt x="115816" y="20578"/>
                </a:cubicBezTo>
                <a:cubicBezTo>
                  <a:pt x="115779" y="20578"/>
                  <a:pt x="115779" y="20503"/>
                  <a:pt x="115742" y="20503"/>
                </a:cubicBezTo>
                <a:cubicBezTo>
                  <a:pt x="115705" y="20440"/>
                  <a:pt x="115669" y="20440"/>
                  <a:pt x="115669" y="20440"/>
                </a:cubicBezTo>
                <a:cubicBezTo>
                  <a:pt x="115632" y="20365"/>
                  <a:pt x="115632" y="20290"/>
                  <a:pt x="115595" y="20290"/>
                </a:cubicBezTo>
                <a:cubicBezTo>
                  <a:pt x="115558" y="20290"/>
                  <a:pt x="115522" y="20290"/>
                  <a:pt x="115522" y="20290"/>
                </a:cubicBezTo>
                <a:cubicBezTo>
                  <a:pt x="115485" y="20215"/>
                  <a:pt x="115485" y="20215"/>
                  <a:pt x="115454" y="20215"/>
                </a:cubicBezTo>
                <a:cubicBezTo>
                  <a:pt x="115381" y="20215"/>
                  <a:pt x="115381" y="20215"/>
                  <a:pt x="115381" y="20215"/>
                </a:cubicBezTo>
                <a:cubicBezTo>
                  <a:pt x="115307" y="20215"/>
                  <a:pt x="115307" y="20215"/>
                  <a:pt x="115307" y="20215"/>
                </a:cubicBezTo>
                <a:cubicBezTo>
                  <a:pt x="115271" y="20215"/>
                  <a:pt x="115271" y="20139"/>
                  <a:pt x="115234" y="20139"/>
                </a:cubicBezTo>
                <a:cubicBezTo>
                  <a:pt x="115197" y="20139"/>
                  <a:pt x="115160" y="20064"/>
                  <a:pt x="115160" y="20064"/>
                </a:cubicBezTo>
                <a:cubicBezTo>
                  <a:pt x="115087" y="19989"/>
                  <a:pt x="115013" y="19989"/>
                  <a:pt x="114977" y="19914"/>
                </a:cubicBezTo>
                <a:cubicBezTo>
                  <a:pt x="114946" y="19914"/>
                  <a:pt x="114946" y="19839"/>
                  <a:pt x="114909" y="19763"/>
                </a:cubicBezTo>
                <a:cubicBezTo>
                  <a:pt x="114836" y="19763"/>
                  <a:pt x="114762" y="19763"/>
                  <a:pt x="114689" y="19763"/>
                </a:cubicBezTo>
                <a:cubicBezTo>
                  <a:pt x="114578" y="19763"/>
                  <a:pt x="114578" y="19763"/>
                  <a:pt x="114578" y="19763"/>
                </a:cubicBezTo>
                <a:cubicBezTo>
                  <a:pt x="114542" y="19763"/>
                  <a:pt x="114542" y="19839"/>
                  <a:pt x="114505" y="19839"/>
                </a:cubicBezTo>
                <a:cubicBezTo>
                  <a:pt x="114468" y="19914"/>
                  <a:pt x="114468" y="19989"/>
                  <a:pt x="114437" y="19989"/>
                </a:cubicBezTo>
                <a:cubicBezTo>
                  <a:pt x="114401" y="20064"/>
                  <a:pt x="114364" y="20064"/>
                  <a:pt x="114327" y="20064"/>
                </a:cubicBezTo>
                <a:cubicBezTo>
                  <a:pt x="114254" y="20064"/>
                  <a:pt x="114217" y="19989"/>
                  <a:pt x="114143" y="19989"/>
                </a:cubicBezTo>
                <a:cubicBezTo>
                  <a:pt x="114070" y="19989"/>
                  <a:pt x="114070" y="19989"/>
                  <a:pt x="114070" y="19989"/>
                </a:cubicBezTo>
                <a:cubicBezTo>
                  <a:pt x="114033" y="19989"/>
                  <a:pt x="113996" y="19989"/>
                  <a:pt x="113960" y="19914"/>
                </a:cubicBezTo>
                <a:cubicBezTo>
                  <a:pt x="113929" y="19914"/>
                  <a:pt x="113929" y="19839"/>
                  <a:pt x="113892" y="19763"/>
                </a:cubicBezTo>
                <a:cubicBezTo>
                  <a:pt x="113892" y="19763"/>
                  <a:pt x="113856" y="19839"/>
                  <a:pt x="113856" y="19763"/>
                </a:cubicBezTo>
                <a:cubicBezTo>
                  <a:pt x="113782" y="19763"/>
                  <a:pt x="113745" y="19763"/>
                  <a:pt x="113672" y="19688"/>
                </a:cubicBezTo>
                <a:cubicBezTo>
                  <a:pt x="113635" y="19613"/>
                  <a:pt x="113598" y="19538"/>
                  <a:pt x="113525" y="19538"/>
                </a:cubicBezTo>
                <a:cubicBezTo>
                  <a:pt x="113525" y="19475"/>
                  <a:pt x="113488" y="19475"/>
                  <a:pt x="113457" y="19475"/>
                </a:cubicBezTo>
                <a:cubicBezTo>
                  <a:pt x="113415" y="19475"/>
                  <a:pt x="113415" y="19475"/>
                  <a:pt x="113384" y="19475"/>
                </a:cubicBezTo>
                <a:cubicBezTo>
                  <a:pt x="113310" y="19475"/>
                  <a:pt x="113310" y="19475"/>
                  <a:pt x="113274" y="19475"/>
                </a:cubicBezTo>
                <a:cubicBezTo>
                  <a:pt x="113237" y="19475"/>
                  <a:pt x="113200" y="19538"/>
                  <a:pt x="113200" y="19538"/>
                </a:cubicBezTo>
                <a:cubicBezTo>
                  <a:pt x="113163" y="19613"/>
                  <a:pt x="113127" y="19613"/>
                  <a:pt x="113127" y="19688"/>
                </a:cubicBezTo>
                <a:cubicBezTo>
                  <a:pt x="113127" y="19688"/>
                  <a:pt x="113163" y="19763"/>
                  <a:pt x="113127" y="19763"/>
                </a:cubicBezTo>
                <a:cubicBezTo>
                  <a:pt x="113127" y="19839"/>
                  <a:pt x="113090" y="19914"/>
                  <a:pt x="113090" y="19914"/>
                </a:cubicBezTo>
                <a:cubicBezTo>
                  <a:pt x="113090" y="19989"/>
                  <a:pt x="113053" y="20064"/>
                  <a:pt x="113053" y="20064"/>
                </a:cubicBezTo>
                <a:cubicBezTo>
                  <a:pt x="113016" y="20139"/>
                  <a:pt x="113016" y="20139"/>
                  <a:pt x="112980" y="20215"/>
                </a:cubicBezTo>
                <a:cubicBezTo>
                  <a:pt x="113016" y="20215"/>
                  <a:pt x="113016" y="20215"/>
                  <a:pt x="113053" y="20290"/>
                </a:cubicBezTo>
                <a:cubicBezTo>
                  <a:pt x="113090" y="20290"/>
                  <a:pt x="113090" y="20365"/>
                  <a:pt x="113127" y="20365"/>
                </a:cubicBezTo>
                <a:cubicBezTo>
                  <a:pt x="113127" y="20440"/>
                  <a:pt x="113163" y="20440"/>
                  <a:pt x="113200" y="20440"/>
                </a:cubicBezTo>
                <a:cubicBezTo>
                  <a:pt x="113237" y="20503"/>
                  <a:pt x="113237" y="20653"/>
                  <a:pt x="113237" y="20728"/>
                </a:cubicBezTo>
                <a:cubicBezTo>
                  <a:pt x="113237" y="20804"/>
                  <a:pt x="113237" y="20804"/>
                  <a:pt x="113237" y="20879"/>
                </a:cubicBezTo>
                <a:cubicBezTo>
                  <a:pt x="113200" y="20954"/>
                  <a:pt x="113163" y="20954"/>
                  <a:pt x="113163" y="21029"/>
                </a:cubicBezTo>
                <a:cubicBezTo>
                  <a:pt x="113127" y="21029"/>
                  <a:pt x="113127" y="21104"/>
                  <a:pt x="113127" y="21180"/>
                </a:cubicBezTo>
                <a:cubicBezTo>
                  <a:pt x="113090" y="21180"/>
                  <a:pt x="113090" y="21255"/>
                  <a:pt x="113053" y="21255"/>
                </a:cubicBezTo>
                <a:cubicBezTo>
                  <a:pt x="112765" y="21255"/>
                  <a:pt x="112765" y="21255"/>
                  <a:pt x="112765" y="21255"/>
                </a:cubicBezTo>
                <a:cubicBezTo>
                  <a:pt x="112765" y="20728"/>
                  <a:pt x="112765" y="20728"/>
                  <a:pt x="112765" y="20728"/>
                </a:cubicBezTo>
                <a:cubicBezTo>
                  <a:pt x="112398" y="20728"/>
                  <a:pt x="112398" y="20728"/>
                  <a:pt x="112398" y="20728"/>
                </a:cubicBezTo>
                <a:cubicBezTo>
                  <a:pt x="112398" y="20215"/>
                  <a:pt x="112398" y="20215"/>
                  <a:pt x="112398" y="20215"/>
                </a:cubicBezTo>
                <a:cubicBezTo>
                  <a:pt x="112441" y="20215"/>
                  <a:pt x="112441" y="20215"/>
                  <a:pt x="112441" y="20215"/>
                </a:cubicBezTo>
                <a:cubicBezTo>
                  <a:pt x="112545" y="20215"/>
                  <a:pt x="112581" y="20215"/>
                  <a:pt x="112655" y="20215"/>
                </a:cubicBezTo>
                <a:cubicBezTo>
                  <a:pt x="112728" y="20139"/>
                  <a:pt x="112765" y="20064"/>
                  <a:pt x="112802" y="19989"/>
                </a:cubicBezTo>
                <a:cubicBezTo>
                  <a:pt x="112802" y="19839"/>
                  <a:pt x="112802" y="19839"/>
                  <a:pt x="112802" y="19839"/>
                </a:cubicBezTo>
                <a:cubicBezTo>
                  <a:pt x="112765" y="19839"/>
                  <a:pt x="112728" y="19839"/>
                  <a:pt x="112728" y="19839"/>
                </a:cubicBezTo>
                <a:cubicBezTo>
                  <a:pt x="112692" y="19839"/>
                  <a:pt x="112692" y="19763"/>
                  <a:pt x="112655" y="19763"/>
                </a:cubicBezTo>
                <a:cubicBezTo>
                  <a:pt x="112183" y="19763"/>
                  <a:pt x="112183" y="19763"/>
                  <a:pt x="112183" y="19763"/>
                </a:cubicBezTo>
                <a:cubicBezTo>
                  <a:pt x="112183" y="19914"/>
                  <a:pt x="112183" y="19989"/>
                  <a:pt x="112183" y="20064"/>
                </a:cubicBezTo>
                <a:cubicBezTo>
                  <a:pt x="112183" y="20139"/>
                  <a:pt x="112183" y="20215"/>
                  <a:pt x="112183" y="20215"/>
                </a:cubicBezTo>
                <a:cubicBezTo>
                  <a:pt x="112183" y="20290"/>
                  <a:pt x="112147" y="20365"/>
                  <a:pt x="112147" y="20365"/>
                </a:cubicBezTo>
                <a:cubicBezTo>
                  <a:pt x="112110" y="20440"/>
                  <a:pt x="112073" y="20365"/>
                  <a:pt x="112073" y="20440"/>
                </a:cubicBezTo>
                <a:cubicBezTo>
                  <a:pt x="112036" y="20440"/>
                  <a:pt x="112000" y="20503"/>
                  <a:pt x="111963" y="20503"/>
                </a:cubicBezTo>
                <a:cubicBezTo>
                  <a:pt x="111926" y="20503"/>
                  <a:pt x="111926" y="20503"/>
                  <a:pt x="111926" y="20503"/>
                </a:cubicBezTo>
                <a:cubicBezTo>
                  <a:pt x="111895" y="20440"/>
                  <a:pt x="111852" y="20440"/>
                  <a:pt x="111852" y="20365"/>
                </a:cubicBezTo>
                <a:cubicBezTo>
                  <a:pt x="111785" y="20365"/>
                  <a:pt x="111748" y="20290"/>
                  <a:pt x="111712" y="20290"/>
                </a:cubicBezTo>
                <a:cubicBezTo>
                  <a:pt x="111565" y="20215"/>
                  <a:pt x="111454" y="20290"/>
                  <a:pt x="111313" y="20290"/>
                </a:cubicBezTo>
                <a:cubicBezTo>
                  <a:pt x="111019" y="20290"/>
                  <a:pt x="111019" y="20290"/>
                  <a:pt x="111019" y="20290"/>
                </a:cubicBezTo>
                <a:cubicBezTo>
                  <a:pt x="110983" y="20290"/>
                  <a:pt x="110946" y="20290"/>
                  <a:pt x="110909" y="20290"/>
                </a:cubicBezTo>
                <a:cubicBezTo>
                  <a:pt x="110842" y="20290"/>
                  <a:pt x="110805" y="20440"/>
                  <a:pt x="110732" y="20440"/>
                </a:cubicBezTo>
                <a:cubicBezTo>
                  <a:pt x="110695" y="20440"/>
                  <a:pt x="110695" y="20440"/>
                  <a:pt x="110621" y="20440"/>
                </a:cubicBezTo>
                <a:cubicBezTo>
                  <a:pt x="110584" y="20440"/>
                  <a:pt x="110584" y="20440"/>
                  <a:pt x="110548" y="20440"/>
                </a:cubicBezTo>
                <a:cubicBezTo>
                  <a:pt x="110511" y="20440"/>
                  <a:pt x="110474" y="20440"/>
                  <a:pt x="110437" y="20365"/>
                </a:cubicBezTo>
                <a:cubicBezTo>
                  <a:pt x="110407" y="20290"/>
                  <a:pt x="110407" y="20215"/>
                  <a:pt x="110364" y="20215"/>
                </a:cubicBezTo>
                <a:cubicBezTo>
                  <a:pt x="110364" y="20139"/>
                  <a:pt x="110333" y="20139"/>
                  <a:pt x="110297" y="20139"/>
                </a:cubicBezTo>
                <a:cubicBezTo>
                  <a:pt x="110150" y="20139"/>
                  <a:pt x="110150" y="20139"/>
                  <a:pt x="110150" y="20139"/>
                </a:cubicBezTo>
                <a:cubicBezTo>
                  <a:pt x="110150" y="20215"/>
                  <a:pt x="110150" y="20290"/>
                  <a:pt x="110150" y="20365"/>
                </a:cubicBezTo>
                <a:cubicBezTo>
                  <a:pt x="110150" y="20440"/>
                  <a:pt x="110150" y="20440"/>
                  <a:pt x="110150" y="20503"/>
                </a:cubicBezTo>
                <a:cubicBezTo>
                  <a:pt x="110150" y="20954"/>
                  <a:pt x="110150" y="20954"/>
                  <a:pt x="110150" y="20954"/>
                </a:cubicBezTo>
                <a:cubicBezTo>
                  <a:pt x="110076" y="21029"/>
                  <a:pt x="110076" y="21029"/>
                  <a:pt x="110076" y="21029"/>
                </a:cubicBezTo>
                <a:cubicBezTo>
                  <a:pt x="110003" y="20954"/>
                  <a:pt x="110003" y="20954"/>
                  <a:pt x="110003" y="20954"/>
                </a:cubicBezTo>
                <a:cubicBezTo>
                  <a:pt x="110003" y="20653"/>
                  <a:pt x="110003" y="20653"/>
                  <a:pt x="110003" y="20653"/>
                </a:cubicBezTo>
                <a:cubicBezTo>
                  <a:pt x="110003" y="20578"/>
                  <a:pt x="110003" y="20440"/>
                  <a:pt x="109966" y="20365"/>
                </a:cubicBezTo>
                <a:cubicBezTo>
                  <a:pt x="109966" y="20290"/>
                  <a:pt x="109929" y="20290"/>
                  <a:pt x="109892" y="20290"/>
                </a:cubicBezTo>
                <a:cubicBezTo>
                  <a:pt x="109892" y="20215"/>
                  <a:pt x="109862" y="20215"/>
                  <a:pt x="109825" y="20215"/>
                </a:cubicBezTo>
                <a:cubicBezTo>
                  <a:pt x="109825" y="20215"/>
                  <a:pt x="109788" y="20139"/>
                  <a:pt x="109751" y="20139"/>
                </a:cubicBezTo>
                <a:cubicBezTo>
                  <a:pt x="109751" y="20139"/>
                  <a:pt x="109715" y="20139"/>
                  <a:pt x="109678" y="20064"/>
                </a:cubicBezTo>
                <a:cubicBezTo>
                  <a:pt x="109678" y="20064"/>
                  <a:pt x="109641" y="19989"/>
                  <a:pt x="109604" y="19914"/>
                </a:cubicBezTo>
                <a:cubicBezTo>
                  <a:pt x="109604" y="19839"/>
                  <a:pt x="109568" y="19763"/>
                  <a:pt x="109568" y="19688"/>
                </a:cubicBezTo>
                <a:cubicBezTo>
                  <a:pt x="109568" y="19538"/>
                  <a:pt x="109604" y="19475"/>
                  <a:pt x="109604" y="19325"/>
                </a:cubicBezTo>
                <a:cubicBezTo>
                  <a:pt x="109604" y="19325"/>
                  <a:pt x="109641" y="19250"/>
                  <a:pt x="109641" y="19174"/>
                </a:cubicBezTo>
                <a:cubicBezTo>
                  <a:pt x="109641" y="19099"/>
                  <a:pt x="109604" y="19099"/>
                  <a:pt x="109604" y="19024"/>
                </a:cubicBezTo>
                <a:cubicBezTo>
                  <a:pt x="109604" y="18949"/>
                  <a:pt x="109568" y="18949"/>
                  <a:pt x="109568" y="18874"/>
                </a:cubicBezTo>
                <a:cubicBezTo>
                  <a:pt x="109531" y="18874"/>
                  <a:pt x="109531" y="18798"/>
                  <a:pt x="109531" y="18723"/>
                </a:cubicBezTo>
                <a:cubicBezTo>
                  <a:pt x="109494" y="18723"/>
                  <a:pt x="109457" y="18723"/>
                  <a:pt x="109457" y="18723"/>
                </a:cubicBezTo>
                <a:cubicBezTo>
                  <a:pt x="109421" y="18648"/>
                  <a:pt x="109390" y="18648"/>
                  <a:pt x="109390" y="18648"/>
                </a:cubicBezTo>
                <a:cubicBezTo>
                  <a:pt x="109347" y="18573"/>
                  <a:pt x="109390" y="18498"/>
                  <a:pt x="109347" y="18498"/>
                </a:cubicBezTo>
                <a:cubicBezTo>
                  <a:pt x="109347" y="18422"/>
                  <a:pt x="109316" y="18422"/>
                  <a:pt x="109280" y="18422"/>
                </a:cubicBezTo>
                <a:cubicBezTo>
                  <a:pt x="109280" y="18422"/>
                  <a:pt x="109243" y="18422"/>
                  <a:pt x="109206" y="18422"/>
                </a:cubicBezTo>
                <a:cubicBezTo>
                  <a:pt x="109206" y="18422"/>
                  <a:pt x="109169" y="18360"/>
                  <a:pt x="109133" y="18360"/>
                </a:cubicBezTo>
                <a:cubicBezTo>
                  <a:pt x="109133" y="18360"/>
                  <a:pt x="109096" y="18360"/>
                  <a:pt x="109059" y="18360"/>
                </a:cubicBezTo>
                <a:cubicBezTo>
                  <a:pt x="109022" y="18360"/>
                  <a:pt x="109022" y="18285"/>
                  <a:pt x="108986" y="18285"/>
                </a:cubicBezTo>
                <a:cubicBezTo>
                  <a:pt x="108949" y="18285"/>
                  <a:pt x="108912" y="18285"/>
                  <a:pt x="108845" y="18285"/>
                </a:cubicBezTo>
                <a:cubicBezTo>
                  <a:pt x="108808" y="18285"/>
                  <a:pt x="108771" y="18285"/>
                  <a:pt x="108698" y="18285"/>
                </a:cubicBezTo>
                <a:cubicBezTo>
                  <a:pt x="108661" y="18285"/>
                  <a:pt x="108661" y="18285"/>
                  <a:pt x="108624" y="18285"/>
                </a:cubicBezTo>
                <a:cubicBezTo>
                  <a:pt x="108588" y="18285"/>
                  <a:pt x="108588" y="18285"/>
                  <a:pt x="108551" y="18360"/>
                </a:cubicBezTo>
                <a:cubicBezTo>
                  <a:pt x="108514" y="18360"/>
                  <a:pt x="108514" y="18360"/>
                  <a:pt x="108477" y="18422"/>
                </a:cubicBezTo>
                <a:cubicBezTo>
                  <a:pt x="108441" y="18422"/>
                  <a:pt x="108477" y="18498"/>
                  <a:pt x="108441" y="18573"/>
                </a:cubicBezTo>
                <a:cubicBezTo>
                  <a:pt x="108404" y="18573"/>
                  <a:pt x="108367" y="18573"/>
                  <a:pt x="108330" y="18573"/>
                </a:cubicBezTo>
                <a:cubicBezTo>
                  <a:pt x="108330" y="18573"/>
                  <a:pt x="108300" y="18648"/>
                  <a:pt x="108263" y="18648"/>
                </a:cubicBezTo>
                <a:cubicBezTo>
                  <a:pt x="108116" y="18648"/>
                  <a:pt x="108116" y="18648"/>
                  <a:pt x="108116" y="18648"/>
                </a:cubicBezTo>
                <a:cubicBezTo>
                  <a:pt x="108079" y="18648"/>
                  <a:pt x="108042" y="18648"/>
                  <a:pt x="108042" y="18648"/>
                </a:cubicBezTo>
                <a:cubicBezTo>
                  <a:pt x="107932" y="18648"/>
                  <a:pt x="107895" y="18648"/>
                  <a:pt x="107791" y="18648"/>
                </a:cubicBezTo>
                <a:cubicBezTo>
                  <a:pt x="107718" y="18648"/>
                  <a:pt x="107681" y="18648"/>
                  <a:pt x="107644" y="18723"/>
                </a:cubicBezTo>
                <a:cubicBezTo>
                  <a:pt x="107607" y="18723"/>
                  <a:pt x="107607" y="18798"/>
                  <a:pt x="107571" y="18798"/>
                </a:cubicBezTo>
                <a:cubicBezTo>
                  <a:pt x="107497" y="18798"/>
                  <a:pt x="107497" y="18798"/>
                  <a:pt x="107497" y="18798"/>
                </a:cubicBezTo>
                <a:cubicBezTo>
                  <a:pt x="107460" y="18798"/>
                  <a:pt x="107424" y="18798"/>
                  <a:pt x="107424" y="18798"/>
                </a:cubicBezTo>
                <a:cubicBezTo>
                  <a:pt x="107387" y="18798"/>
                  <a:pt x="107387" y="18723"/>
                  <a:pt x="107350" y="18723"/>
                </a:cubicBezTo>
                <a:cubicBezTo>
                  <a:pt x="107313" y="18723"/>
                  <a:pt x="107313" y="18723"/>
                  <a:pt x="107283" y="18723"/>
                </a:cubicBezTo>
                <a:cubicBezTo>
                  <a:pt x="107246" y="18648"/>
                  <a:pt x="107246" y="18573"/>
                  <a:pt x="107209" y="18573"/>
                </a:cubicBezTo>
                <a:cubicBezTo>
                  <a:pt x="107173" y="18498"/>
                  <a:pt x="107173" y="18422"/>
                  <a:pt x="107136" y="18422"/>
                </a:cubicBezTo>
                <a:cubicBezTo>
                  <a:pt x="107099" y="18422"/>
                  <a:pt x="107062" y="18422"/>
                  <a:pt x="107062" y="18422"/>
                </a:cubicBezTo>
                <a:cubicBezTo>
                  <a:pt x="106879" y="18422"/>
                  <a:pt x="106879" y="18422"/>
                  <a:pt x="106879" y="18422"/>
                </a:cubicBezTo>
                <a:cubicBezTo>
                  <a:pt x="106842" y="18422"/>
                  <a:pt x="106842" y="18360"/>
                  <a:pt x="106805" y="18360"/>
                </a:cubicBezTo>
                <a:cubicBezTo>
                  <a:pt x="106774" y="18360"/>
                  <a:pt x="106738" y="18360"/>
                  <a:pt x="106701" y="18360"/>
                </a:cubicBezTo>
                <a:cubicBezTo>
                  <a:pt x="106664" y="18360"/>
                  <a:pt x="106627" y="18285"/>
                  <a:pt x="106591" y="18285"/>
                </a:cubicBezTo>
                <a:cubicBezTo>
                  <a:pt x="106554" y="18285"/>
                  <a:pt x="106554" y="18209"/>
                  <a:pt x="106517" y="18209"/>
                </a:cubicBezTo>
                <a:cubicBezTo>
                  <a:pt x="106591" y="18059"/>
                  <a:pt x="106591" y="18059"/>
                  <a:pt x="106591" y="18059"/>
                </a:cubicBezTo>
                <a:cubicBezTo>
                  <a:pt x="106517" y="17984"/>
                  <a:pt x="106480" y="17984"/>
                  <a:pt x="106444" y="17909"/>
                </a:cubicBezTo>
                <a:cubicBezTo>
                  <a:pt x="106407" y="17833"/>
                  <a:pt x="106407" y="17833"/>
                  <a:pt x="106370" y="17758"/>
                </a:cubicBezTo>
                <a:cubicBezTo>
                  <a:pt x="106333" y="17758"/>
                  <a:pt x="106370" y="17683"/>
                  <a:pt x="106333" y="17683"/>
                </a:cubicBezTo>
                <a:cubicBezTo>
                  <a:pt x="106297" y="17608"/>
                  <a:pt x="106266" y="17608"/>
                  <a:pt x="106192" y="17608"/>
                </a:cubicBezTo>
                <a:cubicBezTo>
                  <a:pt x="106045" y="17608"/>
                  <a:pt x="106045" y="17608"/>
                  <a:pt x="106045" y="17608"/>
                </a:cubicBezTo>
                <a:cubicBezTo>
                  <a:pt x="106009" y="17457"/>
                  <a:pt x="106009" y="17457"/>
                  <a:pt x="106009" y="17457"/>
                </a:cubicBezTo>
                <a:cubicBezTo>
                  <a:pt x="106045" y="17457"/>
                  <a:pt x="106045" y="17382"/>
                  <a:pt x="106082" y="17320"/>
                </a:cubicBezTo>
                <a:cubicBezTo>
                  <a:pt x="106119" y="17244"/>
                  <a:pt x="106156" y="17244"/>
                  <a:pt x="106229" y="17169"/>
                </a:cubicBezTo>
                <a:cubicBezTo>
                  <a:pt x="106192" y="17019"/>
                  <a:pt x="106192" y="17019"/>
                  <a:pt x="106192" y="17019"/>
                </a:cubicBezTo>
                <a:cubicBezTo>
                  <a:pt x="106156" y="17019"/>
                  <a:pt x="106119" y="17019"/>
                  <a:pt x="106119" y="17019"/>
                </a:cubicBezTo>
                <a:cubicBezTo>
                  <a:pt x="106082" y="17019"/>
                  <a:pt x="106045" y="16944"/>
                  <a:pt x="106009" y="16944"/>
                </a:cubicBezTo>
                <a:cubicBezTo>
                  <a:pt x="105139" y="16944"/>
                  <a:pt x="105139" y="16944"/>
                  <a:pt x="105139" y="16944"/>
                </a:cubicBezTo>
                <a:cubicBezTo>
                  <a:pt x="105139" y="17094"/>
                  <a:pt x="105139" y="17094"/>
                  <a:pt x="105139" y="17244"/>
                </a:cubicBezTo>
                <a:cubicBezTo>
                  <a:pt x="105139" y="17320"/>
                  <a:pt x="105102" y="17320"/>
                  <a:pt x="105065" y="17382"/>
                </a:cubicBezTo>
                <a:cubicBezTo>
                  <a:pt x="105029" y="17457"/>
                  <a:pt x="105029" y="17533"/>
                  <a:pt x="104955" y="17608"/>
                </a:cubicBezTo>
                <a:cubicBezTo>
                  <a:pt x="104918" y="17608"/>
                  <a:pt x="104918" y="17608"/>
                  <a:pt x="104882" y="17608"/>
                </a:cubicBezTo>
                <a:cubicBezTo>
                  <a:pt x="104808" y="17608"/>
                  <a:pt x="104808" y="17608"/>
                  <a:pt x="104808" y="17608"/>
                </a:cubicBezTo>
                <a:cubicBezTo>
                  <a:pt x="104771" y="17608"/>
                  <a:pt x="104771" y="17533"/>
                  <a:pt x="104741" y="17533"/>
                </a:cubicBezTo>
                <a:cubicBezTo>
                  <a:pt x="104771" y="17457"/>
                  <a:pt x="104771" y="17382"/>
                  <a:pt x="104771" y="17382"/>
                </a:cubicBezTo>
                <a:cubicBezTo>
                  <a:pt x="104771" y="17320"/>
                  <a:pt x="104808" y="17244"/>
                  <a:pt x="104808" y="17169"/>
                </a:cubicBezTo>
                <a:cubicBezTo>
                  <a:pt x="104808" y="17169"/>
                  <a:pt x="104808" y="17094"/>
                  <a:pt x="104808" y="17019"/>
                </a:cubicBezTo>
                <a:cubicBezTo>
                  <a:pt x="104808" y="17019"/>
                  <a:pt x="104845" y="16944"/>
                  <a:pt x="104882" y="16868"/>
                </a:cubicBezTo>
                <a:lnTo>
                  <a:pt x="104918" y="16868"/>
                </a:lnTo>
                <a:cubicBezTo>
                  <a:pt x="104955" y="16868"/>
                  <a:pt x="104918" y="16793"/>
                  <a:pt x="104918" y="16718"/>
                </a:cubicBezTo>
                <a:cubicBezTo>
                  <a:pt x="104882" y="16718"/>
                  <a:pt x="104845" y="16718"/>
                  <a:pt x="104808" y="16718"/>
                </a:cubicBezTo>
                <a:cubicBezTo>
                  <a:pt x="104771" y="16718"/>
                  <a:pt x="104741" y="16643"/>
                  <a:pt x="104704" y="16643"/>
                </a:cubicBezTo>
                <a:cubicBezTo>
                  <a:pt x="104667" y="16643"/>
                  <a:pt x="104667" y="16568"/>
                  <a:pt x="104630" y="16568"/>
                </a:cubicBezTo>
                <a:cubicBezTo>
                  <a:pt x="104594" y="16568"/>
                  <a:pt x="104594" y="16568"/>
                  <a:pt x="104557" y="16568"/>
                </a:cubicBezTo>
                <a:cubicBezTo>
                  <a:pt x="104483" y="16492"/>
                  <a:pt x="104483" y="16417"/>
                  <a:pt x="104410" y="16417"/>
                </a:cubicBezTo>
                <a:cubicBezTo>
                  <a:pt x="104373" y="16417"/>
                  <a:pt x="104373" y="16417"/>
                  <a:pt x="104336" y="16417"/>
                </a:cubicBezTo>
                <a:cubicBezTo>
                  <a:pt x="104300" y="16417"/>
                  <a:pt x="104300" y="16417"/>
                  <a:pt x="104263" y="16417"/>
                </a:cubicBezTo>
                <a:cubicBezTo>
                  <a:pt x="104196" y="16417"/>
                  <a:pt x="104159" y="16417"/>
                  <a:pt x="104085" y="16417"/>
                </a:cubicBezTo>
                <a:cubicBezTo>
                  <a:pt x="104049" y="16417"/>
                  <a:pt x="104012" y="16417"/>
                  <a:pt x="103938" y="16417"/>
                </a:cubicBezTo>
                <a:cubicBezTo>
                  <a:pt x="103901" y="16342"/>
                  <a:pt x="103901" y="16279"/>
                  <a:pt x="103865" y="16279"/>
                </a:cubicBezTo>
                <a:cubicBezTo>
                  <a:pt x="103828" y="16279"/>
                  <a:pt x="103791" y="16279"/>
                  <a:pt x="103754" y="16279"/>
                </a:cubicBezTo>
                <a:cubicBezTo>
                  <a:pt x="103724" y="16279"/>
                  <a:pt x="103681" y="16204"/>
                  <a:pt x="103614" y="16204"/>
                </a:cubicBezTo>
                <a:cubicBezTo>
                  <a:pt x="103540" y="16129"/>
                  <a:pt x="103467" y="16204"/>
                  <a:pt x="103393" y="16204"/>
                </a:cubicBezTo>
                <a:cubicBezTo>
                  <a:pt x="103356" y="16204"/>
                  <a:pt x="103320" y="16129"/>
                  <a:pt x="103246" y="16129"/>
                </a:cubicBezTo>
                <a:cubicBezTo>
                  <a:pt x="103246" y="16129"/>
                  <a:pt x="103209" y="16054"/>
                  <a:pt x="103179" y="16054"/>
                </a:cubicBezTo>
                <a:cubicBezTo>
                  <a:pt x="103142" y="16054"/>
                  <a:pt x="103142" y="16129"/>
                  <a:pt x="103105" y="16204"/>
                </a:cubicBezTo>
                <a:cubicBezTo>
                  <a:pt x="103105" y="16204"/>
                  <a:pt x="103142" y="16279"/>
                  <a:pt x="103105" y="16342"/>
                </a:cubicBezTo>
                <a:cubicBezTo>
                  <a:pt x="103105" y="16417"/>
                  <a:pt x="103105" y="16492"/>
                  <a:pt x="103105" y="16643"/>
                </a:cubicBezTo>
                <a:cubicBezTo>
                  <a:pt x="102707" y="16643"/>
                  <a:pt x="102707" y="16643"/>
                  <a:pt x="102707" y="16643"/>
                </a:cubicBezTo>
                <a:cubicBezTo>
                  <a:pt x="102664" y="16643"/>
                  <a:pt x="102633" y="16718"/>
                  <a:pt x="102560" y="16718"/>
                </a:cubicBezTo>
                <a:cubicBezTo>
                  <a:pt x="102560" y="16793"/>
                  <a:pt x="102560" y="16793"/>
                  <a:pt x="102560" y="16868"/>
                </a:cubicBezTo>
                <a:cubicBezTo>
                  <a:pt x="102560" y="16944"/>
                  <a:pt x="102560" y="17019"/>
                  <a:pt x="102597" y="17019"/>
                </a:cubicBezTo>
                <a:cubicBezTo>
                  <a:pt x="102597" y="17094"/>
                  <a:pt x="102633" y="17169"/>
                  <a:pt x="102633" y="17169"/>
                </a:cubicBezTo>
                <a:cubicBezTo>
                  <a:pt x="102664" y="17244"/>
                  <a:pt x="102707" y="17244"/>
                  <a:pt x="102707" y="17244"/>
                </a:cubicBezTo>
                <a:cubicBezTo>
                  <a:pt x="102738" y="17320"/>
                  <a:pt x="102774" y="17244"/>
                  <a:pt x="102774" y="17320"/>
                </a:cubicBezTo>
                <a:cubicBezTo>
                  <a:pt x="102811" y="17320"/>
                  <a:pt x="102811" y="17382"/>
                  <a:pt x="102811" y="17457"/>
                </a:cubicBezTo>
                <a:cubicBezTo>
                  <a:pt x="102848" y="17457"/>
                  <a:pt x="102885" y="17457"/>
                  <a:pt x="102885" y="17533"/>
                </a:cubicBezTo>
                <a:cubicBezTo>
                  <a:pt x="102885" y="17608"/>
                  <a:pt x="102885" y="17608"/>
                  <a:pt x="102921" y="17683"/>
                </a:cubicBezTo>
                <a:cubicBezTo>
                  <a:pt x="102921" y="17758"/>
                  <a:pt x="102921" y="17758"/>
                  <a:pt x="102921" y="17833"/>
                </a:cubicBezTo>
                <a:cubicBezTo>
                  <a:pt x="102921" y="17909"/>
                  <a:pt x="102921" y="17909"/>
                  <a:pt x="102921" y="17984"/>
                </a:cubicBezTo>
                <a:cubicBezTo>
                  <a:pt x="102848" y="17984"/>
                  <a:pt x="102848" y="17984"/>
                  <a:pt x="102848" y="17984"/>
                </a:cubicBezTo>
                <a:cubicBezTo>
                  <a:pt x="102774" y="17984"/>
                  <a:pt x="102738" y="17909"/>
                  <a:pt x="102707" y="17909"/>
                </a:cubicBezTo>
                <a:cubicBezTo>
                  <a:pt x="102664" y="17909"/>
                  <a:pt x="102664" y="17833"/>
                  <a:pt x="102633" y="17833"/>
                </a:cubicBezTo>
                <a:cubicBezTo>
                  <a:pt x="102597" y="17833"/>
                  <a:pt x="102560" y="17909"/>
                  <a:pt x="102523" y="17833"/>
                </a:cubicBezTo>
                <a:lnTo>
                  <a:pt x="102486" y="17833"/>
                </a:lnTo>
                <a:cubicBezTo>
                  <a:pt x="102450" y="17833"/>
                  <a:pt x="102413" y="17758"/>
                  <a:pt x="102413" y="17758"/>
                </a:cubicBezTo>
                <a:cubicBezTo>
                  <a:pt x="102376" y="17683"/>
                  <a:pt x="102339" y="17683"/>
                  <a:pt x="102339" y="17683"/>
                </a:cubicBezTo>
                <a:cubicBezTo>
                  <a:pt x="102303" y="17683"/>
                  <a:pt x="102303" y="17758"/>
                  <a:pt x="102266" y="17758"/>
                </a:cubicBezTo>
                <a:cubicBezTo>
                  <a:pt x="102192" y="17758"/>
                  <a:pt x="102162" y="17683"/>
                  <a:pt x="102088" y="17683"/>
                </a:cubicBezTo>
                <a:cubicBezTo>
                  <a:pt x="102088" y="17909"/>
                  <a:pt x="102088" y="17909"/>
                  <a:pt x="102088" y="17909"/>
                </a:cubicBezTo>
                <a:cubicBezTo>
                  <a:pt x="102162" y="17984"/>
                  <a:pt x="102162" y="17984"/>
                  <a:pt x="102162" y="17984"/>
                </a:cubicBezTo>
                <a:cubicBezTo>
                  <a:pt x="102192" y="17984"/>
                  <a:pt x="102192" y="17984"/>
                  <a:pt x="102229" y="18059"/>
                </a:cubicBezTo>
                <a:cubicBezTo>
                  <a:pt x="102266" y="18059"/>
                  <a:pt x="102303" y="18134"/>
                  <a:pt x="102303" y="18209"/>
                </a:cubicBezTo>
                <a:cubicBezTo>
                  <a:pt x="102303" y="18360"/>
                  <a:pt x="102266" y="18360"/>
                  <a:pt x="102266" y="18498"/>
                </a:cubicBezTo>
                <a:cubicBezTo>
                  <a:pt x="102192" y="18422"/>
                  <a:pt x="102162" y="18422"/>
                  <a:pt x="102088" y="18360"/>
                </a:cubicBezTo>
                <a:cubicBezTo>
                  <a:pt x="102088" y="18285"/>
                  <a:pt x="102052" y="18285"/>
                  <a:pt x="102052" y="18209"/>
                </a:cubicBezTo>
                <a:cubicBezTo>
                  <a:pt x="102015" y="18209"/>
                  <a:pt x="101978" y="18134"/>
                  <a:pt x="101978" y="18059"/>
                </a:cubicBezTo>
                <a:cubicBezTo>
                  <a:pt x="101941" y="18059"/>
                  <a:pt x="101905" y="18059"/>
                  <a:pt x="101905" y="17984"/>
                </a:cubicBezTo>
                <a:cubicBezTo>
                  <a:pt x="101868" y="17984"/>
                  <a:pt x="101868" y="17909"/>
                  <a:pt x="101831" y="17833"/>
                </a:cubicBezTo>
                <a:cubicBezTo>
                  <a:pt x="101831" y="17833"/>
                  <a:pt x="101868" y="17758"/>
                  <a:pt x="101831" y="17758"/>
                </a:cubicBezTo>
                <a:cubicBezTo>
                  <a:pt x="101831" y="17683"/>
                  <a:pt x="101794" y="17683"/>
                  <a:pt x="101758" y="17683"/>
                </a:cubicBezTo>
                <a:cubicBezTo>
                  <a:pt x="101721" y="17683"/>
                  <a:pt x="101690" y="17683"/>
                  <a:pt x="101617" y="17683"/>
                </a:cubicBezTo>
                <a:cubicBezTo>
                  <a:pt x="101580" y="17683"/>
                  <a:pt x="101580" y="17683"/>
                  <a:pt x="101543" y="17683"/>
                </a:cubicBezTo>
                <a:cubicBezTo>
                  <a:pt x="101506" y="17683"/>
                  <a:pt x="101506" y="17683"/>
                  <a:pt x="101470" y="17683"/>
                </a:cubicBezTo>
                <a:cubicBezTo>
                  <a:pt x="101470" y="17683"/>
                  <a:pt x="101470" y="17758"/>
                  <a:pt x="101470" y="17833"/>
                </a:cubicBezTo>
                <a:cubicBezTo>
                  <a:pt x="101470" y="17909"/>
                  <a:pt x="101433" y="17909"/>
                  <a:pt x="101396" y="17909"/>
                </a:cubicBezTo>
                <a:cubicBezTo>
                  <a:pt x="101359" y="18059"/>
                  <a:pt x="101286" y="18059"/>
                  <a:pt x="101176" y="18059"/>
                </a:cubicBezTo>
                <a:cubicBezTo>
                  <a:pt x="101108" y="18059"/>
                  <a:pt x="101071" y="17984"/>
                  <a:pt x="100998" y="17909"/>
                </a:cubicBezTo>
                <a:cubicBezTo>
                  <a:pt x="100924" y="17909"/>
                  <a:pt x="100888" y="17909"/>
                  <a:pt x="100814" y="17833"/>
                </a:cubicBezTo>
                <a:cubicBezTo>
                  <a:pt x="100814" y="17833"/>
                  <a:pt x="100777" y="17909"/>
                  <a:pt x="100741" y="17833"/>
                </a:cubicBezTo>
                <a:cubicBezTo>
                  <a:pt x="100741" y="17833"/>
                  <a:pt x="100741" y="17758"/>
                  <a:pt x="100704" y="17758"/>
                </a:cubicBezTo>
                <a:cubicBezTo>
                  <a:pt x="100673" y="17683"/>
                  <a:pt x="100673" y="17683"/>
                  <a:pt x="100630" y="17683"/>
                </a:cubicBezTo>
                <a:cubicBezTo>
                  <a:pt x="100600" y="17683"/>
                  <a:pt x="100600" y="17683"/>
                  <a:pt x="100563" y="17758"/>
                </a:cubicBezTo>
                <a:cubicBezTo>
                  <a:pt x="100526" y="17758"/>
                  <a:pt x="100563" y="17833"/>
                  <a:pt x="100526" y="17833"/>
                </a:cubicBezTo>
                <a:cubicBezTo>
                  <a:pt x="100416" y="17833"/>
                  <a:pt x="100416" y="17758"/>
                  <a:pt x="100306" y="17758"/>
                </a:cubicBezTo>
                <a:cubicBezTo>
                  <a:pt x="100269" y="17758"/>
                  <a:pt x="100232" y="17758"/>
                  <a:pt x="100196" y="17833"/>
                </a:cubicBezTo>
                <a:cubicBezTo>
                  <a:pt x="100196" y="17909"/>
                  <a:pt x="100232" y="18059"/>
                  <a:pt x="100232" y="18134"/>
                </a:cubicBezTo>
                <a:cubicBezTo>
                  <a:pt x="100232" y="18360"/>
                  <a:pt x="100232" y="18422"/>
                  <a:pt x="100232" y="18573"/>
                </a:cubicBezTo>
                <a:cubicBezTo>
                  <a:pt x="100232" y="18723"/>
                  <a:pt x="100232" y="18723"/>
                  <a:pt x="100196" y="18874"/>
                </a:cubicBezTo>
                <a:cubicBezTo>
                  <a:pt x="99834" y="18874"/>
                  <a:pt x="99834" y="18874"/>
                  <a:pt x="99834" y="18874"/>
                </a:cubicBezTo>
                <a:cubicBezTo>
                  <a:pt x="99834" y="18723"/>
                  <a:pt x="99871" y="18573"/>
                  <a:pt x="99797" y="18422"/>
                </a:cubicBezTo>
                <a:cubicBezTo>
                  <a:pt x="99797" y="18360"/>
                  <a:pt x="99761" y="18360"/>
                  <a:pt x="99724" y="18360"/>
                </a:cubicBezTo>
                <a:cubicBezTo>
                  <a:pt x="99724" y="18285"/>
                  <a:pt x="99687" y="18209"/>
                  <a:pt x="99656" y="18209"/>
                </a:cubicBezTo>
                <a:cubicBezTo>
                  <a:pt x="99614" y="18209"/>
                  <a:pt x="99614" y="18209"/>
                  <a:pt x="99583" y="18134"/>
                </a:cubicBezTo>
                <a:cubicBezTo>
                  <a:pt x="99546" y="18134"/>
                  <a:pt x="99546" y="18059"/>
                  <a:pt x="99509" y="18059"/>
                </a:cubicBezTo>
                <a:cubicBezTo>
                  <a:pt x="99473" y="17984"/>
                  <a:pt x="99473" y="17984"/>
                  <a:pt x="99436" y="17909"/>
                </a:cubicBezTo>
                <a:cubicBezTo>
                  <a:pt x="99399" y="17909"/>
                  <a:pt x="99399" y="17833"/>
                  <a:pt x="99362" y="17758"/>
                </a:cubicBezTo>
                <a:cubicBezTo>
                  <a:pt x="99289" y="17683"/>
                  <a:pt x="99252" y="17608"/>
                  <a:pt x="99252" y="17457"/>
                </a:cubicBezTo>
                <a:cubicBezTo>
                  <a:pt x="99252" y="17382"/>
                  <a:pt x="99252" y="17382"/>
                  <a:pt x="99252" y="17382"/>
                </a:cubicBezTo>
                <a:cubicBezTo>
                  <a:pt x="99252" y="17320"/>
                  <a:pt x="99252" y="17320"/>
                  <a:pt x="99252" y="17244"/>
                </a:cubicBezTo>
                <a:cubicBezTo>
                  <a:pt x="99252" y="17244"/>
                  <a:pt x="99326" y="17244"/>
                  <a:pt x="99326" y="17169"/>
                </a:cubicBezTo>
                <a:cubicBezTo>
                  <a:pt x="99326" y="17094"/>
                  <a:pt x="99289" y="17094"/>
                  <a:pt x="99289" y="17019"/>
                </a:cubicBezTo>
                <a:cubicBezTo>
                  <a:pt x="99289" y="16868"/>
                  <a:pt x="99289" y="16793"/>
                  <a:pt x="99289" y="16718"/>
                </a:cubicBezTo>
                <a:cubicBezTo>
                  <a:pt x="99289" y="16568"/>
                  <a:pt x="99289" y="16492"/>
                  <a:pt x="99289" y="16417"/>
                </a:cubicBezTo>
                <a:cubicBezTo>
                  <a:pt x="99289" y="16279"/>
                  <a:pt x="99252" y="16204"/>
                  <a:pt x="99252" y="16054"/>
                </a:cubicBezTo>
                <a:cubicBezTo>
                  <a:pt x="99252" y="15979"/>
                  <a:pt x="99289" y="15903"/>
                  <a:pt x="99252" y="15828"/>
                </a:cubicBezTo>
                <a:cubicBezTo>
                  <a:pt x="99252" y="15753"/>
                  <a:pt x="99252" y="15678"/>
                  <a:pt x="99252" y="15678"/>
                </a:cubicBezTo>
                <a:cubicBezTo>
                  <a:pt x="99215" y="15603"/>
                  <a:pt x="99179" y="15603"/>
                  <a:pt x="99179" y="15527"/>
                </a:cubicBezTo>
                <a:cubicBezTo>
                  <a:pt x="99142" y="15452"/>
                  <a:pt x="99111" y="15452"/>
                  <a:pt x="99075" y="15377"/>
                </a:cubicBezTo>
                <a:cubicBezTo>
                  <a:pt x="99038" y="15377"/>
                  <a:pt x="99038" y="15302"/>
                  <a:pt x="99001" y="15302"/>
                </a:cubicBezTo>
                <a:cubicBezTo>
                  <a:pt x="98964" y="15302"/>
                  <a:pt x="98928" y="15302"/>
                  <a:pt x="98854" y="15302"/>
                </a:cubicBezTo>
                <a:cubicBezTo>
                  <a:pt x="98817" y="15302"/>
                  <a:pt x="98781" y="15302"/>
                  <a:pt x="98744" y="15377"/>
                </a:cubicBezTo>
                <a:cubicBezTo>
                  <a:pt x="98744" y="15377"/>
                  <a:pt x="98744" y="15452"/>
                  <a:pt x="98707" y="15527"/>
                </a:cubicBezTo>
                <a:cubicBezTo>
                  <a:pt x="98707" y="15527"/>
                  <a:pt x="98707" y="15603"/>
                  <a:pt x="98707" y="15678"/>
                </a:cubicBezTo>
                <a:cubicBezTo>
                  <a:pt x="98670" y="15678"/>
                  <a:pt x="98633" y="15678"/>
                  <a:pt x="98566" y="15678"/>
                </a:cubicBezTo>
                <a:cubicBezTo>
                  <a:pt x="98493" y="15678"/>
                  <a:pt x="98419" y="15678"/>
                  <a:pt x="98382" y="15527"/>
                </a:cubicBezTo>
                <a:cubicBezTo>
                  <a:pt x="98382" y="15452"/>
                  <a:pt x="98382" y="15377"/>
                  <a:pt x="98346" y="15377"/>
                </a:cubicBezTo>
                <a:cubicBezTo>
                  <a:pt x="98346" y="15302"/>
                  <a:pt x="98309" y="15227"/>
                  <a:pt x="98309" y="15227"/>
                </a:cubicBezTo>
                <a:cubicBezTo>
                  <a:pt x="98272" y="15164"/>
                  <a:pt x="98272" y="15089"/>
                  <a:pt x="98235" y="15089"/>
                </a:cubicBezTo>
                <a:cubicBezTo>
                  <a:pt x="98199" y="15089"/>
                  <a:pt x="98199" y="15089"/>
                  <a:pt x="98162" y="15089"/>
                </a:cubicBezTo>
                <a:cubicBezTo>
                  <a:pt x="98094" y="15089"/>
                  <a:pt x="98058" y="15089"/>
                  <a:pt x="97984" y="15014"/>
                </a:cubicBezTo>
                <a:cubicBezTo>
                  <a:pt x="97947" y="15014"/>
                  <a:pt x="97984" y="14938"/>
                  <a:pt x="97947" y="14863"/>
                </a:cubicBezTo>
                <a:cubicBezTo>
                  <a:pt x="97874" y="14788"/>
                  <a:pt x="97837" y="14788"/>
                  <a:pt x="97764" y="14788"/>
                </a:cubicBezTo>
                <a:cubicBezTo>
                  <a:pt x="97727" y="14788"/>
                  <a:pt x="97690" y="14788"/>
                  <a:pt x="97653" y="14863"/>
                </a:cubicBezTo>
                <a:cubicBezTo>
                  <a:pt x="97617" y="14863"/>
                  <a:pt x="97580" y="14863"/>
                  <a:pt x="97549" y="14863"/>
                </a:cubicBezTo>
                <a:cubicBezTo>
                  <a:pt x="97513" y="14938"/>
                  <a:pt x="97513" y="14938"/>
                  <a:pt x="97476" y="15014"/>
                </a:cubicBezTo>
                <a:cubicBezTo>
                  <a:pt x="97439" y="15014"/>
                  <a:pt x="97402" y="15089"/>
                  <a:pt x="97366" y="15089"/>
                </a:cubicBezTo>
                <a:cubicBezTo>
                  <a:pt x="97329" y="15089"/>
                  <a:pt x="97329" y="15164"/>
                  <a:pt x="97292" y="15227"/>
                </a:cubicBezTo>
                <a:cubicBezTo>
                  <a:pt x="97366" y="15527"/>
                  <a:pt x="97366" y="15527"/>
                  <a:pt x="97366" y="15527"/>
                </a:cubicBezTo>
                <a:cubicBezTo>
                  <a:pt x="97366" y="15603"/>
                  <a:pt x="97402" y="15603"/>
                  <a:pt x="97402" y="15678"/>
                </a:cubicBezTo>
                <a:cubicBezTo>
                  <a:pt x="97439" y="15678"/>
                  <a:pt x="97476" y="15753"/>
                  <a:pt x="97476" y="15828"/>
                </a:cubicBezTo>
                <a:cubicBezTo>
                  <a:pt x="97476" y="15828"/>
                  <a:pt x="97476" y="15903"/>
                  <a:pt x="97476" y="15979"/>
                </a:cubicBezTo>
                <a:cubicBezTo>
                  <a:pt x="97476" y="16054"/>
                  <a:pt x="97476" y="16054"/>
                  <a:pt x="97476" y="16129"/>
                </a:cubicBezTo>
                <a:cubicBezTo>
                  <a:pt x="97004" y="16129"/>
                  <a:pt x="97004" y="16129"/>
                  <a:pt x="97004" y="16129"/>
                </a:cubicBezTo>
                <a:cubicBezTo>
                  <a:pt x="96967" y="16129"/>
                  <a:pt x="96967" y="16204"/>
                  <a:pt x="96931" y="16204"/>
                </a:cubicBezTo>
                <a:cubicBezTo>
                  <a:pt x="96857" y="16279"/>
                  <a:pt x="96820" y="16342"/>
                  <a:pt x="96710" y="16342"/>
                </a:cubicBezTo>
                <a:cubicBezTo>
                  <a:pt x="96637" y="16342"/>
                  <a:pt x="96600" y="16279"/>
                  <a:pt x="96532" y="16204"/>
                </a:cubicBezTo>
                <a:cubicBezTo>
                  <a:pt x="96496" y="16204"/>
                  <a:pt x="96459" y="16129"/>
                  <a:pt x="96422" y="16129"/>
                </a:cubicBezTo>
                <a:cubicBezTo>
                  <a:pt x="96349" y="16054"/>
                  <a:pt x="96312" y="16054"/>
                  <a:pt x="96275" y="16054"/>
                </a:cubicBezTo>
                <a:cubicBezTo>
                  <a:pt x="96238" y="16054"/>
                  <a:pt x="96238" y="15903"/>
                  <a:pt x="96202" y="15903"/>
                </a:cubicBezTo>
                <a:cubicBezTo>
                  <a:pt x="96165" y="15828"/>
                  <a:pt x="96128" y="15828"/>
                  <a:pt x="96091" y="15828"/>
                </a:cubicBezTo>
                <a:cubicBezTo>
                  <a:pt x="96055" y="15828"/>
                  <a:pt x="96055" y="15903"/>
                  <a:pt x="96024" y="15903"/>
                </a:cubicBezTo>
                <a:cubicBezTo>
                  <a:pt x="95987" y="15903"/>
                  <a:pt x="95987" y="16054"/>
                  <a:pt x="95950" y="16054"/>
                </a:cubicBezTo>
                <a:cubicBezTo>
                  <a:pt x="95914" y="16054"/>
                  <a:pt x="95877" y="15979"/>
                  <a:pt x="95840" y="15903"/>
                </a:cubicBezTo>
                <a:cubicBezTo>
                  <a:pt x="95803" y="15828"/>
                  <a:pt x="95840" y="15753"/>
                  <a:pt x="95840" y="15678"/>
                </a:cubicBezTo>
                <a:cubicBezTo>
                  <a:pt x="95840" y="15377"/>
                  <a:pt x="95840" y="15377"/>
                  <a:pt x="95840" y="15377"/>
                </a:cubicBezTo>
                <a:cubicBezTo>
                  <a:pt x="95803" y="15302"/>
                  <a:pt x="95767" y="15227"/>
                  <a:pt x="95730" y="15227"/>
                </a:cubicBezTo>
                <a:cubicBezTo>
                  <a:pt x="95693" y="15164"/>
                  <a:pt x="95693" y="15089"/>
                  <a:pt x="95656" y="15089"/>
                </a:cubicBezTo>
                <a:cubicBezTo>
                  <a:pt x="95656" y="15089"/>
                  <a:pt x="95620" y="15089"/>
                  <a:pt x="95583" y="15089"/>
                </a:cubicBezTo>
                <a:cubicBezTo>
                  <a:pt x="95583" y="15089"/>
                  <a:pt x="95546" y="15089"/>
                  <a:pt x="95509" y="15089"/>
                </a:cubicBezTo>
                <a:cubicBezTo>
                  <a:pt x="95509" y="15089"/>
                  <a:pt x="95479" y="15089"/>
                  <a:pt x="95442" y="15164"/>
                </a:cubicBezTo>
                <a:cubicBezTo>
                  <a:pt x="95442" y="15164"/>
                  <a:pt x="95442" y="15302"/>
                  <a:pt x="95405" y="15302"/>
                </a:cubicBezTo>
                <a:cubicBezTo>
                  <a:pt x="95369" y="15302"/>
                  <a:pt x="95332" y="15227"/>
                  <a:pt x="95295" y="15227"/>
                </a:cubicBezTo>
                <a:cubicBezTo>
                  <a:pt x="95222" y="15227"/>
                  <a:pt x="95222" y="15227"/>
                  <a:pt x="95222" y="15227"/>
                </a:cubicBezTo>
                <a:cubicBezTo>
                  <a:pt x="95185" y="15227"/>
                  <a:pt x="95185" y="15164"/>
                  <a:pt x="95148" y="15164"/>
                </a:cubicBezTo>
                <a:cubicBezTo>
                  <a:pt x="94787" y="15164"/>
                  <a:pt x="94787" y="15164"/>
                  <a:pt x="94787" y="15164"/>
                </a:cubicBezTo>
                <a:cubicBezTo>
                  <a:pt x="94640" y="15227"/>
                  <a:pt x="94640" y="15227"/>
                  <a:pt x="94640" y="15227"/>
                </a:cubicBezTo>
                <a:cubicBezTo>
                  <a:pt x="94566" y="15227"/>
                  <a:pt x="94529" y="15164"/>
                  <a:pt x="94462" y="15164"/>
                </a:cubicBezTo>
                <a:cubicBezTo>
                  <a:pt x="94425" y="15164"/>
                  <a:pt x="94425" y="15164"/>
                  <a:pt x="94388" y="15164"/>
                </a:cubicBezTo>
                <a:lnTo>
                  <a:pt x="94388" y="15302"/>
                </a:lnTo>
                <a:cubicBezTo>
                  <a:pt x="94352" y="15377"/>
                  <a:pt x="94315" y="15302"/>
                  <a:pt x="94241" y="15302"/>
                </a:cubicBezTo>
                <a:cubicBezTo>
                  <a:pt x="94131" y="15302"/>
                  <a:pt x="94131" y="15302"/>
                  <a:pt x="94131" y="15302"/>
                </a:cubicBezTo>
                <a:cubicBezTo>
                  <a:pt x="94131" y="15302"/>
                  <a:pt x="94094" y="15302"/>
                  <a:pt x="94058" y="15302"/>
                </a:cubicBezTo>
                <a:cubicBezTo>
                  <a:pt x="94058" y="15302"/>
                  <a:pt x="94021" y="15302"/>
                  <a:pt x="93990" y="15302"/>
                </a:cubicBezTo>
                <a:cubicBezTo>
                  <a:pt x="93990" y="15227"/>
                  <a:pt x="94021" y="15164"/>
                  <a:pt x="94021" y="15014"/>
                </a:cubicBezTo>
                <a:cubicBezTo>
                  <a:pt x="94021" y="15014"/>
                  <a:pt x="93990" y="14938"/>
                  <a:pt x="93990" y="14863"/>
                </a:cubicBezTo>
                <a:lnTo>
                  <a:pt x="93990" y="14788"/>
                </a:lnTo>
                <a:cubicBezTo>
                  <a:pt x="93880" y="14713"/>
                  <a:pt x="93880" y="14713"/>
                  <a:pt x="93880" y="14713"/>
                </a:cubicBezTo>
                <a:cubicBezTo>
                  <a:pt x="93880" y="14713"/>
                  <a:pt x="93843" y="14713"/>
                  <a:pt x="93807" y="14788"/>
                </a:cubicBezTo>
                <a:cubicBezTo>
                  <a:pt x="93807" y="14788"/>
                  <a:pt x="93807" y="14863"/>
                  <a:pt x="93770" y="14863"/>
                </a:cubicBezTo>
                <a:cubicBezTo>
                  <a:pt x="93733" y="15014"/>
                  <a:pt x="93696" y="15089"/>
                  <a:pt x="93586" y="15089"/>
                </a:cubicBezTo>
                <a:cubicBezTo>
                  <a:pt x="93549" y="15089"/>
                  <a:pt x="93549" y="15089"/>
                  <a:pt x="93513" y="15014"/>
                </a:cubicBezTo>
                <a:cubicBezTo>
                  <a:pt x="93476" y="15014"/>
                  <a:pt x="93445" y="14938"/>
                  <a:pt x="93445" y="14863"/>
                </a:cubicBezTo>
                <a:cubicBezTo>
                  <a:pt x="93445" y="14788"/>
                  <a:pt x="93445" y="14788"/>
                  <a:pt x="93445" y="14788"/>
                </a:cubicBezTo>
                <a:cubicBezTo>
                  <a:pt x="93513" y="14788"/>
                  <a:pt x="93549" y="14788"/>
                  <a:pt x="93586" y="14788"/>
                </a:cubicBezTo>
                <a:cubicBezTo>
                  <a:pt x="93623" y="14788"/>
                  <a:pt x="93623" y="14788"/>
                  <a:pt x="93660" y="14788"/>
                </a:cubicBezTo>
                <a:cubicBezTo>
                  <a:pt x="93696" y="14713"/>
                  <a:pt x="93696" y="14713"/>
                  <a:pt x="93733" y="14638"/>
                </a:cubicBezTo>
                <a:cubicBezTo>
                  <a:pt x="93733" y="14638"/>
                  <a:pt x="93733" y="14562"/>
                  <a:pt x="93770" y="14487"/>
                </a:cubicBezTo>
                <a:cubicBezTo>
                  <a:pt x="93770" y="14487"/>
                  <a:pt x="93807" y="14487"/>
                  <a:pt x="93843" y="14487"/>
                </a:cubicBezTo>
                <a:cubicBezTo>
                  <a:pt x="93843" y="14412"/>
                  <a:pt x="93880" y="14412"/>
                  <a:pt x="93917" y="14412"/>
                </a:cubicBezTo>
                <a:cubicBezTo>
                  <a:pt x="93947" y="14337"/>
                  <a:pt x="93947" y="14262"/>
                  <a:pt x="93947" y="14186"/>
                </a:cubicBezTo>
                <a:cubicBezTo>
                  <a:pt x="93947" y="14124"/>
                  <a:pt x="93947" y="14124"/>
                  <a:pt x="93947" y="14124"/>
                </a:cubicBezTo>
                <a:cubicBezTo>
                  <a:pt x="93947" y="14049"/>
                  <a:pt x="93947" y="14049"/>
                  <a:pt x="93917" y="13973"/>
                </a:cubicBezTo>
                <a:cubicBezTo>
                  <a:pt x="93880" y="13898"/>
                  <a:pt x="93843" y="13973"/>
                  <a:pt x="93807" y="13973"/>
                </a:cubicBezTo>
                <a:cubicBezTo>
                  <a:pt x="93733" y="13973"/>
                  <a:pt x="93696" y="13973"/>
                  <a:pt x="93623" y="13973"/>
                </a:cubicBezTo>
                <a:cubicBezTo>
                  <a:pt x="93623" y="14049"/>
                  <a:pt x="93586" y="14049"/>
                  <a:pt x="93586" y="14124"/>
                </a:cubicBezTo>
                <a:cubicBezTo>
                  <a:pt x="93549" y="14124"/>
                  <a:pt x="93513" y="14124"/>
                  <a:pt x="93513" y="14186"/>
                </a:cubicBezTo>
                <a:cubicBezTo>
                  <a:pt x="93476" y="14186"/>
                  <a:pt x="93476" y="14337"/>
                  <a:pt x="93476" y="14337"/>
                </a:cubicBezTo>
                <a:cubicBezTo>
                  <a:pt x="93445" y="14412"/>
                  <a:pt x="93445" y="14487"/>
                  <a:pt x="93408" y="14487"/>
                </a:cubicBezTo>
                <a:cubicBezTo>
                  <a:pt x="93408" y="14562"/>
                  <a:pt x="93372" y="14562"/>
                  <a:pt x="93335" y="14638"/>
                </a:cubicBezTo>
                <a:cubicBezTo>
                  <a:pt x="93298" y="14638"/>
                  <a:pt x="93298" y="14788"/>
                  <a:pt x="93261" y="14788"/>
                </a:cubicBezTo>
                <a:cubicBezTo>
                  <a:pt x="92826" y="14788"/>
                  <a:pt x="92826" y="14788"/>
                  <a:pt x="92826" y="14788"/>
                </a:cubicBezTo>
                <a:cubicBezTo>
                  <a:pt x="92753" y="14863"/>
                  <a:pt x="92753" y="14863"/>
                  <a:pt x="92753" y="14863"/>
                </a:cubicBezTo>
                <a:lnTo>
                  <a:pt x="92753" y="14938"/>
                </a:lnTo>
                <a:cubicBezTo>
                  <a:pt x="92790" y="15089"/>
                  <a:pt x="92826" y="15089"/>
                  <a:pt x="92826" y="15164"/>
                </a:cubicBezTo>
                <a:cubicBezTo>
                  <a:pt x="92826" y="15227"/>
                  <a:pt x="92826" y="15227"/>
                  <a:pt x="92826" y="15227"/>
                </a:cubicBezTo>
                <a:cubicBezTo>
                  <a:pt x="92826" y="15302"/>
                  <a:pt x="92753" y="15302"/>
                  <a:pt x="92753" y="15302"/>
                </a:cubicBezTo>
                <a:cubicBezTo>
                  <a:pt x="92716" y="15377"/>
                  <a:pt x="92716" y="15452"/>
                  <a:pt x="92679" y="15452"/>
                </a:cubicBezTo>
                <a:cubicBezTo>
                  <a:pt x="92643" y="15527"/>
                  <a:pt x="92606" y="15527"/>
                  <a:pt x="92569" y="15527"/>
                </a:cubicBezTo>
                <a:cubicBezTo>
                  <a:pt x="92532" y="15527"/>
                  <a:pt x="92532" y="15527"/>
                  <a:pt x="92532" y="15527"/>
                </a:cubicBezTo>
                <a:cubicBezTo>
                  <a:pt x="92496" y="15527"/>
                  <a:pt x="92496" y="15452"/>
                  <a:pt x="92459" y="15452"/>
                </a:cubicBezTo>
                <a:cubicBezTo>
                  <a:pt x="92428" y="15452"/>
                  <a:pt x="92392" y="15452"/>
                  <a:pt x="92318" y="15452"/>
                </a:cubicBezTo>
                <a:cubicBezTo>
                  <a:pt x="92281" y="15452"/>
                  <a:pt x="92281" y="15527"/>
                  <a:pt x="92245" y="15527"/>
                </a:cubicBezTo>
                <a:cubicBezTo>
                  <a:pt x="92208" y="15603"/>
                  <a:pt x="92208" y="15603"/>
                  <a:pt x="92171" y="15678"/>
                </a:cubicBezTo>
                <a:cubicBezTo>
                  <a:pt x="92134" y="15678"/>
                  <a:pt x="92098" y="15678"/>
                  <a:pt x="92024" y="15678"/>
                </a:cubicBezTo>
                <a:cubicBezTo>
                  <a:pt x="91883" y="15678"/>
                  <a:pt x="91883" y="15678"/>
                  <a:pt x="91883" y="15678"/>
                </a:cubicBezTo>
                <a:cubicBezTo>
                  <a:pt x="91810" y="15678"/>
                  <a:pt x="91773" y="15753"/>
                  <a:pt x="91699" y="15753"/>
                </a:cubicBezTo>
                <a:cubicBezTo>
                  <a:pt x="91663" y="15753"/>
                  <a:pt x="91663" y="15753"/>
                  <a:pt x="91663" y="15753"/>
                </a:cubicBezTo>
                <a:lnTo>
                  <a:pt x="91663" y="15678"/>
                </a:lnTo>
                <a:cubicBezTo>
                  <a:pt x="91699" y="15678"/>
                  <a:pt x="91736" y="15678"/>
                  <a:pt x="91736" y="15678"/>
                </a:cubicBezTo>
                <a:cubicBezTo>
                  <a:pt x="91773" y="15603"/>
                  <a:pt x="91773" y="15527"/>
                  <a:pt x="91810" y="15527"/>
                </a:cubicBezTo>
                <a:cubicBezTo>
                  <a:pt x="91810" y="15452"/>
                  <a:pt x="91846" y="15452"/>
                  <a:pt x="91883" y="15377"/>
                </a:cubicBezTo>
                <a:cubicBezTo>
                  <a:pt x="91883" y="15377"/>
                  <a:pt x="91914" y="15302"/>
                  <a:pt x="91914" y="15227"/>
                </a:cubicBezTo>
                <a:cubicBezTo>
                  <a:pt x="91957" y="15227"/>
                  <a:pt x="91957" y="15227"/>
                  <a:pt x="91987" y="15164"/>
                </a:cubicBezTo>
                <a:cubicBezTo>
                  <a:pt x="92024" y="15164"/>
                  <a:pt x="92098" y="15227"/>
                  <a:pt x="92134" y="15164"/>
                </a:cubicBezTo>
                <a:cubicBezTo>
                  <a:pt x="92171" y="15164"/>
                  <a:pt x="92171" y="15227"/>
                  <a:pt x="92208" y="15164"/>
                </a:cubicBezTo>
                <a:cubicBezTo>
                  <a:pt x="92245" y="15164"/>
                  <a:pt x="92208" y="15089"/>
                  <a:pt x="92245" y="15014"/>
                </a:cubicBezTo>
                <a:cubicBezTo>
                  <a:pt x="92281" y="15014"/>
                  <a:pt x="92281" y="14938"/>
                  <a:pt x="92318" y="14938"/>
                </a:cubicBezTo>
                <a:cubicBezTo>
                  <a:pt x="92355" y="14863"/>
                  <a:pt x="92428" y="14863"/>
                  <a:pt x="92459" y="14713"/>
                </a:cubicBezTo>
                <a:cubicBezTo>
                  <a:pt x="92496" y="14638"/>
                  <a:pt x="92496" y="14487"/>
                  <a:pt x="92532" y="14412"/>
                </a:cubicBezTo>
                <a:cubicBezTo>
                  <a:pt x="92569" y="14337"/>
                  <a:pt x="92606" y="14337"/>
                  <a:pt x="92679" y="14337"/>
                </a:cubicBezTo>
                <a:cubicBezTo>
                  <a:pt x="92753" y="14337"/>
                  <a:pt x="92753" y="14337"/>
                  <a:pt x="92753" y="14337"/>
                </a:cubicBezTo>
                <a:cubicBezTo>
                  <a:pt x="92790" y="14337"/>
                  <a:pt x="92790" y="14337"/>
                  <a:pt x="92826" y="14337"/>
                </a:cubicBezTo>
                <a:cubicBezTo>
                  <a:pt x="92826" y="14337"/>
                  <a:pt x="92863" y="14337"/>
                  <a:pt x="92900" y="14337"/>
                </a:cubicBezTo>
                <a:cubicBezTo>
                  <a:pt x="92900" y="14337"/>
                  <a:pt x="92931" y="14262"/>
                  <a:pt x="92973" y="14262"/>
                </a:cubicBezTo>
                <a:cubicBezTo>
                  <a:pt x="92973" y="14186"/>
                  <a:pt x="92973" y="14124"/>
                  <a:pt x="92973" y="14124"/>
                </a:cubicBezTo>
                <a:cubicBezTo>
                  <a:pt x="93004" y="14049"/>
                  <a:pt x="93004" y="14049"/>
                  <a:pt x="93041" y="13973"/>
                </a:cubicBezTo>
                <a:cubicBezTo>
                  <a:pt x="93078" y="13898"/>
                  <a:pt x="93114" y="13898"/>
                  <a:pt x="93151" y="13898"/>
                </a:cubicBezTo>
                <a:cubicBezTo>
                  <a:pt x="93225" y="13898"/>
                  <a:pt x="93225" y="13898"/>
                  <a:pt x="93225" y="13898"/>
                </a:cubicBezTo>
                <a:cubicBezTo>
                  <a:pt x="93261" y="13898"/>
                  <a:pt x="93298" y="13898"/>
                  <a:pt x="93298" y="13898"/>
                </a:cubicBezTo>
                <a:cubicBezTo>
                  <a:pt x="93335" y="13898"/>
                  <a:pt x="93372" y="13898"/>
                  <a:pt x="93408" y="13898"/>
                </a:cubicBezTo>
                <a:cubicBezTo>
                  <a:pt x="93408" y="13823"/>
                  <a:pt x="93445" y="13823"/>
                  <a:pt x="93476" y="13823"/>
                </a:cubicBezTo>
                <a:cubicBezTo>
                  <a:pt x="93476" y="13823"/>
                  <a:pt x="93513" y="13748"/>
                  <a:pt x="93549" y="13748"/>
                </a:cubicBezTo>
                <a:cubicBezTo>
                  <a:pt x="93549" y="13673"/>
                  <a:pt x="93586" y="13673"/>
                  <a:pt x="93586" y="13597"/>
                </a:cubicBezTo>
                <a:cubicBezTo>
                  <a:pt x="93623" y="13597"/>
                  <a:pt x="93586" y="13522"/>
                  <a:pt x="93586" y="13447"/>
                </a:cubicBezTo>
                <a:cubicBezTo>
                  <a:pt x="93623" y="13372"/>
                  <a:pt x="93623" y="13297"/>
                  <a:pt x="93623" y="13159"/>
                </a:cubicBezTo>
                <a:cubicBezTo>
                  <a:pt x="93990" y="13159"/>
                  <a:pt x="93990" y="13159"/>
                  <a:pt x="93990" y="13159"/>
                </a:cubicBezTo>
                <a:cubicBezTo>
                  <a:pt x="93990" y="13084"/>
                  <a:pt x="93990" y="13084"/>
                  <a:pt x="94021" y="12933"/>
                </a:cubicBezTo>
                <a:cubicBezTo>
                  <a:pt x="94021" y="12933"/>
                  <a:pt x="93990" y="12858"/>
                  <a:pt x="94021" y="12858"/>
                </a:cubicBezTo>
                <a:cubicBezTo>
                  <a:pt x="94021" y="12783"/>
                  <a:pt x="94021" y="12708"/>
                  <a:pt x="94021" y="12708"/>
                </a:cubicBezTo>
                <a:cubicBezTo>
                  <a:pt x="94058" y="12632"/>
                  <a:pt x="94094" y="12708"/>
                  <a:pt x="94094" y="12708"/>
                </a:cubicBezTo>
                <a:cubicBezTo>
                  <a:pt x="94131" y="12632"/>
                  <a:pt x="94131" y="12632"/>
                  <a:pt x="94131" y="12557"/>
                </a:cubicBezTo>
                <a:cubicBezTo>
                  <a:pt x="94131" y="12482"/>
                  <a:pt x="94131" y="12407"/>
                  <a:pt x="94131" y="12407"/>
                </a:cubicBezTo>
                <a:cubicBezTo>
                  <a:pt x="94131" y="12332"/>
                  <a:pt x="94131" y="12256"/>
                  <a:pt x="94094" y="12256"/>
                </a:cubicBezTo>
                <a:cubicBezTo>
                  <a:pt x="94094" y="12181"/>
                  <a:pt x="94058" y="12256"/>
                  <a:pt x="94021" y="12181"/>
                </a:cubicBezTo>
                <a:cubicBezTo>
                  <a:pt x="94021" y="12181"/>
                  <a:pt x="94058" y="12106"/>
                  <a:pt x="94021" y="12043"/>
                </a:cubicBezTo>
                <a:lnTo>
                  <a:pt x="94021" y="11968"/>
                </a:lnTo>
                <a:cubicBezTo>
                  <a:pt x="93990" y="11893"/>
                  <a:pt x="93947" y="11968"/>
                  <a:pt x="93947" y="11968"/>
                </a:cubicBezTo>
                <a:cubicBezTo>
                  <a:pt x="93917" y="11893"/>
                  <a:pt x="93947" y="11818"/>
                  <a:pt x="93947" y="11818"/>
                </a:cubicBezTo>
                <a:cubicBezTo>
                  <a:pt x="93917" y="11743"/>
                  <a:pt x="93917" y="11667"/>
                  <a:pt x="93917" y="11592"/>
                </a:cubicBezTo>
                <a:cubicBezTo>
                  <a:pt x="93880" y="11517"/>
                  <a:pt x="93843" y="11517"/>
                  <a:pt x="93807" y="11442"/>
                </a:cubicBezTo>
                <a:cubicBezTo>
                  <a:pt x="93770" y="11442"/>
                  <a:pt x="93770" y="11367"/>
                  <a:pt x="93733" y="11367"/>
                </a:cubicBezTo>
                <a:cubicBezTo>
                  <a:pt x="93696" y="11367"/>
                  <a:pt x="93696" y="11367"/>
                  <a:pt x="93660" y="11367"/>
                </a:cubicBezTo>
                <a:cubicBezTo>
                  <a:pt x="93623" y="11367"/>
                  <a:pt x="93623" y="11291"/>
                  <a:pt x="93586" y="11291"/>
                </a:cubicBezTo>
                <a:cubicBezTo>
                  <a:pt x="93586" y="11141"/>
                  <a:pt x="93586" y="11078"/>
                  <a:pt x="93586" y="10928"/>
                </a:cubicBezTo>
                <a:cubicBezTo>
                  <a:pt x="93078" y="10928"/>
                  <a:pt x="93078" y="10928"/>
                  <a:pt x="93078" y="10928"/>
                </a:cubicBezTo>
                <a:cubicBezTo>
                  <a:pt x="93004" y="10928"/>
                  <a:pt x="92973" y="10853"/>
                  <a:pt x="92931" y="10853"/>
                </a:cubicBezTo>
                <a:cubicBezTo>
                  <a:pt x="92863" y="10778"/>
                  <a:pt x="92826" y="10778"/>
                  <a:pt x="92753" y="10778"/>
                </a:cubicBezTo>
                <a:cubicBezTo>
                  <a:pt x="92753" y="10778"/>
                  <a:pt x="92716" y="10778"/>
                  <a:pt x="92679" y="10778"/>
                </a:cubicBezTo>
                <a:cubicBezTo>
                  <a:pt x="92679" y="10778"/>
                  <a:pt x="92643" y="10853"/>
                  <a:pt x="92606" y="10853"/>
                </a:cubicBezTo>
                <a:cubicBezTo>
                  <a:pt x="92606" y="10853"/>
                  <a:pt x="92606" y="10991"/>
                  <a:pt x="92569" y="10991"/>
                </a:cubicBezTo>
                <a:cubicBezTo>
                  <a:pt x="92569" y="10991"/>
                  <a:pt x="92532" y="10991"/>
                  <a:pt x="92496" y="10991"/>
                </a:cubicBezTo>
                <a:cubicBezTo>
                  <a:pt x="92459" y="10928"/>
                  <a:pt x="92428" y="10853"/>
                  <a:pt x="92392" y="10778"/>
                </a:cubicBezTo>
                <a:cubicBezTo>
                  <a:pt x="92355" y="10778"/>
                  <a:pt x="92318" y="10778"/>
                  <a:pt x="92318" y="10778"/>
                </a:cubicBezTo>
                <a:cubicBezTo>
                  <a:pt x="92281" y="10702"/>
                  <a:pt x="92245" y="10702"/>
                  <a:pt x="92208" y="10702"/>
                </a:cubicBezTo>
                <a:cubicBezTo>
                  <a:pt x="92171" y="10702"/>
                  <a:pt x="92134" y="10778"/>
                  <a:pt x="92098" y="10778"/>
                </a:cubicBezTo>
                <a:cubicBezTo>
                  <a:pt x="92098" y="11141"/>
                  <a:pt x="92098" y="11141"/>
                  <a:pt x="92098" y="11141"/>
                </a:cubicBezTo>
                <a:cubicBezTo>
                  <a:pt x="91883" y="11141"/>
                  <a:pt x="91883" y="11141"/>
                  <a:pt x="91883" y="11141"/>
                </a:cubicBezTo>
                <a:cubicBezTo>
                  <a:pt x="91810" y="11078"/>
                  <a:pt x="91810" y="11078"/>
                  <a:pt x="91810" y="11078"/>
                </a:cubicBezTo>
                <a:cubicBezTo>
                  <a:pt x="91846" y="10991"/>
                  <a:pt x="91846" y="10928"/>
                  <a:pt x="91846" y="10928"/>
                </a:cubicBezTo>
                <a:cubicBezTo>
                  <a:pt x="91883" y="10928"/>
                  <a:pt x="91914" y="10928"/>
                  <a:pt x="91914" y="10928"/>
                </a:cubicBezTo>
                <a:cubicBezTo>
                  <a:pt x="91957" y="10778"/>
                  <a:pt x="91987" y="10702"/>
                  <a:pt x="91987" y="10627"/>
                </a:cubicBezTo>
                <a:cubicBezTo>
                  <a:pt x="91987" y="10552"/>
                  <a:pt x="91987" y="10552"/>
                  <a:pt x="91987" y="10477"/>
                </a:cubicBezTo>
                <a:cubicBezTo>
                  <a:pt x="91589" y="10477"/>
                  <a:pt x="91589" y="10477"/>
                  <a:pt x="91589" y="10477"/>
                </a:cubicBezTo>
                <a:cubicBezTo>
                  <a:pt x="91552" y="10477"/>
                  <a:pt x="91516" y="10402"/>
                  <a:pt x="91442" y="10402"/>
                </a:cubicBezTo>
                <a:cubicBezTo>
                  <a:pt x="91375" y="10402"/>
                  <a:pt x="91338" y="10402"/>
                  <a:pt x="91264" y="10402"/>
                </a:cubicBezTo>
                <a:lnTo>
                  <a:pt x="91228" y="10326"/>
                </a:lnTo>
                <a:cubicBezTo>
                  <a:pt x="91228" y="10326"/>
                  <a:pt x="91228" y="10251"/>
                  <a:pt x="91228" y="10176"/>
                </a:cubicBezTo>
                <a:cubicBezTo>
                  <a:pt x="91264" y="10101"/>
                  <a:pt x="91301" y="10026"/>
                  <a:pt x="91375" y="9963"/>
                </a:cubicBezTo>
                <a:cubicBezTo>
                  <a:pt x="91375" y="9963"/>
                  <a:pt x="91411" y="9963"/>
                  <a:pt x="91442" y="9963"/>
                </a:cubicBezTo>
                <a:cubicBezTo>
                  <a:pt x="91479" y="9963"/>
                  <a:pt x="91479" y="9888"/>
                  <a:pt x="91516" y="9888"/>
                </a:cubicBezTo>
                <a:cubicBezTo>
                  <a:pt x="91516" y="9587"/>
                  <a:pt x="91516" y="9587"/>
                  <a:pt x="91516" y="9587"/>
                </a:cubicBezTo>
                <a:cubicBezTo>
                  <a:pt x="90719" y="9587"/>
                  <a:pt x="90719" y="9587"/>
                  <a:pt x="90719" y="9587"/>
                </a:cubicBezTo>
                <a:cubicBezTo>
                  <a:pt x="90683" y="9587"/>
                  <a:pt x="90646" y="9587"/>
                  <a:pt x="90646" y="9662"/>
                </a:cubicBezTo>
                <a:cubicBezTo>
                  <a:pt x="90572" y="9662"/>
                  <a:pt x="90535" y="9737"/>
                  <a:pt x="90499" y="9737"/>
                </a:cubicBezTo>
                <a:cubicBezTo>
                  <a:pt x="90462" y="9737"/>
                  <a:pt x="90425" y="9737"/>
                  <a:pt x="90425" y="9737"/>
                </a:cubicBezTo>
                <a:cubicBezTo>
                  <a:pt x="90358" y="9813"/>
                  <a:pt x="90284" y="9813"/>
                  <a:pt x="90211" y="9888"/>
                </a:cubicBezTo>
                <a:cubicBezTo>
                  <a:pt x="90174" y="9888"/>
                  <a:pt x="90174" y="9888"/>
                  <a:pt x="90137" y="9963"/>
                </a:cubicBezTo>
                <a:cubicBezTo>
                  <a:pt x="90101" y="9963"/>
                  <a:pt x="90101" y="10026"/>
                  <a:pt x="90064" y="10026"/>
                </a:cubicBezTo>
                <a:cubicBezTo>
                  <a:pt x="90027" y="10101"/>
                  <a:pt x="90027" y="10101"/>
                  <a:pt x="90027" y="10176"/>
                </a:cubicBezTo>
                <a:cubicBezTo>
                  <a:pt x="90027" y="10251"/>
                  <a:pt x="90027" y="10326"/>
                  <a:pt x="90027" y="10326"/>
                </a:cubicBezTo>
                <a:cubicBezTo>
                  <a:pt x="90027" y="10402"/>
                  <a:pt x="90027" y="10477"/>
                  <a:pt x="90027" y="10477"/>
                </a:cubicBezTo>
                <a:cubicBezTo>
                  <a:pt x="89990" y="10552"/>
                  <a:pt x="89990" y="10627"/>
                  <a:pt x="89954" y="10627"/>
                </a:cubicBezTo>
                <a:cubicBezTo>
                  <a:pt x="89917" y="10702"/>
                  <a:pt x="89880" y="10702"/>
                  <a:pt x="89813" y="10778"/>
                </a:cubicBezTo>
                <a:cubicBezTo>
                  <a:pt x="89849" y="10853"/>
                  <a:pt x="89849" y="10853"/>
                  <a:pt x="89849" y="10928"/>
                </a:cubicBezTo>
                <a:cubicBezTo>
                  <a:pt x="89880" y="10991"/>
                  <a:pt x="89917" y="10991"/>
                  <a:pt x="89917" y="10991"/>
                </a:cubicBezTo>
                <a:cubicBezTo>
                  <a:pt x="89917" y="11141"/>
                  <a:pt x="89917" y="11141"/>
                  <a:pt x="89917" y="11141"/>
                </a:cubicBezTo>
                <a:cubicBezTo>
                  <a:pt x="89231" y="11141"/>
                  <a:pt x="89231" y="11141"/>
                  <a:pt x="89231" y="11141"/>
                </a:cubicBezTo>
                <a:cubicBezTo>
                  <a:pt x="89194" y="11291"/>
                  <a:pt x="89231" y="11367"/>
                  <a:pt x="89194" y="11442"/>
                </a:cubicBezTo>
                <a:cubicBezTo>
                  <a:pt x="89120" y="11517"/>
                  <a:pt x="89084" y="11442"/>
                  <a:pt x="89010" y="11517"/>
                </a:cubicBezTo>
                <a:cubicBezTo>
                  <a:pt x="89010" y="11592"/>
                  <a:pt x="89047" y="11667"/>
                  <a:pt x="89010" y="11667"/>
                </a:cubicBezTo>
                <a:cubicBezTo>
                  <a:pt x="89010" y="11743"/>
                  <a:pt x="88973" y="11818"/>
                  <a:pt x="88973" y="11818"/>
                </a:cubicBezTo>
                <a:cubicBezTo>
                  <a:pt x="88937" y="11893"/>
                  <a:pt x="88937" y="11893"/>
                  <a:pt x="88900" y="11893"/>
                </a:cubicBezTo>
                <a:cubicBezTo>
                  <a:pt x="88833" y="11968"/>
                  <a:pt x="88796" y="11968"/>
                  <a:pt x="88722" y="11968"/>
                </a:cubicBezTo>
                <a:cubicBezTo>
                  <a:pt x="88649" y="11968"/>
                  <a:pt x="88612" y="11968"/>
                  <a:pt x="88575" y="11968"/>
                </a:cubicBezTo>
                <a:cubicBezTo>
                  <a:pt x="88575" y="11893"/>
                  <a:pt x="88539" y="11893"/>
                  <a:pt x="88502" y="11893"/>
                </a:cubicBezTo>
                <a:cubicBezTo>
                  <a:pt x="88502" y="11818"/>
                  <a:pt x="88465" y="11818"/>
                  <a:pt x="88428" y="11743"/>
                </a:cubicBezTo>
                <a:cubicBezTo>
                  <a:pt x="88428" y="11743"/>
                  <a:pt x="88428" y="11667"/>
                  <a:pt x="88392" y="11592"/>
                </a:cubicBezTo>
                <a:cubicBezTo>
                  <a:pt x="88355" y="11592"/>
                  <a:pt x="88355" y="11592"/>
                  <a:pt x="88324" y="11592"/>
                </a:cubicBezTo>
                <a:cubicBezTo>
                  <a:pt x="88287" y="11592"/>
                  <a:pt x="88287" y="11592"/>
                  <a:pt x="88251" y="11592"/>
                </a:cubicBezTo>
                <a:cubicBezTo>
                  <a:pt x="88177" y="11592"/>
                  <a:pt x="88140" y="11592"/>
                  <a:pt x="88067" y="11592"/>
                </a:cubicBezTo>
                <a:cubicBezTo>
                  <a:pt x="87993" y="11592"/>
                  <a:pt x="87993" y="11592"/>
                  <a:pt x="87993" y="11592"/>
                </a:cubicBezTo>
                <a:cubicBezTo>
                  <a:pt x="87957" y="11592"/>
                  <a:pt x="87920" y="11442"/>
                  <a:pt x="87846" y="11442"/>
                </a:cubicBezTo>
                <a:cubicBezTo>
                  <a:pt x="87816" y="11442"/>
                  <a:pt x="87779" y="11517"/>
                  <a:pt x="87779" y="11517"/>
                </a:cubicBezTo>
                <a:cubicBezTo>
                  <a:pt x="87742" y="11517"/>
                  <a:pt x="87705" y="11442"/>
                  <a:pt x="87669" y="11517"/>
                </a:cubicBezTo>
                <a:cubicBezTo>
                  <a:pt x="87669" y="11592"/>
                  <a:pt x="87632" y="11592"/>
                  <a:pt x="87632" y="11667"/>
                </a:cubicBezTo>
                <a:cubicBezTo>
                  <a:pt x="87595" y="11743"/>
                  <a:pt x="87669" y="11818"/>
                  <a:pt x="87632" y="11893"/>
                </a:cubicBezTo>
                <a:lnTo>
                  <a:pt x="87632" y="11968"/>
                </a:lnTo>
                <a:cubicBezTo>
                  <a:pt x="87632" y="12043"/>
                  <a:pt x="87558" y="12043"/>
                  <a:pt x="87558" y="12043"/>
                </a:cubicBezTo>
                <a:cubicBezTo>
                  <a:pt x="87522" y="12106"/>
                  <a:pt x="87485" y="12106"/>
                  <a:pt x="87448" y="12106"/>
                </a:cubicBezTo>
                <a:cubicBezTo>
                  <a:pt x="87087" y="12106"/>
                  <a:pt x="87087" y="12106"/>
                  <a:pt x="87087" y="12106"/>
                </a:cubicBezTo>
                <a:cubicBezTo>
                  <a:pt x="87013" y="12106"/>
                  <a:pt x="86977" y="12181"/>
                  <a:pt x="86903" y="12256"/>
                </a:cubicBezTo>
                <a:cubicBezTo>
                  <a:pt x="86866" y="12332"/>
                  <a:pt x="86830" y="12332"/>
                  <a:pt x="86830" y="12332"/>
                </a:cubicBezTo>
                <a:cubicBezTo>
                  <a:pt x="86762" y="12407"/>
                  <a:pt x="86725" y="12482"/>
                  <a:pt x="86689" y="12482"/>
                </a:cubicBezTo>
                <a:cubicBezTo>
                  <a:pt x="86652" y="12482"/>
                  <a:pt x="86615" y="12482"/>
                  <a:pt x="86615" y="12557"/>
                </a:cubicBezTo>
                <a:cubicBezTo>
                  <a:pt x="86578" y="12557"/>
                  <a:pt x="86578" y="12708"/>
                  <a:pt x="86505" y="12708"/>
                </a:cubicBezTo>
                <a:lnTo>
                  <a:pt x="86468" y="12632"/>
                </a:lnTo>
                <a:cubicBezTo>
                  <a:pt x="86431" y="12632"/>
                  <a:pt x="86431" y="12482"/>
                  <a:pt x="86431" y="12482"/>
                </a:cubicBezTo>
                <a:cubicBezTo>
                  <a:pt x="86395" y="12482"/>
                  <a:pt x="86358" y="12482"/>
                  <a:pt x="86321" y="12482"/>
                </a:cubicBezTo>
                <a:cubicBezTo>
                  <a:pt x="86290" y="12482"/>
                  <a:pt x="86254" y="12482"/>
                  <a:pt x="86180" y="12557"/>
                </a:cubicBezTo>
                <a:cubicBezTo>
                  <a:pt x="86143" y="12557"/>
                  <a:pt x="86143" y="12632"/>
                  <a:pt x="86107" y="12632"/>
                </a:cubicBezTo>
                <a:cubicBezTo>
                  <a:pt x="86070" y="12708"/>
                  <a:pt x="86033" y="12708"/>
                  <a:pt x="85996" y="12783"/>
                </a:cubicBezTo>
                <a:cubicBezTo>
                  <a:pt x="85960" y="12858"/>
                  <a:pt x="85960" y="12933"/>
                  <a:pt x="85923" y="12933"/>
                </a:cubicBezTo>
                <a:cubicBezTo>
                  <a:pt x="85886" y="12933"/>
                  <a:pt x="85849" y="12933"/>
                  <a:pt x="85849" y="12933"/>
                </a:cubicBezTo>
                <a:cubicBezTo>
                  <a:pt x="85813" y="13008"/>
                  <a:pt x="85776" y="12933"/>
                  <a:pt x="85745" y="12933"/>
                </a:cubicBezTo>
                <a:cubicBezTo>
                  <a:pt x="85672" y="12933"/>
                  <a:pt x="85635" y="12933"/>
                  <a:pt x="85562" y="13008"/>
                </a:cubicBezTo>
                <a:cubicBezTo>
                  <a:pt x="85525" y="13008"/>
                  <a:pt x="85488" y="13084"/>
                  <a:pt x="85451" y="13159"/>
                </a:cubicBezTo>
                <a:cubicBezTo>
                  <a:pt x="85415" y="13159"/>
                  <a:pt x="85415" y="13221"/>
                  <a:pt x="85378" y="13297"/>
                </a:cubicBezTo>
                <a:cubicBezTo>
                  <a:pt x="85378" y="13372"/>
                  <a:pt x="85378" y="13447"/>
                  <a:pt x="85378" y="13447"/>
                </a:cubicBezTo>
                <a:cubicBezTo>
                  <a:pt x="85341" y="13522"/>
                  <a:pt x="85341" y="13597"/>
                  <a:pt x="85341" y="13597"/>
                </a:cubicBezTo>
                <a:cubicBezTo>
                  <a:pt x="85304" y="13597"/>
                  <a:pt x="85274" y="13597"/>
                  <a:pt x="85274" y="13597"/>
                </a:cubicBezTo>
                <a:cubicBezTo>
                  <a:pt x="85237" y="13597"/>
                  <a:pt x="85200" y="13597"/>
                  <a:pt x="85163" y="13597"/>
                </a:cubicBezTo>
                <a:cubicBezTo>
                  <a:pt x="85163" y="13597"/>
                  <a:pt x="85127" y="13673"/>
                  <a:pt x="85090" y="13673"/>
                </a:cubicBezTo>
                <a:lnTo>
                  <a:pt x="85053" y="13673"/>
                </a:lnTo>
                <a:cubicBezTo>
                  <a:pt x="85016" y="13673"/>
                  <a:pt x="84980" y="13673"/>
                  <a:pt x="84980" y="13748"/>
                </a:cubicBezTo>
                <a:cubicBezTo>
                  <a:pt x="84943" y="13748"/>
                  <a:pt x="84906" y="13748"/>
                  <a:pt x="84906" y="13898"/>
                </a:cubicBezTo>
                <a:cubicBezTo>
                  <a:pt x="84906" y="13973"/>
                  <a:pt x="84943" y="14049"/>
                  <a:pt x="84980" y="14124"/>
                </a:cubicBezTo>
                <a:cubicBezTo>
                  <a:pt x="84980" y="14186"/>
                  <a:pt x="85016" y="14186"/>
                  <a:pt x="85053" y="14186"/>
                </a:cubicBezTo>
                <a:cubicBezTo>
                  <a:pt x="85090" y="14262"/>
                  <a:pt x="85127" y="14262"/>
                  <a:pt x="85200" y="14337"/>
                </a:cubicBezTo>
                <a:cubicBezTo>
                  <a:pt x="85237" y="14337"/>
                  <a:pt x="85237" y="14337"/>
                  <a:pt x="85274" y="14412"/>
                </a:cubicBezTo>
                <a:cubicBezTo>
                  <a:pt x="85274" y="14412"/>
                  <a:pt x="85274" y="14487"/>
                  <a:pt x="85274" y="14562"/>
                </a:cubicBezTo>
                <a:cubicBezTo>
                  <a:pt x="85274" y="14713"/>
                  <a:pt x="85274" y="14713"/>
                  <a:pt x="85274" y="14713"/>
                </a:cubicBezTo>
                <a:cubicBezTo>
                  <a:pt x="85274" y="14713"/>
                  <a:pt x="85237" y="14788"/>
                  <a:pt x="85200" y="14863"/>
                </a:cubicBezTo>
                <a:cubicBezTo>
                  <a:pt x="85200" y="14788"/>
                  <a:pt x="85163" y="14788"/>
                  <a:pt x="85127" y="14788"/>
                </a:cubicBezTo>
                <a:cubicBezTo>
                  <a:pt x="85053" y="14788"/>
                  <a:pt x="85016" y="14713"/>
                  <a:pt x="84906" y="14713"/>
                </a:cubicBezTo>
                <a:cubicBezTo>
                  <a:pt x="84869" y="14713"/>
                  <a:pt x="84833" y="14713"/>
                  <a:pt x="84759" y="14788"/>
                </a:cubicBezTo>
                <a:cubicBezTo>
                  <a:pt x="84759" y="14788"/>
                  <a:pt x="84728" y="14788"/>
                  <a:pt x="84692" y="14788"/>
                </a:cubicBezTo>
                <a:cubicBezTo>
                  <a:pt x="84692" y="14788"/>
                  <a:pt x="84692" y="14863"/>
                  <a:pt x="84655" y="14938"/>
                </a:cubicBezTo>
                <a:cubicBezTo>
                  <a:pt x="84618" y="14938"/>
                  <a:pt x="84618" y="15014"/>
                  <a:pt x="84581" y="15014"/>
                </a:cubicBezTo>
                <a:cubicBezTo>
                  <a:pt x="84545" y="15089"/>
                  <a:pt x="84545" y="15014"/>
                  <a:pt x="84508" y="15014"/>
                </a:cubicBezTo>
                <a:cubicBezTo>
                  <a:pt x="84471" y="15014"/>
                  <a:pt x="84471" y="15089"/>
                  <a:pt x="84434" y="15014"/>
                </a:cubicBezTo>
                <a:cubicBezTo>
                  <a:pt x="84398" y="15014"/>
                  <a:pt x="84398" y="14863"/>
                  <a:pt x="84361" y="14863"/>
                </a:cubicBezTo>
                <a:cubicBezTo>
                  <a:pt x="84287" y="14863"/>
                  <a:pt x="84257" y="14938"/>
                  <a:pt x="84147" y="14938"/>
                </a:cubicBezTo>
                <a:cubicBezTo>
                  <a:pt x="84110" y="14938"/>
                  <a:pt x="84073" y="14938"/>
                  <a:pt x="84036" y="14938"/>
                </a:cubicBezTo>
                <a:cubicBezTo>
                  <a:pt x="84000" y="14938"/>
                  <a:pt x="83963" y="14938"/>
                  <a:pt x="83963" y="14938"/>
                </a:cubicBezTo>
                <a:cubicBezTo>
                  <a:pt x="83926" y="15014"/>
                  <a:pt x="83889" y="15014"/>
                  <a:pt x="83889" y="15014"/>
                </a:cubicBezTo>
                <a:cubicBezTo>
                  <a:pt x="83565" y="15014"/>
                  <a:pt x="83565" y="15014"/>
                  <a:pt x="83565" y="15014"/>
                </a:cubicBezTo>
                <a:cubicBezTo>
                  <a:pt x="83528" y="15014"/>
                  <a:pt x="83491" y="15014"/>
                  <a:pt x="83491" y="15014"/>
                </a:cubicBezTo>
                <a:cubicBezTo>
                  <a:pt x="83454" y="15014"/>
                  <a:pt x="83418" y="15014"/>
                  <a:pt x="83418" y="15014"/>
                </a:cubicBezTo>
                <a:cubicBezTo>
                  <a:pt x="83381" y="15089"/>
                  <a:pt x="83418" y="15164"/>
                  <a:pt x="83381" y="15164"/>
                </a:cubicBezTo>
                <a:cubicBezTo>
                  <a:pt x="83381" y="15227"/>
                  <a:pt x="83344" y="15302"/>
                  <a:pt x="83344" y="15302"/>
                </a:cubicBezTo>
                <a:cubicBezTo>
                  <a:pt x="82983" y="15302"/>
                  <a:pt x="82983" y="15302"/>
                  <a:pt x="82983" y="15302"/>
                </a:cubicBezTo>
                <a:cubicBezTo>
                  <a:pt x="82909" y="15302"/>
                  <a:pt x="82909" y="15452"/>
                  <a:pt x="82836" y="15527"/>
                </a:cubicBezTo>
                <a:cubicBezTo>
                  <a:pt x="82872" y="15603"/>
                  <a:pt x="82872" y="15603"/>
                  <a:pt x="82872" y="15678"/>
                </a:cubicBezTo>
                <a:cubicBezTo>
                  <a:pt x="82909" y="15753"/>
                  <a:pt x="82946" y="15753"/>
                  <a:pt x="82946" y="15828"/>
                </a:cubicBezTo>
                <a:cubicBezTo>
                  <a:pt x="82983" y="15903"/>
                  <a:pt x="83019" y="15903"/>
                  <a:pt x="83019" y="15979"/>
                </a:cubicBezTo>
                <a:cubicBezTo>
                  <a:pt x="83056" y="16054"/>
                  <a:pt x="83093" y="16054"/>
                  <a:pt x="83093" y="16054"/>
                </a:cubicBezTo>
                <a:cubicBezTo>
                  <a:pt x="83093" y="16204"/>
                  <a:pt x="83093" y="16279"/>
                  <a:pt x="83093" y="16342"/>
                </a:cubicBezTo>
                <a:cubicBezTo>
                  <a:pt x="83093" y="16417"/>
                  <a:pt x="83093" y="16492"/>
                  <a:pt x="83093" y="16492"/>
                </a:cubicBezTo>
                <a:cubicBezTo>
                  <a:pt x="83093" y="16568"/>
                  <a:pt x="83130" y="16568"/>
                  <a:pt x="83130" y="16643"/>
                </a:cubicBezTo>
                <a:cubicBezTo>
                  <a:pt x="83130" y="16718"/>
                  <a:pt x="83130" y="16793"/>
                  <a:pt x="83166" y="16793"/>
                </a:cubicBezTo>
                <a:cubicBezTo>
                  <a:pt x="83197" y="16868"/>
                  <a:pt x="83240" y="16793"/>
                  <a:pt x="83307" y="16793"/>
                </a:cubicBezTo>
                <a:cubicBezTo>
                  <a:pt x="83418" y="16793"/>
                  <a:pt x="83418" y="16793"/>
                  <a:pt x="83418" y="16793"/>
                </a:cubicBezTo>
                <a:cubicBezTo>
                  <a:pt x="83454" y="16793"/>
                  <a:pt x="83491" y="16793"/>
                  <a:pt x="83528" y="16793"/>
                </a:cubicBezTo>
                <a:cubicBezTo>
                  <a:pt x="83528" y="16793"/>
                  <a:pt x="83565" y="16868"/>
                  <a:pt x="83601" y="16868"/>
                </a:cubicBezTo>
                <a:cubicBezTo>
                  <a:pt x="83601" y="16868"/>
                  <a:pt x="83601" y="16944"/>
                  <a:pt x="83638" y="17019"/>
                </a:cubicBezTo>
                <a:cubicBezTo>
                  <a:pt x="83675" y="17094"/>
                  <a:pt x="83712" y="17094"/>
                  <a:pt x="83712" y="17169"/>
                </a:cubicBezTo>
                <a:cubicBezTo>
                  <a:pt x="83712" y="17169"/>
                  <a:pt x="83712" y="17244"/>
                  <a:pt x="83712" y="17320"/>
                </a:cubicBezTo>
                <a:cubicBezTo>
                  <a:pt x="83712" y="17457"/>
                  <a:pt x="83712" y="17457"/>
                  <a:pt x="83712" y="17457"/>
                </a:cubicBezTo>
                <a:cubicBezTo>
                  <a:pt x="83712" y="17608"/>
                  <a:pt x="83638" y="17683"/>
                  <a:pt x="83565" y="17683"/>
                </a:cubicBezTo>
                <a:cubicBezTo>
                  <a:pt x="83491" y="17683"/>
                  <a:pt x="83491" y="17608"/>
                  <a:pt x="83454" y="17608"/>
                </a:cubicBezTo>
                <a:cubicBezTo>
                  <a:pt x="83418" y="17533"/>
                  <a:pt x="83381" y="17533"/>
                  <a:pt x="83381" y="17533"/>
                </a:cubicBezTo>
                <a:cubicBezTo>
                  <a:pt x="83344" y="17457"/>
                  <a:pt x="83381" y="17382"/>
                  <a:pt x="83344" y="17382"/>
                </a:cubicBezTo>
                <a:cubicBezTo>
                  <a:pt x="83307" y="17320"/>
                  <a:pt x="83307" y="17382"/>
                  <a:pt x="83271" y="17382"/>
                </a:cubicBezTo>
                <a:cubicBezTo>
                  <a:pt x="83240" y="17320"/>
                  <a:pt x="83197" y="17320"/>
                  <a:pt x="83197" y="17320"/>
                </a:cubicBezTo>
                <a:cubicBezTo>
                  <a:pt x="83166" y="17320"/>
                  <a:pt x="83130" y="17320"/>
                  <a:pt x="83130" y="17244"/>
                </a:cubicBezTo>
                <a:cubicBezTo>
                  <a:pt x="83093" y="17244"/>
                  <a:pt x="83056" y="17244"/>
                  <a:pt x="83056" y="17244"/>
                </a:cubicBezTo>
                <a:cubicBezTo>
                  <a:pt x="83019" y="17169"/>
                  <a:pt x="83056" y="17094"/>
                  <a:pt x="83019" y="17094"/>
                </a:cubicBezTo>
                <a:cubicBezTo>
                  <a:pt x="83019" y="17019"/>
                  <a:pt x="83019" y="17019"/>
                  <a:pt x="83019" y="16944"/>
                </a:cubicBezTo>
                <a:cubicBezTo>
                  <a:pt x="82983" y="16868"/>
                  <a:pt x="82946" y="16868"/>
                  <a:pt x="82946" y="16868"/>
                </a:cubicBezTo>
                <a:cubicBezTo>
                  <a:pt x="82511" y="16868"/>
                  <a:pt x="82511" y="16868"/>
                  <a:pt x="82511" y="16868"/>
                </a:cubicBezTo>
                <a:cubicBezTo>
                  <a:pt x="82474" y="16868"/>
                  <a:pt x="82437" y="16793"/>
                  <a:pt x="82364" y="16718"/>
                </a:cubicBezTo>
                <a:lnTo>
                  <a:pt x="82364" y="16568"/>
                </a:lnTo>
                <a:cubicBezTo>
                  <a:pt x="82327" y="16492"/>
                  <a:pt x="82254" y="16492"/>
                  <a:pt x="82223" y="16492"/>
                </a:cubicBezTo>
                <a:cubicBezTo>
                  <a:pt x="82180" y="16492"/>
                  <a:pt x="82180" y="16492"/>
                  <a:pt x="82150" y="16492"/>
                </a:cubicBezTo>
                <a:cubicBezTo>
                  <a:pt x="82113" y="16492"/>
                  <a:pt x="82113" y="16568"/>
                  <a:pt x="82076" y="16643"/>
                </a:cubicBezTo>
                <a:cubicBezTo>
                  <a:pt x="82076" y="16643"/>
                  <a:pt x="82039" y="16643"/>
                  <a:pt x="82003" y="16643"/>
                </a:cubicBezTo>
                <a:cubicBezTo>
                  <a:pt x="81929" y="16718"/>
                  <a:pt x="81892" y="16718"/>
                  <a:pt x="81782" y="16793"/>
                </a:cubicBezTo>
                <a:cubicBezTo>
                  <a:pt x="81819" y="16868"/>
                  <a:pt x="81819" y="16868"/>
                  <a:pt x="81819" y="16868"/>
                </a:cubicBezTo>
                <a:cubicBezTo>
                  <a:pt x="81856" y="16944"/>
                  <a:pt x="81856" y="16944"/>
                  <a:pt x="81892" y="16944"/>
                </a:cubicBezTo>
                <a:cubicBezTo>
                  <a:pt x="81929" y="16944"/>
                  <a:pt x="81966" y="16944"/>
                  <a:pt x="82039" y="16944"/>
                </a:cubicBezTo>
                <a:cubicBezTo>
                  <a:pt x="82039" y="16944"/>
                  <a:pt x="82076" y="16944"/>
                  <a:pt x="82113" y="16944"/>
                </a:cubicBezTo>
                <a:cubicBezTo>
                  <a:pt x="82113" y="16944"/>
                  <a:pt x="82150" y="17019"/>
                  <a:pt x="82150" y="17094"/>
                </a:cubicBezTo>
                <a:cubicBezTo>
                  <a:pt x="82180" y="17169"/>
                  <a:pt x="82223" y="17169"/>
                  <a:pt x="82223" y="17244"/>
                </a:cubicBezTo>
                <a:cubicBezTo>
                  <a:pt x="82223" y="17320"/>
                  <a:pt x="82180" y="17320"/>
                  <a:pt x="82180" y="17382"/>
                </a:cubicBezTo>
                <a:cubicBezTo>
                  <a:pt x="82113" y="17382"/>
                  <a:pt x="82076" y="17382"/>
                  <a:pt x="82003" y="17320"/>
                </a:cubicBezTo>
                <a:cubicBezTo>
                  <a:pt x="82003" y="17320"/>
                  <a:pt x="81966" y="17320"/>
                  <a:pt x="81929" y="17320"/>
                </a:cubicBezTo>
                <a:cubicBezTo>
                  <a:pt x="81892" y="17244"/>
                  <a:pt x="81929" y="17169"/>
                  <a:pt x="81892" y="17169"/>
                </a:cubicBezTo>
                <a:cubicBezTo>
                  <a:pt x="81856" y="17094"/>
                  <a:pt x="81819" y="17169"/>
                  <a:pt x="81782" y="17169"/>
                </a:cubicBezTo>
                <a:cubicBezTo>
                  <a:pt x="81745" y="17169"/>
                  <a:pt x="81745" y="17169"/>
                  <a:pt x="81745" y="17169"/>
                </a:cubicBezTo>
                <a:cubicBezTo>
                  <a:pt x="81709" y="17169"/>
                  <a:pt x="81678" y="17094"/>
                  <a:pt x="81678" y="17169"/>
                </a:cubicBezTo>
                <a:cubicBezTo>
                  <a:pt x="81641" y="17169"/>
                  <a:pt x="81641" y="17244"/>
                  <a:pt x="81641" y="17320"/>
                </a:cubicBezTo>
                <a:cubicBezTo>
                  <a:pt x="81604" y="17320"/>
                  <a:pt x="81604" y="17382"/>
                  <a:pt x="81604" y="17457"/>
                </a:cubicBezTo>
                <a:cubicBezTo>
                  <a:pt x="81604" y="17533"/>
                  <a:pt x="81531" y="17533"/>
                  <a:pt x="81531" y="17608"/>
                </a:cubicBezTo>
                <a:cubicBezTo>
                  <a:pt x="81531" y="17758"/>
                  <a:pt x="81641" y="17909"/>
                  <a:pt x="81709" y="17909"/>
                </a:cubicBezTo>
                <a:cubicBezTo>
                  <a:pt x="81745" y="17909"/>
                  <a:pt x="81782" y="17909"/>
                  <a:pt x="81856" y="17909"/>
                </a:cubicBezTo>
                <a:cubicBezTo>
                  <a:pt x="81892" y="17909"/>
                  <a:pt x="81892" y="17909"/>
                  <a:pt x="81929" y="17909"/>
                </a:cubicBezTo>
                <a:cubicBezTo>
                  <a:pt x="82003" y="17984"/>
                  <a:pt x="82076" y="18059"/>
                  <a:pt x="82150" y="18134"/>
                </a:cubicBezTo>
                <a:cubicBezTo>
                  <a:pt x="82150" y="18134"/>
                  <a:pt x="82150" y="18209"/>
                  <a:pt x="82180" y="18285"/>
                </a:cubicBezTo>
                <a:cubicBezTo>
                  <a:pt x="82223" y="18285"/>
                  <a:pt x="82223" y="18285"/>
                  <a:pt x="82254" y="18285"/>
                </a:cubicBezTo>
                <a:cubicBezTo>
                  <a:pt x="82290" y="18360"/>
                  <a:pt x="82290" y="18360"/>
                  <a:pt x="82327" y="18360"/>
                </a:cubicBezTo>
                <a:cubicBezTo>
                  <a:pt x="82327" y="18422"/>
                  <a:pt x="82364" y="18422"/>
                  <a:pt x="82364" y="18498"/>
                </a:cubicBezTo>
                <a:cubicBezTo>
                  <a:pt x="82364" y="18573"/>
                  <a:pt x="82327" y="18573"/>
                  <a:pt x="82327" y="18648"/>
                </a:cubicBezTo>
                <a:cubicBezTo>
                  <a:pt x="82290" y="18573"/>
                  <a:pt x="82290" y="18498"/>
                  <a:pt x="82254" y="18422"/>
                </a:cubicBezTo>
                <a:cubicBezTo>
                  <a:pt x="82223" y="18422"/>
                  <a:pt x="82150" y="18422"/>
                  <a:pt x="82113" y="18422"/>
                </a:cubicBezTo>
                <a:cubicBezTo>
                  <a:pt x="82076" y="18360"/>
                  <a:pt x="82076" y="18285"/>
                  <a:pt x="82039" y="18285"/>
                </a:cubicBezTo>
                <a:cubicBezTo>
                  <a:pt x="82039" y="18285"/>
                  <a:pt x="82003" y="18285"/>
                  <a:pt x="81966" y="18285"/>
                </a:cubicBezTo>
                <a:cubicBezTo>
                  <a:pt x="81966" y="18285"/>
                  <a:pt x="81929" y="18285"/>
                  <a:pt x="81892" y="18285"/>
                </a:cubicBezTo>
                <a:cubicBezTo>
                  <a:pt x="81892" y="18285"/>
                  <a:pt x="81856" y="18209"/>
                  <a:pt x="81819" y="18209"/>
                </a:cubicBezTo>
                <a:lnTo>
                  <a:pt x="81782" y="18134"/>
                </a:lnTo>
                <a:cubicBezTo>
                  <a:pt x="81678" y="18134"/>
                  <a:pt x="81641" y="18209"/>
                  <a:pt x="81568" y="18134"/>
                </a:cubicBezTo>
                <a:cubicBezTo>
                  <a:pt x="81494" y="18134"/>
                  <a:pt x="81457" y="18134"/>
                  <a:pt x="81421" y="18059"/>
                </a:cubicBezTo>
                <a:cubicBezTo>
                  <a:pt x="81384" y="17984"/>
                  <a:pt x="81347" y="17984"/>
                  <a:pt x="81347" y="17909"/>
                </a:cubicBezTo>
                <a:cubicBezTo>
                  <a:pt x="81347" y="17833"/>
                  <a:pt x="81310" y="17833"/>
                  <a:pt x="81310" y="17758"/>
                </a:cubicBezTo>
                <a:cubicBezTo>
                  <a:pt x="81310" y="17683"/>
                  <a:pt x="81310" y="17683"/>
                  <a:pt x="81310" y="17608"/>
                </a:cubicBezTo>
                <a:cubicBezTo>
                  <a:pt x="81310" y="17320"/>
                  <a:pt x="81310" y="17320"/>
                  <a:pt x="81310" y="17320"/>
                </a:cubicBezTo>
                <a:cubicBezTo>
                  <a:pt x="81310" y="17244"/>
                  <a:pt x="81310" y="17169"/>
                  <a:pt x="81310" y="17019"/>
                </a:cubicBezTo>
                <a:cubicBezTo>
                  <a:pt x="81310" y="17019"/>
                  <a:pt x="81347" y="16944"/>
                  <a:pt x="81347" y="16868"/>
                </a:cubicBezTo>
                <a:cubicBezTo>
                  <a:pt x="81384" y="16868"/>
                  <a:pt x="81347" y="16793"/>
                  <a:pt x="81347" y="16793"/>
                </a:cubicBezTo>
                <a:cubicBezTo>
                  <a:pt x="81347" y="16718"/>
                  <a:pt x="81384" y="16643"/>
                  <a:pt x="81347" y="16643"/>
                </a:cubicBezTo>
                <a:cubicBezTo>
                  <a:pt x="81347" y="16568"/>
                  <a:pt x="81347" y="16492"/>
                  <a:pt x="81347" y="16492"/>
                </a:cubicBezTo>
                <a:cubicBezTo>
                  <a:pt x="81347" y="16417"/>
                  <a:pt x="81274" y="16417"/>
                  <a:pt x="81274" y="16417"/>
                </a:cubicBezTo>
                <a:cubicBezTo>
                  <a:pt x="81274" y="16342"/>
                  <a:pt x="81274" y="16279"/>
                  <a:pt x="81274" y="16279"/>
                </a:cubicBezTo>
                <a:cubicBezTo>
                  <a:pt x="81237" y="16129"/>
                  <a:pt x="81237" y="16054"/>
                  <a:pt x="81206" y="15979"/>
                </a:cubicBezTo>
                <a:cubicBezTo>
                  <a:pt x="81163" y="15979"/>
                  <a:pt x="81163" y="16054"/>
                  <a:pt x="81133" y="16054"/>
                </a:cubicBezTo>
                <a:cubicBezTo>
                  <a:pt x="81096" y="16054"/>
                  <a:pt x="81096" y="16054"/>
                  <a:pt x="81059" y="16054"/>
                </a:cubicBezTo>
                <a:cubicBezTo>
                  <a:pt x="81059" y="16129"/>
                  <a:pt x="81059" y="16204"/>
                  <a:pt x="81059" y="16279"/>
                </a:cubicBezTo>
                <a:cubicBezTo>
                  <a:pt x="81059" y="16279"/>
                  <a:pt x="81096" y="16342"/>
                  <a:pt x="81096" y="16417"/>
                </a:cubicBezTo>
                <a:cubicBezTo>
                  <a:pt x="81096" y="16568"/>
                  <a:pt x="81096" y="16643"/>
                  <a:pt x="81096" y="16793"/>
                </a:cubicBezTo>
                <a:cubicBezTo>
                  <a:pt x="81096" y="16868"/>
                  <a:pt x="81059" y="16944"/>
                  <a:pt x="81059" y="16944"/>
                </a:cubicBezTo>
                <a:cubicBezTo>
                  <a:pt x="81059" y="17169"/>
                  <a:pt x="81059" y="17169"/>
                  <a:pt x="81059" y="17169"/>
                </a:cubicBezTo>
                <a:cubicBezTo>
                  <a:pt x="81022" y="17169"/>
                  <a:pt x="80986" y="17094"/>
                  <a:pt x="80912" y="17094"/>
                </a:cubicBezTo>
                <a:cubicBezTo>
                  <a:pt x="80875" y="17094"/>
                  <a:pt x="80875" y="17169"/>
                  <a:pt x="80839" y="17169"/>
                </a:cubicBezTo>
                <a:cubicBezTo>
                  <a:pt x="80802" y="17169"/>
                  <a:pt x="80802" y="17169"/>
                  <a:pt x="80765" y="17169"/>
                </a:cubicBezTo>
                <a:cubicBezTo>
                  <a:pt x="80765" y="17244"/>
                  <a:pt x="80765" y="17320"/>
                  <a:pt x="80765" y="17382"/>
                </a:cubicBezTo>
                <a:cubicBezTo>
                  <a:pt x="80765" y="17382"/>
                  <a:pt x="80765" y="17457"/>
                  <a:pt x="80765" y="17533"/>
                </a:cubicBezTo>
                <a:cubicBezTo>
                  <a:pt x="80728" y="17533"/>
                  <a:pt x="80692" y="17533"/>
                  <a:pt x="80692" y="17608"/>
                </a:cubicBezTo>
                <a:cubicBezTo>
                  <a:pt x="80661" y="17608"/>
                  <a:pt x="80624" y="17608"/>
                  <a:pt x="80624" y="17608"/>
                </a:cubicBezTo>
                <a:cubicBezTo>
                  <a:pt x="80551" y="17683"/>
                  <a:pt x="80514" y="17758"/>
                  <a:pt x="80514" y="17909"/>
                </a:cubicBezTo>
                <a:cubicBezTo>
                  <a:pt x="80514" y="17984"/>
                  <a:pt x="80514" y="17984"/>
                  <a:pt x="80514" y="17984"/>
                </a:cubicBezTo>
                <a:cubicBezTo>
                  <a:pt x="80551" y="18209"/>
                  <a:pt x="80624" y="18285"/>
                  <a:pt x="80692" y="18422"/>
                </a:cubicBezTo>
                <a:cubicBezTo>
                  <a:pt x="80728" y="18498"/>
                  <a:pt x="80765" y="18498"/>
                  <a:pt x="80802" y="18648"/>
                </a:cubicBezTo>
                <a:cubicBezTo>
                  <a:pt x="80802" y="18723"/>
                  <a:pt x="80802" y="18723"/>
                  <a:pt x="80802" y="18798"/>
                </a:cubicBezTo>
                <a:cubicBezTo>
                  <a:pt x="80802" y="18874"/>
                  <a:pt x="80839" y="18949"/>
                  <a:pt x="80839" y="19099"/>
                </a:cubicBezTo>
                <a:cubicBezTo>
                  <a:pt x="80839" y="19174"/>
                  <a:pt x="80839" y="19174"/>
                  <a:pt x="80839" y="19250"/>
                </a:cubicBezTo>
                <a:cubicBezTo>
                  <a:pt x="80802" y="19250"/>
                  <a:pt x="80802" y="19325"/>
                  <a:pt x="80802" y="19400"/>
                </a:cubicBezTo>
                <a:cubicBezTo>
                  <a:pt x="80765" y="19475"/>
                  <a:pt x="80692" y="19475"/>
                  <a:pt x="80692" y="19613"/>
                </a:cubicBezTo>
                <a:cubicBezTo>
                  <a:pt x="80692" y="19688"/>
                  <a:pt x="80692" y="19688"/>
                  <a:pt x="80692" y="19688"/>
                </a:cubicBezTo>
                <a:lnTo>
                  <a:pt x="80728" y="19763"/>
                </a:lnTo>
                <a:cubicBezTo>
                  <a:pt x="80728" y="19839"/>
                  <a:pt x="80728" y="19914"/>
                  <a:pt x="80765" y="19989"/>
                </a:cubicBezTo>
                <a:cubicBezTo>
                  <a:pt x="80765" y="19989"/>
                  <a:pt x="80765" y="20064"/>
                  <a:pt x="80765" y="20139"/>
                </a:cubicBezTo>
                <a:cubicBezTo>
                  <a:pt x="80765" y="20215"/>
                  <a:pt x="80728" y="20215"/>
                  <a:pt x="80728" y="20290"/>
                </a:cubicBezTo>
                <a:cubicBezTo>
                  <a:pt x="80728" y="20290"/>
                  <a:pt x="80728" y="20365"/>
                  <a:pt x="80765" y="20440"/>
                </a:cubicBezTo>
                <a:cubicBezTo>
                  <a:pt x="80765" y="20503"/>
                  <a:pt x="80802" y="20578"/>
                  <a:pt x="80839" y="20653"/>
                </a:cubicBezTo>
                <a:cubicBezTo>
                  <a:pt x="80839" y="20728"/>
                  <a:pt x="80875" y="20728"/>
                  <a:pt x="80912" y="20728"/>
                </a:cubicBezTo>
                <a:cubicBezTo>
                  <a:pt x="81237" y="20728"/>
                  <a:pt x="81237" y="20728"/>
                  <a:pt x="81237" y="20728"/>
                </a:cubicBezTo>
                <a:cubicBezTo>
                  <a:pt x="81274" y="20728"/>
                  <a:pt x="81274" y="20653"/>
                  <a:pt x="81310" y="20653"/>
                </a:cubicBezTo>
                <a:cubicBezTo>
                  <a:pt x="81310" y="20578"/>
                  <a:pt x="81347" y="20578"/>
                  <a:pt x="81347" y="20503"/>
                </a:cubicBezTo>
                <a:cubicBezTo>
                  <a:pt x="81384" y="20440"/>
                  <a:pt x="81384" y="20365"/>
                  <a:pt x="81421" y="20365"/>
                </a:cubicBezTo>
                <a:cubicBezTo>
                  <a:pt x="81457" y="20365"/>
                  <a:pt x="81457" y="20365"/>
                  <a:pt x="81457" y="20365"/>
                </a:cubicBezTo>
                <a:cubicBezTo>
                  <a:pt x="81494" y="20365"/>
                  <a:pt x="81531" y="20365"/>
                  <a:pt x="81531" y="20440"/>
                </a:cubicBezTo>
                <a:cubicBezTo>
                  <a:pt x="81568" y="20440"/>
                  <a:pt x="81568" y="20503"/>
                  <a:pt x="81604" y="20578"/>
                </a:cubicBezTo>
                <a:cubicBezTo>
                  <a:pt x="81641" y="20653"/>
                  <a:pt x="81678" y="20653"/>
                  <a:pt x="81745" y="20728"/>
                </a:cubicBezTo>
                <a:lnTo>
                  <a:pt x="81782" y="20728"/>
                </a:lnTo>
                <a:cubicBezTo>
                  <a:pt x="81819" y="20804"/>
                  <a:pt x="81856" y="20804"/>
                  <a:pt x="81856" y="20879"/>
                </a:cubicBezTo>
                <a:cubicBezTo>
                  <a:pt x="81892" y="20954"/>
                  <a:pt x="81892" y="21029"/>
                  <a:pt x="81929" y="21180"/>
                </a:cubicBezTo>
                <a:cubicBezTo>
                  <a:pt x="81966" y="21255"/>
                  <a:pt x="82003" y="21330"/>
                  <a:pt x="82076" y="21405"/>
                </a:cubicBezTo>
                <a:cubicBezTo>
                  <a:pt x="82076" y="21480"/>
                  <a:pt x="82113" y="21480"/>
                  <a:pt x="82150" y="21556"/>
                </a:cubicBezTo>
                <a:lnTo>
                  <a:pt x="82180" y="21618"/>
                </a:lnTo>
                <a:cubicBezTo>
                  <a:pt x="82180" y="21769"/>
                  <a:pt x="82150" y="21844"/>
                  <a:pt x="82150" y="21919"/>
                </a:cubicBezTo>
                <a:cubicBezTo>
                  <a:pt x="82113" y="21994"/>
                  <a:pt x="82113" y="22069"/>
                  <a:pt x="82076" y="22069"/>
                </a:cubicBezTo>
                <a:cubicBezTo>
                  <a:pt x="82076" y="22145"/>
                  <a:pt x="82003" y="22145"/>
                  <a:pt x="82003" y="22220"/>
                </a:cubicBezTo>
                <a:cubicBezTo>
                  <a:pt x="82003" y="22295"/>
                  <a:pt x="82039" y="22295"/>
                  <a:pt x="82039" y="22370"/>
                </a:cubicBezTo>
                <a:cubicBezTo>
                  <a:pt x="82076" y="22370"/>
                  <a:pt x="82113" y="22295"/>
                  <a:pt x="82113" y="22370"/>
                </a:cubicBezTo>
                <a:cubicBezTo>
                  <a:pt x="82180" y="22445"/>
                  <a:pt x="82180" y="22445"/>
                  <a:pt x="82180" y="22445"/>
                </a:cubicBezTo>
                <a:cubicBezTo>
                  <a:pt x="82223" y="22445"/>
                  <a:pt x="82223" y="22521"/>
                  <a:pt x="82254" y="22583"/>
                </a:cubicBezTo>
                <a:cubicBezTo>
                  <a:pt x="82290" y="22583"/>
                  <a:pt x="82364" y="22583"/>
                  <a:pt x="82437" y="22583"/>
                </a:cubicBezTo>
                <a:cubicBezTo>
                  <a:pt x="82474" y="22583"/>
                  <a:pt x="82474" y="22583"/>
                  <a:pt x="82511" y="22583"/>
                </a:cubicBezTo>
                <a:cubicBezTo>
                  <a:pt x="82474" y="22734"/>
                  <a:pt x="82474" y="22734"/>
                  <a:pt x="82474" y="22734"/>
                </a:cubicBezTo>
                <a:cubicBezTo>
                  <a:pt x="82437" y="22809"/>
                  <a:pt x="82437" y="22809"/>
                  <a:pt x="82401" y="22809"/>
                </a:cubicBezTo>
                <a:cubicBezTo>
                  <a:pt x="82364" y="22884"/>
                  <a:pt x="82290" y="22884"/>
                  <a:pt x="82254" y="22884"/>
                </a:cubicBezTo>
                <a:cubicBezTo>
                  <a:pt x="82180" y="22884"/>
                  <a:pt x="82180" y="22884"/>
                  <a:pt x="82180" y="22884"/>
                </a:cubicBezTo>
                <a:cubicBezTo>
                  <a:pt x="82150" y="22884"/>
                  <a:pt x="82150" y="22809"/>
                  <a:pt x="82113" y="22734"/>
                </a:cubicBezTo>
                <a:cubicBezTo>
                  <a:pt x="82076" y="22734"/>
                  <a:pt x="82076" y="22671"/>
                  <a:pt x="82039" y="22671"/>
                </a:cubicBezTo>
                <a:cubicBezTo>
                  <a:pt x="82039" y="22671"/>
                  <a:pt x="82003" y="22671"/>
                  <a:pt x="81966" y="22583"/>
                </a:cubicBezTo>
                <a:cubicBezTo>
                  <a:pt x="81929" y="22583"/>
                  <a:pt x="81929" y="22445"/>
                  <a:pt x="81929" y="22295"/>
                </a:cubicBezTo>
                <a:cubicBezTo>
                  <a:pt x="81929" y="22069"/>
                  <a:pt x="81929" y="22069"/>
                  <a:pt x="81929" y="22069"/>
                </a:cubicBezTo>
                <a:cubicBezTo>
                  <a:pt x="81929" y="21994"/>
                  <a:pt x="81966" y="21994"/>
                  <a:pt x="81966" y="21919"/>
                </a:cubicBezTo>
                <a:cubicBezTo>
                  <a:pt x="81966" y="21769"/>
                  <a:pt x="81892" y="21693"/>
                  <a:pt x="81856" y="21618"/>
                </a:cubicBezTo>
                <a:cubicBezTo>
                  <a:pt x="81819" y="21556"/>
                  <a:pt x="81782" y="21618"/>
                  <a:pt x="81782" y="21556"/>
                </a:cubicBezTo>
                <a:cubicBezTo>
                  <a:pt x="81782" y="21480"/>
                  <a:pt x="81782" y="21480"/>
                  <a:pt x="81782" y="21405"/>
                </a:cubicBezTo>
                <a:cubicBezTo>
                  <a:pt x="81782" y="21330"/>
                  <a:pt x="81745" y="21330"/>
                  <a:pt x="81745" y="21255"/>
                </a:cubicBezTo>
                <a:cubicBezTo>
                  <a:pt x="81709" y="21255"/>
                  <a:pt x="81678" y="21255"/>
                  <a:pt x="81678" y="21255"/>
                </a:cubicBezTo>
                <a:cubicBezTo>
                  <a:pt x="81641" y="21180"/>
                  <a:pt x="81604" y="21180"/>
                  <a:pt x="81568" y="21180"/>
                </a:cubicBezTo>
                <a:cubicBezTo>
                  <a:pt x="81531" y="21180"/>
                  <a:pt x="81494" y="21180"/>
                  <a:pt x="81421" y="21180"/>
                </a:cubicBezTo>
                <a:cubicBezTo>
                  <a:pt x="81347" y="21180"/>
                  <a:pt x="81310" y="21180"/>
                  <a:pt x="81237" y="21180"/>
                </a:cubicBezTo>
                <a:cubicBezTo>
                  <a:pt x="81206" y="21180"/>
                  <a:pt x="81163" y="21180"/>
                  <a:pt x="81163" y="21180"/>
                </a:cubicBezTo>
                <a:cubicBezTo>
                  <a:pt x="81133" y="21180"/>
                  <a:pt x="81096" y="21255"/>
                  <a:pt x="81096" y="21255"/>
                </a:cubicBezTo>
                <a:cubicBezTo>
                  <a:pt x="81059" y="21255"/>
                  <a:pt x="81022" y="21330"/>
                  <a:pt x="81022" y="21330"/>
                </a:cubicBezTo>
                <a:cubicBezTo>
                  <a:pt x="80986" y="21405"/>
                  <a:pt x="80949" y="21405"/>
                  <a:pt x="80949" y="21480"/>
                </a:cubicBezTo>
                <a:cubicBezTo>
                  <a:pt x="80949" y="21556"/>
                  <a:pt x="80949" y="21556"/>
                  <a:pt x="80949" y="21618"/>
                </a:cubicBezTo>
                <a:cubicBezTo>
                  <a:pt x="80949" y="21693"/>
                  <a:pt x="80986" y="21693"/>
                  <a:pt x="80986" y="21769"/>
                </a:cubicBezTo>
                <a:cubicBezTo>
                  <a:pt x="80986" y="21919"/>
                  <a:pt x="81022" y="21994"/>
                  <a:pt x="81022" y="22145"/>
                </a:cubicBezTo>
                <a:cubicBezTo>
                  <a:pt x="81022" y="22295"/>
                  <a:pt x="81022" y="22370"/>
                  <a:pt x="80986" y="22521"/>
                </a:cubicBezTo>
                <a:lnTo>
                  <a:pt x="80986" y="22583"/>
                </a:lnTo>
                <a:cubicBezTo>
                  <a:pt x="80949" y="22671"/>
                  <a:pt x="80949" y="22734"/>
                  <a:pt x="80912" y="22734"/>
                </a:cubicBezTo>
                <a:cubicBezTo>
                  <a:pt x="80875" y="22809"/>
                  <a:pt x="80875" y="22809"/>
                  <a:pt x="80839" y="22884"/>
                </a:cubicBezTo>
                <a:cubicBezTo>
                  <a:pt x="80802" y="22959"/>
                  <a:pt x="80765" y="22959"/>
                  <a:pt x="80765" y="23034"/>
                </a:cubicBezTo>
                <a:cubicBezTo>
                  <a:pt x="80728" y="23034"/>
                  <a:pt x="80692" y="23034"/>
                  <a:pt x="80692" y="23110"/>
                </a:cubicBezTo>
                <a:cubicBezTo>
                  <a:pt x="80661" y="23260"/>
                  <a:pt x="80692" y="23335"/>
                  <a:pt x="80692" y="23486"/>
                </a:cubicBezTo>
                <a:cubicBezTo>
                  <a:pt x="80624" y="23486"/>
                  <a:pt x="80588" y="23486"/>
                  <a:pt x="80551" y="23486"/>
                </a:cubicBezTo>
                <a:cubicBezTo>
                  <a:pt x="80441" y="23561"/>
                  <a:pt x="80404" y="23636"/>
                  <a:pt x="80330" y="23699"/>
                </a:cubicBezTo>
                <a:cubicBezTo>
                  <a:pt x="80294" y="23774"/>
                  <a:pt x="80220" y="23774"/>
                  <a:pt x="80183" y="23924"/>
                </a:cubicBezTo>
                <a:cubicBezTo>
                  <a:pt x="80183" y="23924"/>
                  <a:pt x="80183" y="24000"/>
                  <a:pt x="80183" y="24075"/>
                </a:cubicBezTo>
                <a:cubicBezTo>
                  <a:pt x="80183" y="24075"/>
                  <a:pt x="80147" y="24150"/>
                  <a:pt x="80147" y="24225"/>
                </a:cubicBezTo>
                <a:cubicBezTo>
                  <a:pt x="80116" y="24225"/>
                  <a:pt x="80116" y="24225"/>
                  <a:pt x="80079" y="24225"/>
                </a:cubicBezTo>
                <a:cubicBezTo>
                  <a:pt x="80006" y="24225"/>
                  <a:pt x="79969" y="24225"/>
                  <a:pt x="79932" y="24150"/>
                </a:cubicBezTo>
                <a:cubicBezTo>
                  <a:pt x="79895" y="24150"/>
                  <a:pt x="79895" y="24075"/>
                  <a:pt x="79859" y="24075"/>
                </a:cubicBezTo>
                <a:cubicBezTo>
                  <a:pt x="79822" y="24075"/>
                  <a:pt x="79822" y="24075"/>
                  <a:pt x="79785" y="24075"/>
                </a:cubicBezTo>
                <a:cubicBezTo>
                  <a:pt x="79748" y="24000"/>
                  <a:pt x="79748" y="23924"/>
                  <a:pt x="79712" y="23924"/>
                </a:cubicBezTo>
                <a:cubicBezTo>
                  <a:pt x="79313" y="23924"/>
                  <a:pt x="79313" y="23924"/>
                  <a:pt x="79313" y="23924"/>
                </a:cubicBezTo>
                <a:cubicBezTo>
                  <a:pt x="79240" y="23849"/>
                  <a:pt x="79240" y="23849"/>
                  <a:pt x="79240" y="23849"/>
                </a:cubicBezTo>
                <a:cubicBezTo>
                  <a:pt x="79240" y="23849"/>
                  <a:pt x="79277" y="23774"/>
                  <a:pt x="79277" y="23699"/>
                </a:cubicBezTo>
                <a:cubicBezTo>
                  <a:pt x="79313" y="23699"/>
                  <a:pt x="79313" y="23636"/>
                  <a:pt x="79350" y="23561"/>
                </a:cubicBezTo>
                <a:cubicBezTo>
                  <a:pt x="79387" y="23561"/>
                  <a:pt x="79387" y="23561"/>
                  <a:pt x="79424" y="23561"/>
                </a:cubicBezTo>
                <a:cubicBezTo>
                  <a:pt x="79497" y="23561"/>
                  <a:pt x="79497" y="23561"/>
                  <a:pt x="79534" y="23561"/>
                </a:cubicBezTo>
                <a:cubicBezTo>
                  <a:pt x="79571" y="23636"/>
                  <a:pt x="79607" y="23636"/>
                  <a:pt x="79607" y="23636"/>
                </a:cubicBezTo>
                <a:cubicBezTo>
                  <a:pt x="79675" y="23699"/>
                  <a:pt x="79712" y="23636"/>
                  <a:pt x="79748" y="23636"/>
                </a:cubicBezTo>
                <a:cubicBezTo>
                  <a:pt x="79822" y="23636"/>
                  <a:pt x="79859" y="23699"/>
                  <a:pt x="79895" y="23636"/>
                </a:cubicBezTo>
                <a:cubicBezTo>
                  <a:pt x="79932" y="23636"/>
                  <a:pt x="79932" y="23561"/>
                  <a:pt x="79969" y="23561"/>
                </a:cubicBezTo>
                <a:cubicBezTo>
                  <a:pt x="80006" y="23561"/>
                  <a:pt x="80006" y="23486"/>
                  <a:pt x="80042" y="23486"/>
                </a:cubicBezTo>
                <a:cubicBezTo>
                  <a:pt x="80042" y="23410"/>
                  <a:pt x="80079" y="23410"/>
                  <a:pt x="80116" y="23335"/>
                </a:cubicBezTo>
                <a:cubicBezTo>
                  <a:pt x="80147" y="23260"/>
                  <a:pt x="80147" y="23110"/>
                  <a:pt x="80183" y="23034"/>
                </a:cubicBezTo>
                <a:cubicBezTo>
                  <a:pt x="80183" y="23034"/>
                  <a:pt x="80220" y="23034"/>
                  <a:pt x="80257" y="22959"/>
                </a:cubicBezTo>
                <a:cubicBezTo>
                  <a:pt x="80294" y="22884"/>
                  <a:pt x="80330" y="22809"/>
                  <a:pt x="80367" y="22734"/>
                </a:cubicBezTo>
                <a:cubicBezTo>
                  <a:pt x="80367" y="22671"/>
                  <a:pt x="80367" y="22583"/>
                  <a:pt x="80367" y="22583"/>
                </a:cubicBezTo>
                <a:cubicBezTo>
                  <a:pt x="80404" y="22521"/>
                  <a:pt x="80441" y="22583"/>
                  <a:pt x="80441" y="22521"/>
                </a:cubicBezTo>
                <a:cubicBezTo>
                  <a:pt x="80477" y="22521"/>
                  <a:pt x="80514" y="22521"/>
                  <a:pt x="80514" y="22445"/>
                </a:cubicBezTo>
                <a:cubicBezTo>
                  <a:pt x="80551" y="22445"/>
                  <a:pt x="80514" y="22370"/>
                  <a:pt x="80514" y="22295"/>
                </a:cubicBezTo>
                <a:cubicBezTo>
                  <a:pt x="80514" y="22295"/>
                  <a:pt x="80551" y="22220"/>
                  <a:pt x="80551" y="22145"/>
                </a:cubicBezTo>
                <a:cubicBezTo>
                  <a:pt x="80551" y="22069"/>
                  <a:pt x="80588" y="21994"/>
                  <a:pt x="80588" y="21844"/>
                </a:cubicBezTo>
                <a:cubicBezTo>
                  <a:pt x="80588" y="21844"/>
                  <a:pt x="80624" y="21769"/>
                  <a:pt x="80624" y="21693"/>
                </a:cubicBezTo>
                <a:lnTo>
                  <a:pt x="80624" y="21618"/>
                </a:lnTo>
                <a:cubicBezTo>
                  <a:pt x="80624" y="21556"/>
                  <a:pt x="80661" y="21556"/>
                  <a:pt x="80661" y="21480"/>
                </a:cubicBezTo>
                <a:cubicBezTo>
                  <a:pt x="80661" y="21405"/>
                  <a:pt x="80661" y="21330"/>
                  <a:pt x="80661" y="21255"/>
                </a:cubicBezTo>
                <a:cubicBezTo>
                  <a:pt x="80588" y="21255"/>
                  <a:pt x="80551" y="21330"/>
                  <a:pt x="80514" y="21330"/>
                </a:cubicBezTo>
                <a:cubicBezTo>
                  <a:pt x="80477" y="21330"/>
                  <a:pt x="80441" y="21255"/>
                  <a:pt x="80404" y="21255"/>
                </a:cubicBezTo>
                <a:cubicBezTo>
                  <a:pt x="80404" y="21255"/>
                  <a:pt x="80367" y="21180"/>
                  <a:pt x="80330" y="21180"/>
                </a:cubicBezTo>
                <a:cubicBezTo>
                  <a:pt x="80294" y="21180"/>
                  <a:pt x="80294" y="21104"/>
                  <a:pt x="80294" y="21029"/>
                </a:cubicBezTo>
                <a:cubicBezTo>
                  <a:pt x="80257" y="20954"/>
                  <a:pt x="80257" y="20879"/>
                  <a:pt x="80257" y="20804"/>
                </a:cubicBezTo>
                <a:cubicBezTo>
                  <a:pt x="80257" y="20653"/>
                  <a:pt x="80294" y="20653"/>
                  <a:pt x="80294" y="20503"/>
                </a:cubicBezTo>
                <a:cubicBezTo>
                  <a:pt x="80294" y="20290"/>
                  <a:pt x="80294" y="20215"/>
                  <a:pt x="80294" y="20064"/>
                </a:cubicBezTo>
                <a:cubicBezTo>
                  <a:pt x="80294" y="19914"/>
                  <a:pt x="80294" y="19914"/>
                  <a:pt x="80294" y="19914"/>
                </a:cubicBezTo>
                <a:cubicBezTo>
                  <a:pt x="80294" y="19763"/>
                  <a:pt x="80330" y="19688"/>
                  <a:pt x="80330" y="19613"/>
                </a:cubicBezTo>
                <a:cubicBezTo>
                  <a:pt x="80367" y="19475"/>
                  <a:pt x="80367" y="19400"/>
                  <a:pt x="80367" y="19174"/>
                </a:cubicBezTo>
                <a:cubicBezTo>
                  <a:pt x="80367" y="19174"/>
                  <a:pt x="80367" y="19099"/>
                  <a:pt x="80367" y="19024"/>
                </a:cubicBezTo>
                <a:cubicBezTo>
                  <a:pt x="80367" y="18949"/>
                  <a:pt x="80330" y="18874"/>
                  <a:pt x="80294" y="18723"/>
                </a:cubicBezTo>
                <a:lnTo>
                  <a:pt x="80294" y="18648"/>
                </a:lnTo>
                <a:cubicBezTo>
                  <a:pt x="80257" y="18498"/>
                  <a:pt x="80257" y="18422"/>
                  <a:pt x="80220" y="18360"/>
                </a:cubicBezTo>
                <a:cubicBezTo>
                  <a:pt x="80220" y="18285"/>
                  <a:pt x="80183" y="18209"/>
                  <a:pt x="80183" y="18209"/>
                </a:cubicBezTo>
                <a:cubicBezTo>
                  <a:pt x="80147" y="18134"/>
                  <a:pt x="80147" y="18134"/>
                  <a:pt x="80147" y="18059"/>
                </a:cubicBezTo>
                <a:cubicBezTo>
                  <a:pt x="80147" y="17169"/>
                  <a:pt x="80147" y="17169"/>
                  <a:pt x="80147" y="17169"/>
                </a:cubicBezTo>
                <a:cubicBezTo>
                  <a:pt x="80183" y="17169"/>
                  <a:pt x="80220" y="17169"/>
                  <a:pt x="80294" y="17169"/>
                </a:cubicBezTo>
                <a:cubicBezTo>
                  <a:pt x="80294" y="17169"/>
                  <a:pt x="80330" y="17169"/>
                  <a:pt x="80367" y="17169"/>
                </a:cubicBezTo>
                <a:lnTo>
                  <a:pt x="80367" y="17169"/>
                </a:lnTo>
                <a:cubicBezTo>
                  <a:pt x="80367" y="16279"/>
                  <a:pt x="80367" y="16279"/>
                  <a:pt x="80367" y="16279"/>
                </a:cubicBezTo>
                <a:cubicBezTo>
                  <a:pt x="80294" y="16279"/>
                  <a:pt x="80257" y="16279"/>
                  <a:pt x="80183" y="16279"/>
                </a:cubicBezTo>
                <a:cubicBezTo>
                  <a:pt x="80147" y="16279"/>
                  <a:pt x="80147" y="16129"/>
                  <a:pt x="80116" y="16129"/>
                </a:cubicBezTo>
                <a:cubicBezTo>
                  <a:pt x="80116" y="16129"/>
                  <a:pt x="80079" y="16054"/>
                  <a:pt x="80042" y="16054"/>
                </a:cubicBezTo>
                <a:cubicBezTo>
                  <a:pt x="80006" y="16054"/>
                  <a:pt x="79969" y="16054"/>
                  <a:pt x="79895" y="16054"/>
                </a:cubicBezTo>
                <a:cubicBezTo>
                  <a:pt x="79785" y="16054"/>
                  <a:pt x="79785" y="16054"/>
                  <a:pt x="79785" y="16054"/>
                </a:cubicBezTo>
                <a:cubicBezTo>
                  <a:pt x="79748" y="16054"/>
                  <a:pt x="79712" y="16054"/>
                  <a:pt x="79675" y="16054"/>
                </a:cubicBezTo>
                <a:cubicBezTo>
                  <a:pt x="79607" y="16054"/>
                  <a:pt x="79571" y="16054"/>
                  <a:pt x="79497" y="16129"/>
                </a:cubicBezTo>
                <a:cubicBezTo>
                  <a:pt x="79460" y="16129"/>
                  <a:pt x="79460" y="16204"/>
                  <a:pt x="79424" y="16204"/>
                </a:cubicBezTo>
                <a:cubicBezTo>
                  <a:pt x="79387" y="16279"/>
                  <a:pt x="79387" y="16279"/>
                  <a:pt x="79350" y="16279"/>
                </a:cubicBezTo>
                <a:cubicBezTo>
                  <a:pt x="79313" y="16279"/>
                  <a:pt x="79313" y="16279"/>
                  <a:pt x="79277" y="16279"/>
                </a:cubicBezTo>
                <a:cubicBezTo>
                  <a:pt x="79240" y="16279"/>
                  <a:pt x="79203" y="16279"/>
                  <a:pt x="79130" y="16279"/>
                </a:cubicBezTo>
                <a:cubicBezTo>
                  <a:pt x="79130" y="16279"/>
                  <a:pt x="79099" y="16342"/>
                  <a:pt x="79062" y="16342"/>
                </a:cubicBezTo>
                <a:cubicBezTo>
                  <a:pt x="79062" y="16492"/>
                  <a:pt x="79062" y="16568"/>
                  <a:pt x="79062" y="16793"/>
                </a:cubicBezTo>
                <a:cubicBezTo>
                  <a:pt x="79062" y="16793"/>
                  <a:pt x="79062" y="16868"/>
                  <a:pt x="79062" y="16944"/>
                </a:cubicBezTo>
                <a:cubicBezTo>
                  <a:pt x="79062" y="17019"/>
                  <a:pt x="79026" y="17094"/>
                  <a:pt x="78989" y="17244"/>
                </a:cubicBezTo>
                <a:cubicBezTo>
                  <a:pt x="78952" y="17320"/>
                  <a:pt x="78952" y="17320"/>
                  <a:pt x="78952" y="17382"/>
                </a:cubicBezTo>
                <a:cubicBezTo>
                  <a:pt x="78879" y="17457"/>
                  <a:pt x="78842" y="17533"/>
                  <a:pt x="78805" y="17683"/>
                </a:cubicBezTo>
                <a:cubicBezTo>
                  <a:pt x="78805" y="17758"/>
                  <a:pt x="78805" y="17833"/>
                  <a:pt x="78768" y="17909"/>
                </a:cubicBezTo>
                <a:cubicBezTo>
                  <a:pt x="78768" y="17984"/>
                  <a:pt x="78768" y="18059"/>
                  <a:pt x="78732" y="18134"/>
                </a:cubicBezTo>
                <a:cubicBezTo>
                  <a:pt x="78732" y="18134"/>
                  <a:pt x="78695" y="18134"/>
                  <a:pt x="78658" y="18134"/>
                </a:cubicBezTo>
                <a:cubicBezTo>
                  <a:pt x="78621" y="18209"/>
                  <a:pt x="78591" y="18134"/>
                  <a:pt x="78517" y="18134"/>
                </a:cubicBezTo>
                <a:cubicBezTo>
                  <a:pt x="78480" y="18134"/>
                  <a:pt x="78480" y="18134"/>
                  <a:pt x="78480" y="18134"/>
                </a:cubicBezTo>
                <a:cubicBezTo>
                  <a:pt x="78444" y="18134"/>
                  <a:pt x="78407" y="18209"/>
                  <a:pt x="78407" y="18209"/>
                </a:cubicBezTo>
                <a:cubicBezTo>
                  <a:pt x="78370" y="18285"/>
                  <a:pt x="78370" y="18360"/>
                  <a:pt x="78370" y="18422"/>
                </a:cubicBezTo>
                <a:cubicBezTo>
                  <a:pt x="78370" y="18498"/>
                  <a:pt x="78370" y="18498"/>
                  <a:pt x="78370" y="18498"/>
                </a:cubicBezTo>
                <a:cubicBezTo>
                  <a:pt x="78370" y="18573"/>
                  <a:pt x="78370" y="18648"/>
                  <a:pt x="78370" y="18723"/>
                </a:cubicBezTo>
                <a:cubicBezTo>
                  <a:pt x="78370" y="18723"/>
                  <a:pt x="78444" y="18648"/>
                  <a:pt x="78444" y="18723"/>
                </a:cubicBezTo>
                <a:cubicBezTo>
                  <a:pt x="78480" y="18798"/>
                  <a:pt x="78554" y="18798"/>
                  <a:pt x="78554" y="18949"/>
                </a:cubicBezTo>
                <a:cubicBezTo>
                  <a:pt x="78591" y="19024"/>
                  <a:pt x="78591" y="19099"/>
                  <a:pt x="78591" y="19250"/>
                </a:cubicBezTo>
                <a:cubicBezTo>
                  <a:pt x="78591" y="19325"/>
                  <a:pt x="78591" y="19475"/>
                  <a:pt x="78554" y="19538"/>
                </a:cubicBezTo>
                <a:cubicBezTo>
                  <a:pt x="78517" y="19538"/>
                  <a:pt x="78480" y="19538"/>
                  <a:pt x="78480" y="19538"/>
                </a:cubicBezTo>
                <a:cubicBezTo>
                  <a:pt x="78444" y="19613"/>
                  <a:pt x="78444" y="19613"/>
                  <a:pt x="78407" y="19613"/>
                </a:cubicBezTo>
                <a:cubicBezTo>
                  <a:pt x="78370" y="19688"/>
                  <a:pt x="78407" y="19763"/>
                  <a:pt x="78407" y="19839"/>
                </a:cubicBezTo>
                <a:cubicBezTo>
                  <a:pt x="78407" y="19914"/>
                  <a:pt x="78407" y="19989"/>
                  <a:pt x="78407" y="20139"/>
                </a:cubicBezTo>
                <a:cubicBezTo>
                  <a:pt x="78480" y="20139"/>
                  <a:pt x="78480" y="20139"/>
                  <a:pt x="78554" y="20139"/>
                </a:cubicBezTo>
                <a:cubicBezTo>
                  <a:pt x="78591" y="20139"/>
                  <a:pt x="78591" y="20064"/>
                  <a:pt x="78621" y="20139"/>
                </a:cubicBezTo>
                <a:cubicBezTo>
                  <a:pt x="78658" y="20139"/>
                  <a:pt x="78658" y="20215"/>
                  <a:pt x="78695" y="20215"/>
                </a:cubicBezTo>
                <a:cubicBezTo>
                  <a:pt x="78695" y="20290"/>
                  <a:pt x="78732" y="20290"/>
                  <a:pt x="78732" y="20365"/>
                </a:cubicBezTo>
                <a:cubicBezTo>
                  <a:pt x="78732" y="20440"/>
                  <a:pt x="78732" y="20440"/>
                  <a:pt x="78732" y="20503"/>
                </a:cubicBezTo>
                <a:cubicBezTo>
                  <a:pt x="78768" y="20578"/>
                  <a:pt x="78768" y="20578"/>
                  <a:pt x="78768" y="20653"/>
                </a:cubicBezTo>
                <a:cubicBezTo>
                  <a:pt x="78805" y="20728"/>
                  <a:pt x="78842" y="20653"/>
                  <a:pt x="78842" y="20728"/>
                </a:cubicBezTo>
                <a:cubicBezTo>
                  <a:pt x="78879" y="20804"/>
                  <a:pt x="78879" y="20804"/>
                  <a:pt x="78915" y="20879"/>
                </a:cubicBezTo>
                <a:lnTo>
                  <a:pt x="78952" y="20879"/>
                </a:lnTo>
                <a:cubicBezTo>
                  <a:pt x="79026" y="20954"/>
                  <a:pt x="79062" y="21104"/>
                  <a:pt x="79099" y="21180"/>
                </a:cubicBezTo>
                <a:cubicBezTo>
                  <a:pt x="79099" y="21180"/>
                  <a:pt x="79130" y="21180"/>
                  <a:pt x="79166" y="21255"/>
                </a:cubicBezTo>
                <a:cubicBezTo>
                  <a:pt x="79166" y="21255"/>
                  <a:pt x="79166" y="21330"/>
                  <a:pt x="79166" y="21405"/>
                </a:cubicBezTo>
                <a:cubicBezTo>
                  <a:pt x="79166" y="21405"/>
                  <a:pt x="79166" y="21480"/>
                  <a:pt x="79166" y="21556"/>
                </a:cubicBezTo>
                <a:cubicBezTo>
                  <a:pt x="79166" y="21618"/>
                  <a:pt x="79099" y="21618"/>
                  <a:pt x="79099" y="21618"/>
                </a:cubicBezTo>
                <a:cubicBezTo>
                  <a:pt x="79062" y="21693"/>
                  <a:pt x="79099" y="21769"/>
                  <a:pt x="79062" y="21769"/>
                </a:cubicBezTo>
                <a:cubicBezTo>
                  <a:pt x="79062" y="21844"/>
                  <a:pt x="79026" y="21769"/>
                  <a:pt x="78989" y="21769"/>
                </a:cubicBezTo>
                <a:cubicBezTo>
                  <a:pt x="78952" y="21769"/>
                  <a:pt x="78952" y="21769"/>
                  <a:pt x="78952" y="21769"/>
                </a:cubicBezTo>
                <a:cubicBezTo>
                  <a:pt x="78879" y="21769"/>
                  <a:pt x="78842" y="21844"/>
                  <a:pt x="78805" y="21769"/>
                </a:cubicBezTo>
                <a:cubicBezTo>
                  <a:pt x="78732" y="21769"/>
                  <a:pt x="78695" y="21693"/>
                  <a:pt x="78658" y="21618"/>
                </a:cubicBezTo>
                <a:cubicBezTo>
                  <a:pt x="78591" y="21556"/>
                  <a:pt x="78554" y="21405"/>
                  <a:pt x="78554" y="21180"/>
                </a:cubicBezTo>
                <a:cubicBezTo>
                  <a:pt x="78517" y="21180"/>
                  <a:pt x="78480" y="21104"/>
                  <a:pt x="78444" y="21104"/>
                </a:cubicBezTo>
                <a:cubicBezTo>
                  <a:pt x="78333" y="21104"/>
                  <a:pt x="78297" y="21104"/>
                  <a:pt x="78223" y="21029"/>
                </a:cubicBezTo>
                <a:cubicBezTo>
                  <a:pt x="78186" y="21029"/>
                  <a:pt x="78186" y="20954"/>
                  <a:pt x="78150" y="20879"/>
                </a:cubicBezTo>
                <a:cubicBezTo>
                  <a:pt x="78150" y="20879"/>
                  <a:pt x="78113" y="20804"/>
                  <a:pt x="78082" y="20804"/>
                </a:cubicBezTo>
                <a:cubicBezTo>
                  <a:pt x="78045" y="20728"/>
                  <a:pt x="78009" y="20804"/>
                  <a:pt x="77972" y="20804"/>
                </a:cubicBezTo>
                <a:cubicBezTo>
                  <a:pt x="77935" y="20804"/>
                  <a:pt x="77898" y="20728"/>
                  <a:pt x="77898" y="20728"/>
                </a:cubicBezTo>
                <a:cubicBezTo>
                  <a:pt x="77825" y="20728"/>
                  <a:pt x="77788" y="20728"/>
                  <a:pt x="77751" y="20728"/>
                </a:cubicBezTo>
                <a:cubicBezTo>
                  <a:pt x="77715" y="20728"/>
                  <a:pt x="77678" y="20653"/>
                  <a:pt x="77678" y="20578"/>
                </a:cubicBezTo>
                <a:cubicBezTo>
                  <a:pt x="77641" y="20503"/>
                  <a:pt x="77678" y="20440"/>
                  <a:pt x="77641" y="20440"/>
                </a:cubicBezTo>
                <a:cubicBezTo>
                  <a:pt x="77604" y="20365"/>
                  <a:pt x="77604" y="20365"/>
                  <a:pt x="77574" y="20365"/>
                </a:cubicBezTo>
                <a:cubicBezTo>
                  <a:pt x="77537" y="20365"/>
                  <a:pt x="77537" y="20365"/>
                  <a:pt x="77500" y="20365"/>
                </a:cubicBezTo>
                <a:cubicBezTo>
                  <a:pt x="77464" y="20290"/>
                  <a:pt x="77427" y="20290"/>
                  <a:pt x="77427" y="20215"/>
                </a:cubicBezTo>
                <a:cubicBezTo>
                  <a:pt x="77390" y="20215"/>
                  <a:pt x="77353" y="20139"/>
                  <a:pt x="77353" y="20139"/>
                </a:cubicBezTo>
                <a:cubicBezTo>
                  <a:pt x="76992" y="20139"/>
                  <a:pt x="76992" y="20139"/>
                  <a:pt x="76992" y="20139"/>
                </a:cubicBezTo>
                <a:cubicBezTo>
                  <a:pt x="76955" y="20139"/>
                  <a:pt x="76955" y="20139"/>
                  <a:pt x="76918" y="20064"/>
                </a:cubicBezTo>
                <a:cubicBezTo>
                  <a:pt x="76918" y="20064"/>
                  <a:pt x="76918" y="19989"/>
                  <a:pt x="76882" y="19914"/>
                </a:cubicBezTo>
                <a:cubicBezTo>
                  <a:pt x="76882" y="19914"/>
                  <a:pt x="76845" y="19839"/>
                  <a:pt x="76808" y="19839"/>
                </a:cubicBezTo>
                <a:cubicBezTo>
                  <a:pt x="76447" y="19839"/>
                  <a:pt x="76447" y="19839"/>
                  <a:pt x="76447" y="19839"/>
                </a:cubicBezTo>
                <a:cubicBezTo>
                  <a:pt x="76373" y="19839"/>
                  <a:pt x="76373" y="19763"/>
                  <a:pt x="76300" y="19688"/>
                </a:cubicBezTo>
                <a:cubicBezTo>
                  <a:pt x="76263" y="19613"/>
                  <a:pt x="76226" y="19538"/>
                  <a:pt x="76153" y="19538"/>
                </a:cubicBezTo>
                <a:cubicBezTo>
                  <a:pt x="76153" y="19475"/>
                  <a:pt x="76116" y="19475"/>
                  <a:pt x="76116" y="19475"/>
                </a:cubicBezTo>
                <a:cubicBezTo>
                  <a:pt x="76079" y="19475"/>
                  <a:pt x="76079" y="19400"/>
                  <a:pt x="76079" y="19325"/>
                </a:cubicBezTo>
                <a:cubicBezTo>
                  <a:pt x="76042" y="19325"/>
                  <a:pt x="76012" y="19325"/>
                  <a:pt x="76012" y="19325"/>
                </a:cubicBezTo>
                <a:cubicBezTo>
                  <a:pt x="75975" y="19250"/>
                  <a:pt x="75938" y="19250"/>
                  <a:pt x="75938" y="19174"/>
                </a:cubicBezTo>
                <a:cubicBezTo>
                  <a:pt x="75901" y="19174"/>
                  <a:pt x="75938" y="19099"/>
                  <a:pt x="75901" y="19024"/>
                </a:cubicBezTo>
                <a:cubicBezTo>
                  <a:pt x="75901" y="19024"/>
                  <a:pt x="75865" y="19024"/>
                  <a:pt x="75828" y="19024"/>
                </a:cubicBezTo>
                <a:cubicBezTo>
                  <a:pt x="75791" y="19024"/>
                  <a:pt x="75754" y="19024"/>
                  <a:pt x="75718" y="19024"/>
                </a:cubicBezTo>
                <a:cubicBezTo>
                  <a:pt x="75681" y="19024"/>
                  <a:pt x="75681" y="19024"/>
                  <a:pt x="75681" y="19024"/>
                </a:cubicBezTo>
                <a:cubicBezTo>
                  <a:pt x="75681" y="19024"/>
                  <a:pt x="75644" y="19024"/>
                  <a:pt x="75644" y="19099"/>
                </a:cubicBezTo>
                <a:cubicBezTo>
                  <a:pt x="75607" y="19099"/>
                  <a:pt x="75571" y="19174"/>
                  <a:pt x="75571" y="19250"/>
                </a:cubicBezTo>
                <a:cubicBezTo>
                  <a:pt x="75571" y="19325"/>
                  <a:pt x="75571" y="19400"/>
                  <a:pt x="75571" y="19475"/>
                </a:cubicBezTo>
                <a:cubicBezTo>
                  <a:pt x="75571" y="19538"/>
                  <a:pt x="75607" y="19538"/>
                  <a:pt x="75644" y="19613"/>
                </a:cubicBezTo>
                <a:cubicBezTo>
                  <a:pt x="75681" y="19613"/>
                  <a:pt x="75718" y="19613"/>
                  <a:pt x="75718" y="19688"/>
                </a:cubicBezTo>
                <a:cubicBezTo>
                  <a:pt x="75718" y="19763"/>
                  <a:pt x="75718" y="19763"/>
                  <a:pt x="75718" y="19839"/>
                </a:cubicBezTo>
                <a:cubicBezTo>
                  <a:pt x="75718" y="19914"/>
                  <a:pt x="75718" y="19914"/>
                  <a:pt x="75718" y="19989"/>
                </a:cubicBezTo>
                <a:cubicBezTo>
                  <a:pt x="75754" y="19989"/>
                  <a:pt x="75791" y="19989"/>
                  <a:pt x="75865" y="19989"/>
                </a:cubicBezTo>
                <a:cubicBezTo>
                  <a:pt x="75901" y="19989"/>
                  <a:pt x="75901" y="20064"/>
                  <a:pt x="75938" y="20064"/>
                </a:cubicBezTo>
                <a:cubicBezTo>
                  <a:pt x="75938" y="20064"/>
                  <a:pt x="75975" y="20064"/>
                  <a:pt x="76012" y="20064"/>
                </a:cubicBezTo>
                <a:cubicBezTo>
                  <a:pt x="76012" y="20064"/>
                  <a:pt x="76042" y="20064"/>
                  <a:pt x="76079" y="20139"/>
                </a:cubicBezTo>
                <a:cubicBezTo>
                  <a:pt x="76079" y="20139"/>
                  <a:pt x="76079" y="20215"/>
                  <a:pt x="76079" y="20290"/>
                </a:cubicBezTo>
                <a:cubicBezTo>
                  <a:pt x="76079" y="20365"/>
                  <a:pt x="76116" y="20365"/>
                  <a:pt x="76116" y="20440"/>
                </a:cubicBezTo>
                <a:cubicBezTo>
                  <a:pt x="76153" y="20503"/>
                  <a:pt x="76226" y="20503"/>
                  <a:pt x="76300" y="20578"/>
                </a:cubicBezTo>
                <a:cubicBezTo>
                  <a:pt x="76336" y="20578"/>
                  <a:pt x="76336" y="20578"/>
                  <a:pt x="76373" y="20653"/>
                </a:cubicBezTo>
                <a:cubicBezTo>
                  <a:pt x="76373" y="20653"/>
                  <a:pt x="76410" y="20653"/>
                  <a:pt x="76410" y="20728"/>
                </a:cubicBezTo>
                <a:cubicBezTo>
                  <a:pt x="76410" y="20804"/>
                  <a:pt x="76410" y="20879"/>
                  <a:pt x="76410" y="20879"/>
                </a:cubicBezTo>
                <a:cubicBezTo>
                  <a:pt x="76410" y="20954"/>
                  <a:pt x="76373" y="21029"/>
                  <a:pt x="76373" y="21029"/>
                </a:cubicBezTo>
                <a:cubicBezTo>
                  <a:pt x="76336" y="21180"/>
                  <a:pt x="76300" y="21255"/>
                  <a:pt x="76263" y="21330"/>
                </a:cubicBezTo>
                <a:cubicBezTo>
                  <a:pt x="76226" y="21330"/>
                  <a:pt x="76226" y="21330"/>
                  <a:pt x="76189" y="21330"/>
                </a:cubicBezTo>
                <a:cubicBezTo>
                  <a:pt x="76116" y="21330"/>
                  <a:pt x="76116" y="21330"/>
                  <a:pt x="76116" y="21330"/>
                </a:cubicBezTo>
                <a:cubicBezTo>
                  <a:pt x="76079" y="21330"/>
                  <a:pt x="76079" y="21255"/>
                  <a:pt x="76042" y="21330"/>
                </a:cubicBezTo>
                <a:cubicBezTo>
                  <a:pt x="76012" y="21330"/>
                  <a:pt x="76012" y="21405"/>
                  <a:pt x="76012" y="21480"/>
                </a:cubicBezTo>
                <a:cubicBezTo>
                  <a:pt x="76012" y="21480"/>
                  <a:pt x="76012" y="21556"/>
                  <a:pt x="76012" y="21618"/>
                </a:cubicBezTo>
                <a:cubicBezTo>
                  <a:pt x="75975" y="21618"/>
                  <a:pt x="75975" y="21693"/>
                  <a:pt x="75975" y="21693"/>
                </a:cubicBezTo>
                <a:cubicBezTo>
                  <a:pt x="75938" y="21769"/>
                  <a:pt x="75901" y="21769"/>
                  <a:pt x="75901" y="21769"/>
                </a:cubicBezTo>
                <a:cubicBezTo>
                  <a:pt x="75828" y="21769"/>
                  <a:pt x="75828" y="21769"/>
                  <a:pt x="75828" y="21769"/>
                </a:cubicBezTo>
                <a:cubicBezTo>
                  <a:pt x="75828" y="21618"/>
                  <a:pt x="75828" y="21618"/>
                  <a:pt x="75828" y="21480"/>
                </a:cubicBezTo>
                <a:cubicBezTo>
                  <a:pt x="75828" y="21405"/>
                  <a:pt x="75828" y="21405"/>
                  <a:pt x="75828" y="21330"/>
                </a:cubicBezTo>
                <a:cubicBezTo>
                  <a:pt x="75828" y="21255"/>
                  <a:pt x="75828" y="21180"/>
                  <a:pt x="75828" y="21029"/>
                </a:cubicBezTo>
                <a:cubicBezTo>
                  <a:pt x="75828" y="20954"/>
                  <a:pt x="75828" y="20954"/>
                  <a:pt x="75828" y="20879"/>
                </a:cubicBezTo>
                <a:cubicBezTo>
                  <a:pt x="75718" y="20879"/>
                  <a:pt x="75718" y="20879"/>
                  <a:pt x="75718" y="20879"/>
                </a:cubicBezTo>
                <a:cubicBezTo>
                  <a:pt x="75681" y="20954"/>
                  <a:pt x="75644" y="20879"/>
                  <a:pt x="75644" y="20954"/>
                </a:cubicBezTo>
                <a:cubicBezTo>
                  <a:pt x="75607" y="20954"/>
                  <a:pt x="75607" y="21029"/>
                  <a:pt x="75571" y="21029"/>
                </a:cubicBezTo>
                <a:cubicBezTo>
                  <a:pt x="75571" y="21104"/>
                  <a:pt x="75571" y="21180"/>
                  <a:pt x="75540" y="21180"/>
                </a:cubicBezTo>
                <a:cubicBezTo>
                  <a:pt x="75540" y="21255"/>
                  <a:pt x="75540" y="21330"/>
                  <a:pt x="75497" y="21330"/>
                </a:cubicBezTo>
                <a:cubicBezTo>
                  <a:pt x="75467" y="21405"/>
                  <a:pt x="75430" y="21330"/>
                  <a:pt x="75356" y="21330"/>
                </a:cubicBezTo>
                <a:cubicBezTo>
                  <a:pt x="75283" y="21330"/>
                  <a:pt x="75283" y="21330"/>
                  <a:pt x="75283" y="21330"/>
                </a:cubicBezTo>
                <a:cubicBezTo>
                  <a:pt x="75246" y="21330"/>
                  <a:pt x="75209" y="21330"/>
                  <a:pt x="75173" y="21330"/>
                </a:cubicBezTo>
                <a:cubicBezTo>
                  <a:pt x="75136" y="21330"/>
                  <a:pt x="75099" y="21255"/>
                  <a:pt x="75062" y="21330"/>
                </a:cubicBezTo>
                <a:cubicBezTo>
                  <a:pt x="75026" y="21330"/>
                  <a:pt x="75062" y="21405"/>
                  <a:pt x="75026" y="21480"/>
                </a:cubicBezTo>
                <a:cubicBezTo>
                  <a:pt x="74995" y="21480"/>
                  <a:pt x="75026" y="21556"/>
                  <a:pt x="74995" y="21618"/>
                </a:cubicBezTo>
                <a:cubicBezTo>
                  <a:pt x="74958" y="21618"/>
                  <a:pt x="74921" y="21618"/>
                  <a:pt x="74885" y="21618"/>
                </a:cubicBezTo>
                <a:cubicBezTo>
                  <a:pt x="74811" y="21618"/>
                  <a:pt x="74811" y="21618"/>
                  <a:pt x="74811" y="21618"/>
                </a:cubicBezTo>
                <a:cubicBezTo>
                  <a:pt x="74811" y="21618"/>
                  <a:pt x="74774" y="21556"/>
                  <a:pt x="74738" y="21556"/>
                </a:cubicBezTo>
                <a:cubicBezTo>
                  <a:pt x="74701" y="21556"/>
                  <a:pt x="74701" y="21556"/>
                  <a:pt x="74701" y="21556"/>
                </a:cubicBezTo>
                <a:cubicBezTo>
                  <a:pt x="74523" y="21556"/>
                  <a:pt x="74523" y="21556"/>
                  <a:pt x="74523" y="21556"/>
                </a:cubicBezTo>
                <a:cubicBezTo>
                  <a:pt x="74480" y="21556"/>
                  <a:pt x="74480" y="21556"/>
                  <a:pt x="74450" y="21556"/>
                </a:cubicBezTo>
                <a:cubicBezTo>
                  <a:pt x="74450" y="21919"/>
                  <a:pt x="74450" y="21919"/>
                  <a:pt x="74450" y="21919"/>
                </a:cubicBezTo>
                <a:cubicBezTo>
                  <a:pt x="74229" y="21919"/>
                  <a:pt x="74229" y="21919"/>
                  <a:pt x="74229" y="21919"/>
                </a:cubicBezTo>
                <a:lnTo>
                  <a:pt x="74192" y="21844"/>
                </a:lnTo>
                <a:cubicBezTo>
                  <a:pt x="74156" y="21769"/>
                  <a:pt x="74156" y="21769"/>
                  <a:pt x="74156" y="21693"/>
                </a:cubicBezTo>
                <a:cubicBezTo>
                  <a:pt x="74119" y="21618"/>
                  <a:pt x="74082" y="21693"/>
                  <a:pt x="74082" y="21618"/>
                </a:cubicBezTo>
                <a:lnTo>
                  <a:pt x="74119" y="21556"/>
                </a:lnTo>
                <a:cubicBezTo>
                  <a:pt x="74119" y="21480"/>
                  <a:pt x="74119" y="21405"/>
                  <a:pt x="74119" y="21405"/>
                </a:cubicBezTo>
                <a:cubicBezTo>
                  <a:pt x="74119" y="21255"/>
                  <a:pt x="74156" y="21180"/>
                  <a:pt x="74192" y="21104"/>
                </a:cubicBezTo>
                <a:cubicBezTo>
                  <a:pt x="74156" y="20954"/>
                  <a:pt x="74156" y="20954"/>
                  <a:pt x="74156" y="20954"/>
                </a:cubicBezTo>
                <a:cubicBezTo>
                  <a:pt x="74119" y="20954"/>
                  <a:pt x="74119" y="20954"/>
                  <a:pt x="74082" y="20954"/>
                </a:cubicBezTo>
                <a:cubicBezTo>
                  <a:pt x="74082" y="21029"/>
                  <a:pt x="74082" y="21104"/>
                  <a:pt x="74045" y="21104"/>
                </a:cubicBezTo>
                <a:cubicBezTo>
                  <a:pt x="74045" y="21180"/>
                  <a:pt x="74009" y="21180"/>
                  <a:pt x="73978" y="21180"/>
                </a:cubicBezTo>
                <a:cubicBezTo>
                  <a:pt x="73978" y="21180"/>
                  <a:pt x="73941" y="21180"/>
                  <a:pt x="73905" y="21180"/>
                </a:cubicBezTo>
                <a:cubicBezTo>
                  <a:pt x="73868" y="21180"/>
                  <a:pt x="73794" y="21180"/>
                  <a:pt x="73758" y="21255"/>
                </a:cubicBezTo>
                <a:cubicBezTo>
                  <a:pt x="73721" y="21255"/>
                  <a:pt x="73721" y="21330"/>
                  <a:pt x="73721" y="21405"/>
                </a:cubicBezTo>
                <a:cubicBezTo>
                  <a:pt x="73647" y="21405"/>
                  <a:pt x="73611" y="21480"/>
                  <a:pt x="73574" y="21556"/>
                </a:cubicBezTo>
                <a:cubicBezTo>
                  <a:pt x="73464" y="21556"/>
                  <a:pt x="73464" y="21556"/>
                  <a:pt x="73464" y="21556"/>
                </a:cubicBezTo>
                <a:cubicBezTo>
                  <a:pt x="73396" y="21556"/>
                  <a:pt x="73323" y="21480"/>
                  <a:pt x="73249" y="21556"/>
                </a:cubicBezTo>
                <a:cubicBezTo>
                  <a:pt x="73212" y="21556"/>
                  <a:pt x="73212" y="21618"/>
                  <a:pt x="73176" y="21618"/>
                </a:cubicBezTo>
                <a:lnTo>
                  <a:pt x="73176" y="21769"/>
                </a:lnTo>
                <a:cubicBezTo>
                  <a:pt x="73139" y="21769"/>
                  <a:pt x="73102" y="21844"/>
                  <a:pt x="73102" y="21844"/>
                </a:cubicBezTo>
                <a:cubicBezTo>
                  <a:pt x="73065" y="21844"/>
                  <a:pt x="73065" y="21844"/>
                  <a:pt x="73029" y="21844"/>
                </a:cubicBezTo>
                <a:cubicBezTo>
                  <a:pt x="72961" y="21844"/>
                  <a:pt x="72961" y="21844"/>
                  <a:pt x="72961" y="21844"/>
                </a:cubicBezTo>
                <a:cubicBezTo>
                  <a:pt x="72924" y="21844"/>
                  <a:pt x="72924" y="21844"/>
                  <a:pt x="72888" y="21844"/>
                </a:cubicBezTo>
                <a:cubicBezTo>
                  <a:pt x="72814" y="21919"/>
                  <a:pt x="72777" y="21919"/>
                  <a:pt x="72741" y="21919"/>
                </a:cubicBezTo>
                <a:cubicBezTo>
                  <a:pt x="72704" y="21994"/>
                  <a:pt x="72667" y="21994"/>
                  <a:pt x="72667" y="22069"/>
                </a:cubicBezTo>
                <a:cubicBezTo>
                  <a:pt x="72594" y="22145"/>
                  <a:pt x="72557" y="22220"/>
                  <a:pt x="72520" y="22295"/>
                </a:cubicBezTo>
                <a:cubicBezTo>
                  <a:pt x="72490" y="22370"/>
                  <a:pt x="72447" y="22370"/>
                  <a:pt x="72416" y="22445"/>
                </a:cubicBezTo>
                <a:cubicBezTo>
                  <a:pt x="72343" y="22445"/>
                  <a:pt x="72232" y="22370"/>
                  <a:pt x="72159" y="22445"/>
                </a:cubicBezTo>
                <a:cubicBezTo>
                  <a:pt x="72122" y="22445"/>
                  <a:pt x="72122" y="22521"/>
                  <a:pt x="72085" y="22583"/>
                </a:cubicBezTo>
                <a:cubicBezTo>
                  <a:pt x="72085" y="22671"/>
                  <a:pt x="72085" y="22671"/>
                  <a:pt x="72122" y="22734"/>
                </a:cubicBezTo>
                <a:cubicBezTo>
                  <a:pt x="72122" y="22809"/>
                  <a:pt x="72196" y="22809"/>
                  <a:pt x="72196" y="22884"/>
                </a:cubicBezTo>
                <a:cubicBezTo>
                  <a:pt x="72196" y="23034"/>
                  <a:pt x="72196" y="23034"/>
                  <a:pt x="72159" y="23110"/>
                </a:cubicBezTo>
                <a:cubicBezTo>
                  <a:pt x="72122" y="23185"/>
                  <a:pt x="72049" y="23185"/>
                  <a:pt x="72012" y="23260"/>
                </a:cubicBezTo>
                <a:cubicBezTo>
                  <a:pt x="71975" y="23335"/>
                  <a:pt x="71975" y="23335"/>
                  <a:pt x="71944" y="23410"/>
                </a:cubicBezTo>
                <a:cubicBezTo>
                  <a:pt x="71908" y="23410"/>
                  <a:pt x="71908" y="23410"/>
                  <a:pt x="71871" y="23410"/>
                </a:cubicBezTo>
                <a:cubicBezTo>
                  <a:pt x="71834" y="23410"/>
                  <a:pt x="71834" y="23410"/>
                  <a:pt x="71797" y="23410"/>
                </a:cubicBezTo>
                <a:cubicBezTo>
                  <a:pt x="71761" y="23410"/>
                  <a:pt x="71761" y="23410"/>
                  <a:pt x="71724" y="23410"/>
                </a:cubicBezTo>
                <a:cubicBezTo>
                  <a:pt x="71650" y="23410"/>
                  <a:pt x="71650" y="23561"/>
                  <a:pt x="71614" y="23561"/>
                </a:cubicBezTo>
                <a:cubicBezTo>
                  <a:pt x="71577" y="23561"/>
                  <a:pt x="71577" y="23561"/>
                  <a:pt x="71577" y="23561"/>
                </a:cubicBezTo>
                <a:cubicBezTo>
                  <a:pt x="71540" y="23561"/>
                  <a:pt x="71540" y="23410"/>
                  <a:pt x="71503" y="23410"/>
                </a:cubicBezTo>
                <a:cubicBezTo>
                  <a:pt x="71503" y="23335"/>
                  <a:pt x="71473" y="23335"/>
                  <a:pt x="71430" y="23335"/>
                </a:cubicBezTo>
                <a:cubicBezTo>
                  <a:pt x="71399" y="23260"/>
                  <a:pt x="71399" y="23185"/>
                  <a:pt x="71362" y="23185"/>
                </a:cubicBezTo>
                <a:cubicBezTo>
                  <a:pt x="71362" y="23110"/>
                  <a:pt x="71362" y="23034"/>
                  <a:pt x="71362" y="23034"/>
                </a:cubicBezTo>
                <a:cubicBezTo>
                  <a:pt x="71326" y="22959"/>
                  <a:pt x="71289" y="22884"/>
                  <a:pt x="71289" y="22809"/>
                </a:cubicBezTo>
                <a:cubicBezTo>
                  <a:pt x="71289" y="22671"/>
                  <a:pt x="71289" y="22583"/>
                  <a:pt x="71289" y="22445"/>
                </a:cubicBezTo>
                <a:cubicBezTo>
                  <a:pt x="71687" y="22445"/>
                  <a:pt x="71687" y="22445"/>
                  <a:pt x="71687" y="22445"/>
                </a:cubicBezTo>
                <a:cubicBezTo>
                  <a:pt x="71687" y="21994"/>
                  <a:pt x="71687" y="21994"/>
                  <a:pt x="71687" y="21994"/>
                </a:cubicBezTo>
                <a:cubicBezTo>
                  <a:pt x="71650" y="21994"/>
                  <a:pt x="71650" y="21919"/>
                  <a:pt x="71614" y="21844"/>
                </a:cubicBezTo>
                <a:cubicBezTo>
                  <a:pt x="71577" y="21844"/>
                  <a:pt x="71540" y="21844"/>
                  <a:pt x="71540" y="21844"/>
                </a:cubicBezTo>
                <a:cubicBezTo>
                  <a:pt x="71503" y="21769"/>
                  <a:pt x="71503" y="21769"/>
                  <a:pt x="71503" y="21693"/>
                </a:cubicBezTo>
                <a:cubicBezTo>
                  <a:pt x="71473" y="21618"/>
                  <a:pt x="71473" y="21618"/>
                  <a:pt x="71430" y="21556"/>
                </a:cubicBezTo>
                <a:cubicBezTo>
                  <a:pt x="71430" y="21480"/>
                  <a:pt x="71430" y="21405"/>
                  <a:pt x="71399" y="21405"/>
                </a:cubicBezTo>
                <a:cubicBezTo>
                  <a:pt x="71326" y="21405"/>
                  <a:pt x="71289" y="21480"/>
                  <a:pt x="71252" y="21480"/>
                </a:cubicBezTo>
                <a:cubicBezTo>
                  <a:pt x="71215" y="21480"/>
                  <a:pt x="71215" y="21480"/>
                  <a:pt x="71215" y="21480"/>
                </a:cubicBezTo>
                <a:cubicBezTo>
                  <a:pt x="71179" y="21480"/>
                  <a:pt x="71179" y="21405"/>
                  <a:pt x="71142" y="21330"/>
                </a:cubicBezTo>
                <a:cubicBezTo>
                  <a:pt x="71105" y="21330"/>
                  <a:pt x="71068" y="21330"/>
                  <a:pt x="71068" y="21330"/>
                </a:cubicBezTo>
                <a:cubicBezTo>
                  <a:pt x="70995" y="21255"/>
                  <a:pt x="70958" y="21330"/>
                  <a:pt x="70928" y="21330"/>
                </a:cubicBezTo>
                <a:cubicBezTo>
                  <a:pt x="70781" y="21330"/>
                  <a:pt x="70781" y="21330"/>
                  <a:pt x="70781" y="21330"/>
                </a:cubicBezTo>
                <a:cubicBezTo>
                  <a:pt x="70744" y="21330"/>
                  <a:pt x="70707" y="21330"/>
                  <a:pt x="70707" y="21330"/>
                </a:cubicBezTo>
                <a:cubicBezTo>
                  <a:pt x="70670" y="21330"/>
                  <a:pt x="70670" y="21330"/>
                  <a:pt x="70633" y="21330"/>
                </a:cubicBezTo>
                <a:cubicBezTo>
                  <a:pt x="70633" y="21618"/>
                  <a:pt x="70633" y="21618"/>
                  <a:pt x="70633" y="21618"/>
                </a:cubicBezTo>
                <a:cubicBezTo>
                  <a:pt x="70707" y="21618"/>
                  <a:pt x="70744" y="21618"/>
                  <a:pt x="70781" y="21618"/>
                </a:cubicBezTo>
                <a:cubicBezTo>
                  <a:pt x="70817" y="21618"/>
                  <a:pt x="70817" y="21693"/>
                  <a:pt x="70854" y="21693"/>
                </a:cubicBezTo>
                <a:cubicBezTo>
                  <a:pt x="70854" y="22583"/>
                  <a:pt x="70854" y="22583"/>
                  <a:pt x="70854" y="22583"/>
                </a:cubicBezTo>
                <a:cubicBezTo>
                  <a:pt x="70854" y="22671"/>
                  <a:pt x="70817" y="22671"/>
                  <a:pt x="70817" y="22734"/>
                </a:cubicBezTo>
                <a:cubicBezTo>
                  <a:pt x="70781" y="22809"/>
                  <a:pt x="70744" y="22734"/>
                  <a:pt x="70744" y="22809"/>
                </a:cubicBezTo>
                <a:cubicBezTo>
                  <a:pt x="70744" y="22884"/>
                  <a:pt x="70744" y="22959"/>
                  <a:pt x="70744" y="22959"/>
                </a:cubicBezTo>
                <a:cubicBezTo>
                  <a:pt x="70744" y="23034"/>
                  <a:pt x="70744" y="23110"/>
                  <a:pt x="70744" y="23110"/>
                </a:cubicBezTo>
                <a:cubicBezTo>
                  <a:pt x="70781" y="23185"/>
                  <a:pt x="70817" y="23110"/>
                  <a:pt x="70817" y="23185"/>
                </a:cubicBezTo>
                <a:cubicBezTo>
                  <a:pt x="70854" y="23185"/>
                  <a:pt x="70854" y="23185"/>
                  <a:pt x="70891" y="23260"/>
                </a:cubicBezTo>
                <a:cubicBezTo>
                  <a:pt x="70928" y="23260"/>
                  <a:pt x="70928" y="23335"/>
                  <a:pt x="70928" y="23410"/>
                </a:cubicBezTo>
                <a:cubicBezTo>
                  <a:pt x="70958" y="23410"/>
                  <a:pt x="70995" y="23486"/>
                  <a:pt x="70995" y="23561"/>
                </a:cubicBezTo>
                <a:cubicBezTo>
                  <a:pt x="70995" y="23636"/>
                  <a:pt x="70995" y="23636"/>
                  <a:pt x="70995" y="23636"/>
                </a:cubicBezTo>
                <a:cubicBezTo>
                  <a:pt x="70995" y="23699"/>
                  <a:pt x="70958" y="23636"/>
                  <a:pt x="70958" y="23699"/>
                </a:cubicBezTo>
                <a:cubicBezTo>
                  <a:pt x="70958" y="23774"/>
                  <a:pt x="70958" y="23774"/>
                  <a:pt x="70958" y="23849"/>
                </a:cubicBezTo>
                <a:cubicBezTo>
                  <a:pt x="70958" y="24000"/>
                  <a:pt x="70958" y="24075"/>
                  <a:pt x="70958" y="24300"/>
                </a:cubicBezTo>
                <a:cubicBezTo>
                  <a:pt x="70958" y="24300"/>
                  <a:pt x="70958" y="24300"/>
                  <a:pt x="70958" y="24375"/>
                </a:cubicBezTo>
                <a:cubicBezTo>
                  <a:pt x="70891" y="24300"/>
                  <a:pt x="70854" y="24300"/>
                  <a:pt x="70817" y="24300"/>
                </a:cubicBezTo>
                <a:cubicBezTo>
                  <a:pt x="70781" y="24300"/>
                  <a:pt x="70744" y="24300"/>
                  <a:pt x="70744" y="24300"/>
                </a:cubicBezTo>
                <a:cubicBezTo>
                  <a:pt x="70707" y="24300"/>
                  <a:pt x="70670" y="24225"/>
                  <a:pt x="70670" y="24225"/>
                </a:cubicBezTo>
                <a:cubicBezTo>
                  <a:pt x="70633" y="24150"/>
                  <a:pt x="70670" y="24075"/>
                  <a:pt x="70670" y="24075"/>
                </a:cubicBezTo>
                <a:cubicBezTo>
                  <a:pt x="70633" y="24000"/>
                  <a:pt x="70633" y="23924"/>
                  <a:pt x="70597" y="23924"/>
                </a:cubicBezTo>
                <a:cubicBezTo>
                  <a:pt x="70597" y="23849"/>
                  <a:pt x="70560" y="23924"/>
                  <a:pt x="70523" y="23924"/>
                </a:cubicBezTo>
                <a:cubicBezTo>
                  <a:pt x="70486" y="23924"/>
                  <a:pt x="70486" y="23924"/>
                  <a:pt x="70450" y="23924"/>
                </a:cubicBezTo>
                <a:cubicBezTo>
                  <a:pt x="70413" y="23924"/>
                  <a:pt x="70413" y="24000"/>
                  <a:pt x="70382" y="24000"/>
                </a:cubicBezTo>
                <a:cubicBezTo>
                  <a:pt x="70346" y="24000"/>
                  <a:pt x="70346" y="24000"/>
                  <a:pt x="70309" y="24000"/>
                </a:cubicBezTo>
                <a:cubicBezTo>
                  <a:pt x="70235" y="24000"/>
                  <a:pt x="70199" y="24000"/>
                  <a:pt x="70162" y="24000"/>
                </a:cubicBezTo>
                <a:cubicBezTo>
                  <a:pt x="70125" y="24000"/>
                  <a:pt x="70125" y="24075"/>
                  <a:pt x="70088" y="24075"/>
                </a:cubicBezTo>
                <a:cubicBezTo>
                  <a:pt x="70088" y="24075"/>
                  <a:pt x="70088" y="24150"/>
                  <a:pt x="70088" y="24225"/>
                </a:cubicBezTo>
                <a:cubicBezTo>
                  <a:pt x="70088" y="24225"/>
                  <a:pt x="70088" y="24300"/>
                  <a:pt x="70052" y="24375"/>
                </a:cubicBezTo>
                <a:cubicBezTo>
                  <a:pt x="70052" y="24375"/>
                  <a:pt x="70015" y="24375"/>
                  <a:pt x="69978" y="24451"/>
                </a:cubicBezTo>
                <a:lnTo>
                  <a:pt x="69941" y="24451"/>
                </a:lnTo>
                <a:cubicBezTo>
                  <a:pt x="69874" y="24451"/>
                  <a:pt x="69837" y="24526"/>
                  <a:pt x="69800" y="24526"/>
                </a:cubicBezTo>
                <a:cubicBezTo>
                  <a:pt x="69764" y="24526"/>
                  <a:pt x="69727" y="24526"/>
                  <a:pt x="69690" y="24526"/>
                </a:cubicBezTo>
                <a:cubicBezTo>
                  <a:pt x="69653" y="24601"/>
                  <a:pt x="69653" y="24601"/>
                  <a:pt x="69617" y="24664"/>
                </a:cubicBezTo>
                <a:cubicBezTo>
                  <a:pt x="69617" y="24751"/>
                  <a:pt x="69617" y="24751"/>
                  <a:pt x="69580" y="24814"/>
                </a:cubicBezTo>
                <a:cubicBezTo>
                  <a:pt x="69580" y="24814"/>
                  <a:pt x="69543" y="24889"/>
                  <a:pt x="69506" y="24889"/>
                </a:cubicBezTo>
                <a:cubicBezTo>
                  <a:pt x="69470" y="24965"/>
                  <a:pt x="69433" y="24965"/>
                  <a:pt x="69396" y="24965"/>
                </a:cubicBezTo>
                <a:cubicBezTo>
                  <a:pt x="69396" y="24965"/>
                  <a:pt x="69433" y="24889"/>
                  <a:pt x="69433" y="24965"/>
                </a:cubicBezTo>
                <a:cubicBezTo>
                  <a:pt x="69433" y="25040"/>
                  <a:pt x="69396" y="25115"/>
                  <a:pt x="69433" y="25265"/>
                </a:cubicBezTo>
                <a:cubicBezTo>
                  <a:pt x="69433" y="25265"/>
                  <a:pt x="69433" y="25340"/>
                  <a:pt x="69470" y="25416"/>
                </a:cubicBezTo>
                <a:lnTo>
                  <a:pt x="69470" y="25491"/>
                </a:lnTo>
                <a:cubicBezTo>
                  <a:pt x="69506" y="25566"/>
                  <a:pt x="69506" y="25566"/>
                  <a:pt x="69543" y="25566"/>
                </a:cubicBezTo>
                <a:cubicBezTo>
                  <a:pt x="69580" y="25566"/>
                  <a:pt x="69580" y="25641"/>
                  <a:pt x="69617" y="25641"/>
                </a:cubicBezTo>
                <a:cubicBezTo>
                  <a:pt x="69653" y="25716"/>
                  <a:pt x="69653" y="25779"/>
                  <a:pt x="69653" y="25854"/>
                </a:cubicBezTo>
                <a:cubicBezTo>
                  <a:pt x="69653" y="25930"/>
                  <a:pt x="69617" y="26005"/>
                  <a:pt x="69617" y="26080"/>
                </a:cubicBezTo>
                <a:cubicBezTo>
                  <a:pt x="69617" y="26080"/>
                  <a:pt x="69653" y="26005"/>
                  <a:pt x="69617" y="26005"/>
                </a:cubicBezTo>
                <a:cubicBezTo>
                  <a:pt x="69580" y="25930"/>
                  <a:pt x="69543" y="26005"/>
                  <a:pt x="69506" y="26005"/>
                </a:cubicBezTo>
                <a:cubicBezTo>
                  <a:pt x="69433" y="26005"/>
                  <a:pt x="69396" y="26005"/>
                  <a:pt x="69366" y="26005"/>
                </a:cubicBezTo>
                <a:cubicBezTo>
                  <a:pt x="69292" y="26005"/>
                  <a:pt x="69255" y="25930"/>
                  <a:pt x="69218" y="25930"/>
                </a:cubicBezTo>
                <a:cubicBezTo>
                  <a:pt x="69145" y="25930"/>
                  <a:pt x="69145" y="25930"/>
                  <a:pt x="69145" y="25930"/>
                </a:cubicBezTo>
                <a:cubicBezTo>
                  <a:pt x="69108" y="25930"/>
                  <a:pt x="69108" y="25854"/>
                  <a:pt x="69071" y="25854"/>
                </a:cubicBezTo>
                <a:cubicBezTo>
                  <a:pt x="68998" y="25854"/>
                  <a:pt x="68961" y="25854"/>
                  <a:pt x="68924" y="25854"/>
                </a:cubicBezTo>
                <a:cubicBezTo>
                  <a:pt x="68888" y="25854"/>
                  <a:pt x="68888" y="25779"/>
                  <a:pt x="68857" y="25716"/>
                </a:cubicBezTo>
                <a:cubicBezTo>
                  <a:pt x="68820" y="25716"/>
                  <a:pt x="68784" y="25716"/>
                  <a:pt x="68784" y="25716"/>
                </a:cubicBezTo>
                <a:cubicBezTo>
                  <a:pt x="68747" y="25716"/>
                  <a:pt x="68710" y="25716"/>
                  <a:pt x="68710" y="25716"/>
                </a:cubicBezTo>
                <a:cubicBezTo>
                  <a:pt x="68673" y="25716"/>
                  <a:pt x="68673" y="25641"/>
                  <a:pt x="68637" y="25566"/>
                </a:cubicBezTo>
                <a:cubicBezTo>
                  <a:pt x="68600" y="25566"/>
                  <a:pt x="68600" y="25491"/>
                  <a:pt x="68563" y="25416"/>
                </a:cubicBezTo>
                <a:cubicBezTo>
                  <a:pt x="68563" y="25265"/>
                  <a:pt x="68563" y="25265"/>
                  <a:pt x="68563" y="25265"/>
                </a:cubicBezTo>
                <a:cubicBezTo>
                  <a:pt x="68526" y="25265"/>
                  <a:pt x="68490" y="25340"/>
                  <a:pt x="68490" y="25340"/>
                </a:cubicBezTo>
                <a:cubicBezTo>
                  <a:pt x="68453" y="25416"/>
                  <a:pt x="68453" y="25491"/>
                  <a:pt x="68416" y="25491"/>
                </a:cubicBezTo>
                <a:cubicBezTo>
                  <a:pt x="68416" y="25491"/>
                  <a:pt x="68379" y="25491"/>
                  <a:pt x="68349" y="25491"/>
                </a:cubicBezTo>
                <a:cubicBezTo>
                  <a:pt x="68312" y="25491"/>
                  <a:pt x="68275" y="25566"/>
                  <a:pt x="68275" y="25641"/>
                </a:cubicBezTo>
                <a:cubicBezTo>
                  <a:pt x="68275" y="25779"/>
                  <a:pt x="68312" y="25779"/>
                  <a:pt x="68312" y="25854"/>
                </a:cubicBezTo>
                <a:cubicBezTo>
                  <a:pt x="68349" y="25930"/>
                  <a:pt x="68349" y="25930"/>
                  <a:pt x="68379" y="26005"/>
                </a:cubicBezTo>
                <a:cubicBezTo>
                  <a:pt x="68416" y="26005"/>
                  <a:pt x="68453" y="26005"/>
                  <a:pt x="68453" y="26005"/>
                </a:cubicBezTo>
                <a:cubicBezTo>
                  <a:pt x="68453" y="26080"/>
                  <a:pt x="68453" y="26155"/>
                  <a:pt x="68453" y="26155"/>
                </a:cubicBezTo>
                <a:cubicBezTo>
                  <a:pt x="68453" y="26230"/>
                  <a:pt x="68490" y="26230"/>
                  <a:pt x="68490" y="26306"/>
                </a:cubicBezTo>
                <a:cubicBezTo>
                  <a:pt x="68563" y="26306"/>
                  <a:pt x="68563" y="26306"/>
                  <a:pt x="68563" y="26306"/>
                </a:cubicBezTo>
                <a:cubicBezTo>
                  <a:pt x="68637" y="26306"/>
                  <a:pt x="68673" y="26230"/>
                  <a:pt x="68710" y="26306"/>
                </a:cubicBezTo>
                <a:cubicBezTo>
                  <a:pt x="68784" y="26306"/>
                  <a:pt x="68820" y="26381"/>
                  <a:pt x="68857" y="26456"/>
                </a:cubicBezTo>
                <a:cubicBezTo>
                  <a:pt x="68888" y="26531"/>
                  <a:pt x="68924" y="26531"/>
                  <a:pt x="68924" y="26606"/>
                </a:cubicBezTo>
                <a:cubicBezTo>
                  <a:pt x="68924" y="26681"/>
                  <a:pt x="68857" y="26681"/>
                  <a:pt x="68857" y="26744"/>
                </a:cubicBezTo>
                <a:cubicBezTo>
                  <a:pt x="68526" y="26744"/>
                  <a:pt x="68526" y="26744"/>
                  <a:pt x="68526" y="26744"/>
                </a:cubicBezTo>
                <a:cubicBezTo>
                  <a:pt x="68490" y="26832"/>
                  <a:pt x="68490" y="26895"/>
                  <a:pt x="68490" y="26895"/>
                </a:cubicBezTo>
                <a:cubicBezTo>
                  <a:pt x="68453" y="26895"/>
                  <a:pt x="68416" y="26970"/>
                  <a:pt x="68416" y="26970"/>
                </a:cubicBezTo>
                <a:cubicBezTo>
                  <a:pt x="68379" y="26970"/>
                  <a:pt x="68349" y="26970"/>
                  <a:pt x="68349" y="26895"/>
                </a:cubicBezTo>
                <a:cubicBezTo>
                  <a:pt x="68312" y="26895"/>
                  <a:pt x="68349" y="26832"/>
                  <a:pt x="68312" y="26744"/>
                </a:cubicBezTo>
                <a:cubicBezTo>
                  <a:pt x="68312" y="26744"/>
                  <a:pt x="68275" y="26681"/>
                  <a:pt x="68238" y="26681"/>
                </a:cubicBezTo>
                <a:cubicBezTo>
                  <a:pt x="68202" y="26531"/>
                  <a:pt x="68128" y="26531"/>
                  <a:pt x="68055" y="26456"/>
                </a:cubicBezTo>
                <a:cubicBezTo>
                  <a:pt x="68018" y="26456"/>
                  <a:pt x="67981" y="26531"/>
                  <a:pt x="67981" y="26456"/>
                </a:cubicBezTo>
                <a:cubicBezTo>
                  <a:pt x="67908" y="26456"/>
                  <a:pt x="67871" y="26381"/>
                  <a:pt x="67840" y="26306"/>
                </a:cubicBezTo>
                <a:cubicBezTo>
                  <a:pt x="67840" y="26230"/>
                  <a:pt x="67803" y="26155"/>
                  <a:pt x="67803" y="26155"/>
                </a:cubicBezTo>
                <a:cubicBezTo>
                  <a:pt x="67803" y="26080"/>
                  <a:pt x="67803" y="26005"/>
                  <a:pt x="67803" y="26005"/>
                </a:cubicBezTo>
                <a:cubicBezTo>
                  <a:pt x="67803" y="25779"/>
                  <a:pt x="67803" y="25716"/>
                  <a:pt x="67803" y="25566"/>
                </a:cubicBezTo>
                <a:cubicBezTo>
                  <a:pt x="67583" y="25566"/>
                  <a:pt x="67583" y="25566"/>
                  <a:pt x="67583" y="25566"/>
                </a:cubicBezTo>
                <a:cubicBezTo>
                  <a:pt x="67583" y="25115"/>
                  <a:pt x="67583" y="25115"/>
                  <a:pt x="67583" y="25115"/>
                </a:cubicBezTo>
                <a:cubicBezTo>
                  <a:pt x="67583" y="24889"/>
                  <a:pt x="67620" y="24664"/>
                  <a:pt x="67620" y="24526"/>
                </a:cubicBezTo>
                <a:cubicBezTo>
                  <a:pt x="67620" y="24375"/>
                  <a:pt x="67620" y="24300"/>
                  <a:pt x="67583" y="24225"/>
                </a:cubicBezTo>
                <a:cubicBezTo>
                  <a:pt x="67509" y="24075"/>
                  <a:pt x="67436" y="24150"/>
                  <a:pt x="67362" y="24150"/>
                </a:cubicBezTo>
                <a:cubicBezTo>
                  <a:pt x="67326" y="24150"/>
                  <a:pt x="67326" y="24000"/>
                  <a:pt x="67326" y="24000"/>
                </a:cubicBezTo>
                <a:cubicBezTo>
                  <a:pt x="67295" y="23924"/>
                  <a:pt x="67258" y="23924"/>
                  <a:pt x="67258" y="23849"/>
                </a:cubicBezTo>
                <a:cubicBezTo>
                  <a:pt x="67222" y="23774"/>
                  <a:pt x="67258" y="23636"/>
                  <a:pt x="67185" y="23561"/>
                </a:cubicBezTo>
                <a:cubicBezTo>
                  <a:pt x="67148" y="23486"/>
                  <a:pt x="67111" y="23561"/>
                  <a:pt x="67038" y="23561"/>
                </a:cubicBezTo>
                <a:cubicBezTo>
                  <a:pt x="67001" y="23486"/>
                  <a:pt x="67001" y="23410"/>
                  <a:pt x="66964" y="23410"/>
                </a:cubicBezTo>
                <a:cubicBezTo>
                  <a:pt x="66928" y="23335"/>
                  <a:pt x="66891" y="23260"/>
                  <a:pt x="66823" y="23260"/>
                </a:cubicBezTo>
                <a:cubicBezTo>
                  <a:pt x="66854" y="23110"/>
                  <a:pt x="66854" y="23110"/>
                  <a:pt x="66854" y="23110"/>
                </a:cubicBezTo>
                <a:cubicBezTo>
                  <a:pt x="66854" y="23110"/>
                  <a:pt x="66891" y="23110"/>
                  <a:pt x="66928" y="23110"/>
                </a:cubicBezTo>
                <a:cubicBezTo>
                  <a:pt x="66928" y="23110"/>
                  <a:pt x="66964" y="23110"/>
                  <a:pt x="67001" y="23185"/>
                </a:cubicBezTo>
                <a:cubicBezTo>
                  <a:pt x="67001" y="23185"/>
                  <a:pt x="67001" y="23260"/>
                  <a:pt x="67038" y="23335"/>
                </a:cubicBezTo>
                <a:cubicBezTo>
                  <a:pt x="67075" y="23335"/>
                  <a:pt x="67111" y="23335"/>
                  <a:pt x="67148" y="23410"/>
                </a:cubicBezTo>
                <a:cubicBezTo>
                  <a:pt x="67222" y="23486"/>
                  <a:pt x="67258" y="23561"/>
                  <a:pt x="67295" y="23561"/>
                </a:cubicBezTo>
                <a:cubicBezTo>
                  <a:pt x="67326" y="23636"/>
                  <a:pt x="67362" y="23636"/>
                  <a:pt x="67362" y="23636"/>
                </a:cubicBezTo>
                <a:cubicBezTo>
                  <a:pt x="67473" y="23699"/>
                  <a:pt x="67509" y="23636"/>
                  <a:pt x="67620" y="23636"/>
                </a:cubicBezTo>
                <a:cubicBezTo>
                  <a:pt x="67656" y="23636"/>
                  <a:pt x="67656" y="23636"/>
                  <a:pt x="67693" y="23636"/>
                </a:cubicBezTo>
                <a:cubicBezTo>
                  <a:pt x="67730" y="23699"/>
                  <a:pt x="67730" y="23774"/>
                  <a:pt x="67730" y="23774"/>
                </a:cubicBezTo>
                <a:cubicBezTo>
                  <a:pt x="67803" y="23849"/>
                  <a:pt x="67840" y="23924"/>
                  <a:pt x="67871" y="23924"/>
                </a:cubicBezTo>
                <a:cubicBezTo>
                  <a:pt x="68379" y="23924"/>
                  <a:pt x="68379" y="23924"/>
                  <a:pt x="68379" y="23924"/>
                </a:cubicBezTo>
                <a:cubicBezTo>
                  <a:pt x="68379" y="23924"/>
                  <a:pt x="68416" y="24000"/>
                  <a:pt x="68453" y="24000"/>
                </a:cubicBezTo>
                <a:cubicBezTo>
                  <a:pt x="68453" y="24000"/>
                  <a:pt x="68490" y="24000"/>
                  <a:pt x="68526" y="24000"/>
                </a:cubicBezTo>
                <a:cubicBezTo>
                  <a:pt x="68526" y="24075"/>
                  <a:pt x="68526" y="24150"/>
                  <a:pt x="68563" y="24150"/>
                </a:cubicBezTo>
                <a:lnTo>
                  <a:pt x="68600" y="24225"/>
                </a:lnTo>
                <a:cubicBezTo>
                  <a:pt x="68637" y="24225"/>
                  <a:pt x="68673" y="24225"/>
                  <a:pt x="68673" y="24225"/>
                </a:cubicBezTo>
                <a:cubicBezTo>
                  <a:pt x="68710" y="24225"/>
                  <a:pt x="68747" y="24225"/>
                  <a:pt x="68747" y="24225"/>
                </a:cubicBezTo>
                <a:cubicBezTo>
                  <a:pt x="68820" y="24225"/>
                  <a:pt x="68857" y="24225"/>
                  <a:pt x="68888" y="24225"/>
                </a:cubicBezTo>
                <a:cubicBezTo>
                  <a:pt x="68961" y="24225"/>
                  <a:pt x="68961" y="24225"/>
                  <a:pt x="68961" y="24225"/>
                </a:cubicBezTo>
                <a:cubicBezTo>
                  <a:pt x="69035" y="24225"/>
                  <a:pt x="69035" y="24225"/>
                  <a:pt x="69035" y="24225"/>
                </a:cubicBezTo>
                <a:cubicBezTo>
                  <a:pt x="69071" y="24225"/>
                  <a:pt x="69071" y="24150"/>
                  <a:pt x="69108" y="24150"/>
                </a:cubicBezTo>
                <a:cubicBezTo>
                  <a:pt x="69145" y="24150"/>
                  <a:pt x="69145" y="24150"/>
                  <a:pt x="69182" y="24150"/>
                </a:cubicBezTo>
                <a:cubicBezTo>
                  <a:pt x="69182" y="24150"/>
                  <a:pt x="69218" y="24150"/>
                  <a:pt x="69255" y="24150"/>
                </a:cubicBezTo>
                <a:cubicBezTo>
                  <a:pt x="69292" y="24075"/>
                  <a:pt x="69329" y="24000"/>
                  <a:pt x="69396" y="24000"/>
                </a:cubicBezTo>
                <a:cubicBezTo>
                  <a:pt x="69396" y="24000"/>
                  <a:pt x="69433" y="24000"/>
                  <a:pt x="69470" y="24000"/>
                </a:cubicBezTo>
                <a:cubicBezTo>
                  <a:pt x="69506" y="24000"/>
                  <a:pt x="69543" y="24000"/>
                  <a:pt x="69580" y="23924"/>
                </a:cubicBezTo>
                <a:cubicBezTo>
                  <a:pt x="69617" y="23924"/>
                  <a:pt x="69653" y="23849"/>
                  <a:pt x="69653" y="23849"/>
                </a:cubicBezTo>
                <a:cubicBezTo>
                  <a:pt x="69690" y="23774"/>
                  <a:pt x="69727" y="23774"/>
                  <a:pt x="69727" y="23699"/>
                </a:cubicBezTo>
                <a:cubicBezTo>
                  <a:pt x="69764" y="23699"/>
                  <a:pt x="69800" y="23699"/>
                  <a:pt x="69800" y="23636"/>
                </a:cubicBezTo>
                <a:cubicBezTo>
                  <a:pt x="69837" y="23561"/>
                  <a:pt x="69837" y="23561"/>
                  <a:pt x="69837" y="23486"/>
                </a:cubicBezTo>
                <a:cubicBezTo>
                  <a:pt x="69874" y="23410"/>
                  <a:pt x="69874" y="23335"/>
                  <a:pt x="69874" y="23185"/>
                </a:cubicBezTo>
                <a:cubicBezTo>
                  <a:pt x="69874" y="23034"/>
                  <a:pt x="69837" y="22959"/>
                  <a:pt x="69837" y="22734"/>
                </a:cubicBezTo>
                <a:cubicBezTo>
                  <a:pt x="69837" y="22734"/>
                  <a:pt x="69837" y="22671"/>
                  <a:pt x="69837" y="22583"/>
                </a:cubicBezTo>
                <a:cubicBezTo>
                  <a:pt x="69837" y="22521"/>
                  <a:pt x="69800" y="22445"/>
                  <a:pt x="69764" y="22370"/>
                </a:cubicBezTo>
                <a:cubicBezTo>
                  <a:pt x="69764" y="22295"/>
                  <a:pt x="69727" y="22295"/>
                  <a:pt x="69690" y="22220"/>
                </a:cubicBezTo>
                <a:cubicBezTo>
                  <a:pt x="69690" y="22145"/>
                  <a:pt x="69653" y="22145"/>
                  <a:pt x="69617" y="22069"/>
                </a:cubicBezTo>
                <a:cubicBezTo>
                  <a:pt x="69617" y="22069"/>
                  <a:pt x="69580" y="22069"/>
                  <a:pt x="69543" y="22069"/>
                </a:cubicBezTo>
                <a:cubicBezTo>
                  <a:pt x="69543" y="22069"/>
                  <a:pt x="69506" y="21994"/>
                  <a:pt x="69470" y="21994"/>
                </a:cubicBezTo>
                <a:cubicBezTo>
                  <a:pt x="69433" y="21994"/>
                  <a:pt x="69396" y="21994"/>
                  <a:pt x="69329" y="21994"/>
                </a:cubicBezTo>
                <a:cubicBezTo>
                  <a:pt x="69292" y="21994"/>
                  <a:pt x="69255" y="22069"/>
                  <a:pt x="69182" y="21994"/>
                </a:cubicBezTo>
                <a:cubicBezTo>
                  <a:pt x="69145" y="21994"/>
                  <a:pt x="69108" y="21919"/>
                  <a:pt x="69035" y="21844"/>
                </a:cubicBezTo>
                <a:lnTo>
                  <a:pt x="68998" y="21769"/>
                </a:lnTo>
                <a:cubicBezTo>
                  <a:pt x="68961" y="21693"/>
                  <a:pt x="68961" y="21618"/>
                  <a:pt x="68961" y="21618"/>
                </a:cubicBezTo>
                <a:cubicBezTo>
                  <a:pt x="68924" y="21618"/>
                  <a:pt x="68888" y="21618"/>
                  <a:pt x="68888" y="21556"/>
                </a:cubicBezTo>
                <a:cubicBezTo>
                  <a:pt x="68857" y="21556"/>
                  <a:pt x="68857" y="21405"/>
                  <a:pt x="68820" y="21405"/>
                </a:cubicBezTo>
                <a:cubicBezTo>
                  <a:pt x="68820" y="21405"/>
                  <a:pt x="68784" y="21405"/>
                  <a:pt x="68747" y="21405"/>
                </a:cubicBezTo>
                <a:cubicBezTo>
                  <a:pt x="68673" y="21330"/>
                  <a:pt x="68673" y="21330"/>
                  <a:pt x="68673" y="21330"/>
                </a:cubicBezTo>
                <a:cubicBezTo>
                  <a:pt x="68673" y="21330"/>
                  <a:pt x="68673" y="21255"/>
                  <a:pt x="68637" y="21180"/>
                </a:cubicBezTo>
                <a:cubicBezTo>
                  <a:pt x="68600" y="21180"/>
                  <a:pt x="68600" y="21180"/>
                  <a:pt x="68563" y="21180"/>
                </a:cubicBezTo>
                <a:cubicBezTo>
                  <a:pt x="68490" y="21104"/>
                  <a:pt x="68490" y="21104"/>
                  <a:pt x="68490" y="21104"/>
                </a:cubicBezTo>
                <a:cubicBezTo>
                  <a:pt x="68453" y="21029"/>
                  <a:pt x="68453" y="21029"/>
                  <a:pt x="68416" y="20954"/>
                </a:cubicBezTo>
                <a:cubicBezTo>
                  <a:pt x="68416" y="20954"/>
                  <a:pt x="68379" y="20954"/>
                  <a:pt x="68349" y="20954"/>
                </a:cubicBezTo>
                <a:cubicBezTo>
                  <a:pt x="68312" y="20879"/>
                  <a:pt x="68238" y="20879"/>
                  <a:pt x="68202" y="20879"/>
                </a:cubicBezTo>
                <a:cubicBezTo>
                  <a:pt x="68128" y="20879"/>
                  <a:pt x="68091" y="20954"/>
                  <a:pt x="68018" y="20954"/>
                </a:cubicBezTo>
                <a:cubicBezTo>
                  <a:pt x="67981" y="20954"/>
                  <a:pt x="67944" y="20954"/>
                  <a:pt x="67908" y="20954"/>
                </a:cubicBezTo>
                <a:cubicBezTo>
                  <a:pt x="67871" y="20954"/>
                  <a:pt x="67871" y="20954"/>
                  <a:pt x="67871" y="20954"/>
                </a:cubicBezTo>
                <a:cubicBezTo>
                  <a:pt x="67840" y="20954"/>
                  <a:pt x="67840" y="20879"/>
                  <a:pt x="67803" y="20879"/>
                </a:cubicBezTo>
                <a:cubicBezTo>
                  <a:pt x="67767" y="20879"/>
                  <a:pt x="67767" y="20804"/>
                  <a:pt x="67730" y="20804"/>
                </a:cubicBezTo>
                <a:cubicBezTo>
                  <a:pt x="67656" y="20728"/>
                  <a:pt x="67656" y="20653"/>
                  <a:pt x="67620" y="20578"/>
                </a:cubicBezTo>
                <a:cubicBezTo>
                  <a:pt x="67399" y="20578"/>
                  <a:pt x="67399" y="20578"/>
                  <a:pt x="67399" y="20578"/>
                </a:cubicBezTo>
                <a:cubicBezTo>
                  <a:pt x="67399" y="20653"/>
                  <a:pt x="67399" y="20728"/>
                  <a:pt x="67399" y="20728"/>
                </a:cubicBezTo>
                <a:cubicBezTo>
                  <a:pt x="67362" y="20804"/>
                  <a:pt x="67399" y="20879"/>
                  <a:pt x="67362" y="20879"/>
                </a:cubicBezTo>
                <a:cubicBezTo>
                  <a:pt x="67326" y="20879"/>
                  <a:pt x="67326" y="20879"/>
                  <a:pt x="67295" y="20879"/>
                </a:cubicBezTo>
                <a:cubicBezTo>
                  <a:pt x="67222" y="20879"/>
                  <a:pt x="67222" y="20879"/>
                  <a:pt x="67222" y="20879"/>
                </a:cubicBezTo>
                <a:cubicBezTo>
                  <a:pt x="67185" y="20879"/>
                  <a:pt x="67148" y="20804"/>
                  <a:pt x="67148" y="20804"/>
                </a:cubicBezTo>
                <a:cubicBezTo>
                  <a:pt x="67148" y="20728"/>
                  <a:pt x="67148" y="20728"/>
                  <a:pt x="67148" y="20653"/>
                </a:cubicBezTo>
                <a:cubicBezTo>
                  <a:pt x="67185" y="20578"/>
                  <a:pt x="67185" y="20503"/>
                  <a:pt x="67185" y="20440"/>
                </a:cubicBezTo>
                <a:cubicBezTo>
                  <a:pt x="67185" y="20440"/>
                  <a:pt x="67222" y="20365"/>
                  <a:pt x="67185" y="20365"/>
                </a:cubicBezTo>
                <a:cubicBezTo>
                  <a:pt x="67185" y="20365"/>
                  <a:pt x="67148" y="20365"/>
                  <a:pt x="67148" y="20290"/>
                </a:cubicBezTo>
                <a:cubicBezTo>
                  <a:pt x="67111" y="20290"/>
                  <a:pt x="67075" y="20290"/>
                  <a:pt x="67075" y="20215"/>
                </a:cubicBezTo>
                <a:cubicBezTo>
                  <a:pt x="67038" y="20215"/>
                  <a:pt x="67075" y="20139"/>
                  <a:pt x="67075" y="20064"/>
                </a:cubicBezTo>
                <a:cubicBezTo>
                  <a:pt x="67038" y="19989"/>
                  <a:pt x="67038" y="19989"/>
                  <a:pt x="67038" y="19914"/>
                </a:cubicBezTo>
                <a:cubicBezTo>
                  <a:pt x="66823" y="19914"/>
                  <a:pt x="66823" y="19914"/>
                  <a:pt x="66823" y="19914"/>
                </a:cubicBezTo>
                <a:cubicBezTo>
                  <a:pt x="66823" y="19914"/>
                  <a:pt x="66787" y="19914"/>
                  <a:pt x="66750" y="19989"/>
                </a:cubicBezTo>
                <a:cubicBezTo>
                  <a:pt x="66750" y="19989"/>
                  <a:pt x="66750" y="20139"/>
                  <a:pt x="66676" y="20139"/>
                </a:cubicBezTo>
                <a:cubicBezTo>
                  <a:pt x="66640" y="20139"/>
                  <a:pt x="66640" y="20064"/>
                  <a:pt x="66603" y="20064"/>
                </a:cubicBezTo>
                <a:cubicBezTo>
                  <a:pt x="66566" y="19989"/>
                  <a:pt x="66529" y="19989"/>
                  <a:pt x="66529" y="19989"/>
                </a:cubicBezTo>
                <a:cubicBezTo>
                  <a:pt x="66493" y="19914"/>
                  <a:pt x="66529" y="19914"/>
                  <a:pt x="66493" y="19839"/>
                </a:cubicBezTo>
                <a:cubicBezTo>
                  <a:pt x="66456" y="19839"/>
                  <a:pt x="66382" y="19914"/>
                  <a:pt x="66346" y="19839"/>
                </a:cubicBezTo>
                <a:cubicBezTo>
                  <a:pt x="66278" y="19839"/>
                  <a:pt x="66241" y="19839"/>
                  <a:pt x="66205" y="19763"/>
                </a:cubicBezTo>
                <a:cubicBezTo>
                  <a:pt x="66168" y="19763"/>
                  <a:pt x="66131" y="19763"/>
                  <a:pt x="66131" y="19763"/>
                </a:cubicBezTo>
                <a:cubicBezTo>
                  <a:pt x="66131" y="19613"/>
                  <a:pt x="66131" y="19613"/>
                  <a:pt x="66131" y="19613"/>
                </a:cubicBezTo>
                <a:cubicBezTo>
                  <a:pt x="66131" y="19613"/>
                  <a:pt x="66168" y="19613"/>
                  <a:pt x="66205" y="19613"/>
                </a:cubicBezTo>
                <a:lnTo>
                  <a:pt x="66241" y="19613"/>
                </a:lnTo>
                <a:cubicBezTo>
                  <a:pt x="66278" y="19613"/>
                  <a:pt x="66309" y="19613"/>
                  <a:pt x="66346" y="19613"/>
                </a:cubicBezTo>
                <a:cubicBezTo>
                  <a:pt x="66346" y="19325"/>
                  <a:pt x="66346" y="19325"/>
                  <a:pt x="66346" y="19325"/>
                </a:cubicBezTo>
                <a:cubicBezTo>
                  <a:pt x="66346" y="19250"/>
                  <a:pt x="66309" y="19174"/>
                  <a:pt x="66309" y="19174"/>
                </a:cubicBezTo>
                <a:cubicBezTo>
                  <a:pt x="66278" y="19099"/>
                  <a:pt x="66278" y="19024"/>
                  <a:pt x="66241" y="19024"/>
                </a:cubicBezTo>
                <a:lnTo>
                  <a:pt x="66205" y="19024"/>
                </a:lnTo>
                <a:cubicBezTo>
                  <a:pt x="66131" y="19024"/>
                  <a:pt x="66094" y="19024"/>
                  <a:pt x="66021" y="19024"/>
                </a:cubicBezTo>
                <a:cubicBezTo>
                  <a:pt x="65984" y="19024"/>
                  <a:pt x="65947" y="19024"/>
                  <a:pt x="65874" y="18949"/>
                </a:cubicBezTo>
                <a:cubicBezTo>
                  <a:pt x="65837" y="18949"/>
                  <a:pt x="65837" y="18874"/>
                  <a:pt x="65837" y="18798"/>
                </a:cubicBezTo>
                <a:cubicBezTo>
                  <a:pt x="65807" y="18798"/>
                  <a:pt x="65807" y="18723"/>
                  <a:pt x="65764" y="18723"/>
                </a:cubicBezTo>
                <a:cubicBezTo>
                  <a:pt x="65764" y="18648"/>
                  <a:pt x="65733" y="18648"/>
                  <a:pt x="65733" y="18648"/>
                </a:cubicBezTo>
                <a:cubicBezTo>
                  <a:pt x="65660" y="18723"/>
                  <a:pt x="65660" y="18723"/>
                  <a:pt x="65660" y="18723"/>
                </a:cubicBezTo>
                <a:cubicBezTo>
                  <a:pt x="65660" y="19099"/>
                  <a:pt x="65660" y="19099"/>
                  <a:pt x="65660" y="19099"/>
                </a:cubicBezTo>
                <a:cubicBezTo>
                  <a:pt x="65586" y="19174"/>
                  <a:pt x="65513" y="19174"/>
                  <a:pt x="65439" y="19174"/>
                </a:cubicBezTo>
                <a:cubicBezTo>
                  <a:pt x="65439" y="18874"/>
                  <a:pt x="65439" y="18874"/>
                  <a:pt x="65439" y="18874"/>
                </a:cubicBezTo>
                <a:cubicBezTo>
                  <a:pt x="65439" y="18798"/>
                  <a:pt x="65476" y="18798"/>
                  <a:pt x="65476" y="18723"/>
                </a:cubicBezTo>
                <a:cubicBezTo>
                  <a:pt x="65513" y="18648"/>
                  <a:pt x="65549" y="18648"/>
                  <a:pt x="65549" y="18573"/>
                </a:cubicBezTo>
                <a:cubicBezTo>
                  <a:pt x="65549" y="18573"/>
                  <a:pt x="65549" y="18498"/>
                  <a:pt x="65549" y="18422"/>
                </a:cubicBezTo>
                <a:cubicBezTo>
                  <a:pt x="65078" y="18422"/>
                  <a:pt x="65078" y="18422"/>
                  <a:pt x="65078" y="18422"/>
                </a:cubicBezTo>
                <a:cubicBezTo>
                  <a:pt x="65078" y="18648"/>
                  <a:pt x="65114" y="18723"/>
                  <a:pt x="65078" y="18874"/>
                </a:cubicBezTo>
                <a:cubicBezTo>
                  <a:pt x="65078" y="18949"/>
                  <a:pt x="65041" y="18949"/>
                  <a:pt x="65041" y="19024"/>
                </a:cubicBezTo>
                <a:cubicBezTo>
                  <a:pt x="65041" y="19174"/>
                  <a:pt x="65041" y="19174"/>
                  <a:pt x="65041" y="19174"/>
                </a:cubicBezTo>
                <a:cubicBezTo>
                  <a:pt x="65041" y="19250"/>
                  <a:pt x="65078" y="19250"/>
                  <a:pt x="65078" y="19325"/>
                </a:cubicBezTo>
                <a:cubicBezTo>
                  <a:pt x="64967" y="19325"/>
                  <a:pt x="64967" y="19325"/>
                  <a:pt x="64967" y="19325"/>
                </a:cubicBezTo>
                <a:cubicBezTo>
                  <a:pt x="64967" y="19250"/>
                  <a:pt x="65004" y="19250"/>
                  <a:pt x="65004" y="19174"/>
                </a:cubicBezTo>
                <a:cubicBezTo>
                  <a:pt x="65004" y="19099"/>
                  <a:pt x="65004" y="19024"/>
                  <a:pt x="65004" y="18949"/>
                </a:cubicBezTo>
                <a:cubicBezTo>
                  <a:pt x="65004" y="18874"/>
                  <a:pt x="64967" y="18798"/>
                  <a:pt x="64967" y="18723"/>
                </a:cubicBezTo>
                <a:cubicBezTo>
                  <a:pt x="64931" y="18648"/>
                  <a:pt x="64931" y="18648"/>
                  <a:pt x="64894" y="18648"/>
                </a:cubicBezTo>
                <a:cubicBezTo>
                  <a:pt x="64747" y="18648"/>
                  <a:pt x="64747" y="18648"/>
                  <a:pt x="64747" y="18648"/>
                </a:cubicBezTo>
                <a:cubicBezTo>
                  <a:pt x="64747" y="19400"/>
                  <a:pt x="64747" y="19400"/>
                  <a:pt x="64747" y="19400"/>
                </a:cubicBezTo>
                <a:cubicBezTo>
                  <a:pt x="64496" y="19400"/>
                  <a:pt x="64496" y="19400"/>
                  <a:pt x="64496" y="19400"/>
                </a:cubicBezTo>
                <a:cubicBezTo>
                  <a:pt x="64496" y="19250"/>
                  <a:pt x="64496" y="19174"/>
                  <a:pt x="64496" y="18949"/>
                </a:cubicBezTo>
                <a:cubicBezTo>
                  <a:pt x="64496" y="18949"/>
                  <a:pt x="64496" y="18874"/>
                  <a:pt x="64496" y="18798"/>
                </a:cubicBezTo>
                <a:cubicBezTo>
                  <a:pt x="64496" y="18798"/>
                  <a:pt x="64496" y="18798"/>
                  <a:pt x="64496" y="18723"/>
                </a:cubicBezTo>
                <a:cubicBezTo>
                  <a:pt x="64643" y="18723"/>
                  <a:pt x="64643" y="18723"/>
                  <a:pt x="64643" y="18723"/>
                </a:cubicBezTo>
                <a:cubicBezTo>
                  <a:pt x="64679" y="18723"/>
                  <a:pt x="64679" y="18723"/>
                  <a:pt x="64716" y="18723"/>
                </a:cubicBezTo>
                <a:lnTo>
                  <a:pt x="64747" y="18723"/>
                </a:lnTo>
                <a:cubicBezTo>
                  <a:pt x="64747" y="18285"/>
                  <a:pt x="64747" y="18285"/>
                  <a:pt x="64747" y="18285"/>
                </a:cubicBezTo>
                <a:cubicBezTo>
                  <a:pt x="64679" y="18285"/>
                  <a:pt x="64679" y="18285"/>
                  <a:pt x="64679" y="18285"/>
                </a:cubicBezTo>
                <a:cubicBezTo>
                  <a:pt x="64606" y="18360"/>
                  <a:pt x="64569" y="18422"/>
                  <a:pt x="64496" y="18498"/>
                </a:cubicBezTo>
                <a:cubicBezTo>
                  <a:pt x="64496" y="18498"/>
                  <a:pt x="64459" y="18573"/>
                  <a:pt x="64422" y="18573"/>
                </a:cubicBezTo>
                <a:cubicBezTo>
                  <a:pt x="64422" y="18573"/>
                  <a:pt x="64385" y="18498"/>
                  <a:pt x="64349" y="18498"/>
                </a:cubicBezTo>
                <a:lnTo>
                  <a:pt x="64312" y="18498"/>
                </a:lnTo>
                <a:cubicBezTo>
                  <a:pt x="64275" y="18498"/>
                  <a:pt x="64245" y="18573"/>
                  <a:pt x="64245" y="18648"/>
                </a:cubicBezTo>
                <a:cubicBezTo>
                  <a:pt x="64245" y="18798"/>
                  <a:pt x="64208" y="18874"/>
                  <a:pt x="64171" y="18949"/>
                </a:cubicBezTo>
                <a:cubicBezTo>
                  <a:pt x="64134" y="19024"/>
                  <a:pt x="64098" y="19024"/>
                  <a:pt x="64061" y="19024"/>
                </a:cubicBezTo>
                <a:cubicBezTo>
                  <a:pt x="64024" y="19024"/>
                  <a:pt x="64024" y="19024"/>
                  <a:pt x="64024" y="19024"/>
                </a:cubicBezTo>
                <a:cubicBezTo>
                  <a:pt x="63987" y="19024"/>
                  <a:pt x="63987" y="19024"/>
                  <a:pt x="63950" y="19024"/>
                </a:cubicBezTo>
                <a:cubicBezTo>
                  <a:pt x="63914" y="19024"/>
                  <a:pt x="63914" y="18874"/>
                  <a:pt x="63877" y="18874"/>
                </a:cubicBezTo>
                <a:cubicBezTo>
                  <a:pt x="63914" y="18798"/>
                  <a:pt x="63914" y="18798"/>
                  <a:pt x="63914" y="18723"/>
                </a:cubicBezTo>
                <a:cubicBezTo>
                  <a:pt x="63950" y="18648"/>
                  <a:pt x="63987" y="18648"/>
                  <a:pt x="63987" y="18648"/>
                </a:cubicBezTo>
                <a:cubicBezTo>
                  <a:pt x="63773" y="18648"/>
                  <a:pt x="63773" y="18648"/>
                  <a:pt x="63773" y="18648"/>
                </a:cubicBezTo>
                <a:cubicBezTo>
                  <a:pt x="63663" y="18648"/>
                  <a:pt x="63626" y="18648"/>
                  <a:pt x="63552" y="18723"/>
                </a:cubicBezTo>
                <a:cubicBezTo>
                  <a:pt x="63516" y="18723"/>
                  <a:pt x="63479" y="18798"/>
                  <a:pt x="63442" y="18798"/>
                </a:cubicBezTo>
                <a:cubicBezTo>
                  <a:pt x="63405" y="18798"/>
                  <a:pt x="63369" y="18798"/>
                  <a:pt x="63369" y="18874"/>
                </a:cubicBezTo>
                <a:cubicBezTo>
                  <a:pt x="63369" y="18949"/>
                  <a:pt x="63369" y="19024"/>
                  <a:pt x="63369" y="19024"/>
                </a:cubicBezTo>
                <a:cubicBezTo>
                  <a:pt x="63369" y="19099"/>
                  <a:pt x="63369" y="19174"/>
                  <a:pt x="63405" y="19174"/>
                </a:cubicBezTo>
                <a:cubicBezTo>
                  <a:pt x="63405" y="19250"/>
                  <a:pt x="63405" y="19325"/>
                  <a:pt x="63442" y="19325"/>
                </a:cubicBezTo>
                <a:cubicBezTo>
                  <a:pt x="63516" y="19400"/>
                  <a:pt x="63552" y="19400"/>
                  <a:pt x="63589" y="19400"/>
                </a:cubicBezTo>
                <a:cubicBezTo>
                  <a:pt x="63663" y="19400"/>
                  <a:pt x="63663" y="19400"/>
                  <a:pt x="63730" y="19400"/>
                </a:cubicBezTo>
                <a:cubicBezTo>
                  <a:pt x="63730" y="19688"/>
                  <a:pt x="63730" y="19688"/>
                  <a:pt x="63730" y="19688"/>
                </a:cubicBezTo>
                <a:cubicBezTo>
                  <a:pt x="63589" y="19688"/>
                  <a:pt x="63589" y="19688"/>
                  <a:pt x="63589" y="19688"/>
                </a:cubicBezTo>
                <a:cubicBezTo>
                  <a:pt x="63552" y="19688"/>
                  <a:pt x="63552" y="19613"/>
                  <a:pt x="63516" y="19613"/>
                </a:cubicBezTo>
                <a:cubicBezTo>
                  <a:pt x="63442" y="19613"/>
                  <a:pt x="63405" y="19613"/>
                  <a:pt x="63369" y="19613"/>
                </a:cubicBezTo>
                <a:cubicBezTo>
                  <a:pt x="63295" y="19613"/>
                  <a:pt x="63258" y="19613"/>
                  <a:pt x="63228" y="19613"/>
                </a:cubicBezTo>
                <a:cubicBezTo>
                  <a:pt x="63191" y="19538"/>
                  <a:pt x="63154" y="19538"/>
                  <a:pt x="63154" y="19538"/>
                </a:cubicBezTo>
                <a:cubicBezTo>
                  <a:pt x="63007" y="19538"/>
                  <a:pt x="63007" y="19538"/>
                  <a:pt x="63007" y="19538"/>
                </a:cubicBezTo>
                <a:cubicBezTo>
                  <a:pt x="63007" y="19688"/>
                  <a:pt x="63007" y="19763"/>
                  <a:pt x="63007" y="19914"/>
                </a:cubicBezTo>
                <a:cubicBezTo>
                  <a:pt x="63007" y="19989"/>
                  <a:pt x="63007" y="20064"/>
                  <a:pt x="63007" y="20064"/>
                </a:cubicBezTo>
                <a:cubicBezTo>
                  <a:pt x="63007" y="20139"/>
                  <a:pt x="62970" y="20139"/>
                  <a:pt x="62970" y="20215"/>
                </a:cubicBezTo>
                <a:cubicBezTo>
                  <a:pt x="62970" y="20290"/>
                  <a:pt x="62934" y="20290"/>
                  <a:pt x="62897" y="20290"/>
                </a:cubicBezTo>
                <a:cubicBezTo>
                  <a:pt x="62897" y="20215"/>
                  <a:pt x="62897" y="20139"/>
                  <a:pt x="62897" y="19989"/>
                </a:cubicBezTo>
                <a:cubicBezTo>
                  <a:pt x="62897" y="19989"/>
                  <a:pt x="62897" y="19914"/>
                  <a:pt x="62897" y="19839"/>
                </a:cubicBezTo>
                <a:cubicBezTo>
                  <a:pt x="62860" y="19839"/>
                  <a:pt x="62823" y="19839"/>
                  <a:pt x="62823" y="19763"/>
                </a:cubicBezTo>
                <a:cubicBezTo>
                  <a:pt x="62787" y="19763"/>
                  <a:pt x="62756" y="19839"/>
                  <a:pt x="62756" y="19763"/>
                </a:cubicBezTo>
                <a:cubicBezTo>
                  <a:pt x="62713" y="19763"/>
                  <a:pt x="62683" y="19688"/>
                  <a:pt x="62683" y="19688"/>
                </a:cubicBezTo>
                <a:cubicBezTo>
                  <a:pt x="62646" y="19688"/>
                  <a:pt x="62646" y="19613"/>
                  <a:pt x="62609" y="19538"/>
                </a:cubicBezTo>
                <a:cubicBezTo>
                  <a:pt x="62609" y="19538"/>
                  <a:pt x="62572" y="19538"/>
                  <a:pt x="62535" y="19538"/>
                </a:cubicBezTo>
                <a:cubicBezTo>
                  <a:pt x="62499" y="19475"/>
                  <a:pt x="62462" y="19325"/>
                  <a:pt x="62388" y="19325"/>
                </a:cubicBezTo>
                <a:cubicBezTo>
                  <a:pt x="62352" y="19325"/>
                  <a:pt x="62315" y="19400"/>
                  <a:pt x="62278" y="19400"/>
                </a:cubicBezTo>
                <a:cubicBezTo>
                  <a:pt x="62278" y="19613"/>
                  <a:pt x="62278" y="19613"/>
                  <a:pt x="62278" y="19613"/>
                </a:cubicBezTo>
                <a:cubicBezTo>
                  <a:pt x="62278" y="19688"/>
                  <a:pt x="62315" y="19763"/>
                  <a:pt x="62315" y="19763"/>
                </a:cubicBezTo>
                <a:cubicBezTo>
                  <a:pt x="62315" y="19839"/>
                  <a:pt x="62352" y="19914"/>
                  <a:pt x="62352" y="19989"/>
                </a:cubicBezTo>
                <a:cubicBezTo>
                  <a:pt x="62352" y="20064"/>
                  <a:pt x="62278" y="20139"/>
                  <a:pt x="62278" y="20290"/>
                </a:cubicBezTo>
                <a:cubicBezTo>
                  <a:pt x="62278" y="20290"/>
                  <a:pt x="62315" y="20365"/>
                  <a:pt x="62315" y="20440"/>
                </a:cubicBezTo>
                <a:cubicBezTo>
                  <a:pt x="62278" y="20440"/>
                  <a:pt x="62241" y="20440"/>
                  <a:pt x="62241" y="20503"/>
                </a:cubicBezTo>
                <a:cubicBezTo>
                  <a:pt x="62211" y="20578"/>
                  <a:pt x="62174" y="20653"/>
                  <a:pt x="62137" y="20653"/>
                </a:cubicBezTo>
                <a:cubicBezTo>
                  <a:pt x="62101" y="20653"/>
                  <a:pt x="62064" y="20653"/>
                  <a:pt x="62027" y="20578"/>
                </a:cubicBezTo>
                <a:cubicBezTo>
                  <a:pt x="62027" y="20578"/>
                  <a:pt x="62027" y="20503"/>
                  <a:pt x="62027" y="20440"/>
                </a:cubicBezTo>
                <a:cubicBezTo>
                  <a:pt x="62027" y="20365"/>
                  <a:pt x="61990" y="20365"/>
                  <a:pt x="61990" y="20290"/>
                </a:cubicBezTo>
                <a:cubicBezTo>
                  <a:pt x="61990" y="20290"/>
                  <a:pt x="61990" y="20215"/>
                  <a:pt x="61990" y="20139"/>
                </a:cubicBezTo>
                <a:cubicBezTo>
                  <a:pt x="61954" y="20215"/>
                  <a:pt x="61954" y="20215"/>
                  <a:pt x="61917" y="20215"/>
                </a:cubicBezTo>
                <a:cubicBezTo>
                  <a:pt x="61880" y="20290"/>
                  <a:pt x="61917" y="20365"/>
                  <a:pt x="61917" y="20440"/>
                </a:cubicBezTo>
                <a:cubicBezTo>
                  <a:pt x="61880" y="20440"/>
                  <a:pt x="61843" y="20440"/>
                  <a:pt x="61843" y="20440"/>
                </a:cubicBezTo>
                <a:cubicBezTo>
                  <a:pt x="61770" y="20440"/>
                  <a:pt x="61739" y="20440"/>
                  <a:pt x="61696" y="20440"/>
                </a:cubicBezTo>
                <a:cubicBezTo>
                  <a:pt x="61666" y="20653"/>
                  <a:pt x="61666" y="20653"/>
                  <a:pt x="61666" y="20653"/>
                </a:cubicBezTo>
                <a:cubicBezTo>
                  <a:pt x="61696" y="20728"/>
                  <a:pt x="61696" y="20804"/>
                  <a:pt x="61696" y="20804"/>
                </a:cubicBezTo>
                <a:cubicBezTo>
                  <a:pt x="61739" y="20879"/>
                  <a:pt x="61770" y="20804"/>
                  <a:pt x="61770" y="20804"/>
                </a:cubicBezTo>
                <a:cubicBezTo>
                  <a:pt x="61807" y="20879"/>
                  <a:pt x="61843" y="20879"/>
                  <a:pt x="61843" y="20879"/>
                </a:cubicBezTo>
                <a:cubicBezTo>
                  <a:pt x="61843" y="20954"/>
                  <a:pt x="61843" y="21029"/>
                  <a:pt x="61843" y="21029"/>
                </a:cubicBezTo>
                <a:cubicBezTo>
                  <a:pt x="61843" y="21180"/>
                  <a:pt x="61843" y="21180"/>
                  <a:pt x="61843" y="21180"/>
                </a:cubicBezTo>
                <a:cubicBezTo>
                  <a:pt x="61843" y="21255"/>
                  <a:pt x="61807" y="21255"/>
                  <a:pt x="61807" y="21330"/>
                </a:cubicBezTo>
                <a:cubicBezTo>
                  <a:pt x="61807" y="21330"/>
                  <a:pt x="61770" y="21330"/>
                  <a:pt x="61739" y="21330"/>
                </a:cubicBezTo>
                <a:cubicBezTo>
                  <a:pt x="61696" y="21255"/>
                  <a:pt x="61696" y="21180"/>
                  <a:pt x="61666" y="21180"/>
                </a:cubicBezTo>
                <a:cubicBezTo>
                  <a:pt x="61629" y="21104"/>
                  <a:pt x="61592" y="21180"/>
                  <a:pt x="61519" y="21180"/>
                </a:cubicBezTo>
                <a:cubicBezTo>
                  <a:pt x="61482" y="21180"/>
                  <a:pt x="61445" y="21104"/>
                  <a:pt x="61445" y="21104"/>
                </a:cubicBezTo>
                <a:cubicBezTo>
                  <a:pt x="61445" y="20954"/>
                  <a:pt x="61482" y="20804"/>
                  <a:pt x="61482" y="20653"/>
                </a:cubicBezTo>
                <a:cubicBezTo>
                  <a:pt x="61482" y="20578"/>
                  <a:pt x="61445" y="20578"/>
                  <a:pt x="61445" y="20503"/>
                </a:cubicBezTo>
                <a:cubicBezTo>
                  <a:pt x="61372" y="20503"/>
                  <a:pt x="61372" y="20578"/>
                  <a:pt x="61335" y="20578"/>
                </a:cubicBezTo>
                <a:cubicBezTo>
                  <a:pt x="61335" y="21029"/>
                  <a:pt x="61335" y="21029"/>
                  <a:pt x="61335" y="21029"/>
                </a:cubicBezTo>
                <a:cubicBezTo>
                  <a:pt x="61298" y="21029"/>
                  <a:pt x="61298" y="21104"/>
                  <a:pt x="61261" y="21104"/>
                </a:cubicBezTo>
                <a:cubicBezTo>
                  <a:pt x="61225" y="21104"/>
                  <a:pt x="61194" y="21029"/>
                  <a:pt x="61151" y="21029"/>
                </a:cubicBezTo>
                <a:cubicBezTo>
                  <a:pt x="61084" y="21029"/>
                  <a:pt x="61047" y="21104"/>
                  <a:pt x="60973" y="21180"/>
                </a:cubicBezTo>
                <a:cubicBezTo>
                  <a:pt x="60973" y="21180"/>
                  <a:pt x="60973" y="21255"/>
                  <a:pt x="61010" y="21330"/>
                </a:cubicBezTo>
                <a:cubicBezTo>
                  <a:pt x="61010" y="21330"/>
                  <a:pt x="61047" y="21330"/>
                  <a:pt x="61047" y="21405"/>
                </a:cubicBezTo>
                <a:cubicBezTo>
                  <a:pt x="61047" y="21405"/>
                  <a:pt x="61047" y="21480"/>
                  <a:pt x="61047" y="21556"/>
                </a:cubicBezTo>
                <a:cubicBezTo>
                  <a:pt x="60973" y="21556"/>
                  <a:pt x="60937" y="21480"/>
                  <a:pt x="60863" y="21556"/>
                </a:cubicBezTo>
                <a:cubicBezTo>
                  <a:pt x="60826" y="21556"/>
                  <a:pt x="60790" y="21556"/>
                  <a:pt x="60790" y="21556"/>
                </a:cubicBezTo>
                <a:cubicBezTo>
                  <a:pt x="60753" y="21556"/>
                  <a:pt x="60716" y="21556"/>
                  <a:pt x="60716" y="21556"/>
                </a:cubicBezTo>
                <a:cubicBezTo>
                  <a:pt x="60679" y="21556"/>
                  <a:pt x="60679" y="21618"/>
                  <a:pt x="60649" y="21618"/>
                </a:cubicBezTo>
                <a:cubicBezTo>
                  <a:pt x="60612" y="21693"/>
                  <a:pt x="60649" y="21769"/>
                  <a:pt x="60612" y="21769"/>
                </a:cubicBezTo>
                <a:cubicBezTo>
                  <a:pt x="60612" y="21844"/>
                  <a:pt x="60575" y="21844"/>
                  <a:pt x="60539" y="21844"/>
                </a:cubicBezTo>
                <a:cubicBezTo>
                  <a:pt x="60539" y="21844"/>
                  <a:pt x="60502" y="21919"/>
                  <a:pt x="60502" y="21994"/>
                </a:cubicBezTo>
                <a:cubicBezTo>
                  <a:pt x="60465" y="21994"/>
                  <a:pt x="60502" y="22069"/>
                  <a:pt x="60465" y="22145"/>
                </a:cubicBezTo>
                <a:cubicBezTo>
                  <a:pt x="60465" y="22145"/>
                  <a:pt x="60428" y="22069"/>
                  <a:pt x="60392" y="22145"/>
                </a:cubicBezTo>
                <a:cubicBezTo>
                  <a:pt x="60355" y="22145"/>
                  <a:pt x="60355" y="22220"/>
                  <a:pt x="60318" y="22295"/>
                </a:cubicBezTo>
                <a:cubicBezTo>
                  <a:pt x="60465" y="22295"/>
                  <a:pt x="60465" y="22295"/>
                  <a:pt x="60465" y="22295"/>
                </a:cubicBezTo>
                <a:cubicBezTo>
                  <a:pt x="60502" y="22295"/>
                  <a:pt x="60502" y="22295"/>
                  <a:pt x="60539" y="22220"/>
                </a:cubicBezTo>
                <a:cubicBezTo>
                  <a:pt x="60575" y="22220"/>
                  <a:pt x="60575" y="22145"/>
                  <a:pt x="60575" y="22069"/>
                </a:cubicBezTo>
                <a:cubicBezTo>
                  <a:pt x="60612" y="22069"/>
                  <a:pt x="60649" y="22069"/>
                  <a:pt x="60649" y="21994"/>
                </a:cubicBezTo>
                <a:cubicBezTo>
                  <a:pt x="60679" y="21994"/>
                  <a:pt x="60716" y="21994"/>
                  <a:pt x="60716" y="21994"/>
                </a:cubicBezTo>
                <a:cubicBezTo>
                  <a:pt x="60753" y="21994"/>
                  <a:pt x="60790" y="21994"/>
                  <a:pt x="60790" y="21994"/>
                </a:cubicBezTo>
                <a:cubicBezTo>
                  <a:pt x="60826" y="21994"/>
                  <a:pt x="60863" y="22069"/>
                  <a:pt x="60863" y="21994"/>
                </a:cubicBezTo>
                <a:cubicBezTo>
                  <a:pt x="60900" y="21994"/>
                  <a:pt x="60900" y="21919"/>
                  <a:pt x="60937" y="21919"/>
                </a:cubicBezTo>
                <a:cubicBezTo>
                  <a:pt x="60973" y="21844"/>
                  <a:pt x="60937" y="21769"/>
                  <a:pt x="60973" y="21769"/>
                </a:cubicBezTo>
                <a:cubicBezTo>
                  <a:pt x="61010" y="21769"/>
                  <a:pt x="61010" y="21769"/>
                  <a:pt x="61047" y="21769"/>
                </a:cubicBezTo>
                <a:cubicBezTo>
                  <a:pt x="61084" y="21769"/>
                  <a:pt x="61084" y="21769"/>
                  <a:pt x="61120" y="21769"/>
                </a:cubicBezTo>
                <a:cubicBezTo>
                  <a:pt x="61151" y="21769"/>
                  <a:pt x="61151" y="21693"/>
                  <a:pt x="61194" y="21618"/>
                </a:cubicBezTo>
                <a:cubicBezTo>
                  <a:pt x="61261" y="21618"/>
                  <a:pt x="61298" y="21618"/>
                  <a:pt x="61372" y="21618"/>
                </a:cubicBezTo>
                <a:cubicBezTo>
                  <a:pt x="61445" y="21618"/>
                  <a:pt x="61482" y="21618"/>
                  <a:pt x="61555" y="21618"/>
                </a:cubicBezTo>
                <a:cubicBezTo>
                  <a:pt x="61592" y="21693"/>
                  <a:pt x="61592" y="21769"/>
                  <a:pt x="61629" y="21769"/>
                </a:cubicBezTo>
                <a:cubicBezTo>
                  <a:pt x="61592" y="21919"/>
                  <a:pt x="61592" y="21919"/>
                  <a:pt x="61592" y="21919"/>
                </a:cubicBezTo>
                <a:cubicBezTo>
                  <a:pt x="61519" y="21919"/>
                  <a:pt x="61482" y="21919"/>
                  <a:pt x="61445" y="21919"/>
                </a:cubicBezTo>
                <a:cubicBezTo>
                  <a:pt x="61408" y="21919"/>
                  <a:pt x="61408" y="21919"/>
                  <a:pt x="61372" y="21919"/>
                </a:cubicBezTo>
                <a:lnTo>
                  <a:pt x="61372" y="22069"/>
                </a:lnTo>
                <a:cubicBezTo>
                  <a:pt x="61335" y="22069"/>
                  <a:pt x="61298" y="22069"/>
                  <a:pt x="61298" y="22069"/>
                </a:cubicBezTo>
                <a:cubicBezTo>
                  <a:pt x="61261" y="22069"/>
                  <a:pt x="61225" y="22069"/>
                  <a:pt x="61225" y="22069"/>
                </a:cubicBezTo>
                <a:cubicBezTo>
                  <a:pt x="61194" y="22069"/>
                  <a:pt x="61151" y="22145"/>
                  <a:pt x="61151" y="22145"/>
                </a:cubicBezTo>
                <a:cubicBezTo>
                  <a:pt x="61151" y="22220"/>
                  <a:pt x="61151" y="22295"/>
                  <a:pt x="61120" y="22295"/>
                </a:cubicBezTo>
                <a:cubicBezTo>
                  <a:pt x="61120" y="22370"/>
                  <a:pt x="61120" y="22370"/>
                  <a:pt x="61084" y="22445"/>
                </a:cubicBezTo>
                <a:cubicBezTo>
                  <a:pt x="61084" y="22521"/>
                  <a:pt x="61047" y="22445"/>
                  <a:pt x="61047" y="22521"/>
                </a:cubicBezTo>
                <a:cubicBezTo>
                  <a:pt x="61010" y="22583"/>
                  <a:pt x="61010" y="22583"/>
                  <a:pt x="61010" y="22671"/>
                </a:cubicBezTo>
                <a:cubicBezTo>
                  <a:pt x="60973" y="22734"/>
                  <a:pt x="61010" y="22734"/>
                  <a:pt x="61010" y="22809"/>
                </a:cubicBezTo>
                <a:cubicBezTo>
                  <a:pt x="61010" y="22884"/>
                  <a:pt x="61010" y="22959"/>
                  <a:pt x="61010" y="23110"/>
                </a:cubicBezTo>
                <a:cubicBezTo>
                  <a:pt x="60900" y="23110"/>
                  <a:pt x="60826" y="23034"/>
                  <a:pt x="60790" y="23185"/>
                </a:cubicBezTo>
                <a:cubicBezTo>
                  <a:pt x="60753" y="23260"/>
                  <a:pt x="60753" y="23335"/>
                  <a:pt x="60716" y="23486"/>
                </a:cubicBezTo>
                <a:cubicBezTo>
                  <a:pt x="60716" y="23486"/>
                  <a:pt x="60679" y="23486"/>
                  <a:pt x="60649" y="23561"/>
                </a:cubicBezTo>
                <a:cubicBezTo>
                  <a:pt x="60649" y="23561"/>
                  <a:pt x="60612" y="23561"/>
                  <a:pt x="60575" y="23636"/>
                </a:cubicBezTo>
                <a:cubicBezTo>
                  <a:pt x="60575" y="23636"/>
                  <a:pt x="60575" y="23699"/>
                  <a:pt x="60539" y="23774"/>
                </a:cubicBezTo>
                <a:cubicBezTo>
                  <a:pt x="60539" y="23774"/>
                  <a:pt x="60502" y="23774"/>
                  <a:pt x="60502" y="23849"/>
                </a:cubicBezTo>
                <a:cubicBezTo>
                  <a:pt x="60465" y="23849"/>
                  <a:pt x="60428" y="23924"/>
                  <a:pt x="60428" y="23924"/>
                </a:cubicBezTo>
                <a:cubicBezTo>
                  <a:pt x="60392" y="24000"/>
                  <a:pt x="60428" y="24075"/>
                  <a:pt x="60428" y="24075"/>
                </a:cubicBezTo>
                <a:cubicBezTo>
                  <a:pt x="60428" y="24150"/>
                  <a:pt x="60428" y="24225"/>
                  <a:pt x="60428" y="24225"/>
                </a:cubicBezTo>
                <a:cubicBezTo>
                  <a:pt x="60392" y="24300"/>
                  <a:pt x="60355" y="24300"/>
                  <a:pt x="60355" y="24375"/>
                </a:cubicBezTo>
                <a:cubicBezTo>
                  <a:pt x="60318" y="24451"/>
                  <a:pt x="60281" y="24451"/>
                  <a:pt x="60281" y="24526"/>
                </a:cubicBezTo>
                <a:cubicBezTo>
                  <a:pt x="60281" y="24601"/>
                  <a:pt x="60281" y="24751"/>
                  <a:pt x="60281" y="24814"/>
                </a:cubicBezTo>
                <a:cubicBezTo>
                  <a:pt x="60281" y="24889"/>
                  <a:pt x="60245" y="24889"/>
                  <a:pt x="60245" y="24965"/>
                </a:cubicBezTo>
                <a:cubicBezTo>
                  <a:pt x="60245" y="24965"/>
                  <a:pt x="60245" y="25040"/>
                  <a:pt x="60245" y="25115"/>
                </a:cubicBezTo>
                <a:cubicBezTo>
                  <a:pt x="60208" y="24965"/>
                  <a:pt x="60208" y="24965"/>
                  <a:pt x="60208" y="24965"/>
                </a:cubicBezTo>
                <a:cubicBezTo>
                  <a:pt x="60208" y="24965"/>
                  <a:pt x="60177" y="25040"/>
                  <a:pt x="60140" y="25040"/>
                </a:cubicBezTo>
                <a:cubicBezTo>
                  <a:pt x="60104" y="25115"/>
                  <a:pt x="60067" y="25115"/>
                  <a:pt x="60030" y="25190"/>
                </a:cubicBezTo>
                <a:cubicBezTo>
                  <a:pt x="60000" y="25190"/>
                  <a:pt x="60000" y="25265"/>
                  <a:pt x="59963" y="25340"/>
                </a:cubicBezTo>
                <a:cubicBezTo>
                  <a:pt x="59926" y="25340"/>
                  <a:pt x="59926" y="25416"/>
                  <a:pt x="59889" y="25416"/>
                </a:cubicBezTo>
                <a:cubicBezTo>
                  <a:pt x="59889" y="25416"/>
                  <a:pt x="59852" y="25416"/>
                  <a:pt x="59816" y="25416"/>
                </a:cubicBezTo>
                <a:cubicBezTo>
                  <a:pt x="59816" y="25416"/>
                  <a:pt x="59742" y="25491"/>
                  <a:pt x="59705" y="25491"/>
                </a:cubicBezTo>
                <a:cubicBezTo>
                  <a:pt x="59705" y="25491"/>
                  <a:pt x="59669" y="25566"/>
                  <a:pt x="59638" y="25566"/>
                </a:cubicBezTo>
                <a:cubicBezTo>
                  <a:pt x="59669" y="25779"/>
                  <a:pt x="59669" y="25779"/>
                  <a:pt x="59669" y="25779"/>
                </a:cubicBezTo>
                <a:cubicBezTo>
                  <a:pt x="59705" y="25779"/>
                  <a:pt x="59705" y="25779"/>
                  <a:pt x="59742" y="25779"/>
                </a:cubicBezTo>
                <a:cubicBezTo>
                  <a:pt x="59779" y="25779"/>
                  <a:pt x="59779" y="25779"/>
                  <a:pt x="59816" y="25779"/>
                </a:cubicBezTo>
                <a:cubicBezTo>
                  <a:pt x="59963" y="25779"/>
                  <a:pt x="59963" y="25779"/>
                  <a:pt x="59963" y="25779"/>
                </a:cubicBezTo>
                <a:cubicBezTo>
                  <a:pt x="59963" y="25854"/>
                  <a:pt x="59926" y="25854"/>
                  <a:pt x="59926" y="25930"/>
                </a:cubicBezTo>
                <a:cubicBezTo>
                  <a:pt x="59926" y="26005"/>
                  <a:pt x="59926" y="26080"/>
                  <a:pt x="59926" y="26080"/>
                </a:cubicBezTo>
                <a:cubicBezTo>
                  <a:pt x="59926" y="26155"/>
                  <a:pt x="59889" y="26155"/>
                  <a:pt x="59852" y="26155"/>
                </a:cubicBezTo>
                <a:cubicBezTo>
                  <a:pt x="59852" y="26155"/>
                  <a:pt x="59816" y="26230"/>
                  <a:pt x="59779" y="26230"/>
                </a:cubicBezTo>
                <a:cubicBezTo>
                  <a:pt x="59742" y="26230"/>
                  <a:pt x="59742" y="26306"/>
                  <a:pt x="59705" y="26381"/>
                </a:cubicBezTo>
                <a:cubicBezTo>
                  <a:pt x="59705" y="26381"/>
                  <a:pt x="59638" y="26381"/>
                  <a:pt x="59601" y="26381"/>
                </a:cubicBezTo>
                <a:cubicBezTo>
                  <a:pt x="59601" y="26456"/>
                  <a:pt x="59565" y="26456"/>
                  <a:pt x="59565" y="26531"/>
                </a:cubicBezTo>
                <a:cubicBezTo>
                  <a:pt x="59528" y="26531"/>
                  <a:pt x="59491" y="26606"/>
                  <a:pt x="59491" y="26606"/>
                </a:cubicBezTo>
                <a:cubicBezTo>
                  <a:pt x="59454" y="26681"/>
                  <a:pt x="59418" y="26681"/>
                  <a:pt x="59418" y="26681"/>
                </a:cubicBezTo>
                <a:cubicBezTo>
                  <a:pt x="59381" y="26681"/>
                  <a:pt x="59344" y="26744"/>
                  <a:pt x="59344" y="26744"/>
                </a:cubicBezTo>
                <a:cubicBezTo>
                  <a:pt x="59307" y="26832"/>
                  <a:pt x="59307" y="26895"/>
                  <a:pt x="59307" y="26895"/>
                </a:cubicBezTo>
                <a:cubicBezTo>
                  <a:pt x="59271" y="26970"/>
                  <a:pt x="59307" y="27045"/>
                  <a:pt x="59271" y="27045"/>
                </a:cubicBezTo>
                <a:cubicBezTo>
                  <a:pt x="59271" y="27120"/>
                  <a:pt x="59234" y="27195"/>
                  <a:pt x="59160" y="27195"/>
                </a:cubicBezTo>
                <a:cubicBezTo>
                  <a:pt x="59093" y="27195"/>
                  <a:pt x="59093" y="27045"/>
                  <a:pt x="59019" y="27045"/>
                </a:cubicBezTo>
                <a:cubicBezTo>
                  <a:pt x="58872" y="27045"/>
                  <a:pt x="58872" y="27045"/>
                  <a:pt x="58872" y="27045"/>
                </a:cubicBezTo>
                <a:cubicBezTo>
                  <a:pt x="58836" y="27346"/>
                  <a:pt x="58836" y="27346"/>
                  <a:pt x="58836" y="27346"/>
                </a:cubicBezTo>
                <a:cubicBezTo>
                  <a:pt x="58872" y="27421"/>
                  <a:pt x="58872" y="27496"/>
                  <a:pt x="58909" y="27571"/>
                </a:cubicBezTo>
                <a:cubicBezTo>
                  <a:pt x="58836" y="27646"/>
                  <a:pt x="58762" y="27646"/>
                  <a:pt x="58689" y="27722"/>
                </a:cubicBezTo>
                <a:cubicBezTo>
                  <a:pt x="58652" y="27722"/>
                  <a:pt x="58652" y="27722"/>
                  <a:pt x="58621" y="27722"/>
                </a:cubicBezTo>
                <a:cubicBezTo>
                  <a:pt x="58548" y="27722"/>
                  <a:pt x="58548" y="27797"/>
                  <a:pt x="58474" y="27860"/>
                </a:cubicBezTo>
                <a:cubicBezTo>
                  <a:pt x="58437" y="27860"/>
                  <a:pt x="58437" y="27935"/>
                  <a:pt x="58401" y="27935"/>
                </a:cubicBezTo>
                <a:cubicBezTo>
                  <a:pt x="58401" y="28010"/>
                  <a:pt x="58364" y="28010"/>
                  <a:pt x="58327" y="28085"/>
                </a:cubicBezTo>
                <a:cubicBezTo>
                  <a:pt x="58327" y="28085"/>
                  <a:pt x="58290" y="28010"/>
                  <a:pt x="58254" y="28085"/>
                </a:cubicBezTo>
                <a:cubicBezTo>
                  <a:pt x="58254" y="28085"/>
                  <a:pt x="58217" y="28085"/>
                  <a:pt x="58180" y="28160"/>
                </a:cubicBezTo>
                <a:cubicBezTo>
                  <a:pt x="58180" y="28160"/>
                  <a:pt x="58217" y="28236"/>
                  <a:pt x="58180" y="28311"/>
                </a:cubicBezTo>
                <a:cubicBezTo>
                  <a:pt x="58180" y="28311"/>
                  <a:pt x="58217" y="28386"/>
                  <a:pt x="58180" y="28386"/>
                </a:cubicBezTo>
                <a:cubicBezTo>
                  <a:pt x="58180" y="28461"/>
                  <a:pt x="58143" y="28536"/>
                  <a:pt x="58143" y="28536"/>
                </a:cubicBezTo>
                <a:cubicBezTo>
                  <a:pt x="58113" y="28612"/>
                  <a:pt x="58076" y="28687"/>
                  <a:pt x="58076" y="28687"/>
                </a:cubicBezTo>
                <a:cubicBezTo>
                  <a:pt x="58039" y="28687"/>
                  <a:pt x="58003" y="28687"/>
                  <a:pt x="58003" y="28687"/>
                </a:cubicBezTo>
                <a:cubicBezTo>
                  <a:pt x="57966" y="28687"/>
                  <a:pt x="57929" y="28687"/>
                  <a:pt x="57929" y="28687"/>
                </a:cubicBezTo>
                <a:cubicBezTo>
                  <a:pt x="57892" y="28687"/>
                  <a:pt x="57892" y="28762"/>
                  <a:pt x="57856" y="28762"/>
                </a:cubicBezTo>
                <a:cubicBezTo>
                  <a:pt x="57819" y="28825"/>
                  <a:pt x="57782" y="28825"/>
                  <a:pt x="57782" y="28912"/>
                </a:cubicBezTo>
                <a:cubicBezTo>
                  <a:pt x="57782" y="28912"/>
                  <a:pt x="57782" y="28975"/>
                  <a:pt x="57782" y="29050"/>
                </a:cubicBezTo>
                <a:cubicBezTo>
                  <a:pt x="57782" y="29125"/>
                  <a:pt x="57819" y="29125"/>
                  <a:pt x="57819" y="29201"/>
                </a:cubicBezTo>
                <a:cubicBezTo>
                  <a:pt x="57819" y="29201"/>
                  <a:pt x="57819" y="29276"/>
                  <a:pt x="57782" y="29351"/>
                </a:cubicBezTo>
                <a:cubicBezTo>
                  <a:pt x="57782" y="29351"/>
                  <a:pt x="57745" y="29351"/>
                  <a:pt x="57709" y="29351"/>
                </a:cubicBezTo>
                <a:cubicBezTo>
                  <a:pt x="57709" y="29426"/>
                  <a:pt x="57709" y="29426"/>
                  <a:pt x="57709" y="29501"/>
                </a:cubicBezTo>
                <a:cubicBezTo>
                  <a:pt x="57709" y="29577"/>
                  <a:pt x="57709" y="29577"/>
                  <a:pt x="57709" y="29652"/>
                </a:cubicBezTo>
                <a:cubicBezTo>
                  <a:pt x="57709" y="29727"/>
                  <a:pt x="57745" y="29802"/>
                  <a:pt x="57745" y="29877"/>
                </a:cubicBezTo>
                <a:cubicBezTo>
                  <a:pt x="57745" y="29940"/>
                  <a:pt x="57782" y="30015"/>
                  <a:pt x="57745" y="30090"/>
                </a:cubicBezTo>
                <a:cubicBezTo>
                  <a:pt x="57745" y="30166"/>
                  <a:pt x="57709" y="30090"/>
                  <a:pt x="57672" y="30090"/>
                </a:cubicBezTo>
                <a:cubicBezTo>
                  <a:pt x="57635" y="30166"/>
                  <a:pt x="57672" y="30241"/>
                  <a:pt x="57635" y="30241"/>
                </a:cubicBezTo>
                <a:cubicBezTo>
                  <a:pt x="57635" y="30542"/>
                  <a:pt x="57635" y="30542"/>
                  <a:pt x="57635" y="30542"/>
                </a:cubicBezTo>
                <a:cubicBezTo>
                  <a:pt x="57819" y="30542"/>
                  <a:pt x="57819" y="30542"/>
                  <a:pt x="57819" y="30542"/>
                </a:cubicBezTo>
                <a:cubicBezTo>
                  <a:pt x="57856" y="30542"/>
                  <a:pt x="57892" y="30466"/>
                  <a:pt x="57892" y="30466"/>
                </a:cubicBezTo>
                <a:cubicBezTo>
                  <a:pt x="57929" y="30542"/>
                  <a:pt x="57966" y="30542"/>
                  <a:pt x="57966" y="30542"/>
                </a:cubicBezTo>
                <a:cubicBezTo>
                  <a:pt x="58003" y="30617"/>
                  <a:pt x="58003" y="30692"/>
                  <a:pt x="58003" y="30692"/>
                </a:cubicBezTo>
                <a:cubicBezTo>
                  <a:pt x="58003" y="30767"/>
                  <a:pt x="57966" y="30842"/>
                  <a:pt x="57966" y="30842"/>
                </a:cubicBezTo>
                <a:cubicBezTo>
                  <a:pt x="57929" y="30905"/>
                  <a:pt x="57892" y="30842"/>
                  <a:pt x="57892" y="30905"/>
                </a:cubicBezTo>
                <a:cubicBezTo>
                  <a:pt x="57892" y="30993"/>
                  <a:pt x="57892" y="30993"/>
                  <a:pt x="57892" y="31055"/>
                </a:cubicBezTo>
                <a:cubicBezTo>
                  <a:pt x="57892" y="31131"/>
                  <a:pt x="57892" y="31131"/>
                  <a:pt x="57892" y="31206"/>
                </a:cubicBezTo>
                <a:cubicBezTo>
                  <a:pt x="57892" y="31281"/>
                  <a:pt x="57819" y="31206"/>
                  <a:pt x="57782" y="31281"/>
                </a:cubicBezTo>
                <a:cubicBezTo>
                  <a:pt x="57782" y="31356"/>
                  <a:pt x="57782" y="31356"/>
                  <a:pt x="57782" y="31431"/>
                </a:cubicBezTo>
                <a:cubicBezTo>
                  <a:pt x="57782" y="31507"/>
                  <a:pt x="57782" y="31507"/>
                  <a:pt x="57782" y="31582"/>
                </a:cubicBezTo>
                <a:cubicBezTo>
                  <a:pt x="57892" y="31582"/>
                  <a:pt x="57966" y="31582"/>
                  <a:pt x="58076" y="31657"/>
                </a:cubicBezTo>
                <a:cubicBezTo>
                  <a:pt x="58076" y="31732"/>
                  <a:pt x="58076" y="31883"/>
                  <a:pt x="58076" y="31958"/>
                </a:cubicBezTo>
                <a:cubicBezTo>
                  <a:pt x="58039" y="32020"/>
                  <a:pt x="58003" y="32020"/>
                  <a:pt x="58003" y="32096"/>
                </a:cubicBezTo>
                <a:cubicBezTo>
                  <a:pt x="57966" y="32096"/>
                  <a:pt x="57966" y="32171"/>
                  <a:pt x="57966" y="32246"/>
                </a:cubicBezTo>
                <a:lnTo>
                  <a:pt x="58003" y="32321"/>
                </a:lnTo>
                <a:cubicBezTo>
                  <a:pt x="58003" y="32396"/>
                  <a:pt x="58003" y="32396"/>
                  <a:pt x="58003" y="32472"/>
                </a:cubicBezTo>
                <a:cubicBezTo>
                  <a:pt x="58039" y="32472"/>
                  <a:pt x="58076" y="32472"/>
                  <a:pt x="58143" y="32472"/>
                </a:cubicBezTo>
                <a:cubicBezTo>
                  <a:pt x="58143" y="32472"/>
                  <a:pt x="58180" y="32472"/>
                  <a:pt x="58217" y="32472"/>
                </a:cubicBezTo>
                <a:cubicBezTo>
                  <a:pt x="58254" y="32472"/>
                  <a:pt x="58254" y="32547"/>
                  <a:pt x="58254" y="32622"/>
                </a:cubicBezTo>
                <a:cubicBezTo>
                  <a:pt x="58290" y="32622"/>
                  <a:pt x="58327" y="32697"/>
                  <a:pt x="58327" y="32772"/>
                </a:cubicBezTo>
                <a:cubicBezTo>
                  <a:pt x="58474" y="32697"/>
                  <a:pt x="58474" y="32697"/>
                  <a:pt x="58474" y="32697"/>
                </a:cubicBezTo>
                <a:cubicBezTo>
                  <a:pt x="58511" y="32697"/>
                  <a:pt x="58548" y="32697"/>
                  <a:pt x="58548" y="32697"/>
                </a:cubicBezTo>
                <a:cubicBezTo>
                  <a:pt x="58584" y="32772"/>
                  <a:pt x="58621" y="32772"/>
                  <a:pt x="58652" y="32772"/>
                </a:cubicBezTo>
                <a:cubicBezTo>
                  <a:pt x="58725" y="32772"/>
                  <a:pt x="58762" y="32772"/>
                  <a:pt x="58836" y="32697"/>
                </a:cubicBezTo>
                <a:cubicBezTo>
                  <a:pt x="58872" y="32622"/>
                  <a:pt x="58836" y="32547"/>
                  <a:pt x="58872" y="32547"/>
                </a:cubicBezTo>
                <a:cubicBezTo>
                  <a:pt x="58909" y="32547"/>
                  <a:pt x="58946" y="32547"/>
                  <a:pt x="58946" y="32547"/>
                </a:cubicBezTo>
                <a:cubicBezTo>
                  <a:pt x="58983" y="32547"/>
                  <a:pt x="59019" y="32547"/>
                  <a:pt x="59019" y="32472"/>
                </a:cubicBezTo>
                <a:cubicBezTo>
                  <a:pt x="59056" y="32472"/>
                  <a:pt x="59056" y="32396"/>
                  <a:pt x="59093" y="32396"/>
                </a:cubicBezTo>
                <a:cubicBezTo>
                  <a:pt x="59130" y="32396"/>
                  <a:pt x="59130" y="32321"/>
                  <a:pt x="59130" y="32246"/>
                </a:cubicBezTo>
                <a:cubicBezTo>
                  <a:pt x="59160" y="32171"/>
                  <a:pt x="59160" y="32171"/>
                  <a:pt x="59197" y="32096"/>
                </a:cubicBezTo>
                <a:cubicBezTo>
                  <a:pt x="59234" y="32020"/>
                  <a:pt x="59271" y="31958"/>
                  <a:pt x="59307" y="31807"/>
                </a:cubicBezTo>
                <a:cubicBezTo>
                  <a:pt x="59307" y="31807"/>
                  <a:pt x="59307" y="31732"/>
                  <a:pt x="59344" y="31657"/>
                </a:cubicBezTo>
                <a:cubicBezTo>
                  <a:pt x="59381" y="31657"/>
                  <a:pt x="59418" y="31657"/>
                  <a:pt x="59418" y="31657"/>
                </a:cubicBezTo>
                <a:cubicBezTo>
                  <a:pt x="59454" y="31657"/>
                  <a:pt x="59454" y="31657"/>
                  <a:pt x="59491" y="31657"/>
                </a:cubicBezTo>
                <a:cubicBezTo>
                  <a:pt x="59528" y="31657"/>
                  <a:pt x="59528" y="31582"/>
                  <a:pt x="59565" y="31582"/>
                </a:cubicBezTo>
                <a:cubicBezTo>
                  <a:pt x="59565" y="31281"/>
                  <a:pt x="59565" y="31281"/>
                  <a:pt x="59565" y="31281"/>
                </a:cubicBezTo>
                <a:cubicBezTo>
                  <a:pt x="59601" y="31356"/>
                  <a:pt x="59601" y="31281"/>
                  <a:pt x="59638" y="31281"/>
                </a:cubicBezTo>
                <a:cubicBezTo>
                  <a:pt x="59669" y="31356"/>
                  <a:pt x="59669" y="31356"/>
                  <a:pt x="59705" y="31356"/>
                </a:cubicBezTo>
                <a:cubicBezTo>
                  <a:pt x="59705" y="31431"/>
                  <a:pt x="59742" y="31507"/>
                  <a:pt x="59742" y="31507"/>
                </a:cubicBezTo>
                <a:cubicBezTo>
                  <a:pt x="59742" y="31582"/>
                  <a:pt x="59742" y="31657"/>
                  <a:pt x="59742" y="31657"/>
                </a:cubicBezTo>
                <a:cubicBezTo>
                  <a:pt x="59742" y="31732"/>
                  <a:pt x="59816" y="31732"/>
                  <a:pt x="59816" y="31807"/>
                </a:cubicBezTo>
                <a:cubicBezTo>
                  <a:pt x="59816" y="31883"/>
                  <a:pt x="59779" y="32020"/>
                  <a:pt x="59816" y="32096"/>
                </a:cubicBezTo>
                <a:cubicBezTo>
                  <a:pt x="59816" y="32171"/>
                  <a:pt x="59816" y="32171"/>
                  <a:pt x="59816" y="32246"/>
                </a:cubicBezTo>
                <a:cubicBezTo>
                  <a:pt x="59852" y="32321"/>
                  <a:pt x="59889" y="32321"/>
                  <a:pt x="59889" y="32321"/>
                </a:cubicBezTo>
                <a:cubicBezTo>
                  <a:pt x="59926" y="32396"/>
                  <a:pt x="59963" y="32472"/>
                  <a:pt x="59963" y="32547"/>
                </a:cubicBezTo>
                <a:cubicBezTo>
                  <a:pt x="59963" y="32622"/>
                  <a:pt x="59963" y="32622"/>
                  <a:pt x="59963" y="32622"/>
                </a:cubicBezTo>
                <a:cubicBezTo>
                  <a:pt x="59963" y="32697"/>
                  <a:pt x="59889" y="32697"/>
                  <a:pt x="59889" y="32772"/>
                </a:cubicBezTo>
                <a:cubicBezTo>
                  <a:pt x="59889" y="32848"/>
                  <a:pt x="59926" y="32923"/>
                  <a:pt x="59926" y="32923"/>
                </a:cubicBezTo>
                <a:cubicBezTo>
                  <a:pt x="59926" y="33073"/>
                  <a:pt x="59963" y="33136"/>
                  <a:pt x="60000" y="33211"/>
                </a:cubicBezTo>
                <a:cubicBezTo>
                  <a:pt x="60030" y="33211"/>
                  <a:pt x="60030" y="33211"/>
                  <a:pt x="60067" y="33211"/>
                </a:cubicBezTo>
                <a:cubicBezTo>
                  <a:pt x="60104" y="33286"/>
                  <a:pt x="60104" y="33361"/>
                  <a:pt x="60104" y="33361"/>
                </a:cubicBezTo>
                <a:cubicBezTo>
                  <a:pt x="60140" y="33437"/>
                  <a:pt x="60177" y="33437"/>
                  <a:pt x="60177" y="33512"/>
                </a:cubicBezTo>
                <a:cubicBezTo>
                  <a:pt x="60177" y="33662"/>
                  <a:pt x="60177" y="33662"/>
                  <a:pt x="60177" y="33662"/>
                </a:cubicBezTo>
                <a:cubicBezTo>
                  <a:pt x="60177" y="33813"/>
                  <a:pt x="60177" y="33813"/>
                  <a:pt x="60177" y="33813"/>
                </a:cubicBezTo>
                <a:cubicBezTo>
                  <a:pt x="60177" y="33963"/>
                  <a:pt x="60208" y="34038"/>
                  <a:pt x="60208" y="34101"/>
                </a:cubicBezTo>
                <a:cubicBezTo>
                  <a:pt x="60245" y="34176"/>
                  <a:pt x="60281" y="34176"/>
                  <a:pt x="60281" y="34176"/>
                </a:cubicBezTo>
                <a:cubicBezTo>
                  <a:pt x="60318" y="34251"/>
                  <a:pt x="60355" y="34326"/>
                  <a:pt x="60355" y="34326"/>
                </a:cubicBezTo>
                <a:cubicBezTo>
                  <a:pt x="60392" y="34402"/>
                  <a:pt x="60428" y="34402"/>
                  <a:pt x="60428" y="34477"/>
                </a:cubicBezTo>
                <a:cubicBezTo>
                  <a:pt x="60428" y="34477"/>
                  <a:pt x="60465" y="34552"/>
                  <a:pt x="60465" y="34627"/>
                </a:cubicBezTo>
                <a:cubicBezTo>
                  <a:pt x="60465" y="34627"/>
                  <a:pt x="60428" y="34702"/>
                  <a:pt x="60428" y="34778"/>
                </a:cubicBezTo>
                <a:cubicBezTo>
                  <a:pt x="60428" y="34853"/>
                  <a:pt x="60392" y="34853"/>
                  <a:pt x="60392" y="35003"/>
                </a:cubicBezTo>
                <a:cubicBezTo>
                  <a:pt x="60392" y="35078"/>
                  <a:pt x="60392" y="35078"/>
                  <a:pt x="60392" y="35078"/>
                </a:cubicBezTo>
                <a:lnTo>
                  <a:pt x="60428" y="35154"/>
                </a:lnTo>
                <a:cubicBezTo>
                  <a:pt x="60428" y="35216"/>
                  <a:pt x="60428" y="35291"/>
                  <a:pt x="60428" y="35291"/>
                </a:cubicBezTo>
                <a:cubicBezTo>
                  <a:pt x="60900" y="35291"/>
                  <a:pt x="60900" y="35291"/>
                  <a:pt x="60900" y="35291"/>
                </a:cubicBezTo>
                <a:cubicBezTo>
                  <a:pt x="60900" y="35216"/>
                  <a:pt x="60900" y="35154"/>
                  <a:pt x="60937" y="35154"/>
                </a:cubicBezTo>
                <a:cubicBezTo>
                  <a:pt x="60937" y="35078"/>
                  <a:pt x="60900" y="35003"/>
                  <a:pt x="60937" y="35003"/>
                </a:cubicBezTo>
                <a:cubicBezTo>
                  <a:pt x="60937" y="34928"/>
                  <a:pt x="60973" y="34853"/>
                  <a:pt x="60973" y="34853"/>
                </a:cubicBezTo>
                <a:cubicBezTo>
                  <a:pt x="61010" y="34778"/>
                  <a:pt x="61010" y="34702"/>
                  <a:pt x="61047" y="34702"/>
                </a:cubicBezTo>
                <a:cubicBezTo>
                  <a:pt x="61084" y="34702"/>
                  <a:pt x="61084" y="34702"/>
                  <a:pt x="61120" y="34702"/>
                </a:cubicBezTo>
                <a:cubicBezTo>
                  <a:pt x="61194" y="34702"/>
                  <a:pt x="61194" y="34702"/>
                  <a:pt x="61194" y="34702"/>
                </a:cubicBezTo>
                <a:cubicBezTo>
                  <a:pt x="61194" y="34702"/>
                  <a:pt x="61225" y="34702"/>
                  <a:pt x="61261" y="34702"/>
                </a:cubicBezTo>
                <a:cubicBezTo>
                  <a:pt x="61261" y="34702"/>
                  <a:pt x="61298" y="34778"/>
                  <a:pt x="61335" y="34778"/>
                </a:cubicBezTo>
                <a:cubicBezTo>
                  <a:pt x="61372" y="34778"/>
                  <a:pt x="61372" y="34778"/>
                  <a:pt x="61408" y="34702"/>
                </a:cubicBezTo>
                <a:cubicBezTo>
                  <a:pt x="61408" y="34702"/>
                  <a:pt x="61408" y="34627"/>
                  <a:pt x="61445" y="34552"/>
                </a:cubicBezTo>
                <a:cubicBezTo>
                  <a:pt x="61482" y="34552"/>
                  <a:pt x="61555" y="34552"/>
                  <a:pt x="61592" y="34552"/>
                </a:cubicBezTo>
                <a:cubicBezTo>
                  <a:pt x="61592" y="34101"/>
                  <a:pt x="61592" y="34101"/>
                  <a:pt x="61592" y="34101"/>
                </a:cubicBezTo>
                <a:cubicBezTo>
                  <a:pt x="61880" y="34101"/>
                  <a:pt x="61880" y="34101"/>
                  <a:pt x="61880" y="34101"/>
                </a:cubicBezTo>
                <a:cubicBezTo>
                  <a:pt x="61880" y="34038"/>
                  <a:pt x="61917" y="34038"/>
                  <a:pt x="61917" y="33963"/>
                </a:cubicBezTo>
                <a:cubicBezTo>
                  <a:pt x="61917" y="33888"/>
                  <a:pt x="61880" y="33813"/>
                  <a:pt x="61880" y="33737"/>
                </a:cubicBezTo>
                <a:cubicBezTo>
                  <a:pt x="61739" y="33737"/>
                  <a:pt x="61739" y="33737"/>
                  <a:pt x="61739" y="33737"/>
                </a:cubicBezTo>
                <a:cubicBezTo>
                  <a:pt x="61739" y="33737"/>
                  <a:pt x="61696" y="33813"/>
                  <a:pt x="61666" y="33813"/>
                </a:cubicBezTo>
                <a:cubicBezTo>
                  <a:pt x="61666" y="33813"/>
                  <a:pt x="61629" y="33813"/>
                  <a:pt x="61592" y="33813"/>
                </a:cubicBezTo>
                <a:cubicBezTo>
                  <a:pt x="61592" y="33737"/>
                  <a:pt x="61629" y="33662"/>
                  <a:pt x="61592" y="33662"/>
                </a:cubicBezTo>
                <a:cubicBezTo>
                  <a:pt x="61592" y="33587"/>
                  <a:pt x="61555" y="33662"/>
                  <a:pt x="61519" y="33587"/>
                </a:cubicBezTo>
                <a:cubicBezTo>
                  <a:pt x="61555" y="33512"/>
                  <a:pt x="61592" y="33437"/>
                  <a:pt x="61629" y="33286"/>
                </a:cubicBezTo>
                <a:lnTo>
                  <a:pt x="61666" y="33211"/>
                </a:lnTo>
                <a:cubicBezTo>
                  <a:pt x="61696" y="33073"/>
                  <a:pt x="61696" y="32985"/>
                  <a:pt x="61696" y="32923"/>
                </a:cubicBezTo>
                <a:cubicBezTo>
                  <a:pt x="61696" y="32772"/>
                  <a:pt x="61696" y="32697"/>
                  <a:pt x="61696" y="32622"/>
                </a:cubicBezTo>
                <a:cubicBezTo>
                  <a:pt x="61696" y="32547"/>
                  <a:pt x="61696" y="32472"/>
                  <a:pt x="61696" y="32472"/>
                </a:cubicBezTo>
                <a:cubicBezTo>
                  <a:pt x="61739" y="32396"/>
                  <a:pt x="61739" y="32396"/>
                  <a:pt x="61739" y="32321"/>
                </a:cubicBezTo>
                <a:cubicBezTo>
                  <a:pt x="61770" y="32246"/>
                  <a:pt x="61807" y="32246"/>
                  <a:pt x="61807" y="32246"/>
                </a:cubicBezTo>
                <a:cubicBezTo>
                  <a:pt x="61843" y="32171"/>
                  <a:pt x="61843" y="32096"/>
                  <a:pt x="61880" y="32096"/>
                </a:cubicBezTo>
                <a:cubicBezTo>
                  <a:pt x="61917" y="32096"/>
                  <a:pt x="61917" y="32096"/>
                  <a:pt x="61954" y="32096"/>
                </a:cubicBezTo>
                <a:cubicBezTo>
                  <a:pt x="61990" y="32020"/>
                  <a:pt x="61990" y="31958"/>
                  <a:pt x="62027" y="31958"/>
                </a:cubicBezTo>
                <a:cubicBezTo>
                  <a:pt x="62064" y="31958"/>
                  <a:pt x="62064" y="31958"/>
                  <a:pt x="62101" y="31958"/>
                </a:cubicBezTo>
                <a:cubicBezTo>
                  <a:pt x="62101" y="31883"/>
                  <a:pt x="62137" y="31958"/>
                  <a:pt x="62174" y="31958"/>
                </a:cubicBezTo>
                <a:cubicBezTo>
                  <a:pt x="62174" y="31883"/>
                  <a:pt x="62174" y="31807"/>
                  <a:pt x="62211" y="31807"/>
                </a:cubicBezTo>
                <a:cubicBezTo>
                  <a:pt x="62211" y="31732"/>
                  <a:pt x="62211" y="31657"/>
                  <a:pt x="62211" y="31657"/>
                </a:cubicBezTo>
                <a:cubicBezTo>
                  <a:pt x="62211" y="31582"/>
                  <a:pt x="62241" y="31582"/>
                  <a:pt x="62241" y="31507"/>
                </a:cubicBezTo>
                <a:cubicBezTo>
                  <a:pt x="62278" y="31431"/>
                  <a:pt x="62315" y="31431"/>
                  <a:pt x="62315" y="31356"/>
                </a:cubicBezTo>
                <a:cubicBezTo>
                  <a:pt x="62352" y="31356"/>
                  <a:pt x="62388" y="31356"/>
                  <a:pt x="62388" y="31281"/>
                </a:cubicBezTo>
                <a:cubicBezTo>
                  <a:pt x="62388" y="31206"/>
                  <a:pt x="62388" y="31206"/>
                  <a:pt x="62388" y="31131"/>
                </a:cubicBezTo>
                <a:cubicBezTo>
                  <a:pt x="62388" y="30993"/>
                  <a:pt x="62388" y="30993"/>
                  <a:pt x="62388" y="30993"/>
                </a:cubicBezTo>
                <a:cubicBezTo>
                  <a:pt x="62388" y="30905"/>
                  <a:pt x="62388" y="30905"/>
                  <a:pt x="62388" y="30842"/>
                </a:cubicBezTo>
                <a:cubicBezTo>
                  <a:pt x="62315" y="30842"/>
                  <a:pt x="62278" y="30842"/>
                  <a:pt x="62241" y="30842"/>
                </a:cubicBezTo>
                <a:cubicBezTo>
                  <a:pt x="62174" y="30842"/>
                  <a:pt x="62137" y="30767"/>
                  <a:pt x="62101" y="30767"/>
                </a:cubicBezTo>
                <a:cubicBezTo>
                  <a:pt x="62064" y="30767"/>
                  <a:pt x="62064" y="30842"/>
                  <a:pt x="62027" y="30842"/>
                </a:cubicBezTo>
                <a:cubicBezTo>
                  <a:pt x="62027" y="30617"/>
                  <a:pt x="62027" y="30542"/>
                  <a:pt x="62027" y="30316"/>
                </a:cubicBezTo>
                <a:cubicBezTo>
                  <a:pt x="62027" y="30316"/>
                  <a:pt x="61990" y="30241"/>
                  <a:pt x="61954" y="30241"/>
                </a:cubicBezTo>
                <a:cubicBezTo>
                  <a:pt x="61917" y="30166"/>
                  <a:pt x="61917" y="30241"/>
                  <a:pt x="61880" y="30241"/>
                </a:cubicBezTo>
                <a:cubicBezTo>
                  <a:pt x="61843" y="30166"/>
                  <a:pt x="61843" y="30166"/>
                  <a:pt x="61807" y="30090"/>
                </a:cubicBezTo>
                <a:cubicBezTo>
                  <a:pt x="61807" y="30090"/>
                  <a:pt x="61807" y="30015"/>
                  <a:pt x="61807" y="29940"/>
                </a:cubicBezTo>
                <a:cubicBezTo>
                  <a:pt x="61807" y="28825"/>
                  <a:pt x="61807" y="28825"/>
                  <a:pt x="61807" y="28825"/>
                </a:cubicBezTo>
                <a:cubicBezTo>
                  <a:pt x="61843" y="28762"/>
                  <a:pt x="61880" y="28762"/>
                  <a:pt x="61917" y="28687"/>
                </a:cubicBezTo>
                <a:cubicBezTo>
                  <a:pt x="61917" y="28687"/>
                  <a:pt x="61917" y="28612"/>
                  <a:pt x="61954" y="28536"/>
                </a:cubicBezTo>
                <a:cubicBezTo>
                  <a:pt x="61954" y="28536"/>
                  <a:pt x="61990" y="28461"/>
                  <a:pt x="61990" y="28386"/>
                </a:cubicBezTo>
                <a:cubicBezTo>
                  <a:pt x="62027" y="28386"/>
                  <a:pt x="62027" y="28311"/>
                  <a:pt x="62027" y="28311"/>
                </a:cubicBezTo>
                <a:cubicBezTo>
                  <a:pt x="62064" y="28160"/>
                  <a:pt x="62064" y="28085"/>
                  <a:pt x="62064" y="28010"/>
                </a:cubicBezTo>
                <a:cubicBezTo>
                  <a:pt x="62101" y="27935"/>
                  <a:pt x="62101" y="27860"/>
                  <a:pt x="62101" y="27860"/>
                </a:cubicBezTo>
                <a:cubicBezTo>
                  <a:pt x="62137" y="27797"/>
                  <a:pt x="62174" y="27797"/>
                  <a:pt x="62174" y="27797"/>
                </a:cubicBezTo>
                <a:cubicBezTo>
                  <a:pt x="62211" y="27797"/>
                  <a:pt x="62241" y="27797"/>
                  <a:pt x="62241" y="27797"/>
                </a:cubicBezTo>
                <a:cubicBezTo>
                  <a:pt x="62315" y="27722"/>
                  <a:pt x="62352" y="27722"/>
                  <a:pt x="62388" y="27646"/>
                </a:cubicBezTo>
                <a:cubicBezTo>
                  <a:pt x="62425" y="27571"/>
                  <a:pt x="62425" y="27571"/>
                  <a:pt x="62462" y="27496"/>
                </a:cubicBezTo>
                <a:cubicBezTo>
                  <a:pt x="62462" y="27421"/>
                  <a:pt x="62499" y="27421"/>
                  <a:pt x="62499" y="27421"/>
                </a:cubicBezTo>
                <a:cubicBezTo>
                  <a:pt x="62535" y="27346"/>
                  <a:pt x="62535" y="27271"/>
                  <a:pt x="62535" y="27271"/>
                </a:cubicBezTo>
                <a:cubicBezTo>
                  <a:pt x="62609" y="27195"/>
                  <a:pt x="62646" y="27195"/>
                  <a:pt x="62683" y="27195"/>
                </a:cubicBezTo>
                <a:cubicBezTo>
                  <a:pt x="62713" y="27195"/>
                  <a:pt x="62756" y="27195"/>
                  <a:pt x="62787" y="27195"/>
                </a:cubicBezTo>
                <a:cubicBezTo>
                  <a:pt x="62787" y="27195"/>
                  <a:pt x="62787" y="27120"/>
                  <a:pt x="62823" y="27045"/>
                </a:cubicBezTo>
                <a:cubicBezTo>
                  <a:pt x="62860" y="27045"/>
                  <a:pt x="62897" y="26970"/>
                  <a:pt x="62897" y="26970"/>
                </a:cubicBezTo>
                <a:cubicBezTo>
                  <a:pt x="62897" y="26895"/>
                  <a:pt x="62897" y="26832"/>
                  <a:pt x="62897" y="26832"/>
                </a:cubicBezTo>
                <a:cubicBezTo>
                  <a:pt x="62897" y="26744"/>
                  <a:pt x="62934" y="26681"/>
                  <a:pt x="62934" y="26681"/>
                </a:cubicBezTo>
                <a:cubicBezTo>
                  <a:pt x="62970" y="26681"/>
                  <a:pt x="63007" y="26681"/>
                  <a:pt x="63007" y="26606"/>
                </a:cubicBezTo>
                <a:cubicBezTo>
                  <a:pt x="63044" y="26606"/>
                  <a:pt x="63081" y="26606"/>
                  <a:pt x="63081" y="26606"/>
                </a:cubicBezTo>
                <a:cubicBezTo>
                  <a:pt x="63117" y="26606"/>
                  <a:pt x="63154" y="26606"/>
                  <a:pt x="63154" y="26606"/>
                </a:cubicBezTo>
                <a:cubicBezTo>
                  <a:pt x="63191" y="26606"/>
                  <a:pt x="63228" y="26606"/>
                  <a:pt x="63228" y="26531"/>
                </a:cubicBezTo>
                <a:cubicBezTo>
                  <a:pt x="63258" y="26531"/>
                  <a:pt x="63295" y="26456"/>
                  <a:pt x="63295" y="26381"/>
                </a:cubicBezTo>
                <a:cubicBezTo>
                  <a:pt x="63295" y="26230"/>
                  <a:pt x="63258" y="26230"/>
                  <a:pt x="63228" y="26155"/>
                </a:cubicBezTo>
                <a:cubicBezTo>
                  <a:pt x="63228" y="26080"/>
                  <a:pt x="63191" y="26080"/>
                  <a:pt x="63154" y="26005"/>
                </a:cubicBezTo>
                <a:cubicBezTo>
                  <a:pt x="63154" y="26005"/>
                  <a:pt x="63154" y="25930"/>
                  <a:pt x="63154" y="25854"/>
                </a:cubicBezTo>
                <a:cubicBezTo>
                  <a:pt x="63154" y="25716"/>
                  <a:pt x="63154" y="25566"/>
                  <a:pt x="63228" y="25491"/>
                </a:cubicBezTo>
                <a:cubicBezTo>
                  <a:pt x="63228" y="25416"/>
                  <a:pt x="63228" y="25340"/>
                  <a:pt x="63258" y="25340"/>
                </a:cubicBezTo>
                <a:cubicBezTo>
                  <a:pt x="63295" y="25265"/>
                  <a:pt x="63295" y="25340"/>
                  <a:pt x="63332" y="25340"/>
                </a:cubicBezTo>
                <a:cubicBezTo>
                  <a:pt x="63369" y="25265"/>
                  <a:pt x="63369" y="25265"/>
                  <a:pt x="63405" y="25190"/>
                </a:cubicBezTo>
                <a:cubicBezTo>
                  <a:pt x="63442" y="25190"/>
                  <a:pt x="63442" y="25115"/>
                  <a:pt x="63442" y="25040"/>
                </a:cubicBezTo>
                <a:cubicBezTo>
                  <a:pt x="63479" y="24889"/>
                  <a:pt x="63479" y="24814"/>
                  <a:pt x="63516" y="24751"/>
                </a:cubicBezTo>
                <a:cubicBezTo>
                  <a:pt x="63516" y="24664"/>
                  <a:pt x="63516" y="24601"/>
                  <a:pt x="63516" y="24601"/>
                </a:cubicBezTo>
                <a:cubicBezTo>
                  <a:pt x="63552" y="24526"/>
                  <a:pt x="63626" y="24526"/>
                  <a:pt x="63663" y="24526"/>
                </a:cubicBezTo>
                <a:cubicBezTo>
                  <a:pt x="63730" y="24526"/>
                  <a:pt x="63773" y="24601"/>
                  <a:pt x="63803" y="24601"/>
                </a:cubicBezTo>
                <a:cubicBezTo>
                  <a:pt x="63840" y="24601"/>
                  <a:pt x="63840" y="24601"/>
                  <a:pt x="63877" y="24601"/>
                </a:cubicBezTo>
                <a:cubicBezTo>
                  <a:pt x="63914" y="24601"/>
                  <a:pt x="63914" y="24664"/>
                  <a:pt x="63914" y="24751"/>
                </a:cubicBezTo>
                <a:cubicBezTo>
                  <a:pt x="63987" y="24814"/>
                  <a:pt x="63987" y="24889"/>
                  <a:pt x="64024" y="25040"/>
                </a:cubicBezTo>
                <a:cubicBezTo>
                  <a:pt x="64061" y="24965"/>
                  <a:pt x="64098" y="24965"/>
                  <a:pt x="64098" y="24965"/>
                </a:cubicBezTo>
                <a:cubicBezTo>
                  <a:pt x="64134" y="24965"/>
                  <a:pt x="64134" y="24889"/>
                  <a:pt x="64171" y="24814"/>
                </a:cubicBezTo>
                <a:cubicBezTo>
                  <a:pt x="64171" y="24814"/>
                  <a:pt x="64208" y="24814"/>
                  <a:pt x="64245" y="24814"/>
                </a:cubicBezTo>
                <a:cubicBezTo>
                  <a:pt x="64275" y="24814"/>
                  <a:pt x="64275" y="24889"/>
                  <a:pt x="64312" y="24889"/>
                </a:cubicBezTo>
                <a:cubicBezTo>
                  <a:pt x="64312" y="24965"/>
                  <a:pt x="64349" y="24965"/>
                  <a:pt x="64349" y="25040"/>
                </a:cubicBezTo>
                <a:cubicBezTo>
                  <a:pt x="64385" y="25040"/>
                  <a:pt x="64385" y="25115"/>
                  <a:pt x="64385" y="25190"/>
                </a:cubicBezTo>
                <a:cubicBezTo>
                  <a:pt x="64422" y="25190"/>
                  <a:pt x="64422" y="25265"/>
                  <a:pt x="64422" y="25340"/>
                </a:cubicBezTo>
                <a:cubicBezTo>
                  <a:pt x="64422" y="25779"/>
                  <a:pt x="64422" y="25779"/>
                  <a:pt x="64422" y="25779"/>
                </a:cubicBezTo>
                <a:cubicBezTo>
                  <a:pt x="64245" y="25779"/>
                  <a:pt x="64245" y="25779"/>
                  <a:pt x="64245" y="25779"/>
                </a:cubicBezTo>
                <a:cubicBezTo>
                  <a:pt x="64245" y="25930"/>
                  <a:pt x="64245" y="26005"/>
                  <a:pt x="64245" y="26230"/>
                </a:cubicBezTo>
                <a:cubicBezTo>
                  <a:pt x="64245" y="26230"/>
                  <a:pt x="64245" y="26306"/>
                  <a:pt x="64245" y="26381"/>
                </a:cubicBezTo>
                <a:cubicBezTo>
                  <a:pt x="64208" y="26456"/>
                  <a:pt x="64208" y="26531"/>
                  <a:pt x="64171" y="26606"/>
                </a:cubicBezTo>
                <a:cubicBezTo>
                  <a:pt x="64134" y="26681"/>
                  <a:pt x="64098" y="26681"/>
                  <a:pt x="64098" y="26744"/>
                </a:cubicBezTo>
                <a:cubicBezTo>
                  <a:pt x="64061" y="26832"/>
                  <a:pt x="64024" y="26832"/>
                  <a:pt x="63987" y="26832"/>
                </a:cubicBezTo>
                <a:cubicBezTo>
                  <a:pt x="63914" y="26832"/>
                  <a:pt x="63877" y="26744"/>
                  <a:pt x="63803" y="26744"/>
                </a:cubicBezTo>
                <a:cubicBezTo>
                  <a:pt x="63773" y="26744"/>
                  <a:pt x="63730" y="26832"/>
                  <a:pt x="63730" y="26832"/>
                </a:cubicBezTo>
                <a:cubicBezTo>
                  <a:pt x="63699" y="26895"/>
                  <a:pt x="63663" y="26895"/>
                  <a:pt x="63663" y="26895"/>
                </a:cubicBezTo>
                <a:cubicBezTo>
                  <a:pt x="63626" y="26970"/>
                  <a:pt x="63626" y="27045"/>
                  <a:pt x="63626" y="27045"/>
                </a:cubicBezTo>
                <a:cubicBezTo>
                  <a:pt x="63589" y="27120"/>
                  <a:pt x="63589" y="27120"/>
                  <a:pt x="63552" y="27195"/>
                </a:cubicBezTo>
                <a:cubicBezTo>
                  <a:pt x="63552" y="27271"/>
                  <a:pt x="63552" y="27271"/>
                  <a:pt x="63552" y="27346"/>
                </a:cubicBezTo>
                <a:cubicBezTo>
                  <a:pt x="63516" y="27421"/>
                  <a:pt x="63479" y="27421"/>
                  <a:pt x="63479" y="27421"/>
                </a:cubicBezTo>
                <a:cubicBezTo>
                  <a:pt x="63442" y="27496"/>
                  <a:pt x="63442" y="27496"/>
                  <a:pt x="63405" y="27571"/>
                </a:cubicBezTo>
                <a:cubicBezTo>
                  <a:pt x="63405" y="27646"/>
                  <a:pt x="63405" y="27646"/>
                  <a:pt x="63369" y="27722"/>
                </a:cubicBezTo>
                <a:cubicBezTo>
                  <a:pt x="63332" y="27722"/>
                  <a:pt x="63332" y="27722"/>
                  <a:pt x="63295" y="27797"/>
                </a:cubicBezTo>
                <a:cubicBezTo>
                  <a:pt x="63258" y="27860"/>
                  <a:pt x="63191" y="27860"/>
                  <a:pt x="63191" y="28010"/>
                </a:cubicBezTo>
                <a:cubicBezTo>
                  <a:pt x="63191" y="28236"/>
                  <a:pt x="63228" y="28311"/>
                  <a:pt x="63228" y="28536"/>
                </a:cubicBezTo>
                <a:cubicBezTo>
                  <a:pt x="63228" y="28612"/>
                  <a:pt x="63228" y="28687"/>
                  <a:pt x="63191" y="28762"/>
                </a:cubicBezTo>
                <a:cubicBezTo>
                  <a:pt x="63191" y="28825"/>
                  <a:pt x="63117" y="28825"/>
                  <a:pt x="63117" y="28975"/>
                </a:cubicBezTo>
                <a:cubicBezTo>
                  <a:pt x="63117" y="29125"/>
                  <a:pt x="63154" y="29276"/>
                  <a:pt x="63154" y="29426"/>
                </a:cubicBezTo>
                <a:cubicBezTo>
                  <a:pt x="63154" y="29577"/>
                  <a:pt x="63154" y="29577"/>
                  <a:pt x="63154" y="29577"/>
                </a:cubicBezTo>
                <a:cubicBezTo>
                  <a:pt x="63154" y="29652"/>
                  <a:pt x="63191" y="29727"/>
                  <a:pt x="63191" y="29727"/>
                </a:cubicBezTo>
                <a:cubicBezTo>
                  <a:pt x="63191" y="29877"/>
                  <a:pt x="63191" y="29940"/>
                  <a:pt x="63191" y="30090"/>
                </a:cubicBezTo>
                <a:cubicBezTo>
                  <a:pt x="63258" y="30090"/>
                  <a:pt x="63295" y="30090"/>
                  <a:pt x="63369" y="30090"/>
                </a:cubicBezTo>
                <a:cubicBezTo>
                  <a:pt x="63405" y="30090"/>
                  <a:pt x="63442" y="30166"/>
                  <a:pt x="63479" y="30241"/>
                </a:cubicBezTo>
                <a:cubicBezTo>
                  <a:pt x="63516" y="30241"/>
                  <a:pt x="63516" y="30316"/>
                  <a:pt x="63552" y="30316"/>
                </a:cubicBezTo>
                <a:cubicBezTo>
                  <a:pt x="63552" y="30391"/>
                  <a:pt x="63589" y="30466"/>
                  <a:pt x="63589" y="30466"/>
                </a:cubicBezTo>
                <a:cubicBezTo>
                  <a:pt x="63663" y="30542"/>
                  <a:pt x="63699" y="30542"/>
                  <a:pt x="63730" y="30617"/>
                </a:cubicBezTo>
                <a:cubicBezTo>
                  <a:pt x="63773" y="30617"/>
                  <a:pt x="63773" y="30692"/>
                  <a:pt x="63803" y="30692"/>
                </a:cubicBezTo>
                <a:cubicBezTo>
                  <a:pt x="63877" y="30767"/>
                  <a:pt x="63914" y="30905"/>
                  <a:pt x="63987" y="30905"/>
                </a:cubicBezTo>
                <a:cubicBezTo>
                  <a:pt x="64024" y="30905"/>
                  <a:pt x="64024" y="30905"/>
                  <a:pt x="64024" y="30905"/>
                </a:cubicBezTo>
                <a:cubicBezTo>
                  <a:pt x="64061" y="30905"/>
                  <a:pt x="64061" y="30842"/>
                  <a:pt x="64098" y="30842"/>
                </a:cubicBezTo>
                <a:cubicBezTo>
                  <a:pt x="64171" y="30767"/>
                  <a:pt x="64245" y="30542"/>
                  <a:pt x="64312" y="30542"/>
                </a:cubicBezTo>
                <a:cubicBezTo>
                  <a:pt x="64385" y="30542"/>
                  <a:pt x="64422" y="30692"/>
                  <a:pt x="64496" y="30692"/>
                </a:cubicBezTo>
                <a:cubicBezTo>
                  <a:pt x="64532" y="30692"/>
                  <a:pt x="64569" y="30617"/>
                  <a:pt x="64606" y="30617"/>
                </a:cubicBezTo>
                <a:cubicBezTo>
                  <a:pt x="64643" y="30617"/>
                  <a:pt x="64679" y="30692"/>
                  <a:pt x="64679" y="30617"/>
                </a:cubicBezTo>
                <a:cubicBezTo>
                  <a:pt x="64716" y="30617"/>
                  <a:pt x="64716" y="30617"/>
                  <a:pt x="64747" y="30542"/>
                </a:cubicBezTo>
                <a:cubicBezTo>
                  <a:pt x="64790" y="30542"/>
                  <a:pt x="64747" y="30466"/>
                  <a:pt x="64790" y="30391"/>
                </a:cubicBezTo>
                <a:cubicBezTo>
                  <a:pt x="64790" y="30391"/>
                  <a:pt x="64820" y="30391"/>
                  <a:pt x="64820" y="30316"/>
                </a:cubicBezTo>
                <a:cubicBezTo>
                  <a:pt x="65402" y="30316"/>
                  <a:pt x="65402" y="30316"/>
                  <a:pt x="65402" y="30316"/>
                </a:cubicBezTo>
                <a:cubicBezTo>
                  <a:pt x="65439" y="30316"/>
                  <a:pt x="65439" y="30241"/>
                  <a:pt x="65476" y="30241"/>
                </a:cubicBezTo>
                <a:cubicBezTo>
                  <a:pt x="65513" y="30241"/>
                  <a:pt x="65549" y="30241"/>
                  <a:pt x="65586" y="30241"/>
                </a:cubicBezTo>
                <a:cubicBezTo>
                  <a:pt x="65586" y="30241"/>
                  <a:pt x="65586" y="30166"/>
                  <a:pt x="65623" y="30241"/>
                </a:cubicBezTo>
                <a:lnTo>
                  <a:pt x="65660" y="30316"/>
                </a:lnTo>
                <a:cubicBezTo>
                  <a:pt x="65660" y="30391"/>
                  <a:pt x="65660" y="30466"/>
                  <a:pt x="65696" y="30466"/>
                </a:cubicBezTo>
                <a:cubicBezTo>
                  <a:pt x="65696" y="30542"/>
                  <a:pt x="65733" y="30542"/>
                  <a:pt x="65733" y="30542"/>
                </a:cubicBezTo>
                <a:cubicBezTo>
                  <a:pt x="66094" y="30542"/>
                  <a:pt x="66094" y="30542"/>
                  <a:pt x="66094" y="30542"/>
                </a:cubicBezTo>
                <a:cubicBezTo>
                  <a:pt x="66131" y="30692"/>
                  <a:pt x="66131" y="30692"/>
                  <a:pt x="66131" y="30692"/>
                </a:cubicBezTo>
                <a:cubicBezTo>
                  <a:pt x="66094" y="30767"/>
                  <a:pt x="66094" y="30842"/>
                  <a:pt x="66058" y="30842"/>
                </a:cubicBezTo>
                <a:cubicBezTo>
                  <a:pt x="66021" y="30842"/>
                  <a:pt x="65984" y="30842"/>
                  <a:pt x="65911" y="30842"/>
                </a:cubicBezTo>
                <a:cubicBezTo>
                  <a:pt x="65837" y="30842"/>
                  <a:pt x="65807" y="30842"/>
                  <a:pt x="65733" y="30842"/>
                </a:cubicBezTo>
                <a:lnTo>
                  <a:pt x="65696" y="30905"/>
                </a:lnTo>
                <a:cubicBezTo>
                  <a:pt x="65660" y="30905"/>
                  <a:pt x="65623" y="30993"/>
                  <a:pt x="65623" y="30993"/>
                </a:cubicBezTo>
                <a:cubicBezTo>
                  <a:pt x="65586" y="30993"/>
                  <a:pt x="65549" y="31055"/>
                  <a:pt x="65549" y="31131"/>
                </a:cubicBezTo>
                <a:cubicBezTo>
                  <a:pt x="65513" y="31131"/>
                  <a:pt x="65476" y="31131"/>
                  <a:pt x="65476" y="31206"/>
                </a:cubicBezTo>
                <a:cubicBezTo>
                  <a:pt x="65439" y="31281"/>
                  <a:pt x="65439" y="31281"/>
                  <a:pt x="65402" y="31356"/>
                </a:cubicBezTo>
                <a:cubicBezTo>
                  <a:pt x="65402" y="31431"/>
                  <a:pt x="65402" y="31431"/>
                  <a:pt x="65366" y="31507"/>
                </a:cubicBezTo>
                <a:cubicBezTo>
                  <a:pt x="65366" y="31582"/>
                  <a:pt x="65366" y="31582"/>
                  <a:pt x="65329" y="31657"/>
                </a:cubicBezTo>
                <a:cubicBezTo>
                  <a:pt x="65292" y="31657"/>
                  <a:pt x="65292" y="31657"/>
                  <a:pt x="65261" y="31657"/>
                </a:cubicBezTo>
                <a:cubicBezTo>
                  <a:pt x="65225" y="31657"/>
                  <a:pt x="65151" y="31657"/>
                  <a:pt x="65114" y="31582"/>
                </a:cubicBezTo>
                <a:cubicBezTo>
                  <a:pt x="65078" y="31582"/>
                  <a:pt x="65078" y="31507"/>
                  <a:pt x="65041" y="31431"/>
                </a:cubicBezTo>
                <a:cubicBezTo>
                  <a:pt x="65004" y="31431"/>
                  <a:pt x="65004" y="31281"/>
                  <a:pt x="64931" y="31281"/>
                </a:cubicBezTo>
                <a:cubicBezTo>
                  <a:pt x="64857" y="31281"/>
                  <a:pt x="64820" y="31431"/>
                  <a:pt x="64790" y="31431"/>
                </a:cubicBezTo>
                <a:cubicBezTo>
                  <a:pt x="64716" y="31431"/>
                  <a:pt x="64679" y="31431"/>
                  <a:pt x="64643" y="31431"/>
                </a:cubicBezTo>
                <a:cubicBezTo>
                  <a:pt x="64569" y="31431"/>
                  <a:pt x="64532" y="31356"/>
                  <a:pt x="64496" y="31356"/>
                </a:cubicBezTo>
                <a:cubicBezTo>
                  <a:pt x="64459" y="31356"/>
                  <a:pt x="64422" y="31431"/>
                  <a:pt x="64422" y="31431"/>
                </a:cubicBezTo>
                <a:cubicBezTo>
                  <a:pt x="64385" y="31431"/>
                  <a:pt x="64385" y="31507"/>
                  <a:pt x="64349" y="31507"/>
                </a:cubicBezTo>
                <a:cubicBezTo>
                  <a:pt x="64312" y="31507"/>
                  <a:pt x="64312" y="31582"/>
                  <a:pt x="64275" y="31582"/>
                </a:cubicBezTo>
                <a:cubicBezTo>
                  <a:pt x="64245" y="31582"/>
                  <a:pt x="64245" y="31582"/>
                  <a:pt x="64208" y="31582"/>
                </a:cubicBezTo>
                <a:cubicBezTo>
                  <a:pt x="64171" y="31582"/>
                  <a:pt x="64171" y="31507"/>
                  <a:pt x="64134" y="31507"/>
                </a:cubicBezTo>
                <a:cubicBezTo>
                  <a:pt x="64098" y="31507"/>
                  <a:pt x="64098" y="31582"/>
                  <a:pt x="64061" y="31582"/>
                </a:cubicBezTo>
                <a:cubicBezTo>
                  <a:pt x="64061" y="31582"/>
                  <a:pt x="64024" y="31582"/>
                  <a:pt x="63987" y="31657"/>
                </a:cubicBezTo>
                <a:cubicBezTo>
                  <a:pt x="63987" y="31657"/>
                  <a:pt x="64024" y="31732"/>
                  <a:pt x="63987" y="31807"/>
                </a:cubicBezTo>
                <a:cubicBezTo>
                  <a:pt x="63987" y="31883"/>
                  <a:pt x="63950" y="31883"/>
                  <a:pt x="63914" y="31958"/>
                </a:cubicBezTo>
                <a:cubicBezTo>
                  <a:pt x="63914" y="31958"/>
                  <a:pt x="63950" y="32096"/>
                  <a:pt x="63914" y="32096"/>
                </a:cubicBezTo>
                <a:cubicBezTo>
                  <a:pt x="63877" y="32096"/>
                  <a:pt x="63877" y="32020"/>
                  <a:pt x="63840" y="32020"/>
                </a:cubicBezTo>
                <a:cubicBezTo>
                  <a:pt x="63803" y="32020"/>
                  <a:pt x="63803" y="32020"/>
                  <a:pt x="63773" y="32020"/>
                </a:cubicBezTo>
                <a:cubicBezTo>
                  <a:pt x="63730" y="32020"/>
                  <a:pt x="63730" y="31958"/>
                  <a:pt x="63699" y="31958"/>
                </a:cubicBezTo>
                <a:cubicBezTo>
                  <a:pt x="63699" y="31883"/>
                  <a:pt x="63730" y="31807"/>
                  <a:pt x="63699" y="31807"/>
                </a:cubicBezTo>
                <a:cubicBezTo>
                  <a:pt x="63699" y="31732"/>
                  <a:pt x="63663" y="31807"/>
                  <a:pt x="63626" y="31807"/>
                </a:cubicBezTo>
                <a:cubicBezTo>
                  <a:pt x="63626" y="31807"/>
                  <a:pt x="63589" y="31807"/>
                  <a:pt x="63552" y="31807"/>
                </a:cubicBezTo>
                <a:cubicBezTo>
                  <a:pt x="63552" y="31807"/>
                  <a:pt x="63516" y="31807"/>
                  <a:pt x="63479" y="31883"/>
                </a:cubicBezTo>
                <a:cubicBezTo>
                  <a:pt x="63479" y="31883"/>
                  <a:pt x="63479" y="31958"/>
                  <a:pt x="63479" y="32020"/>
                </a:cubicBezTo>
                <a:cubicBezTo>
                  <a:pt x="63516" y="32020"/>
                  <a:pt x="63516" y="32096"/>
                  <a:pt x="63552" y="32096"/>
                </a:cubicBezTo>
                <a:cubicBezTo>
                  <a:pt x="63552" y="32096"/>
                  <a:pt x="63589" y="32096"/>
                  <a:pt x="63626" y="32096"/>
                </a:cubicBezTo>
                <a:cubicBezTo>
                  <a:pt x="63663" y="32096"/>
                  <a:pt x="63663" y="32171"/>
                  <a:pt x="63699" y="32246"/>
                </a:cubicBezTo>
                <a:cubicBezTo>
                  <a:pt x="63626" y="32246"/>
                  <a:pt x="63589" y="32171"/>
                  <a:pt x="63552" y="32246"/>
                </a:cubicBezTo>
                <a:cubicBezTo>
                  <a:pt x="63442" y="32246"/>
                  <a:pt x="63405" y="32321"/>
                  <a:pt x="63332" y="32321"/>
                </a:cubicBezTo>
                <a:cubicBezTo>
                  <a:pt x="63295" y="32396"/>
                  <a:pt x="63258" y="32396"/>
                  <a:pt x="63258" y="32396"/>
                </a:cubicBezTo>
                <a:cubicBezTo>
                  <a:pt x="63258" y="32472"/>
                  <a:pt x="63258" y="32547"/>
                  <a:pt x="63258" y="32547"/>
                </a:cubicBezTo>
                <a:cubicBezTo>
                  <a:pt x="63295" y="32697"/>
                  <a:pt x="63332" y="32772"/>
                  <a:pt x="63405" y="32772"/>
                </a:cubicBezTo>
                <a:lnTo>
                  <a:pt x="63442" y="32772"/>
                </a:lnTo>
                <a:cubicBezTo>
                  <a:pt x="63479" y="32772"/>
                  <a:pt x="63516" y="32848"/>
                  <a:pt x="63516" y="32848"/>
                </a:cubicBezTo>
                <a:cubicBezTo>
                  <a:pt x="63552" y="32848"/>
                  <a:pt x="63589" y="32848"/>
                  <a:pt x="63626" y="32848"/>
                </a:cubicBezTo>
                <a:cubicBezTo>
                  <a:pt x="63663" y="32848"/>
                  <a:pt x="63699" y="32848"/>
                  <a:pt x="63730" y="32848"/>
                </a:cubicBezTo>
                <a:cubicBezTo>
                  <a:pt x="63803" y="32772"/>
                  <a:pt x="63803" y="32622"/>
                  <a:pt x="63840" y="32547"/>
                </a:cubicBezTo>
                <a:cubicBezTo>
                  <a:pt x="63877" y="32472"/>
                  <a:pt x="63877" y="32396"/>
                  <a:pt x="63914" y="32396"/>
                </a:cubicBezTo>
                <a:cubicBezTo>
                  <a:pt x="63987" y="32396"/>
                  <a:pt x="63987" y="32396"/>
                  <a:pt x="64024" y="32472"/>
                </a:cubicBezTo>
                <a:cubicBezTo>
                  <a:pt x="64061" y="32472"/>
                  <a:pt x="64098" y="32472"/>
                  <a:pt x="64098" y="32547"/>
                </a:cubicBezTo>
                <a:cubicBezTo>
                  <a:pt x="64134" y="32547"/>
                  <a:pt x="64171" y="32622"/>
                  <a:pt x="64171" y="32622"/>
                </a:cubicBezTo>
                <a:cubicBezTo>
                  <a:pt x="64171" y="32697"/>
                  <a:pt x="64171" y="32772"/>
                  <a:pt x="64208" y="32772"/>
                </a:cubicBezTo>
                <a:cubicBezTo>
                  <a:pt x="64208" y="32848"/>
                  <a:pt x="64171" y="32923"/>
                  <a:pt x="64208" y="32923"/>
                </a:cubicBezTo>
                <a:cubicBezTo>
                  <a:pt x="64208" y="32985"/>
                  <a:pt x="64245" y="32985"/>
                  <a:pt x="64275" y="32985"/>
                </a:cubicBezTo>
                <a:lnTo>
                  <a:pt x="64312" y="33073"/>
                </a:lnTo>
                <a:cubicBezTo>
                  <a:pt x="64349" y="33073"/>
                  <a:pt x="64385" y="33136"/>
                  <a:pt x="64385" y="33211"/>
                </a:cubicBezTo>
                <a:cubicBezTo>
                  <a:pt x="64385" y="33211"/>
                  <a:pt x="64385" y="33286"/>
                  <a:pt x="64349" y="33286"/>
                </a:cubicBezTo>
                <a:cubicBezTo>
                  <a:pt x="64312" y="33437"/>
                  <a:pt x="64245" y="33437"/>
                  <a:pt x="64171" y="33512"/>
                </a:cubicBezTo>
                <a:cubicBezTo>
                  <a:pt x="64171" y="33512"/>
                  <a:pt x="64098" y="33512"/>
                  <a:pt x="64098" y="33587"/>
                </a:cubicBezTo>
                <a:cubicBezTo>
                  <a:pt x="64098" y="33587"/>
                  <a:pt x="64098" y="33662"/>
                  <a:pt x="64098" y="33737"/>
                </a:cubicBezTo>
                <a:cubicBezTo>
                  <a:pt x="64098" y="33813"/>
                  <a:pt x="64098" y="33888"/>
                  <a:pt x="64098" y="33963"/>
                </a:cubicBezTo>
                <a:cubicBezTo>
                  <a:pt x="63950" y="33963"/>
                  <a:pt x="63950" y="33963"/>
                  <a:pt x="63950" y="33963"/>
                </a:cubicBezTo>
                <a:cubicBezTo>
                  <a:pt x="63914" y="33963"/>
                  <a:pt x="63877" y="33963"/>
                  <a:pt x="63840" y="33963"/>
                </a:cubicBezTo>
                <a:cubicBezTo>
                  <a:pt x="63840" y="33888"/>
                  <a:pt x="63803" y="33888"/>
                  <a:pt x="63803" y="33888"/>
                </a:cubicBezTo>
                <a:cubicBezTo>
                  <a:pt x="63773" y="33888"/>
                  <a:pt x="63773" y="33813"/>
                  <a:pt x="63773" y="33737"/>
                </a:cubicBezTo>
                <a:cubicBezTo>
                  <a:pt x="63730" y="33737"/>
                  <a:pt x="63773" y="33662"/>
                  <a:pt x="63773" y="33587"/>
                </a:cubicBezTo>
                <a:cubicBezTo>
                  <a:pt x="63730" y="33587"/>
                  <a:pt x="63730" y="33512"/>
                  <a:pt x="63699" y="33437"/>
                </a:cubicBezTo>
                <a:cubicBezTo>
                  <a:pt x="63699" y="33437"/>
                  <a:pt x="63626" y="33512"/>
                  <a:pt x="63626" y="33437"/>
                </a:cubicBezTo>
                <a:cubicBezTo>
                  <a:pt x="63626" y="33437"/>
                  <a:pt x="63626" y="33361"/>
                  <a:pt x="63626" y="33286"/>
                </a:cubicBezTo>
                <a:lnTo>
                  <a:pt x="63626" y="33211"/>
                </a:lnTo>
                <a:cubicBezTo>
                  <a:pt x="63479" y="33211"/>
                  <a:pt x="63479" y="33211"/>
                  <a:pt x="63479" y="33211"/>
                </a:cubicBezTo>
                <a:cubicBezTo>
                  <a:pt x="63442" y="33286"/>
                  <a:pt x="63442" y="33361"/>
                  <a:pt x="63405" y="33437"/>
                </a:cubicBezTo>
                <a:cubicBezTo>
                  <a:pt x="63369" y="33512"/>
                  <a:pt x="63332" y="33512"/>
                  <a:pt x="63332" y="33587"/>
                </a:cubicBezTo>
                <a:cubicBezTo>
                  <a:pt x="63295" y="33587"/>
                  <a:pt x="63258" y="33587"/>
                  <a:pt x="63258" y="33662"/>
                </a:cubicBezTo>
                <a:cubicBezTo>
                  <a:pt x="63228" y="33662"/>
                  <a:pt x="63258" y="33737"/>
                  <a:pt x="63258" y="33813"/>
                </a:cubicBezTo>
                <a:cubicBezTo>
                  <a:pt x="63258" y="33813"/>
                  <a:pt x="63258" y="33888"/>
                  <a:pt x="63258" y="33963"/>
                </a:cubicBezTo>
                <a:cubicBezTo>
                  <a:pt x="63258" y="33963"/>
                  <a:pt x="63228" y="34038"/>
                  <a:pt x="63228" y="34101"/>
                </a:cubicBezTo>
                <a:cubicBezTo>
                  <a:pt x="63191" y="34101"/>
                  <a:pt x="63191" y="34176"/>
                  <a:pt x="63154" y="34176"/>
                </a:cubicBezTo>
                <a:cubicBezTo>
                  <a:pt x="63154" y="34251"/>
                  <a:pt x="63154" y="34326"/>
                  <a:pt x="63154" y="34326"/>
                </a:cubicBezTo>
                <a:cubicBezTo>
                  <a:pt x="63154" y="34402"/>
                  <a:pt x="63117" y="34477"/>
                  <a:pt x="63117" y="34552"/>
                </a:cubicBezTo>
                <a:cubicBezTo>
                  <a:pt x="63117" y="34627"/>
                  <a:pt x="63117" y="34702"/>
                  <a:pt x="63117" y="34778"/>
                </a:cubicBezTo>
                <a:cubicBezTo>
                  <a:pt x="63117" y="34853"/>
                  <a:pt x="63154" y="34853"/>
                  <a:pt x="63154" y="34928"/>
                </a:cubicBezTo>
                <a:cubicBezTo>
                  <a:pt x="63154" y="35003"/>
                  <a:pt x="63191" y="35003"/>
                  <a:pt x="63191" y="35078"/>
                </a:cubicBezTo>
                <a:cubicBezTo>
                  <a:pt x="63191" y="35154"/>
                  <a:pt x="63154" y="35154"/>
                  <a:pt x="63117" y="35216"/>
                </a:cubicBezTo>
                <a:cubicBezTo>
                  <a:pt x="63117" y="35291"/>
                  <a:pt x="63081" y="35291"/>
                  <a:pt x="63044" y="35367"/>
                </a:cubicBezTo>
                <a:cubicBezTo>
                  <a:pt x="63044" y="35442"/>
                  <a:pt x="63044" y="35442"/>
                  <a:pt x="63044" y="35517"/>
                </a:cubicBezTo>
                <a:cubicBezTo>
                  <a:pt x="63117" y="35667"/>
                  <a:pt x="63117" y="35667"/>
                  <a:pt x="63117" y="35667"/>
                </a:cubicBezTo>
                <a:cubicBezTo>
                  <a:pt x="63081" y="35818"/>
                  <a:pt x="63081" y="35818"/>
                  <a:pt x="63081" y="35818"/>
                </a:cubicBezTo>
                <a:cubicBezTo>
                  <a:pt x="63081" y="35818"/>
                  <a:pt x="63044" y="35818"/>
                  <a:pt x="63007" y="35818"/>
                </a:cubicBezTo>
                <a:cubicBezTo>
                  <a:pt x="62934" y="35818"/>
                  <a:pt x="62934" y="35667"/>
                  <a:pt x="62860" y="35667"/>
                </a:cubicBezTo>
                <a:cubicBezTo>
                  <a:pt x="62787" y="35667"/>
                  <a:pt x="62756" y="35667"/>
                  <a:pt x="62713" y="35667"/>
                </a:cubicBezTo>
                <a:cubicBezTo>
                  <a:pt x="62646" y="35667"/>
                  <a:pt x="62609" y="35667"/>
                  <a:pt x="62572" y="35667"/>
                </a:cubicBezTo>
                <a:cubicBezTo>
                  <a:pt x="62535" y="35667"/>
                  <a:pt x="62499" y="35667"/>
                  <a:pt x="62462" y="35743"/>
                </a:cubicBezTo>
                <a:cubicBezTo>
                  <a:pt x="62462" y="35818"/>
                  <a:pt x="62425" y="35818"/>
                  <a:pt x="62425" y="35893"/>
                </a:cubicBezTo>
                <a:cubicBezTo>
                  <a:pt x="62425" y="35968"/>
                  <a:pt x="62462" y="35968"/>
                  <a:pt x="62462" y="36043"/>
                </a:cubicBezTo>
                <a:cubicBezTo>
                  <a:pt x="62499" y="36181"/>
                  <a:pt x="62535" y="36181"/>
                  <a:pt x="62572" y="36256"/>
                </a:cubicBezTo>
                <a:cubicBezTo>
                  <a:pt x="62572" y="36407"/>
                  <a:pt x="62572" y="36407"/>
                  <a:pt x="62572" y="36407"/>
                </a:cubicBezTo>
                <a:cubicBezTo>
                  <a:pt x="62499" y="36482"/>
                  <a:pt x="62499" y="36482"/>
                  <a:pt x="62499" y="36482"/>
                </a:cubicBezTo>
                <a:cubicBezTo>
                  <a:pt x="62388" y="36332"/>
                  <a:pt x="62352" y="36256"/>
                  <a:pt x="62241" y="36119"/>
                </a:cubicBezTo>
                <a:cubicBezTo>
                  <a:pt x="62211" y="36119"/>
                  <a:pt x="62211" y="36119"/>
                  <a:pt x="62174" y="36043"/>
                </a:cubicBezTo>
                <a:cubicBezTo>
                  <a:pt x="62137" y="35968"/>
                  <a:pt x="62137" y="35893"/>
                  <a:pt x="62101" y="35893"/>
                </a:cubicBezTo>
                <a:cubicBezTo>
                  <a:pt x="62101" y="35818"/>
                  <a:pt x="62064" y="35818"/>
                  <a:pt x="62027" y="35818"/>
                </a:cubicBezTo>
                <a:cubicBezTo>
                  <a:pt x="62027" y="35818"/>
                  <a:pt x="61990" y="35893"/>
                  <a:pt x="61954" y="35893"/>
                </a:cubicBezTo>
                <a:cubicBezTo>
                  <a:pt x="61917" y="35968"/>
                  <a:pt x="61880" y="36043"/>
                  <a:pt x="61807" y="36119"/>
                </a:cubicBezTo>
                <a:cubicBezTo>
                  <a:pt x="61770" y="36119"/>
                  <a:pt x="61770" y="36181"/>
                  <a:pt x="61739" y="36181"/>
                </a:cubicBezTo>
                <a:cubicBezTo>
                  <a:pt x="61739" y="36181"/>
                  <a:pt x="61696" y="36181"/>
                  <a:pt x="61666" y="36181"/>
                </a:cubicBezTo>
                <a:cubicBezTo>
                  <a:pt x="61666" y="36256"/>
                  <a:pt x="61629" y="36256"/>
                  <a:pt x="61592" y="36256"/>
                </a:cubicBezTo>
                <a:cubicBezTo>
                  <a:pt x="61592" y="36332"/>
                  <a:pt x="61592" y="36407"/>
                  <a:pt x="61555" y="36407"/>
                </a:cubicBezTo>
                <a:cubicBezTo>
                  <a:pt x="61519" y="36482"/>
                  <a:pt x="61519" y="36482"/>
                  <a:pt x="61482" y="36557"/>
                </a:cubicBezTo>
                <a:cubicBezTo>
                  <a:pt x="61408" y="36632"/>
                  <a:pt x="61372" y="36557"/>
                  <a:pt x="61261" y="36557"/>
                </a:cubicBezTo>
                <a:cubicBezTo>
                  <a:pt x="61225" y="36557"/>
                  <a:pt x="61194" y="36557"/>
                  <a:pt x="61120" y="36632"/>
                </a:cubicBezTo>
                <a:cubicBezTo>
                  <a:pt x="61084" y="36632"/>
                  <a:pt x="61084" y="36708"/>
                  <a:pt x="61047" y="36708"/>
                </a:cubicBezTo>
                <a:cubicBezTo>
                  <a:pt x="61010" y="36783"/>
                  <a:pt x="60973" y="36783"/>
                  <a:pt x="60937" y="36783"/>
                </a:cubicBezTo>
                <a:cubicBezTo>
                  <a:pt x="60863" y="36783"/>
                  <a:pt x="60790" y="36783"/>
                  <a:pt x="60716" y="36632"/>
                </a:cubicBezTo>
                <a:cubicBezTo>
                  <a:pt x="60679" y="36482"/>
                  <a:pt x="60679" y="36332"/>
                  <a:pt x="60679" y="36119"/>
                </a:cubicBezTo>
                <a:cubicBezTo>
                  <a:pt x="60539" y="36119"/>
                  <a:pt x="60539" y="36119"/>
                  <a:pt x="60539" y="36119"/>
                </a:cubicBezTo>
                <a:cubicBezTo>
                  <a:pt x="60539" y="36181"/>
                  <a:pt x="60502" y="36181"/>
                  <a:pt x="60502" y="36181"/>
                </a:cubicBezTo>
                <a:cubicBezTo>
                  <a:pt x="60465" y="36256"/>
                  <a:pt x="60465" y="36332"/>
                  <a:pt x="60465" y="36332"/>
                </a:cubicBezTo>
                <a:cubicBezTo>
                  <a:pt x="60428" y="36332"/>
                  <a:pt x="60392" y="36332"/>
                  <a:pt x="60392" y="36332"/>
                </a:cubicBezTo>
                <a:cubicBezTo>
                  <a:pt x="60355" y="36332"/>
                  <a:pt x="60318" y="36256"/>
                  <a:pt x="60281" y="36256"/>
                </a:cubicBezTo>
                <a:cubicBezTo>
                  <a:pt x="60140" y="36256"/>
                  <a:pt x="60140" y="36256"/>
                  <a:pt x="60140" y="36256"/>
                </a:cubicBezTo>
                <a:cubicBezTo>
                  <a:pt x="60104" y="36256"/>
                  <a:pt x="60067" y="36332"/>
                  <a:pt x="60000" y="36332"/>
                </a:cubicBezTo>
                <a:cubicBezTo>
                  <a:pt x="60000" y="36482"/>
                  <a:pt x="60030" y="36557"/>
                  <a:pt x="60000" y="36783"/>
                </a:cubicBezTo>
                <a:cubicBezTo>
                  <a:pt x="59852" y="36783"/>
                  <a:pt x="59852" y="36783"/>
                  <a:pt x="59852" y="36783"/>
                </a:cubicBezTo>
                <a:cubicBezTo>
                  <a:pt x="59816" y="36783"/>
                  <a:pt x="59779" y="36783"/>
                  <a:pt x="59742" y="36708"/>
                </a:cubicBezTo>
                <a:cubicBezTo>
                  <a:pt x="59742" y="36708"/>
                  <a:pt x="59705" y="36708"/>
                  <a:pt x="59669" y="36632"/>
                </a:cubicBezTo>
                <a:cubicBezTo>
                  <a:pt x="59669" y="36482"/>
                  <a:pt x="59669" y="36407"/>
                  <a:pt x="59638" y="36256"/>
                </a:cubicBezTo>
                <a:cubicBezTo>
                  <a:pt x="59601" y="36332"/>
                  <a:pt x="59601" y="36332"/>
                  <a:pt x="59601" y="36332"/>
                </a:cubicBezTo>
                <a:cubicBezTo>
                  <a:pt x="59454" y="36332"/>
                  <a:pt x="59454" y="36332"/>
                  <a:pt x="59454" y="36332"/>
                </a:cubicBezTo>
                <a:cubicBezTo>
                  <a:pt x="59454" y="36119"/>
                  <a:pt x="59454" y="36119"/>
                  <a:pt x="59454" y="36119"/>
                </a:cubicBezTo>
                <a:cubicBezTo>
                  <a:pt x="59454" y="36043"/>
                  <a:pt x="59418" y="36043"/>
                  <a:pt x="59418" y="35968"/>
                </a:cubicBezTo>
                <a:cubicBezTo>
                  <a:pt x="59418" y="35893"/>
                  <a:pt x="59454" y="35893"/>
                  <a:pt x="59454" y="35818"/>
                </a:cubicBezTo>
                <a:cubicBezTo>
                  <a:pt x="59742" y="35818"/>
                  <a:pt x="59742" y="35818"/>
                  <a:pt x="59742" y="35818"/>
                </a:cubicBezTo>
                <a:cubicBezTo>
                  <a:pt x="59779" y="35818"/>
                  <a:pt x="59816" y="35893"/>
                  <a:pt x="59889" y="35893"/>
                </a:cubicBezTo>
                <a:cubicBezTo>
                  <a:pt x="59926" y="35893"/>
                  <a:pt x="59926" y="35968"/>
                  <a:pt x="59963" y="36043"/>
                </a:cubicBezTo>
                <a:cubicBezTo>
                  <a:pt x="60000" y="36043"/>
                  <a:pt x="60000" y="36119"/>
                  <a:pt x="60067" y="36119"/>
                </a:cubicBezTo>
                <a:cubicBezTo>
                  <a:pt x="60104" y="36119"/>
                  <a:pt x="60140" y="36043"/>
                  <a:pt x="60177" y="36043"/>
                </a:cubicBezTo>
                <a:cubicBezTo>
                  <a:pt x="60208" y="35968"/>
                  <a:pt x="60208" y="35893"/>
                  <a:pt x="60208" y="35743"/>
                </a:cubicBezTo>
                <a:cubicBezTo>
                  <a:pt x="60208" y="35592"/>
                  <a:pt x="60177" y="35517"/>
                  <a:pt x="60177" y="35367"/>
                </a:cubicBezTo>
                <a:cubicBezTo>
                  <a:pt x="60177" y="35291"/>
                  <a:pt x="60208" y="35291"/>
                  <a:pt x="60208" y="35154"/>
                </a:cubicBezTo>
                <a:cubicBezTo>
                  <a:pt x="60245" y="35078"/>
                  <a:pt x="60281" y="35078"/>
                  <a:pt x="60281" y="35003"/>
                </a:cubicBezTo>
                <a:cubicBezTo>
                  <a:pt x="60281" y="34853"/>
                  <a:pt x="60281" y="34778"/>
                  <a:pt x="60281" y="34702"/>
                </a:cubicBezTo>
                <a:cubicBezTo>
                  <a:pt x="60140" y="34702"/>
                  <a:pt x="60140" y="34702"/>
                  <a:pt x="60140" y="34702"/>
                </a:cubicBezTo>
                <a:cubicBezTo>
                  <a:pt x="60104" y="34702"/>
                  <a:pt x="60104" y="34778"/>
                  <a:pt x="60067" y="34778"/>
                </a:cubicBezTo>
                <a:cubicBezTo>
                  <a:pt x="60030" y="34778"/>
                  <a:pt x="59963" y="34702"/>
                  <a:pt x="59926" y="34778"/>
                </a:cubicBezTo>
                <a:cubicBezTo>
                  <a:pt x="59889" y="34778"/>
                  <a:pt x="59889" y="34778"/>
                  <a:pt x="59852" y="34853"/>
                </a:cubicBezTo>
                <a:cubicBezTo>
                  <a:pt x="59852" y="34853"/>
                  <a:pt x="59852" y="34928"/>
                  <a:pt x="59816" y="35003"/>
                </a:cubicBezTo>
                <a:cubicBezTo>
                  <a:pt x="59816" y="35003"/>
                  <a:pt x="59779" y="35154"/>
                  <a:pt x="59742" y="35154"/>
                </a:cubicBezTo>
                <a:cubicBezTo>
                  <a:pt x="59705" y="35154"/>
                  <a:pt x="59705" y="35154"/>
                  <a:pt x="59705" y="35154"/>
                </a:cubicBezTo>
                <a:cubicBezTo>
                  <a:pt x="59705" y="35154"/>
                  <a:pt x="59669" y="35078"/>
                  <a:pt x="59638" y="35078"/>
                </a:cubicBezTo>
                <a:cubicBezTo>
                  <a:pt x="59669" y="34928"/>
                  <a:pt x="59638" y="34853"/>
                  <a:pt x="59669" y="34778"/>
                </a:cubicBezTo>
                <a:cubicBezTo>
                  <a:pt x="59669" y="34702"/>
                  <a:pt x="59742" y="34702"/>
                  <a:pt x="59742" y="34627"/>
                </a:cubicBezTo>
                <a:cubicBezTo>
                  <a:pt x="59742" y="34627"/>
                  <a:pt x="59742" y="34552"/>
                  <a:pt x="59742" y="34477"/>
                </a:cubicBezTo>
                <a:cubicBezTo>
                  <a:pt x="59742" y="34251"/>
                  <a:pt x="59742" y="34251"/>
                  <a:pt x="59742" y="34251"/>
                </a:cubicBezTo>
                <a:cubicBezTo>
                  <a:pt x="59705" y="34326"/>
                  <a:pt x="59669" y="34326"/>
                  <a:pt x="59601" y="34326"/>
                </a:cubicBezTo>
                <a:cubicBezTo>
                  <a:pt x="59601" y="34326"/>
                  <a:pt x="59565" y="34326"/>
                  <a:pt x="59565" y="34251"/>
                </a:cubicBezTo>
                <a:cubicBezTo>
                  <a:pt x="59565" y="34176"/>
                  <a:pt x="59565" y="34176"/>
                  <a:pt x="59565" y="34101"/>
                </a:cubicBezTo>
                <a:cubicBezTo>
                  <a:pt x="59601" y="34038"/>
                  <a:pt x="59638" y="33963"/>
                  <a:pt x="59638" y="33813"/>
                </a:cubicBezTo>
                <a:cubicBezTo>
                  <a:pt x="59669" y="33813"/>
                  <a:pt x="59638" y="33737"/>
                  <a:pt x="59638" y="33662"/>
                </a:cubicBezTo>
                <a:cubicBezTo>
                  <a:pt x="59638" y="33662"/>
                  <a:pt x="59669" y="33587"/>
                  <a:pt x="59638" y="33512"/>
                </a:cubicBezTo>
                <a:cubicBezTo>
                  <a:pt x="59638" y="33437"/>
                  <a:pt x="59601" y="33437"/>
                  <a:pt x="59601" y="33361"/>
                </a:cubicBezTo>
                <a:cubicBezTo>
                  <a:pt x="59601" y="33361"/>
                  <a:pt x="59601" y="33286"/>
                  <a:pt x="59565" y="33211"/>
                </a:cubicBezTo>
                <a:cubicBezTo>
                  <a:pt x="59528" y="33211"/>
                  <a:pt x="59565" y="33136"/>
                  <a:pt x="59528" y="33136"/>
                </a:cubicBezTo>
                <a:cubicBezTo>
                  <a:pt x="59491" y="33136"/>
                  <a:pt x="59454" y="33136"/>
                  <a:pt x="59454" y="33136"/>
                </a:cubicBezTo>
                <a:cubicBezTo>
                  <a:pt x="59418" y="33136"/>
                  <a:pt x="59381" y="33211"/>
                  <a:pt x="59344" y="33211"/>
                </a:cubicBezTo>
                <a:cubicBezTo>
                  <a:pt x="59344" y="33361"/>
                  <a:pt x="59344" y="33437"/>
                  <a:pt x="59307" y="33512"/>
                </a:cubicBezTo>
                <a:cubicBezTo>
                  <a:pt x="59271" y="33662"/>
                  <a:pt x="59271" y="33737"/>
                  <a:pt x="59197" y="33813"/>
                </a:cubicBezTo>
                <a:cubicBezTo>
                  <a:pt x="59160" y="33813"/>
                  <a:pt x="59160" y="33813"/>
                  <a:pt x="59130" y="33813"/>
                </a:cubicBezTo>
                <a:cubicBezTo>
                  <a:pt x="59093" y="33813"/>
                  <a:pt x="59056" y="33813"/>
                  <a:pt x="59056" y="33813"/>
                </a:cubicBezTo>
                <a:cubicBezTo>
                  <a:pt x="59019" y="33813"/>
                  <a:pt x="58983" y="33888"/>
                  <a:pt x="58983" y="33963"/>
                </a:cubicBezTo>
                <a:cubicBezTo>
                  <a:pt x="58983" y="34038"/>
                  <a:pt x="59019" y="34101"/>
                  <a:pt x="59019" y="34176"/>
                </a:cubicBezTo>
                <a:cubicBezTo>
                  <a:pt x="59019" y="34251"/>
                  <a:pt x="59019" y="34251"/>
                  <a:pt x="59019" y="34251"/>
                </a:cubicBezTo>
                <a:cubicBezTo>
                  <a:pt x="59019" y="34326"/>
                  <a:pt x="59019" y="34402"/>
                  <a:pt x="58983" y="34402"/>
                </a:cubicBezTo>
                <a:cubicBezTo>
                  <a:pt x="58983" y="34402"/>
                  <a:pt x="58946" y="34402"/>
                  <a:pt x="58909" y="34402"/>
                </a:cubicBezTo>
                <a:cubicBezTo>
                  <a:pt x="58909" y="34477"/>
                  <a:pt x="58872" y="34477"/>
                  <a:pt x="58836" y="34477"/>
                </a:cubicBezTo>
                <a:cubicBezTo>
                  <a:pt x="58762" y="34552"/>
                  <a:pt x="58725" y="34627"/>
                  <a:pt x="58725" y="34778"/>
                </a:cubicBezTo>
                <a:cubicBezTo>
                  <a:pt x="58725" y="34928"/>
                  <a:pt x="58762" y="35003"/>
                  <a:pt x="58799" y="35154"/>
                </a:cubicBezTo>
                <a:cubicBezTo>
                  <a:pt x="58799" y="35216"/>
                  <a:pt x="58836" y="35216"/>
                  <a:pt x="58836" y="35291"/>
                </a:cubicBezTo>
                <a:cubicBezTo>
                  <a:pt x="58872" y="35291"/>
                  <a:pt x="58909" y="35291"/>
                  <a:pt x="58909" y="35291"/>
                </a:cubicBezTo>
                <a:cubicBezTo>
                  <a:pt x="58946" y="35367"/>
                  <a:pt x="58946" y="35367"/>
                  <a:pt x="58983" y="35442"/>
                </a:cubicBezTo>
                <a:cubicBezTo>
                  <a:pt x="58983" y="35442"/>
                  <a:pt x="58983" y="35517"/>
                  <a:pt x="58983" y="35592"/>
                </a:cubicBezTo>
                <a:cubicBezTo>
                  <a:pt x="58983" y="35592"/>
                  <a:pt x="58909" y="35667"/>
                  <a:pt x="58909" y="35743"/>
                </a:cubicBezTo>
                <a:cubicBezTo>
                  <a:pt x="58909" y="35818"/>
                  <a:pt x="58946" y="35818"/>
                  <a:pt x="58946" y="35893"/>
                </a:cubicBezTo>
                <a:cubicBezTo>
                  <a:pt x="58946" y="36043"/>
                  <a:pt x="58946" y="36043"/>
                  <a:pt x="58946" y="36043"/>
                </a:cubicBezTo>
                <a:cubicBezTo>
                  <a:pt x="58946" y="36119"/>
                  <a:pt x="58909" y="36119"/>
                  <a:pt x="58909" y="36256"/>
                </a:cubicBezTo>
                <a:cubicBezTo>
                  <a:pt x="58909" y="36256"/>
                  <a:pt x="58909" y="36256"/>
                  <a:pt x="58909" y="36332"/>
                </a:cubicBezTo>
                <a:cubicBezTo>
                  <a:pt x="58909" y="36407"/>
                  <a:pt x="58909" y="36407"/>
                  <a:pt x="58946" y="36482"/>
                </a:cubicBezTo>
                <a:cubicBezTo>
                  <a:pt x="58946" y="36557"/>
                  <a:pt x="58983" y="36557"/>
                  <a:pt x="58983" y="36632"/>
                </a:cubicBezTo>
                <a:cubicBezTo>
                  <a:pt x="59019" y="36708"/>
                  <a:pt x="59056" y="36783"/>
                  <a:pt x="59056" y="36933"/>
                </a:cubicBezTo>
                <a:cubicBezTo>
                  <a:pt x="59056" y="37159"/>
                  <a:pt x="59056" y="37159"/>
                  <a:pt x="59056" y="37159"/>
                </a:cubicBezTo>
                <a:cubicBezTo>
                  <a:pt x="58946" y="37159"/>
                  <a:pt x="58946" y="37159"/>
                  <a:pt x="58946" y="37159"/>
                </a:cubicBezTo>
                <a:cubicBezTo>
                  <a:pt x="58909" y="37159"/>
                  <a:pt x="58872" y="37234"/>
                  <a:pt x="58836" y="37234"/>
                </a:cubicBezTo>
                <a:cubicBezTo>
                  <a:pt x="58762" y="37234"/>
                  <a:pt x="58725" y="37234"/>
                  <a:pt x="58652" y="37234"/>
                </a:cubicBezTo>
                <a:cubicBezTo>
                  <a:pt x="58584" y="37234"/>
                  <a:pt x="58584" y="37234"/>
                  <a:pt x="58584" y="37234"/>
                </a:cubicBezTo>
                <a:cubicBezTo>
                  <a:pt x="58548" y="37234"/>
                  <a:pt x="58511" y="37234"/>
                  <a:pt x="58474" y="37234"/>
                </a:cubicBezTo>
                <a:cubicBezTo>
                  <a:pt x="58401" y="37234"/>
                  <a:pt x="58364" y="37234"/>
                  <a:pt x="58290" y="37234"/>
                </a:cubicBezTo>
                <a:cubicBezTo>
                  <a:pt x="58217" y="37234"/>
                  <a:pt x="58180" y="37234"/>
                  <a:pt x="58143" y="37234"/>
                </a:cubicBezTo>
                <a:cubicBezTo>
                  <a:pt x="58113" y="37297"/>
                  <a:pt x="58143" y="37372"/>
                  <a:pt x="58113" y="37372"/>
                </a:cubicBezTo>
                <a:cubicBezTo>
                  <a:pt x="58076" y="37447"/>
                  <a:pt x="58076" y="37447"/>
                  <a:pt x="58039" y="37447"/>
                </a:cubicBezTo>
                <a:cubicBezTo>
                  <a:pt x="58003" y="37522"/>
                  <a:pt x="57929" y="37447"/>
                  <a:pt x="57892" y="37522"/>
                </a:cubicBezTo>
                <a:cubicBezTo>
                  <a:pt x="57856" y="37597"/>
                  <a:pt x="57892" y="37673"/>
                  <a:pt x="57856" y="37673"/>
                </a:cubicBezTo>
                <a:cubicBezTo>
                  <a:pt x="57856" y="37748"/>
                  <a:pt x="57856" y="37748"/>
                  <a:pt x="57819" y="37823"/>
                </a:cubicBezTo>
                <a:cubicBezTo>
                  <a:pt x="57782" y="37973"/>
                  <a:pt x="57745" y="38049"/>
                  <a:pt x="57672" y="38049"/>
                </a:cubicBezTo>
                <a:cubicBezTo>
                  <a:pt x="57635" y="38049"/>
                  <a:pt x="57635" y="37973"/>
                  <a:pt x="57598" y="37973"/>
                </a:cubicBezTo>
                <a:cubicBezTo>
                  <a:pt x="57531" y="37973"/>
                  <a:pt x="57531" y="37973"/>
                  <a:pt x="57531" y="37973"/>
                </a:cubicBezTo>
                <a:cubicBezTo>
                  <a:pt x="57457" y="37973"/>
                  <a:pt x="57457" y="37973"/>
                  <a:pt x="57457" y="37973"/>
                </a:cubicBezTo>
                <a:cubicBezTo>
                  <a:pt x="57457" y="37973"/>
                  <a:pt x="57421" y="38049"/>
                  <a:pt x="57384" y="38049"/>
                </a:cubicBezTo>
                <a:cubicBezTo>
                  <a:pt x="57384" y="38049"/>
                  <a:pt x="57347" y="37973"/>
                  <a:pt x="57310" y="37973"/>
                </a:cubicBezTo>
                <a:cubicBezTo>
                  <a:pt x="57310" y="38274"/>
                  <a:pt x="57310" y="38274"/>
                  <a:pt x="57310" y="38274"/>
                </a:cubicBezTo>
                <a:cubicBezTo>
                  <a:pt x="57457" y="38412"/>
                  <a:pt x="57457" y="38412"/>
                  <a:pt x="57457" y="38412"/>
                </a:cubicBezTo>
                <a:cubicBezTo>
                  <a:pt x="57457" y="38863"/>
                  <a:pt x="57457" y="38863"/>
                  <a:pt x="57457" y="38863"/>
                </a:cubicBezTo>
                <a:cubicBezTo>
                  <a:pt x="57421" y="38863"/>
                  <a:pt x="57384" y="38863"/>
                  <a:pt x="57347" y="38863"/>
                </a:cubicBezTo>
                <a:cubicBezTo>
                  <a:pt x="57347" y="38863"/>
                  <a:pt x="57310" y="38938"/>
                  <a:pt x="57274" y="38938"/>
                </a:cubicBezTo>
                <a:cubicBezTo>
                  <a:pt x="57274" y="38938"/>
                  <a:pt x="57237" y="38938"/>
                  <a:pt x="57237" y="39014"/>
                </a:cubicBezTo>
                <a:cubicBezTo>
                  <a:pt x="57200" y="39014"/>
                  <a:pt x="57163" y="39089"/>
                  <a:pt x="57163" y="39089"/>
                </a:cubicBezTo>
                <a:cubicBezTo>
                  <a:pt x="57096" y="39164"/>
                  <a:pt x="57059" y="39239"/>
                  <a:pt x="57022" y="39314"/>
                </a:cubicBezTo>
                <a:cubicBezTo>
                  <a:pt x="56986" y="39314"/>
                  <a:pt x="56986" y="39377"/>
                  <a:pt x="56949" y="39452"/>
                </a:cubicBezTo>
                <a:cubicBezTo>
                  <a:pt x="56912" y="39452"/>
                  <a:pt x="56912" y="39527"/>
                  <a:pt x="56875" y="39527"/>
                </a:cubicBezTo>
                <a:cubicBezTo>
                  <a:pt x="56802" y="39527"/>
                  <a:pt x="56802" y="39527"/>
                  <a:pt x="56802" y="39527"/>
                </a:cubicBezTo>
                <a:cubicBezTo>
                  <a:pt x="56728" y="39527"/>
                  <a:pt x="56655" y="39527"/>
                  <a:pt x="56581" y="39527"/>
                </a:cubicBezTo>
                <a:cubicBezTo>
                  <a:pt x="56581" y="40417"/>
                  <a:pt x="56581" y="40417"/>
                  <a:pt x="56581" y="40417"/>
                </a:cubicBezTo>
                <a:cubicBezTo>
                  <a:pt x="56477" y="40417"/>
                  <a:pt x="56404" y="40417"/>
                  <a:pt x="56294" y="40417"/>
                </a:cubicBezTo>
                <a:lnTo>
                  <a:pt x="56257" y="40492"/>
                </a:lnTo>
                <a:cubicBezTo>
                  <a:pt x="56220" y="40492"/>
                  <a:pt x="56183" y="40492"/>
                  <a:pt x="56183" y="40492"/>
                </a:cubicBezTo>
                <a:cubicBezTo>
                  <a:pt x="56183" y="40944"/>
                  <a:pt x="56183" y="40944"/>
                  <a:pt x="56183" y="40944"/>
                </a:cubicBezTo>
                <a:cubicBezTo>
                  <a:pt x="55932" y="40944"/>
                  <a:pt x="55932" y="40944"/>
                  <a:pt x="55932" y="40944"/>
                </a:cubicBezTo>
                <a:cubicBezTo>
                  <a:pt x="55895" y="40944"/>
                  <a:pt x="55859" y="40868"/>
                  <a:pt x="55822" y="40868"/>
                </a:cubicBezTo>
                <a:cubicBezTo>
                  <a:pt x="55785" y="40868"/>
                  <a:pt x="55748" y="40868"/>
                  <a:pt x="55712" y="40868"/>
                </a:cubicBezTo>
                <a:cubicBezTo>
                  <a:pt x="55675" y="40868"/>
                  <a:pt x="55638" y="40868"/>
                  <a:pt x="55601" y="40868"/>
                </a:cubicBezTo>
                <a:cubicBezTo>
                  <a:pt x="55601" y="40793"/>
                  <a:pt x="55638" y="40718"/>
                  <a:pt x="55601" y="40718"/>
                </a:cubicBezTo>
                <a:cubicBezTo>
                  <a:pt x="55601" y="40643"/>
                  <a:pt x="55565" y="40568"/>
                  <a:pt x="55534" y="40568"/>
                </a:cubicBezTo>
                <a:cubicBezTo>
                  <a:pt x="55497" y="40568"/>
                  <a:pt x="55460" y="40568"/>
                  <a:pt x="55424" y="40568"/>
                </a:cubicBezTo>
                <a:cubicBezTo>
                  <a:pt x="55424" y="41019"/>
                  <a:pt x="55424" y="41019"/>
                  <a:pt x="55424" y="41019"/>
                </a:cubicBezTo>
                <a:cubicBezTo>
                  <a:pt x="55460" y="41094"/>
                  <a:pt x="55497" y="41094"/>
                  <a:pt x="55565" y="41094"/>
                </a:cubicBezTo>
                <a:cubicBezTo>
                  <a:pt x="55497" y="41395"/>
                  <a:pt x="55497" y="41395"/>
                  <a:pt x="55497" y="41395"/>
                </a:cubicBezTo>
                <a:cubicBezTo>
                  <a:pt x="55534" y="41533"/>
                  <a:pt x="55534" y="41533"/>
                  <a:pt x="55534" y="41533"/>
                </a:cubicBezTo>
                <a:cubicBezTo>
                  <a:pt x="55534" y="41758"/>
                  <a:pt x="55534" y="41758"/>
                  <a:pt x="55534" y="41758"/>
                </a:cubicBezTo>
                <a:cubicBezTo>
                  <a:pt x="55424" y="41758"/>
                  <a:pt x="55387" y="41758"/>
                  <a:pt x="55313" y="41758"/>
                </a:cubicBezTo>
                <a:cubicBezTo>
                  <a:pt x="55277" y="41758"/>
                  <a:pt x="55240" y="41683"/>
                  <a:pt x="55240" y="41683"/>
                </a:cubicBezTo>
                <a:cubicBezTo>
                  <a:pt x="55203" y="41683"/>
                  <a:pt x="55166" y="41683"/>
                  <a:pt x="55166" y="41683"/>
                </a:cubicBezTo>
                <a:cubicBezTo>
                  <a:pt x="55130" y="41683"/>
                  <a:pt x="55130" y="41683"/>
                  <a:pt x="55093" y="41683"/>
                </a:cubicBezTo>
                <a:cubicBezTo>
                  <a:pt x="55062" y="41683"/>
                  <a:pt x="55019" y="41683"/>
                  <a:pt x="54989" y="41683"/>
                </a:cubicBezTo>
                <a:cubicBezTo>
                  <a:pt x="54989" y="41683"/>
                  <a:pt x="54952" y="41608"/>
                  <a:pt x="54915" y="41608"/>
                </a:cubicBezTo>
                <a:cubicBezTo>
                  <a:pt x="54915" y="41533"/>
                  <a:pt x="54915" y="41470"/>
                  <a:pt x="54879" y="41470"/>
                </a:cubicBezTo>
                <a:cubicBezTo>
                  <a:pt x="54842" y="41470"/>
                  <a:pt x="54805" y="41533"/>
                  <a:pt x="54768" y="41533"/>
                </a:cubicBezTo>
                <a:cubicBezTo>
                  <a:pt x="54732" y="41533"/>
                  <a:pt x="54695" y="41533"/>
                  <a:pt x="54695" y="41533"/>
                </a:cubicBezTo>
                <a:cubicBezTo>
                  <a:pt x="54621" y="41533"/>
                  <a:pt x="54584" y="41608"/>
                  <a:pt x="54548" y="41683"/>
                </a:cubicBezTo>
                <a:cubicBezTo>
                  <a:pt x="54517" y="41683"/>
                  <a:pt x="54480" y="41683"/>
                  <a:pt x="54480" y="41758"/>
                </a:cubicBezTo>
                <a:cubicBezTo>
                  <a:pt x="54480" y="41833"/>
                  <a:pt x="54444" y="41833"/>
                  <a:pt x="54444" y="41909"/>
                </a:cubicBezTo>
                <a:cubicBezTo>
                  <a:pt x="54444" y="41984"/>
                  <a:pt x="54480" y="41984"/>
                  <a:pt x="54480" y="42059"/>
                </a:cubicBezTo>
                <a:cubicBezTo>
                  <a:pt x="54517" y="42059"/>
                  <a:pt x="54548" y="42059"/>
                  <a:pt x="54548" y="42059"/>
                </a:cubicBezTo>
                <a:cubicBezTo>
                  <a:pt x="54584" y="42059"/>
                  <a:pt x="54584" y="42134"/>
                  <a:pt x="54621" y="42209"/>
                </a:cubicBezTo>
                <a:cubicBezTo>
                  <a:pt x="54621" y="42209"/>
                  <a:pt x="54658" y="42209"/>
                  <a:pt x="54695" y="42285"/>
                </a:cubicBezTo>
                <a:cubicBezTo>
                  <a:pt x="54695" y="42285"/>
                  <a:pt x="54732" y="42360"/>
                  <a:pt x="54768" y="42360"/>
                </a:cubicBezTo>
                <a:cubicBezTo>
                  <a:pt x="54805" y="42360"/>
                  <a:pt x="54842" y="42360"/>
                  <a:pt x="54915" y="42360"/>
                </a:cubicBezTo>
                <a:cubicBezTo>
                  <a:pt x="54989" y="42360"/>
                  <a:pt x="54989" y="42360"/>
                  <a:pt x="54989" y="42360"/>
                </a:cubicBezTo>
                <a:cubicBezTo>
                  <a:pt x="55019" y="42360"/>
                  <a:pt x="55019" y="42435"/>
                  <a:pt x="55062" y="42435"/>
                </a:cubicBezTo>
                <a:cubicBezTo>
                  <a:pt x="55093" y="42498"/>
                  <a:pt x="55093" y="42498"/>
                  <a:pt x="55130" y="42573"/>
                </a:cubicBezTo>
                <a:cubicBezTo>
                  <a:pt x="55130" y="42573"/>
                  <a:pt x="55166" y="42573"/>
                  <a:pt x="55203" y="42648"/>
                </a:cubicBezTo>
                <a:cubicBezTo>
                  <a:pt x="55203" y="42648"/>
                  <a:pt x="55240" y="42723"/>
                  <a:pt x="55240" y="42798"/>
                </a:cubicBezTo>
                <a:cubicBezTo>
                  <a:pt x="55277" y="42874"/>
                  <a:pt x="55350" y="42949"/>
                  <a:pt x="55387" y="43024"/>
                </a:cubicBezTo>
                <a:cubicBezTo>
                  <a:pt x="55387" y="43763"/>
                  <a:pt x="55387" y="43763"/>
                  <a:pt x="55387" y="43763"/>
                </a:cubicBezTo>
                <a:cubicBezTo>
                  <a:pt x="55424" y="43839"/>
                  <a:pt x="55424" y="43839"/>
                  <a:pt x="55424" y="43914"/>
                </a:cubicBezTo>
                <a:cubicBezTo>
                  <a:pt x="55460" y="43914"/>
                  <a:pt x="55497" y="43989"/>
                  <a:pt x="55497" y="43989"/>
                </a:cubicBezTo>
                <a:cubicBezTo>
                  <a:pt x="55565" y="44064"/>
                  <a:pt x="55601" y="44064"/>
                  <a:pt x="55638" y="44139"/>
                </a:cubicBezTo>
                <a:cubicBezTo>
                  <a:pt x="55675" y="44139"/>
                  <a:pt x="55712" y="44290"/>
                  <a:pt x="55712" y="44365"/>
                </a:cubicBezTo>
                <a:cubicBezTo>
                  <a:pt x="55712" y="44440"/>
                  <a:pt x="55675" y="44515"/>
                  <a:pt x="55675" y="44578"/>
                </a:cubicBezTo>
                <a:cubicBezTo>
                  <a:pt x="55675" y="44653"/>
                  <a:pt x="55638" y="44728"/>
                  <a:pt x="55638" y="44804"/>
                </a:cubicBezTo>
                <a:cubicBezTo>
                  <a:pt x="55638" y="45029"/>
                  <a:pt x="55675" y="45104"/>
                  <a:pt x="55712" y="45330"/>
                </a:cubicBezTo>
                <a:cubicBezTo>
                  <a:pt x="55712" y="45405"/>
                  <a:pt x="55712" y="45480"/>
                  <a:pt x="55712" y="45556"/>
                </a:cubicBezTo>
                <a:cubicBezTo>
                  <a:pt x="55712" y="45631"/>
                  <a:pt x="55712" y="45693"/>
                  <a:pt x="55712" y="45769"/>
                </a:cubicBezTo>
                <a:cubicBezTo>
                  <a:pt x="55675" y="45919"/>
                  <a:pt x="55565" y="45919"/>
                  <a:pt x="55497" y="46069"/>
                </a:cubicBezTo>
                <a:cubicBezTo>
                  <a:pt x="55497" y="46069"/>
                  <a:pt x="55497" y="46145"/>
                  <a:pt x="55497" y="46220"/>
                </a:cubicBezTo>
                <a:cubicBezTo>
                  <a:pt x="55460" y="46220"/>
                  <a:pt x="55460" y="46220"/>
                  <a:pt x="55424" y="46295"/>
                </a:cubicBezTo>
                <a:cubicBezTo>
                  <a:pt x="55350" y="46370"/>
                  <a:pt x="55313" y="46445"/>
                  <a:pt x="55203" y="46445"/>
                </a:cubicBezTo>
                <a:cubicBezTo>
                  <a:pt x="55130" y="46445"/>
                  <a:pt x="55130" y="46445"/>
                  <a:pt x="55130" y="46445"/>
                </a:cubicBezTo>
                <a:cubicBezTo>
                  <a:pt x="55093" y="46445"/>
                  <a:pt x="55093" y="46370"/>
                  <a:pt x="55062" y="46370"/>
                </a:cubicBezTo>
                <a:cubicBezTo>
                  <a:pt x="55019" y="46370"/>
                  <a:pt x="54989" y="46295"/>
                  <a:pt x="54915" y="46295"/>
                </a:cubicBezTo>
                <a:lnTo>
                  <a:pt x="54879" y="46295"/>
                </a:lnTo>
                <a:cubicBezTo>
                  <a:pt x="54805" y="46295"/>
                  <a:pt x="54768" y="46295"/>
                  <a:pt x="54695" y="46295"/>
                </a:cubicBezTo>
                <a:cubicBezTo>
                  <a:pt x="54658" y="46295"/>
                  <a:pt x="54658" y="46220"/>
                  <a:pt x="54621" y="46145"/>
                </a:cubicBezTo>
                <a:cubicBezTo>
                  <a:pt x="54584" y="46145"/>
                  <a:pt x="54584" y="46069"/>
                  <a:pt x="54548" y="45994"/>
                </a:cubicBezTo>
                <a:cubicBezTo>
                  <a:pt x="54517" y="45994"/>
                  <a:pt x="54517" y="45994"/>
                  <a:pt x="54480" y="45994"/>
                </a:cubicBezTo>
                <a:cubicBezTo>
                  <a:pt x="53862" y="45994"/>
                  <a:pt x="53862" y="45994"/>
                  <a:pt x="53862" y="45994"/>
                </a:cubicBezTo>
                <a:cubicBezTo>
                  <a:pt x="53788" y="45994"/>
                  <a:pt x="53751" y="45919"/>
                  <a:pt x="53678" y="45919"/>
                </a:cubicBezTo>
                <a:cubicBezTo>
                  <a:pt x="53641" y="45919"/>
                  <a:pt x="53604" y="45994"/>
                  <a:pt x="53568" y="45919"/>
                </a:cubicBezTo>
                <a:cubicBezTo>
                  <a:pt x="53531" y="45919"/>
                  <a:pt x="53531" y="45769"/>
                  <a:pt x="53500" y="45769"/>
                </a:cubicBezTo>
                <a:cubicBezTo>
                  <a:pt x="53457" y="45769"/>
                  <a:pt x="53457" y="45769"/>
                  <a:pt x="53457" y="45769"/>
                </a:cubicBezTo>
                <a:cubicBezTo>
                  <a:pt x="53427" y="45844"/>
                  <a:pt x="53390" y="45844"/>
                  <a:pt x="53390" y="45844"/>
                </a:cubicBezTo>
                <a:cubicBezTo>
                  <a:pt x="53353" y="45919"/>
                  <a:pt x="53390" y="45994"/>
                  <a:pt x="53390" y="45994"/>
                </a:cubicBezTo>
                <a:cubicBezTo>
                  <a:pt x="53353" y="46069"/>
                  <a:pt x="53353" y="46145"/>
                  <a:pt x="53353" y="46145"/>
                </a:cubicBezTo>
                <a:cubicBezTo>
                  <a:pt x="52986" y="46145"/>
                  <a:pt x="52986" y="46145"/>
                  <a:pt x="52986" y="46145"/>
                </a:cubicBezTo>
                <a:cubicBezTo>
                  <a:pt x="52955" y="46295"/>
                  <a:pt x="52955" y="46295"/>
                  <a:pt x="52955" y="46295"/>
                </a:cubicBezTo>
                <a:cubicBezTo>
                  <a:pt x="52986" y="46370"/>
                  <a:pt x="52986" y="46445"/>
                  <a:pt x="52986" y="46445"/>
                </a:cubicBezTo>
                <a:cubicBezTo>
                  <a:pt x="53029" y="46521"/>
                  <a:pt x="53059" y="46521"/>
                  <a:pt x="53059" y="46596"/>
                </a:cubicBezTo>
                <a:cubicBezTo>
                  <a:pt x="53096" y="46596"/>
                  <a:pt x="53096" y="46659"/>
                  <a:pt x="53096" y="46746"/>
                </a:cubicBezTo>
                <a:cubicBezTo>
                  <a:pt x="53096" y="46884"/>
                  <a:pt x="53096" y="46884"/>
                  <a:pt x="53059" y="46959"/>
                </a:cubicBezTo>
                <a:cubicBezTo>
                  <a:pt x="53059" y="47110"/>
                  <a:pt x="53029" y="47185"/>
                  <a:pt x="53029" y="47335"/>
                </a:cubicBezTo>
                <a:cubicBezTo>
                  <a:pt x="53029" y="47410"/>
                  <a:pt x="53029" y="47486"/>
                  <a:pt x="53029" y="47636"/>
                </a:cubicBezTo>
                <a:cubicBezTo>
                  <a:pt x="53059" y="47636"/>
                  <a:pt x="53059" y="47711"/>
                  <a:pt x="53059" y="47711"/>
                </a:cubicBezTo>
                <a:cubicBezTo>
                  <a:pt x="53096" y="47774"/>
                  <a:pt x="53133" y="47849"/>
                  <a:pt x="53133" y="47924"/>
                </a:cubicBezTo>
                <a:cubicBezTo>
                  <a:pt x="53133" y="48739"/>
                  <a:pt x="53133" y="48739"/>
                  <a:pt x="53133" y="48739"/>
                </a:cubicBezTo>
                <a:cubicBezTo>
                  <a:pt x="53133" y="48814"/>
                  <a:pt x="53133" y="48814"/>
                  <a:pt x="53096" y="48889"/>
                </a:cubicBezTo>
                <a:cubicBezTo>
                  <a:pt x="53096" y="48965"/>
                  <a:pt x="53059" y="48965"/>
                  <a:pt x="53029" y="48965"/>
                </a:cubicBezTo>
                <a:cubicBezTo>
                  <a:pt x="53029" y="49040"/>
                  <a:pt x="53029" y="49115"/>
                  <a:pt x="52986" y="49115"/>
                </a:cubicBezTo>
                <a:cubicBezTo>
                  <a:pt x="52955" y="49265"/>
                  <a:pt x="52918" y="49416"/>
                  <a:pt x="52918" y="49566"/>
                </a:cubicBezTo>
                <a:cubicBezTo>
                  <a:pt x="52918" y="49641"/>
                  <a:pt x="52918" y="49641"/>
                  <a:pt x="52918" y="49716"/>
                </a:cubicBezTo>
                <a:cubicBezTo>
                  <a:pt x="52918" y="49792"/>
                  <a:pt x="52955" y="49792"/>
                  <a:pt x="52986" y="49854"/>
                </a:cubicBezTo>
                <a:cubicBezTo>
                  <a:pt x="52986" y="50005"/>
                  <a:pt x="52986" y="50005"/>
                  <a:pt x="52986" y="50005"/>
                </a:cubicBezTo>
                <a:cubicBezTo>
                  <a:pt x="53029" y="50080"/>
                  <a:pt x="53059" y="50080"/>
                  <a:pt x="53059" y="50155"/>
                </a:cubicBezTo>
                <a:cubicBezTo>
                  <a:pt x="53059" y="50306"/>
                  <a:pt x="53059" y="50306"/>
                  <a:pt x="53059" y="50306"/>
                </a:cubicBezTo>
                <a:cubicBezTo>
                  <a:pt x="53059" y="50456"/>
                  <a:pt x="53059" y="50456"/>
                  <a:pt x="53059" y="50456"/>
                </a:cubicBezTo>
                <a:cubicBezTo>
                  <a:pt x="53059" y="50531"/>
                  <a:pt x="53029" y="50531"/>
                  <a:pt x="52986" y="50606"/>
                </a:cubicBezTo>
                <a:cubicBezTo>
                  <a:pt x="52986" y="50681"/>
                  <a:pt x="52986" y="50757"/>
                  <a:pt x="52986" y="50819"/>
                </a:cubicBezTo>
                <a:cubicBezTo>
                  <a:pt x="52986" y="50970"/>
                  <a:pt x="52986" y="51045"/>
                  <a:pt x="52986" y="51195"/>
                </a:cubicBezTo>
                <a:cubicBezTo>
                  <a:pt x="53206" y="51195"/>
                  <a:pt x="53206" y="51195"/>
                  <a:pt x="53206" y="51195"/>
                </a:cubicBezTo>
                <a:cubicBezTo>
                  <a:pt x="53280" y="51195"/>
                  <a:pt x="53316" y="51120"/>
                  <a:pt x="53390" y="51120"/>
                </a:cubicBezTo>
                <a:cubicBezTo>
                  <a:pt x="53390" y="51120"/>
                  <a:pt x="53427" y="51120"/>
                  <a:pt x="53457" y="51195"/>
                </a:cubicBezTo>
                <a:cubicBezTo>
                  <a:pt x="53457" y="51195"/>
                  <a:pt x="53457" y="51271"/>
                  <a:pt x="53500" y="51346"/>
                </a:cubicBezTo>
                <a:cubicBezTo>
                  <a:pt x="53531" y="51346"/>
                  <a:pt x="53568" y="51346"/>
                  <a:pt x="53604" y="51346"/>
                </a:cubicBezTo>
                <a:cubicBezTo>
                  <a:pt x="53678" y="51346"/>
                  <a:pt x="53715" y="51271"/>
                  <a:pt x="53788" y="51271"/>
                </a:cubicBezTo>
                <a:cubicBezTo>
                  <a:pt x="53825" y="51271"/>
                  <a:pt x="53825" y="51346"/>
                  <a:pt x="53862" y="51346"/>
                </a:cubicBezTo>
                <a:cubicBezTo>
                  <a:pt x="53862" y="51346"/>
                  <a:pt x="53898" y="51421"/>
                  <a:pt x="53935" y="51421"/>
                </a:cubicBezTo>
                <a:cubicBezTo>
                  <a:pt x="53935" y="51421"/>
                  <a:pt x="53972" y="51421"/>
                  <a:pt x="53972" y="51496"/>
                </a:cubicBezTo>
                <a:cubicBezTo>
                  <a:pt x="54045" y="51496"/>
                  <a:pt x="54045" y="51496"/>
                  <a:pt x="54045" y="51496"/>
                </a:cubicBezTo>
                <a:cubicBezTo>
                  <a:pt x="54076" y="51571"/>
                  <a:pt x="54076" y="51646"/>
                  <a:pt x="54113" y="51646"/>
                </a:cubicBezTo>
                <a:cubicBezTo>
                  <a:pt x="54113" y="51722"/>
                  <a:pt x="54150" y="51797"/>
                  <a:pt x="54150" y="51797"/>
                </a:cubicBezTo>
                <a:cubicBezTo>
                  <a:pt x="54186" y="51872"/>
                  <a:pt x="54150" y="51935"/>
                  <a:pt x="54186" y="51935"/>
                </a:cubicBezTo>
                <a:cubicBezTo>
                  <a:pt x="54186" y="52010"/>
                  <a:pt x="54223" y="52010"/>
                  <a:pt x="54260" y="52085"/>
                </a:cubicBezTo>
                <a:cubicBezTo>
                  <a:pt x="54297" y="51872"/>
                  <a:pt x="54297" y="51872"/>
                  <a:pt x="54297" y="51872"/>
                </a:cubicBezTo>
                <a:cubicBezTo>
                  <a:pt x="54223" y="51872"/>
                  <a:pt x="54223" y="51872"/>
                  <a:pt x="54223" y="51872"/>
                </a:cubicBezTo>
                <a:cubicBezTo>
                  <a:pt x="54223" y="51872"/>
                  <a:pt x="54260" y="51797"/>
                  <a:pt x="54297" y="51797"/>
                </a:cubicBezTo>
                <a:cubicBezTo>
                  <a:pt x="54333" y="51797"/>
                  <a:pt x="54370" y="51797"/>
                  <a:pt x="54444" y="51797"/>
                </a:cubicBezTo>
                <a:cubicBezTo>
                  <a:pt x="54480" y="51797"/>
                  <a:pt x="54517" y="51722"/>
                  <a:pt x="54548" y="51722"/>
                </a:cubicBezTo>
                <a:cubicBezTo>
                  <a:pt x="54584" y="51722"/>
                  <a:pt x="54621" y="51646"/>
                  <a:pt x="54621" y="51571"/>
                </a:cubicBezTo>
                <a:cubicBezTo>
                  <a:pt x="54695" y="51496"/>
                  <a:pt x="54732" y="51496"/>
                  <a:pt x="54768" y="51421"/>
                </a:cubicBezTo>
                <a:cubicBezTo>
                  <a:pt x="54805" y="51346"/>
                  <a:pt x="54805" y="51271"/>
                  <a:pt x="54842" y="51271"/>
                </a:cubicBezTo>
                <a:cubicBezTo>
                  <a:pt x="54879" y="51195"/>
                  <a:pt x="54915" y="51120"/>
                  <a:pt x="54989" y="51120"/>
                </a:cubicBezTo>
                <a:cubicBezTo>
                  <a:pt x="55019" y="51120"/>
                  <a:pt x="55062" y="51120"/>
                  <a:pt x="55130" y="51120"/>
                </a:cubicBezTo>
                <a:cubicBezTo>
                  <a:pt x="55166" y="51120"/>
                  <a:pt x="55166" y="51045"/>
                  <a:pt x="55203" y="51045"/>
                </a:cubicBezTo>
                <a:cubicBezTo>
                  <a:pt x="55240" y="51045"/>
                  <a:pt x="55240" y="51045"/>
                  <a:pt x="55277" y="50970"/>
                </a:cubicBezTo>
                <a:cubicBezTo>
                  <a:pt x="55350" y="50907"/>
                  <a:pt x="55350" y="50819"/>
                  <a:pt x="55387" y="50681"/>
                </a:cubicBezTo>
                <a:cubicBezTo>
                  <a:pt x="55460" y="50531"/>
                  <a:pt x="55497" y="50456"/>
                  <a:pt x="55601" y="50381"/>
                </a:cubicBezTo>
                <a:cubicBezTo>
                  <a:pt x="55638" y="50381"/>
                  <a:pt x="55675" y="50306"/>
                  <a:pt x="55748" y="50306"/>
                </a:cubicBezTo>
                <a:cubicBezTo>
                  <a:pt x="55822" y="50306"/>
                  <a:pt x="55859" y="50306"/>
                  <a:pt x="55969" y="50306"/>
                </a:cubicBezTo>
                <a:cubicBezTo>
                  <a:pt x="56006" y="50306"/>
                  <a:pt x="56036" y="50306"/>
                  <a:pt x="56110" y="50306"/>
                </a:cubicBezTo>
                <a:cubicBezTo>
                  <a:pt x="56110" y="49792"/>
                  <a:pt x="56110" y="49792"/>
                  <a:pt x="56110" y="49792"/>
                </a:cubicBezTo>
                <a:cubicBezTo>
                  <a:pt x="56110" y="49716"/>
                  <a:pt x="56073" y="49716"/>
                  <a:pt x="56073" y="49641"/>
                </a:cubicBezTo>
                <a:cubicBezTo>
                  <a:pt x="56036" y="49641"/>
                  <a:pt x="56036" y="49566"/>
                  <a:pt x="56006" y="49566"/>
                </a:cubicBezTo>
                <a:cubicBezTo>
                  <a:pt x="55969" y="49491"/>
                  <a:pt x="55932" y="49491"/>
                  <a:pt x="55932" y="49416"/>
                </a:cubicBezTo>
                <a:cubicBezTo>
                  <a:pt x="55932" y="49340"/>
                  <a:pt x="55932" y="49265"/>
                  <a:pt x="55932" y="49190"/>
                </a:cubicBezTo>
                <a:cubicBezTo>
                  <a:pt x="55969" y="49115"/>
                  <a:pt x="55969" y="49115"/>
                  <a:pt x="56006" y="49040"/>
                </a:cubicBezTo>
                <a:cubicBezTo>
                  <a:pt x="56036" y="48889"/>
                  <a:pt x="56036" y="48814"/>
                  <a:pt x="56073" y="48676"/>
                </a:cubicBezTo>
                <a:cubicBezTo>
                  <a:pt x="56110" y="48601"/>
                  <a:pt x="56110" y="48601"/>
                  <a:pt x="56110" y="48601"/>
                </a:cubicBezTo>
                <a:cubicBezTo>
                  <a:pt x="56147" y="48526"/>
                  <a:pt x="56147" y="48451"/>
                  <a:pt x="56147" y="48451"/>
                </a:cubicBezTo>
                <a:cubicBezTo>
                  <a:pt x="56183" y="48375"/>
                  <a:pt x="56183" y="48300"/>
                  <a:pt x="56183" y="48300"/>
                </a:cubicBezTo>
                <a:cubicBezTo>
                  <a:pt x="56220" y="48225"/>
                  <a:pt x="56220" y="48300"/>
                  <a:pt x="56257" y="48300"/>
                </a:cubicBezTo>
                <a:cubicBezTo>
                  <a:pt x="56294" y="48225"/>
                  <a:pt x="56367" y="48300"/>
                  <a:pt x="56404" y="48225"/>
                </a:cubicBezTo>
                <a:cubicBezTo>
                  <a:pt x="56441" y="48225"/>
                  <a:pt x="56441" y="48150"/>
                  <a:pt x="56441" y="48075"/>
                </a:cubicBezTo>
                <a:cubicBezTo>
                  <a:pt x="56477" y="48075"/>
                  <a:pt x="56477" y="48000"/>
                  <a:pt x="56514" y="47924"/>
                </a:cubicBezTo>
                <a:cubicBezTo>
                  <a:pt x="56514" y="47924"/>
                  <a:pt x="56551" y="47924"/>
                  <a:pt x="56581" y="47924"/>
                </a:cubicBezTo>
                <a:cubicBezTo>
                  <a:pt x="56581" y="47924"/>
                  <a:pt x="56618" y="47924"/>
                  <a:pt x="56655" y="47924"/>
                </a:cubicBezTo>
                <a:cubicBezTo>
                  <a:pt x="56655" y="47924"/>
                  <a:pt x="56655" y="47774"/>
                  <a:pt x="56692" y="47774"/>
                </a:cubicBezTo>
                <a:cubicBezTo>
                  <a:pt x="56728" y="47774"/>
                  <a:pt x="56728" y="47774"/>
                  <a:pt x="56765" y="47774"/>
                </a:cubicBezTo>
                <a:cubicBezTo>
                  <a:pt x="56802" y="47774"/>
                  <a:pt x="56802" y="47711"/>
                  <a:pt x="56839" y="47711"/>
                </a:cubicBezTo>
                <a:cubicBezTo>
                  <a:pt x="56912" y="47711"/>
                  <a:pt x="56949" y="47711"/>
                  <a:pt x="57059" y="47711"/>
                </a:cubicBezTo>
                <a:cubicBezTo>
                  <a:pt x="57096" y="47711"/>
                  <a:pt x="57127" y="47711"/>
                  <a:pt x="57200" y="47711"/>
                </a:cubicBezTo>
                <a:cubicBezTo>
                  <a:pt x="57200" y="47260"/>
                  <a:pt x="57200" y="47260"/>
                  <a:pt x="57200" y="47260"/>
                </a:cubicBezTo>
                <a:cubicBezTo>
                  <a:pt x="57200" y="47110"/>
                  <a:pt x="57200" y="47110"/>
                  <a:pt x="57200" y="47110"/>
                </a:cubicBezTo>
                <a:cubicBezTo>
                  <a:pt x="57163" y="46959"/>
                  <a:pt x="57163" y="46884"/>
                  <a:pt x="57163" y="46809"/>
                </a:cubicBezTo>
                <a:cubicBezTo>
                  <a:pt x="57163" y="46746"/>
                  <a:pt x="57163" y="46746"/>
                  <a:pt x="57163" y="46659"/>
                </a:cubicBezTo>
                <a:cubicBezTo>
                  <a:pt x="57163" y="46521"/>
                  <a:pt x="57163" y="46445"/>
                  <a:pt x="57163" y="46370"/>
                </a:cubicBezTo>
                <a:cubicBezTo>
                  <a:pt x="57163" y="46295"/>
                  <a:pt x="57200" y="46295"/>
                  <a:pt x="57200" y="46220"/>
                </a:cubicBezTo>
                <a:cubicBezTo>
                  <a:pt x="57237" y="46145"/>
                  <a:pt x="57274" y="46145"/>
                  <a:pt x="57347" y="46145"/>
                </a:cubicBezTo>
                <a:cubicBezTo>
                  <a:pt x="57384" y="46145"/>
                  <a:pt x="57421" y="46069"/>
                  <a:pt x="57457" y="46069"/>
                </a:cubicBezTo>
                <a:cubicBezTo>
                  <a:pt x="57531" y="46069"/>
                  <a:pt x="57568" y="46145"/>
                  <a:pt x="57635" y="46145"/>
                </a:cubicBezTo>
                <a:cubicBezTo>
                  <a:pt x="57635" y="46145"/>
                  <a:pt x="57672" y="46145"/>
                  <a:pt x="57709" y="46145"/>
                </a:cubicBezTo>
                <a:cubicBezTo>
                  <a:pt x="57782" y="46220"/>
                  <a:pt x="57819" y="46295"/>
                  <a:pt x="57892" y="46370"/>
                </a:cubicBezTo>
                <a:cubicBezTo>
                  <a:pt x="57966" y="46445"/>
                  <a:pt x="58003" y="46445"/>
                  <a:pt x="58076" y="46445"/>
                </a:cubicBezTo>
                <a:cubicBezTo>
                  <a:pt x="58180" y="46445"/>
                  <a:pt x="58180" y="46445"/>
                  <a:pt x="58180" y="46445"/>
                </a:cubicBezTo>
                <a:cubicBezTo>
                  <a:pt x="58217" y="46445"/>
                  <a:pt x="58217" y="46370"/>
                  <a:pt x="58254" y="46370"/>
                </a:cubicBezTo>
                <a:cubicBezTo>
                  <a:pt x="58290" y="46370"/>
                  <a:pt x="58290" y="46445"/>
                  <a:pt x="58327" y="46445"/>
                </a:cubicBezTo>
                <a:cubicBezTo>
                  <a:pt x="58327" y="46295"/>
                  <a:pt x="58327" y="46220"/>
                  <a:pt x="58327" y="46145"/>
                </a:cubicBezTo>
                <a:cubicBezTo>
                  <a:pt x="58327" y="46145"/>
                  <a:pt x="58327" y="46069"/>
                  <a:pt x="58327" y="45994"/>
                </a:cubicBezTo>
                <a:cubicBezTo>
                  <a:pt x="58364" y="45994"/>
                  <a:pt x="58401" y="45919"/>
                  <a:pt x="58401" y="45919"/>
                </a:cubicBezTo>
                <a:cubicBezTo>
                  <a:pt x="58437" y="45844"/>
                  <a:pt x="58437" y="45769"/>
                  <a:pt x="58474" y="45769"/>
                </a:cubicBezTo>
                <a:cubicBezTo>
                  <a:pt x="58474" y="45769"/>
                  <a:pt x="58511" y="45769"/>
                  <a:pt x="58548" y="45769"/>
                </a:cubicBezTo>
                <a:cubicBezTo>
                  <a:pt x="58621" y="45769"/>
                  <a:pt x="58621" y="45769"/>
                  <a:pt x="58621" y="45769"/>
                </a:cubicBezTo>
                <a:cubicBezTo>
                  <a:pt x="58652" y="45769"/>
                  <a:pt x="58689" y="45769"/>
                  <a:pt x="58725" y="45769"/>
                </a:cubicBezTo>
                <a:cubicBezTo>
                  <a:pt x="58762" y="45769"/>
                  <a:pt x="58762" y="45693"/>
                  <a:pt x="58799" y="45693"/>
                </a:cubicBezTo>
                <a:cubicBezTo>
                  <a:pt x="58836" y="45631"/>
                  <a:pt x="58872" y="45631"/>
                  <a:pt x="58872" y="45556"/>
                </a:cubicBezTo>
                <a:cubicBezTo>
                  <a:pt x="58909" y="45556"/>
                  <a:pt x="58909" y="45480"/>
                  <a:pt x="58946" y="45480"/>
                </a:cubicBezTo>
                <a:cubicBezTo>
                  <a:pt x="58983" y="45405"/>
                  <a:pt x="58983" y="45330"/>
                  <a:pt x="59019" y="45330"/>
                </a:cubicBezTo>
                <a:cubicBezTo>
                  <a:pt x="59056" y="45330"/>
                  <a:pt x="59056" y="45330"/>
                  <a:pt x="59093" y="45330"/>
                </a:cubicBezTo>
                <a:cubicBezTo>
                  <a:pt x="59160" y="45330"/>
                  <a:pt x="59197" y="45405"/>
                  <a:pt x="59234" y="45480"/>
                </a:cubicBezTo>
                <a:cubicBezTo>
                  <a:pt x="59271" y="45556"/>
                  <a:pt x="59307" y="45631"/>
                  <a:pt x="59344" y="45769"/>
                </a:cubicBezTo>
                <a:cubicBezTo>
                  <a:pt x="59418" y="45844"/>
                  <a:pt x="59454" y="45994"/>
                  <a:pt x="59491" y="46145"/>
                </a:cubicBezTo>
                <a:cubicBezTo>
                  <a:pt x="59491" y="46220"/>
                  <a:pt x="59491" y="46295"/>
                  <a:pt x="59491" y="46295"/>
                </a:cubicBezTo>
                <a:cubicBezTo>
                  <a:pt x="59491" y="46370"/>
                  <a:pt x="59528" y="46370"/>
                  <a:pt x="59565" y="46445"/>
                </a:cubicBezTo>
                <a:cubicBezTo>
                  <a:pt x="59565" y="46521"/>
                  <a:pt x="59565" y="46596"/>
                  <a:pt x="59601" y="46596"/>
                </a:cubicBezTo>
                <a:cubicBezTo>
                  <a:pt x="59638" y="46596"/>
                  <a:pt x="59638" y="46659"/>
                  <a:pt x="59669" y="46659"/>
                </a:cubicBezTo>
                <a:cubicBezTo>
                  <a:pt x="59742" y="46746"/>
                  <a:pt x="59742" y="46746"/>
                  <a:pt x="59742" y="46746"/>
                </a:cubicBezTo>
                <a:cubicBezTo>
                  <a:pt x="59779" y="46746"/>
                  <a:pt x="59779" y="46809"/>
                  <a:pt x="59816" y="46809"/>
                </a:cubicBezTo>
                <a:cubicBezTo>
                  <a:pt x="59852" y="46809"/>
                  <a:pt x="59852" y="46884"/>
                  <a:pt x="59889" y="46959"/>
                </a:cubicBezTo>
                <a:cubicBezTo>
                  <a:pt x="59889" y="46959"/>
                  <a:pt x="59889" y="47034"/>
                  <a:pt x="59889" y="47110"/>
                </a:cubicBezTo>
                <a:cubicBezTo>
                  <a:pt x="59926" y="47185"/>
                  <a:pt x="59963" y="47185"/>
                  <a:pt x="60000" y="47185"/>
                </a:cubicBezTo>
                <a:cubicBezTo>
                  <a:pt x="60000" y="47260"/>
                  <a:pt x="60000" y="47335"/>
                  <a:pt x="60030" y="47335"/>
                </a:cubicBezTo>
                <a:cubicBezTo>
                  <a:pt x="60067" y="47410"/>
                  <a:pt x="60067" y="47410"/>
                  <a:pt x="60104" y="47410"/>
                </a:cubicBezTo>
                <a:cubicBezTo>
                  <a:pt x="60140" y="47486"/>
                  <a:pt x="60140" y="47486"/>
                  <a:pt x="60177" y="47561"/>
                </a:cubicBezTo>
                <a:cubicBezTo>
                  <a:pt x="60177" y="47561"/>
                  <a:pt x="60208" y="47636"/>
                  <a:pt x="60245" y="47636"/>
                </a:cubicBezTo>
                <a:cubicBezTo>
                  <a:pt x="60281" y="47711"/>
                  <a:pt x="60281" y="47711"/>
                  <a:pt x="60318" y="47774"/>
                </a:cubicBezTo>
                <a:cubicBezTo>
                  <a:pt x="60318" y="47774"/>
                  <a:pt x="60355" y="47849"/>
                  <a:pt x="60392" y="47849"/>
                </a:cubicBezTo>
                <a:cubicBezTo>
                  <a:pt x="60465" y="47849"/>
                  <a:pt x="60502" y="47924"/>
                  <a:pt x="60539" y="47924"/>
                </a:cubicBezTo>
                <a:cubicBezTo>
                  <a:pt x="60575" y="47924"/>
                  <a:pt x="60612" y="47924"/>
                  <a:pt x="60612" y="47924"/>
                </a:cubicBezTo>
                <a:cubicBezTo>
                  <a:pt x="60649" y="48000"/>
                  <a:pt x="60679" y="48000"/>
                  <a:pt x="60679" y="48000"/>
                </a:cubicBezTo>
                <a:cubicBezTo>
                  <a:pt x="60716" y="48075"/>
                  <a:pt x="60716" y="48150"/>
                  <a:pt x="60716" y="48150"/>
                </a:cubicBezTo>
                <a:cubicBezTo>
                  <a:pt x="60790" y="48300"/>
                  <a:pt x="60826" y="48451"/>
                  <a:pt x="60900" y="48601"/>
                </a:cubicBezTo>
                <a:cubicBezTo>
                  <a:pt x="60937" y="48601"/>
                  <a:pt x="60937" y="48601"/>
                  <a:pt x="60973" y="48601"/>
                </a:cubicBezTo>
                <a:cubicBezTo>
                  <a:pt x="61010" y="48601"/>
                  <a:pt x="61010" y="48676"/>
                  <a:pt x="61047" y="48676"/>
                </a:cubicBezTo>
                <a:cubicBezTo>
                  <a:pt x="61084" y="48676"/>
                  <a:pt x="61084" y="48676"/>
                  <a:pt x="61120" y="48739"/>
                </a:cubicBezTo>
                <a:cubicBezTo>
                  <a:pt x="61151" y="48814"/>
                  <a:pt x="61151" y="48889"/>
                  <a:pt x="61194" y="49040"/>
                </a:cubicBezTo>
                <a:cubicBezTo>
                  <a:pt x="61225" y="49115"/>
                  <a:pt x="61298" y="49115"/>
                  <a:pt x="61335" y="49265"/>
                </a:cubicBezTo>
                <a:cubicBezTo>
                  <a:pt x="61372" y="49265"/>
                  <a:pt x="61372" y="49340"/>
                  <a:pt x="61372" y="49416"/>
                </a:cubicBezTo>
                <a:cubicBezTo>
                  <a:pt x="61372" y="49416"/>
                  <a:pt x="61372" y="49491"/>
                  <a:pt x="61408" y="49566"/>
                </a:cubicBezTo>
                <a:cubicBezTo>
                  <a:pt x="61408" y="49641"/>
                  <a:pt x="61408" y="49716"/>
                  <a:pt x="61408" y="49854"/>
                </a:cubicBezTo>
                <a:cubicBezTo>
                  <a:pt x="61408" y="49930"/>
                  <a:pt x="61408" y="50005"/>
                  <a:pt x="61408" y="50080"/>
                </a:cubicBezTo>
                <a:cubicBezTo>
                  <a:pt x="61261" y="50080"/>
                  <a:pt x="61151" y="50080"/>
                  <a:pt x="61047" y="50230"/>
                </a:cubicBezTo>
                <a:cubicBezTo>
                  <a:pt x="61010" y="50306"/>
                  <a:pt x="61010" y="50381"/>
                  <a:pt x="61010" y="50381"/>
                </a:cubicBezTo>
                <a:cubicBezTo>
                  <a:pt x="60973" y="50381"/>
                  <a:pt x="60937" y="50381"/>
                  <a:pt x="60937" y="50456"/>
                </a:cubicBezTo>
                <a:cubicBezTo>
                  <a:pt x="60863" y="50456"/>
                  <a:pt x="60826" y="50456"/>
                  <a:pt x="60790" y="50456"/>
                </a:cubicBezTo>
                <a:cubicBezTo>
                  <a:pt x="60753" y="50456"/>
                  <a:pt x="60716" y="50381"/>
                  <a:pt x="60679" y="50381"/>
                </a:cubicBezTo>
                <a:cubicBezTo>
                  <a:pt x="60502" y="50381"/>
                  <a:pt x="60392" y="50381"/>
                  <a:pt x="60208" y="50381"/>
                </a:cubicBezTo>
                <a:cubicBezTo>
                  <a:pt x="60208" y="50606"/>
                  <a:pt x="60208" y="50606"/>
                  <a:pt x="60208" y="50606"/>
                </a:cubicBezTo>
                <a:cubicBezTo>
                  <a:pt x="60281" y="50606"/>
                  <a:pt x="60318" y="50606"/>
                  <a:pt x="60355" y="50681"/>
                </a:cubicBezTo>
                <a:cubicBezTo>
                  <a:pt x="60392" y="50757"/>
                  <a:pt x="60428" y="50757"/>
                  <a:pt x="60428" y="50819"/>
                </a:cubicBezTo>
                <a:cubicBezTo>
                  <a:pt x="60465" y="50819"/>
                  <a:pt x="60465" y="50907"/>
                  <a:pt x="60465" y="50970"/>
                </a:cubicBezTo>
                <a:cubicBezTo>
                  <a:pt x="60465" y="50970"/>
                  <a:pt x="60502" y="51045"/>
                  <a:pt x="60502" y="51120"/>
                </a:cubicBezTo>
                <a:cubicBezTo>
                  <a:pt x="60539" y="51120"/>
                  <a:pt x="60539" y="51195"/>
                  <a:pt x="60575" y="51195"/>
                </a:cubicBezTo>
                <a:cubicBezTo>
                  <a:pt x="60612" y="51195"/>
                  <a:pt x="60612" y="51195"/>
                  <a:pt x="60649" y="51195"/>
                </a:cubicBezTo>
                <a:cubicBezTo>
                  <a:pt x="60679" y="51195"/>
                  <a:pt x="60716" y="51271"/>
                  <a:pt x="60790" y="51271"/>
                </a:cubicBezTo>
                <a:cubicBezTo>
                  <a:pt x="61194" y="51271"/>
                  <a:pt x="61194" y="51271"/>
                  <a:pt x="61194" y="51271"/>
                </a:cubicBezTo>
                <a:cubicBezTo>
                  <a:pt x="61194" y="50757"/>
                  <a:pt x="61194" y="50757"/>
                  <a:pt x="61194" y="50757"/>
                </a:cubicBezTo>
                <a:cubicBezTo>
                  <a:pt x="61225" y="50757"/>
                  <a:pt x="61261" y="50681"/>
                  <a:pt x="61298" y="50681"/>
                </a:cubicBezTo>
                <a:cubicBezTo>
                  <a:pt x="61335" y="50606"/>
                  <a:pt x="61372" y="50606"/>
                  <a:pt x="61445" y="50531"/>
                </a:cubicBezTo>
                <a:cubicBezTo>
                  <a:pt x="61445" y="50456"/>
                  <a:pt x="61482" y="50381"/>
                  <a:pt x="61482" y="50381"/>
                </a:cubicBezTo>
                <a:cubicBezTo>
                  <a:pt x="61519" y="50306"/>
                  <a:pt x="61555" y="50381"/>
                  <a:pt x="61555" y="50381"/>
                </a:cubicBezTo>
                <a:cubicBezTo>
                  <a:pt x="61592" y="50306"/>
                  <a:pt x="61592" y="50230"/>
                  <a:pt x="61592" y="50230"/>
                </a:cubicBezTo>
                <a:cubicBezTo>
                  <a:pt x="61592" y="50080"/>
                  <a:pt x="61592" y="50005"/>
                  <a:pt x="61629" y="49930"/>
                </a:cubicBezTo>
                <a:cubicBezTo>
                  <a:pt x="61629" y="49854"/>
                  <a:pt x="61629" y="49792"/>
                  <a:pt x="61629" y="49792"/>
                </a:cubicBezTo>
                <a:cubicBezTo>
                  <a:pt x="61666" y="49716"/>
                  <a:pt x="61666" y="49716"/>
                  <a:pt x="61696" y="49641"/>
                </a:cubicBezTo>
                <a:cubicBezTo>
                  <a:pt x="61739" y="49641"/>
                  <a:pt x="61770" y="49716"/>
                  <a:pt x="61770" y="49641"/>
                </a:cubicBezTo>
                <a:cubicBezTo>
                  <a:pt x="61843" y="49641"/>
                  <a:pt x="61843" y="49641"/>
                  <a:pt x="61917" y="49566"/>
                </a:cubicBezTo>
                <a:cubicBezTo>
                  <a:pt x="61917" y="49491"/>
                  <a:pt x="61917" y="49491"/>
                  <a:pt x="61917" y="49416"/>
                </a:cubicBezTo>
                <a:cubicBezTo>
                  <a:pt x="61917" y="49340"/>
                  <a:pt x="61917" y="49340"/>
                  <a:pt x="61917" y="49265"/>
                </a:cubicBezTo>
                <a:cubicBezTo>
                  <a:pt x="61917" y="49115"/>
                  <a:pt x="61917" y="49115"/>
                  <a:pt x="61917" y="49115"/>
                </a:cubicBezTo>
                <a:cubicBezTo>
                  <a:pt x="61880" y="49115"/>
                  <a:pt x="61843" y="49115"/>
                  <a:pt x="61807" y="49115"/>
                </a:cubicBezTo>
                <a:cubicBezTo>
                  <a:pt x="61666" y="49115"/>
                  <a:pt x="61666" y="49115"/>
                  <a:pt x="61666" y="49115"/>
                </a:cubicBezTo>
                <a:cubicBezTo>
                  <a:pt x="61666" y="49115"/>
                  <a:pt x="61629" y="49115"/>
                  <a:pt x="61592" y="49115"/>
                </a:cubicBezTo>
                <a:cubicBezTo>
                  <a:pt x="61592" y="48965"/>
                  <a:pt x="61592" y="48965"/>
                  <a:pt x="61592" y="48965"/>
                </a:cubicBezTo>
                <a:cubicBezTo>
                  <a:pt x="61629" y="48889"/>
                  <a:pt x="61629" y="48814"/>
                  <a:pt x="61629" y="48739"/>
                </a:cubicBezTo>
                <a:cubicBezTo>
                  <a:pt x="61880" y="48739"/>
                  <a:pt x="61880" y="48739"/>
                  <a:pt x="61880" y="48739"/>
                </a:cubicBezTo>
                <a:cubicBezTo>
                  <a:pt x="61954" y="48739"/>
                  <a:pt x="61990" y="48814"/>
                  <a:pt x="62027" y="48814"/>
                </a:cubicBezTo>
                <a:cubicBezTo>
                  <a:pt x="62064" y="48889"/>
                  <a:pt x="62101" y="48889"/>
                  <a:pt x="62101" y="48889"/>
                </a:cubicBezTo>
                <a:cubicBezTo>
                  <a:pt x="62137" y="48965"/>
                  <a:pt x="62137" y="49040"/>
                  <a:pt x="62174" y="49040"/>
                </a:cubicBezTo>
                <a:cubicBezTo>
                  <a:pt x="62211" y="49040"/>
                  <a:pt x="62211" y="48965"/>
                  <a:pt x="62241" y="48965"/>
                </a:cubicBezTo>
                <a:cubicBezTo>
                  <a:pt x="62211" y="48814"/>
                  <a:pt x="62174" y="48739"/>
                  <a:pt x="62174" y="48601"/>
                </a:cubicBezTo>
                <a:cubicBezTo>
                  <a:pt x="62174" y="48451"/>
                  <a:pt x="62174" y="48375"/>
                  <a:pt x="62174" y="48300"/>
                </a:cubicBezTo>
                <a:cubicBezTo>
                  <a:pt x="62137" y="48300"/>
                  <a:pt x="62101" y="48225"/>
                  <a:pt x="62064" y="48225"/>
                </a:cubicBezTo>
                <a:cubicBezTo>
                  <a:pt x="62027" y="48225"/>
                  <a:pt x="62027" y="48225"/>
                  <a:pt x="61990" y="48225"/>
                </a:cubicBezTo>
                <a:cubicBezTo>
                  <a:pt x="61954" y="48225"/>
                  <a:pt x="61954" y="48150"/>
                  <a:pt x="61917" y="48150"/>
                </a:cubicBezTo>
                <a:cubicBezTo>
                  <a:pt x="61880" y="48075"/>
                  <a:pt x="61880" y="48075"/>
                  <a:pt x="61843" y="48000"/>
                </a:cubicBezTo>
                <a:cubicBezTo>
                  <a:pt x="61807" y="48000"/>
                  <a:pt x="61807" y="47924"/>
                  <a:pt x="61770" y="47849"/>
                </a:cubicBezTo>
                <a:cubicBezTo>
                  <a:pt x="61770" y="47849"/>
                  <a:pt x="61739" y="47849"/>
                  <a:pt x="61696" y="47849"/>
                </a:cubicBezTo>
                <a:cubicBezTo>
                  <a:pt x="61666" y="47774"/>
                  <a:pt x="61666" y="47711"/>
                  <a:pt x="61629" y="47711"/>
                </a:cubicBezTo>
                <a:cubicBezTo>
                  <a:pt x="61629" y="47711"/>
                  <a:pt x="61592" y="47711"/>
                  <a:pt x="61555" y="47711"/>
                </a:cubicBezTo>
                <a:cubicBezTo>
                  <a:pt x="61555" y="47636"/>
                  <a:pt x="61555" y="47636"/>
                  <a:pt x="61519" y="47561"/>
                </a:cubicBezTo>
                <a:cubicBezTo>
                  <a:pt x="61482" y="47561"/>
                  <a:pt x="61519" y="47410"/>
                  <a:pt x="61482" y="47410"/>
                </a:cubicBezTo>
                <a:lnTo>
                  <a:pt x="61445" y="47410"/>
                </a:lnTo>
                <a:cubicBezTo>
                  <a:pt x="61408" y="47410"/>
                  <a:pt x="61372" y="47410"/>
                  <a:pt x="61372" y="47410"/>
                </a:cubicBezTo>
                <a:cubicBezTo>
                  <a:pt x="61335" y="47410"/>
                  <a:pt x="61298" y="47335"/>
                  <a:pt x="61298" y="47335"/>
                </a:cubicBezTo>
                <a:cubicBezTo>
                  <a:pt x="61261" y="47335"/>
                  <a:pt x="61225" y="47335"/>
                  <a:pt x="61225" y="47335"/>
                </a:cubicBezTo>
                <a:cubicBezTo>
                  <a:pt x="61194" y="47260"/>
                  <a:pt x="61194" y="47185"/>
                  <a:pt x="61194" y="47185"/>
                </a:cubicBezTo>
                <a:cubicBezTo>
                  <a:pt x="61151" y="47110"/>
                  <a:pt x="61151" y="47110"/>
                  <a:pt x="61120" y="47034"/>
                </a:cubicBezTo>
                <a:cubicBezTo>
                  <a:pt x="61084" y="47034"/>
                  <a:pt x="61084" y="47034"/>
                  <a:pt x="61047" y="47034"/>
                </a:cubicBezTo>
                <a:cubicBezTo>
                  <a:pt x="61010" y="47034"/>
                  <a:pt x="61010" y="46959"/>
                  <a:pt x="60973" y="46959"/>
                </a:cubicBezTo>
                <a:cubicBezTo>
                  <a:pt x="60937" y="46959"/>
                  <a:pt x="60937" y="46959"/>
                  <a:pt x="60900" y="46959"/>
                </a:cubicBezTo>
                <a:cubicBezTo>
                  <a:pt x="60900" y="46959"/>
                  <a:pt x="60900" y="46884"/>
                  <a:pt x="60900" y="46809"/>
                </a:cubicBezTo>
                <a:lnTo>
                  <a:pt x="60973" y="46746"/>
                </a:lnTo>
                <a:cubicBezTo>
                  <a:pt x="60973" y="46659"/>
                  <a:pt x="60937" y="46596"/>
                  <a:pt x="60937" y="46596"/>
                </a:cubicBezTo>
                <a:cubicBezTo>
                  <a:pt x="60937" y="46445"/>
                  <a:pt x="60900" y="46445"/>
                  <a:pt x="60900" y="46370"/>
                </a:cubicBezTo>
                <a:cubicBezTo>
                  <a:pt x="60863" y="46370"/>
                  <a:pt x="60863" y="46295"/>
                  <a:pt x="60826" y="46295"/>
                </a:cubicBezTo>
                <a:cubicBezTo>
                  <a:pt x="60753" y="46220"/>
                  <a:pt x="60679" y="46220"/>
                  <a:pt x="60612" y="46145"/>
                </a:cubicBezTo>
                <a:cubicBezTo>
                  <a:pt x="60575" y="46069"/>
                  <a:pt x="60612" y="45994"/>
                  <a:pt x="60575" y="45994"/>
                </a:cubicBezTo>
                <a:cubicBezTo>
                  <a:pt x="60539" y="45994"/>
                  <a:pt x="60502" y="45994"/>
                  <a:pt x="60502" y="45994"/>
                </a:cubicBezTo>
                <a:cubicBezTo>
                  <a:pt x="60502" y="45919"/>
                  <a:pt x="60502" y="45919"/>
                  <a:pt x="60502" y="45844"/>
                </a:cubicBezTo>
                <a:cubicBezTo>
                  <a:pt x="60465" y="45693"/>
                  <a:pt x="60502" y="45631"/>
                  <a:pt x="60502" y="45556"/>
                </a:cubicBezTo>
                <a:cubicBezTo>
                  <a:pt x="60428" y="45480"/>
                  <a:pt x="60392" y="45480"/>
                  <a:pt x="60318" y="45480"/>
                </a:cubicBezTo>
                <a:cubicBezTo>
                  <a:pt x="60281" y="45480"/>
                  <a:pt x="60245" y="45480"/>
                  <a:pt x="60177" y="45480"/>
                </a:cubicBezTo>
                <a:cubicBezTo>
                  <a:pt x="60177" y="45104"/>
                  <a:pt x="60177" y="45104"/>
                  <a:pt x="60177" y="45104"/>
                </a:cubicBezTo>
                <a:cubicBezTo>
                  <a:pt x="60245" y="44954"/>
                  <a:pt x="60245" y="44954"/>
                  <a:pt x="60245" y="44954"/>
                </a:cubicBezTo>
                <a:cubicBezTo>
                  <a:pt x="60245" y="44954"/>
                  <a:pt x="60318" y="44954"/>
                  <a:pt x="60318" y="44879"/>
                </a:cubicBezTo>
                <a:cubicBezTo>
                  <a:pt x="60318" y="44804"/>
                  <a:pt x="60318" y="44804"/>
                  <a:pt x="60318" y="44804"/>
                </a:cubicBezTo>
                <a:cubicBezTo>
                  <a:pt x="60318" y="44728"/>
                  <a:pt x="60281" y="44728"/>
                  <a:pt x="60281" y="44653"/>
                </a:cubicBezTo>
                <a:cubicBezTo>
                  <a:pt x="60281" y="44578"/>
                  <a:pt x="60208" y="44578"/>
                  <a:pt x="60208" y="44515"/>
                </a:cubicBezTo>
                <a:cubicBezTo>
                  <a:pt x="60208" y="44440"/>
                  <a:pt x="60245" y="44365"/>
                  <a:pt x="60281" y="44290"/>
                </a:cubicBezTo>
                <a:cubicBezTo>
                  <a:pt x="60281" y="44290"/>
                  <a:pt x="60355" y="44290"/>
                  <a:pt x="60392" y="44290"/>
                </a:cubicBezTo>
                <a:cubicBezTo>
                  <a:pt x="60428" y="44290"/>
                  <a:pt x="60465" y="44290"/>
                  <a:pt x="60502" y="44290"/>
                </a:cubicBezTo>
                <a:cubicBezTo>
                  <a:pt x="60502" y="44365"/>
                  <a:pt x="60539" y="44365"/>
                  <a:pt x="60539" y="44440"/>
                </a:cubicBezTo>
                <a:cubicBezTo>
                  <a:pt x="60575" y="44440"/>
                  <a:pt x="60539" y="44515"/>
                  <a:pt x="60575" y="44578"/>
                </a:cubicBezTo>
                <a:cubicBezTo>
                  <a:pt x="60575" y="44653"/>
                  <a:pt x="60575" y="44728"/>
                  <a:pt x="60612" y="44728"/>
                </a:cubicBezTo>
                <a:cubicBezTo>
                  <a:pt x="60612" y="44728"/>
                  <a:pt x="60649" y="44728"/>
                  <a:pt x="60679" y="44728"/>
                </a:cubicBezTo>
                <a:cubicBezTo>
                  <a:pt x="60679" y="44728"/>
                  <a:pt x="60716" y="44728"/>
                  <a:pt x="60753" y="44804"/>
                </a:cubicBezTo>
                <a:cubicBezTo>
                  <a:pt x="60790" y="44804"/>
                  <a:pt x="60790" y="44804"/>
                  <a:pt x="60826" y="44879"/>
                </a:cubicBezTo>
                <a:cubicBezTo>
                  <a:pt x="60826" y="44879"/>
                  <a:pt x="60826" y="44954"/>
                  <a:pt x="60863" y="45029"/>
                </a:cubicBezTo>
                <a:cubicBezTo>
                  <a:pt x="60900" y="45029"/>
                  <a:pt x="60900" y="45104"/>
                  <a:pt x="60937" y="45104"/>
                </a:cubicBezTo>
                <a:cubicBezTo>
                  <a:pt x="60973" y="45104"/>
                  <a:pt x="60973" y="45104"/>
                  <a:pt x="61010" y="45104"/>
                </a:cubicBezTo>
                <a:cubicBezTo>
                  <a:pt x="61047" y="45104"/>
                  <a:pt x="61047" y="45180"/>
                  <a:pt x="61084" y="45180"/>
                </a:cubicBezTo>
                <a:cubicBezTo>
                  <a:pt x="61120" y="45255"/>
                  <a:pt x="61120" y="45330"/>
                  <a:pt x="61120" y="45405"/>
                </a:cubicBezTo>
                <a:cubicBezTo>
                  <a:pt x="61151" y="45480"/>
                  <a:pt x="61151" y="45631"/>
                  <a:pt x="61194" y="45693"/>
                </a:cubicBezTo>
                <a:cubicBezTo>
                  <a:pt x="61194" y="45693"/>
                  <a:pt x="61225" y="45693"/>
                  <a:pt x="61261" y="45693"/>
                </a:cubicBezTo>
                <a:cubicBezTo>
                  <a:pt x="61298" y="45769"/>
                  <a:pt x="61335" y="45844"/>
                  <a:pt x="61408" y="45919"/>
                </a:cubicBezTo>
                <a:cubicBezTo>
                  <a:pt x="61408" y="45919"/>
                  <a:pt x="61445" y="45994"/>
                  <a:pt x="61482" y="45994"/>
                </a:cubicBezTo>
                <a:cubicBezTo>
                  <a:pt x="61482" y="45994"/>
                  <a:pt x="61482" y="46069"/>
                  <a:pt x="61519" y="46145"/>
                </a:cubicBezTo>
                <a:cubicBezTo>
                  <a:pt x="61555" y="46220"/>
                  <a:pt x="61629" y="46295"/>
                  <a:pt x="61666" y="46295"/>
                </a:cubicBezTo>
                <a:cubicBezTo>
                  <a:pt x="61739" y="46295"/>
                  <a:pt x="61770" y="46220"/>
                  <a:pt x="61807" y="46295"/>
                </a:cubicBezTo>
                <a:cubicBezTo>
                  <a:pt x="61843" y="46370"/>
                  <a:pt x="61807" y="46445"/>
                  <a:pt x="61843" y="46445"/>
                </a:cubicBezTo>
                <a:cubicBezTo>
                  <a:pt x="61843" y="46521"/>
                  <a:pt x="61843" y="46596"/>
                  <a:pt x="61880" y="46596"/>
                </a:cubicBezTo>
                <a:cubicBezTo>
                  <a:pt x="61917" y="46659"/>
                  <a:pt x="61917" y="46659"/>
                  <a:pt x="61954" y="46659"/>
                </a:cubicBezTo>
                <a:cubicBezTo>
                  <a:pt x="61990" y="46746"/>
                  <a:pt x="62027" y="46746"/>
                  <a:pt x="62101" y="46809"/>
                </a:cubicBezTo>
                <a:cubicBezTo>
                  <a:pt x="62174" y="46884"/>
                  <a:pt x="62211" y="47110"/>
                  <a:pt x="62315" y="47185"/>
                </a:cubicBezTo>
                <a:cubicBezTo>
                  <a:pt x="62352" y="47185"/>
                  <a:pt x="62388" y="47185"/>
                  <a:pt x="62462" y="47260"/>
                </a:cubicBezTo>
                <a:cubicBezTo>
                  <a:pt x="62462" y="47260"/>
                  <a:pt x="62499" y="47260"/>
                  <a:pt x="62499" y="47335"/>
                </a:cubicBezTo>
                <a:cubicBezTo>
                  <a:pt x="62535" y="47410"/>
                  <a:pt x="62535" y="47410"/>
                  <a:pt x="62535" y="47486"/>
                </a:cubicBezTo>
                <a:cubicBezTo>
                  <a:pt x="62535" y="47561"/>
                  <a:pt x="62572" y="47561"/>
                  <a:pt x="62572" y="47636"/>
                </a:cubicBezTo>
                <a:cubicBezTo>
                  <a:pt x="62572" y="47711"/>
                  <a:pt x="62572" y="47711"/>
                  <a:pt x="62535" y="47774"/>
                </a:cubicBezTo>
                <a:cubicBezTo>
                  <a:pt x="62535" y="47849"/>
                  <a:pt x="62499" y="47849"/>
                  <a:pt x="62462" y="47849"/>
                </a:cubicBezTo>
                <a:cubicBezTo>
                  <a:pt x="62462" y="47924"/>
                  <a:pt x="62499" y="48000"/>
                  <a:pt x="62462" y="48000"/>
                </a:cubicBezTo>
                <a:cubicBezTo>
                  <a:pt x="62462" y="48075"/>
                  <a:pt x="62462" y="48150"/>
                  <a:pt x="62462" y="48225"/>
                </a:cubicBezTo>
                <a:cubicBezTo>
                  <a:pt x="62462" y="48300"/>
                  <a:pt x="62462" y="48375"/>
                  <a:pt x="62462" y="48451"/>
                </a:cubicBezTo>
                <a:cubicBezTo>
                  <a:pt x="62499" y="48601"/>
                  <a:pt x="62609" y="48601"/>
                  <a:pt x="62609" y="48676"/>
                </a:cubicBezTo>
                <a:cubicBezTo>
                  <a:pt x="62609" y="48814"/>
                  <a:pt x="62572" y="48889"/>
                  <a:pt x="62572" y="48965"/>
                </a:cubicBezTo>
                <a:cubicBezTo>
                  <a:pt x="62609" y="49115"/>
                  <a:pt x="62646" y="49190"/>
                  <a:pt x="62683" y="49265"/>
                </a:cubicBezTo>
                <a:cubicBezTo>
                  <a:pt x="62683" y="49340"/>
                  <a:pt x="62683" y="49416"/>
                  <a:pt x="62713" y="49416"/>
                </a:cubicBezTo>
                <a:cubicBezTo>
                  <a:pt x="62713" y="49416"/>
                  <a:pt x="62756" y="49416"/>
                  <a:pt x="62787" y="49416"/>
                </a:cubicBezTo>
                <a:cubicBezTo>
                  <a:pt x="62787" y="49416"/>
                  <a:pt x="62823" y="49416"/>
                  <a:pt x="62860" y="49416"/>
                </a:cubicBezTo>
                <a:cubicBezTo>
                  <a:pt x="62897" y="49416"/>
                  <a:pt x="62934" y="49491"/>
                  <a:pt x="62970" y="49491"/>
                </a:cubicBezTo>
                <a:cubicBezTo>
                  <a:pt x="62970" y="50080"/>
                  <a:pt x="62970" y="50080"/>
                  <a:pt x="62970" y="50080"/>
                </a:cubicBezTo>
                <a:cubicBezTo>
                  <a:pt x="62823" y="50080"/>
                  <a:pt x="62823" y="50080"/>
                  <a:pt x="62823" y="50080"/>
                </a:cubicBezTo>
                <a:cubicBezTo>
                  <a:pt x="62787" y="50005"/>
                  <a:pt x="62823" y="49930"/>
                  <a:pt x="62823" y="49930"/>
                </a:cubicBezTo>
                <a:cubicBezTo>
                  <a:pt x="62787" y="49930"/>
                  <a:pt x="62756" y="49854"/>
                  <a:pt x="62756" y="49854"/>
                </a:cubicBezTo>
                <a:cubicBezTo>
                  <a:pt x="62713" y="49854"/>
                  <a:pt x="62683" y="49930"/>
                  <a:pt x="62683" y="49930"/>
                </a:cubicBezTo>
                <a:cubicBezTo>
                  <a:pt x="62683" y="50005"/>
                  <a:pt x="62683" y="50080"/>
                  <a:pt x="62683" y="50080"/>
                </a:cubicBezTo>
                <a:cubicBezTo>
                  <a:pt x="62713" y="50155"/>
                  <a:pt x="62713" y="50155"/>
                  <a:pt x="62756" y="50230"/>
                </a:cubicBezTo>
                <a:cubicBezTo>
                  <a:pt x="62787" y="50381"/>
                  <a:pt x="62787" y="50456"/>
                  <a:pt x="62860" y="50531"/>
                </a:cubicBezTo>
                <a:cubicBezTo>
                  <a:pt x="62860" y="50606"/>
                  <a:pt x="62897" y="50606"/>
                  <a:pt x="62897" y="50606"/>
                </a:cubicBezTo>
                <a:cubicBezTo>
                  <a:pt x="62934" y="50681"/>
                  <a:pt x="62970" y="50681"/>
                  <a:pt x="62970" y="50757"/>
                </a:cubicBezTo>
                <a:cubicBezTo>
                  <a:pt x="63007" y="50681"/>
                  <a:pt x="63044" y="50681"/>
                  <a:pt x="63044" y="50606"/>
                </a:cubicBezTo>
                <a:cubicBezTo>
                  <a:pt x="63081" y="50606"/>
                  <a:pt x="63081" y="50531"/>
                  <a:pt x="63081" y="50531"/>
                </a:cubicBezTo>
                <a:cubicBezTo>
                  <a:pt x="63081" y="50456"/>
                  <a:pt x="63117" y="50456"/>
                  <a:pt x="63154" y="50381"/>
                </a:cubicBezTo>
                <a:cubicBezTo>
                  <a:pt x="63154" y="50456"/>
                  <a:pt x="63154" y="50456"/>
                  <a:pt x="63154" y="50531"/>
                </a:cubicBezTo>
                <a:cubicBezTo>
                  <a:pt x="63154" y="50606"/>
                  <a:pt x="63154" y="50606"/>
                  <a:pt x="63191" y="50681"/>
                </a:cubicBezTo>
                <a:cubicBezTo>
                  <a:pt x="63228" y="50757"/>
                  <a:pt x="63295" y="50757"/>
                  <a:pt x="63332" y="50819"/>
                </a:cubicBezTo>
                <a:cubicBezTo>
                  <a:pt x="63332" y="50970"/>
                  <a:pt x="63295" y="51045"/>
                  <a:pt x="63295" y="51195"/>
                </a:cubicBezTo>
                <a:cubicBezTo>
                  <a:pt x="63295" y="51195"/>
                  <a:pt x="63295" y="51271"/>
                  <a:pt x="63295" y="51346"/>
                </a:cubicBezTo>
                <a:cubicBezTo>
                  <a:pt x="63295" y="51421"/>
                  <a:pt x="63369" y="51421"/>
                  <a:pt x="63405" y="51496"/>
                </a:cubicBezTo>
                <a:cubicBezTo>
                  <a:pt x="63552" y="51496"/>
                  <a:pt x="63552" y="51496"/>
                  <a:pt x="63552" y="51496"/>
                </a:cubicBezTo>
                <a:cubicBezTo>
                  <a:pt x="63589" y="51496"/>
                  <a:pt x="63589" y="51496"/>
                  <a:pt x="63626" y="51496"/>
                </a:cubicBezTo>
                <a:cubicBezTo>
                  <a:pt x="63626" y="51421"/>
                  <a:pt x="63663" y="51421"/>
                  <a:pt x="63699" y="51421"/>
                </a:cubicBezTo>
                <a:cubicBezTo>
                  <a:pt x="63699" y="51421"/>
                  <a:pt x="63699" y="51346"/>
                  <a:pt x="63730" y="51271"/>
                </a:cubicBezTo>
                <a:cubicBezTo>
                  <a:pt x="63730" y="51195"/>
                  <a:pt x="63773" y="51271"/>
                  <a:pt x="63803" y="51195"/>
                </a:cubicBezTo>
                <a:cubicBezTo>
                  <a:pt x="63803" y="51120"/>
                  <a:pt x="63803" y="51045"/>
                  <a:pt x="63803" y="51045"/>
                </a:cubicBezTo>
                <a:cubicBezTo>
                  <a:pt x="63803" y="50907"/>
                  <a:pt x="63803" y="50907"/>
                  <a:pt x="63803" y="50907"/>
                </a:cubicBezTo>
                <a:cubicBezTo>
                  <a:pt x="63803" y="50819"/>
                  <a:pt x="63773" y="50819"/>
                  <a:pt x="63773" y="50757"/>
                </a:cubicBezTo>
                <a:cubicBezTo>
                  <a:pt x="63773" y="50681"/>
                  <a:pt x="63773" y="50606"/>
                  <a:pt x="63803" y="50606"/>
                </a:cubicBezTo>
                <a:cubicBezTo>
                  <a:pt x="63840" y="50606"/>
                  <a:pt x="63840" y="50531"/>
                  <a:pt x="63877" y="50531"/>
                </a:cubicBezTo>
                <a:cubicBezTo>
                  <a:pt x="63914" y="50531"/>
                  <a:pt x="63914" y="50531"/>
                  <a:pt x="63950" y="50606"/>
                </a:cubicBezTo>
                <a:cubicBezTo>
                  <a:pt x="63987" y="50606"/>
                  <a:pt x="63987" y="50681"/>
                  <a:pt x="64024" y="50681"/>
                </a:cubicBezTo>
                <a:cubicBezTo>
                  <a:pt x="64061" y="50757"/>
                  <a:pt x="64061" y="50681"/>
                  <a:pt x="64098" y="50681"/>
                </a:cubicBezTo>
                <a:cubicBezTo>
                  <a:pt x="64171" y="50681"/>
                  <a:pt x="64171" y="50681"/>
                  <a:pt x="64171" y="50681"/>
                </a:cubicBezTo>
                <a:cubicBezTo>
                  <a:pt x="64208" y="50681"/>
                  <a:pt x="64208" y="50681"/>
                  <a:pt x="64245" y="50681"/>
                </a:cubicBezTo>
                <a:cubicBezTo>
                  <a:pt x="64245" y="50531"/>
                  <a:pt x="64245" y="50456"/>
                  <a:pt x="64245" y="50381"/>
                </a:cubicBezTo>
                <a:cubicBezTo>
                  <a:pt x="64245" y="50306"/>
                  <a:pt x="64275" y="50230"/>
                  <a:pt x="64275" y="50230"/>
                </a:cubicBezTo>
                <a:cubicBezTo>
                  <a:pt x="64275" y="50155"/>
                  <a:pt x="64245" y="50155"/>
                  <a:pt x="64245" y="50155"/>
                </a:cubicBezTo>
                <a:cubicBezTo>
                  <a:pt x="64312" y="50155"/>
                  <a:pt x="64349" y="50155"/>
                  <a:pt x="64385" y="50155"/>
                </a:cubicBezTo>
                <a:cubicBezTo>
                  <a:pt x="64422" y="50155"/>
                  <a:pt x="64459" y="50080"/>
                  <a:pt x="64459" y="50080"/>
                </a:cubicBezTo>
                <a:cubicBezTo>
                  <a:pt x="64459" y="50005"/>
                  <a:pt x="64422" y="50005"/>
                  <a:pt x="64422" y="49930"/>
                </a:cubicBezTo>
                <a:cubicBezTo>
                  <a:pt x="64385" y="49854"/>
                  <a:pt x="64385" y="49854"/>
                  <a:pt x="64349" y="49792"/>
                </a:cubicBezTo>
                <a:cubicBezTo>
                  <a:pt x="64312" y="49792"/>
                  <a:pt x="64312" y="49716"/>
                  <a:pt x="64275" y="49641"/>
                </a:cubicBezTo>
                <a:cubicBezTo>
                  <a:pt x="64245" y="49641"/>
                  <a:pt x="64245" y="49641"/>
                  <a:pt x="64208" y="49641"/>
                </a:cubicBezTo>
                <a:cubicBezTo>
                  <a:pt x="64208" y="49792"/>
                  <a:pt x="64208" y="49854"/>
                  <a:pt x="64208" y="49930"/>
                </a:cubicBezTo>
                <a:cubicBezTo>
                  <a:pt x="64208" y="50005"/>
                  <a:pt x="64208" y="50080"/>
                  <a:pt x="64208" y="50080"/>
                </a:cubicBezTo>
                <a:cubicBezTo>
                  <a:pt x="64171" y="50080"/>
                  <a:pt x="64134" y="50155"/>
                  <a:pt x="64098" y="50080"/>
                </a:cubicBezTo>
                <a:cubicBezTo>
                  <a:pt x="64098" y="50080"/>
                  <a:pt x="64061" y="50080"/>
                  <a:pt x="64024" y="50080"/>
                </a:cubicBezTo>
                <a:cubicBezTo>
                  <a:pt x="63987" y="50005"/>
                  <a:pt x="63987" y="49930"/>
                  <a:pt x="63987" y="49854"/>
                </a:cubicBezTo>
                <a:cubicBezTo>
                  <a:pt x="63950" y="49854"/>
                  <a:pt x="63914" y="49854"/>
                  <a:pt x="63914" y="49792"/>
                </a:cubicBezTo>
                <a:cubicBezTo>
                  <a:pt x="63914" y="49716"/>
                  <a:pt x="63914" y="49716"/>
                  <a:pt x="63914" y="49641"/>
                </a:cubicBezTo>
                <a:cubicBezTo>
                  <a:pt x="63914" y="49566"/>
                  <a:pt x="63914" y="49566"/>
                  <a:pt x="63877" y="49491"/>
                </a:cubicBezTo>
                <a:cubicBezTo>
                  <a:pt x="63877" y="49416"/>
                  <a:pt x="63877" y="49416"/>
                  <a:pt x="63877" y="49340"/>
                </a:cubicBezTo>
                <a:cubicBezTo>
                  <a:pt x="63877" y="49265"/>
                  <a:pt x="63877" y="49265"/>
                  <a:pt x="63840" y="49190"/>
                </a:cubicBezTo>
                <a:cubicBezTo>
                  <a:pt x="63840" y="49190"/>
                  <a:pt x="63803" y="49190"/>
                  <a:pt x="63773" y="49190"/>
                </a:cubicBezTo>
                <a:cubicBezTo>
                  <a:pt x="63730" y="49115"/>
                  <a:pt x="63730" y="49190"/>
                  <a:pt x="63699" y="49190"/>
                </a:cubicBezTo>
                <a:cubicBezTo>
                  <a:pt x="63663" y="49115"/>
                  <a:pt x="63663" y="49115"/>
                  <a:pt x="63626" y="49040"/>
                </a:cubicBezTo>
                <a:cubicBezTo>
                  <a:pt x="63626" y="48965"/>
                  <a:pt x="63552" y="48965"/>
                  <a:pt x="63552" y="48889"/>
                </a:cubicBezTo>
                <a:cubicBezTo>
                  <a:pt x="63552" y="48889"/>
                  <a:pt x="63552" y="48814"/>
                  <a:pt x="63552" y="48739"/>
                </a:cubicBezTo>
                <a:cubicBezTo>
                  <a:pt x="63552" y="48676"/>
                  <a:pt x="63552" y="48676"/>
                  <a:pt x="63552" y="48676"/>
                </a:cubicBezTo>
                <a:cubicBezTo>
                  <a:pt x="63552" y="48601"/>
                  <a:pt x="63589" y="48526"/>
                  <a:pt x="63626" y="48526"/>
                </a:cubicBezTo>
                <a:cubicBezTo>
                  <a:pt x="63699" y="48601"/>
                  <a:pt x="63699" y="48601"/>
                  <a:pt x="63699" y="48601"/>
                </a:cubicBezTo>
                <a:cubicBezTo>
                  <a:pt x="63699" y="48601"/>
                  <a:pt x="63730" y="48676"/>
                  <a:pt x="63773" y="48676"/>
                </a:cubicBezTo>
                <a:cubicBezTo>
                  <a:pt x="63773" y="48676"/>
                  <a:pt x="63803" y="48739"/>
                  <a:pt x="63840" y="48739"/>
                </a:cubicBezTo>
                <a:cubicBezTo>
                  <a:pt x="63877" y="48814"/>
                  <a:pt x="63914" y="48739"/>
                  <a:pt x="63950" y="48739"/>
                </a:cubicBezTo>
                <a:cubicBezTo>
                  <a:pt x="64024" y="48739"/>
                  <a:pt x="64024" y="48739"/>
                  <a:pt x="64024" y="48739"/>
                </a:cubicBezTo>
                <a:cubicBezTo>
                  <a:pt x="64098" y="48739"/>
                  <a:pt x="64098" y="48739"/>
                  <a:pt x="64098" y="48739"/>
                </a:cubicBezTo>
                <a:cubicBezTo>
                  <a:pt x="64134" y="48739"/>
                  <a:pt x="64134" y="48676"/>
                  <a:pt x="64171" y="48676"/>
                </a:cubicBezTo>
                <a:cubicBezTo>
                  <a:pt x="64134" y="48601"/>
                  <a:pt x="64134" y="48601"/>
                  <a:pt x="64134" y="48526"/>
                </a:cubicBezTo>
                <a:cubicBezTo>
                  <a:pt x="64098" y="48526"/>
                  <a:pt x="64061" y="48526"/>
                  <a:pt x="64061" y="48526"/>
                </a:cubicBezTo>
                <a:cubicBezTo>
                  <a:pt x="64061" y="48451"/>
                  <a:pt x="64098" y="48375"/>
                  <a:pt x="64098" y="48375"/>
                </a:cubicBezTo>
                <a:cubicBezTo>
                  <a:pt x="64134" y="48300"/>
                  <a:pt x="64134" y="48225"/>
                  <a:pt x="64171" y="48225"/>
                </a:cubicBezTo>
                <a:cubicBezTo>
                  <a:pt x="64245" y="48150"/>
                  <a:pt x="64275" y="48225"/>
                  <a:pt x="64312" y="48225"/>
                </a:cubicBezTo>
                <a:cubicBezTo>
                  <a:pt x="64385" y="48225"/>
                  <a:pt x="64422" y="48150"/>
                  <a:pt x="64496" y="48225"/>
                </a:cubicBezTo>
                <a:cubicBezTo>
                  <a:pt x="64496" y="48225"/>
                  <a:pt x="64532" y="48225"/>
                  <a:pt x="64569" y="48225"/>
                </a:cubicBezTo>
                <a:cubicBezTo>
                  <a:pt x="64569" y="48225"/>
                  <a:pt x="64606" y="48300"/>
                  <a:pt x="64643" y="48300"/>
                </a:cubicBezTo>
                <a:cubicBezTo>
                  <a:pt x="64679" y="48375"/>
                  <a:pt x="64679" y="48451"/>
                  <a:pt x="64716" y="48451"/>
                </a:cubicBezTo>
                <a:cubicBezTo>
                  <a:pt x="64716" y="48451"/>
                  <a:pt x="64747" y="48451"/>
                  <a:pt x="64790" y="48451"/>
                </a:cubicBezTo>
                <a:cubicBezTo>
                  <a:pt x="64790" y="48451"/>
                  <a:pt x="64820" y="48451"/>
                  <a:pt x="64820" y="48526"/>
                </a:cubicBezTo>
                <a:cubicBezTo>
                  <a:pt x="64857" y="48526"/>
                  <a:pt x="64857" y="48601"/>
                  <a:pt x="64857" y="48676"/>
                </a:cubicBezTo>
                <a:lnTo>
                  <a:pt x="64857" y="48739"/>
                </a:lnTo>
                <a:cubicBezTo>
                  <a:pt x="64857" y="48814"/>
                  <a:pt x="64894" y="48814"/>
                  <a:pt x="64931" y="48814"/>
                </a:cubicBezTo>
                <a:cubicBezTo>
                  <a:pt x="64967" y="48814"/>
                  <a:pt x="64967" y="48889"/>
                  <a:pt x="65004" y="48889"/>
                </a:cubicBezTo>
                <a:cubicBezTo>
                  <a:pt x="64967" y="49040"/>
                  <a:pt x="64967" y="49040"/>
                  <a:pt x="64967" y="49040"/>
                </a:cubicBezTo>
                <a:cubicBezTo>
                  <a:pt x="64967" y="49115"/>
                  <a:pt x="64931" y="49040"/>
                  <a:pt x="64894" y="49115"/>
                </a:cubicBezTo>
                <a:cubicBezTo>
                  <a:pt x="64894" y="49115"/>
                  <a:pt x="64820" y="49190"/>
                  <a:pt x="64820" y="49265"/>
                </a:cubicBezTo>
                <a:cubicBezTo>
                  <a:pt x="64820" y="49416"/>
                  <a:pt x="64857" y="49491"/>
                  <a:pt x="64894" y="49641"/>
                </a:cubicBezTo>
                <a:cubicBezTo>
                  <a:pt x="64967" y="49716"/>
                  <a:pt x="65004" y="49641"/>
                  <a:pt x="65041" y="49716"/>
                </a:cubicBezTo>
                <a:cubicBezTo>
                  <a:pt x="65114" y="49854"/>
                  <a:pt x="65114" y="50005"/>
                  <a:pt x="65114" y="50155"/>
                </a:cubicBezTo>
                <a:cubicBezTo>
                  <a:pt x="65114" y="50155"/>
                  <a:pt x="65078" y="50155"/>
                  <a:pt x="65078" y="50230"/>
                </a:cubicBezTo>
                <a:cubicBezTo>
                  <a:pt x="65078" y="50230"/>
                  <a:pt x="65114" y="50306"/>
                  <a:pt x="65114" y="50381"/>
                </a:cubicBezTo>
                <a:cubicBezTo>
                  <a:pt x="65114" y="50381"/>
                  <a:pt x="65078" y="50456"/>
                  <a:pt x="65078" y="50531"/>
                </a:cubicBezTo>
                <a:cubicBezTo>
                  <a:pt x="65078" y="50606"/>
                  <a:pt x="65078" y="50606"/>
                  <a:pt x="65078" y="50606"/>
                </a:cubicBezTo>
                <a:cubicBezTo>
                  <a:pt x="65078" y="50681"/>
                  <a:pt x="65114" y="50681"/>
                  <a:pt x="65114" y="50757"/>
                </a:cubicBezTo>
                <a:cubicBezTo>
                  <a:pt x="65114" y="50819"/>
                  <a:pt x="65151" y="50819"/>
                  <a:pt x="65151" y="50907"/>
                </a:cubicBezTo>
                <a:cubicBezTo>
                  <a:pt x="65188" y="50907"/>
                  <a:pt x="65188" y="50970"/>
                  <a:pt x="65188" y="50970"/>
                </a:cubicBezTo>
                <a:cubicBezTo>
                  <a:pt x="65188" y="51045"/>
                  <a:pt x="65188" y="51045"/>
                  <a:pt x="65225" y="51045"/>
                </a:cubicBezTo>
                <a:cubicBezTo>
                  <a:pt x="65225" y="51045"/>
                  <a:pt x="65225" y="51045"/>
                  <a:pt x="65261" y="51120"/>
                </a:cubicBezTo>
                <a:cubicBezTo>
                  <a:pt x="65261" y="51120"/>
                  <a:pt x="65261" y="51120"/>
                  <a:pt x="65261" y="51195"/>
                </a:cubicBezTo>
                <a:cubicBezTo>
                  <a:pt x="65292" y="51195"/>
                  <a:pt x="65292" y="51195"/>
                  <a:pt x="65329" y="51271"/>
                </a:cubicBezTo>
                <a:cubicBezTo>
                  <a:pt x="65329" y="51271"/>
                  <a:pt x="65329" y="51271"/>
                  <a:pt x="65366" y="51271"/>
                </a:cubicBezTo>
                <a:cubicBezTo>
                  <a:pt x="65366" y="51346"/>
                  <a:pt x="65402" y="51346"/>
                  <a:pt x="65402" y="51421"/>
                </a:cubicBezTo>
                <a:cubicBezTo>
                  <a:pt x="65402" y="51421"/>
                  <a:pt x="65402" y="51496"/>
                  <a:pt x="65366" y="51496"/>
                </a:cubicBezTo>
                <a:cubicBezTo>
                  <a:pt x="65366" y="51571"/>
                  <a:pt x="65366" y="51571"/>
                  <a:pt x="65329" y="51571"/>
                </a:cubicBezTo>
                <a:cubicBezTo>
                  <a:pt x="65329" y="51646"/>
                  <a:pt x="65329" y="51646"/>
                  <a:pt x="65329" y="51646"/>
                </a:cubicBezTo>
                <a:cubicBezTo>
                  <a:pt x="65329" y="51722"/>
                  <a:pt x="65329" y="51722"/>
                  <a:pt x="65292" y="51797"/>
                </a:cubicBezTo>
                <a:lnTo>
                  <a:pt x="65292" y="51872"/>
                </a:lnTo>
                <a:cubicBezTo>
                  <a:pt x="65292" y="52010"/>
                  <a:pt x="65292" y="52010"/>
                  <a:pt x="65329" y="52085"/>
                </a:cubicBezTo>
                <a:cubicBezTo>
                  <a:pt x="65329" y="52160"/>
                  <a:pt x="65329" y="52160"/>
                  <a:pt x="65329" y="52160"/>
                </a:cubicBezTo>
                <a:cubicBezTo>
                  <a:pt x="65329" y="52236"/>
                  <a:pt x="65366" y="52236"/>
                  <a:pt x="65366" y="52236"/>
                </a:cubicBezTo>
                <a:cubicBezTo>
                  <a:pt x="65402" y="52236"/>
                  <a:pt x="65402" y="52311"/>
                  <a:pt x="65402" y="52311"/>
                </a:cubicBezTo>
                <a:cubicBezTo>
                  <a:pt x="65439" y="52311"/>
                  <a:pt x="65476" y="52236"/>
                  <a:pt x="65476" y="52160"/>
                </a:cubicBezTo>
                <a:cubicBezTo>
                  <a:pt x="65476" y="52085"/>
                  <a:pt x="65476" y="52085"/>
                  <a:pt x="65476" y="52085"/>
                </a:cubicBezTo>
                <a:cubicBezTo>
                  <a:pt x="65476" y="52010"/>
                  <a:pt x="65513" y="52010"/>
                  <a:pt x="65513" y="51935"/>
                </a:cubicBezTo>
                <a:cubicBezTo>
                  <a:pt x="65513" y="51935"/>
                  <a:pt x="65513" y="51935"/>
                  <a:pt x="65513" y="51872"/>
                </a:cubicBezTo>
                <a:cubicBezTo>
                  <a:pt x="65513" y="51797"/>
                  <a:pt x="65513" y="51797"/>
                  <a:pt x="65513" y="51646"/>
                </a:cubicBezTo>
                <a:cubicBezTo>
                  <a:pt x="65513" y="51646"/>
                  <a:pt x="65513" y="51646"/>
                  <a:pt x="65513" y="51571"/>
                </a:cubicBezTo>
                <a:cubicBezTo>
                  <a:pt x="65513" y="51496"/>
                  <a:pt x="65513" y="51496"/>
                  <a:pt x="65513" y="51421"/>
                </a:cubicBezTo>
                <a:cubicBezTo>
                  <a:pt x="65586" y="51421"/>
                  <a:pt x="65586" y="51421"/>
                  <a:pt x="65586" y="51421"/>
                </a:cubicBezTo>
                <a:cubicBezTo>
                  <a:pt x="65586" y="51421"/>
                  <a:pt x="65586" y="51421"/>
                  <a:pt x="65623" y="51421"/>
                </a:cubicBezTo>
                <a:cubicBezTo>
                  <a:pt x="65623" y="51421"/>
                  <a:pt x="65623" y="51421"/>
                  <a:pt x="65660" y="51496"/>
                </a:cubicBezTo>
                <a:lnTo>
                  <a:pt x="65660" y="51496"/>
                </a:lnTo>
                <a:cubicBezTo>
                  <a:pt x="65696" y="51571"/>
                  <a:pt x="65696" y="51571"/>
                  <a:pt x="65696" y="51571"/>
                </a:cubicBezTo>
                <a:cubicBezTo>
                  <a:pt x="65733" y="51646"/>
                  <a:pt x="65764" y="51646"/>
                  <a:pt x="65764" y="51722"/>
                </a:cubicBezTo>
                <a:cubicBezTo>
                  <a:pt x="65807" y="51797"/>
                  <a:pt x="65807" y="51797"/>
                  <a:pt x="65807" y="51797"/>
                </a:cubicBezTo>
                <a:cubicBezTo>
                  <a:pt x="65837" y="51872"/>
                  <a:pt x="65837" y="51872"/>
                  <a:pt x="65837" y="51872"/>
                </a:cubicBezTo>
                <a:cubicBezTo>
                  <a:pt x="65874" y="51935"/>
                  <a:pt x="65874" y="51935"/>
                  <a:pt x="65874" y="51935"/>
                </a:cubicBezTo>
                <a:lnTo>
                  <a:pt x="65911" y="52010"/>
                </a:lnTo>
                <a:lnTo>
                  <a:pt x="65947" y="52010"/>
                </a:lnTo>
                <a:cubicBezTo>
                  <a:pt x="65984" y="52010"/>
                  <a:pt x="65984" y="52010"/>
                  <a:pt x="66021" y="52010"/>
                </a:cubicBezTo>
                <a:cubicBezTo>
                  <a:pt x="66058" y="52010"/>
                  <a:pt x="66058" y="52010"/>
                  <a:pt x="66094" y="52010"/>
                </a:cubicBezTo>
                <a:cubicBezTo>
                  <a:pt x="66094" y="52010"/>
                  <a:pt x="66094" y="52085"/>
                  <a:pt x="66131" y="52085"/>
                </a:cubicBezTo>
                <a:cubicBezTo>
                  <a:pt x="66168" y="52085"/>
                  <a:pt x="66168" y="52085"/>
                  <a:pt x="66205" y="52085"/>
                </a:cubicBezTo>
                <a:lnTo>
                  <a:pt x="66241" y="52085"/>
                </a:lnTo>
                <a:cubicBezTo>
                  <a:pt x="66241" y="52085"/>
                  <a:pt x="66278" y="52085"/>
                  <a:pt x="66278" y="52010"/>
                </a:cubicBezTo>
                <a:lnTo>
                  <a:pt x="66309" y="52010"/>
                </a:lnTo>
                <a:cubicBezTo>
                  <a:pt x="66309" y="51935"/>
                  <a:pt x="66309" y="51935"/>
                  <a:pt x="66309" y="51935"/>
                </a:cubicBezTo>
                <a:cubicBezTo>
                  <a:pt x="66309" y="51872"/>
                  <a:pt x="66309" y="51872"/>
                  <a:pt x="66309" y="51872"/>
                </a:cubicBezTo>
                <a:cubicBezTo>
                  <a:pt x="66309" y="51797"/>
                  <a:pt x="66278" y="51722"/>
                  <a:pt x="66278" y="51646"/>
                </a:cubicBezTo>
                <a:cubicBezTo>
                  <a:pt x="66278" y="51646"/>
                  <a:pt x="66278" y="51571"/>
                  <a:pt x="66309" y="51571"/>
                </a:cubicBezTo>
                <a:cubicBezTo>
                  <a:pt x="66309" y="51496"/>
                  <a:pt x="66309" y="51496"/>
                  <a:pt x="66346" y="51496"/>
                </a:cubicBezTo>
                <a:cubicBezTo>
                  <a:pt x="66346" y="51421"/>
                  <a:pt x="66346" y="51421"/>
                  <a:pt x="66346" y="51421"/>
                </a:cubicBezTo>
                <a:cubicBezTo>
                  <a:pt x="66346" y="51421"/>
                  <a:pt x="66382" y="51346"/>
                  <a:pt x="66419" y="51346"/>
                </a:cubicBezTo>
                <a:cubicBezTo>
                  <a:pt x="66419" y="51271"/>
                  <a:pt x="66456" y="51346"/>
                  <a:pt x="66493" y="51346"/>
                </a:cubicBezTo>
                <a:cubicBezTo>
                  <a:pt x="66529" y="51346"/>
                  <a:pt x="66566" y="51271"/>
                  <a:pt x="66603" y="51346"/>
                </a:cubicBezTo>
                <a:cubicBezTo>
                  <a:pt x="66603" y="51346"/>
                  <a:pt x="66603" y="51421"/>
                  <a:pt x="66640" y="51421"/>
                </a:cubicBezTo>
                <a:cubicBezTo>
                  <a:pt x="66640" y="51421"/>
                  <a:pt x="66676" y="51496"/>
                  <a:pt x="66676" y="51571"/>
                </a:cubicBezTo>
                <a:cubicBezTo>
                  <a:pt x="66713" y="51571"/>
                  <a:pt x="66713" y="51571"/>
                  <a:pt x="66713" y="51571"/>
                </a:cubicBezTo>
                <a:cubicBezTo>
                  <a:pt x="66750" y="51646"/>
                  <a:pt x="66787" y="51722"/>
                  <a:pt x="66787" y="51722"/>
                </a:cubicBezTo>
                <a:cubicBezTo>
                  <a:pt x="66823" y="51797"/>
                  <a:pt x="66823" y="51797"/>
                  <a:pt x="66854" y="51797"/>
                </a:cubicBezTo>
                <a:cubicBezTo>
                  <a:pt x="66854" y="51797"/>
                  <a:pt x="66854" y="51872"/>
                  <a:pt x="66891" y="51872"/>
                </a:cubicBezTo>
                <a:cubicBezTo>
                  <a:pt x="66891" y="51872"/>
                  <a:pt x="66891" y="51935"/>
                  <a:pt x="66928" y="51935"/>
                </a:cubicBezTo>
                <a:lnTo>
                  <a:pt x="66928" y="51935"/>
                </a:lnTo>
                <a:cubicBezTo>
                  <a:pt x="66964" y="51935"/>
                  <a:pt x="66964" y="52010"/>
                  <a:pt x="67001" y="52010"/>
                </a:cubicBezTo>
                <a:cubicBezTo>
                  <a:pt x="67473" y="52010"/>
                  <a:pt x="67473" y="52010"/>
                  <a:pt x="67473" y="52010"/>
                </a:cubicBezTo>
                <a:cubicBezTo>
                  <a:pt x="67473" y="51872"/>
                  <a:pt x="67473" y="51797"/>
                  <a:pt x="67473" y="51722"/>
                </a:cubicBezTo>
                <a:cubicBezTo>
                  <a:pt x="67473" y="51646"/>
                  <a:pt x="67473" y="51646"/>
                  <a:pt x="67473" y="51646"/>
                </a:cubicBezTo>
                <a:cubicBezTo>
                  <a:pt x="67473" y="51571"/>
                  <a:pt x="67436" y="51571"/>
                  <a:pt x="67436" y="51496"/>
                </a:cubicBezTo>
                <a:cubicBezTo>
                  <a:pt x="67436" y="51496"/>
                  <a:pt x="67473" y="51421"/>
                  <a:pt x="67473" y="51346"/>
                </a:cubicBezTo>
                <a:lnTo>
                  <a:pt x="67509" y="51421"/>
                </a:lnTo>
                <a:cubicBezTo>
                  <a:pt x="67546" y="51421"/>
                  <a:pt x="67546" y="51346"/>
                  <a:pt x="67546" y="51346"/>
                </a:cubicBezTo>
                <a:cubicBezTo>
                  <a:pt x="67583" y="51346"/>
                  <a:pt x="67583" y="51346"/>
                  <a:pt x="67583" y="51346"/>
                </a:cubicBezTo>
                <a:cubicBezTo>
                  <a:pt x="67620" y="51346"/>
                  <a:pt x="67620" y="51346"/>
                  <a:pt x="67656" y="51346"/>
                </a:cubicBezTo>
                <a:cubicBezTo>
                  <a:pt x="67693" y="51346"/>
                  <a:pt x="67730" y="51346"/>
                  <a:pt x="67767" y="51421"/>
                </a:cubicBezTo>
                <a:cubicBezTo>
                  <a:pt x="67803" y="51421"/>
                  <a:pt x="67803" y="51496"/>
                  <a:pt x="67840" y="51571"/>
                </a:cubicBezTo>
                <a:cubicBezTo>
                  <a:pt x="67840" y="51571"/>
                  <a:pt x="67840" y="51571"/>
                  <a:pt x="67871" y="51571"/>
                </a:cubicBezTo>
                <a:cubicBezTo>
                  <a:pt x="67871" y="51571"/>
                  <a:pt x="67908" y="51571"/>
                  <a:pt x="67944" y="51571"/>
                </a:cubicBezTo>
                <a:cubicBezTo>
                  <a:pt x="67944" y="51571"/>
                  <a:pt x="67944" y="51646"/>
                  <a:pt x="67981" y="51571"/>
                </a:cubicBezTo>
                <a:cubicBezTo>
                  <a:pt x="67981" y="51571"/>
                  <a:pt x="67981" y="51571"/>
                  <a:pt x="68018" y="51571"/>
                </a:cubicBezTo>
                <a:lnTo>
                  <a:pt x="68018" y="51496"/>
                </a:lnTo>
                <a:cubicBezTo>
                  <a:pt x="68018" y="51496"/>
                  <a:pt x="68055" y="51496"/>
                  <a:pt x="68055" y="51421"/>
                </a:cubicBezTo>
                <a:cubicBezTo>
                  <a:pt x="68055" y="51421"/>
                  <a:pt x="68091" y="51421"/>
                  <a:pt x="68091" y="51496"/>
                </a:cubicBezTo>
                <a:cubicBezTo>
                  <a:pt x="68091" y="51496"/>
                  <a:pt x="68091" y="51571"/>
                  <a:pt x="68128" y="51571"/>
                </a:cubicBezTo>
                <a:cubicBezTo>
                  <a:pt x="68128" y="51646"/>
                  <a:pt x="68128" y="51646"/>
                  <a:pt x="68165" y="51646"/>
                </a:cubicBezTo>
                <a:lnTo>
                  <a:pt x="68165" y="51722"/>
                </a:lnTo>
                <a:cubicBezTo>
                  <a:pt x="68165" y="51797"/>
                  <a:pt x="68165" y="51797"/>
                  <a:pt x="68165" y="51872"/>
                </a:cubicBezTo>
                <a:cubicBezTo>
                  <a:pt x="68165" y="51935"/>
                  <a:pt x="68165" y="52010"/>
                  <a:pt x="68165" y="52085"/>
                </a:cubicBezTo>
                <a:lnTo>
                  <a:pt x="68128" y="52160"/>
                </a:lnTo>
                <a:cubicBezTo>
                  <a:pt x="68091" y="52236"/>
                  <a:pt x="68091" y="52311"/>
                  <a:pt x="68091" y="52386"/>
                </a:cubicBezTo>
                <a:cubicBezTo>
                  <a:pt x="68091" y="52461"/>
                  <a:pt x="68055" y="52536"/>
                  <a:pt x="68055" y="52687"/>
                </a:cubicBezTo>
                <a:lnTo>
                  <a:pt x="68055" y="52762"/>
                </a:lnTo>
                <a:cubicBezTo>
                  <a:pt x="68055" y="52837"/>
                  <a:pt x="68091" y="52837"/>
                  <a:pt x="68091" y="52900"/>
                </a:cubicBezTo>
                <a:cubicBezTo>
                  <a:pt x="68091" y="52900"/>
                  <a:pt x="68091" y="52900"/>
                  <a:pt x="68091" y="52987"/>
                </a:cubicBezTo>
                <a:cubicBezTo>
                  <a:pt x="68091" y="52987"/>
                  <a:pt x="68091" y="52987"/>
                  <a:pt x="68091" y="53050"/>
                </a:cubicBezTo>
                <a:cubicBezTo>
                  <a:pt x="68128" y="53050"/>
                  <a:pt x="68128" y="53125"/>
                  <a:pt x="68128" y="53125"/>
                </a:cubicBezTo>
                <a:cubicBezTo>
                  <a:pt x="68165" y="53201"/>
                  <a:pt x="68165" y="53201"/>
                  <a:pt x="68165" y="53276"/>
                </a:cubicBezTo>
                <a:cubicBezTo>
                  <a:pt x="68165" y="53276"/>
                  <a:pt x="68165" y="53351"/>
                  <a:pt x="68128" y="53351"/>
                </a:cubicBezTo>
                <a:cubicBezTo>
                  <a:pt x="68128" y="53426"/>
                  <a:pt x="68128" y="53426"/>
                  <a:pt x="68091" y="53426"/>
                </a:cubicBezTo>
                <a:cubicBezTo>
                  <a:pt x="68091" y="53501"/>
                  <a:pt x="68091" y="53501"/>
                  <a:pt x="68091" y="53501"/>
                </a:cubicBezTo>
                <a:cubicBezTo>
                  <a:pt x="68055" y="53501"/>
                  <a:pt x="68055" y="53577"/>
                  <a:pt x="68055" y="53577"/>
                </a:cubicBezTo>
                <a:cubicBezTo>
                  <a:pt x="68055" y="53652"/>
                  <a:pt x="68055" y="53652"/>
                  <a:pt x="68055" y="53727"/>
                </a:cubicBezTo>
                <a:lnTo>
                  <a:pt x="68055" y="53802"/>
                </a:lnTo>
                <a:cubicBezTo>
                  <a:pt x="68018" y="53877"/>
                  <a:pt x="68018" y="53877"/>
                  <a:pt x="68018" y="53877"/>
                </a:cubicBezTo>
                <a:cubicBezTo>
                  <a:pt x="67981" y="53953"/>
                  <a:pt x="67981" y="54015"/>
                  <a:pt x="67944" y="54090"/>
                </a:cubicBezTo>
                <a:cubicBezTo>
                  <a:pt x="67944" y="54090"/>
                  <a:pt x="67944" y="54166"/>
                  <a:pt x="67908" y="54241"/>
                </a:cubicBezTo>
                <a:cubicBezTo>
                  <a:pt x="67908" y="54241"/>
                  <a:pt x="67871" y="54316"/>
                  <a:pt x="67840" y="54316"/>
                </a:cubicBezTo>
                <a:lnTo>
                  <a:pt x="67803" y="54391"/>
                </a:lnTo>
                <a:lnTo>
                  <a:pt x="67767" y="54391"/>
                </a:lnTo>
                <a:cubicBezTo>
                  <a:pt x="67767" y="54466"/>
                  <a:pt x="67730" y="54466"/>
                  <a:pt x="67730" y="54466"/>
                </a:cubicBezTo>
                <a:cubicBezTo>
                  <a:pt x="67730" y="54542"/>
                  <a:pt x="67730" y="54542"/>
                  <a:pt x="67730" y="54542"/>
                </a:cubicBezTo>
                <a:cubicBezTo>
                  <a:pt x="67730" y="54617"/>
                  <a:pt x="67730" y="54692"/>
                  <a:pt x="67730" y="54692"/>
                </a:cubicBezTo>
                <a:cubicBezTo>
                  <a:pt x="67693" y="54842"/>
                  <a:pt x="67693" y="54918"/>
                  <a:pt x="67656" y="55068"/>
                </a:cubicBezTo>
                <a:cubicBezTo>
                  <a:pt x="67656" y="55131"/>
                  <a:pt x="67656" y="55206"/>
                  <a:pt x="67620" y="55281"/>
                </a:cubicBezTo>
                <a:cubicBezTo>
                  <a:pt x="67620" y="55356"/>
                  <a:pt x="67583" y="55356"/>
                  <a:pt x="67583" y="55431"/>
                </a:cubicBezTo>
                <a:cubicBezTo>
                  <a:pt x="67546" y="55431"/>
                  <a:pt x="67546" y="55431"/>
                  <a:pt x="67546" y="55507"/>
                </a:cubicBezTo>
                <a:cubicBezTo>
                  <a:pt x="67509" y="55507"/>
                  <a:pt x="67509" y="55507"/>
                  <a:pt x="67509" y="55582"/>
                </a:cubicBezTo>
                <a:cubicBezTo>
                  <a:pt x="67473" y="55582"/>
                  <a:pt x="67473" y="55582"/>
                  <a:pt x="67473" y="55582"/>
                </a:cubicBezTo>
                <a:cubicBezTo>
                  <a:pt x="67436" y="55582"/>
                  <a:pt x="67436" y="55582"/>
                  <a:pt x="67436" y="55582"/>
                </a:cubicBezTo>
                <a:cubicBezTo>
                  <a:pt x="67399" y="55582"/>
                  <a:pt x="67362" y="55582"/>
                  <a:pt x="67362" y="55582"/>
                </a:cubicBezTo>
                <a:cubicBezTo>
                  <a:pt x="67326" y="55657"/>
                  <a:pt x="67295" y="55657"/>
                  <a:pt x="67295" y="55657"/>
                </a:cubicBezTo>
                <a:cubicBezTo>
                  <a:pt x="67258" y="55657"/>
                  <a:pt x="67258" y="55657"/>
                  <a:pt x="67258" y="55657"/>
                </a:cubicBezTo>
                <a:cubicBezTo>
                  <a:pt x="67222" y="55657"/>
                  <a:pt x="67222" y="55657"/>
                  <a:pt x="67185" y="55657"/>
                </a:cubicBezTo>
                <a:cubicBezTo>
                  <a:pt x="67185" y="55657"/>
                  <a:pt x="67185" y="55732"/>
                  <a:pt x="67148" y="55732"/>
                </a:cubicBezTo>
                <a:lnTo>
                  <a:pt x="67148" y="55732"/>
                </a:lnTo>
                <a:cubicBezTo>
                  <a:pt x="67111" y="55732"/>
                  <a:pt x="67111" y="55807"/>
                  <a:pt x="67075" y="55807"/>
                </a:cubicBezTo>
                <a:lnTo>
                  <a:pt x="67038" y="55807"/>
                </a:lnTo>
                <a:cubicBezTo>
                  <a:pt x="67001" y="55807"/>
                  <a:pt x="67001" y="55732"/>
                  <a:pt x="67001" y="55732"/>
                </a:cubicBezTo>
                <a:cubicBezTo>
                  <a:pt x="66964" y="55657"/>
                  <a:pt x="66964" y="55657"/>
                  <a:pt x="66928" y="55582"/>
                </a:cubicBezTo>
                <a:cubicBezTo>
                  <a:pt x="66891" y="55582"/>
                  <a:pt x="66891" y="55582"/>
                  <a:pt x="66891" y="55582"/>
                </a:cubicBezTo>
                <a:cubicBezTo>
                  <a:pt x="66854" y="55582"/>
                  <a:pt x="66854" y="55582"/>
                  <a:pt x="66823" y="55582"/>
                </a:cubicBezTo>
                <a:cubicBezTo>
                  <a:pt x="66787" y="55582"/>
                  <a:pt x="66787" y="55582"/>
                  <a:pt x="66750" y="55582"/>
                </a:cubicBezTo>
                <a:cubicBezTo>
                  <a:pt x="66750" y="55582"/>
                  <a:pt x="66750" y="55582"/>
                  <a:pt x="66713" y="55582"/>
                </a:cubicBezTo>
                <a:cubicBezTo>
                  <a:pt x="66676" y="55582"/>
                  <a:pt x="66640" y="55582"/>
                  <a:pt x="66640" y="55582"/>
                </a:cubicBezTo>
                <a:cubicBezTo>
                  <a:pt x="66603" y="55582"/>
                  <a:pt x="66603" y="55507"/>
                  <a:pt x="66566" y="55507"/>
                </a:cubicBezTo>
                <a:cubicBezTo>
                  <a:pt x="66529" y="55507"/>
                  <a:pt x="66529" y="55507"/>
                  <a:pt x="66529" y="55507"/>
                </a:cubicBezTo>
                <a:cubicBezTo>
                  <a:pt x="66529" y="55507"/>
                  <a:pt x="66529" y="55507"/>
                  <a:pt x="66493" y="55507"/>
                </a:cubicBezTo>
                <a:lnTo>
                  <a:pt x="66456" y="55582"/>
                </a:lnTo>
                <a:cubicBezTo>
                  <a:pt x="66493" y="55582"/>
                  <a:pt x="66493" y="55657"/>
                  <a:pt x="66529" y="55657"/>
                </a:cubicBezTo>
                <a:cubicBezTo>
                  <a:pt x="66566" y="55657"/>
                  <a:pt x="66603" y="55732"/>
                  <a:pt x="66640" y="55732"/>
                </a:cubicBezTo>
                <a:cubicBezTo>
                  <a:pt x="66676" y="55732"/>
                  <a:pt x="66713" y="55732"/>
                  <a:pt x="66750" y="55807"/>
                </a:cubicBezTo>
                <a:cubicBezTo>
                  <a:pt x="66787" y="55807"/>
                  <a:pt x="66823" y="55807"/>
                  <a:pt x="66823" y="55807"/>
                </a:cubicBezTo>
                <a:cubicBezTo>
                  <a:pt x="66823" y="55958"/>
                  <a:pt x="66823" y="55958"/>
                  <a:pt x="66823" y="55958"/>
                </a:cubicBezTo>
                <a:cubicBezTo>
                  <a:pt x="66823" y="56033"/>
                  <a:pt x="66823" y="56033"/>
                  <a:pt x="66823" y="56033"/>
                </a:cubicBezTo>
                <a:cubicBezTo>
                  <a:pt x="66823" y="56096"/>
                  <a:pt x="66854" y="56096"/>
                  <a:pt x="66891" y="56171"/>
                </a:cubicBezTo>
                <a:cubicBezTo>
                  <a:pt x="66891" y="56171"/>
                  <a:pt x="66891" y="56171"/>
                  <a:pt x="66891" y="56246"/>
                </a:cubicBezTo>
                <a:cubicBezTo>
                  <a:pt x="66928" y="56246"/>
                  <a:pt x="66928" y="56321"/>
                  <a:pt x="66928" y="56321"/>
                </a:cubicBezTo>
                <a:cubicBezTo>
                  <a:pt x="66928" y="56396"/>
                  <a:pt x="66891" y="56396"/>
                  <a:pt x="66891" y="56396"/>
                </a:cubicBezTo>
                <a:cubicBezTo>
                  <a:pt x="66891" y="56472"/>
                  <a:pt x="66928" y="56472"/>
                  <a:pt x="66928" y="56472"/>
                </a:cubicBezTo>
                <a:cubicBezTo>
                  <a:pt x="66928" y="56547"/>
                  <a:pt x="66891" y="56547"/>
                  <a:pt x="66891" y="56547"/>
                </a:cubicBezTo>
                <a:cubicBezTo>
                  <a:pt x="66891" y="56697"/>
                  <a:pt x="66891" y="56772"/>
                  <a:pt x="66891" y="56848"/>
                </a:cubicBezTo>
                <a:cubicBezTo>
                  <a:pt x="66891" y="56848"/>
                  <a:pt x="66928" y="56998"/>
                  <a:pt x="66964" y="56998"/>
                </a:cubicBezTo>
                <a:cubicBezTo>
                  <a:pt x="67001" y="57073"/>
                  <a:pt x="67038" y="57148"/>
                  <a:pt x="67075" y="57286"/>
                </a:cubicBezTo>
                <a:lnTo>
                  <a:pt x="67111" y="57361"/>
                </a:lnTo>
                <a:cubicBezTo>
                  <a:pt x="67148" y="57512"/>
                  <a:pt x="67148" y="57512"/>
                  <a:pt x="67148" y="57512"/>
                </a:cubicBezTo>
                <a:cubicBezTo>
                  <a:pt x="67148" y="57587"/>
                  <a:pt x="67185" y="57662"/>
                  <a:pt x="67185" y="57662"/>
                </a:cubicBezTo>
                <a:cubicBezTo>
                  <a:pt x="67222" y="57737"/>
                  <a:pt x="67222" y="57813"/>
                  <a:pt x="67258" y="57813"/>
                </a:cubicBezTo>
                <a:cubicBezTo>
                  <a:pt x="67258" y="57888"/>
                  <a:pt x="67295" y="57963"/>
                  <a:pt x="67326" y="57963"/>
                </a:cubicBezTo>
                <a:cubicBezTo>
                  <a:pt x="67362" y="57963"/>
                  <a:pt x="67362" y="58038"/>
                  <a:pt x="67399" y="58038"/>
                </a:cubicBezTo>
                <a:cubicBezTo>
                  <a:pt x="67473" y="58038"/>
                  <a:pt x="67473" y="58038"/>
                  <a:pt x="67473" y="58038"/>
                </a:cubicBezTo>
                <a:cubicBezTo>
                  <a:pt x="67509" y="58038"/>
                  <a:pt x="67509" y="58038"/>
                  <a:pt x="67546" y="58038"/>
                </a:cubicBezTo>
                <a:cubicBezTo>
                  <a:pt x="67583" y="58038"/>
                  <a:pt x="67620" y="57963"/>
                  <a:pt x="67620" y="57963"/>
                </a:cubicBezTo>
                <a:cubicBezTo>
                  <a:pt x="67620" y="57888"/>
                  <a:pt x="67620" y="57813"/>
                  <a:pt x="67620" y="57813"/>
                </a:cubicBezTo>
                <a:cubicBezTo>
                  <a:pt x="67620" y="57737"/>
                  <a:pt x="67656" y="57737"/>
                  <a:pt x="67693" y="57662"/>
                </a:cubicBezTo>
                <a:cubicBezTo>
                  <a:pt x="67730" y="57813"/>
                  <a:pt x="67730" y="57813"/>
                  <a:pt x="67730" y="57813"/>
                </a:cubicBezTo>
                <a:cubicBezTo>
                  <a:pt x="67767" y="57963"/>
                  <a:pt x="67840" y="58038"/>
                  <a:pt x="67871" y="58251"/>
                </a:cubicBezTo>
                <a:cubicBezTo>
                  <a:pt x="67908" y="58251"/>
                  <a:pt x="67908" y="58326"/>
                  <a:pt x="67908" y="58326"/>
                </a:cubicBezTo>
                <a:cubicBezTo>
                  <a:pt x="67944" y="58402"/>
                  <a:pt x="67944" y="58402"/>
                  <a:pt x="67981" y="58477"/>
                </a:cubicBezTo>
                <a:cubicBezTo>
                  <a:pt x="68018" y="58477"/>
                  <a:pt x="68018" y="58552"/>
                  <a:pt x="68055" y="58552"/>
                </a:cubicBezTo>
                <a:cubicBezTo>
                  <a:pt x="68091" y="58552"/>
                  <a:pt x="68091" y="58627"/>
                  <a:pt x="68091" y="58702"/>
                </a:cubicBezTo>
                <a:cubicBezTo>
                  <a:pt x="68128" y="58778"/>
                  <a:pt x="68128" y="58928"/>
                  <a:pt x="68128" y="59003"/>
                </a:cubicBezTo>
                <a:cubicBezTo>
                  <a:pt x="68128" y="59078"/>
                  <a:pt x="68128" y="59078"/>
                  <a:pt x="68128" y="59154"/>
                </a:cubicBezTo>
                <a:cubicBezTo>
                  <a:pt x="68165" y="59229"/>
                  <a:pt x="68202" y="59229"/>
                  <a:pt x="68202" y="59291"/>
                </a:cubicBezTo>
                <a:cubicBezTo>
                  <a:pt x="68238" y="59442"/>
                  <a:pt x="68275" y="59517"/>
                  <a:pt x="68312" y="59592"/>
                </a:cubicBezTo>
                <a:cubicBezTo>
                  <a:pt x="68349" y="59667"/>
                  <a:pt x="68379" y="59667"/>
                  <a:pt x="68379" y="59743"/>
                </a:cubicBezTo>
                <a:cubicBezTo>
                  <a:pt x="68416" y="59818"/>
                  <a:pt x="68416" y="59893"/>
                  <a:pt x="68416" y="60043"/>
                </a:cubicBezTo>
                <a:cubicBezTo>
                  <a:pt x="68416" y="60119"/>
                  <a:pt x="68416" y="60119"/>
                  <a:pt x="68416" y="60119"/>
                </a:cubicBezTo>
                <a:lnTo>
                  <a:pt x="68379" y="60194"/>
                </a:lnTo>
                <a:cubicBezTo>
                  <a:pt x="68379" y="60407"/>
                  <a:pt x="68379" y="60557"/>
                  <a:pt x="68416" y="60708"/>
                </a:cubicBezTo>
                <a:cubicBezTo>
                  <a:pt x="68453" y="60783"/>
                  <a:pt x="68490" y="60783"/>
                  <a:pt x="68526" y="60783"/>
                </a:cubicBezTo>
                <a:cubicBezTo>
                  <a:pt x="68563" y="60783"/>
                  <a:pt x="68563" y="60858"/>
                  <a:pt x="68600" y="60858"/>
                </a:cubicBezTo>
                <a:cubicBezTo>
                  <a:pt x="68637" y="60858"/>
                  <a:pt x="68637" y="60858"/>
                  <a:pt x="68673" y="60933"/>
                </a:cubicBezTo>
                <a:cubicBezTo>
                  <a:pt x="68710" y="60933"/>
                  <a:pt x="68710" y="60933"/>
                  <a:pt x="68747" y="61008"/>
                </a:cubicBezTo>
                <a:cubicBezTo>
                  <a:pt x="68747" y="61084"/>
                  <a:pt x="68747" y="61084"/>
                  <a:pt x="68784" y="61159"/>
                </a:cubicBezTo>
                <a:cubicBezTo>
                  <a:pt x="68784" y="61234"/>
                  <a:pt x="68784" y="61234"/>
                  <a:pt x="68820" y="61309"/>
                </a:cubicBezTo>
                <a:cubicBezTo>
                  <a:pt x="68857" y="61447"/>
                  <a:pt x="68924" y="61447"/>
                  <a:pt x="68961" y="61597"/>
                </a:cubicBezTo>
                <a:cubicBezTo>
                  <a:pt x="68961" y="61748"/>
                  <a:pt x="68998" y="61823"/>
                  <a:pt x="69035" y="61898"/>
                </a:cubicBezTo>
                <a:cubicBezTo>
                  <a:pt x="69071" y="62199"/>
                  <a:pt x="69071" y="62199"/>
                  <a:pt x="69071" y="62199"/>
                </a:cubicBezTo>
                <a:cubicBezTo>
                  <a:pt x="69108" y="62349"/>
                  <a:pt x="69145" y="62487"/>
                  <a:pt x="69145" y="62638"/>
                </a:cubicBezTo>
                <a:cubicBezTo>
                  <a:pt x="69145" y="62713"/>
                  <a:pt x="69182" y="62713"/>
                  <a:pt x="69145" y="62788"/>
                </a:cubicBezTo>
                <a:cubicBezTo>
                  <a:pt x="69145" y="62863"/>
                  <a:pt x="69108" y="62863"/>
                  <a:pt x="69108" y="62938"/>
                </a:cubicBezTo>
                <a:cubicBezTo>
                  <a:pt x="69108" y="63014"/>
                  <a:pt x="69108" y="63014"/>
                  <a:pt x="69108" y="63089"/>
                </a:cubicBezTo>
                <a:cubicBezTo>
                  <a:pt x="69108" y="63164"/>
                  <a:pt x="69108" y="63314"/>
                  <a:pt x="69145" y="63390"/>
                </a:cubicBezTo>
                <a:cubicBezTo>
                  <a:pt x="69145" y="63452"/>
                  <a:pt x="69182" y="63452"/>
                  <a:pt x="69218" y="63452"/>
                </a:cubicBezTo>
                <a:cubicBezTo>
                  <a:pt x="69218" y="63527"/>
                  <a:pt x="69255" y="63527"/>
                  <a:pt x="69292" y="63527"/>
                </a:cubicBezTo>
                <a:cubicBezTo>
                  <a:pt x="69329" y="63603"/>
                  <a:pt x="69329" y="63678"/>
                  <a:pt x="69366" y="63678"/>
                </a:cubicBezTo>
                <a:cubicBezTo>
                  <a:pt x="69396" y="63753"/>
                  <a:pt x="69433" y="63828"/>
                  <a:pt x="69506" y="63979"/>
                </a:cubicBezTo>
                <a:cubicBezTo>
                  <a:pt x="69506" y="63979"/>
                  <a:pt x="69543" y="63979"/>
                  <a:pt x="69543" y="64054"/>
                </a:cubicBezTo>
                <a:cubicBezTo>
                  <a:pt x="69580" y="64129"/>
                  <a:pt x="69580" y="64129"/>
                  <a:pt x="69580" y="64204"/>
                </a:cubicBezTo>
                <a:cubicBezTo>
                  <a:pt x="69617" y="64279"/>
                  <a:pt x="69653" y="64279"/>
                  <a:pt x="69653" y="64355"/>
                </a:cubicBezTo>
                <a:cubicBezTo>
                  <a:pt x="69690" y="64430"/>
                  <a:pt x="69727" y="64568"/>
                  <a:pt x="69727" y="64643"/>
                </a:cubicBezTo>
                <a:cubicBezTo>
                  <a:pt x="69764" y="64718"/>
                  <a:pt x="69764" y="64793"/>
                  <a:pt x="69800" y="64868"/>
                </a:cubicBezTo>
                <a:cubicBezTo>
                  <a:pt x="69800" y="64868"/>
                  <a:pt x="69874" y="64944"/>
                  <a:pt x="69874" y="65019"/>
                </a:cubicBezTo>
                <a:cubicBezTo>
                  <a:pt x="69941" y="65169"/>
                  <a:pt x="69978" y="65244"/>
                  <a:pt x="70015" y="65395"/>
                </a:cubicBezTo>
                <a:cubicBezTo>
                  <a:pt x="70088" y="65608"/>
                  <a:pt x="70162" y="65683"/>
                  <a:pt x="70235" y="65833"/>
                </a:cubicBezTo>
                <a:cubicBezTo>
                  <a:pt x="70235" y="65909"/>
                  <a:pt x="70235" y="65909"/>
                  <a:pt x="70272" y="65984"/>
                </a:cubicBezTo>
                <a:cubicBezTo>
                  <a:pt x="70272" y="66059"/>
                  <a:pt x="70309" y="66059"/>
                  <a:pt x="70309" y="66134"/>
                </a:cubicBezTo>
                <a:cubicBezTo>
                  <a:pt x="70309" y="66209"/>
                  <a:pt x="70346" y="66209"/>
                  <a:pt x="70346" y="66285"/>
                </a:cubicBezTo>
                <a:cubicBezTo>
                  <a:pt x="70346" y="66435"/>
                  <a:pt x="70346" y="66510"/>
                  <a:pt x="70346" y="66573"/>
                </a:cubicBezTo>
                <a:cubicBezTo>
                  <a:pt x="70346" y="66648"/>
                  <a:pt x="70346" y="66723"/>
                  <a:pt x="70346" y="66723"/>
                </a:cubicBezTo>
                <a:cubicBezTo>
                  <a:pt x="70346" y="66798"/>
                  <a:pt x="70382" y="66798"/>
                  <a:pt x="70382" y="66874"/>
                </a:cubicBezTo>
                <a:cubicBezTo>
                  <a:pt x="70413" y="67024"/>
                  <a:pt x="70450" y="67024"/>
                  <a:pt x="70450" y="67174"/>
                </a:cubicBezTo>
                <a:cubicBezTo>
                  <a:pt x="70450" y="68440"/>
                  <a:pt x="70450" y="68440"/>
                  <a:pt x="70450" y="68440"/>
                </a:cubicBezTo>
                <a:cubicBezTo>
                  <a:pt x="70450" y="68591"/>
                  <a:pt x="70560" y="68653"/>
                  <a:pt x="70633" y="68804"/>
                </a:cubicBezTo>
                <a:cubicBezTo>
                  <a:pt x="70707" y="68879"/>
                  <a:pt x="70707" y="68954"/>
                  <a:pt x="70781" y="68954"/>
                </a:cubicBezTo>
                <a:cubicBezTo>
                  <a:pt x="70854" y="69029"/>
                  <a:pt x="70891" y="68954"/>
                  <a:pt x="70928" y="68954"/>
                </a:cubicBezTo>
                <a:cubicBezTo>
                  <a:pt x="70995" y="68954"/>
                  <a:pt x="71068" y="69029"/>
                  <a:pt x="71142" y="68954"/>
                </a:cubicBezTo>
                <a:cubicBezTo>
                  <a:pt x="71179" y="68954"/>
                  <a:pt x="71179" y="68879"/>
                  <a:pt x="71215" y="68804"/>
                </a:cubicBezTo>
                <a:cubicBezTo>
                  <a:pt x="71252" y="68741"/>
                  <a:pt x="71252" y="68591"/>
                  <a:pt x="71289" y="68515"/>
                </a:cubicBezTo>
                <a:cubicBezTo>
                  <a:pt x="71326" y="68440"/>
                  <a:pt x="71399" y="68365"/>
                  <a:pt x="71430" y="68365"/>
                </a:cubicBezTo>
                <a:cubicBezTo>
                  <a:pt x="71473" y="68365"/>
                  <a:pt x="71473" y="68290"/>
                  <a:pt x="71503" y="68290"/>
                </a:cubicBezTo>
                <a:cubicBezTo>
                  <a:pt x="71944" y="68290"/>
                  <a:pt x="71944" y="68290"/>
                  <a:pt x="71944" y="68290"/>
                </a:cubicBezTo>
                <a:cubicBezTo>
                  <a:pt x="71975" y="68290"/>
                  <a:pt x="71975" y="68440"/>
                  <a:pt x="72012" y="68440"/>
                </a:cubicBezTo>
                <a:cubicBezTo>
                  <a:pt x="72012" y="68440"/>
                  <a:pt x="72049" y="68440"/>
                  <a:pt x="72085" y="68440"/>
                </a:cubicBezTo>
                <a:cubicBezTo>
                  <a:pt x="72159" y="68139"/>
                  <a:pt x="72159" y="68139"/>
                  <a:pt x="72159" y="68139"/>
                </a:cubicBezTo>
                <a:cubicBezTo>
                  <a:pt x="72159" y="68064"/>
                  <a:pt x="72196" y="68064"/>
                  <a:pt x="72196" y="67989"/>
                </a:cubicBezTo>
                <a:cubicBezTo>
                  <a:pt x="72232" y="67914"/>
                  <a:pt x="72269" y="67914"/>
                  <a:pt x="72306" y="67914"/>
                </a:cubicBezTo>
                <a:cubicBezTo>
                  <a:pt x="72306" y="67839"/>
                  <a:pt x="72343" y="67763"/>
                  <a:pt x="72343" y="67763"/>
                </a:cubicBezTo>
                <a:cubicBezTo>
                  <a:pt x="72447" y="67688"/>
                  <a:pt x="72490" y="67688"/>
                  <a:pt x="72557" y="67688"/>
                </a:cubicBezTo>
                <a:cubicBezTo>
                  <a:pt x="72594" y="67626"/>
                  <a:pt x="72594" y="67550"/>
                  <a:pt x="72630" y="67550"/>
                </a:cubicBezTo>
                <a:cubicBezTo>
                  <a:pt x="72667" y="67550"/>
                  <a:pt x="72741" y="67550"/>
                  <a:pt x="72777" y="67550"/>
                </a:cubicBezTo>
                <a:cubicBezTo>
                  <a:pt x="72814" y="67550"/>
                  <a:pt x="72814" y="67475"/>
                  <a:pt x="72851" y="67475"/>
                </a:cubicBezTo>
                <a:cubicBezTo>
                  <a:pt x="72888" y="67475"/>
                  <a:pt x="72888" y="67475"/>
                  <a:pt x="72924" y="67475"/>
                </a:cubicBezTo>
                <a:cubicBezTo>
                  <a:pt x="72961" y="67475"/>
                  <a:pt x="72992" y="67475"/>
                  <a:pt x="73065" y="67400"/>
                </a:cubicBezTo>
                <a:cubicBezTo>
                  <a:pt x="73102" y="67400"/>
                  <a:pt x="73102" y="67325"/>
                  <a:pt x="73139" y="67250"/>
                </a:cubicBezTo>
                <a:cubicBezTo>
                  <a:pt x="73212" y="67099"/>
                  <a:pt x="73212" y="67099"/>
                  <a:pt x="73212" y="67099"/>
                </a:cubicBezTo>
                <a:cubicBezTo>
                  <a:pt x="73212" y="67099"/>
                  <a:pt x="73249" y="67024"/>
                  <a:pt x="73286" y="66949"/>
                </a:cubicBezTo>
                <a:lnTo>
                  <a:pt x="73323" y="66949"/>
                </a:lnTo>
                <a:cubicBezTo>
                  <a:pt x="73433" y="66949"/>
                  <a:pt x="73464" y="66949"/>
                  <a:pt x="73537" y="66949"/>
                </a:cubicBezTo>
                <a:cubicBezTo>
                  <a:pt x="73537" y="66874"/>
                  <a:pt x="73537" y="66798"/>
                  <a:pt x="73537" y="66723"/>
                </a:cubicBezTo>
                <a:cubicBezTo>
                  <a:pt x="73537" y="66648"/>
                  <a:pt x="73537" y="66648"/>
                  <a:pt x="73537" y="66573"/>
                </a:cubicBezTo>
                <a:cubicBezTo>
                  <a:pt x="73574" y="66510"/>
                  <a:pt x="73574" y="66510"/>
                  <a:pt x="73611" y="66435"/>
                </a:cubicBezTo>
                <a:cubicBezTo>
                  <a:pt x="73611" y="66435"/>
                  <a:pt x="73647" y="66510"/>
                  <a:pt x="73684" y="66435"/>
                </a:cubicBezTo>
                <a:cubicBezTo>
                  <a:pt x="73684" y="66435"/>
                  <a:pt x="73721" y="66360"/>
                  <a:pt x="73758" y="66360"/>
                </a:cubicBezTo>
                <a:lnTo>
                  <a:pt x="73794" y="66285"/>
                </a:lnTo>
                <a:cubicBezTo>
                  <a:pt x="73831" y="66285"/>
                  <a:pt x="73868" y="66209"/>
                  <a:pt x="73868" y="66209"/>
                </a:cubicBezTo>
                <a:cubicBezTo>
                  <a:pt x="73905" y="66209"/>
                  <a:pt x="73941" y="66209"/>
                  <a:pt x="73941" y="66209"/>
                </a:cubicBezTo>
                <a:cubicBezTo>
                  <a:pt x="73978" y="66209"/>
                  <a:pt x="74009" y="66209"/>
                  <a:pt x="74009" y="66209"/>
                </a:cubicBezTo>
                <a:cubicBezTo>
                  <a:pt x="74523" y="66209"/>
                  <a:pt x="74523" y="66209"/>
                  <a:pt x="74523" y="66209"/>
                </a:cubicBezTo>
                <a:cubicBezTo>
                  <a:pt x="74523" y="66134"/>
                  <a:pt x="74523" y="66134"/>
                  <a:pt x="74523" y="65984"/>
                </a:cubicBezTo>
                <a:lnTo>
                  <a:pt x="74523" y="65909"/>
                </a:lnTo>
                <a:cubicBezTo>
                  <a:pt x="74523" y="65833"/>
                  <a:pt x="74523" y="65758"/>
                  <a:pt x="74523" y="65758"/>
                </a:cubicBezTo>
                <a:cubicBezTo>
                  <a:pt x="74554" y="65608"/>
                  <a:pt x="74591" y="65545"/>
                  <a:pt x="74627" y="65470"/>
                </a:cubicBezTo>
                <a:cubicBezTo>
                  <a:pt x="74958" y="65470"/>
                  <a:pt x="74958" y="65470"/>
                  <a:pt x="74958" y="65470"/>
                </a:cubicBezTo>
                <a:cubicBezTo>
                  <a:pt x="74958" y="65395"/>
                  <a:pt x="74995" y="65320"/>
                  <a:pt x="74995" y="65320"/>
                </a:cubicBezTo>
                <a:cubicBezTo>
                  <a:pt x="74995" y="65244"/>
                  <a:pt x="74995" y="65244"/>
                  <a:pt x="75026" y="65169"/>
                </a:cubicBezTo>
                <a:cubicBezTo>
                  <a:pt x="75026" y="65019"/>
                  <a:pt x="75026" y="64944"/>
                  <a:pt x="75062" y="64868"/>
                </a:cubicBezTo>
                <a:cubicBezTo>
                  <a:pt x="75099" y="64793"/>
                  <a:pt x="75099" y="64793"/>
                  <a:pt x="75136" y="64718"/>
                </a:cubicBezTo>
                <a:cubicBezTo>
                  <a:pt x="75173" y="64718"/>
                  <a:pt x="75173" y="64793"/>
                  <a:pt x="75209" y="64793"/>
                </a:cubicBezTo>
                <a:cubicBezTo>
                  <a:pt x="75283" y="64793"/>
                  <a:pt x="75283" y="64793"/>
                  <a:pt x="75283" y="64793"/>
                </a:cubicBezTo>
                <a:cubicBezTo>
                  <a:pt x="75320" y="64793"/>
                  <a:pt x="75320" y="64718"/>
                  <a:pt x="75356" y="64718"/>
                </a:cubicBezTo>
                <a:cubicBezTo>
                  <a:pt x="75393" y="64492"/>
                  <a:pt x="75393" y="64492"/>
                  <a:pt x="75393" y="64492"/>
                </a:cubicBezTo>
                <a:cubicBezTo>
                  <a:pt x="75393" y="64430"/>
                  <a:pt x="75430" y="64430"/>
                  <a:pt x="75430" y="64355"/>
                </a:cubicBezTo>
                <a:cubicBezTo>
                  <a:pt x="75430" y="64279"/>
                  <a:pt x="75430" y="64279"/>
                  <a:pt x="75430" y="64204"/>
                </a:cubicBezTo>
                <a:cubicBezTo>
                  <a:pt x="75430" y="64129"/>
                  <a:pt x="75467" y="64129"/>
                  <a:pt x="75467" y="64054"/>
                </a:cubicBezTo>
                <a:cubicBezTo>
                  <a:pt x="75497" y="63979"/>
                  <a:pt x="75497" y="63979"/>
                  <a:pt x="75497" y="63903"/>
                </a:cubicBezTo>
                <a:cubicBezTo>
                  <a:pt x="75540" y="63828"/>
                  <a:pt x="75571" y="63828"/>
                  <a:pt x="75607" y="63828"/>
                </a:cubicBezTo>
                <a:cubicBezTo>
                  <a:pt x="75644" y="63828"/>
                  <a:pt x="75644" y="63828"/>
                  <a:pt x="75644" y="63828"/>
                </a:cubicBezTo>
                <a:cubicBezTo>
                  <a:pt x="75681" y="63828"/>
                  <a:pt x="75681" y="63903"/>
                  <a:pt x="75681" y="63979"/>
                </a:cubicBezTo>
                <a:cubicBezTo>
                  <a:pt x="75718" y="63979"/>
                  <a:pt x="75754" y="63979"/>
                  <a:pt x="75754" y="63979"/>
                </a:cubicBezTo>
                <a:cubicBezTo>
                  <a:pt x="75754" y="63828"/>
                  <a:pt x="75754" y="63753"/>
                  <a:pt x="75754" y="63527"/>
                </a:cubicBezTo>
                <a:cubicBezTo>
                  <a:pt x="75791" y="63390"/>
                  <a:pt x="75791" y="63239"/>
                  <a:pt x="75828" y="63089"/>
                </a:cubicBezTo>
                <a:cubicBezTo>
                  <a:pt x="75828" y="63014"/>
                  <a:pt x="75828" y="62938"/>
                  <a:pt x="75828" y="62938"/>
                </a:cubicBezTo>
                <a:cubicBezTo>
                  <a:pt x="75828" y="62863"/>
                  <a:pt x="75828" y="62788"/>
                  <a:pt x="75865" y="62788"/>
                </a:cubicBezTo>
                <a:cubicBezTo>
                  <a:pt x="75865" y="62713"/>
                  <a:pt x="75901" y="62713"/>
                  <a:pt x="75938" y="62713"/>
                </a:cubicBezTo>
                <a:cubicBezTo>
                  <a:pt x="75938" y="62713"/>
                  <a:pt x="75975" y="62713"/>
                  <a:pt x="76012" y="62713"/>
                </a:cubicBezTo>
                <a:cubicBezTo>
                  <a:pt x="76042" y="62713"/>
                  <a:pt x="76079" y="62638"/>
                  <a:pt x="76116" y="62638"/>
                </a:cubicBezTo>
                <a:cubicBezTo>
                  <a:pt x="76116" y="62487"/>
                  <a:pt x="76116" y="62412"/>
                  <a:pt x="76116" y="62274"/>
                </a:cubicBezTo>
                <a:cubicBezTo>
                  <a:pt x="76079" y="62199"/>
                  <a:pt x="76079" y="62199"/>
                  <a:pt x="76042" y="62199"/>
                </a:cubicBezTo>
                <a:cubicBezTo>
                  <a:pt x="76012" y="62124"/>
                  <a:pt x="75975" y="62199"/>
                  <a:pt x="75975" y="62199"/>
                </a:cubicBezTo>
                <a:cubicBezTo>
                  <a:pt x="75938" y="62124"/>
                  <a:pt x="75901" y="62124"/>
                  <a:pt x="75901" y="62124"/>
                </a:cubicBezTo>
                <a:cubicBezTo>
                  <a:pt x="75865" y="62049"/>
                  <a:pt x="75828" y="62049"/>
                  <a:pt x="75828" y="62049"/>
                </a:cubicBezTo>
                <a:cubicBezTo>
                  <a:pt x="75828" y="61973"/>
                  <a:pt x="75828" y="61898"/>
                  <a:pt x="75828" y="61898"/>
                </a:cubicBezTo>
                <a:cubicBezTo>
                  <a:pt x="75828" y="61823"/>
                  <a:pt x="75791" y="61748"/>
                  <a:pt x="75791" y="61673"/>
                </a:cubicBezTo>
                <a:cubicBezTo>
                  <a:pt x="75791" y="61673"/>
                  <a:pt x="75791" y="61597"/>
                  <a:pt x="75754" y="61522"/>
                </a:cubicBezTo>
                <a:cubicBezTo>
                  <a:pt x="75754" y="61447"/>
                  <a:pt x="75718" y="61447"/>
                  <a:pt x="75681" y="61372"/>
                </a:cubicBezTo>
                <a:cubicBezTo>
                  <a:pt x="75644" y="61372"/>
                  <a:pt x="75607" y="61309"/>
                  <a:pt x="75571" y="61309"/>
                </a:cubicBezTo>
                <a:cubicBezTo>
                  <a:pt x="75540" y="61309"/>
                  <a:pt x="75497" y="61309"/>
                  <a:pt x="75497" y="61309"/>
                </a:cubicBezTo>
                <a:cubicBezTo>
                  <a:pt x="75467" y="61309"/>
                  <a:pt x="75430" y="61234"/>
                  <a:pt x="75430" y="61234"/>
                </a:cubicBezTo>
                <a:cubicBezTo>
                  <a:pt x="75430" y="61159"/>
                  <a:pt x="75430" y="61159"/>
                  <a:pt x="75430" y="61084"/>
                </a:cubicBezTo>
                <a:cubicBezTo>
                  <a:pt x="75430" y="61008"/>
                  <a:pt x="75467" y="60933"/>
                  <a:pt x="75467" y="60783"/>
                </a:cubicBezTo>
                <a:cubicBezTo>
                  <a:pt x="75467" y="60708"/>
                  <a:pt x="75467" y="60708"/>
                  <a:pt x="75467" y="60632"/>
                </a:cubicBezTo>
                <a:cubicBezTo>
                  <a:pt x="75430" y="60632"/>
                  <a:pt x="75393" y="60632"/>
                  <a:pt x="75393" y="60557"/>
                </a:cubicBezTo>
                <a:cubicBezTo>
                  <a:pt x="75356" y="60557"/>
                  <a:pt x="75356" y="60482"/>
                  <a:pt x="75320" y="60482"/>
                </a:cubicBezTo>
                <a:cubicBezTo>
                  <a:pt x="75173" y="60482"/>
                  <a:pt x="75173" y="60482"/>
                  <a:pt x="75173" y="60482"/>
                </a:cubicBezTo>
                <a:cubicBezTo>
                  <a:pt x="75173" y="60632"/>
                  <a:pt x="75173" y="60708"/>
                  <a:pt x="75173" y="60858"/>
                </a:cubicBezTo>
                <a:cubicBezTo>
                  <a:pt x="75173" y="60933"/>
                  <a:pt x="75099" y="61008"/>
                  <a:pt x="75062" y="61084"/>
                </a:cubicBezTo>
                <a:cubicBezTo>
                  <a:pt x="75062" y="60933"/>
                  <a:pt x="75026" y="60858"/>
                  <a:pt x="75026" y="60783"/>
                </a:cubicBezTo>
                <a:cubicBezTo>
                  <a:pt x="75026" y="60708"/>
                  <a:pt x="75026" y="60632"/>
                  <a:pt x="75026" y="60632"/>
                </a:cubicBezTo>
                <a:cubicBezTo>
                  <a:pt x="75026" y="60557"/>
                  <a:pt x="74995" y="60557"/>
                  <a:pt x="74958" y="60557"/>
                </a:cubicBezTo>
                <a:cubicBezTo>
                  <a:pt x="74958" y="60482"/>
                  <a:pt x="74921" y="60482"/>
                  <a:pt x="74921" y="60407"/>
                </a:cubicBezTo>
                <a:cubicBezTo>
                  <a:pt x="74921" y="59667"/>
                  <a:pt x="74921" y="59667"/>
                  <a:pt x="74921" y="59667"/>
                </a:cubicBezTo>
                <a:cubicBezTo>
                  <a:pt x="74885" y="59667"/>
                  <a:pt x="74885" y="59592"/>
                  <a:pt x="74848" y="59517"/>
                </a:cubicBezTo>
                <a:cubicBezTo>
                  <a:pt x="74848" y="59517"/>
                  <a:pt x="74811" y="59442"/>
                  <a:pt x="74774" y="59442"/>
                </a:cubicBezTo>
                <a:cubicBezTo>
                  <a:pt x="74774" y="59517"/>
                  <a:pt x="74774" y="59517"/>
                  <a:pt x="74738" y="59592"/>
                </a:cubicBezTo>
                <a:cubicBezTo>
                  <a:pt x="74738" y="59592"/>
                  <a:pt x="74701" y="59592"/>
                  <a:pt x="74701" y="59667"/>
                </a:cubicBezTo>
                <a:cubicBezTo>
                  <a:pt x="74664" y="59667"/>
                  <a:pt x="74627" y="59667"/>
                  <a:pt x="74627" y="59743"/>
                </a:cubicBezTo>
                <a:cubicBezTo>
                  <a:pt x="74554" y="59743"/>
                  <a:pt x="74554" y="59893"/>
                  <a:pt x="74523" y="60043"/>
                </a:cubicBezTo>
                <a:cubicBezTo>
                  <a:pt x="74523" y="60194"/>
                  <a:pt x="74523" y="60269"/>
                  <a:pt x="74523" y="60407"/>
                </a:cubicBezTo>
                <a:cubicBezTo>
                  <a:pt x="74523" y="60557"/>
                  <a:pt x="74523" y="60632"/>
                  <a:pt x="74523" y="60708"/>
                </a:cubicBezTo>
                <a:cubicBezTo>
                  <a:pt x="74450" y="60708"/>
                  <a:pt x="74413" y="60708"/>
                  <a:pt x="74376" y="60708"/>
                </a:cubicBezTo>
                <a:cubicBezTo>
                  <a:pt x="74303" y="60708"/>
                  <a:pt x="74266" y="60708"/>
                  <a:pt x="74229" y="60708"/>
                </a:cubicBezTo>
                <a:cubicBezTo>
                  <a:pt x="74156" y="60708"/>
                  <a:pt x="74156" y="60708"/>
                  <a:pt x="74156" y="60708"/>
                </a:cubicBezTo>
                <a:cubicBezTo>
                  <a:pt x="74119" y="60708"/>
                  <a:pt x="74082" y="60632"/>
                  <a:pt x="74045" y="60632"/>
                </a:cubicBezTo>
                <a:cubicBezTo>
                  <a:pt x="74009" y="60557"/>
                  <a:pt x="73978" y="60557"/>
                  <a:pt x="73941" y="60557"/>
                </a:cubicBezTo>
                <a:cubicBezTo>
                  <a:pt x="73905" y="60557"/>
                  <a:pt x="73905" y="60557"/>
                  <a:pt x="73868" y="60557"/>
                </a:cubicBezTo>
                <a:cubicBezTo>
                  <a:pt x="73868" y="60557"/>
                  <a:pt x="73831" y="60632"/>
                  <a:pt x="73794" y="60632"/>
                </a:cubicBezTo>
                <a:cubicBezTo>
                  <a:pt x="73794" y="60708"/>
                  <a:pt x="73758" y="60708"/>
                  <a:pt x="73758" y="60708"/>
                </a:cubicBezTo>
                <a:cubicBezTo>
                  <a:pt x="73721" y="60783"/>
                  <a:pt x="73684" y="60783"/>
                  <a:pt x="73684" y="60858"/>
                </a:cubicBezTo>
                <a:cubicBezTo>
                  <a:pt x="73647" y="60933"/>
                  <a:pt x="73647" y="61008"/>
                  <a:pt x="73611" y="61008"/>
                </a:cubicBezTo>
                <a:cubicBezTo>
                  <a:pt x="73537" y="61008"/>
                  <a:pt x="73506" y="60933"/>
                  <a:pt x="73464" y="60933"/>
                </a:cubicBezTo>
                <a:cubicBezTo>
                  <a:pt x="73433" y="60858"/>
                  <a:pt x="73433" y="60783"/>
                  <a:pt x="73396" y="60783"/>
                </a:cubicBezTo>
                <a:cubicBezTo>
                  <a:pt x="73359" y="60708"/>
                  <a:pt x="73323" y="60708"/>
                  <a:pt x="73323" y="60632"/>
                </a:cubicBezTo>
                <a:cubicBezTo>
                  <a:pt x="73323" y="60557"/>
                  <a:pt x="73323" y="60557"/>
                  <a:pt x="73323" y="60482"/>
                </a:cubicBezTo>
                <a:cubicBezTo>
                  <a:pt x="73323" y="60407"/>
                  <a:pt x="73323" y="60332"/>
                  <a:pt x="73323" y="60332"/>
                </a:cubicBezTo>
                <a:cubicBezTo>
                  <a:pt x="73323" y="60269"/>
                  <a:pt x="73359" y="60332"/>
                  <a:pt x="73396" y="60269"/>
                </a:cubicBezTo>
                <a:cubicBezTo>
                  <a:pt x="73433" y="60194"/>
                  <a:pt x="73506" y="60194"/>
                  <a:pt x="73574" y="60194"/>
                </a:cubicBezTo>
                <a:cubicBezTo>
                  <a:pt x="73611" y="60194"/>
                  <a:pt x="73611" y="60194"/>
                  <a:pt x="73611" y="60194"/>
                </a:cubicBezTo>
                <a:cubicBezTo>
                  <a:pt x="73647" y="60194"/>
                  <a:pt x="73647" y="60269"/>
                  <a:pt x="73721" y="60269"/>
                </a:cubicBezTo>
                <a:cubicBezTo>
                  <a:pt x="73758" y="60269"/>
                  <a:pt x="73758" y="60269"/>
                  <a:pt x="73831" y="60269"/>
                </a:cubicBezTo>
                <a:cubicBezTo>
                  <a:pt x="73868" y="60269"/>
                  <a:pt x="73905" y="60269"/>
                  <a:pt x="73941" y="60269"/>
                </a:cubicBezTo>
                <a:cubicBezTo>
                  <a:pt x="73978" y="60269"/>
                  <a:pt x="73978" y="60194"/>
                  <a:pt x="74009" y="60194"/>
                </a:cubicBezTo>
                <a:cubicBezTo>
                  <a:pt x="74009" y="60119"/>
                  <a:pt x="74009" y="60043"/>
                  <a:pt x="74009" y="60043"/>
                </a:cubicBezTo>
                <a:cubicBezTo>
                  <a:pt x="73978" y="60043"/>
                  <a:pt x="73978" y="59968"/>
                  <a:pt x="73941" y="59968"/>
                </a:cubicBezTo>
                <a:cubicBezTo>
                  <a:pt x="73868" y="59968"/>
                  <a:pt x="73868" y="59968"/>
                  <a:pt x="73868" y="59968"/>
                </a:cubicBezTo>
                <a:cubicBezTo>
                  <a:pt x="73794" y="59968"/>
                  <a:pt x="73794" y="59968"/>
                  <a:pt x="73721" y="59968"/>
                </a:cubicBezTo>
                <a:cubicBezTo>
                  <a:pt x="73647" y="59968"/>
                  <a:pt x="73647" y="59968"/>
                  <a:pt x="73647" y="59968"/>
                </a:cubicBezTo>
                <a:cubicBezTo>
                  <a:pt x="73611" y="59968"/>
                  <a:pt x="73611" y="59968"/>
                  <a:pt x="73574" y="59968"/>
                </a:cubicBezTo>
                <a:cubicBezTo>
                  <a:pt x="73537" y="59968"/>
                  <a:pt x="73537" y="59968"/>
                  <a:pt x="73506" y="59968"/>
                </a:cubicBezTo>
                <a:cubicBezTo>
                  <a:pt x="73433" y="59893"/>
                  <a:pt x="73396" y="59818"/>
                  <a:pt x="73323" y="59818"/>
                </a:cubicBezTo>
                <a:cubicBezTo>
                  <a:pt x="73249" y="59818"/>
                  <a:pt x="73212" y="59818"/>
                  <a:pt x="73102" y="59818"/>
                </a:cubicBezTo>
                <a:cubicBezTo>
                  <a:pt x="73065" y="59818"/>
                  <a:pt x="73065" y="59743"/>
                  <a:pt x="73029" y="59743"/>
                </a:cubicBezTo>
                <a:cubicBezTo>
                  <a:pt x="72961" y="59743"/>
                  <a:pt x="72961" y="59743"/>
                  <a:pt x="72961" y="59743"/>
                </a:cubicBezTo>
                <a:cubicBezTo>
                  <a:pt x="72961" y="59078"/>
                  <a:pt x="72961" y="59078"/>
                  <a:pt x="72961" y="59078"/>
                </a:cubicBezTo>
                <a:cubicBezTo>
                  <a:pt x="72924" y="59003"/>
                  <a:pt x="72924" y="58928"/>
                  <a:pt x="72888" y="58928"/>
                </a:cubicBezTo>
                <a:cubicBezTo>
                  <a:pt x="72888" y="58853"/>
                  <a:pt x="72851" y="58928"/>
                  <a:pt x="72814" y="58853"/>
                </a:cubicBezTo>
                <a:cubicBezTo>
                  <a:pt x="72814" y="58853"/>
                  <a:pt x="72814" y="58778"/>
                  <a:pt x="72777" y="58702"/>
                </a:cubicBezTo>
                <a:cubicBezTo>
                  <a:pt x="72741" y="58702"/>
                  <a:pt x="72704" y="58702"/>
                  <a:pt x="72704" y="58702"/>
                </a:cubicBezTo>
                <a:cubicBezTo>
                  <a:pt x="72667" y="58702"/>
                  <a:pt x="72630" y="58702"/>
                  <a:pt x="72630" y="58702"/>
                </a:cubicBezTo>
                <a:cubicBezTo>
                  <a:pt x="72594" y="58702"/>
                  <a:pt x="72557" y="58627"/>
                  <a:pt x="72557" y="58627"/>
                </a:cubicBezTo>
                <a:cubicBezTo>
                  <a:pt x="72520" y="58552"/>
                  <a:pt x="72447" y="58627"/>
                  <a:pt x="72447" y="58552"/>
                </a:cubicBezTo>
                <a:cubicBezTo>
                  <a:pt x="72447" y="58477"/>
                  <a:pt x="72447" y="58402"/>
                  <a:pt x="72447" y="58326"/>
                </a:cubicBezTo>
                <a:cubicBezTo>
                  <a:pt x="72447" y="58251"/>
                  <a:pt x="72447" y="58176"/>
                  <a:pt x="72447" y="58113"/>
                </a:cubicBezTo>
                <a:cubicBezTo>
                  <a:pt x="72447" y="57963"/>
                  <a:pt x="72379" y="57888"/>
                  <a:pt x="72343" y="57813"/>
                </a:cubicBezTo>
                <a:cubicBezTo>
                  <a:pt x="72343" y="57737"/>
                  <a:pt x="72306" y="57737"/>
                  <a:pt x="72306" y="57662"/>
                </a:cubicBezTo>
                <a:cubicBezTo>
                  <a:pt x="72269" y="57587"/>
                  <a:pt x="72306" y="57587"/>
                  <a:pt x="72306" y="57512"/>
                </a:cubicBezTo>
                <a:cubicBezTo>
                  <a:pt x="72269" y="57437"/>
                  <a:pt x="72306" y="57437"/>
                  <a:pt x="72306" y="57361"/>
                </a:cubicBezTo>
                <a:cubicBezTo>
                  <a:pt x="72306" y="57286"/>
                  <a:pt x="72269" y="57286"/>
                  <a:pt x="72269" y="57211"/>
                </a:cubicBezTo>
                <a:cubicBezTo>
                  <a:pt x="72232" y="57073"/>
                  <a:pt x="72269" y="57073"/>
                  <a:pt x="72269" y="56923"/>
                </a:cubicBezTo>
                <a:cubicBezTo>
                  <a:pt x="72269" y="56848"/>
                  <a:pt x="72232" y="56848"/>
                  <a:pt x="72269" y="56697"/>
                </a:cubicBezTo>
                <a:cubicBezTo>
                  <a:pt x="72269" y="56622"/>
                  <a:pt x="72269" y="56622"/>
                  <a:pt x="72306" y="56547"/>
                </a:cubicBezTo>
                <a:cubicBezTo>
                  <a:pt x="72306" y="56472"/>
                  <a:pt x="72343" y="56472"/>
                  <a:pt x="72343" y="56396"/>
                </a:cubicBezTo>
                <a:cubicBezTo>
                  <a:pt x="72379" y="56396"/>
                  <a:pt x="72416" y="56396"/>
                  <a:pt x="72447" y="56396"/>
                </a:cubicBezTo>
                <a:cubicBezTo>
                  <a:pt x="72520" y="56396"/>
                  <a:pt x="72557" y="56472"/>
                  <a:pt x="72630" y="56472"/>
                </a:cubicBezTo>
                <a:cubicBezTo>
                  <a:pt x="72741" y="56547"/>
                  <a:pt x="72777" y="56697"/>
                  <a:pt x="72814" y="56848"/>
                </a:cubicBezTo>
                <a:cubicBezTo>
                  <a:pt x="72851" y="56848"/>
                  <a:pt x="72888" y="56923"/>
                  <a:pt x="72888" y="56923"/>
                </a:cubicBezTo>
                <a:cubicBezTo>
                  <a:pt x="72961" y="56998"/>
                  <a:pt x="72992" y="57148"/>
                  <a:pt x="73029" y="57211"/>
                </a:cubicBezTo>
                <a:cubicBezTo>
                  <a:pt x="73029" y="57286"/>
                  <a:pt x="73065" y="57286"/>
                  <a:pt x="73102" y="57361"/>
                </a:cubicBezTo>
                <a:cubicBezTo>
                  <a:pt x="73139" y="57512"/>
                  <a:pt x="73139" y="57662"/>
                  <a:pt x="73212" y="57813"/>
                </a:cubicBezTo>
                <a:cubicBezTo>
                  <a:pt x="73212" y="57888"/>
                  <a:pt x="73249" y="57888"/>
                  <a:pt x="73286" y="57963"/>
                </a:cubicBezTo>
                <a:cubicBezTo>
                  <a:pt x="73359" y="58038"/>
                  <a:pt x="73396" y="58038"/>
                  <a:pt x="73464" y="58176"/>
                </a:cubicBezTo>
                <a:cubicBezTo>
                  <a:pt x="73537" y="58176"/>
                  <a:pt x="73574" y="58326"/>
                  <a:pt x="73611" y="58402"/>
                </a:cubicBezTo>
                <a:cubicBezTo>
                  <a:pt x="73684" y="58477"/>
                  <a:pt x="73684" y="58552"/>
                  <a:pt x="73758" y="58627"/>
                </a:cubicBezTo>
                <a:cubicBezTo>
                  <a:pt x="73794" y="58702"/>
                  <a:pt x="73831" y="58778"/>
                  <a:pt x="73905" y="58778"/>
                </a:cubicBezTo>
                <a:cubicBezTo>
                  <a:pt x="73941" y="58853"/>
                  <a:pt x="74009" y="58778"/>
                  <a:pt x="74045" y="58778"/>
                </a:cubicBezTo>
                <a:cubicBezTo>
                  <a:pt x="74082" y="58778"/>
                  <a:pt x="74119" y="58853"/>
                  <a:pt x="74119" y="58853"/>
                </a:cubicBezTo>
                <a:cubicBezTo>
                  <a:pt x="74229" y="58853"/>
                  <a:pt x="74303" y="58928"/>
                  <a:pt x="74413" y="58928"/>
                </a:cubicBezTo>
                <a:cubicBezTo>
                  <a:pt x="74450" y="58928"/>
                  <a:pt x="74450" y="58928"/>
                  <a:pt x="74450" y="58928"/>
                </a:cubicBezTo>
                <a:cubicBezTo>
                  <a:pt x="74523" y="58928"/>
                  <a:pt x="74523" y="58928"/>
                  <a:pt x="74523" y="58928"/>
                </a:cubicBezTo>
                <a:cubicBezTo>
                  <a:pt x="74523" y="58928"/>
                  <a:pt x="74554" y="58853"/>
                  <a:pt x="74591" y="58853"/>
                </a:cubicBezTo>
                <a:cubicBezTo>
                  <a:pt x="74627" y="58853"/>
                  <a:pt x="74664" y="58853"/>
                  <a:pt x="74701" y="58853"/>
                </a:cubicBezTo>
                <a:cubicBezTo>
                  <a:pt x="74738" y="58853"/>
                  <a:pt x="74774" y="58778"/>
                  <a:pt x="74774" y="58778"/>
                </a:cubicBezTo>
                <a:cubicBezTo>
                  <a:pt x="74848" y="58778"/>
                  <a:pt x="74848" y="58778"/>
                  <a:pt x="74848" y="58778"/>
                </a:cubicBezTo>
                <a:cubicBezTo>
                  <a:pt x="74921" y="58778"/>
                  <a:pt x="74958" y="58778"/>
                  <a:pt x="74995" y="58778"/>
                </a:cubicBezTo>
                <a:cubicBezTo>
                  <a:pt x="75026" y="58778"/>
                  <a:pt x="75026" y="58853"/>
                  <a:pt x="75062" y="58928"/>
                </a:cubicBezTo>
                <a:cubicBezTo>
                  <a:pt x="75099" y="59003"/>
                  <a:pt x="75136" y="59003"/>
                  <a:pt x="75173" y="59154"/>
                </a:cubicBezTo>
                <a:cubicBezTo>
                  <a:pt x="75173" y="59229"/>
                  <a:pt x="75173" y="59229"/>
                  <a:pt x="75173" y="59291"/>
                </a:cubicBezTo>
                <a:cubicBezTo>
                  <a:pt x="75173" y="59367"/>
                  <a:pt x="75173" y="59367"/>
                  <a:pt x="75173" y="59442"/>
                </a:cubicBezTo>
                <a:cubicBezTo>
                  <a:pt x="75209" y="59517"/>
                  <a:pt x="75209" y="59517"/>
                  <a:pt x="75209" y="59592"/>
                </a:cubicBezTo>
                <a:cubicBezTo>
                  <a:pt x="75246" y="59592"/>
                  <a:pt x="75283" y="59592"/>
                  <a:pt x="75283" y="59667"/>
                </a:cubicBezTo>
                <a:cubicBezTo>
                  <a:pt x="75320" y="59667"/>
                  <a:pt x="75356" y="59667"/>
                  <a:pt x="75393" y="59667"/>
                </a:cubicBezTo>
                <a:cubicBezTo>
                  <a:pt x="75754" y="59667"/>
                  <a:pt x="75754" y="59667"/>
                  <a:pt x="75754" y="59667"/>
                </a:cubicBezTo>
                <a:cubicBezTo>
                  <a:pt x="75791" y="59667"/>
                  <a:pt x="75791" y="59667"/>
                  <a:pt x="75828" y="59667"/>
                </a:cubicBezTo>
                <a:cubicBezTo>
                  <a:pt x="75865" y="59667"/>
                  <a:pt x="75865" y="59667"/>
                  <a:pt x="75901" y="59667"/>
                </a:cubicBezTo>
                <a:cubicBezTo>
                  <a:pt x="75938" y="59667"/>
                  <a:pt x="75938" y="59743"/>
                  <a:pt x="75975" y="59743"/>
                </a:cubicBezTo>
                <a:cubicBezTo>
                  <a:pt x="76012" y="59818"/>
                  <a:pt x="76012" y="59893"/>
                  <a:pt x="76012" y="59893"/>
                </a:cubicBezTo>
                <a:cubicBezTo>
                  <a:pt x="76042" y="59968"/>
                  <a:pt x="76042" y="59968"/>
                  <a:pt x="76079" y="59968"/>
                </a:cubicBezTo>
                <a:cubicBezTo>
                  <a:pt x="76116" y="60043"/>
                  <a:pt x="76116" y="60043"/>
                  <a:pt x="76189" y="60043"/>
                </a:cubicBezTo>
                <a:cubicBezTo>
                  <a:pt x="76520" y="60043"/>
                  <a:pt x="76520" y="60043"/>
                  <a:pt x="76520" y="60043"/>
                </a:cubicBezTo>
                <a:cubicBezTo>
                  <a:pt x="76588" y="60043"/>
                  <a:pt x="76624" y="60194"/>
                  <a:pt x="76698" y="60194"/>
                </a:cubicBezTo>
                <a:cubicBezTo>
                  <a:pt x="77280" y="60194"/>
                  <a:pt x="77280" y="60194"/>
                  <a:pt x="77280" y="60194"/>
                </a:cubicBezTo>
                <a:cubicBezTo>
                  <a:pt x="77715" y="60043"/>
                  <a:pt x="77715" y="60043"/>
                  <a:pt x="77715" y="60043"/>
                </a:cubicBezTo>
                <a:cubicBezTo>
                  <a:pt x="78113" y="60043"/>
                  <a:pt x="78113" y="60043"/>
                  <a:pt x="78113" y="60043"/>
                </a:cubicBezTo>
                <a:cubicBezTo>
                  <a:pt x="78186" y="60043"/>
                  <a:pt x="78186" y="60119"/>
                  <a:pt x="78260" y="60194"/>
                </a:cubicBezTo>
                <a:cubicBezTo>
                  <a:pt x="78260" y="60269"/>
                  <a:pt x="78297" y="60269"/>
                  <a:pt x="78333" y="60332"/>
                </a:cubicBezTo>
                <a:cubicBezTo>
                  <a:pt x="78333" y="60332"/>
                  <a:pt x="78370" y="60407"/>
                  <a:pt x="78407" y="60407"/>
                </a:cubicBezTo>
                <a:cubicBezTo>
                  <a:pt x="78444" y="60557"/>
                  <a:pt x="78444" y="60632"/>
                  <a:pt x="78480" y="60708"/>
                </a:cubicBezTo>
                <a:cubicBezTo>
                  <a:pt x="78517" y="60783"/>
                  <a:pt x="78517" y="60783"/>
                  <a:pt x="78554" y="60858"/>
                </a:cubicBezTo>
                <a:cubicBezTo>
                  <a:pt x="78591" y="60858"/>
                  <a:pt x="78591" y="60858"/>
                  <a:pt x="78621" y="60858"/>
                </a:cubicBezTo>
                <a:cubicBezTo>
                  <a:pt x="78658" y="60933"/>
                  <a:pt x="78658" y="60933"/>
                  <a:pt x="78695" y="61008"/>
                </a:cubicBezTo>
                <a:cubicBezTo>
                  <a:pt x="78695" y="61008"/>
                  <a:pt x="78695" y="61084"/>
                  <a:pt x="78732" y="61159"/>
                </a:cubicBezTo>
                <a:cubicBezTo>
                  <a:pt x="78732" y="61234"/>
                  <a:pt x="78732" y="61309"/>
                  <a:pt x="78732" y="61372"/>
                </a:cubicBezTo>
                <a:cubicBezTo>
                  <a:pt x="78768" y="61447"/>
                  <a:pt x="78842" y="61372"/>
                  <a:pt x="78879" y="61447"/>
                </a:cubicBezTo>
                <a:cubicBezTo>
                  <a:pt x="78879" y="61447"/>
                  <a:pt x="78879" y="61522"/>
                  <a:pt x="78915" y="61597"/>
                </a:cubicBezTo>
                <a:cubicBezTo>
                  <a:pt x="78915" y="61597"/>
                  <a:pt x="78915" y="61673"/>
                  <a:pt x="78952" y="61748"/>
                </a:cubicBezTo>
                <a:cubicBezTo>
                  <a:pt x="78989" y="61748"/>
                  <a:pt x="78989" y="61748"/>
                  <a:pt x="79026" y="61748"/>
                </a:cubicBezTo>
                <a:cubicBezTo>
                  <a:pt x="79099" y="61748"/>
                  <a:pt x="79099" y="61748"/>
                  <a:pt x="79099" y="61748"/>
                </a:cubicBezTo>
                <a:cubicBezTo>
                  <a:pt x="79130" y="61748"/>
                  <a:pt x="79166" y="61748"/>
                  <a:pt x="79240" y="61748"/>
                </a:cubicBezTo>
                <a:cubicBezTo>
                  <a:pt x="79240" y="61748"/>
                  <a:pt x="79277" y="61823"/>
                  <a:pt x="79313" y="61823"/>
                </a:cubicBezTo>
                <a:cubicBezTo>
                  <a:pt x="79313" y="61823"/>
                  <a:pt x="79350" y="61823"/>
                  <a:pt x="79387" y="61898"/>
                </a:cubicBezTo>
                <a:cubicBezTo>
                  <a:pt x="79424" y="61898"/>
                  <a:pt x="79460" y="61973"/>
                  <a:pt x="79534" y="62049"/>
                </a:cubicBezTo>
                <a:cubicBezTo>
                  <a:pt x="79460" y="62049"/>
                  <a:pt x="79387" y="61973"/>
                  <a:pt x="79313" y="62049"/>
                </a:cubicBezTo>
                <a:cubicBezTo>
                  <a:pt x="79277" y="62049"/>
                  <a:pt x="79240" y="62049"/>
                  <a:pt x="79166" y="62124"/>
                </a:cubicBezTo>
                <a:cubicBezTo>
                  <a:pt x="79166" y="62124"/>
                  <a:pt x="79130" y="62124"/>
                  <a:pt x="79099" y="62199"/>
                </a:cubicBezTo>
                <a:lnTo>
                  <a:pt x="79099" y="62274"/>
                </a:lnTo>
                <a:cubicBezTo>
                  <a:pt x="79130" y="62349"/>
                  <a:pt x="79130" y="62412"/>
                  <a:pt x="79130" y="62412"/>
                </a:cubicBezTo>
                <a:cubicBezTo>
                  <a:pt x="79166" y="62487"/>
                  <a:pt x="79203" y="62487"/>
                  <a:pt x="79203" y="62487"/>
                </a:cubicBezTo>
                <a:cubicBezTo>
                  <a:pt x="79240" y="62487"/>
                  <a:pt x="79277" y="62487"/>
                  <a:pt x="79277" y="62487"/>
                </a:cubicBezTo>
                <a:cubicBezTo>
                  <a:pt x="79313" y="62562"/>
                  <a:pt x="79313" y="62638"/>
                  <a:pt x="79350" y="62638"/>
                </a:cubicBezTo>
                <a:cubicBezTo>
                  <a:pt x="79350" y="62713"/>
                  <a:pt x="79350" y="62713"/>
                  <a:pt x="79387" y="62788"/>
                </a:cubicBezTo>
                <a:cubicBezTo>
                  <a:pt x="79424" y="62938"/>
                  <a:pt x="79460" y="63014"/>
                  <a:pt x="79534" y="63089"/>
                </a:cubicBezTo>
                <a:cubicBezTo>
                  <a:pt x="79571" y="63089"/>
                  <a:pt x="79571" y="63089"/>
                  <a:pt x="79607" y="63164"/>
                </a:cubicBezTo>
                <a:cubicBezTo>
                  <a:pt x="79644" y="63239"/>
                  <a:pt x="79644" y="63314"/>
                  <a:pt x="79675" y="63314"/>
                </a:cubicBezTo>
                <a:cubicBezTo>
                  <a:pt x="79712" y="63314"/>
                  <a:pt x="79712" y="63314"/>
                  <a:pt x="79748" y="63314"/>
                </a:cubicBezTo>
                <a:cubicBezTo>
                  <a:pt x="79785" y="63314"/>
                  <a:pt x="79785" y="63314"/>
                  <a:pt x="79822" y="63314"/>
                </a:cubicBezTo>
                <a:cubicBezTo>
                  <a:pt x="79859" y="63314"/>
                  <a:pt x="79859" y="63239"/>
                  <a:pt x="79895" y="63164"/>
                </a:cubicBezTo>
                <a:cubicBezTo>
                  <a:pt x="79932" y="63164"/>
                  <a:pt x="79932" y="63089"/>
                  <a:pt x="79932" y="63089"/>
                </a:cubicBezTo>
                <a:cubicBezTo>
                  <a:pt x="80006" y="63014"/>
                  <a:pt x="80042" y="63014"/>
                  <a:pt x="80079" y="63014"/>
                </a:cubicBezTo>
                <a:cubicBezTo>
                  <a:pt x="80116" y="62938"/>
                  <a:pt x="80116" y="62863"/>
                  <a:pt x="80147" y="62788"/>
                </a:cubicBezTo>
                <a:cubicBezTo>
                  <a:pt x="80147" y="62713"/>
                  <a:pt x="80183" y="62638"/>
                  <a:pt x="80220" y="62638"/>
                </a:cubicBezTo>
                <a:cubicBezTo>
                  <a:pt x="80294" y="62638"/>
                  <a:pt x="80330" y="62713"/>
                  <a:pt x="80367" y="62788"/>
                </a:cubicBezTo>
                <a:cubicBezTo>
                  <a:pt x="80404" y="62863"/>
                  <a:pt x="80404" y="62863"/>
                  <a:pt x="80404" y="62938"/>
                </a:cubicBezTo>
                <a:cubicBezTo>
                  <a:pt x="80441" y="63089"/>
                  <a:pt x="80441" y="63164"/>
                  <a:pt x="80441" y="63314"/>
                </a:cubicBezTo>
                <a:cubicBezTo>
                  <a:pt x="80441" y="63390"/>
                  <a:pt x="80477" y="63452"/>
                  <a:pt x="80477" y="63603"/>
                </a:cubicBezTo>
                <a:cubicBezTo>
                  <a:pt x="80477" y="63678"/>
                  <a:pt x="80514" y="63753"/>
                  <a:pt x="80551" y="63903"/>
                </a:cubicBezTo>
                <a:cubicBezTo>
                  <a:pt x="80551" y="63979"/>
                  <a:pt x="80551" y="63979"/>
                  <a:pt x="80551" y="64054"/>
                </a:cubicBezTo>
                <a:cubicBezTo>
                  <a:pt x="80551" y="64129"/>
                  <a:pt x="80551" y="64279"/>
                  <a:pt x="80551" y="64355"/>
                </a:cubicBezTo>
                <a:cubicBezTo>
                  <a:pt x="80551" y="64643"/>
                  <a:pt x="80551" y="64643"/>
                  <a:pt x="80551" y="64643"/>
                </a:cubicBezTo>
                <a:cubicBezTo>
                  <a:pt x="80551" y="64718"/>
                  <a:pt x="80551" y="64793"/>
                  <a:pt x="80551" y="64868"/>
                </a:cubicBezTo>
                <a:cubicBezTo>
                  <a:pt x="80551" y="65019"/>
                  <a:pt x="80551" y="65169"/>
                  <a:pt x="80551" y="65320"/>
                </a:cubicBezTo>
                <a:cubicBezTo>
                  <a:pt x="80551" y="65395"/>
                  <a:pt x="80551" y="65470"/>
                  <a:pt x="80551" y="65470"/>
                </a:cubicBezTo>
                <a:cubicBezTo>
                  <a:pt x="80551" y="65608"/>
                  <a:pt x="80588" y="65683"/>
                  <a:pt x="80588" y="65758"/>
                </a:cubicBezTo>
                <a:cubicBezTo>
                  <a:pt x="80588" y="65833"/>
                  <a:pt x="80624" y="65833"/>
                  <a:pt x="80624" y="65909"/>
                </a:cubicBezTo>
                <a:cubicBezTo>
                  <a:pt x="80624" y="66059"/>
                  <a:pt x="80588" y="66209"/>
                  <a:pt x="80624" y="66360"/>
                </a:cubicBezTo>
                <a:cubicBezTo>
                  <a:pt x="80624" y="66510"/>
                  <a:pt x="80661" y="66573"/>
                  <a:pt x="80728" y="66648"/>
                </a:cubicBezTo>
                <a:cubicBezTo>
                  <a:pt x="80728" y="66723"/>
                  <a:pt x="80728" y="66723"/>
                  <a:pt x="80765" y="66798"/>
                </a:cubicBezTo>
                <a:cubicBezTo>
                  <a:pt x="80802" y="66874"/>
                  <a:pt x="80839" y="66874"/>
                  <a:pt x="80839" y="66949"/>
                </a:cubicBezTo>
                <a:cubicBezTo>
                  <a:pt x="80839" y="67024"/>
                  <a:pt x="80875" y="67024"/>
                  <a:pt x="80875" y="67099"/>
                </a:cubicBezTo>
                <a:cubicBezTo>
                  <a:pt x="80912" y="67174"/>
                  <a:pt x="80875" y="67174"/>
                  <a:pt x="80875" y="67250"/>
                </a:cubicBezTo>
                <a:cubicBezTo>
                  <a:pt x="80912" y="67325"/>
                  <a:pt x="80912" y="67475"/>
                  <a:pt x="80912" y="67550"/>
                </a:cubicBezTo>
                <a:cubicBezTo>
                  <a:pt x="80949" y="67626"/>
                  <a:pt x="80949" y="67688"/>
                  <a:pt x="80949" y="67688"/>
                </a:cubicBezTo>
                <a:cubicBezTo>
                  <a:pt x="80949" y="67763"/>
                  <a:pt x="80986" y="67763"/>
                  <a:pt x="80986" y="67839"/>
                </a:cubicBezTo>
                <a:cubicBezTo>
                  <a:pt x="81022" y="67914"/>
                  <a:pt x="81022" y="67989"/>
                  <a:pt x="81022" y="67989"/>
                </a:cubicBezTo>
                <a:cubicBezTo>
                  <a:pt x="81022" y="68064"/>
                  <a:pt x="81022" y="68139"/>
                  <a:pt x="81022" y="68139"/>
                </a:cubicBezTo>
                <a:cubicBezTo>
                  <a:pt x="81022" y="68215"/>
                  <a:pt x="81059" y="68290"/>
                  <a:pt x="81059" y="68290"/>
                </a:cubicBezTo>
                <a:cubicBezTo>
                  <a:pt x="81059" y="68365"/>
                  <a:pt x="81096" y="68440"/>
                  <a:pt x="81096" y="68440"/>
                </a:cubicBezTo>
                <a:cubicBezTo>
                  <a:pt x="81133" y="68515"/>
                  <a:pt x="81163" y="68515"/>
                  <a:pt x="81163" y="68591"/>
                </a:cubicBezTo>
                <a:cubicBezTo>
                  <a:pt x="81206" y="68653"/>
                  <a:pt x="81206" y="68653"/>
                  <a:pt x="81206" y="68741"/>
                </a:cubicBezTo>
                <a:cubicBezTo>
                  <a:pt x="81237" y="68804"/>
                  <a:pt x="81274" y="68804"/>
                  <a:pt x="81274" y="68879"/>
                </a:cubicBezTo>
                <a:cubicBezTo>
                  <a:pt x="81310" y="68954"/>
                  <a:pt x="81310" y="69029"/>
                  <a:pt x="81310" y="69180"/>
                </a:cubicBezTo>
                <a:cubicBezTo>
                  <a:pt x="81310" y="69330"/>
                  <a:pt x="81310" y="69330"/>
                  <a:pt x="81310" y="69330"/>
                </a:cubicBezTo>
                <a:cubicBezTo>
                  <a:pt x="81274" y="69405"/>
                  <a:pt x="81274" y="69480"/>
                  <a:pt x="81274" y="69631"/>
                </a:cubicBezTo>
                <a:cubicBezTo>
                  <a:pt x="81274" y="69769"/>
                  <a:pt x="81274" y="69919"/>
                  <a:pt x="81347" y="70069"/>
                </a:cubicBezTo>
                <a:cubicBezTo>
                  <a:pt x="81347" y="70145"/>
                  <a:pt x="81384" y="70145"/>
                  <a:pt x="81421" y="70220"/>
                </a:cubicBezTo>
                <a:cubicBezTo>
                  <a:pt x="81421" y="70295"/>
                  <a:pt x="81421" y="70370"/>
                  <a:pt x="81457" y="70370"/>
                </a:cubicBezTo>
                <a:cubicBezTo>
                  <a:pt x="81457" y="70445"/>
                  <a:pt x="81494" y="70445"/>
                  <a:pt x="81494" y="70521"/>
                </a:cubicBezTo>
                <a:cubicBezTo>
                  <a:pt x="81568" y="70734"/>
                  <a:pt x="81604" y="70959"/>
                  <a:pt x="81678" y="71185"/>
                </a:cubicBezTo>
                <a:cubicBezTo>
                  <a:pt x="81709" y="71335"/>
                  <a:pt x="81745" y="71410"/>
                  <a:pt x="81782" y="71636"/>
                </a:cubicBezTo>
                <a:cubicBezTo>
                  <a:pt x="81782" y="71636"/>
                  <a:pt x="81782" y="71711"/>
                  <a:pt x="81782" y="71786"/>
                </a:cubicBezTo>
                <a:cubicBezTo>
                  <a:pt x="81819" y="71849"/>
                  <a:pt x="81819" y="71849"/>
                  <a:pt x="81819" y="71849"/>
                </a:cubicBezTo>
                <a:cubicBezTo>
                  <a:pt x="81819" y="71924"/>
                  <a:pt x="81856" y="71924"/>
                  <a:pt x="81892" y="72000"/>
                </a:cubicBezTo>
                <a:cubicBezTo>
                  <a:pt x="81929" y="72075"/>
                  <a:pt x="81929" y="72150"/>
                  <a:pt x="82003" y="72150"/>
                </a:cubicBezTo>
                <a:cubicBezTo>
                  <a:pt x="82039" y="72150"/>
                  <a:pt x="82076" y="72150"/>
                  <a:pt x="82113" y="72075"/>
                </a:cubicBezTo>
                <a:cubicBezTo>
                  <a:pt x="82113" y="72075"/>
                  <a:pt x="82150" y="72075"/>
                  <a:pt x="82180" y="72000"/>
                </a:cubicBezTo>
                <a:cubicBezTo>
                  <a:pt x="82180" y="71924"/>
                  <a:pt x="82180" y="71924"/>
                  <a:pt x="82180" y="71849"/>
                </a:cubicBezTo>
                <a:cubicBezTo>
                  <a:pt x="82180" y="71786"/>
                  <a:pt x="82223" y="71786"/>
                  <a:pt x="82223" y="71711"/>
                </a:cubicBezTo>
                <a:cubicBezTo>
                  <a:pt x="82254" y="71561"/>
                  <a:pt x="82290" y="71410"/>
                  <a:pt x="82327" y="71260"/>
                </a:cubicBezTo>
                <a:cubicBezTo>
                  <a:pt x="82364" y="71260"/>
                  <a:pt x="82364" y="71185"/>
                  <a:pt x="82364" y="71110"/>
                </a:cubicBezTo>
                <a:cubicBezTo>
                  <a:pt x="82401" y="71110"/>
                  <a:pt x="82437" y="71185"/>
                  <a:pt x="82437" y="71110"/>
                </a:cubicBezTo>
                <a:cubicBezTo>
                  <a:pt x="82474" y="71110"/>
                  <a:pt x="82511" y="71110"/>
                  <a:pt x="82511" y="71110"/>
                </a:cubicBezTo>
                <a:cubicBezTo>
                  <a:pt x="82548" y="71034"/>
                  <a:pt x="82584" y="71034"/>
                  <a:pt x="82584" y="70959"/>
                </a:cubicBezTo>
                <a:cubicBezTo>
                  <a:pt x="82621" y="70884"/>
                  <a:pt x="82658" y="70884"/>
                  <a:pt x="82658" y="70821"/>
                </a:cubicBezTo>
                <a:cubicBezTo>
                  <a:pt x="82658" y="70821"/>
                  <a:pt x="82658" y="70734"/>
                  <a:pt x="82695" y="70734"/>
                </a:cubicBezTo>
                <a:cubicBezTo>
                  <a:pt x="82695" y="70671"/>
                  <a:pt x="82695" y="70596"/>
                  <a:pt x="82695" y="70596"/>
                </a:cubicBezTo>
                <a:cubicBezTo>
                  <a:pt x="82725" y="70445"/>
                  <a:pt x="82762" y="70445"/>
                  <a:pt x="82762" y="70295"/>
                </a:cubicBezTo>
                <a:cubicBezTo>
                  <a:pt x="82762" y="70145"/>
                  <a:pt x="82725" y="70069"/>
                  <a:pt x="82762" y="69919"/>
                </a:cubicBezTo>
                <a:lnTo>
                  <a:pt x="82799" y="69844"/>
                </a:lnTo>
                <a:cubicBezTo>
                  <a:pt x="82836" y="69706"/>
                  <a:pt x="82836" y="69631"/>
                  <a:pt x="82872" y="69556"/>
                </a:cubicBezTo>
                <a:cubicBezTo>
                  <a:pt x="82872" y="69405"/>
                  <a:pt x="82909" y="69330"/>
                  <a:pt x="82909" y="69255"/>
                </a:cubicBezTo>
                <a:cubicBezTo>
                  <a:pt x="82909" y="69104"/>
                  <a:pt x="82909" y="69029"/>
                  <a:pt x="82909" y="68954"/>
                </a:cubicBezTo>
                <a:cubicBezTo>
                  <a:pt x="82909" y="68879"/>
                  <a:pt x="82872" y="68804"/>
                  <a:pt x="82872" y="68653"/>
                </a:cubicBezTo>
                <a:cubicBezTo>
                  <a:pt x="82872" y="68591"/>
                  <a:pt x="82909" y="68591"/>
                  <a:pt x="82909" y="68515"/>
                </a:cubicBezTo>
                <a:cubicBezTo>
                  <a:pt x="82909" y="67763"/>
                  <a:pt x="82909" y="67763"/>
                  <a:pt x="82909" y="67763"/>
                </a:cubicBezTo>
                <a:cubicBezTo>
                  <a:pt x="82909" y="67550"/>
                  <a:pt x="82872" y="67325"/>
                  <a:pt x="82872" y="67099"/>
                </a:cubicBezTo>
                <a:cubicBezTo>
                  <a:pt x="82872" y="67024"/>
                  <a:pt x="82909" y="67024"/>
                  <a:pt x="82909" y="66949"/>
                </a:cubicBezTo>
                <a:cubicBezTo>
                  <a:pt x="82946" y="66949"/>
                  <a:pt x="82946" y="66874"/>
                  <a:pt x="82946" y="66874"/>
                </a:cubicBezTo>
                <a:cubicBezTo>
                  <a:pt x="83019" y="66723"/>
                  <a:pt x="83093" y="66798"/>
                  <a:pt x="83166" y="66798"/>
                </a:cubicBezTo>
                <a:cubicBezTo>
                  <a:pt x="83240" y="66798"/>
                  <a:pt x="83307" y="66874"/>
                  <a:pt x="83381" y="66723"/>
                </a:cubicBezTo>
                <a:cubicBezTo>
                  <a:pt x="83418" y="66648"/>
                  <a:pt x="83418" y="66573"/>
                  <a:pt x="83418" y="66435"/>
                </a:cubicBezTo>
                <a:cubicBezTo>
                  <a:pt x="83418" y="66435"/>
                  <a:pt x="83454" y="66360"/>
                  <a:pt x="83454" y="66285"/>
                </a:cubicBezTo>
                <a:cubicBezTo>
                  <a:pt x="83491" y="66209"/>
                  <a:pt x="83491" y="66209"/>
                  <a:pt x="83528" y="66134"/>
                </a:cubicBezTo>
                <a:cubicBezTo>
                  <a:pt x="83565" y="66134"/>
                  <a:pt x="83565" y="66134"/>
                  <a:pt x="83601" y="66134"/>
                </a:cubicBezTo>
                <a:cubicBezTo>
                  <a:pt x="83638" y="66134"/>
                  <a:pt x="83638" y="66134"/>
                  <a:pt x="83675" y="66059"/>
                </a:cubicBezTo>
                <a:cubicBezTo>
                  <a:pt x="83712" y="66059"/>
                  <a:pt x="83712" y="65984"/>
                  <a:pt x="83742" y="65984"/>
                </a:cubicBezTo>
                <a:cubicBezTo>
                  <a:pt x="83779" y="65984"/>
                  <a:pt x="83779" y="65909"/>
                  <a:pt x="83779" y="65833"/>
                </a:cubicBezTo>
                <a:cubicBezTo>
                  <a:pt x="83816" y="65833"/>
                  <a:pt x="83852" y="65758"/>
                  <a:pt x="83852" y="65758"/>
                </a:cubicBezTo>
                <a:cubicBezTo>
                  <a:pt x="83889" y="65758"/>
                  <a:pt x="83926" y="65758"/>
                  <a:pt x="83926" y="65758"/>
                </a:cubicBezTo>
                <a:cubicBezTo>
                  <a:pt x="83963" y="65683"/>
                  <a:pt x="83963" y="65608"/>
                  <a:pt x="84000" y="65608"/>
                </a:cubicBezTo>
                <a:cubicBezTo>
                  <a:pt x="84036" y="65470"/>
                  <a:pt x="84036" y="65395"/>
                  <a:pt x="84073" y="65320"/>
                </a:cubicBezTo>
                <a:cubicBezTo>
                  <a:pt x="84073" y="65244"/>
                  <a:pt x="84110" y="65244"/>
                  <a:pt x="84110" y="65169"/>
                </a:cubicBezTo>
                <a:cubicBezTo>
                  <a:pt x="84147" y="65094"/>
                  <a:pt x="84147" y="65094"/>
                  <a:pt x="84183" y="65019"/>
                </a:cubicBezTo>
                <a:cubicBezTo>
                  <a:pt x="84183" y="64944"/>
                  <a:pt x="84214" y="64944"/>
                  <a:pt x="84214" y="64868"/>
                </a:cubicBezTo>
                <a:cubicBezTo>
                  <a:pt x="84287" y="64793"/>
                  <a:pt x="84324" y="64793"/>
                  <a:pt x="84361" y="64718"/>
                </a:cubicBezTo>
                <a:cubicBezTo>
                  <a:pt x="84398" y="64718"/>
                  <a:pt x="84398" y="64643"/>
                  <a:pt x="84434" y="64568"/>
                </a:cubicBezTo>
                <a:cubicBezTo>
                  <a:pt x="84434" y="64568"/>
                  <a:pt x="84434" y="64492"/>
                  <a:pt x="84471" y="64430"/>
                </a:cubicBezTo>
                <a:cubicBezTo>
                  <a:pt x="84471" y="64430"/>
                  <a:pt x="84471" y="64355"/>
                  <a:pt x="84508" y="64279"/>
                </a:cubicBezTo>
                <a:cubicBezTo>
                  <a:pt x="84508" y="64279"/>
                  <a:pt x="84545" y="64355"/>
                  <a:pt x="84581" y="64279"/>
                </a:cubicBezTo>
                <a:cubicBezTo>
                  <a:pt x="84581" y="64279"/>
                  <a:pt x="84618" y="64355"/>
                  <a:pt x="84618" y="64279"/>
                </a:cubicBezTo>
                <a:cubicBezTo>
                  <a:pt x="84655" y="64279"/>
                  <a:pt x="84692" y="64279"/>
                  <a:pt x="84692" y="64204"/>
                </a:cubicBezTo>
                <a:cubicBezTo>
                  <a:pt x="84728" y="64129"/>
                  <a:pt x="84692" y="64129"/>
                  <a:pt x="84692" y="64054"/>
                </a:cubicBezTo>
                <a:cubicBezTo>
                  <a:pt x="84728" y="63979"/>
                  <a:pt x="84759" y="63903"/>
                  <a:pt x="84833" y="63828"/>
                </a:cubicBezTo>
                <a:cubicBezTo>
                  <a:pt x="84833" y="63828"/>
                  <a:pt x="84869" y="63828"/>
                  <a:pt x="84906" y="63828"/>
                </a:cubicBezTo>
                <a:cubicBezTo>
                  <a:pt x="84943" y="63828"/>
                  <a:pt x="84980" y="63828"/>
                  <a:pt x="85053" y="63828"/>
                </a:cubicBezTo>
                <a:cubicBezTo>
                  <a:pt x="85053" y="63753"/>
                  <a:pt x="85090" y="63678"/>
                  <a:pt x="85090" y="63678"/>
                </a:cubicBezTo>
                <a:cubicBezTo>
                  <a:pt x="85163" y="63452"/>
                  <a:pt x="85127" y="63314"/>
                  <a:pt x="85127" y="63089"/>
                </a:cubicBezTo>
                <a:cubicBezTo>
                  <a:pt x="85163" y="63014"/>
                  <a:pt x="85163" y="62938"/>
                  <a:pt x="85163" y="62788"/>
                </a:cubicBezTo>
                <a:cubicBezTo>
                  <a:pt x="85488" y="62788"/>
                  <a:pt x="85488" y="62788"/>
                  <a:pt x="85488" y="62788"/>
                </a:cubicBezTo>
                <a:cubicBezTo>
                  <a:pt x="85525" y="62788"/>
                  <a:pt x="85525" y="62863"/>
                  <a:pt x="85562" y="62863"/>
                </a:cubicBezTo>
                <a:cubicBezTo>
                  <a:pt x="85598" y="62863"/>
                  <a:pt x="85635" y="62938"/>
                  <a:pt x="85672" y="62938"/>
                </a:cubicBezTo>
                <a:cubicBezTo>
                  <a:pt x="85709" y="62938"/>
                  <a:pt x="85709" y="62938"/>
                  <a:pt x="85709" y="62938"/>
                </a:cubicBezTo>
                <a:cubicBezTo>
                  <a:pt x="85745" y="62863"/>
                  <a:pt x="85745" y="62863"/>
                  <a:pt x="85776" y="62788"/>
                </a:cubicBezTo>
                <a:cubicBezTo>
                  <a:pt x="85776" y="62788"/>
                  <a:pt x="85813" y="62788"/>
                  <a:pt x="85849" y="62788"/>
                </a:cubicBezTo>
                <a:cubicBezTo>
                  <a:pt x="85886" y="62788"/>
                  <a:pt x="85886" y="62713"/>
                  <a:pt x="85923" y="62638"/>
                </a:cubicBezTo>
                <a:cubicBezTo>
                  <a:pt x="85923" y="62638"/>
                  <a:pt x="85960" y="62638"/>
                  <a:pt x="85996" y="62638"/>
                </a:cubicBezTo>
                <a:cubicBezTo>
                  <a:pt x="85996" y="62562"/>
                  <a:pt x="86033" y="62562"/>
                  <a:pt x="86033" y="62487"/>
                </a:cubicBezTo>
                <a:cubicBezTo>
                  <a:pt x="86070" y="62487"/>
                  <a:pt x="86070" y="62412"/>
                  <a:pt x="86070" y="62349"/>
                </a:cubicBezTo>
                <a:cubicBezTo>
                  <a:pt x="86431" y="62349"/>
                  <a:pt x="86431" y="62349"/>
                  <a:pt x="86431" y="62349"/>
                </a:cubicBezTo>
                <a:cubicBezTo>
                  <a:pt x="86431" y="61973"/>
                  <a:pt x="86431" y="61973"/>
                  <a:pt x="86431" y="61973"/>
                </a:cubicBezTo>
                <a:cubicBezTo>
                  <a:pt x="86468" y="61973"/>
                  <a:pt x="86505" y="61973"/>
                  <a:pt x="86542" y="61973"/>
                </a:cubicBezTo>
                <a:cubicBezTo>
                  <a:pt x="86578" y="61973"/>
                  <a:pt x="86615" y="61973"/>
                  <a:pt x="86615" y="61973"/>
                </a:cubicBezTo>
                <a:cubicBezTo>
                  <a:pt x="86652" y="62049"/>
                  <a:pt x="86652" y="62049"/>
                  <a:pt x="86689" y="62124"/>
                </a:cubicBezTo>
                <a:cubicBezTo>
                  <a:pt x="86689" y="62199"/>
                  <a:pt x="86689" y="62199"/>
                  <a:pt x="86689" y="62274"/>
                </a:cubicBezTo>
                <a:cubicBezTo>
                  <a:pt x="86725" y="62349"/>
                  <a:pt x="86725" y="62349"/>
                  <a:pt x="86725" y="62412"/>
                </a:cubicBezTo>
                <a:cubicBezTo>
                  <a:pt x="86762" y="62412"/>
                  <a:pt x="86799" y="62412"/>
                  <a:pt x="86799" y="62487"/>
                </a:cubicBezTo>
                <a:cubicBezTo>
                  <a:pt x="86830" y="62487"/>
                  <a:pt x="86830" y="62562"/>
                  <a:pt x="86830" y="62638"/>
                </a:cubicBezTo>
                <a:cubicBezTo>
                  <a:pt x="86866" y="62713"/>
                  <a:pt x="86866" y="62863"/>
                  <a:pt x="86903" y="62938"/>
                </a:cubicBezTo>
                <a:cubicBezTo>
                  <a:pt x="86903" y="63089"/>
                  <a:pt x="86866" y="63089"/>
                  <a:pt x="86866" y="63239"/>
                </a:cubicBezTo>
                <a:cubicBezTo>
                  <a:pt x="86866" y="63314"/>
                  <a:pt x="86903" y="63314"/>
                  <a:pt x="86903" y="63390"/>
                </a:cubicBezTo>
                <a:cubicBezTo>
                  <a:pt x="86903" y="63390"/>
                  <a:pt x="86940" y="63452"/>
                  <a:pt x="86940" y="63527"/>
                </a:cubicBezTo>
                <a:cubicBezTo>
                  <a:pt x="86940" y="63527"/>
                  <a:pt x="86977" y="63527"/>
                  <a:pt x="87013" y="63603"/>
                </a:cubicBezTo>
                <a:cubicBezTo>
                  <a:pt x="87013" y="63603"/>
                  <a:pt x="87013" y="63678"/>
                  <a:pt x="87013" y="63753"/>
                </a:cubicBezTo>
                <a:cubicBezTo>
                  <a:pt x="87087" y="63828"/>
                  <a:pt x="87124" y="63828"/>
                  <a:pt x="87160" y="63979"/>
                </a:cubicBezTo>
                <a:cubicBezTo>
                  <a:pt x="87197" y="63979"/>
                  <a:pt x="87234" y="63979"/>
                  <a:pt x="87234" y="64054"/>
                </a:cubicBezTo>
                <a:cubicBezTo>
                  <a:pt x="87271" y="64129"/>
                  <a:pt x="87271" y="64129"/>
                  <a:pt x="87307" y="64204"/>
                </a:cubicBezTo>
                <a:cubicBezTo>
                  <a:pt x="87307" y="64279"/>
                  <a:pt x="87338" y="64279"/>
                  <a:pt x="87338" y="64355"/>
                </a:cubicBezTo>
                <a:cubicBezTo>
                  <a:pt x="87338" y="64492"/>
                  <a:pt x="87338" y="64492"/>
                  <a:pt x="87338" y="64492"/>
                </a:cubicBezTo>
                <a:cubicBezTo>
                  <a:pt x="87338" y="64568"/>
                  <a:pt x="87338" y="64568"/>
                  <a:pt x="87338" y="64643"/>
                </a:cubicBezTo>
                <a:cubicBezTo>
                  <a:pt x="87307" y="64718"/>
                  <a:pt x="87338" y="64793"/>
                  <a:pt x="87338" y="64944"/>
                </a:cubicBezTo>
                <a:cubicBezTo>
                  <a:pt x="87338" y="64944"/>
                  <a:pt x="87307" y="64944"/>
                  <a:pt x="87338" y="64944"/>
                </a:cubicBezTo>
                <a:cubicBezTo>
                  <a:pt x="87375" y="64868"/>
                  <a:pt x="87411" y="64868"/>
                  <a:pt x="87448" y="64868"/>
                </a:cubicBezTo>
                <a:cubicBezTo>
                  <a:pt x="87485" y="64868"/>
                  <a:pt x="87522" y="64944"/>
                  <a:pt x="87522" y="64944"/>
                </a:cubicBezTo>
                <a:cubicBezTo>
                  <a:pt x="87558" y="64944"/>
                  <a:pt x="87595" y="64944"/>
                  <a:pt x="87595" y="65019"/>
                </a:cubicBezTo>
                <a:cubicBezTo>
                  <a:pt x="87632" y="65019"/>
                  <a:pt x="87595" y="65094"/>
                  <a:pt x="87595" y="65094"/>
                </a:cubicBezTo>
                <a:cubicBezTo>
                  <a:pt x="87595" y="65244"/>
                  <a:pt x="87595" y="65320"/>
                  <a:pt x="87595" y="65395"/>
                </a:cubicBezTo>
                <a:cubicBezTo>
                  <a:pt x="87595" y="65470"/>
                  <a:pt x="87558" y="65545"/>
                  <a:pt x="87558" y="65545"/>
                </a:cubicBezTo>
                <a:cubicBezTo>
                  <a:pt x="87522" y="65683"/>
                  <a:pt x="87522" y="65833"/>
                  <a:pt x="87522" y="65984"/>
                </a:cubicBezTo>
                <a:cubicBezTo>
                  <a:pt x="87522" y="66209"/>
                  <a:pt x="87522" y="66435"/>
                  <a:pt x="87595" y="66573"/>
                </a:cubicBezTo>
                <a:cubicBezTo>
                  <a:pt x="87632" y="66573"/>
                  <a:pt x="87669" y="66648"/>
                  <a:pt x="87669" y="66648"/>
                </a:cubicBezTo>
                <a:cubicBezTo>
                  <a:pt x="87705" y="66723"/>
                  <a:pt x="87705" y="66723"/>
                  <a:pt x="87742" y="66798"/>
                </a:cubicBezTo>
                <a:cubicBezTo>
                  <a:pt x="87779" y="66798"/>
                  <a:pt x="87846" y="66798"/>
                  <a:pt x="87883" y="66798"/>
                </a:cubicBezTo>
                <a:cubicBezTo>
                  <a:pt x="87957" y="66798"/>
                  <a:pt x="87957" y="66798"/>
                  <a:pt x="87957" y="66798"/>
                </a:cubicBezTo>
                <a:cubicBezTo>
                  <a:pt x="87993" y="66798"/>
                  <a:pt x="87993" y="66798"/>
                  <a:pt x="88030" y="66798"/>
                </a:cubicBezTo>
                <a:cubicBezTo>
                  <a:pt x="88067" y="66723"/>
                  <a:pt x="88030" y="66648"/>
                  <a:pt x="88067" y="66648"/>
                </a:cubicBezTo>
                <a:cubicBezTo>
                  <a:pt x="88067" y="66573"/>
                  <a:pt x="88104" y="66573"/>
                  <a:pt x="88140" y="66573"/>
                </a:cubicBezTo>
                <a:cubicBezTo>
                  <a:pt x="88177" y="66573"/>
                  <a:pt x="88177" y="66510"/>
                  <a:pt x="88214" y="66510"/>
                </a:cubicBezTo>
                <a:cubicBezTo>
                  <a:pt x="88251" y="66510"/>
                  <a:pt x="88287" y="66510"/>
                  <a:pt x="88355" y="66435"/>
                </a:cubicBezTo>
                <a:cubicBezTo>
                  <a:pt x="88355" y="66285"/>
                  <a:pt x="88355" y="66285"/>
                  <a:pt x="88355" y="66285"/>
                </a:cubicBezTo>
                <a:cubicBezTo>
                  <a:pt x="88355" y="66134"/>
                  <a:pt x="88355" y="66134"/>
                  <a:pt x="88355" y="66134"/>
                </a:cubicBezTo>
                <a:cubicBezTo>
                  <a:pt x="88355" y="66134"/>
                  <a:pt x="88392" y="66059"/>
                  <a:pt x="88392" y="65984"/>
                </a:cubicBezTo>
                <a:cubicBezTo>
                  <a:pt x="88502" y="66059"/>
                  <a:pt x="88575" y="66059"/>
                  <a:pt x="88612" y="66209"/>
                </a:cubicBezTo>
                <a:cubicBezTo>
                  <a:pt x="88649" y="66209"/>
                  <a:pt x="88649" y="66285"/>
                  <a:pt x="88649" y="66360"/>
                </a:cubicBezTo>
                <a:cubicBezTo>
                  <a:pt x="88686" y="66435"/>
                  <a:pt x="88686" y="66435"/>
                  <a:pt x="88686" y="66510"/>
                </a:cubicBezTo>
                <a:cubicBezTo>
                  <a:pt x="88722" y="66573"/>
                  <a:pt x="88722" y="66648"/>
                  <a:pt x="88759" y="66798"/>
                </a:cubicBezTo>
                <a:cubicBezTo>
                  <a:pt x="88759" y="66949"/>
                  <a:pt x="88759" y="67024"/>
                  <a:pt x="88796" y="67250"/>
                </a:cubicBezTo>
                <a:cubicBezTo>
                  <a:pt x="88796" y="67250"/>
                  <a:pt x="88796" y="67325"/>
                  <a:pt x="88833" y="67400"/>
                </a:cubicBezTo>
                <a:cubicBezTo>
                  <a:pt x="88833" y="67475"/>
                  <a:pt x="88863" y="67475"/>
                  <a:pt x="88863" y="67550"/>
                </a:cubicBezTo>
                <a:cubicBezTo>
                  <a:pt x="88863" y="67550"/>
                  <a:pt x="88937" y="67550"/>
                  <a:pt x="88937" y="67626"/>
                </a:cubicBezTo>
                <a:cubicBezTo>
                  <a:pt x="88937" y="67626"/>
                  <a:pt x="88937" y="67688"/>
                  <a:pt x="88937" y="67763"/>
                </a:cubicBezTo>
                <a:cubicBezTo>
                  <a:pt x="88937" y="67914"/>
                  <a:pt x="88833" y="67989"/>
                  <a:pt x="88833" y="68215"/>
                </a:cubicBezTo>
                <a:cubicBezTo>
                  <a:pt x="88833" y="68290"/>
                  <a:pt x="88863" y="68365"/>
                  <a:pt x="88863" y="68365"/>
                </a:cubicBezTo>
                <a:cubicBezTo>
                  <a:pt x="88863" y="68440"/>
                  <a:pt x="88900" y="68515"/>
                  <a:pt x="88900" y="68515"/>
                </a:cubicBezTo>
                <a:cubicBezTo>
                  <a:pt x="88900" y="68591"/>
                  <a:pt x="88937" y="68591"/>
                  <a:pt x="88973" y="68653"/>
                </a:cubicBezTo>
                <a:cubicBezTo>
                  <a:pt x="89010" y="68741"/>
                  <a:pt x="89010" y="68804"/>
                  <a:pt x="89084" y="68879"/>
                </a:cubicBezTo>
                <a:cubicBezTo>
                  <a:pt x="89084" y="68954"/>
                  <a:pt x="89120" y="68954"/>
                  <a:pt x="89157" y="69029"/>
                </a:cubicBezTo>
                <a:cubicBezTo>
                  <a:pt x="89157" y="69104"/>
                  <a:pt x="89194" y="69180"/>
                  <a:pt x="89194" y="69255"/>
                </a:cubicBezTo>
                <a:cubicBezTo>
                  <a:pt x="89194" y="69330"/>
                  <a:pt x="89157" y="69405"/>
                  <a:pt x="89157" y="69556"/>
                </a:cubicBezTo>
                <a:cubicBezTo>
                  <a:pt x="89157" y="69631"/>
                  <a:pt x="89194" y="69706"/>
                  <a:pt x="89194" y="69844"/>
                </a:cubicBezTo>
                <a:cubicBezTo>
                  <a:pt x="89194" y="69994"/>
                  <a:pt x="89157" y="70069"/>
                  <a:pt x="89084" y="70145"/>
                </a:cubicBezTo>
                <a:cubicBezTo>
                  <a:pt x="89084" y="70145"/>
                  <a:pt x="89047" y="70145"/>
                  <a:pt x="89010" y="70220"/>
                </a:cubicBezTo>
                <a:cubicBezTo>
                  <a:pt x="89010" y="70220"/>
                  <a:pt x="88973" y="70220"/>
                  <a:pt x="88937" y="70220"/>
                </a:cubicBezTo>
                <a:cubicBezTo>
                  <a:pt x="88937" y="70295"/>
                  <a:pt x="88937" y="70370"/>
                  <a:pt x="88900" y="70370"/>
                </a:cubicBezTo>
                <a:cubicBezTo>
                  <a:pt x="88900" y="70445"/>
                  <a:pt x="88900" y="70521"/>
                  <a:pt x="88900" y="70521"/>
                </a:cubicBezTo>
                <a:cubicBezTo>
                  <a:pt x="88900" y="70671"/>
                  <a:pt x="88900" y="70821"/>
                  <a:pt x="88900" y="70959"/>
                </a:cubicBezTo>
                <a:cubicBezTo>
                  <a:pt x="88900" y="71110"/>
                  <a:pt x="88900" y="71110"/>
                  <a:pt x="88900" y="71110"/>
                </a:cubicBezTo>
                <a:cubicBezTo>
                  <a:pt x="88900" y="71185"/>
                  <a:pt x="88863" y="71260"/>
                  <a:pt x="88863" y="71410"/>
                </a:cubicBezTo>
                <a:cubicBezTo>
                  <a:pt x="88863" y="71486"/>
                  <a:pt x="88863" y="71561"/>
                  <a:pt x="88863" y="71636"/>
                </a:cubicBezTo>
                <a:cubicBezTo>
                  <a:pt x="88863" y="71786"/>
                  <a:pt x="88863" y="71849"/>
                  <a:pt x="88863" y="72000"/>
                </a:cubicBezTo>
                <a:cubicBezTo>
                  <a:pt x="88900" y="72075"/>
                  <a:pt x="88900" y="72075"/>
                  <a:pt x="88937" y="72150"/>
                </a:cubicBezTo>
                <a:cubicBezTo>
                  <a:pt x="88973" y="72150"/>
                  <a:pt x="88973" y="72150"/>
                  <a:pt x="89010" y="72225"/>
                </a:cubicBezTo>
                <a:cubicBezTo>
                  <a:pt x="89010" y="72225"/>
                  <a:pt x="89047" y="72225"/>
                  <a:pt x="89084" y="72225"/>
                </a:cubicBezTo>
                <a:cubicBezTo>
                  <a:pt x="89120" y="72300"/>
                  <a:pt x="89157" y="72451"/>
                  <a:pt x="89194" y="72526"/>
                </a:cubicBezTo>
                <a:cubicBezTo>
                  <a:pt x="89231" y="72676"/>
                  <a:pt x="89267" y="72751"/>
                  <a:pt x="89341" y="72751"/>
                </a:cubicBezTo>
                <a:cubicBezTo>
                  <a:pt x="89378" y="72814"/>
                  <a:pt x="89378" y="72814"/>
                  <a:pt x="89408" y="72814"/>
                </a:cubicBezTo>
                <a:cubicBezTo>
                  <a:pt x="89445" y="72814"/>
                  <a:pt x="89445" y="72902"/>
                  <a:pt x="89445" y="72965"/>
                </a:cubicBezTo>
                <a:cubicBezTo>
                  <a:pt x="89482" y="73040"/>
                  <a:pt x="89519" y="73040"/>
                  <a:pt x="89519" y="73115"/>
                </a:cubicBezTo>
                <a:cubicBezTo>
                  <a:pt x="89519" y="73265"/>
                  <a:pt x="89519" y="73265"/>
                  <a:pt x="89519" y="73416"/>
                </a:cubicBezTo>
                <a:cubicBezTo>
                  <a:pt x="89519" y="73566"/>
                  <a:pt x="89519" y="73641"/>
                  <a:pt x="89555" y="73716"/>
                </a:cubicBezTo>
                <a:cubicBezTo>
                  <a:pt x="89555" y="73792"/>
                  <a:pt x="89629" y="73867"/>
                  <a:pt x="89629" y="74005"/>
                </a:cubicBezTo>
                <a:cubicBezTo>
                  <a:pt x="89666" y="74080"/>
                  <a:pt x="89629" y="74080"/>
                  <a:pt x="89666" y="74155"/>
                </a:cubicBezTo>
                <a:cubicBezTo>
                  <a:pt x="89666" y="74230"/>
                  <a:pt x="89702" y="74230"/>
                  <a:pt x="89739" y="74306"/>
                </a:cubicBezTo>
                <a:cubicBezTo>
                  <a:pt x="89739" y="74456"/>
                  <a:pt x="89776" y="74531"/>
                  <a:pt x="89776" y="74681"/>
                </a:cubicBezTo>
                <a:cubicBezTo>
                  <a:pt x="89776" y="75421"/>
                  <a:pt x="89776" y="75421"/>
                  <a:pt x="89776" y="75421"/>
                </a:cubicBezTo>
                <a:cubicBezTo>
                  <a:pt x="89776" y="75496"/>
                  <a:pt x="89813" y="75496"/>
                  <a:pt x="89813" y="75571"/>
                </a:cubicBezTo>
                <a:cubicBezTo>
                  <a:pt x="89813" y="75646"/>
                  <a:pt x="89813" y="75722"/>
                  <a:pt x="89813" y="75722"/>
                </a:cubicBezTo>
                <a:cubicBezTo>
                  <a:pt x="89849" y="75797"/>
                  <a:pt x="89849" y="75872"/>
                  <a:pt x="89880" y="75872"/>
                </a:cubicBezTo>
                <a:cubicBezTo>
                  <a:pt x="89917" y="75947"/>
                  <a:pt x="89917" y="76010"/>
                  <a:pt x="89954" y="76010"/>
                </a:cubicBezTo>
                <a:cubicBezTo>
                  <a:pt x="89954" y="76085"/>
                  <a:pt x="89990" y="76085"/>
                  <a:pt x="90027" y="76085"/>
                </a:cubicBezTo>
                <a:cubicBezTo>
                  <a:pt x="90101" y="76236"/>
                  <a:pt x="90137" y="76311"/>
                  <a:pt x="90248" y="76386"/>
                </a:cubicBezTo>
                <a:cubicBezTo>
                  <a:pt x="90284" y="76461"/>
                  <a:pt x="90358" y="76461"/>
                  <a:pt x="90395" y="76536"/>
                </a:cubicBezTo>
                <a:cubicBezTo>
                  <a:pt x="90425" y="76612"/>
                  <a:pt x="90425" y="76687"/>
                  <a:pt x="90462" y="76762"/>
                </a:cubicBezTo>
                <a:cubicBezTo>
                  <a:pt x="90499" y="76837"/>
                  <a:pt x="90499" y="76912"/>
                  <a:pt x="90499" y="76912"/>
                </a:cubicBezTo>
                <a:cubicBezTo>
                  <a:pt x="90535" y="76975"/>
                  <a:pt x="90572" y="76975"/>
                  <a:pt x="90572" y="76975"/>
                </a:cubicBezTo>
                <a:cubicBezTo>
                  <a:pt x="90609" y="76975"/>
                  <a:pt x="90609" y="76975"/>
                  <a:pt x="90646" y="76975"/>
                </a:cubicBezTo>
                <a:cubicBezTo>
                  <a:pt x="90683" y="77063"/>
                  <a:pt x="90719" y="77063"/>
                  <a:pt x="90756" y="77063"/>
                </a:cubicBezTo>
                <a:cubicBezTo>
                  <a:pt x="90793" y="77125"/>
                  <a:pt x="90830" y="77125"/>
                  <a:pt x="90866" y="77125"/>
                </a:cubicBezTo>
                <a:cubicBezTo>
                  <a:pt x="90897" y="77125"/>
                  <a:pt x="90897" y="77125"/>
                  <a:pt x="90897" y="77125"/>
                </a:cubicBezTo>
                <a:cubicBezTo>
                  <a:pt x="90940" y="77125"/>
                  <a:pt x="90940" y="77063"/>
                  <a:pt x="90970" y="77063"/>
                </a:cubicBezTo>
                <a:cubicBezTo>
                  <a:pt x="90940" y="76912"/>
                  <a:pt x="90897" y="76837"/>
                  <a:pt x="90866" y="76762"/>
                </a:cubicBezTo>
                <a:cubicBezTo>
                  <a:pt x="90866" y="76687"/>
                  <a:pt x="90866" y="76612"/>
                  <a:pt x="90830" y="76612"/>
                </a:cubicBezTo>
                <a:cubicBezTo>
                  <a:pt x="90830" y="76612"/>
                  <a:pt x="90793" y="76612"/>
                  <a:pt x="90756" y="76612"/>
                </a:cubicBezTo>
                <a:cubicBezTo>
                  <a:pt x="90719" y="76461"/>
                  <a:pt x="90683" y="76386"/>
                  <a:pt x="90683" y="76311"/>
                </a:cubicBezTo>
                <a:cubicBezTo>
                  <a:pt x="90683" y="76160"/>
                  <a:pt x="90683" y="76085"/>
                  <a:pt x="90683" y="75947"/>
                </a:cubicBezTo>
                <a:cubicBezTo>
                  <a:pt x="90683" y="75947"/>
                  <a:pt x="90683" y="75872"/>
                  <a:pt x="90683" y="75797"/>
                </a:cubicBezTo>
                <a:cubicBezTo>
                  <a:pt x="90646" y="75646"/>
                  <a:pt x="90683" y="75571"/>
                  <a:pt x="90683" y="75421"/>
                </a:cubicBezTo>
                <a:cubicBezTo>
                  <a:pt x="90683" y="75346"/>
                  <a:pt x="90646" y="75271"/>
                  <a:pt x="90646" y="75271"/>
                </a:cubicBezTo>
                <a:cubicBezTo>
                  <a:pt x="90646" y="75195"/>
                  <a:pt x="90609" y="75120"/>
                  <a:pt x="90609" y="75120"/>
                </a:cubicBezTo>
                <a:cubicBezTo>
                  <a:pt x="90609" y="75045"/>
                  <a:pt x="90535" y="75045"/>
                  <a:pt x="90535" y="74982"/>
                </a:cubicBezTo>
                <a:cubicBezTo>
                  <a:pt x="90535" y="74832"/>
                  <a:pt x="90535" y="74681"/>
                  <a:pt x="90535" y="74531"/>
                </a:cubicBezTo>
                <a:cubicBezTo>
                  <a:pt x="90535" y="74381"/>
                  <a:pt x="90535" y="74381"/>
                  <a:pt x="90535" y="74381"/>
                </a:cubicBezTo>
                <a:cubicBezTo>
                  <a:pt x="90535" y="74306"/>
                  <a:pt x="90535" y="74306"/>
                  <a:pt x="90535" y="74230"/>
                </a:cubicBezTo>
                <a:cubicBezTo>
                  <a:pt x="90535" y="74080"/>
                  <a:pt x="90535" y="74080"/>
                  <a:pt x="90535" y="74080"/>
                </a:cubicBezTo>
                <a:cubicBezTo>
                  <a:pt x="90535" y="74005"/>
                  <a:pt x="90499" y="74005"/>
                  <a:pt x="90499" y="73930"/>
                </a:cubicBezTo>
                <a:cubicBezTo>
                  <a:pt x="90499" y="73641"/>
                  <a:pt x="90499" y="73641"/>
                  <a:pt x="90499" y="73641"/>
                </a:cubicBezTo>
                <a:cubicBezTo>
                  <a:pt x="90425" y="73641"/>
                  <a:pt x="90358" y="73716"/>
                  <a:pt x="90284" y="73641"/>
                </a:cubicBezTo>
                <a:cubicBezTo>
                  <a:pt x="90284" y="73566"/>
                  <a:pt x="90248" y="73566"/>
                  <a:pt x="90248" y="73491"/>
                </a:cubicBezTo>
                <a:cubicBezTo>
                  <a:pt x="90211" y="73491"/>
                  <a:pt x="90211" y="73416"/>
                  <a:pt x="90174" y="73340"/>
                </a:cubicBezTo>
                <a:cubicBezTo>
                  <a:pt x="90137" y="73340"/>
                  <a:pt x="90137" y="73340"/>
                  <a:pt x="90101" y="73265"/>
                </a:cubicBezTo>
                <a:cubicBezTo>
                  <a:pt x="90064" y="73265"/>
                  <a:pt x="90064" y="73190"/>
                  <a:pt x="90027" y="73115"/>
                </a:cubicBezTo>
                <a:cubicBezTo>
                  <a:pt x="89990" y="73115"/>
                  <a:pt x="89954" y="73040"/>
                  <a:pt x="89880" y="73040"/>
                </a:cubicBezTo>
                <a:cubicBezTo>
                  <a:pt x="89880" y="73040"/>
                  <a:pt x="89849" y="73040"/>
                  <a:pt x="89813" y="73040"/>
                </a:cubicBezTo>
                <a:cubicBezTo>
                  <a:pt x="89739" y="72965"/>
                  <a:pt x="89739" y="72902"/>
                  <a:pt x="89702" y="72814"/>
                </a:cubicBezTo>
                <a:cubicBezTo>
                  <a:pt x="89666" y="72751"/>
                  <a:pt x="89629" y="72751"/>
                  <a:pt x="89629" y="72676"/>
                </a:cubicBezTo>
                <a:cubicBezTo>
                  <a:pt x="89629" y="72601"/>
                  <a:pt x="89629" y="72601"/>
                  <a:pt x="89629" y="72526"/>
                </a:cubicBezTo>
                <a:cubicBezTo>
                  <a:pt x="89592" y="72451"/>
                  <a:pt x="89629" y="72375"/>
                  <a:pt x="89629" y="72225"/>
                </a:cubicBezTo>
                <a:cubicBezTo>
                  <a:pt x="89629" y="72225"/>
                  <a:pt x="89629" y="72150"/>
                  <a:pt x="89629" y="72075"/>
                </a:cubicBezTo>
                <a:cubicBezTo>
                  <a:pt x="89629" y="72075"/>
                  <a:pt x="89629" y="72000"/>
                  <a:pt x="89592" y="71924"/>
                </a:cubicBezTo>
                <a:cubicBezTo>
                  <a:pt x="89592" y="71924"/>
                  <a:pt x="89555" y="71924"/>
                  <a:pt x="89519" y="71849"/>
                </a:cubicBezTo>
                <a:cubicBezTo>
                  <a:pt x="89519" y="71849"/>
                  <a:pt x="89482" y="71849"/>
                  <a:pt x="89445" y="71786"/>
                </a:cubicBezTo>
                <a:cubicBezTo>
                  <a:pt x="89445" y="71711"/>
                  <a:pt x="89445" y="71636"/>
                  <a:pt x="89445" y="71561"/>
                </a:cubicBezTo>
                <a:cubicBezTo>
                  <a:pt x="89445" y="71410"/>
                  <a:pt x="89445" y="71410"/>
                  <a:pt x="89445" y="71410"/>
                </a:cubicBezTo>
                <a:cubicBezTo>
                  <a:pt x="89445" y="71335"/>
                  <a:pt x="89445" y="71260"/>
                  <a:pt x="89445" y="71260"/>
                </a:cubicBezTo>
                <a:cubicBezTo>
                  <a:pt x="89445" y="71185"/>
                  <a:pt x="89408" y="71260"/>
                  <a:pt x="89378" y="71185"/>
                </a:cubicBezTo>
                <a:cubicBezTo>
                  <a:pt x="89341" y="71185"/>
                  <a:pt x="89341" y="71185"/>
                  <a:pt x="89304" y="71110"/>
                </a:cubicBezTo>
                <a:cubicBezTo>
                  <a:pt x="89267" y="71110"/>
                  <a:pt x="89267" y="71110"/>
                  <a:pt x="89267" y="71110"/>
                </a:cubicBezTo>
                <a:cubicBezTo>
                  <a:pt x="89267" y="70370"/>
                  <a:pt x="89267" y="70370"/>
                  <a:pt x="89267" y="70370"/>
                </a:cubicBezTo>
                <a:cubicBezTo>
                  <a:pt x="89267" y="70145"/>
                  <a:pt x="89341" y="70069"/>
                  <a:pt x="89378" y="69919"/>
                </a:cubicBezTo>
                <a:cubicBezTo>
                  <a:pt x="89445" y="69769"/>
                  <a:pt x="89445" y="69631"/>
                  <a:pt x="89482" y="69480"/>
                </a:cubicBezTo>
                <a:cubicBezTo>
                  <a:pt x="89519" y="69405"/>
                  <a:pt x="89519" y="69330"/>
                  <a:pt x="89519" y="69255"/>
                </a:cubicBezTo>
                <a:cubicBezTo>
                  <a:pt x="89519" y="69180"/>
                  <a:pt x="89482" y="69104"/>
                  <a:pt x="89482" y="68954"/>
                </a:cubicBezTo>
                <a:cubicBezTo>
                  <a:pt x="89482" y="68879"/>
                  <a:pt x="89482" y="68879"/>
                  <a:pt x="89519" y="68804"/>
                </a:cubicBezTo>
                <a:cubicBezTo>
                  <a:pt x="89519" y="68741"/>
                  <a:pt x="89555" y="68741"/>
                  <a:pt x="89592" y="68653"/>
                </a:cubicBezTo>
                <a:cubicBezTo>
                  <a:pt x="89592" y="68591"/>
                  <a:pt x="89629" y="68591"/>
                  <a:pt x="89629" y="68515"/>
                </a:cubicBezTo>
                <a:cubicBezTo>
                  <a:pt x="89666" y="68515"/>
                  <a:pt x="89702" y="68515"/>
                  <a:pt x="89702" y="68515"/>
                </a:cubicBezTo>
                <a:cubicBezTo>
                  <a:pt x="89739" y="68591"/>
                  <a:pt x="89739" y="68591"/>
                  <a:pt x="89776" y="68653"/>
                </a:cubicBezTo>
                <a:cubicBezTo>
                  <a:pt x="89813" y="68653"/>
                  <a:pt x="89776" y="68741"/>
                  <a:pt x="89813" y="68804"/>
                </a:cubicBezTo>
                <a:cubicBezTo>
                  <a:pt x="89813" y="68804"/>
                  <a:pt x="89880" y="68804"/>
                  <a:pt x="89880" y="68879"/>
                </a:cubicBezTo>
                <a:cubicBezTo>
                  <a:pt x="89917" y="68954"/>
                  <a:pt x="89880" y="69104"/>
                  <a:pt x="89917" y="69180"/>
                </a:cubicBezTo>
                <a:cubicBezTo>
                  <a:pt x="89917" y="69255"/>
                  <a:pt x="89954" y="69255"/>
                  <a:pt x="89990" y="69255"/>
                </a:cubicBezTo>
                <a:cubicBezTo>
                  <a:pt x="90027" y="69330"/>
                  <a:pt x="90027" y="69330"/>
                  <a:pt x="90101" y="69330"/>
                </a:cubicBezTo>
                <a:cubicBezTo>
                  <a:pt x="90137" y="69330"/>
                  <a:pt x="90137" y="69330"/>
                  <a:pt x="90137" y="69330"/>
                </a:cubicBezTo>
                <a:cubicBezTo>
                  <a:pt x="90137" y="69330"/>
                  <a:pt x="90174" y="69255"/>
                  <a:pt x="90211" y="69255"/>
                </a:cubicBezTo>
                <a:lnTo>
                  <a:pt x="90248" y="69180"/>
                </a:lnTo>
                <a:cubicBezTo>
                  <a:pt x="90321" y="69180"/>
                  <a:pt x="90321" y="69330"/>
                  <a:pt x="90358" y="69480"/>
                </a:cubicBezTo>
                <a:cubicBezTo>
                  <a:pt x="90395" y="69556"/>
                  <a:pt x="90462" y="69631"/>
                  <a:pt x="90462" y="69769"/>
                </a:cubicBezTo>
                <a:cubicBezTo>
                  <a:pt x="90499" y="69844"/>
                  <a:pt x="90499" y="69919"/>
                  <a:pt x="90535" y="70069"/>
                </a:cubicBezTo>
                <a:cubicBezTo>
                  <a:pt x="90535" y="70145"/>
                  <a:pt x="90572" y="70220"/>
                  <a:pt x="90609" y="70370"/>
                </a:cubicBezTo>
                <a:cubicBezTo>
                  <a:pt x="90609" y="70445"/>
                  <a:pt x="90646" y="70521"/>
                  <a:pt x="90683" y="70671"/>
                </a:cubicBezTo>
                <a:cubicBezTo>
                  <a:pt x="90719" y="70734"/>
                  <a:pt x="90756" y="70821"/>
                  <a:pt x="90793" y="70884"/>
                </a:cubicBezTo>
                <a:cubicBezTo>
                  <a:pt x="90830" y="70884"/>
                  <a:pt x="90866" y="70884"/>
                  <a:pt x="90866" y="70884"/>
                </a:cubicBezTo>
                <a:cubicBezTo>
                  <a:pt x="90897" y="70884"/>
                  <a:pt x="90940" y="70884"/>
                  <a:pt x="90940" y="70884"/>
                </a:cubicBezTo>
                <a:cubicBezTo>
                  <a:pt x="90970" y="70959"/>
                  <a:pt x="91007" y="70959"/>
                  <a:pt x="91007" y="70959"/>
                </a:cubicBezTo>
                <a:cubicBezTo>
                  <a:pt x="91044" y="70959"/>
                  <a:pt x="91081" y="70959"/>
                  <a:pt x="91081" y="70959"/>
                </a:cubicBezTo>
                <a:cubicBezTo>
                  <a:pt x="91117" y="71034"/>
                  <a:pt x="91154" y="71034"/>
                  <a:pt x="91154" y="71110"/>
                </a:cubicBezTo>
                <a:cubicBezTo>
                  <a:pt x="91154" y="71260"/>
                  <a:pt x="91081" y="71335"/>
                  <a:pt x="91081" y="71410"/>
                </a:cubicBezTo>
                <a:cubicBezTo>
                  <a:pt x="91044" y="71561"/>
                  <a:pt x="91044" y="71636"/>
                  <a:pt x="91044" y="71711"/>
                </a:cubicBezTo>
                <a:cubicBezTo>
                  <a:pt x="91044" y="71924"/>
                  <a:pt x="91081" y="72075"/>
                  <a:pt x="91154" y="72300"/>
                </a:cubicBezTo>
                <a:cubicBezTo>
                  <a:pt x="91191" y="72300"/>
                  <a:pt x="91191" y="72225"/>
                  <a:pt x="91228" y="72150"/>
                </a:cubicBezTo>
                <a:cubicBezTo>
                  <a:pt x="91264" y="72075"/>
                  <a:pt x="91264" y="72000"/>
                  <a:pt x="91338" y="71849"/>
                </a:cubicBezTo>
                <a:cubicBezTo>
                  <a:pt x="91375" y="71849"/>
                  <a:pt x="91375" y="71849"/>
                  <a:pt x="91411" y="71786"/>
                </a:cubicBezTo>
                <a:cubicBezTo>
                  <a:pt x="91442" y="71711"/>
                  <a:pt x="91442" y="71711"/>
                  <a:pt x="91479" y="71636"/>
                </a:cubicBezTo>
                <a:cubicBezTo>
                  <a:pt x="91516" y="71561"/>
                  <a:pt x="91516" y="71561"/>
                  <a:pt x="91552" y="71486"/>
                </a:cubicBezTo>
                <a:cubicBezTo>
                  <a:pt x="91589" y="71486"/>
                  <a:pt x="91626" y="71410"/>
                  <a:pt x="91626" y="71410"/>
                </a:cubicBezTo>
                <a:cubicBezTo>
                  <a:pt x="91626" y="71335"/>
                  <a:pt x="91663" y="71260"/>
                  <a:pt x="91663" y="71260"/>
                </a:cubicBezTo>
                <a:cubicBezTo>
                  <a:pt x="91663" y="71185"/>
                  <a:pt x="91699" y="71185"/>
                  <a:pt x="91699" y="71110"/>
                </a:cubicBezTo>
                <a:cubicBezTo>
                  <a:pt x="91736" y="71034"/>
                  <a:pt x="91736" y="71034"/>
                  <a:pt x="91736" y="70959"/>
                </a:cubicBezTo>
                <a:cubicBezTo>
                  <a:pt x="91736" y="70884"/>
                  <a:pt x="91736" y="70884"/>
                  <a:pt x="91736" y="70821"/>
                </a:cubicBezTo>
                <a:cubicBezTo>
                  <a:pt x="91773" y="70734"/>
                  <a:pt x="91773" y="70671"/>
                  <a:pt x="91810" y="70671"/>
                </a:cubicBezTo>
                <a:cubicBezTo>
                  <a:pt x="91846" y="70671"/>
                  <a:pt x="91883" y="70734"/>
                  <a:pt x="91914" y="70734"/>
                </a:cubicBezTo>
                <a:cubicBezTo>
                  <a:pt x="91987" y="70734"/>
                  <a:pt x="92024" y="70734"/>
                  <a:pt x="92061" y="70734"/>
                </a:cubicBezTo>
                <a:cubicBezTo>
                  <a:pt x="92098" y="70671"/>
                  <a:pt x="92134" y="70671"/>
                  <a:pt x="92134" y="70596"/>
                </a:cubicBezTo>
                <a:cubicBezTo>
                  <a:pt x="92208" y="70521"/>
                  <a:pt x="92245" y="70370"/>
                  <a:pt x="92318" y="70295"/>
                </a:cubicBezTo>
                <a:cubicBezTo>
                  <a:pt x="92355" y="70220"/>
                  <a:pt x="92355" y="70145"/>
                  <a:pt x="92392" y="70145"/>
                </a:cubicBezTo>
                <a:cubicBezTo>
                  <a:pt x="92428" y="70145"/>
                  <a:pt x="92459" y="70145"/>
                  <a:pt x="92459" y="70069"/>
                </a:cubicBezTo>
                <a:cubicBezTo>
                  <a:pt x="92496" y="70069"/>
                  <a:pt x="92532" y="70069"/>
                  <a:pt x="92532" y="69994"/>
                </a:cubicBezTo>
                <a:cubicBezTo>
                  <a:pt x="92532" y="69919"/>
                  <a:pt x="92532" y="69919"/>
                  <a:pt x="92569" y="69844"/>
                </a:cubicBezTo>
                <a:cubicBezTo>
                  <a:pt x="92569" y="69769"/>
                  <a:pt x="92569" y="69706"/>
                  <a:pt x="92569" y="69556"/>
                </a:cubicBezTo>
                <a:cubicBezTo>
                  <a:pt x="92569" y="69330"/>
                  <a:pt x="92569" y="69104"/>
                  <a:pt x="92569" y="68879"/>
                </a:cubicBezTo>
                <a:cubicBezTo>
                  <a:pt x="92569" y="68365"/>
                  <a:pt x="92569" y="68365"/>
                  <a:pt x="92569" y="68365"/>
                </a:cubicBezTo>
                <a:cubicBezTo>
                  <a:pt x="92569" y="68215"/>
                  <a:pt x="92569" y="68139"/>
                  <a:pt x="92569" y="67989"/>
                </a:cubicBezTo>
                <a:cubicBezTo>
                  <a:pt x="92532" y="67839"/>
                  <a:pt x="92496" y="67763"/>
                  <a:pt x="92459" y="67550"/>
                </a:cubicBezTo>
                <a:cubicBezTo>
                  <a:pt x="92459" y="67475"/>
                  <a:pt x="92428" y="67400"/>
                  <a:pt x="92428" y="67250"/>
                </a:cubicBezTo>
                <a:cubicBezTo>
                  <a:pt x="92428" y="67099"/>
                  <a:pt x="92428" y="67024"/>
                  <a:pt x="92428" y="66949"/>
                </a:cubicBezTo>
                <a:cubicBezTo>
                  <a:pt x="92355" y="66949"/>
                  <a:pt x="92318" y="66949"/>
                  <a:pt x="92245" y="66949"/>
                </a:cubicBezTo>
                <a:cubicBezTo>
                  <a:pt x="92245" y="66874"/>
                  <a:pt x="92208" y="66874"/>
                  <a:pt x="92171" y="66874"/>
                </a:cubicBezTo>
                <a:cubicBezTo>
                  <a:pt x="92171" y="66798"/>
                  <a:pt x="92171" y="66723"/>
                  <a:pt x="92134" y="66723"/>
                </a:cubicBezTo>
                <a:cubicBezTo>
                  <a:pt x="92098" y="66573"/>
                  <a:pt x="92061" y="66510"/>
                  <a:pt x="92024" y="66360"/>
                </a:cubicBezTo>
                <a:cubicBezTo>
                  <a:pt x="92024" y="66360"/>
                  <a:pt x="92024" y="66285"/>
                  <a:pt x="92024" y="66209"/>
                </a:cubicBezTo>
                <a:cubicBezTo>
                  <a:pt x="92024" y="66209"/>
                  <a:pt x="91987" y="66209"/>
                  <a:pt x="91957" y="66209"/>
                </a:cubicBezTo>
                <a:cubicBezTo>
                  <a:pt x="91914" y="66134"/>
                  <a:pt x="91914" y="66134"/>
                  <a:pt x="91883" y="66059"/>
                </a:cubicBezTo>
                <a:cubicBezTo>
                  <a:pt x="91846" y="65984"/>
                  <a:pt x="91810" y="65984"/>
                  <a:pt x="91736" y="65909"/>
                </a:cubicBezTo>
                <a:cubicBezTo>
                  <a:pt x="91736" y="65833"/>
                  <a:pt x="91699" y="65833"/>
                  <a:pt x="91663" y="65758"/>
                </a:cubicBezTo>
                <a:cubicBezTo>
                  <a:pt x="91663" y="65758"/>
                  <a:pt x="91663" y="65683"/>
                  <a:pt x="91626" y="65608"/>
                </a:cubicBezTo>
                <a:cubicBezTo>
                  <a:pt x="91589" y="65545"/>
                  <a:pt x="91552" y="65608"/>
                  <a:pt x="91552" y="65545"/>
                </a:cubicBezTo>
                <a:cubicBezTo>
                  <a:pt x="91552" y="65470"/>
                  <a:pt x="91552" y="65320"/>
                  <a:pt x="91552" y="65244"/>
                </a:cubicBezTo>
                <a:cubicBezTo>
                  <a:pt x="91552" y="65169"/>
                  <a:pt x="91552" y="65169"/>
                  <a:pt x="91552" y="65094"/>
                </a:cubicBezTo>
                <a:cubicBezTo>
                  <a:pt x="91552" y="65019"/>
                  <a:pt x="91479" y="65019"/>
                  <a:pt x="91479" y="65019"/>
                </a:cubicBezTo>
                <a:cubicBezTo>
                  <a:pt x="91442" y="64868"/>
                  <a:pt x="91479" y="64868"/>
                  <a:pt x="91479" y="64718"/>
                </a:cubicBezTo>
                <a:cubicBezTo>
                  <a:pt x="91479" y="64643"/>
                  <a:pt x="91442" y="64568"/>
                  <a:pt x="91479" y="64492"/>
                </a:cubicBezTo>
                <a:cubicBezTo>
                  <a:pt x="91479" y="64430"/>
                  <a:pt x="91479" y="64430"/>
                  <a:pt x="91479" y="64355"/>
                </a:cubicBezTo>
                <a:cubicBezTo>
                  <a:pt x="91479" y="64279"/>
                  <a:pt x="91552" y="64279"/>
                  <a:pt x="91552" y="64204"/>
                </a:cubicBezTo>
                <a:cubicBezTo>
                  <a:pt x="91589" y="64204"/>
                  <a:pt x="91589" y="64204"/>
                  <a:pt x="91626" y="64129"/>
                </a:cubicBezTo>
                <a:cubicBezTo>
                  <a:pt x="91663" y="64054"/>
                  <a:pt x="91699" y="64129"/>
                  <a:pt x="91699" y="64054"/>
                </a:cubicBezTo>
                <a:cubicBezTo>
                  <a:pt x="91699" y="63979"/>
                  <a:pt x="91699" y="63903"/>
                  <a:pt x="91699" y="63903"/>
                </a:cubicBezTo>
                <a:cubicBezTo>
                  <a:pt x="91699" y="63828"/>
                  <a:pt x="91699" y="63753"/>
                  <a:pt x="91699" y="63678"/>
                </a:cubicBezTo>
                <a:cubicBezTo>
                  <a:pt x="91736" y="63603"/>
                  <a:pt x="91736" y="63527"/>
                  <a:pt x="91736" y="63452"/>
                </a:cubicBezTo>
                <a:cubicBezTo>
                  <a:pt x="91773" y="63390"/>
                  <a:pt x="91773" y="63390"/>
                  <a:pt x="91773" y="63314"/>
                </a:cubicBezTo>
                <a:cubicBezTo>
                  <a:pt x="91773" y="63239"/>
                  <a:pt x="91773" y="63164"/>
                  <a:pt x="91810" y="63089"/>
                </a:cubicBezTo>
                <a:cubicBezTo>
                  <a:pt x="91846" y="63089"/>
                  <a:pt x="91883" y="63089"/>
                  <a:pt x="91883" y="63089"/>
                </a:cubicBezTo>
                <a:cubicBezTo>
                  <a:pt x="91914" y="63089"/>
                  <a:pt x="91957" y="63089"/>
                  <a:pt x="91987" y="63089"/>
                </a:cubicBezTo>
                <a:cubicBezTo>
                  <a:pt x="92024" y="63089"/>
                  <a:pt x="92061" y="63014"/>
                  <a:pt x="92134" y="62938"/>
                </a:cubicBezTo>
                <a:cubicBezTo>
                  <a:pt x="92171" y="62938"/>
                  <a:pt x="92171" y="62938"/>
                  <a:pt x="92208" y="62938"/>
                </a:cubicBezTo>
                <a:cubicBezTo>
                  <a:pt x="92245" y="62938"/>
                  <a:pt x="92245" y="62788"/>
                  <a:pt x="92245" y="62788"/>
                </a:cubicBezTo>
                <a:cubicBezTo>
                  <a:pt x="92281" y="62788"/>
                  <a:pt x="92318" y="62788"/>
                  <a:pt x="92318" y="62788"/>
                </a:cubicBezTo>
                <a:cubicBezTo>
                  <a:pt x="92392" y="62788"/>
                  <a:pt x="92428" y="62788"/>
                  <a:pt x="92459" y="62788"/>
                </a:cubicBezTo>
                <a:cubicBezTo>
                  <a:pt x="92496" y="62788"/>
                  <a:pt x="92496" y="62863"/>
                  <a:pt x="92532" y="62863"/>
                </a:cubicBezTo>
                <a:cubicBezTo>
                  <a:pt x="92606" y="62863"/>
                  <a:pt x="92679" y="62788"/>
                  <a:pt x="92753" y="62788"/>
                </a:cubicBezTo>
                <a:cubicBezTo>
                  <a:pt x="92753" y="63014"/>
                  <a:pt x="92753" y="63014"/>
                  <a:pt x="92753" y="63014"/>
                </a:cubicBezTo>
                <a:lnTo>
                  <a:pt x="92716" y="63089"/>
                </a:lnTo>
                <a:cubicBezTo>
                  <a:pt x="92716" y="63903"/>
                  <a:pt x="92716" y="63903"/>
                  <a:pt x="92716" y="63903"/>
                </a:cubicBezTo>
                <a:cubicBezTo>
                  <a:pt x="92716" y="63979"/>
                  <a:pt x="92716" y="64054"/>
                  <a:pt x="92679" y="64054"/>
                </a:cubicBezTo>
                <a:cubicBezTo>
                  <a:pt x="92643" y="64054"/>
                  <a:pt x="92643" y="64129"/>
                  <a:pt x="92606" y="64129"/>
                </a:cubicBezTo>
                <a:cubicBezTo>
                  <a:pt x="92569" y="64129"/>
                  <a:pt x="92569" y="64129"/>
                  <a:pt x="92532" y="64129"/>
                </a:cubicBezTo>
                <a:cubicBezTo>
                  <a:pt x="92496" y="64129"/>
                  <a:pt x="92496" y="64204"/>
                  <a:pt x="92459" y="64204"/>
                </a:cubicBezTo>
                <a:cubicBezTo>
                  <a:pt x="92428" y="64279"/>
                  <a:pt x="92428" y="64355"/>
                  <a:pt x="92428" y="64355"/>
                </a:cubicBezTo>
                <a:cubicBezTo>
                  <a:pt x="92392" y="64430"/>
                  <a:pt x="92355" y="64492"/>
                  <a:pt x="92355" y="64568"/>
                </a:cubicBezTo>
                <a:cubicBezTo>
                  <a:pt x="92355" y="64643"/>
                  <a:pt x="92355" y="64718"/>
                  <a:pt x="92355" y="64793"/>
                </a:cubicBezTo>
                <a:cubicBezTo>
                  <a:pt x="92392" y="64868"/>
                  <a:pt x="92355" y="64944"/>
                  <a:pt x="92392" y="65019"/>
                </a:cubicBezTo>
                <a:cubicBezTo>
                  <a:pt x="92392" y="65019"/>
                  <a:pt x="92428" y="65019"/>
                  <a:pt x="92459" y="65019"/>
                </a:cubicBezTo>
                <a:cubicBezTo>
                  <a:pt x="93004" y="65019"/>
                  <a:pt x="93004" y="65019"/>
                  <a:pt x="93004" y="65019"/>
                </a:cubicBezTo>
                <a:cubicBezTo>
                  <a:pt x="93004" y="64868"/>
                  <a:pt x="93004" y="64718"/>
                  <a:pt x="93041" y="64568"/>
                </a:cubicBezTo>
                <a:cubicBezTo>
                  <a:pt x="93041" y="64492"/>
                  <a:pt x="93041" y="64430"/>
                  <a:pt x="93078" y="64430"/>
                </a:cubicBezTo>
                <a:cubicBezTo>
                  <a:pt x="93078" y="64355"/>
                  <a:pt x="93114" y="64355"/>
                  <a:pt x="93114" y="64279"/>
                </a:cubicBezTo>
                <a:cubicBezTo>
                  <a:pt x="93114" y="64204"/>
                  <a:pt x="93114" y="64204"/>
                  <a:pt x="93114" y="64129"/>
                </a:cubicBezTo>
                <a:cubicBezTo>
                  <a:pt x="93114" y="64054"/>
                  <a:pt x="93114" y="63979"/>
                  <a:pt x="93114" y="63979"/>
                </a:cubicBezTo>
                <a:cubicBezTo>
                  <a:pt x="93078" y="63828"/>
                  <a:pt x="93041" y="63903"/>
                  <a:pt x="92973" y="63828"/>
                </a:cubicBezTo>
                <a:cubicBezTo>
                  <a:pt x="92973" y="63014"/>
                  <a:pt x="92973" y="63014"/>
                  <a:pt x="92973" y="63014"/>
                </a:cubicBezTo>
                <a:cubicBezTo>
                  <a:pt x="93041" y="63014"/>
                  <a:pt x="93078" y="63014"/>
                  <a:pt x="93114" y="63014"/>
                </a:cubicBezTo>
                <a:cubicBezTo>
                  <a:pt x="93188" y="63014"/>
                  <a:pt x="93188" y="63014"/>
                  <a:pt x="93188" y="63014"/>
                </a:cubicBezTo>
                <a:cubicBezTo>
                  <a:pt x="93225" y="63014"/>
                  <a:pt x="93261" y="62938"/>
                  <a:pt x="93261" y="62938"/>
                </a:cubicBezTo>
                <a:cubicBezTo>
                  <a:pt x="93298" y="62863"/>
                  <a:pt x="93298" y="62788"/>
                  <a:pt x="93335" y="62788"/>
                </a:cubicBezTo>
                <a:cubicBezTo>
                  <a:pt x="93372" y="62713"/>
                  <a:pt x="93372" y="62638"/>
                  <a:pt x="93408" y="62638"/>
                </a:cubicBezTo>
                <a:cubicBezTo>
                  <a:pt x="93445" y="62638"/>
                  <a:pt x="93513" y="62638"/>
                  <a:pt x="93549" y="62562"/>
                </a:cubicBezTo>
                <a:cubicBezTo>
                  <a:pt x="93586" y="62562"/>
                  <a:pt x="93660" y="62562"/>
                  <a:pt x="93696" y="62562"/>
                </a:cubicBezTo>
                <a:cubicBezTo>
                  <a:pt x="93770" y="62562"/>
                  <a:pt x="93770" y="62562"/>
                  <a:pt x="93770" y="62562"/>
                </a:cubicBezTo>
                <a:cubicBezTo>
                  <a:pt x="93807" y="62562"/>
                  <a:pt x="93843" y="62562"/>
                  <a:pt x="93843" y="62562"/>
                </a:cubicBezTo>
                <a:cubicBezTo>
                  <a:pt x="93917" y="62562"/>
                  <a:pt x="93947" y="62638"/>
                  <a:pt x="93990" y="62638"/>
                </a:cubicBezTo>
                <a:cubicBezTo>
                  <a:pt x="94021" y="62638"/>
                  <a:pt x="94021" y="62638"/>
                  <a:pt x="94058" y="62638"/>
                </a:cubicBezTo>
                <a:cubicBezTo>
                  <a:pt x="94094" y="62638"/>
                  <a:pt x="94094" y="62562"/>
                  <a:pt x="94131" y="62562"/>
                </a:cubicBezTo>
                <a:cubicBezTo>
                  <a:pt x="94168" y="62487"/>
                  <a:pt x="94168" y="62412"/>
                  <a:pt x="94168" y="62412"/>
                </a:cubicBezTo>
                <a:cubicBezTo>
                  <a:pt x="94205" y="62349"/>
                  <a:pt x="94205" y="62349"/>
                  <a:pt x="94205" y="62274"/>
                </a:cubicBezTo>
                <a:cubicBezTo>
                  <a:pt x="94278" y="62274"/>
                  <a:pt x="94315" y="62274"/>
                  <a:pt x="94352" y="62274"/>
                </a:cubicBezTo>
                <a:cubicBezTo>
                  <a:pt x="94388" y="62274"/>
                  <a:pt x="94388" y="62199"/>
                  <a:pt x="94425" y="62199"/>
                </a:cubicBezTo>
                <a:cubicBezTo>
                  <a:pt x="94462" y="62199"/>
                  <a:pt x="94493" y="62199"/>
                  <a:pt x="94566" y="62199"/>
                </a:cubicBezTo>
                <a:cubicBezTo>
                  <a:pt x="94603" y="62199"/>
                  <a:pt x="94603" y="62199"/>
                  <a:pt x="94640" y="62199"/>
                </a:cubicBezTo>
                <a:cubicBezTo>
                  <a:pt x="94640" y="62124"/>
                  <a:pt x="94676" y="62199"/>
                  <a:pt x="94713" y="62199"/>
                </a:cubicBezTo>
                <a:cubicBezTo>
                  <a:pt x="94750" y="62124"/>
                  <a:pt x="94750" y="62049"/>
                  <a:pt x="94750" y="62049"/>
                </a:cubicBezTo>
                <a:cubicBezTo>
                  <a:pt x="94787" y="61973"/>
                  <a:pt x="94787" y="61898"/>
                  <a:pt x="94823" y="61898"/>
                </a:cubicBezTo>
                <a:cubicBezTo>
                  <a:pt x="94860" y="61898"/>
                  <a:pt x="94860" y="61898"/>
                  <a:pt x="94897" y="61898"/>
                </a:cubicBezTo>
                <a:cubicBezTo>
                  <a:pt x="94934" y="61823"/>
                  <a:pt x="94934" y="61823"/>
                  <a:pt x="94970" y="61748"/>
                </a:cubicBezTo>
                <a:cubicBezTo>
                  <a:pt x="95007" y="61748"/>
                  <a:pt x="95007" y="61748"/>
                  <a:pt x="95038" y="61673"/>
                </a:cubicBezTo>
                <a:cubicBezTo>
                  <a:pt x="95038" y="61673"/>
                  <a:pt x="95038" y="61597"/>
                  <a:pt x="95075" y="61522"/>
                </a:cubicBezTo>
                <a:cubicBezTo>
                  <a:pt x="95111" y="61522"/>
                  <a:pt x="95111" y="61447"/>
                  <a:pt x="95111" y="61372"/>
                </a:cubicBezTo>
                <a:cubicBezTo>
                  <a:pt x="95148" y="61372"/>
                  <a:pt x="95185" y="61309"/>
                  <a:pt x="95185" y="61309"/>
                </a:cubicBezTo>
                <a:cubicBezTo>
                  <a:pt x="95222" y="61234"/>
                  <a:pt x="95222" y="61234"/>
                  <a:pt x="95258" y="61234"/>
                </a:cubicBezTo>
                <a:cubicBezTo>
                  <a:pt x="95295" y="61234"/>
                  <a:pt x="95332" y="61234"/>
                  <a:pt x="95332" y="61234"/>
                </a:cubicBezTo>
                <a:cubicBezTo>
                  <a:pt x="95369" y="61159"/>
                  <a:pt x="95369" y="61234"/>
                  <a:pt x="95405" y="61234"/>
                </a:cubicBezTo>
                <a:cubicBezTo>
                  <a:pt x="95479" y="61159"/>
                  <a:pt x="95509" y="61084"/>
                  <a:pt x="95546" y="61008"/>
                </a:cubicBezTo>
                <a:cubicBezTo>
                  <a:pt x="95583" y="61008"/>
                  <a:pt x="95546" y="60933"/>
                  <a:pt x="95583" y="60858"/>
                </a:cubicBezTo>
                <a:cubicBezTo>
                  <a:pt x="95583" y="60858"/>
                  <a:pt x="95620" y="60858"/>
                  <a:pt x="95656" y="60783"/>
                </a:cubicBezTo>
                <a:cubicBezTo>
                  <a:pt x="95693" y="60783"/>
                  <a:pt x="95693" y="60708"/>
                  <a:pt x="95730" y="60632"/>
                </a:cubicBezTo>
                <a:cubicBezTo>
                  <a:pt x="95730" y="60632"/>
                  <a:pt x="95767" y="60557"/>
                  <a:pt x="95767" y="60482"/>
                </a:cubicBezTo>
                <a:cubicBezTo>
                  <a:pt x="95803" y="60482"/>
                  <a:pt x="95803" y="60407"/>
                  <a:pt x="95840" y="60332"/>
                </a:cubicBezTo>
                <a:cubicBezTo>
                  <a:pt x="95840" y="60332"/>
                  <a:pt x="95840" y="60269"/>
                  <a:pt x="95840" y="60194"/>
                </a:cubicBezTo>
                <a:lnTo>
                  <a:pt x="95877" y="60119"/>
                </a:lnTo>
                <a:cubicBezTo>
                  <a:pt x="95914" y="59968"/>
                  <a:pt x="95987" y="59968"/>
                  <a:pt x="96024" y="59818"/>
                </a:cubicBezTo>
                <a:cubicBezTo>
                  <a:pt x="96055" y="59667"/>
                  <a:pt x="96091" y="59517"/>
                  <a:pt x="96128" y="59367"/>
                </a:cubicBezTo>
                <a:cubicBezTo>
                  <a:pt x="96128" y="59291"/>
                  <a:pt x="96128" y="59291"/>
                  <a:pt x="96128" y="59229"/>
                </a:cubicBezTo>
                <a:cubicBezTo>
                  <a:pt x="96165" y="59154"/>
                  <a:pt x="96202" y="59154"/>
                  <a:pt x="96202" y="59078"/>
                </a:cubicBezTo>
                <a:cubicBezTo>
                  <a:pt x="96238" y="59003"/>
                  <a:pt x="96238" y="59003"/>
                  <a:pt x="96275" y="58928"/>
                </a:cubicBezTo>
                <a:cubicBezTo>
                  <a:pt x="96275" y="58853"/>
                  <a:pt x="96312" y="58853"/>
                  <a:pt x="96349" y="58778"/>
                </a:cubicBezTo>
                <a:cubicBezTo>
                  <a:pt x="96385" y="58778"/>
                  <a:pt x="96422" y="58702"/>
                  <a:pt x="96422" y="58702"/>
                </a:cubicBezTo>
                <a:cubicBezTo>
                  <a:pt x="96459" y="58627"/>
                  <a:pt x="96496" y="58627"/>
                  <a:pt x="96496" y="58552"/>
                </a:cubicBezTo>
                <a:cubicBezTo>
                  <a:pt x="96496" y="58477"/>
                  <a:pt x="96496" y="58402"/>
                  <a:pt x="96496" y="58326"/>
                </a:cubicBezTo>
                <a:cubicBezTo>
                  <a:pt x="96532" y="58326"/>
                  <a:pt x="96532" y="58251"/>
                  <a:pt x="96532" y="58176"/>
                </a:cubicBezTo>
                <a:cubicBezTo>
                  <a:pt x="96532" y="58113"/>
                  <a:pt x="96532" y="58113"/>
                  <a:pt x="96532" y="58038"/>
                </a:cubicBezTo>
                <a:cubicBezTo>
                  <a:pt x="96532" y="58038"/>
                  <a:pt x="96563" y="57963"/>
                  <a:pt x="96563" y="57888"/>
                </a:cubicBezTo>
                <a:cubicBezTo>
                  <a:pt x="96563" y="57888"/>
                  <a:pt x="96563" y="57813"/>
                  <a:pt x="96563" y="57737"/>
                </a:cubicBezTo>
                <a:cubicBezTo>
                  <a:pt x="96600" y="57662"/>
                  <a:pt x="96637" y="57662"/>
                  <a:pt x="96673" y="57662"/>
                </a:cubicBezTo>
                <a:cubicBezTo>
                  <a:pt x="96710" y="57587"/>
                  <a:pt x="96747" y="57512"/>
                  <a:pt x="96784" y="57361"/>
                </a:cubicBezTo>
                <a:cubicBezTo>
                  <a:pt x="96820" y="57211"/>
                  <a:pt x="96894" y="57148"/>
                  <a:pt x="96894" y="56998"/>
                </a:cubicBezTo>
                <a:cubicBezTo>
                  <a:pt x="96894" y="56848"/>
                  <a:pt x="96857" y="56848"/>
                  <a:pt x="96857" y="56772"/>
                </a:cubicBezTo>
                <a:cubicBezTo>
                  <a:pt x="96820" y="56697"/>
                  <a:pt x="96820" y="56622"/>
                  <a:pt x="96784" y="56622"/>
                </a:cubicBezTo>
                <a:cubicBezTo>
                  <a:pt x="96784" y="56622"/>
                  <a:pt x="96747" y="56622"/>
                  <a:pt x="96710" y="56622"/>
                </a:cubicBezTo>
                <a:cubicBezTo>
                  <a:pt x="96673" y="56622"/>
                  <a:pt x="96637" y="56622"/>
                  <a:pt x="96563" y="56547"/>
                </a:cubicBezTo>
                <a:cubicBezTo>
                  <a:pt x="96563" y="56472"/>
                  <a:pt x="96563" y="56396"/>
                  <a:pt x="96563" y="56321"/>
                </a:cubicBezTo>
                <a:cubicBezTo>
                  <a:pt x="96563" y="56246"/>
                  <a:pt x="96563" y="56171"/>
                  <a:pt x="96563" y="56171"/>
                </a:cubicBezTo>
                <a:cubicBezTo>
                  <a:pt x="96563" y="56096"/>
                  <a:pt x="96563" y="56033"/>
                  <a:pt x="96563" y="56033"/>
                </a:cubicBezTo>
                <a:cubicBezTo>
                  <a:pt x="96710" y="56033"/>
                  <a:pt x="96710" y="56033"/>
                  <a:pt x="96710" y="56033"/>
                </a:cubicBezTo>
                <a:cubicBezTo>
                  <a:pt x="96710" y="55958"/>
                  <a:pt x="96710" y="55883"/>
                  <a:pt x="96710" y="55883"/>
                </a:cubicBezTo>
                <a:cubicBezTo>
                  <a:pt x="96673" y="55807"/>
                  <a:pt x="96637" y="55807"/>
                  <a:pt x="96637" y="55732"/>
                </a:cubicBezTo>
                <a:cubicBezTo>
                  <a:pt x="96637" y="55582"/>
                  <a:pt x="96673" y="55431"/>
                  <a:pt x="96637" y="55281"/>
                </a:cubicBezTo>
                <a:cubicBezTo>
                  <a:pt x="96637" y="55206"/>
                  <a:pt x="96637" y="55206"/>
                  <a:pt x="96637" y="55131"/>
                </a:cubicBezTo>
                <a:cubicBezTo>
                  <a:pt x="96637" y="55068"/>
                  <a:pt x="96600" y="55068"/>
                  <a:pt x="96563" y="54980"/>
                </a:cubicBezTo>
                <a:cubicBezTo>
                  <a:pt x="96563" y="54918"/>
                  <a:pt x="96532" y="54980"/>
                  <a:pt x="96496" y="54918"/>
                </a:cubicBezTo>
                <a:cubicBezTo>
                  <a:pt x="96496" y="54767"/>
                  <a:pt x="96532" y="54617"/>
                  <a:pt x="96532" y="54466"/>
                </a:cubicBezTo>
                <a:cubicBezTo>
                  <a:pt x="96532" y="54316"/>
                  <a:pt x="96496" y="54166"/>
                  <a:pt x="96459" y="54015"/>
                </a:cubicBezTo>
                <a:cubicBezTo>
                  <a:pt x="96459" y="53953"/>
                  <a:pt x="96422" y="53877"/>
                  <a:pt x="96385" y="53727"/>
                </a:cubicBezTo>
                <a:cubicBezTo>
                  <a:pt x="96312" y="53652"/>
                  <a:pt x="96312" y="53501"/>
                  <a:pt x="96238" y="53426"/>
                </a:cubicBezTo>
                <a:cubicBezTo>
                  <a:pt x="96202" y="53426"/>
                  <a:pt x="96202" y="53351"/>
                  <a:pt x="96165" y="53351"/>
                </a:cubicBezTo>
                <a:cubicBezTo>
                  <a:pt x="96128" y="53276"/>
                  <a:pt x="96091" y="53351"/>
                  <a:pt x="96055" y="53351"/>
                </a:cubicBezTo>
                <a:cubicBezTo>
                  <a:pt x="96055" y="53276"/>
                  <a:pt x="96024" y="53276"/>
                  <a:pt x="95987" y="53201"/>
                </a:cubicBezTo>
                <a:cubicBezTo>
                  <a:pt x="95987" y="53201"/>
                  <a:pt x="95987" y="53125"/>
                  <a:pt x="95987" y="53050"/>
                </a:cubicBezTo>
                <a:cubicBezTo>
                  <a:pt x="95987" y="52900"/>
                  <a:pt x="95987" y="52900"/>
                  <a:pt x="95987" y="52900"/>
                </a:cubicBezTo>
                <a:cubicBezTo>
                  <a:pt x="95987" y="52837"/>
                  <a:pt x="96024" y="52837"/>
                  <a:pt x="96024" y="52762"/>
                </a:cubicBezTo>
                <a:cubicBezTo>
                  <a:pt x="96055" y="52687"/>
                  <a:pt x="96091" y="52687"/>
                  <a:pt x="96091" y="52612"/>
                </a:cubicBezTo>
                <a:cubicBezTo>
                  <a:pt x="96128" y="52612"/>
                  <a:pt x="96165" y="52612"/>
                  <a:pt x="96165" y="52536"/>
                </a:cubicBezTo>
                <a:cubicBezTo>
                  <a:pt x="96165" y="52461"/>
                  <a:pt x="96165" y="52386"/>
                  <a:pt x="96165" y="52236"/>
                </a:cubicBezTo>
                <a:cubicBezTo>
                  <a:pt x="96165" y="51935"/>
                  <a:pt x="96165" y="51935"/>
                  <a:pt x="96165" y="51935"/>
                </a:cubicBezTo>
                <a:cubicBezTo>
                  <a:pt x="96385" y="51935"/>
                  <a:pt x="96385" y="51935"/>
                  <a:pt x="96385" y="51935"/>
                </a:cubicBezTo>
                <a:cubicBezTo>
                  <a:pt x="96385" y="51935"/>
                  <a:pt x="96422" y="51935"/>
                  <a:pt x="96422" y="51872"/>
                </a:cubicBezTo>
                <a:cubicBezTo>
                  <a:pt x="96459" y="51797"/>
                  <a:pt x="96459" y="51797"/>
                  <a:pt x="96496" y="51722"/>
                </a:cubicBezTo>
                <a:cubicBezTo>
                  <a:pt x="96496" y="51646"/>
                  <a:pt x="96496" y="51571"/>
                  <a:pt x="96532" y="51571"/>
                </a:cubicBezTo>
                <a:cubicBezTo>
                  <a:pt x="96532" y="51571"/>
                  <a:pt x="96563" y="51571"/>
                  <a:pt x="96600" y="51571"/>
                </a:cubicBezTo>
                <a:cubicBezTo>
                  <a:pt x="96600" y="51571"/>
                  <a:pt x="96637" y="51571"/>
                  <a:pt x="96673" y="51571"/>
                </a:cubicBezTo>
                <a:cubicBezTo>
                  <a:pt x="96673" y="51571"/>
                  <a:pt x="96710" y="51496"/>
                  <a:pt x="96747" y="51496"/>
                </a:cubicBezTo>
                <a:cubicBezTo>
                  <a:pt x="96820" y="51496"/>
                  <a:pt x="96820" y="51496"/>
                  <a:pt x="96820" y="51496"/>
                </a:cubicBezTo>
                <a:cubicBezTo>
                  <a:pt x="96894" y="51496"/>
                  <a:pt x="96931" y="51496"/>
                  <a:pt x="97004" y="51496"/>
                </a:cubicBezTo>
                <a:cubicBezTo>
                  <a:pt x="97041" y="51346"/>
                  <a:pt x="97041" y="51271"/>
                  <a:pt x="97041" y="51120"/>
                </a:cubicBezTo>
                <a:lnTo>
                  <a:pt x="97004" y="51045"/>
                </a:lnTo>
                <a:cubicBezTo>
                  <a:pt x="96673" y="51045"/>
                  <a:pt x="96673" y="51045"/>
                  <a:pt x="96673" y="51045"/>
                </a:cubicBezTo>
                <a:cubicBezTo>
                  <a:pt x="96637" y="50970"/>
                  <a:pt x="96637" y="50907"/>
                  <a:pt x="96637" y="50907"/>
                </a:cubicBezTo>
                <a:cubicBezTo>
                  <a:pt x="96600" y="50757"/>
                  <a:pt x="96563" y="50681"/>
                  <a:pt x="96532" y="50606"/>
                </a:cubicBezTo>
                <a:cubicBezTo>
                  <a:pt x="96275" y="50606"/>
                  <a:pt x="96275" y="50606"/>
                  <a:pt x="96275" y="50606"/>
                </a:cubicBezTo>
                <a:cubicBezTo>
                  <a:pt x="96275" y="50681"/>
                  <a:pt x="96238" y="50757"/>
                  <a:pt x="96238" y="50907"/>
                </a:cubicBezTo>
                <a:cubicBezTo>
                  <a:pt x="96238" y="50970"/>
                  <a:pt x="96238" y="50970"/>
                  <a:pt x="96238" y="51045"/>
                </a:cubicBezTo>
                <a:lnTo>
                  <a:pt x="96202" y="51120"/>
                </a:lnTo>
                <a:cubicBezTo>
                  <a:pt x="96165" y="51120"/>
                  <a:pt x="96165" y="51195"/>
                  <a:pt x="96128" y="51195"/>
                </a:cubicBezTo>
                <a:cubicBezTo>
                  <a:pt x="96128" y="51195"/>
                  <a:pt x="96091" y="51120"/>
                  <a:pt x="96055" y="51120"/>
                </a:cubicBezTo>
                <a:cubicBezTo>
                  <a:pt x="96055" y="51120"/>
                  <a:pt x="96024" y="51120"/>
                  <a:pt x="95987" y="51120"/>
                </a:cubicBezTo>
                <a:cubicBezTo>
                  <a:pt x="95987" y="50381"/>
                  <a:pt x="95987" y="50381"/>
                  <a:pt x="95987" y="50381"/>
                </a:cubicBezTo>
                <a:cubicBezTo>
                  <a:pt x="95546" y="50381"/>
                  <a:pt x="95546" y="50381"/>
                  <a:pt x="95546" y="50381"/>
                </a:cubicBezTo>
                <a:cubicBezTo>
                  <a:pt x="95479" y="50381"/>
                  <a:pt x="95442" y="50230"/>
                  <a:pt x="95442" y="50080"/>
                </a:cubicBezTo>
                <a:cubicBezTo>
                  <a:pt x="95442" y="49930"/>
                  <a:pt x="95442" y="49854"/>
                  <a:pt x="95442" y="49792"/>
                </a:cubicBezTo>
                <a:cubicBezTo>
                  <a:pt x="95442" y="49792"/>
                  <a:pt x="95479" y="49716"/>
                  <a:pt x="95479" y="49641"/>
                </a:cubicBezTo>
                <a:cubicBezTo>
                  <a:pt x="95509" y="49641"/>
                  <a:pt x="95509" y="49566"/>
                  <a:pt x="95546" y="49566"/>
                </a:cubicBezTo>
                <a:cubicBezTo>
                  <a:pt x="95583" y="49491"/>
                  <a:pt x="95620" y="49491"/>
                  <a:pt x="95620" y="49491"/>
                </a:cubicBezTo>
                <a:cubicBezTo>
                  <a:pt x="95730" y="49491"/>
                  <a:pt x="95767" y="49491"/>
                  <a:pt x="95840" y="49491"/>
                </a:cubicBezTo>
                <a:cubicBezTo>
                  <a:pt x="95877" y="49491"/>
                  <a:pt x="95877" y="49491"/>
                  <a:pt x="95914" y="49491"/>
                </a:cubicBezTo>
                <a:cubicBezTo>
                  <a:pt x="95950" y="49491"/>
                  <a:pt x="95950" y="49491"/>
                  <a:pt x="95987" y="49491"/>
                </a:cubicBezTo>
                <a:cubicBezTo>
                  <a:pt x="95987" y="49416"/>
                  <a:pt x="95987" y="49340"/>
                  <a:pt x="95987" y="49340"/>
                </a:cubicBezTo>
                <a:cubicBezTo>
                  <a:pt x="95987" y="49265"/>
                  <a:pt x="96024" y="49190"/>
                  <a:pt x="96024" y="49190"/>
                </a:cubicBezTo>
                <a:cubicBezTo>
                  <a:pt x="96055" y="49115"/>
                  <a:pt x="96055" y="49040"/>
                  <a:pt x="96091" y="49040"/>
                </a:cubicBezTo>
                <a:cubicBezTo>
                  <a:pt x="96128" y="48965"/>
                  <a:pt x="96128" y="49040"/>
                  <a:pt x="96165" y="48965"/>
                </a:cubicBezTo>
                <a:cubicBezTo>
                  <a:pt x="96202" y="48965"/>
                  <a:pt x="96202" y="48889"/>
                  <a:pt x="96238" y="48889"/>
                </a:cubicBezTo>
                <a:cubicBezTo>
                  <a:pt x="96275" y="48889"/>
                  <a:pt x="96349" y="48889"/>
                  <a:pt x="96385" y="48889"/>
                </a:cubicBezTo>
                <a:cubicBezTo>
                  <a:pt x="96422" y="48889"/>
                  <a:pt x="96422" y="48889"/>
                  <a:pt x="96459" y="48889"/>
                </a:cubicBezTo>
                <a:cubicBezTo>
                  <a:pt x="96496" y="48889"/>
                  <a:pt x="96496" y="48814"/>
                  <a:pt x="96496" y="48739"/>
                </a:cubicBezTo>
                <a:cubicBezTo>
                  <a:pt x="96532" y="48739"/>
                  <a:pt x="96563" y="48676"/>
                  <a:pt x="96563" y="48676"/>
                </a:cubicBezTo>
                <a:cubicBezTo>
                  <a:pt x="96600" y="48601"/>
                  <a:pt x="96600" y="48526"/>
                  <a:pt x="96637" y="48526"/>
                </a:cubicBezTo>
                <a:cubicBezTo>
                  <a:pt x="96673" y="48451"/>
                  <a:pt x="96673" y="48375"/>
                  <a:pt x="96710" y="48375"/>
                </a:cubicBezTo>
                <a:cubicBezTo>
                  <a:pt x="96747" y="48300"/>
                  <a:pt x="96747" y="48225"/>
                  <a:pt x="96820" y="48225"/>
                </a:cubicBezTo>
                <a:cubicBezTo>
                  <a:pt x="96857" y="48225"/>
                  <a:pt x="96857" y="48225"/>
                  <a:pt x="96857" y="48225"/>
                </a:cubicBezTo>
                <a:cubicBezTo>
                  <a:pt x="96857" y="48225"/>
                  <a:pt x="96894" y="48225"/>
                  <a:pt x="96894" y="48300"/>
                </a:cubicBezTo>
                <a:cubicBezTo>
                  <a:pt x="96931" y="48451"/>
                  <a:pt x="96931" y="48451"/>
                  <a:pt x="96931" y="48451"/>
                </a:cubicBezTo>
                <a:cubicBezTo>
                  <a:pt x="96894" y="48451"/>
                  <a:pt x="96894" y="48526"/>
                  <a:pt x="96894" y="48601"/>
                </a:cubicBezTo>
                <a:cubicBezTo>
                  <a:pt x="96857" y="48601"/>
                  <a:pt x="96820" y="48601"/>
                  <a:pt x="96820" y="48676"/>
                </a:cubicBezTo>
                <a:cubicBezTo>
                  <a:pt x="96784" y="48739"/>
                  <a:pt x="96784" y="48889"/>
                  <a:pt x="96784" y="48965"/>
                </a:cubicBezTo>
                <a:cubicBezTo>
                  <a:pt x="96784" y="49115"/>
                  <a:pt x="96710" y="49115"/>
                  <a:pt x="96673" y="49265"/>
                </a:cubicBezTo>
                <a:cubicBezTo>
                  <a:pt x="96637" y="49265"/>
                  <a:pt x="96637" y="49340"/>
                  <a:pt x="96600" y="49416"/>
                </a:cubicBezTo>
                <a:cubicBezTo>
                  <a:pt x="96600" y="49416"/>
                  <a:pt x="96563" y="49416"/>
                  <a:pt x="96532" y="49491"/>
                </a:cubicBezTo>
                <a:cubicBezTo>
                  <a:pt x="96532" y="49566"/>
                  <a:pt x="96532" y="49566"/>
                  <a:pt x="96532" y="49641"/>
                </a:cubicBezTo>
                <a:cubicBezTo>
                  <a:pt x="96532" y="49792"/>
                  <a:pt x="96532" y="49792"/>
                  <a:pt x="96532" y="49792"/>
                </a:cubicBezTo>
                <a:cubicBezTo>
                  <a:pt x="96563" y="49792"/>
                  <a:pt x="96600" y="49716"/>
                  <a:pt x="96600" y="49716"/>
                </a:cubicBezTo>
                <a:cubicBezTo>
                  <a:pt x="96637" y="49641"/>
                  <a:pt x="96637" y="49641"/>
                  <a:pt x="96673" y="49566"/>
                </a:cubicBezTo>
                <a:cubicBezTo>
                  <a:pt x="97004" y="49566"/>
                  <a:pt x="97004" y="49566"/>
                  <a:pt x="97004" y="49566"/>
                </a:cubicBezTo>
                <a:cubicBezTo>
                  <a:pt x="97041" y="49566"/>
                  <a:pt x="97071" y="49491"/>
                  <a:pt x="97108" y="49491"/>
                </a:cubicBezTo>
                <a:cubicBezTo>
                  <a:pt x="97145" y="49416"/>
                  <a:pt x="97182" y="49265"/>
                  <a:pt x="97218" y="49190"/>
                </a:cubicBezTo>
                <a:cubicBezTo>
                  <a:pt x="97255" y="49190"/>
                  <a:pt x="97255" y="49115"/>
                  <a:pt x="97292" y="49040"/>
                </a:cubicBezTo>
                <a:lnTo>
                  <a:pt x="97329" y="49040"/>
                </a:lnTo>
                <a:cubicBezTo>
                  <a:pt x="97366" y="49040"/>
                  <a:pt x="97402" y="48965"/>
                  <a:pt x="97402" y="48965"/>
                </a:cubicBezTo>
                <a:cubicBezTo>
                  <a:pt x="97513" y="48965"/>
                  <a:pt x="97549" y="49040"/>
                  <a:pt x="97617" y="49115"/>
                </a:cubicBezTo>
                <a:cubicBezTo>
                  <a:pt x="97653" y="49115"/>
                  <a:pt x="97690" y="49115"/>
                  <a:pt x="97690" y="49115"/>
                </a:cubicBezTo>
                <a:cubicBezTo>
                  <a:pt x="97764" y="49115"/>
                  <a:pt x="97800" y="49115"/>
                  <a:pt x="97837" y="49190"/>
                </a:cubicBezTo>
                <a:cubicBezTo>
                  <a:pt x="97874" y="49265"/>
                  <a:pt x="97874" y="49265"/>
                  <a:pt x="97911" y="49265"/>
                </a:cubicBezTo>
                <a:cubicBezTo>
                  <a:pt x="97947" y="49340"/>
                  <a:pt x="97947" y="49491"/>
                  <a:pt x="97947" y="49566"/>
                </a:cubicBezTo>
                <a:cubicBezTo>
                  <a:pt x="97947" y="49716"/>
                  <a:pt x="97947" y="49716"/>
                  <a:pt x="97947" y="49716"/>
                </a:cubicBezTo>
                <a:cubicBezTo>
                  <a:pt x="97947" y="49792"/>
                  <a:pt x="97911" y="49792"/>
                  <a:pt x="97911" y="49854"/>
                </a:cubicBezTo>
                <a:cubicBezTo>
                  <a:pt x="97874" y="49930"/>
                  <a:pt x="97837" y="49930"/>
                  <a:pt x="97837" y="50005"/>
                </a:cubicBezTo>
                <a:cubicBezTo>
                  <a:pt x="97837" y="50005"/>
                  <a:pt x="97837" y="50080"/>
                  <a:pt x="97837" y="50155"/>
                </a:cubicBezTo>
                <a:cubicBezTo>
                  <a:pt x="97800" y="50230"/>
                  <a:pt x="97764" y="50230"/>
                  <a:pt x="97764" y="50381"/>
                </a:cubicBezTo>
                <a:cubicBezTo>
                  <a:pt x="97764" y="50456"/>
                  <a:pt x="97764" y="50531"/>
                  <a:pt x="97800" y="50681"/>
                </a:cubicBezTo>
                <a:cubicBezTo>
                  <a:pt x="97911" y="50681"/>
                  <a:pt x="97911" y="50681"/>
                  <a:pt x="97911" y="50681"/>
                </a:cubicBezTo>
                <a:cubicBezTo>
                  <a:pt x="97984" y="50606"/>
                  <a:pt x="97984" y="50606"/>
                  <a:pt x="97984" y="50606"/>
                </a:cubicBezTo>
                <a:cubicBezTo>
                  <a:pt x="98021" y="50606"/>
                  <a:pt x="98058" y="50531"/>
                  <a:pt x="98094" y="50531"/>
                </a:cubicBezTo>
                <a:cubicBezTo>
                  <a:pt x="98094" y="50531"/>
                  <a:pt x="98125" y="50531"/>
                  <a:pt x="98162" y="50531"/>
                </a:cubicBezTo>
                <a:cubicBezTo>
                  <a:pt x="98199" y="50606"/>
                  <a:pt x="98235" y="50681"/>
                  <a:pt x="98272" y="50757"/>
                </a:cubicBezTo>
                <a:cubicBezTo>
                  <a:pt x="98272" y="50819"/>
                  <a:pt x="98272" y="50907"/>
                  <a:pt x="98309" y="50907"/>
                </a:cubicBezTo>
                <a:cubicBezTo>
                  <a:pt x="98309" y="51045"/>
                  <a:pt x="98309" y="51120"/>
                  <a:pt x="98309" y="51195"/>
                </a:cubicBezTo>
                <a:cubicBezTo>
                  <a:pt x="98346" y="51271"/>
                  <a:pt x="98346" y="51271"/>
                  <a:pt x="98346" y="51346"/>
                </a:cubicBezTo>
                <a:cubicBezTo>
                  <a:pt x="98346" y="51421"/>
                  <a:pt x="98382" y="51421"/>
                  <a:pt x="98382" y="51496"/>
                </a:cubicBezTo>
                <a:cubicBezTo>
                  <a:pt x="98382" y="51571"/>
                  <a:pt x="98456" y="51571"/>
                  <a:pt x="98456" y="51722"/>
                </a:cubicBezTo>
                <a:cubicBezTo>
                  <a:pt x="98456" y="52461"/>
                  <a:pt x="98456" y="52461"/>
                  <a:pt x="98456" y="52461"/>
                </a:cubicBezTo>
                <a:cubicBezTo>
                  <a:pt x="98456" y="52536"/>
                  <a:pt x="98419" y="52612"/>
                  <a:pt x="98382" y="52612"/>
                </a:cubicBezTo>
                <a:cubicBezTo>
                  <a:pt x="98346" y="52687"/>
                  <a:pt x="98309" y="52687"/>
                  <a:pt x="98309" y="52762"/>
                </a:cubicBezTo>
                <a:cubicBezTo>
                  <a:pt x="98309" y="52762"/>
                  <a:pt x="98309" y="52837"/>
                  <a:pt x="98309" y="52900"/>
                </a:cubicBezTo>
                <a:cubicBezTo>
                  <a:pt x="98272" y="52987"/>
                  <a:pt x="98272" y="52987"/>
                  <a:pt x="98272" y="53050"/>
                </a:cubicBezTo>
                <a:cubicBezTo>
                  <a:pt x="98272" y="53426"/>
                  <a:pt x="98272" y="53426"/>
                  <a:pt x="98272" y="53426"/>
                </a:cubicBezTo>
                <a:cubicBezTo>
                  <a:pt x="98633" y="53426"/>
                  <a:pt x="98633" y="53426"/>
                  <a:pt x="98633" y="53426"/>
                </a:cubicBezTo>
                <a:cubicBezTo>
                  <a:pt x="98744" y="53426"/>
                  <a:pt x="98781" y="53276"/>
                  <a:pt x="98854" y="53201"/>
                </a:cubicBezTo>
                <a:cubicBezTo>
                  <a:pt x="98928" y="53125"/>
                  <a:pt x="98928" y="53125"/>
                  <a:pt x="98928" y="53125"/>
                </a:cubicBezTo>
                <a:cubicBezTo>
                  <a:pt x="98964" y="53125"/>
                  <a:pt x="99001" y="53050"/>
                  <a:pt x="99038" y="53050"/>
                </a:cubicBezTo>
                <a:cubicBezTo>
                  <a:pt x="99075" y="52987"/>
                  <a:pt x="99075" y="52900"/>
                  <a:pt x="99111" y="52900"/>
                </a:cubicBezTo>
                <a:cubicBezTo>
                  <a:pt x="99142" y="52900"/>
                  <a:pt x="99142" y="52900"/>
                  <a:pt x="99179" y="52837"/>
                </a:cubicBezTo>
                <a:cubicBezTo>
                  <a:pt x="99215" y="52837"/>
                  <a:pt x="99215" y="52837"/>
                  <a:pt x="99252" y="52762"/>
                </a:cubicBezTo>
                <a:cubicBezTo>
                  <a:pt x="99289" y="52762"/>
                  <a:pt x="99289" y="52687"/>
                  <a:pt x="99326" y="52687"/>
                </a:cubicBezTo>
                <a:cubicBezTo>
                  <a:pt x="99362" y="52687"/>
                  <a:pt x="99399" y="52687"/>
                  <a:pt x="99399" y="52687"/>
                </a:cubicBezTo>
                <a:cubicBezTo>
                  <a:pt x="99436" y="52687"/>
                  <a:pt x="99473" y="52612"/>
                  <a:pt x="99473" y="52536"/>
                </a:cubicBezTo>
                <a:lnTo>
                  <a:pt x="99473" y="52461"/>
                </a:lnTo>
                <a:cubicBezTo>
                  <a:pt x="99473" y="52311"/>
                  <a:pt x="99473" y="52236"/>
                  <a:pt x="99473" y="52160"/>
                </a:cubicBezTo>
                <a:cubicBezTo>
                  <a:pt x="99473" y="52085"/>
                  <a:pt x="99509" y="52010"/>
                  <a:pt x="99509" y="51935"/>
                </a:cubicBezTo>
                <a:cubicBezTo>
                  <a:pt x="99509" y="51935"/>
                  <a:pt x="99509" y="51872"/>
                  <a:pt x="99509" y="51797"/>
                </a:cubicBezTo>
                <a:cubicBezTo>
                  <a:pt x="99509" y="51421"/>
                  <a:pt x="99509" y="51421"/>
                  <a:pt x="99509" y="51421"/>
                </a:cubicBezTo>
                <a:cubicBezTo>
                  <a:pt x="99436" y="51421"/>
                  <a:pt x="99399" y="51421"/>
                  <a:pt x="99326" y="51346"/>
                </a:cubicBezTo>
                <a:cubicBezTo>
                  <a:pt x="99326" y="51271"/>
                  <a:pt x="99289" y="51195"/>
                  <a:pt x="99289" y="51120"/>
                </a:cubicBezTo>
                <a:cubicBezTo>
                  <a:pt x="99289" y="51045"/>
                  <a:pt x="99289" y="50907"/>
                  <a:pt x="99289" y="50819"/>
                </a:cubicBezTo>
                <a:cubicBezTo>
                  <a:pt x="99289" y="50757"/>
                  <a:pt x="99289" y="50757"/>
                  <a:pt x="99289" y="50681"/>
                </a:cubicBezTo>
                <a:cubicBezTo>
                  <a:pt x="99289" y="50606"/>
                  <a:pt x="99252" y="50606"/>
                  <a:pt x="99215" y="50606"/>
                </a:cubicBezTo>
                <a:cubicBezTo>
                  <a:pt x="99179" y="50606"/>
                  <a:pt x="99179" y="50531"/>
                  <a:pt x="99142" y="50531"/>
                </a:cubicBezTo>
                <a:cubicBezTo>
                  <a:pt x="99111" y="50456"/>
                  <a:pt x="99111" y="50381"/>
                  <a:pt x="99111" y="50381"/>
                </a:cubicBezTo>
                <a:cubicBezTo>
                  <a:pt x="99075" y="50306"/>
                  <a:pt x="99038" y="50306"/>
                  <a:pt x="99038" y="50306"/>
                </a:cubicBezTo>
                <a:cubicBezTo>
                  <a:pt x="99001" y="50230"/>
                  <a:pt x="98964" y="50230"/>
                  <a:pt x="98964" y="50155"/>
                </a:cubicBezTo>
                <a:cubicBezTo>
                  <a:pt x="98928" y="50155"/>
                  <a:pt x="98964" y="50080"/>
                  <a:pt x="98928" y="50005"/>
                </a:cubicBezTo>
                <a:cubicBezTo>
                  <a:pt x="98928" y="50005"/>
                  <a:pt x="98891" y="49930"/>
                  <a:pt x="98891" y="49854"/>
                </a:cubicBezTo>
                <a:cubicBezTo>
                  <a:pt x="98854" y="49792"/>
                  <a:pt x="98891" y="49792"/>
                  <a:pt x="98891" y="49641"/>
                </a:cubicBezTo>
                <a:cubicBezTo>
                  <a:pt x="98891" y="49491"/>
                  <a:pt x="98891" y="49416"/>
                  <a:pt x="98891" y="49265"/>
                </a:cubicBezTo>
                <a:cubicBezTo>
                  <a:pt x="98928" y="49190"/>
                  <a:pt x="98928" y="49190"/>
                  <a:pt x="98964" y="49115"/>
                </a:cubicBezTo>
                <a:cubicBezTo>
                  <a:pt x="98964" y="49115"/>
                  <a:pt x="98964" y="49040"/>
                  <a:pt x="99001" y="48965"/>
                </a:cubicBezTo>
                <a:cubicBezTo>
                  <a:pt x="99001" y="48965"/>
                  <a:pt x="99001" y="48889"/>
                  <a:pt x="99001" y="48814"/>
                </a:cubicBezTo>
                <a:cubicBezTo>
                  <a:pt x="99038" y="48814"/>
                  <a:pt x="99075" y="48889"/>
                  <a:pt x="99075" y="48814"/>
                </a:cubicBezTo>
                <a:cubicBezTo>
                  <a:pt x="99142" y="48814"/>
                  <a:pt x="99179" y="48814"/>
                  <a:pt x="99252" y="48739"/>
                </a:cubicBezTo>
                <a:cubicBezTo>
                  <a:pt x="99289" y="48739"/>
                  <a:pt x="99289" y="48739"/>
                  <a:pt x="99289" y="48739"/>
                </a:cubicBezTo>
                <a:cubicBezTo>
                  <a:pt x="99362" y="48739"/>
                  <a:pt x="99399" y="48739"/>
                  <a:pt x="99436" y="48739"/>
                </a:cubicBezTo>
                <a:cubicBezTo>
                  <a:pt x="99436" y="47486"/>
                  <a:pt x="99436" y="47486"/>
                  <a:pt x="99436" y="47486"/>
                </a:cubicBezTo>
                <a:cubicBezTo>
                  <a:pt x="99436" y="47410"/>
                  <a:pt x="99473" y="47410"/>
                  <a:pt x="99473" y="47335"/>
                </a:cubicBezTo>
                <a:cubicBezTo>
                  <a:pt x="99473" y="47335"/>
                  <a:pt x="99473" y="47260"/>
                  <a:pt x="99473" y="47185"/>
                </a:cubicBezTo>
                <a:cubicBezTo>
                  <a:pt x="99509" y="47185"/>
                  <a:pt x="99509" y="47110"/>
                  <a:pt x="99546" y="47034"/>
                </a:cubicBezTo>
                <a:cubicBezTo>
                  <a:pt x="99546" y="47034"/>
                  <a:pt x="99583" y="47110"/>
                  <a:pt x="99614" y="47034"/>
                </a:cubicBezTo>
                <a:cubicBezTo>
                  <a:pt x="99614" y="47034"/>
                  <a:pt x="99656" y="47034"/>
                  <a:pt x="99687" y="46959"/>
                </a:cubicBezTo>
                <a:cubicBezTo>
                  <a:pt x="99761" y="46884"/>
                  <a:pt x="99761" y="46809"/>
                  <a:pt x="99797" y="46659"/>
                </a:cubicBezTo>
                <a:cubicBezTo>
                  <a:pt x="99834" y="46596"/>
                  <a:pt x="99834" y="46596"/>
                  <a:pt x="99871" y="46521"/>
                </a:cubicBezTo>
                <a:cubicBezTo>
                  <a:pt x="99908" y="46445"/>
                  <a:pt x="99944" y="46295"/>
                  <a:pt x="99981" y="46295"/>
                </a:cubicBezTo>
                <a:cubicBezTo>
                  <a:pt x="100018" y="46220"/>
                  <a:pt x="100018" y="46295"/>
                  <a:pt x="100055" y="46295"/>
                </a:cubicBezTo>
                <a:cubicBezTo>
                  <a:pt x="100091" y="46295"/>
                  <a:pt x="100091" y="46295"/>
                  <a:pt x="100128" y="46295"/>
                </a:cubicBezTo>
                <a:cubicBezTo>
                  <a:pt x="100232" y="46370"/>
                  <a:pt x="100306" y="46521"/>
                  <a:pt x="100416" y="46659"/>
                </a:cubicBezTo>
                <a:cubicBezTo>
                  <a:pt x="100416" y="46659"/>
                  <a:pt x="100453" y="46659"/>
                  <a:pt x="100490" y="46659"/>
                </a:cubicBezTo>
                <a:cubicBezTo>
                  <a:pt x="100526" y="46659"/>
                  <a:pt x="100563" y="46596"/>
                  <a:pt x="100630" y="46596"/>
                </a:cubicBezTo>
                <a:cubicBezTo>
                  <a:pt x="100630" y="46521"/>
                  <a:pt x="100673" y="46521"/>
                  <a:pt x="100673" y="46521"/>
                </a:cubicBezTo>
                <a:cubicBezTo>
                  <a:pt x="100704" y="46445"/>
                  <a:pt x="100704" y="46370"/>
                  <a:pt x="100741" y="46370"/>
                </a:cubicBezTo>
                <a:cubicBezTo>
                  <a:pt x="100777" y="46295"/>
                  <a:pt x="100777" y="46295"/>
                  <a:pt x="100814" y="46220"/>
                </a:cubicBezTo>
                <a:cubicBezTo>
                  <a:pt x="100814" y="46220"/>
                  <a:pt x="100851" y="46220"/>
                  <a:pt x="100888" y="46220"/>
                </a:cubicBezTo>
                <a:cubicBezTo>
                  <a:pt x="100924" y="46220"/>
                  <a:pt x="100888" y="46145"/>
                  <a:pt x="100924" y="46069"/>
                </a:cubicBezTo>
                <a:cubicBezTo>
                  <a:pt x="100998" y="46069"/>
                  <a:pt x="101035" y="46145"/>
                  <a:pt x="101071" y="46069"/>
                </a:cubicBezTo>
                <a:cubicBezTo>
                  <a:pt x="101108" y="46069"/>
                  <a:pt x="101108" y="46069"/>
                  <a:pt x="101145" y="45994"/>
                </a:cubicBezTo>
                <a:cubicBezTo>
                  <a:pt x="101176" y="45994"/>
                  <a:pt x="101176" y="45994"/>
                  <a:pt x="101212" y="45994"/>
                </a:cubicBezTo>
                <a:cubicBezTo>
                  <a:pt x="101249" y="45919"/>
                  <a:pt x="101249" y="45919"/>
                  <a:pt x="101286" y="45844"/>
                </a:cubicBezTo>
                <a:lnTo>
                  <a:pt x="101286" y="45769"/>
                </a:lnTo>
                <a:cubicBezTo>
                  <a:pt x="101323" y="45631"/>
                  <a:pt x="101396" y="45556"/>
                  <a:pt x="101470" y="45480"/>
                </a:cubicBezTo>
                <a:cubicBezTo>
                  <a:pt x="101470" y="45405"/>
                  <a:pt x="101506" y="45405"/>
                  <a:pt x="101543" y="45405"/>
                </a:cubicBezTo>
                <a:cubicBezTo>
                  <a:pt x="101543" y="45330"/>
                  <a:pt x="101543" y="45255"/>
                  <a:pt x="101580" y="45255"/>
                </a:cubicBezTo>
                <a:cubicBezTo>
                  <a:pt x="101580" y="45180"/>
                  <a:pt x="101617" y="45180"/>
                  <a:pt x="101617" y="45104"/>
                </a:cubicBezTo>
                <a:cubicBezTo>
                  <a:pt x="101721" y="44954"/>
                  <a:pt x="101721" y="44804"/>
                  <a:pt x="101831" y="44653"/>
                </a:cubicBezTo>
                <a:cubicBezTo>
                  <a:pt x="101831" y="44578"/>
                  <a:pt x="101868" y="44578"/>
                  <a:pt x="101905" y="44578"/>
                </a:cubicBezTo>
                <a:cubicBezTo>
                  <a:pt x="101941" y="44440"/>
                  <a:pt x="101978" y="44365"/>
                  <a:pt x="102015" y="44290"/>
                </a:cubicBezTo>
                <a:cubicBezTo>
                  <a:pt x="102015" y="44215"/>
                  <a:pt x="102015" y="44139"/>
                  <a:pt x="102015" y="44139"/>
                </a:cubicBezTo>
                <a:cubicBezTo>
                  <a:pt x="102015" y="44064"/>
                  <a:pt x="102052" y="44064"/>
                  <a:pt x="102052" y="43989"/>
                </a:cubicBezTo>
                <a:cubicBezTo>
                  <a:pt x="102088" y="43914"/>
                  <a:pt x="102088" y="43914"/>
                  <a:pt x="102088" y="43839"/>
                </a:cubicBezTo>
                <a:cubicBezTo>
                  <a:pt x="102125" y="43763"/>
                  <a:pt x="102125" y="43688"/>
                  <a:pt x="102125" y="43550"/>
                </a:cubicBezTo>
                <a:cubicBezTo>
                  <a:pt x="102162" y="43463"/>
                  <a:pt x="102192" y="43463"/>
                  <a:pt x="102192" y="43400"/>
                </a:cubicBezTo>
                <a:cubicBezTo>
                  <a:pt x="102229" y="43250"/>
                  <a:pt x="102266" y="43250"/>
                  <a:pt x="102339" y="43099"/>
                </a:cubicBezTo>
                <a:cubicBezTo>
                  <a:pt x="102339" y="43099"/>
                  <a:pt x="102376" y="43099"/>
                  <a:pt x="102413" y="43024"/>
                </a:cubicBezTo>
                <a:cubicBezTo>
                  <a:pt x="102413" y="43024"/>
                  <a:pt x="102413" y="42949"/>
                  <a:pt x="102450" y="42874"/>
                </a:cubicBezTo>
                <a:cubicBezTo>
                  <a:pt x="102450" y="42874"/>
                  <a:pt x="102486" y="42949"/>
                  <a:pt x="102523" y="42874"/>
                </a:cubicBezTo>
                <a:cubicBezTo>
                  <a:pt x="102560" y="42874"/>
                  <a:pt x="102597" y="42723"/>
                  <a:pt x="102633" y="42648"/>
                </a:cubicBezTo>
                <a:cubicBezTo>
                  <a:pt x="102664" y="42573"/>
                  <a:pt x="102664" y="42573"/>
                  <a:pt x="102707" y="42498"/>
                </a:cubicBezTo>
                <a:cubicBezTo>
                  <a:pt x="102707" y="42498"/>
                  <a:pt x="102707" y="42435"/>
                  <a:pt x="102738" y="42360"/>
                </a:cubicBezTo>
                <a:cubicBezTo>
                  <a:pt x="102738" y="42285"/>
                  <a:pt x="102774" y="42285"/>
                  <a:pt x="102811" y="42209"/>
                </a:cubicBezTo>
                <a:cubicBezTo>
                  <a:pt x="102811" y="42209"/>
                  <a:pt x="102848" y="42134"/>
                  <a:pt x="102885" y="42059"/>
                </a:cubicBezTo>
                <a:cubicBezTo>
                  <a:pt x="102885" y="42059"/>
                  <a:pt x="102921" y="42059"/>
                  <a:pt x="102958" y="41984"/>
                </a:cubicBezTo>
                <a:cubicBezTo>
                  <a:pt x="102958" y="41909"/>
                  <a:pt x="102921" y="41833"/>
                  <a:pt x="102958" y="41683"/>
                </a:cubicBezTo>
                <a:cubicBezTo>
                  <a:pt x="102958" y="41608"/>
                  <a:pt x="102958" y="41608"/>
                  <a:pt x="102958" y="41533"/>
                </a:cubicBezTo>
                <a:cubicBezTo>
                  <a:pt x="102958" y="41470"/>
                  <a:pt x="102958" y="41395"/>
                  <a:pt x="102958" y="41244"/>
                </a:cubicBezTo>
                <a:cubicBezTo>
                  <a:pt x="102958" y="41094"/>
                  <a:pt x="102958" y="41094"/>
                  <a:pt x="102958" y="41094"/>
                </a:cubicBezTo>
                <a:cubicBezTo>
                  <a:pt x="102958" y="41094"/>
                  <a:pt x="102995" y="41019"/>
                  <a:pt x="102995" y="40944"/>
                </a:cubicBezTo>
                <a:cubicBezTo>
                  <a:pt x="103032" y="40944"/>
                  <a:pt x="103068" y="40868"/>
                  <a:pt x="103068" y="40868"/>
                </a:cubicBezTo>
                <a:cubicBezTo>
                  <a:pt x="103105" y="40718"/>
                  <a:pt x="103068" y="40568"/>
                  <a:pt x="103068" y="40417"/>
                </a:cubicBezTo>
                <a:cubicBezTo>
                  <a:pt x="103068" y="40204"/>
                  <a:pt x="103068" y="40204"/>
                  <a:pt x="103068" y="40204"/>
                </a:cubicBezTo>
                <a:cubicBezTo>
                  <a:pt x="103068" y="40129"/>
                  <a:pt x="103068" y="40129"/>
                  <a:pt x="103068" y="40054"/>
                </a:cubicBezTo>
                <a:cubicBezTo>
                  <a:pt x="103068" y="39903"/>
                  <a:pt x="103068" y="39903"/>
                  <a:pt x="103068" y="39903"/>
                </a:cubicBezTo>
                <a:cubicBezTo>
                  <a:pt x="103068" y="39828"/>
                  <a:pt x="103068" y="39828"/>
                  <a:pt x="103068" y="39753"/>
                </a:cubicBezTo>
                <a:cubicBezTo>
                  <a:pt x="103068" y="39678"/>
                  <a:pt x="103105" y="39678"/>
                  <a:pt x="103105" y="39603"/>
                </a:cubicBezTo>
                <a:cubicBezTo>
                  <a:pt x="103142" y="39603"/>
                  <a:pt x="103105" y="39527"/>
                  <a:pt x="103105" y="39452"/>
                </a:cubicBezTo>
                <a:cubicBezTo>
                  <a:pt x="103142" y="39377"/>
                  <a:pt x="103142" y="39314"/>
                  <a:pt x="103142" y="39164"/>
                </a:cubicBezTo>
                <a:cubicBezTo>
                  <a:pt x="103179" y="39089"/>
                  <a:pt x="103209" y="39089"/>
                  <a:pt x="103209" y="39014"/>
                </a:cubicBezTo>
                <a:cubicBezTo>
                  <a:pt x="103246" y="39014"/>
                  <a:pt x="103246" y="38938"/>
                  <a:pt x="103246" y="38938"/>
                </a:cubicBezTo>
                <a:cubicBezTo>
                  <a:pt x="103283" y="38863"/>
                  <a:pt x="103283" y="38788"/>
                  <a:pt x="103320" y="38788"/>
                </a:cubicBezTo>
                <a:cubicBezTo>
                  <a:pt x="103320" y="38788"/>
                  <a:pt x="103356" y="38788"/>
                  <a:pt x="103393" y="38788"/>
                </a:cubicBezTo>
                <a:cubicBezTo>
                  <a:pt x="103393" y="38863"/>
                  <a:pt x="103393" y="38938"/>
                  <a:pt x="103430" y="38938"/>
                </a:cubicBezTo>
                <a:cubicBezTo>
                  <a:pt x="103430" y="38938"/>
                  <a:pt x="103467" y="38938"/>
                  <a:pt x="103467" y="39014"/>
                </a:cubicBezTo>
                <a:cubicBezTo>
                  <a:pt x="103503" y="39014"/>
                  <a:pt x="103540" y="39014"/>
                  <a:pt x="103540" y="39089"/>
                </a:cubicBezTo>
                <a:cubicBezTo>
                  <a:pt x="103577" y="39164"/>
                  <a:pt x="103614" y="39164"/>
                  <a:pt x="103614" y="39239"/>
                </a:cubicBezTo>
                <a:cubicBezTo>
                  <a:pt x="103614" y="39314"/>
                  <a:pt x="103577" y="39314"/>
                  <a:pt x="103577" y="39377"/>
                </a:cubicBezTo>
                <a:cubicBezTo>
                  <a:pt x="103577" y="39452"/>
                  <a:pt x="103577" y="39452"/>
                  <a:pt x="103540" y="39527"/>
                </a:cubicBezTo>
                <a:cubicBezTo>
                  <a:pt x="103540" y="39603"/>
                  <a:pt x="103540" y="39678"/>
                  <a:pt x="103540" y="39753"/>
                </a:cubicBezTo>
                <a:cubicBezTo>
                  <a:pt x="103540" y="39903"/>
                  <a:pt x="103577" y="39979"/>
                  <a:pt x="103577" y="40054"/>
                </a:cubicBezTo>
                <a:cubicBezTo>
                  <a:pt x="103614" y="40355"/>
                  <a:pt x="103577" y="40492"/>
                  <a:pt x="103577" y="40718"/>
                </a:cubicBezTo>
                <a:cubicBezTo>
                  <a:pt x="103577" y="40868"/>
                  <a:pt x="103614" y="41019"/>
                  <a:pt x="103577" y="41169"/>
                </a:cubicBezTo>
                <a:cubicBezTo>
                  <a:pt x="103577" y="41244"/>
                  <a:pt x="103614" y="41320"/>
                  <a:pt x="103577" y="41320"/>
                </a:cubicBezTo>
                <a:cubicBezTo>
                  <a:pt x="103577" y="41395"/>
                  <a:pt x="103540" y="41395"/>
                  <a:pt x="103540" y="41470"/>
                </a:cubicBezTo>
                <a:cubicBezTo>
                  <a:pt x="103503" y="41533"/>
                  <a:pt x="103467" y="41533"/>
                  <a:pt x="103467" y="41608"/>
                </a:cubicBezTo>
                <a:cubicBezTo>
                  <a:pt x="103467" y="41683"/>
                  <a:pt x="103467" y="41683"/>
                  <a:pt x="103467" y="41833"/>
                </a:cubicBezTo>
                <a:cubicBezTo>
                  <a:pt x="103467" y="41909"/>
                  <a:pt x="103467" y="41909"/>
                  <a:pt x="103467" y="41984"/>
                </a:cubicBezTo>
                <a:cubicBezTo>
                  <a:pt x="103467" y="42209"/>
                  <a:pt x="103503" y="42285"/>
                  <a:pt x="103540" y="42435"/>
                </a:cubicBezTo>
                <a:cubicBezTo>
                  <a:pt x="103577" y="42573"/>
                  <a:pt x="103577" y="42648"/>
                  <a:pt x="103577" y="42798"/>
                </a:cubicBezTo>
                <a:cubicBezTo>
                  <a:pt x="103577" y="42874"/>
                  <a:pt x="103577" y="42949"/>
                  <a:pt x="103577" y="43024"/>
                </a:cubicBezTo>
                <a:cubicBezTo>
                  <a:pt x="103577" y="43099"/>
                  <a:pt x="103540" y="43099"/>
                  <a:pt x="103503" y="43099"/>
                </a:cubicBezTo>
                <a:cubicBezTo>
                  <a:pt x="103467" y="43174"/>
                  <a:pt x="103430" y="43174"/>
                  <a:pt x="103430" y="43250"/>
                </a:cubicBezTo>
                <a:cubicBezTo>
                  <a:pt x="103430" y="43325"/>
                  <a:pt x="103430" y="43400"/>
                  <a:pt x="103430" y="43463"/>
                </a:cubicBezTo>
                <a:cubicBezTo>
                  <a:pt x="103430" y="43550"/>
                  <a:pt x="103430" y="43613"/>
                  <a:pt x="103430" y="43688"/>
                </a:cubicBezTo>
                <a:cubicBezTo>
                  <a:pt x="103430" y="43763"/>
                  <a:pt x="103467" y="43763"/>
                  <a:pt x="103467" y="43839"/>
                </a:cubicBezTo>
                <a:cubicBezTo>
                  <a:pt x="103467" y="43914"/>
                  <a:pt x="103430" y="43914"/>
                  <a:pt x="103430" y="43989"/>
                </a:cubicBezTo>
                <a:cubicBezTo>
                  <a:pt x="103577" y="43989"/>
                  <a:pt x="103577" y="43989"/>
                  <a:pt x="103577" y="43989"/>
                </a:cubicBezTo>
                <a:cubicBezTo>
                  <a:pt x="103577" y="43914"/>
                  <a:pt x="103614" y="43989"/>
                  <a:pt x="103650" y="43914"/>
                </a:cubicBezTo>
                <a:cubicBezTo>
                  <a:pt x="103650" y="43839"/>
                  <a:pt x="103650" y="43839"/>
                  <a:pt x="103650" y="43763"/>
                </a:cubicBezTo>
                <a:cubicBezTo>
                  <a:pt x="103681" y="43613"/>
                  <a:pt x="103681" y="43613"/>
                  <a:pt x="103681" y="43613"/>
                </a:cubicBezTo>
                <a:cubicBezTo>
                  <a:pt x="103724" y="43550"/>
                  <a:pt x="103724" y="43550"/>
                  <a:pt x="103754" y="43463"/>
                </a:cubicBezTo>
                <a:cubicBezTo>
                  <a:pt x="103754" y="43463"/>
                  <a:pt x="103754" y="43400"/>
                  <a:pt x="103791" y="43325"/>
                </a:cubicBezTo>
                <a:cubicBezTo>
                  <a:pt x="103791" y="43400"/>
                  <a:pt x="103828" y="43325"/>
                  <a:pt x="103865" y="43400"/>
                </a:cubicBezTo>
                <a:cubicBezTo>
                  <a:pt x="103865" y="43550"/>
                  <a:pt x="103828" y="43613"/>
                  <a:pt x="103865" y="43688"/>
                </a:cubicBezTo>
                <a:cubicBezTo>
                  <a:pt x="103865" y="43763"/>
                  <a:pt x="103901" y="43763"/>
                  <a:pt x="103938" y="43763"/>
                </a:cubicBezTo>
                <a:cubicBezTo>
                  <a:pt x="103975" y="43914"/>
                  <a:pt x="104049" y="43914"/>
                  <a:pt x="104122" y="43914"/>
                </a:cubicBezTo>
                <a:cubicBezTo>
                  <a:pt x="104122" y="43839"/>
                  <a:pt x="104122" y="43839"/>
                  <a:pt x="104122" y="43763"/>
                </a:cubicBezTo>
                <a:cubicBezTo>
                  <a:pt x="104122" y="43688"/>
                  <a:pt x="104122" y="43688"/>
                  <a:pt x="104085" y="43613"/>
                </a:cubicBezTo>
                <a:cubicBezTo>
                  <a:pt x="104085" y="43613"/>
                  <a:pt x="104085" y="43550"/>
                  <a:pt x="104085" y="43463"/>
                </a:cubicBezTo>
                <a:cubicBezTo>
                  <a:pt x="104085" y="43400"/>
                  <a:pt x="104049" y="43400"/>
                  <a:pt x="104012" y="43325"/>
                </a:cubicBezTo>
                <a:cubicBezTo>
                  <a:pt x="104012" y="43250"/>
                  <a:pt x="103975" y="43325"/>
                  <a:pt x="103938" y="43250"/>
                </a:cubicBezTo>
                <a:cubicBezTo>
                  <a:pt x="103938" y="43174"/>
                  <a:pt x="103938" y="43099"/>
                  <a:pt x="103901" y="43099"/>
                </a:cubicBezTo>
                <a:cubicBezTo>
                  <a:pt x="103901" y="43024"/>
                  <a:pt x="103828" y="43024"/>
                  <a:pt x="103828" y="42949"/>
                </a:cubicBezTo>
                <a:cubicBezTo>
                  <a:pt x="103791" y="42874"/>
                  <a:pt x="103828" y="42798"/>
                  <a:pt x="103791" y="42648"/>
                </a:cubicBezTo>
                <a:cubicBezTo>
                  <a:pt x="103791" y="42573"/>
                  <a:pt x="103754" y="42573"/>
                  <a:pt x="103754" y="42498"/>
                </a:cubicBezTo>
                <a:cubicBezTo>
                  <a:pt x="103724" y="42435"/>
                  <a:pt x="103681" y="42360"/>
                  <a:pt x="103681" y="42209"/>
                </a:cubicBezTo>
                <a:cubicBezTo>
                  <a:pt x="103681" y="42059"/>
                  <a:pt x="103791" y="42059"/>
                  <a:pt x="103828" y="41909"/>
                </a:cubicBezTo>
                <a:cubicBezTo>
                  <a:pt x="103828" y="41909"/>
                  <a:pt x="103865" y="41909"/>
                  <a:pt x="103865" y="41833"/>
                </a:cubicBezTo>
                <a:cubicBezTo>
                  <a:pt x="103865" y="41758"/>
                  <a:pt x="103865" y="41683"/>
                  <a:pt x="103865" y="41608"/>
                </a:cubicBezTo>
                <a:cubicBezTo>
                  <a:pt x="103865" y="41608"/>
                  <a:pt x="103865" y="41533"/>
                  <a:pt x="103865" y="41470"/>
                </a:cubicBezTo>
                <a:cubicBezTo>
                  <a:pt x="103865" y="41395"/>
                  <a:pt x="103938" y="41470"/>
                  <a:pt x="103938" y="41395"/>
                </a:cubicBezTo>
                <a:cubicBezTo>
                  <a:pt x="103938" y="41395"/>
                  <a:pt x="103938" y="41320"/>
                  <a:pt x="103975" y="41244"/>
                </a:cubicBezTo>
                <a:cubicBezTo>
                  <a:pt x="104012" y="41244"/>
                  <a:pt x="103975" y="41094"/>
                  <a:pt x="104012" y="41094"/>
                </a:cubicBezTo>
                <a:cubicBezTo>
                  <a:pt x="104085" y="41094"/>
                  <a:pt x="104122" y="41169"/>
                  <a:pt x="104159" y="41244"/>
                </a:cubicBezTo>
                <a:cubicBezTo>
                  <a:pt x="104226" y="41320"/>
                  <a:pt x="104226" y="41470"/>
                  <a:pt x="104300" y="41470"/>
                </a:cubicBezTo>
                <a:cubicBezTo>
                  <a:pt x="104336" y="41470"/>
                  <a:pt x="104336" y="41395"/>
                  <a:pt x="104373" y="41320"/>
                </a:cubicBezTo>
                <a:cubicBezTo>
                  <a:pt x="104373" y="41320"/>
                  <a:pt x="104373" y="41244"/>
                  <a:pt x="104373" y="41169"/>
                </a:cubicBezTo>
                <a:cubicBezTo>
                  <a:pt x="104373" y="41169"/>
                  <a:pt x="104336" y="41094"/>
                  <a:pt x="104336" y="41019"/>
                </a:cubicBezTo>
                <a:cubicBezTo>
                  <a:pt x="104336" y="41019"/>
                  <a:pt x="104336" y="40944"/>
                  <a:pt x="104336" y="40868"/>
                </a:cubicBezTo>
                <a:cubicBezTo>
                  <a:pt x="104336" y="40793"/>
                  <a:pt x="104300" y="40718"/>
                  <a:pt x="104300" y="40643"/>
                </a:cubicBezTo>
                <a:cubicBezTo>
                  <a:pt x="104300" y="40568"/>
                  <a:pt x="104300" y="40492"/>
                  <a:pt x="104300" y="40492"/>
                </a:cubicBezTo>
                <a:cubicBezTo>
                  <a:pt x="104300" y="40417"/>
                  <a:pt x="104263" y="40355"/>
                  <a:pt x="104263" y="40279"/>
                </a:cubicBezTo>
                <a:cubicBezTo>
                  <a:pt x="104263" y="40204"/>
                  <a:pt x="104226" y="40204"/>
                  <a:pt x="104226" y="40129"/>
                </a:cubicBezTo>
                <a:cubicBezTo>
                  <a:pt x="104196" y="39979"/>
                  <a:pt x="104226" y="39903"/>
                  <a:pt x="104226" y="39753"/>
                </a:cubicBezTo>
                <a:cubicBezTo>
                  <a:pt x="104226" y="39678"/>
                  <a:pt x="104226" y="39603"/>
                  <a:pt x="104226" y="39603"/>
                </a:cubicBezTo>
                <a:cubicBezTo>
                  <a:pt x="104196" y="39527"/>
                  <a:pt x="104196" y="39527"/>
                  <a:pt x="104159" y="39452"/>
                </a:cubicBezTo>
                <a:cubicBezTo>
                  <a:pt x="104159" y="39377"/>
                  <a:pt x="104159" y="39314"/>
                  <a:pt x="104122" y="39314"/>
                </a:cubicBezTo>
                <a:cubicBezTo>
                  <a:pt x="104085" y="39164"/>
                  <a:pt x="104049" y="39164"/>
                  <a:pt x="104012" y="39014"/>
                </a:cubicBezTo>
                <a:cubicBezTo>
                  <a:pt x="104012" y="38938"/>
                  <a:pt x="103975" y="38938"/>
                  <a:pt x="103975" y="38863"/>
                </a:cubicBezTo>
                <a:cubicBezTo>
                  <a:pt x="103975" y="38788"/>
                  <a:pt x="103975" y="38788"/>
                  <a:pt x="103975" y="38713"/>
                </a:cubicBezTo>
                <a:cubicBezTo>
                  <a:pt x="103975" y="38638"/>
                  <a:pt x="103975" y="38638"/>
                  <a:pt x="103975" y="38562"/>
                </a:cubicBezTo>
                <a:cubicBezTo>
                  <a:pt x="103975" y="38487"/>
                  <a:pt x="103975" y="38487"/>
                  <a:pt x="103975" y="38412"/>
                </a:cubicBezTo>
                <a:cubicBezTo>
                  <a:pt x="103975" y="38274"/>
                  <a:pt x="103975" y="38274"/>
                  <a:pt x="103975" y="38274"/>
                </a:cubicBezTo>
                <a:cubicBezTo>
                  <a:pt x="103975" y="38199"/>
                  <a:pt x="104012" y="38199"/>
                  <a:pt x="104012" y="38124"/>
                </a:cubicBezTo>
                <a:cubicBezTo>
                  <a:pt x="104012" y="38049"/>
                  <a:pt x="103975" y="38049"/>
                  <a:pt x="103975" y="37973"/>
                </a:cubicBezTo>
                <a:cubicBezTo>
                  <a:pt x="103975" y="37898"/>
                  <a:pt x="104012" y="37898"/>
                  <a:pt x="104012" y="37823"/>
                </a:cubicBezTo>
                <a:cubicBezTo>
                  <a:pt x="104012" y="37748"/>
                  <a:pt x="103975" y="37748"/>
                  <a:pt x="103975" y="37673"/>
                </a:cubicBezTo>
                <a:lnTo>
                  <a:pt x="103901" y="37673"/>
                </a:lnTo>
                <a:cubicBezTo>
                  <a:pt x="103865" y="37522"/>
                  <a:pt x="103901" y="37447"/>
                  <a:pt x="103901" y="37372"/>
                </a:cubicBezTo>
                <a:cubicBezTo>
                  <a:pt x="103865" y="37297"/>
                  <a:pt x="103865" y="37159"/>
                  <a:pt x="103865" y="37084"/>
                </a:cubicBezTo>
                <a:cubicBezTo>
                  <a:pt x="103828" y="36933"/>
                  <a:pt x="103865" y="36858"/>
                  <a:pt x="103865" y="36783"/>
                </a:cubicBezTo>
                <a:cubicBezTo>
                  <a:pt x="103865" y="36632"/>
                  <a:pt x="103828" y="36557"/>
                  <a:pt x="103828" y="36482"/>
                </a:cubicBezTo>
                <a:cubicBezTo>
                  <a:pt x="103681" y="36482"/>
                  <a:pt x="103681" y="36482"/>
                  <a:pt x="103681" y="36482"/>
                </a:cubicBezTo>
                <a:cubicBezTo>
                  <a:pt x="103681" y="37522"/>
                  <a:pt x="103681" y="37522"/>
                  <a:pt x="103681" y="37522"/>
                </a:cubicBezTo>
                <a:cubicBezTo>
                  <a:pt x="103650" y="37522"/>
                  <a:pt x="103614" y="37522"/>
                  <a:pt x="103577" y="37522"/>
                </a:cubicBezTo>
                <a:cubicBezTo>
                  <a:pt x="103540" y="37522"/>
                  <a:pt x="103540" y="37522"/>
                  <a:pt x="103503" y="37597"/>
                </a:cubicBezTo>
                <a:cubicBezTo>
                  <a:pt x="103503" y="37748"/>
                  <a:pt x="103503" y="37748"/>
                  <a:pt x="103503" y="37748"/>
                </a:cubicBezTo>
                <a:cubicBezTo>
                  <a:pt x="103503" y="37748"/>
                  <a:pt x="103503" y="37823"/>
                  <a:pt x="103503" y="37898"/>
                </a:cubicBezTo>
                <a:cubicBezTo>
                  <a:pt x="103503" y="38049"/>
                  <a:pt x="103503" y="38049"/>
                  <a:pt x="103503" y="38049"/>
                </a:cubicBezTo>
                <a:cubicBezTo>
                  <a:pt x="103540" y="38049"/>
                  <a:pt x="103540" y="38124"/>
                  <a:pt x="103540" y="38124"/>
                </a:cubicBezTo>
                <a:cubicBezTo>
                  <a:pt x="103577" y="38274"/>
                  <a:pt x="103540" y="38337"/>
                  <a:pt x="103540" y="38412"/>
                </a:cubicBezTo>
                <a:cubicBezTo>
                  <a:pt x="103430" y="38412"/>
                  <a:pt x="103430" y="38412"/>
                  <a:pt x="103430" y="38412"/>
                </a:cubicBezTo>
                <a:cubicBezTo>
                  <a:pt x="103393" y="38412"/>
                  <a:pt x="103356" y="38412"/>
                  <a:pt x="103356" y="38412"/>
                </a:cubicBezTo>
                <a:cubicBezTo>
                  <a:pt x="103356" y="38337"/>
                  <a:pt x="103320" y="38337"/>
                  <a:pt x="103320" y="38274"/>
                </a:cubicBezTo>
                <a:cubicBezTo>
                  <a:pt x="103320" y="38199"/>
                  <a:pt x="103356" y="38199"/>
                  <a:pt x="103356" y="38124"/>
                </a:cubicBezTo>
                <a:cubicBezTo>
                  <a:pt x="103356" y="38049"/>
                  <a:pt x="103356" y="38049"/>
                  <a:pt x="103356" y="37973"/>
                </a:cubicBezTo>
                <a:cubicBezTo>
                  <a:pt x="103356" y="37898"/>
                  <a:pt x="103393" y="37823"/>
                  <a:pt x="103393" y="37673"/>
                </a:cubicBezTo>
                <a:cubicBezTo>
                  <a:pt x="103393" y="37522"/>
                  <a:pt x="103393" y="37522"/>
                  <a:pt x="103393" y="37522"/>
                </a:cubicBezTo>
                <a:cubicBezTo>
                  <a:pt x="103356" y="37447"/>
                  <a:pt x="103356" y="37447"/>
                  <a:pt x="103320" y="37372"/>
                </a:cubicBezTo>
                <a:cubicBezTo>
                  <a:pt x="103320" y="37297"/>
                  <a:pt x="103283" y="37297"/>
                  <a:pt x="103246" y="37234"/>
                </a:cubicBezTo>
                <a:cubicBezTo>
                  <a:pt x="103246" y="37234"/>
                  <a:pt x="103209" y="37159"/>
                  <a:pt x="103179" y="37159"/>
                </a:cubicBezTo>
                <a:cubicBezTo>
                  <a:pt x="103179" y="37159"/>
                  <a:pt x="103142" y="37159"/>
                  <a:pt x="103105" y="37159"/>
                </a:cubicBezTo>
                <a:cubicBezTo>
                  <a:pt x="103068" y="37159"/>
                  <a:pt x="103068" y="37084"/>
                  <a:pt x="103032" y="37084"/>
                </a:cubicBezTo>
                <a:cubicBezTo>
                  <a:pt x="102995" y="37008"/>
                  <a:pt x="103032" y="36933"/>
                  <a:pt x="102995" y="36933"/>
                </a:cubicBezTo>
                <a:cubicBezTo>
                  <a:pt x="102995" y="36858"/>
                  <a:pt x="102958" y="36858"/>
                  <a:pt x="102921" y="36858"/>
                </a:cubicBezTo>
                <a:cubicBezTo>
                  <a:pt x="102848" y="36783"/>
                  <a:pt x="102774" y="36632"/>
                  <a:pt x="102707" y="36482"/>
                </a:cubicBezTo>
                <a:cubicBezTo>
                  <a:pt x="102523" y="36482"/>
                  <a:pt x="102523" y="36482"/>
                  <a:pt x="102523" y="36482"/>
                </a:cubicBezTo>
                <a:cubicBezTo>
                  <a:pt x="102523" y="37159"/>
                  <a:pt x="102523" y="37159"/>
                  <a:pt x="102523" y="37159"/>
                </a:cubicBezTo>
                <a:cubicBezTo>
                  <a:pt x="102192" y="37159"/>
                  <a:pt x="102192" y="37159"/>
                  <a:pt x="102192" y="37159"/>
                </a:cubicBezTo>
                <a:lnTo>
                  <a:pt x="102192" y="37084"/>
                </a:lnTo>
                <a:cubicBezTo>
                  <a:pt x="102192" y="37008"/>
                  <a:pt x="102192" y="36933"/>
                  <a:pt x="102162" y="36933"/>
                </a:cubicBezTo>
                <a:cubicBezTo>
                  <a:pt x="102162" y="36708"/>
                  <a:pt x="102088" y="36632"/>
                  <a:pt x="102052" y="36407"/>
                </a:cubicBezTo>
                <a:cubicBezTo>
                  <a:pt x="101941" y="36482"/>
                  <a:pt x="101941" y="36482"/>
                  <a:pt x="101941" y="36482"/>
                </a:cubicBezTo>
                <a:cubicBezTo>
                  <a:pt x="101941" y="36557"/>
                  <a:pt x="101978" y="36557"/>
                  <a:pt x="101978" y="36632"/>
                </a:cubicBezTo>
                <a:cubicBezTo>
                  <a:pt x="101978" y="36933"/>
                  <a:pt x="101978" y="36933"/>
                  <a:pt x="101978" y="36933"/>
                </a:cubicBezTo>
                <a:cubicBezTo>
                  <a:pt x="101978" y="36933"/>
                  <a:pt x="101941" y="37008"/>
                  <a:pt x="101941" y="37084"/>
                </a:cubicBezTo>
                <a:cubicBezTo>
                  <a:pt x="101905" y="37008"/>
                  <a:pt x="101905" y="37084"/>
                  <a:pt x="101868" y="37084"/>
                </a:cubicBezTo>
                <a:cubicBezTo>
                  <a:pt x="101831" y="37008"/>
                  <a:pt x="101831" y="37008"/>
                  <a:pt x="101794" y="37008"/>
                </a:cubicBezTo>
                <a:cubicBezTo>
                  <a:pt x="101794" y="36858"/>
                  <a:pt x="101794" y="36858"/>
                  <a:pt x="101794" y="36858"/>
                </a:cubicBezTo>
                <a:cubicBezTo>
                  <a:pt x="101794" y="36783"/>
                  <a:pt x="101794" y="36708"/>
                  <a:pt x="101794" y="36708"/>
                </a:cubicBezTo>
                <a:cubicBezTo>
                  <a:pt x="101831" y="36632"/>
                  <a:pt x="101831" y="36557"/>
                  <a:pt x="101831" y="36482"/>
                </a:cubicBezTo>
                <a:cubicBezTo>
                  <a:pt x="101831" y="36332"/>
                  <a:pt x="101758" y="36256"/>
                  <a:pt x="101721" y="36119"/>
                </a:cubicBezTo>
                <a:cubicBezTo>
                  <a:pt x="101690" y="36181"/>
                  <a:pt x="101690" y="36256"/>
                  <a:pt x="101647" y="36256"/>
                </a:cubicBezTo>
                <a:cubicBezTo>
                  <a:pt x="101617" y="36332"/>
                  <a:pt x="101617" y="36332"/>
                  <a:pt x="101580" y="36332"/>
                </a:cubicBezTo>
                <a:cubicBezTo>
                  <a:pt x="101506" y="36332"/>
                  <a:pt x="101506" y="36332"/>
                  <a:pt x="101506" y="36332"/>
                </a:cubicBezTo>
                <a:cubicBezTo>
                  <a:pt x="101433" y="36332"/>
                  <a:pt x="101433" y="36332"/>
                  <a:pt x="101433" y="36332"/>
                </a:cubicBezTo>
                <a:cubicBezTo>
                  <a:pt x="101396" y="36332"/>
                  <a:pt x="101359" y="36332"/>
                  <a:pt x="101359" y="36256"/>
                </a:cubicBezTo>
                <a:cubicBezTo>
                  <a:pt x="101359" y="36181"/>
                  <a:pt x="101359" y="36119"/>
                  <a:pt x="101359" y="36043"/>
                </a:cubicBezTo>
                <a:cubicBezTo>
                  <a:pt x="101359" y="35968"/>
                  <a:pt x="101396" y="35893"/>
                  <a:pt x="101433" y="35893"/>
                </a:cubicBezTo>
                <a:cubicBezTo>
                  <a:pt x="101433" y="35818"/>
                  <a:pt x="101433" y="35743"/>
                  <a:pt x="101470" y="35743"/>
                </a:cubicBezTo>
                <a:cubicBezTo>
                  <a:pt x="101506" y="35667"/>
                  <a:pt x="101506" y="35743"/>
                  <a:pt x="101543" y="35743"/>
                </a:cubicBezTo>
                <a:cubicBezTo>
                  <a:pt x="101580" y="35667"/>
                  <a:pt x="101617" y="35667"/>
                  <a:pt x="101690" y="35592"/>
                </a:cubicBezTo>
                <a:cubicBezTo>
                  <a:pt x="101721" y="35592"/>
                  <a:pt x="101758" y="35592"/>
                  <a:pt x="101758" y="35517"/>
                </a:cubicBezTo>
                <a:cubicBezTo>
                  <a:pt x="101794" y="35517"/>
                  <a:pt x="101794" y="35442"/>
                  <a:pt x="101831" y="35367"/>
                </a:cubicBezTo>
                <a:cubicBezTo>
                  <a:pt x="101831" y="35291"/>
                  <a:pt x="101868" y="35291"/>
                  <a:pt x="101905" y="35216"/>
                </a:cubicBezTo>
                <a:cubicBezTo>
                  <a:pt x="101941" y="35154"/>
                  <a:pt x="101941" y="35078"/>
                  <a:pt x="101978" y="35078"/>
                </a:cubicBezTo>
                <a:cubicBezTo>
                  <a:pt x="102015" y="35003"/>
                  <a:pt x="102015" y="35003"/>
                  <a:pt x="102052" y="35003"/>
                </a:cubicBezTo>
                <a:cubicBezTo>
                  <a:pt x="102088" y="35003"/>
                  <a:pt x="102088" y="34928"/>
                  <a:pt x="102125" y="34928"/>
                </a:cubicBezTo>
                <a:cubicBezTo>
                  <a:pt x="102162" y="34928"/>
                  <a:pt x="102192" y="34928"/>
                  <a:pt x="102266" y="34928"/>
                </a:cubicBezTo>
                <a:cubicBezTo>
                  <a:pt x="102266" y="34702"/>
                  <a:pt x="102229" y="34552"/>
                  <a:pt x="102266" y="34402"/>
                </a:cubicBezTo>
                <a:cubicBezTo>
                  <a:pt x="102303" y="34326"/>
                  <a:pt x="102303" y="34326"/>
                  <a:pt x="102303" y="34251"/>
                </a:cubicBezTo>
                <a:cubicBezTo>
                  <a:pt x="102339" y="34176"/>
                  <a:pt x="102376" y="34176"/>
                  <a:pt x="102376" y="34176"/>
                </a:cubicBezTo>
                <a:cubicBezTo>
                  <a:pt x="102413" y="34101"/>
                  <a:pt x="102413" y="34101"/>
                  <a:pt x="102450" y="34101"/>
                </a:cubicBezTo>
                <a:cubicBezTo>
                  <a:pt x="102486" y="34038"/>
                  <a:pt x="102486" y="33963"/>
                  <a:pt x="102486" y="33963"/>
                </a:cubicBezTo>
                <a:cubicBezTo>
                  <a:pt x="102523" y="33888"/>
                  <a:pt x="102486" y="33813"/>
                  <a:pt x="102523" y="33737"/>
                </a:cubicBezTo>
                <a:cubicBezTo>
                  <a:pt x="102560" y="33737"/>
                  <a:pt x="102560" y="33737"/>
                  <a:pt x="102597" y="33662"/>
                </a:cubicBezTo>
                <a:cubicBezTo>
                  <a:pt x="102633" y="33662"/>
                  <a:pt x="102633" y="33662"/>
                  <a:pt x="102664" y="33587"/>
                </a:cubicBezTo>
                <a:cubicBezTo>
                  <a:pt x="102707" y="33587"/>
                  <a:pt x="102707" y="33512"/>
                  <a:pt x="102707" y="33437"/>
                </a:cubicBezTo>
                <a:cubicBezTo>
                  <a:pt x="102738" y="33437"/>
                  <a:pt x="102774" y="33437"/>
                  <a:pt x="102811" y="33361"/>
                </a:cubicBezTo>
                <a:cubicBezTo>
                  <a:pt x="102811" y="33286"/>
                  <a:pt x="102811" y="33211"/>
                  <a:pt x="102848" y="33211"/>
                </a:cubicBezTo>
                <a:cubicBezTo>
                  <a:pt x="102848" y="33211"/>
                  <a:pt x="102885" y="33211"/>
                  <a:pt x="102921" y="33211"/>
                </a:cubicBezTo>
                <a:cubicBezTo>
                  <a:pt x="102921" y="33136"/>
                  <a:pt x="102958" y="33211"/>
                  <a:pt x="102995" y="33211"/>
                </a:cubicBezTo>
                <a:cubicBezTo>
                  <a:pt x="102995" y="33136"/>
                  <a:pt x="102995" y="33073"/>
                  <a:pt x="102995" y="33073"/>
                </a:cubicBezTo>
                <a:cubicBezTo>
                  <a:pt x="103032" y="32985"/>
                  <a:pt x="103032" y="32923"/>
                  <a:pt x="103032" y="32923"/>
                </a:cubicBezTo>
                <a:cubicBezTo>
                  <a:pt x="103068" y="32848"/>
                  <a:pt x="103068" y="32772"/>
                  <a:pt x="103068" y="32772"/>
                </a:cubicBezTo>
                <a:cubicBezTo>
                  <a:pt x="103068" y="32697"/>
                  <a:pt x="103105" y="32697"/>
                  <a:pt x="103105" y="32622"/>
                </a:cubicBezTo>
                <a:cubicBezTo>
                  <a:pt x="103105" y="32547"/>
                  <a:pt x="103142" y="32547"/>
                  <a:pt x="103142" y="32472"/>
                </a:cubicBezTo>
                <a:cubicBezTo>
                  <a:pt x="103179" y="32396"/>
                  <a:pt x="103179" y="32321"/>
                  <a:pt x="103179" y="32321"/>
                </a:cubicBezTo>
                <a:cubicBezTo>
                  <a:pt x="103209" y="32246"/>
                  <a:pt x="103283" y="32171"/>
                  <a:pt x="103320" y="32171"/>
                </a:cubicBezTo>
                <a:cubicBezTo>
                  <a:pt x="103393" y="32171"/>
                  <a:pt x="103430" y="32171"/>
                  <a:pt x="103467" y="32171"/>
                </a:cubicBezTo>
                <a:cubicBezTo>
                  <a:pt x="103540" y="32171"/>
                  <a:pt x="103577" y="32096"/>
                  <a:pt x="103614" y="32020"/>
                </a:cubicBezTo>
                <a:cubicBezTo>
                  <a:pt x="103650" y="31958"/>
                  <a:pt x="103650" y="31883"/>
                  <a:pt x="103681" y="31883"/>
                </a:cubicBezTo>
                <a:cubicBezTo>
                  <a:pt x="103724" y="31807"/>
                  <a:pt x="103724" y="31732"/>
                  <a:pt x="103754" y="31657"/>
                </a:cubicBezTo>
                <a:cubicBezTo>
                  <a:pt x="103791" y="31582"/>
                  <a:pt x="103828" y="31507"/>
                  <a:pt x="103901" y="31507"/>
                </a:cubicBezTo>
                <a:cubicBezTo>
                  <a:pt x="103938" y="31507"/>
                  <a:pt x="104012" y="31582"/>
                  <a:pt x="104085" y="31582"/>
                </a:cubicBezTo>
                <a:lnTo>
                  <a:pt x="104085" y="31582"/>
                </a:lnTo>
                <a:cubicBezTo>
                  <a:pt x="104159" y="31582"/>
                  <a:pt x="104196" y="31507"/>
                  <a:pt x="104263" y="31507"/>
                </a:cubicBezTo>
                <a:cubicBezTo>
                  <a:pt x="104300" y="31507"/>
                  <a:pt x="104300" y="31507"/>
                  <a:pt x="104300" y="31507"/>
                </a:cubicBezTo>
                <a:cubicBezTo>
                  <a:pt x="104336" y="31507"/>
                  <a:pt x="104336" y="31582"/>
                  <a:pt x="104373" y="31582"/>
                </a:cubicBezTo>
                <a:cubicBezTo>
                  <a:pt x="104447" y="31582"/>
                  <a:pt x="104447" y="31582"/>
                  <a:pt x="104447" y="31582"/>
                </a:cubicBezTo>
                <a:cubicBezTo>
                  <a:pt x="104483" y="31582"/>
                  <a:pt x="104483" y="31582"/>
                  <a:pt x="104520" y="31582"/>
                </a:cubicBezTo>
                <a:cubicBezTo>
                  <a:pt x="104557" y="31582"/>
                  <a:pt x="104594" y="31507"/>
                  <a:pt x="104630" y="31507"/>
                </a:cubicBezTo>
                <a:cubicBezTo>
                  <a:pt x="104667" y="31507"/>
                  <a:pt x="104667" y="31507"/>
                  <a:pt x="104667" y="31507"/>
                </a:cubicBezTo>
                <a:cubicBezTo>
                  <a:pt x="104704" y="31507"/>
                  <a:pt x="104704" y="31582"/>
                  <a:pt x="104741" y="31582"/>
                </a:cubicBezTo>
                <a:cubicBezTo>
                  <a:pt x="104771" y="31582"/>
                  <a:pt x="104845" y="31732"/>
                  <a:pt x="104882" y="31732"/>
                </a:cubicBezTo>
                <a:close/>
                <a:moveTo>
                  <a:pt x="53935" y="32396"/>
                </a:moveTo>
                <a:lnTo>
                  <a:pt x="53935" y="32396"/>
                </a:lnTo>
                <a:cubicBezTo>
                  <a:pt x="53862" y="32472"/>
                  <a:pt x="53862" y="32547"/>
                  <a:pt x="53788" y="32622"/>
                </a:cubicBezTo>
                <a:cubicBezTo>
                  <a:pt x="53788" y="32622"/>
                  <a:pt x="53751" y="32622"/>
                  <a:pt x="53715" y="32622"/>
                </a:cubicBezTo>
                <a:cubicBezTo>
                  <a:pt x="53715" y="32697"/>
                  <a:pt x="53715" y="32772"/>
                  <a:pt x="53678" y="32772"/>
                </a:cubicBezTo>
                <a:cubicBezTo>
                  <a:pt x="53641" y="32923"/>
                  <a:pt x="53604" y="32923"/>
                  <a:pt x="53568" y="33073"/>
                </a:cubicBezTo>
                <a:cubicBezTo>
                  <a:pt x="53568" y="33136"/>
                  <a:pt x="53568" y="33136"/>
                  <a:pt x="53568" y="33211"/>
                </a:cubicBezTo>
                <a:cubicBezTo>
                  <a:pt x="53641" y="33286"/>
                  <a:pt x="53641" y="33286"/>
                  <a:pt x="53641" y="33286"/>
                </a:cubicBezTo>
                <a:cubicBezTo>
                  <a:pt x="53641" y="33286"/>
                  <a:pt x="53678" y="33211"/>
                  <a:pt x="53715" y="33211"/>
                </a:cubicBezTo>
                <a:cubicBezTo>
                  <a:pt x="53715" y="33136"/>
                  <a:pt x="53751" y="33136"/>
                  <a:pt x="53751" y="33073"/>
                </a:cubicBezTo>
                <a:cubicBezTo>
                  <a:pt x="53788" y="33073"/>
                  <a:pt x="53788" y="32923"/>
                  <a:pt x="53825" y="32923"/>
                </a:cubicBezTo>
                <a:cubicBezTo>
                  <a:pt x="53825" y="32923"/>
                  <a:pt x="53862" y="32923"/>
                  <a:pt x="53898" y="32923"/>
                </a:cubicBezTo>
                <a:cubicBezTo>
                  <a:pt x="53898" y="32923"/>
                  <a:pt x="53935" y="32923"/>
                  <a:pt x="53972" y="32923"/>
                </a:cubicBezTo>
                <a:cubicBezTo>
                  <a:pt x="53972" y="32848"/>
                  <a:pt x="53935" y="32772"/>
                  <a:pt x="53972" y="32772"/>
                </a:cubicBezTo>
                <a:cubicBezTo>
                  <a:pt x="53972" y="32697"/>
                  <a:pt x="54003" y="32697"/>
                  <a:pt x="54003" y="32622"/>
                </a:cubicBezTo>
                <a:cubicBezTo>
                  <a:pt x="54003" y="32472"/>
                  <a:pt x="54045" y="32396"/>
                  <a:pt x="54045" y="32321"/>
                </a:cubicBezTo>
                <a:cubicBezTo>
                  <a:pt x="54003" y="32321"/>
                  <a:pt x="53972" y="32396"/>
                  <a:pt x="53935" y="32396"/>
                </a:cubicBezTo>
                <a:close/>
                <a:moveTo>
                  <a:pt x="54297" y="40417"/>
                </a:moveTo>
                <a:lnTo>
                  <a:pt x="54297" y="40417"/>
                </a:lnTo>
                <a:cubicBezTo>
                  <a:pt x="54333" y="40417"/>
                  <a:pt x="54333" y="40355"/>
                  <a:pt x="54370" y="40355"/>
                </a:cubicBezTo>
                <a:cubicBezTo>
                  <a:pt x="54407" y="40355"/>
                  <a:pt x="54407" y="40355"/>
                  <a:pt x="54444" y="40355"/>
                </a:cubicBezTo>
                <a:cubicBezTo>
                  <a:pt x="54480" y="40355"/>
                  <a:pt x="54480" y="40355"/>
                  <a:pt x="54517" y="40279"/>
                </a:cubicBezTo>
                <a:cubicBezTo>
                  <a:pt x="54584" y="40204"/>
                  <a:pt x="54584" y="40204"/>
                  <a:pt x="54584" y="40204"/>
                </a:cubicBezTo>
                <a:cubicBezTo>
                  <a:pt x="54621" y="40204"/>
                  <a:pt x="54584" y="40054"/>
                  <a:pt x="54621" y="40054"/>
                </a:cubicBezTo>
                <a:cubicBezTo>
                  <a:pt x="54658" y="40054"/>
                  <a:pt x="54658" y="40129"/>
                  <a:pt x="54695" y="40129"/>
                </a:cubicBezTo>
                <a:cubicBezTo>
                  <a:pt x="54732" y="40129"/>
                  <a:pt x="54732" y="40204"/>
                  <a:pt x="54768" y="40204"/>
                </a:cubicBezTo>
                <a:cubicBezTo>
                  <a:pt x="54952" y="40204"/>
                  <a:pt x="54952" y="40204"/>
                  <a:pt x="54952" y="40204"/>
                </a:cubicBezTo>
                <a:cubicBezTo>
                  <a:pt x="54952" y="40054"/>
                  <a:pt x="54989" y="39979"/>
                  <a:pt x="54989" y="39828"/>
                </a:cubicBezTo>
                <a:cubicBezTo>
                  <a:pt x="55019" y="39828"/>
                  <a:pt x="55062" y="39828"/>
                  <a:pt x="55130" y="39828"/>
                </a:cubicBezTo>
                <a:cubicBezTo>
                  <a:pt x="55130" y="39828"/>
                  <a:pt x="55166" y="39828"/>
                  <a:pt x="55203" y="39828"/>
                </a:cubicBezTo>
                <a:cubicBezTo>
                  <a:pt x="55203" y="39828"/>
                  <a:pt x="55240" y="39828"/>
                  <a:pt x="55277" y="39828"/>
                </a:cubicBezTo>
                <a:cubicBezTo>
                  <a:pt x="55313" y="39828"/>
                  <a:pt x="55350" y="39828"/>
                  <a:pt x="55387" y="39828"/>
                </a:cubicBezTo>
                <a:cubicBezTo>
                  <a:pt x="55424" y="39828"/>
                  <a:pt x="55460" y="39828"/>
                  <a:pt x="55460" y="39828"/>
                </a:cubicBezTo>
                <a:cubicBezTo>
                  <a:pt x="55497" y="39828"/>
                  <a:pt x="55534" y="39753"/>
                  <a:pt x="55534" y="39753"/>
                </a:cubicBezTo>
                <a:cubicBezTo>
                  <a:pt x="55565" y="39678"/>
                  <a:pt x="55565" y="39603"/>
                  <a:pt x="55601" y="39603"/>
                </a:cubicBezTo>
                <a:cubicBezTo>
                  <a:pt x="55638" y="39603"/>
                  <a:pt x="55675" y="39603"/>
                  <a:pt x="55712" y="39603"/>
                </a:cubicBezTo>
                <a:cubicBezTo>
                  <a:pt x="55785" y="39678"/>
                  <a:pt x="55785" y="39828"/>
                  <a:pt x="55859" y="39828"/>
                </a:cubicBezTo>
                <a:cubicBezTo>
                  <a:pt x="55895" y="39828"/>
                  <a:pt x="55895" y="39828"/>
                  <a:pt x="55895" y="39828"/>
                </a:cubicBezTo>
                <a:cubicBezTo>
                  <a:pt x="55932" y="39828"/>
                  <a:pt x="55969" y="39828"/>
                  <a:pt x="55969" y="39828"/>
                </a:cubicBezTo>
                <a:cubicBezTo>
                  <a:pt x="56036" y="39753"/>
                  <a:pt x="56073" y="39828"/>
                  <a:pt x="56110" y="39828"/>
                </a:cubicBezTo>
                <a:cubicBezTo>
                  <a:pt x="56147" y="39828"/>
                  <a:pt x="56183" y="39828"/>
                  <a:pt x="56183" y="39828"/>
                </a:cubicBezTo>
                <a:cubicBezTo>
                  <a:pt x="56220" y="39753"/>
                  <a:pt x="56220" y="39753"/>
                  <a:pt x="56257" y="39678"/>
                </a:cubicBezTo>
                <a:cubicBezTo>
                  <a:pt x="56294" y="39678"/>
                  <a:pt x="56257" y="39603"/>
                  <a:pt x="56294" y="39527"/>
                </a:cubicBezTo>
                <a:cubicBezTo>
                  <a:pt x="56330" y="39527"/>
                  <a:pt x="56330" y="39527"/>
                  <a:pt x="56367" y="39527"/>
                </a:cubicBezTo>
                <a:cubicBezTo>
                  <a:pt x="56404" y="39527"/>
                  <a:pt x="56404" y="39527"/>
                  <a:pt x="56441" y="39527"/>
                </a:cubicBezTo>
                <a:cubicBezTo>
                  <a:pt x="56477" y="39527"/>
                  <a:pt x="56477" y="39452"/>
                  <a:pt x="56514" y="39452"/>
                </a:cubicBezTo>
                <a:cubicBezTo>
                  <a:pt x="56514" y="39314"/>
                  <a:pt x="56514" y="39314"/>
                  <a:pt x="56514" y="39314"/>
                </a:cubicBezTo>
                <a:cubicBezTo>
                  <a:pt x="56514" y="39314"/>
                  <a:pt x="56477" y="39239"/>
                  <a:pt x="56477" y="39164"/>
                </a:cubicBezTo>
                <a:cubicBezTo>
                  <a:pt x="56441" y="39089"/>
                  <a:pt x="56404" y="39089"/>
                  <a:pt x="56404" y="39014"/>
                </a:cubicBezTo>
                <a:cubicBezTo>
                  <a:pt x="56404" y="38938"/>
                  <a:pt x="56404" y="38938"/>
                  <a:pt x="56404" y="38938"/>
                </a:cubicBezTo>
                <a:cubicBezTo>
                  <a:pt x="56404" y="38863"/>
                  <a:pt x="56404" y="38788"/>
                  <a:pt x="56441" y="38788"/>
                </a:cubicBezTo>
                <a:cubicBezTo>
                  <a:pt x="56441" y="38713"/>
                  <a:pt x="56477" y="38713"/>
                  <a:pt x="56514" y="38713"/>
                </a:cubicBezTo>
                <a:cubicBezTo>
                  <a:pt x="56514" y="38713"/>
                  <a:pt x="56551" y="38713"/>
                  <a:pt x="56581" y="38713"/>
                </a:cubicBezTo>
                <a:cubicBezTo>
                  <a:pt x="56581" y="38713"/>
                  <a:pt x="56581" y="38638"/>
                  <a:pt x="56581" y="38562"/>
                </a:cubicBezTo>
                <a:cubicBezTo>
                  <a:pt x="56581" y="38562"/>
                  <a:pt x="56618" y="38487"/>
                  <a:pt x="56618" y="38412"/>
                </a:cubicBezTo>
                <a:cubicBezTo>
                  <a:pt x="56765" y="38412"/>
                  <a:pt x="56765" y="38412"/>
                  <a:pt x="56765" y="38412"/>
                </a:cubicBezTo>
                <a:cubicBezTo>
                  <a:pt x="56765" y="38124"/>
                  <a:pt x="56765" y="38124"/>
                  <a:pt x="56765" y="38124"/>
                </a:cubicBezTo>
                <a:cubicBezTo>
                  <a:pt x="56728" y="38124"/>
                  <a:pt x="56692" y="38124"/>
                  <a:pt x="56692" y="38049"/>
                </a:cubicBezTo>
                <a:cubicBezTo>
                  <a:pt x="56655" y="37973"/>
                  <a:pt x="56655" y="37973"/>
                  <a:pt x="56618" y="37898"/>
                </a:cubicBezTo>
                <a:cubicBezTo>
                  <a:pt x="56618" y="37823"/>
                  <a:pt x="56655" y="37748"/>
                  <a:pt x="56618" y="37748"/>
                </a:cubicBezTo>
                <a:cubicBezTo>
                  <a:pt x="56618" y="37673"/>
                  <a:pt x="56581" y="37673"/>
                  <a:pt x="56551" y="37673"/>
                </a:cubicBezTo>
                <a:cubicBezTo>
                  <a:pt x="56551" y="37597"/>
                  <a:pt x="56514" y="37597"/>
                  <a:pt x="56477" y="37522"/>
                </a:cubicBezTo>
                <a:cubicBezTo>
                  <a:pt x="56404" y="37597"/>
                  <a:pt x="56404" y="37597"/>
                  <a:pt x="56404" y="37597"/>
                </a:cubicBezTo>
                <a:cubicBezTo>
                  <a:pt x="56404" y="37597"/>
                  <a:pt x="56441" y="37673"/>
                  <a:pt x="56441" y="37748"/>
                </a:cubicBezTo>
                <a:cubicBezTo>
                  <a:pt x="56404" y="37748"/>
                  <a:pt x="56367" y="37748"/>
                  <a:pt x="56367" y="37823"/>
                </a:cubicBezTo>
                <a:cubicBezTo>
                  <a:pt x="56330" y="37898"/>
                  <a:pt x="56330" y="37898"/>
                  <a:pt x="56294" y="37973"/>
                </a:cubicBezTo>
                <a:lnTo>
                  <a:pt x="56257" y="37973"/>
                </a:lnTo>
                <a:cubicBezTo>
                  <a:pt x="56220" y="37898"/>
                  <a:pt x="56183" y="37823"/>
                  <a:pt x="56183" y="37823"/>
                </a:cubicBezTo>
                <a:cubicBezTo>
                  <a:pt x="56183" y="37748"/>
                  <a:pt x="56183" y="37673"/>
                  <a:pt x="56183" y="37673"/>
                </a:cubicBezTo>
                <a:cubicBezTo>
                  <a:pt x="56183" y="37522"/>
                  <a:pt x="56183" y="37447"/>
                  <a:pt x="56183" y="37372"/>
                </a:cubicBezTo>
                <a:cubicBezTo>
                  <a:pt x="56183" y="37297"/>
                  <a:pt x="56183" y="37234"/>
                  <a:pt x="56183" y="37159"/>
                </a:cubicBezTo>
                <a:cubicBezTo>
                  <a:pt x="55969" y="37159"/>
                  <a:pt x="55969" y="37159"/>
                  <a:pt x="55969" y="37159"/>
                </a:cubicBezTo>
                <a:cubicBezTo>
                  <a:pt x="55969" y="37008"/>
                  <a:pt x="56006" y="36933"/>
                  <a:pt x="55969" y="36783"/>
                </a:cubicBezTo>
                <a:cubicBezTo>
                  <a:pt x="55969" y="36708"/>
                  <a:pt x="56006" y="36632"/>
                  <a:pt x="55969" y="36632"/>
                </a:cubicBezTo>
                <a:cubicBezTo>
                  <a:pt x="55969" y="36482"/>
                  <a:pt x="55895" y="36407"/>
                  <a:pt x="55859" y="36332"/>
                </a:cubicBezTo>
                <a:cubicBezTo>
                  <a:pt x="55822" y="36332"/>
                  <a:pt x="55822" y="36407"/>
                  <a:pt x="55785" y="36332"/>
                </a:cubicBezTo>
                <a:cubicBezTo>
                  <a:pt x="55748" y="36332"/>
                  <a:pt x="55785" y="36256"/>
                  <a:pt x="55748" y="36181"/>
                </a:cubicBezTo>
                <a:lnTo>
                  <a:pt x="55675" y="36181"/>
                </a:lnTo>
                <a:cubicBezTo>
                  <a:pt x="55675" y="36119"/>
                  <a:pt x="55675" y="36119"/>
                  <a:pt x="55675" y="36043"/>
                </a:cubicBezTo>
                <a:cubicBezTo>
                  <a:pt x="55675" y="35968"/>
                  <a:pt x="55638" y="35968"/>
                  <a:pt x="55638" y="35893"/>
                </a:cubicBezTo>
                <a:cubicBezTo>
                  <a:pt x="55601" y="35818"/>
                  <a:pt x="55565" y="35818"/>
                  <a:pt x="55534" y="35818"/>
                </a:cubicBezTo>
                <a:cubicBezTo>
                  <a:pt x="55534" y="35743"/>
                  <a:pt x="55565" y="35667"/>
                  <a:pt x="55534" y="35667"/>
                </a:cubicBezTo>
                <a:cubicBezTo>
                  <a:pt x="55534" y="35592"/>
                  <a:pt x="55497" y="35592"/>
                  <a:pt x="55497" y="35517"/>
                </a:cubicBezTo>
                <a:cubicBezTo>
                  <a:pt x="55460" y="35442"/>
                  <a:pt x="55460" y="35367"/>
                  <a:pt x="55460" y="35367"/>
                </a:cubicBezTo>
                <a:cubicBezTo>
                  <a:pt x="55424" y="35291"/>
                  <a:pt x="55424" y="35216"/>
                  <a:pt x="55387" y="35216"/>
                </a:cubicBezTo>
                <a:cubicBezTo>
                  <a:pt x="55350" y="35216"/>
                  <a:pt x="55350" y="35154"/>
                  <a:pt x="55313" y="35154"/>
                </a:cubicBezTo>
                <a:cubicBezTo>
                  <a:pt x="55277" y="35154"/>
                  <a:pt x="55240" y="35154"/>
                  <a:pt x="55166" y="35154"/>
                </a:cubicBezTo>
                <a:cubicBezTo>
                  <a:pt x="55130" y="35154"/>
                  <a:pt x="55093" y="35154"/>
                  <a:pt x="55019" y="35078"/>
                </a:cubicBezTo>
                <a:cubicBezTo>
                  <a:pt x="54989" y="35078"/>
                  <a:pt x="55019" y="35003"/>
                  <a:pt x="54989" y="34928"/>
                </a:cubicBezTo>
                <a:cubicBezTo>
                  <a:pt x="54989" y="34853"/>
                  <a:pt x="54989" y="34853"/>
                  <a:pt x="55019" y="34778"/>
                </a:cubicBezTo>
                <a:cubicBezTo>
                  <a:pt x="55019" y="34702"/>
                  <a:pt x="55062" y="34702"/>
                  <a:pt x="55093" y="34702"/>
                </a:cubicBezTo>
                <a:cubicBezTo>
                  <a:pt x="55093" y="34627"/>
                  <a:pt x="55093" y="34552"/>
                  <a:pt x="55093" y="34552"/>
                </a:cubicBezTo>
                <a:cubicBezTo>
                  <a:pt x="55130" y="34477"/>
                  <a:pt x="55166" y="34552"/>
                  <a:pt x="55166" y="34552"/>
                </a:cubicBezTo>
                <a:cubicBezTo>
                  <a:pt x="55203" y="34552"/>
                  <a:pt x="55203" y="34477"/>
                  <a:pt x="55240" y="34477"/>
                </a:cubicBezTo>
                <a:cubicBezTo>
                  <a:pt x="55240" y="34326"/>
                  <a:pt x="55240" y="34326"/>
                  <a:pt x="55240" y="34326"/>
                </a:cubicBezTo>
                <a:cubicBezTo>
                  <a:pt x="55240" y="34326"/>
                  <a:pt x="55240" y="34251"/>
                  <a:pt x="55240" y="34176"/>
                </a:cubicBezTo>
                <a:cubicBezTo>
                  <a:pt x="55240" y="34176"/>
                  <a:pt x="55277" y="34101"/>
                  <a:pt x="55313" y="34101"/>
                </a:cubicBezTo>
                <a:cubicBezTo>
                  <a:pt x="55313" y="34038"/>
                  <a:pt x="55350" y="34038"/>
                  <a:pt x="55387" y="34038"/>
                </a:cubicBezTo>
                <a:cubicBezTo>
                  <a:pt x="55387" y="33963"/>
                  <a:pt x="55387" y="33963"/>
                  <a:pt x="55387" y="33888"/>
                </a:cubicBezTo>
                <a:cubicBezTo>
                  <a:pt x="55387" y="33286"/>
                  <a:pt x="55387" y="33286"/>
                  <a:pt x="55387" y="33286"/>
                </a:cubicBezTo>
                <a:cubicBezTo>
                  <a:pt x="54732" y="33286"/>
                  <a:pt x="54732" y="33286"/>
                  <a:pt x="54732" y="33286"/>
                </a:cubicBezTo>
                <a:cubicBezTo>
                  <a:pt x="54732" y="33211"/>
                  <a:pt x="54732" y="33211"/>
                  <a:pt x="54768" y="33136"/>
                </a:cubicBezTo>
                <a:cubicBezTo>
                  <a:pt x="54768" y="33073"/>
                  <a:pt x="54805" y="33073"/>
                  <a:pt x="54842" y="33073"/>
                </a:cubicBezTo>
                <a:cubicBezTo>
                  <a:pt x="54842" y="32985"/>
                  <a:pt x="54805" y="32923"/>
                  <a:pt x="54842" y="32923"/>
                </a:cubicBezTo>
                <a:cubicBezTo>
                  <a:pt x="54842" y="32848"/>
                  <a:pt x="54805" y="32772"/>
                  <a:pt x="54842" y="32772"/>
                </a:cubicBezTo>
                <a:cubicBezTo>
                  <a:pt x="54842" y="32697"/>
                  <a:pt x="54879" y="32697"/>
                  <a:pt x="54879" y="32622"/>
                </a:cubicBezTo>
                <a:cubicBezTo>
                  <a:pt x="54915" y="32622"/>
                  <a:pt x="54915" y="32547"/>
                  <a:pt x="54952" y="32472"/>
                </a:cubicBezTo>
                <a:cubicBezTo>
                  <a:pt x="54989" y="32472"/>
                  <a:pt x="54989" y="32472"/>
                  <a:pt x="55019" y="32396"/>
                </a:cubicBezTo>
                <a:cubicBezTo>
                  <a:pt x="54989" y="32396"/>
                  <a:pt x="54989" y="32321"/>
                  <a:pt x="54952" y="32246"/>
                </a:cubicBezTo>
                <a:cubicBezTo>
                  <a:pt x="54915" y="32246"/>
                  <a:pt x="54879" y="32246"/>
                  <a:pt x="54842" y="32246"/>
                </a:cubicBezTo>
                <a:cubicBezTo>
                  <a:pt x="54732" y="32246"/>
                  <a:pt x="54732" y="32246"/>
                  <a:pt x="54732" y="32246"/>
                </a:cubicBezTo>
                <a:cubicBezTo>
                  <a:pt x="54695" y="32246"/>
                  <a:pt x="54695" y="32321"/>
                  <a:pt x="54658" y="32321"/>
                </a:cubicBezTo>
                <a:cubicBezTo>
                  <a:pt x="54548" y="32321"/>
                  <a:pt x="54517" y="32321"/>
                  <a:pt x="54407" y="32321"/>
                </a:cubicBezTo>
                <a:cubicBezTo>
                  <a:pt x="54407" y="32396"/>
                  <a:pt x="54407" y="32472"/>
                  <a:pt x="54407" y="32547"/>
                </a:cubicBezTo>
                <a:cubicBezTo>
                  <a:pt x="54407" y="32622"/>
                  <a:pt x="54370" y="32697"/>
                  <a:pt x="54370" y="32697"/>
                </a:cubicBezTo>
                <a:cubicBezTo>
                  <a:pt x="54370" y="32772"/>
                  <a:pt x="54297" y="32848"/>
                  <a:pt x="54297" y="32923"/>
                </a:cubicBezTo>
                <a:cubicBezTo>
                  <a:pt x="54297" y="32923"/>
                  <a:pt x="54297" y="32923"/>
                  <a:pt x="54297" y="32985"/>
                </a:cubicBezTo>
                <a:cubicBezTo>
                  <a:pt x="54297" y="33073"/>
                  <a:pt x="54333" y="33136"/>
                  <a:pt x="54333" y="33211"/>
                </a:cubicBezTo>
                <a:cubicBezTo>
                  <a:pt x="54333" y="33286"/>
                  <a:pt x="54297" y="33361"/>
                  <a:pt x="54297" y="33361"/>
                </a:cubicBezTo>
                <a:cubicBezTo>
                  <a:pt x="54260" y="33437"/>
                  <a:pt x="54223" y="33437"/>
                  <a:pt x="54150" y="33437"/>
                </a:cubicBezTo>
                <a:cubicBezTo>
                  <a:pt x="54113" y="33437"/>
                  <a:pt x="54113" y="33437"/>
                  <a:pt x="54076" y="33361"/>
                </a:cubicBezTo>
                <a:cubicBezTo>
                  <a:pt x="54045" y="33361"/>
                  <a:pt x="54045" y="33211"/>
                  <a:pt x="53972" y="33211"/>
                </a:cubicBezTo>
                <a:cubicBezTo>
                  <a:pt x="53935" y="33211"/>
                  <a:pt x="53898" y="33286"/>
                  <a:pt x="53898" y="33361"/>
                </a:cubicBezTo>
                <a:cubicBezTo>
                  <a:pt x="53862" y="33437"/>
                  <a:pt x="53898" y="33437"/>
                  <a:pt x="53898" y="33512"/>
                </a:cubicBezTo>
                <a:cubicBezTo>
                  <a:pt x="53898" y="33587"/>
                  <a:pt x="53862" y="33737"/>
                  <a:pt x="53898" y="33813"/>
                </a:cubicBezTo>
                <a:cubicBezTo>
                  <a:pt x="53935" y="33813"/>
                  <a:pt x="53935" y="33813"/>
                  <a:pt x="53972" y="33888"/>
                </a:cubicBezTo>
                <a:cubicBezTo>
                  <a:pt x="54003" y="33888"/>
                  <a:pt x="54076" y="33888"/>
                  <a:pt x="54113" y="33963"/>
                </a:cubicBezTo>
                <a:cubicBezTo>
                  <a:pt x="54113" y="33963"/>
                  <a:pt x="54076" y="34038"/>
                  <a:pt x="54076" y="34101"/>
                </a:cubicBezTo>
                <a:cubicBezTo>
                  <a:pt x="54076" y="34176"/>
                  <a:pt x="54076" y="34176"/>
                  <a:pt x="54076" y="34176"/>
                </a:cubicBezTo>
                <a:cubicBezTo>
                  <a:pt x="54076" y="34251"/>
                  <a:pt x="54045" y="34326"/>
                  <a:pt x="54045" y="34326"/>
                </a:cubicBezTo>
                <a:cubicBezTo>
                  <a:pt x="54045" y="34402"/>
                  <a:pt x="54076" y="34402"/>
                  <a:pt x="54076" y="34477"/>
                </a:cubicBezTo>
                <a:cubicBezTo>
                  <a:pt x="54076" y="34552"/>
                  <a:pt x="54076" y="34627"/>
                  <a:pt x="54045" y="34627"/>
                </a:cubicBezTo>
                <a:cubicBezTo>
                  <a:pt x="54045" y="34702"/>
                  <a:pt x="54003" y="34627"/>
                  <a:pt x="53972" y="34702"/>
                </a:cubicBezTo>
                <a:lnTo>
                  <a:pt x="53935" y="34702"/>
                </a:lnTo>
                <a:cubicBezTo>
                  <a:pt x="53898" y="34778"/>
                  <a:pt x="53862" y="34778"/>
                  <a:pt x="53862" y="34853"/>
                </a:cubicBezTo>
                <a:cubicBezTo>
                  <a:pt x="53862" y="34928"/>
                  <a:pt x="53862" y="35003"/>
                  <a:pt x="53862" y="35078"/>
                </a:cubicBezTo>
                <a:cubicBezTo>
                  <a:pt x="54003" y="35078"/>
                  <a:pt x="54003" y="35078"/>
                  <a:pt x="54003" y="35078"/>
                </a:cubicBezTo>
                <a:cubicBezTo>
                  <a:pt x="54045" y="35078"/>
                  <a:pt x="54045" y="35003"/>
                  <a:pt x="54076" y="35003"/>
                </a:cubicBezTo>
                <a:cubicBezTo>
                  <a:pt x="54113" y="35003"/>
                  <a:pt x="54113" y="35003"/>
                  <a:pt x="54150" y="35078"/>
                </a:cubicBezTo>
                <a:cubicBezTo>
                  <a:pt x="54150" y="35078"/>
                  <a:pt x="54113" y="35154"/>
                  <a:pt x="54150" y="35154"/>
                </a:cubicBezTo>
                <a:cubicBezTo>
                  <a:pt x="54150" y="35216"/>
                  <a:pt x="54186" y="35216"/>
                  <a:pt x="54223" y="35291"/>
                </a:cubicBezTo>
                <a:cubicBezTo>
                  <a:pt x="54370" y="35291"/>
                  <a:pt x="54370" y="35291"/>
                  <a:pt x="54370" y="35291"/>
                </a:cubicBezTo>
                <a:cubicBezTo>
                  <a:pt x="54370" y="35216"/>
                  <a:pt x="54333" y="35216"/>
                  <a:pt x="54370" y="35154"/>
                </a:cubicBezTo>
                <a:cubicBezTo>
                  <a:pt x="54370" y="35078"/>
                  <a:pt x="54370" y="35078"/>
                  <a:pt x="54407" y="35003"/>
                </a:cubicBezTo>
                <a:cubicBezTo>
                  <a:pt x="54444" y="35154"/>
                  <a:pt x="54444" y="35154"/>
                  <a:pt x="54444" y="35154"/>
                </a:cubicBezTo>
                <a:lnTo>
                  <a:pt x="54444" y="35216"/>
                </a:lnTo>
                <a:cubicBezTo>
                  <a:pt x="54444" y="35367"/>
                  <a:pt x="54517" y="35442"/>
                  <a:pt x="54517" y="35592"/>
                </a:cubicBezTo>
                <a:cubicBezTo>
                  <a:pt x="54517" y="35592"/>
                  <a:pt x="54517" y="35667"/>
                  <a:pt x="54480" y="35743"/>
                </a:cubicBezTo>
                <a:lnTo>
                  <a:pt x="54444" y="35743"/>
                </a:lnTo>
                <a:cubicBezTo>
                  <a:pt x="54407" y="35818"/>
                  <a:pt x="54370" y="35818"/>
                  <a:pt x="54370" y="35818"/>
                </a:cubicBezTo>
                <a:cubicBezTo>
                  <a:pt x="54370" y="35893"/>
                  <a:pt x="54333" y="35893"/>
                  <a:pt x="54370" y="35968"/>
                </a:cubicBezTo>
                <a:cubicBezTo>
                  <a:pt x="54370" y="36043"/>
                  <a:pt x="54407" y="36043"/>
                  <a:pt x="54407" y="36119"/>
                </a:cubicBezTo>
                <a:cubicBezTo>
                  <a:pt x="54768" y="36119"/>
                  <a:pt x="54768" y="36119"/>
                  <a:pt x="54768" y="36119"/>
                </a:cubicBezTo>
                <a:cubicBezTo>
                  <a:pt x="54805" y="35968"/>
                  <a:pt x="54805" y="35968"/>
                  <a:pt x="54805" y="35968"/>
                </a:cubicBezTo>
                <a:cubicBezTo>
                  <a:pt x="54805" y="36043"/>
                  <a:pt x="54842" y="35968"/>
                  <a:pt x="54879" y="36043"/>
                </a:cubicBezTo>
                <a:cubicBezTo>
                  <a:pt x="54879" y="36119"/>
                  <a:pt x="54879" y="36119"/>
                  <a:pt x="54879" y="36181"/>
                </a:cubicBezTo>
                <a:cubicBezTo>
                  <a:pt x="54915" y="36256"/>
                  <a:pt x="54952" y="36256"/>
                  <a:pt x="54952" y="36332"/>
                </a:cubicBezTo>
                <a:cubicBezTo>
                  <a:pt x="54952" y="36407"/>
                  <a:pt x="54915" y="36482"/>
                  <a:pt x="54915" y="36557"/>
                </a:cubicBezTo>
                <a:cubicBezTo>
                  <a:pt x="54915" y="36632"/>
                  <a:pt x="54915" y="36708"/>
                  <a:pt x="54952" y="36783"/>
                </a:cubicBezTo>
                <a:cubicBezTo>
                  <a:pt x="54989" y="36858"/>
                  <a:pt x="55019" y="36858"/>
                  <a:pt x="55093" y="36933"/>
                </a:cubicBezTo>
                <a:cubicBezTo>
                  <a:pt x="55062" y="37159"/>
                  <a:pt x="55062" y="37159"/>
                  <a:pt x="55062" y="37159"/>
                </a:cubicBezTo>
                <a:cubicBezTo>
                  <a:pt x="55062" y="37297"/>
                  <a:pt x="55093" y="37372"/>
                  <a:pt x="55093" y="37447"/>
                </a:cubicBezTo>
                <a:cubicBezTo>
                  <a:pt x="55093" y="37522"/>
                  <a:pt x="55062" y="37597"/>
                  <a:pt x="55062" y="37597"/>
                </a:cubicBezTo>
                <a:cubicBezTo>
                  <a:pt x="55019" y="37673"/>
                  <a:pt x="54989" y="37597"/>
                  <a:pt x="54952" y="37597"/>
                </a:cubicBezTo>
                <a:cubicBezTo>
                  <a:pt x="54915" y="37597"/>
                  <a:pt x="54879" y="37597"/>
                  <a:pt x="54842" y="37597"/>
                </a:cubicBezTo>
                <a:cubicBezTo>
                  <a:pt x="54805" y="37597"/>
                  <a:pt x="54805" y="37522"/>
                  <a:pt x="54768" y="37522"/>
                </a:cubicBezTo>
                <a:cubicBezTo>
                  <a:pt x="54732" y="37522"/>
                  <a:pt x="54695" y="37522"/>
                  <a:pt x="54658" y="37522"/>
                </a:cubicBezTo>
                <a:cubicBezTo>
                  <a:pt x="54621" y="37522"/>
                  <a:pt x="54621" y="37522"/>
                  <a:pt x="54621" y="37522"/>
                </a:cubicBezTo>
                <a:cubicBezTo>
                  <a:pt x="54621" y="37522"/>
                  <a:pt x="54584" y="37522"/>
                  <a:pt x="54548" y="37522"/>
                </a:cubicBezTo>
                <a:cubicBezTo>
                  <a:pt x="54548" y="37522"/>
                  <a:pt x="54548" y="37597"/>
                  <a:pt x="54517" y="37673"/>
                </a:cubicBezTo>
                <a:cubicBezTo>
                  <a:pt x="54480" y="37673"/>
                  <a:pt x="54517" y="37748"/>
                  <a:pt x="54480" y="37823"/>
                </a:cubicBezTo>
                <a:cubicBezTo>
                  <a:pt x="54480" y="37823"/>
                  <a:pt x="54444" y="37748"/>
                  <a:pt x="54444" y="37823"/>
                </a:cubicBezTo>
                <a:cubicBezTo>
                  <a:pt x="54407" y="37823"/>
                  <a:pt x="54370" y="37823"/>
                  <a:pt x="54370" y="37823"/>
                </a:cubicBezTo>
                <a:cubicBezTo>
                  <a:pt x="54333" y="37973"/>
                  <a:pt x="54333" y="37973"/>
                  <a:pt x="54333" y="37973"/>
                </a:cubicBezTo>
                <a:cubicBezTo>
                  <a:pt x="54370" y="37973"/>
                  <a:pt x="54370" y="38049"/>
                  <a:pt x="54407" y="38049"/>
                </a:cubicBezTo>
                <a:cubicBezTo>
                  <a:pt x="54480" y="38049"/>
                  <a:pt x="54517" y="37973"/>
                  <a:pt x="54584" y="37973"/>
                </a:cubicBezTo>
                <a:cubicBezTo>
                  <a:pt x="54621" y="37973"/>
                  <a:pt x="54658" y="37973"/>
                  <a:pt x="54695" y="38049"/>
                </a:cubicBezTo>
                <a:lnTo>
                  <a:pt x="54695" y="38124"/>
                </a:lnTo>
                <a:cubicBezTo>
                  <a:pt x="54658" y="38199"/>
                  <a:pt x="54695" y="38274"/>
                  <a:pt x="54658" y="38274"/>
                </a:cubicBezTo>
                <a:cubicBezTo>
                  <a:pt x="54658" y="38337"/>
                  <a:pt x="54621" y="38274"/>
                  <a:pt x="54584" y="38274"/>
                </a:cubicBezTo>
                <a:cubicBezTo>
                  <a:pt x="54584" y="38337"/>
                  <a:pt x="54548" y="38337"/>
                  <a:pt x="54517" y="38412"/>
                </a:cubicBezTo>
                <a:cubicBezTo>
                  <a:pt x="54517" y="38412"/>
                  <a:pt x="54517" y="38487"/>
                  <a:pt x="54480" y="38562"/>
                </a:cubicBezTo>
                <a:cubicBezTo>
                  <a:pt x="54444" y="38562"/>
                  <a:pt x="54407" y="38562"/>
                  <a:pt x="54370" y="38562"/>
                </a:cubicBezTo>
                <a:cubicBezTo>
                  <a:pt x="54333" y="38713"/>
                  <a:pt x="54333" y="38713"/>
                  <a:pt x="54333" y="38713"/>
                </a:cubicBezTo>
                <a:cubicBezTo>
                  <a:pt x="54333" y="38788"/>
                  <a:pt x="54333" y="38788"/>
                  <a:pt x="54370" y="38863"/>
                </a:cubicBezTo>
                <a:cubicBezTo>
                  <a:pt x="54370" y="38938"/>
                  <a:pt x="54370" y="38938"/>
                  <a:pt x="54407" y="39014"/>
                </a:cubicBezTo>
                <a:lnTo>
                  <a:pt x="54444" y="39014"/>
                </a:lnTo>
                <a:cubicBezTo>
                  <a:pt x="54480" y="39014"/>
                  <a:pt x="54517" y="38938"/>
                  <a:pt x="54517" y="38938"/>
                </a:cubicBezTo>
                <a:cubicBezTo>
                  <a:pt x="54548" y="38938"/>
                  <a:pt x="54584" y="38863"/>
                  <a:pt x="54621" y="38863"/>
                </a:cubicBezTo>
                <a:cubicBezTo>
                  <a:pt x="54695" y="38863"/>
                  <a:pt x="54732" y="39014"/>
                  <a:pt x="54805" y="39014"/>
                </a:cubicBezTo>
                <a:cubicBezTo>
                  <a:pt x="54842" y="39014"/>
                  <a:pt x="54842" y="39014"/>
                  <a:pt x="54879" y="39014"/>
                </a:cubicBezTo>
                <a:cubicBezTo>
                  <a:pt x="54915" y="39014"/>
                  <a:pt x="54989" y="39014"/>
                  <a:pt x="55019" y="39014"/>
                </a:cubicBezTo>
                <a:cubicBezTo>
                  <a:pt x="55019" y="39014"/>
                  <a:pt x="55062" y="39014"/>
                  <a:pt x="55093" y="39014"/>
                </a:cubicBezTo>
                <a:cubicBezTo>
                  <a:pt x="55130" y="39014"/>
                  <a:pt x="55093" y="39089"/>
                  <a:pt x="55130" y="39164"/>
                </a:cubicBezTo>
                <a:cubicBezTo>
                  <a:pt x="55093" y="39239"/>
                  <a:pt x="55093" y="39239"/>
                  <a:pt x="55062" y="39314"/>
                </a:cubicBezTo>
                <a:cubicBezTo>
                  <a:pt x="55062" y="39314"/>
                  <a:pt x="55019" y="39314"/>
                  <a:pt x="54989" y="39314"/>
                </a:cubicBezTo>
                <a:cubicBezTo>
                  <a:pt x="54952" y="39377"/>
                  <a:pt x="54915" y="39377"/>
                  <a:pt x="54842" y="39377"/>
                </a:cubicBezTo>
                <a:cubicBezTo>
                  <a:pt x="54805" y="39377"/>
                  <a:pt x="54805" y="39377"/>
                  <a:pt x="54768" y="39377"/>
                </a:cubicBezTo>
                <a:cubicBezTo>
                  <a:pt x="54732" y="39377"/>
                  <a:pt x="54732" y="39377"/>
                  <a:pt x="54695" y="39452"/>
                </a:cubicBezTo>
                <a:cubicBezTo>
                  <a:pt x="54658" y="39452"/>
                  <a:pt x="54695" y="39527"/>
                  <a:pt x="54658" y="39603"/>
                </a:cubicBezTo>
                <a:cubicBezTo>
                  <a:pt x="54658" y="39603"/>
                  <a:pt x="54621" y="39603"/>
                  <a:pt x="54584" y="39603"/>
                </a:cubicBezTo>
                <a:cubicBezTo>
                  <a:pt x="54548" y="39603"/>
                  <a:pt x="54517" y="39603"/>
                  <a:pt x="54444" y="39678"/>
                </a:cubicBezTo>
                <a:cubicBezTo>
                  <a:pt x="54444" y="39753"/>
                  <a:pt x="54480" y="39828"/>
                  <a:pt x="54444" y="39979"/>
                </a:cubicBezTo>
                <a:lnTo>
                  <a:pt x="54444" y="40054"/>
                </a:lnTo>
                <a:cubicBezTo>
                  <a:pt x="54444" y="40129"/>
                  <a:pt x="54407" y="40129"/>
                  <a:pt x="54370" y="40129"/>
                </a:cubicBezTo>
                <a:cubicBezTo>
                  <a:pt x="54333" y="40204"/>
                  <a:pt x="54333" y="40204"/>
                  <a:pt x="54297" y="40279"/>
                </a:cubicBezTo>
                <a:cubicBezTo>
                  <a:pt x="54297" y="40279"/>
                  <a:pt x="54260" y="40279"/>
                  <a:pt x="54223" y="40279"/>
                </a:cubicBezTo>
                <a:cubicBezTo>
                  <a:pt x="54260" y="40355"/>
                  <a:pt x="54260" y="40417"/>
                  <a:pt x="54297" y="40417"/>
                </a:cubicBezTo>
                <a:close/>
                <a:moveTo>
                  <a:pt x="54003" y="36708"/>
                </a:moveTo>
                <a:lnTo>
                  <a:pt x="54003" y="36708"/>
                </a:lnTo>
                <a:cubicBezTo>
                  <a:pt x="54045" y="36708"/>
                  <a:pt x="54045" y="36708"/>
                  <a:pt x="54076" y="36708"/>
                </a:cubicBezTo>
                <a:cubicBezTo>
                  <a:pt x="54150" y="36632"/>
                  <a:pt x="54186" y="36557"/>
                  <a:pt x="54186" y="36407"/>
                </a:cubicBezTo>
                <a:cubicBezTo>
                  <a:pt x="54186" y="36332"/>
                  <a:pt x="54186" y="36256"/>
                  <a:pt x="54150" y="36181"/>
                </a:cubicBezTo>
                <a:cubicBezTo>
                  <a:pt x="54150" y="36181"/>
                  <a:pt x="54113" y="36119"/>
                  <a:pt x="54076" y="36119"/>
                </a:cubicBezTo>
                <a:cubicBezTo>
                  <a:pt x="54076" y="36043"/>
                  <a:pt x="54076" y="35968"/>
                  <a:pt x="54076" y="35968"/>
                </a:cubicBezTo>
                <a:cubicBezTo>
                  <a:pt x="54076" y="35893"/>
                  <a:pt x="54076" y="35818"/>
                  <a:pt x="54076" y="35818"/>
                </a:cubicBezTo>
                <a:cubicBezTo>
                  <a:pt x="54045" y="35743"/>
                  <a:pt x="54045" y="35743"/>
                  <a:pt x="54003" y="35667"/>
                </a:cubicBezTo>
                <a:cubicBezTo>
                  <a:pt x="53972" y="35667"/>
                  <a:pt x="53972" y="35667"/>
                  <a:pt x="53935" y="35667"/>
                </a:cubicBezTo>
                <a:cubicBezTo>
                  <a:pt x="53898" y="35667"/>
                  <a:pt x="53898" y="35592"/>
                  <a:pt x="53862" y="35592"/>
                </a:cubicBezTo>
                <a:cubicBezTo>
                  <a:pt x="53825" y="35592"/>
                  <a:pt x="53825" y="35592"/>
                  <a:pt x="53825" y="35592"/>
                </a:cubicBezTo>
                <a:cubicBezTo>
                  <a:pt x="53788" y="35592"/>
                  <a:pt x="53751" y="35592"/>
                  <a:pt x="53715" y="35667"/>
                </a:cubicBezTo>
                <a:cubicBezTo>
                  <a:pt x="53715" y="35667"/>
                  <a:pt x="53678" y="35667"/>
                  <a:pt x="53641" y="35667"/>
                </a:cubicBezTo>
                <a:cubicBezTo>
                  <a:pt x="53641" y="35743"/>
                  <a:pt x="53641" y="35818"/>
                  <a:pt x="53604" y="35818"/>
                </a:cubicBezTo>
                <a:cubicBezTo>
                  <a:pt x="53604" y="35893"/>
                  <a:pt x="53568" y="35893"/>
                  <a:pt x="53531" y="35893"/>
                </a:cubicBezTo>
                <a:cubicBezTo>
                  <a:pt x="53531" y="35893"/>
                  <a:pt x="53500" y="35893"/>
                  <a:pt x="53500" y="35818"/>
                </a:cubicBezTo>
                <a:cubicBezTo>
                  <a:pt x="53457" y="35818"/>
                  <a:pt x="53457" y="35743"/>
                  <a:pt x="53457" y="35667"/>
                </a:cubicBezTo>
                <a:cubicBezTo>
                  <a:pt x="53427" y="35667"/>
                  <a:pt x="53390" y="35667"/>
                  <a:pt x="53390" y="35592"/>
                </a:cubicBezTo>
                <a:cubicBezTo>
                  <a:pt x="53206" y="35667"/>
                  <a:pt x="53206" y="35667"/>
                  <a:pt x="53206" y="35667"/>
                </a:cubicBezTo>
                <a:cubicBezTo>
                  <a:pt x="53206" y="35667"/>
                  <a:pt x="53206" y="35743"/>
                  <a:pt x="53206" y="35818"/>
                </a:cubicBezTo>
                <a:cubicBezTo>
                  <a:pt x="53206" y="35818"/>
                  <a:pt x="53206" y="35893"/>
                  <a:pt x="53206" y="35968"/>
                </a:cubicBezTo>
                <a:cubicBezTo>
                  <a:pt x="53206" y="36043"/>
                  <a:pt x="53206" y="36043"/>
                  <a:pt x="53206" y="36181"/>
                </a:cubicBezTo>
                <a:cubicBezTo>
                  <a:pt x="53206" y="36256"/>
                  <a:pt x="53206" y="36256"/>
                  <a:pt x="53206" y="36332"/>
                </a:cubicBezTo>
                <a:cubicBezTo>
                  <a:pt x="53206" y="36407"/>
                  <a:pt x="53243" y="36332"/>
                  <a:pt x="53243" y="36332"/>
                </a:cubicBezTo>
                <a:cubicBezTo>
                  <a:pt x="53206" y="36332"/>
                  <a:pt x="53169" y="36332"/>
                  <a:pt x="53169" y="36332"/>
                </a:cubicBezTo>
                <a:cubicBezTo>
                  <a:pt x="53133" y="36332"/>
                  <a:pt x="53133" y="36407"/>
                  <a:pt x="53096" y="36407"/>
                </a:cubicBezTo>
                <a:cubicBezTo>
                  <a:pt x="53059" y="36407"/>
                  <a:pt x="53059" y="36407"/>
                  <a:pt x="53029" y="36407"/>
                </a:cubicBezTo>
                <a:cubicBezTo>
                  <a:pt x="52986" y="36482"/>
                  <a:pt x="52955" y="36557"/>
                  <a:pt x="52882" y="36557"/>
                </a:cubicBezTo>
                <a:cubicBezTo>
                  <a:pt x="52845" y="36557"/>
                  <a:pt x="52845" y="36482"/>
                  <a:pt x="52808" y="36407"/>
                </a:cubicBezTo>
                <a:cubicBezTo>
                  <a:pt x="52735" y="36482"/>
                  <a:pt x="52735" y="36482"/>
                  <a:pt x="52735" y="36482"/>
                </a:cubicBezTo>
                <a:cubicBezTo>
                  <a:pt x="52735" y="37522"/>
                  <a:pt x="52735" y="37522"/>
                  <a:pt x="52735" y="37522"/>
                </a:cubicBezTo>
                <a:cubicBezTo>
                  <a:pt x="52771" y="37522"/>
                  <a:pt x="52771" y="37522"/>
                  <a:pt x="52808" y="37522"/>
                </a:cubicBezTo>
                <a:cubicBezTo>
                  <a:pt x="52882" y="37522"/>
                  <a:pt x="52918" y="37522"/>
                  <a:pt x="52986" y="37522"/>
                </a:cubicBezTo>
                <a:cubicBezTo>
                  <a:pt x="52986" y="37973"/>
                  <a:pt x="52986" y="37973"/>
                  <a:pt x="52986" y="37973"/>
                </a:cubicBezTo>
                <a:cubicBezTo>
                  <a:pt x="52918" y="37973"/>
                  <a:pt x="52918" y="37973"/>
                  <a:pt x="52882" y="37973"/>
                </a:cubicBezTo>
                <a:cubicBezTo>
                  <a:pt x="52845" y="37973"/>
                  <a:pt x="52808" y="37973"/>
                  <a:pt x="52808" y="37973"/>
                </a:cubicBezTo>
                <a:cubicBezTo>
                  <a:pt x="52771" y="37973"/>
                  <a:pt x="52771" y="38049"/>
                  <a:pt x="52771" y="38124"/>
                </a:cubicBezTo>
                <a:cubicBezTo>
                  <a:pt x="52735" y="38199"/>
                  <a:pt x="52735" y="38199"/>
                  <a:pt x="52735" y="38274"/>
                </a:cubicBezTo>
                <a:cubicBezTo>
                  <a:pt x="52735" y="38337"/>
                  <a:pt x="52735" y="38412"/>
                  <a:pt x="52735" y="38562"/>
                </a:cubicBezTo>
                <a:cubicBezTo>
                  <a:pt x="52735" y="38562"/>
                  <a:pt x="52661" y="38562"/>
                  <a:pt x="52661" y="38638"/>
                </a:cubicBezTo>
                <a:cubicBezTo>
                  <a:pt x="52661" y="38638"/>
                  <a:pt x="52624" y="38713"/>
                  <a:pt x="52624" y="38788"/>
                </a:cubicBezTo>
                <a:cubicBezTo>
                  <a:pt x="52624" y="38788"/>
                  <a:pt x="52661" y="38863"/>
                  <a:pt x="52661" y="38938"/>
                </a:cubicBezTo>
                <a:cubicBezTo>
                  <a:pt x="52661" y="38938"/>
                  <a:pt x="52698" y="39014"/>
                  <a:pt x="52735" y="39014"/>
                </a:cubicBezTo>
                <a:cubicBezTo>
                  <a:pt x="52771" y="39089"/>
                  <a:pt x="52771" y="39089"/>
                  <a:pt x="52845" y="39089"/>
                </a:cubicBezTo>
                <a:cubicBezTo>
                  <a:pt x="52882" y="39089"/>
                  <a:pt x="52882" y="39014"/>
                  <a:pt x="52955" y="39014"/>
                </a:cubicBezTo>
                <a:cubicBezTo>
                  <a:pt x="52955" y="39014"/>
                  <a:pt x="52986" y="38938"/>
                  <a:pt x="52986" y="39014"/>
                </a:cubicBezTo>
                <a:cubicBezTo>
                  <a:pt x="53029" y="39014"/>
                  <a:pt x="53059" y="39014"/>
                  <a:pt x="53059" y="39014"/>
                </a:cubicBezTo>
                <a:cubicBezTo>
                  <a:pt x="53096" y="39014"/>
                  <a:pt x="53096" y="39089"/>
                  <a:pt x="53096" y="39089"/>
                </a:cubicBezTo>
                <a:cubicBezTo>
                  <a:pt x="53169" y="39089"/>
                  <a:pt x="53169" y="39014"/>
                  <a:pt x="53206" y="38938"/>
                </a:cubicBezTo>
                <a:cubicBezTo>
                  <a:pt x="53243" y="38938"/>
                  <a:pt x="53280" y="38863"/>
                  <a:pt x="53280" y="38863"/>
                </a:cubicBezTo>
                <a:cubicBezTo>
                  <a:pt x="53280" y="38788"/>
                  <a:pt x="53280" y="38713"/>
                  <a:pt x="53280" y="38713"/>
                </a:cubicBezTo>
                <a:cubicBezTo>
                  <a:pt x="53316" y="38638"/>
                  <a:pt x="53353" y="38638"/>
                  <a:pt x="53353" y="38562"/>
                </a:cubicBezTo>
                <a:cubicBezTo>
                  <a:pt x="53972" y="38562"/>
                  <a:pt x="53972" y="38562"/>
                  <a:pt x="53972" y="38562"/>
                </a:cubicBezTo>
                <a:cubicBezTo>
                  <a:pt x="53972" y="38337"/>
                  <a:pt x="53972" y="38337"/>
                  <a:pt x="53972" y="38337"/>
                </a:cubicBezTo>
                <a:cubicBezTo>
                  <a:pt x="53972" y="38274"/>
                  <a:pt x="53898" y="38199"/>
                  <a:pt x="53898" y="38049"/>
                </a:cubicBezTo>
                <a:lnTo>
                  <a:pt x="53972" y="38049"/>
                </a:lnTo>
                <a:cubicBezTo>
                  <a:pt x="53972" y="37973"/>
                  <a:pt x="54003" y="37898"/>
                  <a:pt x="54003" y="37898"/>
                </a:cubicBezTo>
                <a:cubicBezTo>
                  <a:pt x="54003" y="37823"/>
                  <a:pt x="54003" y="37748"/>
                  <a:pt x="54003" y="37748"/>
                </a:cubicBezTo>
                <a:cubicBezTo>
                  <a:pt x="54003" y="37597"/>
                  <a:pt x="54003" y="37522"/>
                  <a:pt x="54003" y="37447"/>
                </a:cubicBezTo>
                <a:cubicBezTo>
                  <a:pt x="54003" y="37372"/>
                  <a:pt x="54003" y="37372"/>
                  <a:pt x="54003" y="37297"/>
                </a:cubicBezTo>
                <a:cubicBezTo>
                  <a:pt x="54003" y="37159"/>
                  <a:pt x="54003" y="37084"/>
                  <a:pt x="54003" y="37008"/>
                </a:cubicBezTo>
                <a:lnTo>
                  <a:pt x="54003" y="36708"/>
                </a:lnTo>
                <a:close/>
                <a:moveTo>
                  <a:pt x="72704" y="91162"/>
                </a:moveTo>
                <a:lnTo>
                  <a:pt x="72704" y="91162"/>
                </a:lnTo>
                <a:cubicBezTo>
                  <a:pt x="72704" y="90936"/>
                  <a:pt x="72594" y="90786"/>
                  <a:pt x="72594" y="90498"/>
                </a:cubicBezTo>
                <a:cubicBezTo>
                  <a:pt x="72594" y="90272"/>
                  <a:pt x="72630" y="90197"/>
                  <a:pt x="72667" y="90046"/>
                </a:cubicBezTo>
                <a:cubicBezTo>
                  <a:pt x="72704" y="89971"/>
                  <a:pt x="72741" y="89896"/>
                  <a:pt x="72741" y="89746"/>
                </a:cubicBezTo>
                <a:cubicBezTo>
                  <a:pt x="72741" y="89457"/>
                  <a:pt x="72741" y="89457"/>
                  <a:pt x="72741" y="89457"/>
                </a:cubicBezTo>
                <a:cubicBezTo>
                  <a:pt x="72741" y="89382"/>
                  <a:pt x="72704" y="89307"/>
                  <a:pt x="72704" y="89157"/>
                </a:cubicBezTo>
                <a:cubicBezTo>
                  <a:pt x="72704" y="89081"/>
                  <a:pt x="72704" y="89081"/>
                  <a:pt x="72704" y="89081"/>
                </a:cubicBezTo>
                <a:cubicBezTo>
                  <a:pt x="72704" y="88931"/>
                  <a:pt x="72814" y="88931"/>
                  <a:pt x="72851" y="88856"/>
                </a:cubicBezTo>
                <a:cubicBezTo>
                  <a:pt x="72851" y="88706"/>
                  <a:pt x="72888" y="88630"/>
                  <a:pt x="72888" y="88555"/>
                </a:cubicBezTo>
                <a:cubicBezTo>
                  <a:pt x="72888" y="88417"/>
                  <a:pt x="72888" y="88417"/>
                  <a:pt x="72888" y="88417"/>
                </a:cubicBezTo>
                <a:cubicBezTo>
                  <a:pt x="72888" y="88116"/>
                  <a:pt x="72814" y="87966"/>
                  <a:pt x="72814" y="87665"/>
                </a:cubicBezTo>
                <a:cubicBezTo>
                  <a:pt x="72814" y="87452"/>
                  <a:pt x="72814" y="87302"/>
                  <a:pt x="72814" y="87151"/>
                </a:cubicBezTo>
                <a:cubicBezTo>
                  <a:pt x="72814" y="87001"/>
                  <a:pt x="72814" y="86926"/>
                  <a:pt x="72814" y="86851"/>
                </a:cubicBezTo>
                <a:cubicBezTo>
                  <a:pt x="72814" y="86700"/>
                  <a:pt x="72741" y="86700"/>
                  <a:pt x="72667" y="86625"/>
                </a:cubicBezTo>
                <a:cubicBezTo>
                  <a:pt x="72630" y="86550"/>
                  <a:pt x="72594" y="86487"/>
                  <a:pt x="72520" y="86425"/>
                </a:cubicBezTo>
                <a:cubicBezTo>
                  <a:pt x="72490" y="86349"/>
                  <a:pt x="72447" y="86349"/>
                  <a:pt x="72379" y="86349"/>
                </a:cubicBezTo>
                <a:cubicBezTo>
                  <a:pt x="72379" y="86425"/>
                  <a:pt x="72416" y="86550"/>
                  <a:pt x="72379" y="86625"/>
                </a:cubicBezTo>
                <a:cubicBezTo>
                  <a:pt x="72379" y="86700"/>
                  <a:pt x="72416" y="86775"/>
                  <a:pt x="72379" y="86926"/>
                </a:cubicBezTo>
                <a:cubicBezTo>
                  <a:pt x="72379" y="87001"/>
                  <a:pt x="72306" y="87001"/>
                  <a:pt x="72269" y="87151"/>
                </a:cubicBezTo>
                <a:cubicBezTo>
                  <a:pt x="72196" y="87227"/>
                  <a:pt x="72196" y="87302"/>
                  <a:pt x="72159" y="87377"/>
                </a:cubicBezTo>
                <a:cubicBezTo>
                  <a:pt x="72122" y="87527"/>
                  <a:pt x="72049" y="87527"/>
                  <a:pt x="72012" y="87590"/>
                </a:cubicBezTo>
                <a:cubicBezTo>
                  <a:pt x="71975" y="87740"/>
                  <a:pt x="71975" y="87816"/>
                  <a:pt x="71975" y="87891"/>
                </a:cubicBezTo>
                <a:cubicBezTo>
                  <a:pt x="71944" y="87966"/>
                  <a:pt x="71975" y="88116"/>
                  <a:pt x="71975" y="88192"/>
                </a:cubicBezTo>
                <a:cubicBezTo>
                  <a:pt x="71944" y="88267"/>
                  <a:pt x="71871" y="88192"/>
                  <a:pt x="71834" y="88267"/>
                </a:cubicBezTo>
                <a:cubicBezTo>
                  <a:pt x="71797" y="88417"/>
                  <a:pt x="71834" y="88706"/>
                  <a:pt x="71724" y="88856"/>
                </a:cubicBezTo>
                <a:cubicBezTo>
                  <a:pt x="71687" y="88856"/>
                  <a:pt x="71650" y="88856"/>
                  <a:pt x="71577" y="88856"/>
                </a:cubicBezTo>
                <a:cubicBezTo>
                  <a:pt x="71503" y="88856"/>
                  <a:pt x="71399" y="88781"/>
                  <a:pt x="71326" y="88856"/>
                </a:cubicBezTo>
                <a:cubicBezTo>
                  <a:pt x="71215" y="88856"/>
                  <a:pt x="71105" y="88856"/>
                  <a:pt x="71032" y="89006"/>
                </a:cubicBezTo>
                <a:cubicBezTo>
                  <a:pt x="70958" y="89006"/>
                  <a:pt x="70928" y="89006"/>
                  <a:pt x="70891" y="89157"/>
                </a:cubicBezTo>
                <a:cubicBezTo>
                  <a:pt x="70854" y="89232"/>
                  <a:pt x="70891" y="89307"/>
                  <a:pt x="70891" y="89382"/>
                </a:cubicBezTo>
                <a:cubicBezTo>
                  <a:pt x="70891" y="89533"/>
                  <a:pt x="70891" y="89608"/>
                  <a:pt x="70891" y="89671"/>
                </a:cubicBezTo>
                <a:cubicBezTo>
                  <a:pt x="70854" y="89896"/>
                  <a:pt x="70744" y="90046"/>
                  <a:pt x="70744" y="90272"/>
                </a:cubicBezTo>
                <a:cubicBezTo>
                  <a:pt x="70744" y="90347"/>
                  <a:pt x="70781" y="90422"/>
                  <a:pt x="70781" y="90573"/>
                </a:cubicBezTo>
                <a:cubicBezTo>
                  <a:pt x="70781" y="90786"/>
                  <a:pt x="70781" y="90936"/>
                  <a:pt x="70781" y="91087"/>
                </a:cubicBezTo>
                <a:cubicBezTo>
                  <a:pt x="70781" y="91237"/>
                  <a:pt x="70891" y="91312"/>
                  <a:pt x="70891" y="91387"/>
                </a:cubicBezTo>
                <a:cubicBezTo>
                  <a:pt x="70891" y="91538"/>
                  <a:pt x="70891" y="91613"/>
                  <a:pt x="70891" y="91688"/>
                </a:cubicBezTo>
                <a:cubicBezTo>
                  <a:pt x="70891" y="91826"/>
                  <a:pt x="70928" y="91901"/>
                  <a:pt x="70891" y="91977"/>
                </a:cubicBezTo>
                <a:cubicBezTo>
                  <a:pt x="70854" y="92052"/>
                  <a:pt x="70781" y="91901"/>
                  <a:pt x="70744" y="91977"/>
                </a:cubicBezTo>
                <a:cubicBezTo>
                  <a:pt x="70707" y="92052"/>
                  <a:pt x="70707" y="92127"/>
                  <a:pt x="70670" y="92277"/>
                </a:cubicBezTo>
                <a:cubicBezTo>
                  <a:pt x="70670" y="92353"/>
                  <a:pt x="70633" y="92428"/>
                  <a:pt x="70597" y="92578"/>
                </a:cubicBezTo>
                <a:cubicBezTo>
                  <a:pt x="70597" y="92716"/>
                  <a:pt x="70633" y="92942"/>
                  <a:pt x="70597" y="93092"/>
                </a:cubicBezTo>
                <a:cubicBezTo>
                  <a:pt x="70597" y="93242"/>
                  <a:pt x="70523" y="93318"/>
                  <a:pt x="70486" y="93393"/>
                </a:cubicBezTo>
                <a:cubicBezTo>
                  <a:pt x="70486" y="93543"/>
                  <a:pt x="70486" y="93543"/>
                  <a:pt x="70486" y="93543"/>
                </a:cubicBezTo>
                <a:cubicBezTo>
                  <a:pt x="70486" y="93769"/>
                  <a:pt x="70560" y="93831"/>
                  <a:pt x="70560" y="93982"/>
                </a:cubicBezTo>
                <a:cubicBezTo>
                  <a:pt x="70597" y="94057"/>
                  <a:pt x="70597" y="94132"/>
                  <a:pt x="70597" y="94283"/>
                </a:cubicBezTo>
                <a:cubicBezTo>
                  <a:pt x="70597" y="94583"/>
                  <a:pt x="70597" y="94583"/>
                  <a:pt x="70597" y="94583"/>
                </a:cubicBezTo>
                <a:cubicBezTo>
                  <a:pt x="70597" y="94659"/>
                  <a:pt x="70633" y="94734"/>
                  <a:pt x="70633" y="94884"/>
                </a:cubicBezTo>
                <a:cubicBezTo>
                  <a:pt x="70670" y="95022"/>
                  <a:pt x="70633" y="95172"/>
                  <a:pt x="70633" y="95398"/>
                </a:cubicBezTo>
                <a:cubicBezTo>
                  <a:pt x="70707" y="95398"/>
                  <a:pt x="70744" y="95398"/>
                  <a:pt x="70781" y="95398"/>
                </a:cubicBezTo>
                <a:cubicBezTo>
                  <a:pt x="70891" y="95398"/>
                  <a:pt x="70958" y="95398"/>
                  <a:pt x="71068" y="95398"/>
                </a:cubicBezTo>
                <a:cubicBezTo>
                  <a:pt x="71105" y="95398"/>
                  <a:pt x="71105" y="95624"/>
                  <a:pt x="71142" y="95624"/>
                </a:cubicBezTo>
                <a:cubicBezTo>
                  <a:pt x="71179" y="95624"/>
                  <a:pt x="71215" y="95624"/>
                  <a:pt x="71289" y="95624"/>
                </a:cubicBezTo>
                <a:cubicBezTo>
                  <a:pt x="71326" y="95624"/>
                  <a:pt x="71362" y="95699"/>
                  <a:pt x="71399" y="95699"/>
                </a:cubicBezTo>
                <a:cubicBezTo>
                  <a:pt x="71473" y="95699"/>
                  <a:pt x="71503" y="95624"/>
                  <a:pt x="71540" y="95624"/>
                </a:cubicBezTo>
                <a:cubicBezTo>
                  <a:pt x="71650" y="95624"/>
                  <a:pt x="71761" y="95699"/>
                  <a:pt x="71834" y="95548"/>
                </a:cubicBezTo>
                <a:cubicBezTo>
                  <a:pt x="71871" y="95473"/>
                  <a:pt x="71908" y="95398"/>
                  <a:pt x="71944" y="95248"/>
                </a:cubicBezTo>
                <a:cubicBezTo>
                  <a:pt x="71975" y="95172"/>
                  <a:pt x="72012" y="95097"/>
                  <a:pt x="72012" y="94947"/>
                </a:cubicBezTo>
                <a:cubicBezTo>
                  <a:pt x="72012" y="94884"/>
                  <a:pt x="72012" y="94796"/>
                  <a:pt x="72012" y="94734"/>
                </a:cubicBezTo>
                <a:cubicBezTo>
                  <a:pt x="72012" y="94358"/>
                  <a:pt x="71975" y="94132"/>
                  <a:pt x="72012" y="93831"/>
                </a:cubicBezTo>
                <a:cubicBezTo>
                  <a:pt x="72012" y="93769"/>
                  <a:pt x="72049" y="93618"/>
                  <a:pt x="72049" y="93543"/>
                </a:cubicBezTo>
                <a:cubicBezTo>
                  <a:pt x="72049" y="93468"/>
                  <a:pt x="72122" y="93393"/>
                  <a:pt x="72159" y="93242"/>
                </a:cubicBezTo>
                <a:cubicBezTo>
                  <a:pt x="72159" y="93167"/>
                  <a:pt x="72232" y="93092"/>
                  <a:pt x="72269" y="93017"/>
                </a:cubicBezTo>
                <a:cubicBezTo>
                  <a:pt x="72269" y="92804"/>
                  <a:pt x="72269" y="92653"/>
                  <a:pt x="72269" y="92428"/>
                </a:cubicBezTo>
                <a:cubicBezTo>
                  <a:pt x="72269" y="92202"/>
                  <a:pt x="72232" y="92052"/>
                  <a:pt x="72269" y="91826"/>
                </a:cubicBezTo>
                <a:cubicBezTo>
                  <a:pt x="72269" y="91688"/>
                  <a:pt x="72343" y="91688"/>
                  <a:pt x="72379" y="91613"/>
                </a:cubicBezTo>
                <a:cubicBezTo>
                  <a:pt x="72447" y="91538"/>
                  <a:pt x="72520" y="91538"/>
                  <a:pt x="72557" y="91387"/>
                </a:cubicBezTo>
                <a:cubicBezTo>
                  <a:pt x="72594" y="91312"/>
                  <a:pt x="72704" y="91312"/>
                  <a:pt x="72704" y="91162"/>
                </a:cubicBezTo>
                <a:close/>
                <a:moveTo>
                  <a:pt x="66891" y="57073"/>
                </a:moveTo>
                <a:lnTo>
                  <a:pt x="66891" y="57073"/>
                </a:lnTo>
                <a:cubicBezTo>
                  <a:pt x="66891" y="56923"/>
                  <a:pt x="66823" y="56923"/>
                  <a:pt x="66787" y="56772"/>
                </a:cubicBezTo>
                <a:cubicBezTo>
                  <a:pt x="66787" y="56697"/>
                  <a:pt x="66823" y="56622"/>
                  <a:pt x="66787" y="56472"/>
                </a:cubicBezTo>
                <a:cubicBezTo>
                  <a:pt x="66787" y="56396"/>
                  <a:pt x="66823" y="56321"/>
                  <a:pt x="66787" y="56246"/>
                </a:cubicBezTo>
                <a:cubicBezTo>
                  <a:pt x="66787" y="56096"/>
                  <a:pt x="66713" y="56096"/>
                  <a:pt x="66676" y="56033"/>
                </a:cubicBezTo>
                <a:cubicBezTo>
                  <a:pt x="66603" y="55958"/>
                  <a:pt x="66566" y="55883"/>
                  <a:pt x="66529" y="55883"/>
                </a:cubicBezTo>
                <a:cubicBezTo>
                  <a:pt x="66456" y="55807"/>
                  <a:pt x="66419" y="55883"/>
                  <a:pt x="66382" y="55883"/>
                </a:cubicBezTo>
                <a:cubicBezTo>
                  <a:pt x="66309" y="55807"/>
                  <a:pt x="66309" y="55657"/>
                  <a:pt x="66241" y="55657"/>
                </a:cubicBezTo>
                <a:cubicBezTo>
                  <a:pt x="66168" y="55657"/>
                  <a:pt x="66168" y="55657"/>
                  <a:pt x="66168" y="55657"/>
                </a:cubicBezTo>
                <a:cubicBezTo>
                  <a:pt x="66021" y="55657"/>
                  <a:pt x="65947" y="55883"/>
                  <a:pt x="65807" y="55958"/>
                </a:cubicBezTo>
                <a:cubicBezTo>
                  <a:pt x="65733" y="55958"/>
                  <a:pt x="65733" y="55958"/>
                  <a:pt x="65733" y="55958"/>
                </a:cubicBezTo>
                <a:cubicBezTo>
                  <a:pt x="64747" y="55431"/>
                  <a:pt x="64747" y="55431"/>
                  <a:pt x="64747" y="55431"/>
                </a:cubicBezTo>
                <a:cubicBezTo>
                  <a:pt x="64643" y="55507"/>
                  <a:pt x="64569" y="55582"/>
                  <a:pt x="64459" y="55582"/>
                </a:cubicBezTo>
                <a:cubicBezTo>
                  <a:pt x="64385" y="55582"/>
                  <a:pt x="64312" y="55582"/>
                  <a:pt x="64245" y="55507"/>
                </a:cubicBezTo>
                <a:cubicBezTo>
                  <a:pt x="64171" y="55431"/>
                  <a:pt x="64171" y="55281"/>
                  <a:pt x="64098" y="55206"/>
                </a:cubicBezTo>
                <a:cubicBezTo>
                  <a:pt x="63987" y="55068"/>
                  <a:pt x="63950" y="54918"/>
                  <a:pt x="63840" y="54767"/>
                </a:cubicBezTo>
                <a:cubicBezTo>
                  <a:pt x="63663" y="54617"/>
                  <a:pt x="63552" y="54391"/>
                  <a:pt x="63332" y="54391"/>
                </a:cubicBezTo>
                <a:cubicBezTo>
                  <a:pt x="63191" y="54391"/>
                  <a:pt x="63117" y="54542"/>
                  <a:pt x="62970" y="54542"/>
                </a:cubicBezTo>
                <a:cubicBezTo>
                  <a:pt x="62897" y="54542"/>
                  <a:pt x="62860" y="54466"/>
                  <a:pt x="62787" y="54466"/>
                </a:cubicBezTo>
                <a:cubicBezTo>
                  <a:pt x="62787" y="54767"/>
                  <a:pt x="62756" y="54918"/>
                  <a:pt x="62787" y="55131"/>
                </a:cubicBezTo>
                <a:cubicBezTo>
                  <a:pt x="62787" y="55281"/>
                  <a:pt x="62823" y="55356"/>
                  <a:pt x="62823" y="55431"/>
                </a:cubicBezTo>
                <a:cubicBezTo>
                  <a:pt x="62823" y="55807"/>
                  <a:pt x="62787" y="55958"/>
                  <a:pt x="62787" y="56321"/>
                </a:cubicBezTo>
                <a:cubicBezTo>
                  <a:pt x="62683" y="56321"/>
                  <a:pt x="62646" y="56321"/>
                  <a:pt x="62572" y="56321"/>
                </a:cubicBezTo>
                <a:cubicBezTo>
                  <a:pt x="62425" y="56321"/>
                  <a:pt x="62425" y="56321"/>
                  <a:pt x="62425" y="56321"/>
                </a:cubicBezTo>
                <a:cubicBezTo>
                  <a:pt x="62388" y="56321"/>
                  <a:pt x="62352" y="56396"/>
                  <a:pt x="62278" y="56321"/>
                </a:cubicBezTo>
                <a:cubicBezTo>
                  <a:pt x="62211" y="56321"/>
                  <a:pt x="62211" y="56171"/>
                  <a:pt x="62137" y="56096"/>
                </a:cubicBezTo>
                <a:cubicBezTo>
                  <a:pt x="62101" y="55958"/>
                  <a:pt x="62064" y="55883"/>
                  <a:pt x="61990" y="55807"/>
                </a:cubicBezTo>
                <a:cubicBezTo>
                  <a:pt x="61954" y="55732"/>
                  <a:pt x="61880" y="55732"/>
                  <a:pt x="61807" y="55732"/>
                </a:cubicBezTo>
                <a:cubicBezTo>
                  <a:pt x="61120" y="55732"/>
                  <a:pt x="61120" y="55732"/>
                  <a:pt x="61120" y="55732"/>
                </a:cubicBezTo>
                <a:cubicBezTo>
                  <a:pt x="61120" y="55582"/>
                  <a:pt x="61084" y="55507"/>
                  <a:pt x="61047" y="55431"/>
                </a:cubicBezTo>
                <a:cubicBezTo>
                  <a:pt x="61047" y="55356"/>
                  <a:pt x="61047" y="55206"/>
                  <a:pt x="61047" y="55131"/>
                </a:cubicBezTo>
                <a:cubicBezTo>
                  <a:pt x="61010" y="55068"/>
                  <a:pt x="60937" y="55068"/>
                  <a:pt x="60900" y="54980"/>
                </a:cubicBezTo>
                <a:cubicBezTo>
                  <a:pt x="60826" y="54918"/>
                  <a:pt x="60790" y="54842"/>
                  <a:pt x="60753" y="54767"/>
                </a:cubicBezTo>
                <a:cubicBezTo>
                  <a:pt x="60716" y="54767"/>
                  <a:pt x="60649" y="54767"/>
                  <a:pt x="60612" y="54692"/>
                </a:cubicBezTo>
                <a:cubicBezTo>
                  <a:pt x="60502" y="54692"/>
                  <a:pt x="60428" y="54617"/>
                  <a:pt x="60318" y="54542"/>
                </a:cubicBezTo>
                <a:cubicBezTo>
                  <a:pt x="60208" y="54542"/>
                  <a:pt x="60140" y="54617"/>
                  <a:pt x="60067" y="54542"/>
                </a:cubicBezTo>
                <a:cubicBezTo>
                  <a:pt x="59926" y="54542"/>
                  <a:pt x="59889" y="54391"/>
                  <a:pt x="59779" y="54316"/>
                </a:cubicBezTo>
                <a:cubicBezTo>
                  <a:pt x="59638" y="54166"/>
                  <a:pt x="59528" y="54015"/>
                  <a:pt x="59491" y="53802"/>
                </a:cubicBezTo>
                <a:cubicBezTo>
                  <a:pt x="59491" y="53727"/>
                  <a:pt x="59454" y="53577"/>
                  <a:pt x="59454" y="53501"/>
                </a:cubicBezTo>
                <a:cubicBezTo>
                  <a:pt x="59454" y="53351"/>
                  <a:pt x="59491" y="53351"/>
                  <a:pt x="59528" y="53201"/>
                </a:cubicBezTo>
                <a:cubicBezTo>
                  <a:pt x="59565" y="53050"/>
                  <a:pt x="59638" y="53125"/>
                  <a:pt x="59669" y="52987"/>
                </a:cubicBezTo>
                <a:cubicBezTo>
                  <a:pt x="59669" y="52900"/>
                  <a:pt x="59705" y="52837"/>
                  <a:pt x="59705" y="52687"/>
                </a:cubicBezTo>
                <a:cubicBezTo>
                  <a:pt x="59705" y="52612"/>
                  <a:pt x="59669" y="52536"/>
                  <a:pt x="59638" y="52461"/>
                </a:cubicBezTo>
                <a:cubicBezTo>
                  <a:pt x="59601" y="52311"/>
                  <a:pt x="59528" y="52311"/>
                  <a:pt x="59491" y="52311"/>
                </a:cubicBezTo>
                <a:cubicBezTo>
                  <a:pt x="59454" y="52236"/>
                  <a:pt x="59418" y="52160"/>
                  <a:pt x="59344" y="52085"/>
                </a:cubicBezTo>
                <a:cubicBezTo>
                  <a:pt x="59418" y="52010"/>
                  <a:pt x="59381" y="51872"/>
                  <a:pt x="59454" y="51797"/>
                </a:cubicBezTo>
                <a:cubicBezTo>
                  <a:pt x="59491" y="51722"/>
                  <a:pt x="59565" y="51722"/>
                  <a:pt x="59601" y="51722"/>
                </a:cubicBezTo>
                <a:cubicBezTo>
                  <a:pt x="59638" y="51646"/>
                  <a:pt x="59705" y="51646"/>
                  <a:pt x="59742" y="51646"/>
                </a:cubicBezTo>
                <a:cubicBezTo>
                  <a:pt x="59705" y="51571"/>
                  <a:pt x="59742" y="51421"/>
                  <a:pt x="59705" y="51346"/>
                </a:cubicBezTo>
                <a:cubicBezTo>
                  <a:pt x="59669" y="51271"/>
                  <a:pt x="59601" y="51346"/>
                  <a:pt x="59565" y="51271"/>
                </a:cubicBezTo>
                <a:cubicBezTo>
                  <a:pt x="59454" y="51195"/>
                  <a:pt x="59381" y="51045"/>
                  <a:pt x="59271" y="51045"/>
                </a:cubicBezTo>
                <a:cubicBezTo>
                  <a:pt x="59234" y="51045"/>
                  <a:pt x="59197" y="51120"/>
                  <a:pt x="59130" y="51120"/>
                </a:cubicBezTo>
                <a:cubicBezTo>
                  <a:pt x="59093" y="51120"/>
                  <a:pt x="59056" y="51120"/>
                  <a:pt x="59019" y="51120"/>
                </a:cubicBezTo>
                <a:cubicBezTo>
                  <a:pt x="58909" y="51195"/>
                  <a:pt x="58836" y="51346"/>
                  <a:pt x="58725" y="51346"/>
                </a:cubicBezTo>
                <a:cubicBezTo>
                  <a:pt x="58689" y="51346"/>
                  <a:pt x="58652" y="51346"/>
                  <a:pt x="58584" y="51346"/>
                </a:cubicBezTo>
                <a:cubicBezTo>
                  <a:pt x="58437" y="51346"/>
                  <a:pt x="58327" y="51271"/>
                  <a:pt x="58180" y="51346"/>
                </a:cubicBezTo>
                <a:cubicBezTo>
                  <a:pt x="58113" y="51346"/>
                  <a:pt x="58076" y="51496"/>
                  <a:pt x="58039" y="51571"/>
                </a:cubicBezTo>
                <a:cubicBezTo>
                  <a:pt x="57966" y="51646"/>
                  <a:pt x="57929" y="51722"/>
                  <a:pt x="57892" y="51797"/>
                </a:cubicBezTo>
                <a:cubicBezTo>
                  <a:pt x="57856" y="51722"/>
                  <a:pt x="57782" y="51646"/>
                  <a:pt x="57745" y="51571"/>
                </a:cubicBezTo>
                <a:cubicBezTo>
                  <a:pt x="57709" y="51496"/>
                  <a:pt x="57709" y="51346"/>
                  <a:pt x="57635" y="51271"/>
                </a:cubicBezTo>
                <a:cubicBezTo>
                  <a:pt x="57568" y="51120"/>
                  <a:pt x="57457" y="51045"/>
                  <a:pt x="57347" y="51045"/>
                </a:cubicBezTo>
                <a:cubicBezTo>
                  <a:pt x="57200" y="51045"/>
                  <a:pt x="57096" y="51271"/>
                  <a:pt x="56949" y="51421"/>
                </a:cubicBezTo>
                <a:cubicBezTo>
                  <a:pt x="56912" y="51496"/>
                  <a:pt x="56839" y="51421"/>
                  <a:pt x="56802" y="51421"/>
                </a:cubicBezTo>
                <a:cubicBezTo>
                  <a:pt x="56728" y="51496"/>
                  <a:pt x="56728" y="51571"/>
                  <a:pt x="56655" y="51722"/>
                </a:cubicBezTo>
                <a:cubicBezTo>
                  <a:pt x="55969" y="51722"/>
                  <a:pt x="55969" y="51722"/>
                  <a:pt x="55969" y="51722"/>
                </a:cubicBezTo>
                <a:cubicBezTo>
                  <a:pt x="55932" y="51797"/>
                  <a:pt x="55932" y="51872"/>
                  <a:pt x="55895" y="52010"/>
                </a:cubicBezTo>
                <a:cubicBezTo>
                  <a:pt x="55859" y="52085"/>
                  <a:pt x="55895" y="52236"/>
                  <a:pt x="55859" y="52311"/>
                </a:cubicBezTo>
                <a:cubicBezTo>
                  <a:pt x="55822" y="52386"/>
                  <a:pt x="55785" y="52461"/>
                  <a:pt x="55712" y="52536"/>
                </a:cubicBezTo>
                <a:cubicBezTo>
                  <a:pt x="55675" y="52536"/>
                  <a:pt x="55638" y="52536"/>
                  <a:pt x="55565" y="52536"/>
                </a:cubicBezTo>
                <a:cubicBezTo>
                  <a:pt x="55460" y="52536"/>
                  <a:pt x="55387" y="52461"/>
                  <a:pt x="55313" y="52536"/>
                </a:cubicBezTo>
                <a:cubicBezTo>
                  <a:pt x="55240" y="52536"/>
                  <a:pt x="55203" y="52612"/>
                  <a:pt x="55166" y="52612"/>
                </a:cubicBezTo>
                <a:cubicBezTo>
                  <a:pt x="55093" y="52612"/>
                  <a:pt x="55093" y="52612"/>
                  <a:pt x="55093" y="52612"/>
                </a:cubicBezTo>
                <a:cubicBezTo>
                  <a:pt x="55019" y="52612"/>
                  <a:pt x="54952" y="52536"/>
                  <a:pt x="54879" y="52536"/>
                </a:cubicBezTo>
                <a:cubicBezTo>
                  <a:pt x="54695" y="52536"/>
                  <a:pt x="54621" y="52612"/>
                  <a:pt x="54444" y="52536"/>
                </a:cubicBezTo>
                <a:cubicBezTo>
                  <a:pt x="54407" y="52536"/>
                  <a:pt x="54370" y="52536"/>
                  <a:pt x="54333" y="52536"/>
                </a:cubicBezTo>
                <a:cubicBezTo>
                  <a:pt x="54260" y="52461"/>
                  <a:pt x="54223" y="52311"/>
                  <a:pt x="54186" y="52311"/>
                </a:cubicBezTo>
                <a:cubicBezTo>
                  <a:pt x="54045" y="52160"/>
                  <a:pt x="54045" y="52160"/>
                  <a:pt x="54045" y="52160"/>
                </a:cubicBezTo>
                <a:cubicBezTo>
                  <a:pt x="54003" y="52236"/>
                  <a:pt x="53935" y="52311"/>
                  <a:pt x="53935" y="52461"/>
                </a:cubicBezTo>
                <a:cubicBezTo>
                  <a:pt x="53935" y="52536"/>
                  <a:pt x="53935" y="52612"/>
                  <a:pt x="53935" y="52687"/>
                </a:cubicBezTo>
                <a:cubicBezTo>
                  <a:pt x="53935" y="52837"/>
                  <a:pt x="53898" y="52900"/>
                  <a:pt x="53898" y="52987"/>
                </a:cubicBezTo>
                <a:cubicBezTo>
                  <a:pt x="53898" y="53201"/>
                  <a:pt x="53898" y="53276"/>
                  <a:pt x="53898" y="53426"/>
                </a:cubicBezTo>
                <a:cubicBezTo>
                  <a:pt x="53862" y="53426"/>
                  <a:pt x="53825" y="53426"/>
                  <a:pt x="53751" y="53426"/>
                </a:cubicBezTo>
                <a:cubicBezTo>
                  <a:pt x="53715" y="53426"/>
                  <a:pt x="53678" y="53501"/>
                  <a:pt x="53604" y="53501"/>
                </a:cubicBezTo>
                <a:cubicBezTo>
                  <a:pt x="53531" y="53501"/>
                  <a:pt x="53457" y="53426"/>
                  <a:pt x="53390" y="53426"/>
                </a:cubicBezTo>
                <a:cubicBezTo>
                  <a:pt x="53390" y="54617"/>
                  <a:pt x="53390" y="54617"/>
                  <a:pt x="53390" y="54617"/>
                </a:cubicBezTo>
                <a:cubicBezTo>
                  <a:pt x="52845" y="54617"/>
                  <a:pt x="52845" y="54617"/>
                  <a:pt x="52845" y="54617"/>
                </a:cubicBezTo>
                <a:cubicBezTo>
                  <a:pt x="52845" y="54842"/>
                  <a:pt x="52808" y="54980"/>
                  <a:pt x="52808" y="55206"/>
                </a:cubicBezTo>
                <a:cubicBezTo>
                  <a:pt x="52808" y="55431"/>
                  <a:pt x="52808" y="55582"/>
                  <a:pt x="52808" y="55807"/>
                </a:cubicBezTo>
                <a:cubicBezTo>
                  <a:pt x="52808" y="55883"/>
                  <a:pt x="52771" y="55958"/>
                  <a:pt x="52735" y="56096"/>
                </a:cubicBezTo>
                <a:cubicBezTo>
                  <a:pt x="52735" y="56246"/>
                  <a:pt x="52698" y="56472"/>
                  <a:pt x="52698" y="56697"/>
                </a:cubicBezTo>
                <a:cubicBezTo>
                  <a:pt x="52698" y="57211"/>
                  <a:pt x="52698" y="57211"/>
                  <a:pt x="52698" y="57211"/>
                </a:cubicBezTo>
                <a:cubicBezTo>
                  <a:pt x="52300" y="57211"/>
                  <a:pt x="52300" y="57211"/>
                  <a:pt x="52300" y="57211"/>
                </a:cubicBezTo>
                <a:cubicBezTo>
                  <a:pt x="52300" y="57587"/>
                  <a:pt x="52263" y="57888"/>
                  <a:pt x="52116" y="58113"/>
                </a:cubicBezTo>
                <a:cubicBezTo>
                  <a:pt x="52079" y="58113"/>
                  <a:pt x="52006" y="58113"/>
                  <a:pt x="51969" y="58176"/>
                </a:cubicBezTo>
                <a:cubicBezTo>
                  <a:pt x="51938" y="58251"/>
                  <a:pt x="51938" y="58402"/>
                  <a:pt x="51865" y="58402"/>
                </a:cubicBezTo>
                <a:cubicBezTo>
                  <a:pt x="51828" y="58477"/>
                  <a:pt x="51791" y="58477"/>
                  <a:pt x="51718" y="58477"/>
                </a:cubicBezTo>
                <a:cubicBezTo>
                  <a:pt x="51681" y="58552"/>
                  <a:pt x="51607" y="58477"/>
                  <a:pt x="51607" y="58477"/>
                </a:cubicBezTo>
                <a:cubicBezTo>
                  <a:pt x="51534" y="58552"/>
                  <a:pt x="51571" y="58702"/>
                  <a:pt x="51534" y="58778"/>
                </a:cubicBezTo>
                <a:cubicBezTo>
                  <a:pt x="51497" y="58853"/>
                  <a:pt x="51430" y="59003"/>
                  <a:pt x="51430" y="59078"/>
                </a:cubicBezTo>
                <a:cubicBezTo>
                  <a:pt x="51356" y="59291"/>
                  <a:pt x="51356" y="59517"/>
                  <a:pt x="51283" y="59743"/>
                </a:cubicBezTo>
                <a:cubicBezTo>
                  <a:pt x="51246" y="59818"/>
                  <a:pt x="51209" y="59968"/>
                  <a:pt x="51173" y="60119"/>
                </a:cubicBezTo>
                <a:cubicBezTo>
                  <a:pt x="51136" y="60194"/>
                  <a:pt x="51173" y="60269"/>
                  <a:pt x="51136" y="60332"/>
                </a:cubicBezTo>
                <a:cubicBezTo>
                  <a:pt x="51099" y="60482"/>
                  <a:pt x="51026" y="60557"/>
                  <a:pt x="50989" y="60632"/>
                </a:cubicBezTo>
                <a:cubicBezTo>
                  <a:pt x="50952" y="60783"/>
                  <a:pt x="50952" y="60858"/>
                  <a:pt x="50921" y="60933"/>
                </a:cubicBezTo>
                <a:cubicBezTo>
                  <a:pt x="50885" y="61008"/>
                  <a:pt x="50921" y="61159"/>
                  <a:pt x="50885" y="61234"/>
                </a:cubicBezTo>
                <a:cubicBezTo>
                  <a:pt x="50848" y="61309"/>
                  <a:pt x="50811" y="61234"/>
                  <a:pt x="50738" y="61234"/>
                </a:cubicBezTo>
                <a:cubicBezTo>
                  <a:pt x="50664" y="61309"/>
                  <a:pt x="50591" y="61309"/>
                  <a:pt x="50517" y="61309"/>
                </a:cubicBezTo>
                <a:cubicBezTo>
                  <a:pt x="50517" y="61673"/>
                  <a:pt x="50517" y="61898"/>
                  <a:pt x="50517" y="62199"/>
                </a:cubicBezTo>
                <a:cubicBezTo>
                  <a:pt x="50517" y="62349"/>
                  <a:pt x="50480" y="62412"/>
                  <a:pt x="50480" y="62487"/>
                </a:cubicBezTo>
                <a:cubicBezTo>
                  <a:pt x="50444" y="62638"/>
                  <a:pt x="50444" y="62713"/>
                  <a:pt x="50444" y="62788"/>
                </a:cubicBezTo>
                <a:cubicBezTo>
                  <a:pt x="50413" y="62938"/>
                  <a:pt x="50339" y="62938"/>
                  <a:pt x="50303" y="63014"/>
                </a:cubicBezTo>
                <a:cubicBezTo>
                  <a:pt x="50266" y="63089"/>
                  <a:pt x="50192" y="63014"/>
                  <a:pt x="50156" y="63089"/>
                </a:cubicBezTo>
                <a:cubicBezTo>
                  <a:pt x="50119" y="63164"/>
                  <a:pt x="50119" y="63314"/>
                  <a:pt x="50082" y="63390"/>
                </a:cubicBezTo>
                <a:cubicBezTo>
                  <a:pt x="50082" y="63903"/>
                  <a:pt x="50082" y="63903"/>
                  <a:pt x="50082" y="63903"/>
                </a:cubicBezTo>
                <a:cubicBezTo>
                  <a:pt x="50192" y="63903"/>
                  <a:pt x="50266" y="63903"/>
                  <a:pt x="50376" y="63979"/>
                </a:cubicBezTo>
                <a:cubicBezTo>
                  <a:pt x="50413" y="63979"/>
                  <a:pt x="50444" y="63903"/>
                  <a:pt x="50517" y="63979"/>
                </a:cubicBezTo>
                <a:cubicBezTo>
                  <a:pt x="50554" y="63979"/>
                  <a:pt x="50591" y="63903"/>
                  <a:pt x="50627" y="63979"/>
                </a:cubicBezTo>
                <a:cubicBezTo>
                  <a:pt x="50701" y="63979"/>
                  <a:pt x="50701" y="64129"/>
                  <a:pt x="50738" y="64204"/>
                </a:cubicBezTo>
                <a:cubicBezTo>
                  <a:pt x="50664" y="64492"/>
                  <a:pt x="50664" y="64492"/>
                  <a:pt x="50664" y="64492"/>
                </a:cubicBezTo>
                <a:cubicBezTo>
                  <a:pt x="50664" y="64643"/>
                  <a:pt x="50591" y="64643"/>
                  <a:pt x="50591" y="64793"/>
                </a:cubicBezTo>
                <a:cubicBezTo>
                  <a:pt x="50591" y="65470"/>
                  <a:pt x="50627" y="65833"/>
                  <a:pt x="50627" y="66510"/>
                </a:cubicBezTo>
                <a:cubicBezTo>
                  <a:pt x="50627" y="66798"/>
                  <a:pt x="50627" y="66798"/>
                  <a:pt x="50627" y="66798"/>
                </a:cubicBezTo>
                <a:cubicBezTo>
                  <a:pt x="50627" y="66874"/>
                  <a:pt x="50627" y="67024"/>
                  <a:pt x="50627" y="67099"/>
                </a:cubicBezTo>
                <a:cubicBezTo>
                  <a:pt x="50591" y="67250"/>
                  <a:pt x="50554" y="67325"/>
                  <a:pt x="50517" y="67400"/>
                </a:cubicBezTo>
                <a:cubicBezTo>
                  <a:pt x="50480" y="67475"/>
                  <a:pt x="50376" y="67325"/>
                  <a:pt x="50376" y="67400"/>
                </a:cubicBezTo>
                <a:cubicBezTo>
                  <a:pt x="50339" y="67475"/>
                  <a:pt x="50339" y="67550"/>
                  <a:pt x="50339" y="67688"/>
                </a:cubicBezTo>
                <a:cubicBezTo>
                  <a:pt x="50339" y="67763"/>
                  <a:pt x="50413" y="67839"/>
                  <a:pt x="50413" y="67914"/>
                </a:cubicBezTo>
                <a:cubicBezTo>
                  <a:pt x="50413" y="68064"/>
                  <a:pt x="50413" y="68139"/>
                  <a:pt x="50444" y="68215"/>
                </a:cubicBezTo>
                <a:cubicBezTo>
                  <a:pt x="50444" y="68365"/>
                  <a:pt x="50480" y="68440"/>
                  <a:pt x="50480" y="68515"/>
                </a:cubicBezTo>
                <a:cubicBezTo>
                  <a:pt x="50480" y="68804"/>
                  <a:pt x="50480" y="68804"/>
                  <a:pt x="50480" y="68804"/>
                </a:cubicBezTo>
                <a:cubicBezTo>
                  <a:pt x="50480" y="69029"/>
                  <a:pt x="50444" y="69180"/>
                  <a:pt x="50517" y="69405"/>
                </a:cubicBezTo>
                <a:cubicBezTo>
                  <a:pt x="50517" y="69480"/>
                  <a:pt x="50591" y="69480"/>
                  <a:pt x="50627" y="69631"/>
                </a:cubicBezTo>
                <a:cubicBezTo>
                  <a:pt x="50664" y="69706"/>
                  <a:pt x="50664" y="69844"/>
                  <a:pt x="50701" y="69844"/>
                </a:cubicBezTo>
                <a:cubicBezTo>
                  <a:pt x="50774" y="69919"/>
                  <a:pt x="50811" y="69994"/>
                  <a:pt x="50848" y="69994"/>
                </a:cubicBezTo>
                <a:cubicBezTo>
                  <a:pt x="50921" y="70069"/>
                  <a:pt x="50921" y="70220"/>
                  <a:pt x="50989" y="70220"/>
                </a:cubicBezTo>
                <a:cubicBezTo>
                  <a:pt x="51026" y="70295"/>
                  <a:pt x="51099" y="70220"/>
                  <a:pt x="51136" y="70220"/>
                </a:cubicBezTo>
                <a:cubicBezTo>
                  <a:pt x="51173" y="70295"/>
                  <a:pt x="51246" y="70295"/>
                  <a:pt x="51283" y="70370"/>
                </a:cubicBezTo>
                <a:cubicBezTo>
                  <a:pt x="51356" y="70521"/>
                  <a:pt x="51283" y="70821"/>
                  <a:pt x="51356" y="70959"/>
                </a:cubicBezTo>
                <a:cubicBezTo>
                  <a:pt x="51393" y="71034"/>
                  <a:pt x="51430" y="71034"/>
                  <a:pt x="51497" y="71110"/>
                </a:cubicBezTo>
                <a:cubicBezTo>
                  <a:pt x="51534" y="71185"/>
                  <a:pt x="51571" y="71110"/>
                  <a:pt x="51607" y="71110"/>
                </a:cubicBezTo>
                <a:cubicBezTo>
                  <a:pt x="51607" y="71410"/>
                  <a:pt x="51607" y="71636"/>
                  <a:pt x="51607" y="71924"/>
                </a:cubicBezTo>
                <a:cubicBezTo>
                  <a:pt x="51644" y="72075"/>
                  <a:pt x="51681" y="72150"/>
                  <a:pt x="51718" y="72225"/>
                </a:cubicBezTo>
                <a:cubicBezTo>
                  <a:pt x="51754" y="72375"/>
                  <a:pt x="51828" y="72300"/>
                  <a:pt x="51901" y="72375"/>
                </a:cubicBezTo>
                <a:cubicBezTo>
                  <a:pt x="52006" y="72526"/>
                  <a:pt x="52079" y="72676"/>
                  <a:pt x="52189" y="72751"/>
                </a:cubicBezTo>
                <a:cubicBezTo>
                  <a:pt x="52300" y="72814"/>
                  <a:pt x="52373" y="72814"/>
                  <a:pt x="52514" y="72814"/>
                </a:cubicBezTo>
                <a:cubicBezTo>
                  <a:pt x="52514" y="72902"/>
                  <a:pt x="52514" y="72965"/>
                  <a:pt x="52514" y="73115"/>
                </a:cubicBezTo>
                <a:cubicBezTo>
                  <a:pt x="52514" y="73190"/>
                  <a:pt x="52514" y="73265"/>
                  <a:pt x="52514" y="73416"/>
                </a:cubicBezTo>
                <a:cubicBezTo>
                  <a:pt x="52551" y="73491"/>
                  <a:pt x="52514" y="73566"/>
                  <a:pt x="52514" y="73716"/>
                </a:cubicBezTo>
                <a:cubicBezTo>
                  <a:pt x="52551" y="73792"/>
                  <a:pt x="52624" y="73792"/>
                  <a:pt x="52661" y="73792"/>
                </a:cubicBezTo>
                <a:cubicBezTo>
                  <a:pt x="52735" y="73867"/>
                  <a:pt x="52771" y="73930"/>
                  <a:pt x="52808" y="73930"/>
                </a:cubicBezTo>
                <a:cubicBezTo>
                  <a:pt x="52882" y="74005"/>
                  <a:pt x="52882" y="74155"/>
                  <a:pt x="52918" y="74230"/>
                </a:cubicBezTo>
                <a:cubicBezTo>
                  <a:pt x="52986" y="74381"/>
                  <a:pt x="53096" y="74531"/>
                  <a:pt x="53206" y="74606"/>
                </a:cubicBezTo>
                <a:cubicBezTo>
                  <a:pt x="53243" y="74606"/>
                  <a:pt x="53280" y="74606"/>
                  <a:pt x="53353" y="74606"/>
                </a:cubicBezTo>
                <a:cubicBezTo>
                  <a:pt x="53390" y="74606"/>
                  <a:pt x="53427" y="74757"/>
                  <a:pt x="53500" y="74757"/>
                </a:cubicBezTo>
                <a:cubicBezTo>
                  <a:pt x="53531" y="74757"/>
                  <a:pt x="53604" y="74832"/>
                  <a:pt x="53678" y="74832"/>
                </a:cubicBezTo>
                <a:cubicBezTo>
                  <a:pt x="53751" y="74832"/>
                  <a:pt x="53788" y="74681"/>
                  <a:pt x="53825" y="74531"/>
                </a:cubicBezTo>
                <a:cubicBezTo>
                  <a:pt x="53862" y="74456"/>
                  <a:pt x="53825" y="74306"/>
                  <a:pt x="53862" y="74230"/>
                </a:cubicBezTo>
                <a:cubicBezTo>
                  <a:pt x="53935" y="74155"/>
                  <a:pt x="54045" y="74155"/>
                  <a:pt x="54150" y="74155"/>
                </a:cubicBezTo>
                <a:cubicBezTo>
                  <a:pt x="54186" y="74155"/>
                  <a:pt x="54223" y="74230"/>
                  <a:pt x="54297" y="74230"/>
                </a:cubicBezTo>
                <a:cubicBezTo>
                  <a:pt x="54333" y="74230"/>
                  <a:pt x="54370" y="74155"/>
                  <a:pt x="54444" y="74155"/>
                </a:cubicBezTo>
                <a:cubicBezTo>
                  <a:pt x="54517" y="74155"/>
                  <a:pt x="54517" y="74155"/>
                  <a:pt x="54517" y="74155"/>
                </a:cubicBezTo>
                <a:cubicBezTo>
                  <a:pt x="54658" y="74155"/>
                  <a:pt x="54732" y="74155"/>
                  <a:pt x="54879" y="74155"/>
                </a:cubicBezTo>
                <a:cubicBezTo>
                  <a:pt x="54915" y="74155"/>
                  <a:pt x="54989" y="74155"/>
                  <a:pt x="55019" y="74155"/>
                </a:cubicBezTo>
                <a:cubicBezTo>
                  <a:pt x="55062" y="74230"/>
                  <a:pt x="55019" y="74381"/>
                  <a:pt x="55093" y="74456"/>
                </a:cubicBezTo>
                <a:cubicBezTo>
                  <a:pt x="55203" y="74606"/>
                  <a:pt x="55313" y="74531"/>
                  <a:pt x="55424" y="74531"/>
                </a:cubicBezTo>
                <a:cubicBezTo>
                  <a:pt x="55534" y="74531"/>
                  <a:pt x="55565" y="74531"/>
                  <a:pt x="55638" y="74531"/>
                </a:cubicBezTo>
                <a:cubicBezTo>
                  <a:pt x="55712" y="74531"/>
                  <a:pt x="55748" y="74456"/>
                  <a:pt x="55785" y="74381"/>
                </a:cubicBezTo>
                <a:cubicBezTo>
                  <a:pt x="55822" y="74381"/>
                  <a:pt x="55895" y="74456"/>
                  <a:pt x="55932" y="74381"/>
                </a:cubicBezTo>
                <a:cubicBezTo>
                  <a:pt x="55969" y="74306"/>
                  <a:pt x="55969" y="74155"/>
                  <a:pt x="56006" y="74080"/>
                </a:cubicBezTo>
                <a:cubicBezTo>
                  <a:pt x="56036" y="74005"/>
                  <a:pt x="56073" y="73930"/>
                  <a:pt x="56147" y="73867"/>
                </a:cubicBezTo>
                <a:cubicBezTo>
                  <a:pt x="56183" y="73792"/>
                  <a:pt x="56220" y="73716"/>
                  <a:pt x="56294" y="73716"/>
                </a:cubicBezTo>
                <a:cubicBezTo>
                  <a:pt x="56367" y="73641"/>
                  <a:pt x="56441" y="73716"/>
                  <a:pt x="56551" y="73716"/>
                </a:cubicBezTo>
                <a:cubicBezTo>
                  <a:pt x="56655" y="73716"/>
                  <a:pt x="56728" y="73792"/>
                  <a:pt x="56839" y="73792"/>
                </a:cubicBezTo>
                <a:cubicBezTo>
                  <a:pt x="56912" y="73792"/>
                  <a:pt x="56912" y="73792"/>
                  <a:pt x="56912" y="73792"/>
                </a:cubicBezTo>
                <a:cubicBezTo>
                  <a:pt x="56986" y="73716"/>
                  <a:pt x="57022" y="73491"/>
                  <a:pt x="57096" y="73491"/>
                </a:cubicBezTo>
                <a:cubicBezTo>
                  <a:pt x="57200" y="73340"/>
                  <a:pt x="57310" y="73340"/>
                  <a:pt x="57457" y="73340"/>
                </a:cubicBezTo>
                <a:cubicBezTo>
                  <a:pt x="57531" y="73340"/>
                  <a:pt x="57635" y="73265"/>
                  <a:pt x="57672" y="73416"/>
                </a:cubicBezTo>
                <a:cubicBezTo>
                  <a:pt x="57709" y="73491"/>
                  <a:pt x="57709" y="73641"/>
                  <a:pt x="57709" y="73716"/>
                </a:cubicBezTo>
                <a:cubicBezTo>
                  <a:pt x="57745" y="73792"/>
                  <a:pt x="57782" y="73867"/>
                  <a:pt x="57819" y="73930"/>
                </a:cubicBezTo>
                <a:cubicBezTo>
                  <a:pt x="57819" y="74080"/>
                  <a:pt x="57819" y="74155"/>
                  <a:pt x="57856" y="74230"/>
                </a:cubicBezTo>
                <a:cubicBezTo>
                  <a:pt x="57856" y="74306"/>
                  <a:pt x="57856" y="74456"/>
                  <a:pt x="57892" y="74531"/>
                </a:cubicBezTo>
                <a:cubicBezTo>
                  <a:pt x="57929" y="74606"/>
                  <a:pt x="57966" y="74606"/>
                  <a:pt x="58039" y="74681"/>
                </a:cubicBezTo>
                <a:cubicBezTo>
                  <a:pt x="58076" y="74757"/>
                  <a:pt x="58113" y="74757"/>
                  <a:pt x="58180" y="74757"/>
                </a:cubicBezTo>
                <a:cubicBezTo>
                  <a:pt x="59381" y="74757"/>
                  <a:pt x="59381" y="74757"/>
                  <a:pt x="59381" y="74757"/>
                </a:cubicBezTo>
                <a:cubicBezTo>
                  <a:pt x="59381" y="75646"/>
                  <a:pt x="59381" y="75646"/>
                  <a:pt x="59381" y="75646"/>
                </a:cubicBezTo>
                <a:cubicBezTo>
                  <a:pt x="59381" y="75722"/>
                  <a:pt x="59344" y="75797"/>
                  <a:pt x="59344" y="75872"/>
                </a:cubicBezTo>
                <a:cubicBezTo>
                  <a:pt x="59344" y="76085"/>
                  <a:pt x="59381" y="76236"/>
                  <a:pt x="59344" y="76461"/>
                </a:cubicBezTo>
                <a:cubicBezTo>
                  <a:pt x="59344" y="76612"/>
                  <a:pt x="59381" y="76687"/>
                  <a:pt x="59344" y="76762"/>
                </a:cubicBezTo>
                <a:cubicBezTo>
                  <a:pt x="59344" y="76912"/>
                  <a:pt x="59271" y="76912"/>
                  <a:pt x="59234" y="77063"/>
                </a:cubicBezTo>
                <a:cubicBezTo>
                  <a:pt x="59234" y="77125"/>
                  <a:pt x="59197" y="77201"/>
                  <a:pt x="59197" y="77276"/>
                </a:cubicBezTo>
                <a:cubicBezTo>
                  <a:pt x="59197" y="77652"/>
                  <a:pt x="59160" y="77877"/>
                  <a:pt x="59160" y="78166"/>
                </a:cubicBezTo>
                <a:cubicBezTo>
                  <a:pt x="59160" y="78241"/>
                  <a:pt x="59160" y="78466"/>
                  <a:pt x="59130" y="78466"/>
                </a:cubicBezTo>
                <a:cubicBezTo>
                  <a:pt x="59130" y="78542"/>
                  <a:pt x="59056" y="78466"/>
                  <a:pt x="59019" y="78466"/>
                </a:cubicBezTo>
                <a:cubicBezTo>
                  <a:pt x="58946" y="78542"/>
                  <a:pt x="58983" y="78692"/>
                  <a:pt x="58946" y="78767"/>
                </a:cubicBezTo>
                <a:cubicBezTo>
                  <a:pt x="58983" y="78767"/>
                  <a:pt x="59019" y="78842"/>
                  <a:pt x="59093" y="78918"/>
                </a:cubicBezTo>
                <a:cubicBezTo>
                  <a:pt x="59160" y="78993"/>
                  <a:pt x="59271" y="78918"/>
                  <a:pt x="59344" y="79143"/>
                </a:cubicBezTo>
                <a:cubicBezTo>
                  <a:pt x="59418" y="79281"/>
                  <a:pt x="59344" y="79507"/>
                  <a:pt x="59381" y="79657"/>
                </a:cubicBezTo>
                <a:cubicBezTo>
                  <a:pt x="59418" y="79807"/>
                  <a:pt x="59418" y="79883"/>
                  <a:pt x="59454" y="79958"/>
                </a:cubicBezTo>
                <a:cubicBezTo>
                  <a:pt x="59491" y="80033"/>
                  <a:pt x="59565" y="80033"/>
                  <a:pt x="59601" y="80033"/>
                </a:cubicBezTo>
                <a:cubicBezTo>
                  <a:pt x="59638" y="80108"/>
                  <a:pt x="59705" y="80108"/>
                  <a:pt x="59742" y="80171"/>
                </a:cubicBezTo>
                <a:cubicBezTo>
                  <a:pt x="59779" y="80246"/>
                  <a:pt x="59742" y="80396"/>
                  <a:pt x="59779" y="80472"/>
                </a:cubicBezTo>
                <a:cubicBezTo>
                  <a:pt x="59852" y="80697"/>
                  <a:pt x="59963" y="80848"/>
                  <a:pt x="60030" y="81073"/>
                </a:cubicBezTo>
                <a:cubicBezTo>
                  <a:pt x="60030" y="81148"/>
                  <a:pt x="60067" y="81211"/>
                  <a:pt x="60067" y="81361"/>
                </a:cubicBezTo>
                <a:cubicBezTo>
                  <a:pt x="60140" y="81512"/>
                  <a:pt x="60208" y="81662"/>
                  <a:pt x="60245" y="81888"/>
                </a:cubicBezTo>
                <a:cubicBezTo>
                  <a:pt x="60281" y="82038"/>
                  <a:pt x="60318" y="82113"/>
                  <a:pt x="60318" y="82189"/>
                </a:cubicBezTo>
                <a:cubicBezTo>
                  <a:pt x="60355" y="82402"/>
                  <a:pt x="60318" y="82552"/>
                  <a:pt x="60318" y="82853"/>
                </a:cubicBezTo>
                <a:cubicBezTo>
                  <a:pt x="60318" y="83078"/>
                  <a:pt x="60355" y="83229"/>
                  <a:pt x="60392" y="83367"/>
                </a:cubicBezTo>
                <a:cubicBezTo>
                  <a:pt x="60428" y="83517"/>
                  <a:pt x="60502" y="83592"/>
                  <a:pt x="60502" y="83667"/>
                </a:cubicBezTo>
                <a:cubicBezTo>
                  <a:pt x="60502" y="83818"/>
                  <a:pt x="60465" y="83893"/>
                  <a:pt x="60465" y="83968"/>
                </a:cubicBezTo>
                <a:cubicBezTo>
                  <a:pt x="60465" y="84269"/>
                  <a:pt x="60465" y="84269"/>
                  <a:pt x="60465" y="84269"/>
                </a:cubicBezTo>
                <a:cubicBezTo>
                  <a:pt x="60465" y="84482"/>
                  <a:pt x="60502" y="84632"/>
                  <a:pt x="60539" y="84858"/>
                </a:cubicBezTo>
                <a:cubicBezTo>
                  <a:pt x="60575" y="84933"/>
                  <a:pt x="60649" y="84858"/>
                  <a:pt x="60679" y="85008"/>
                </a:cubicBezTo>
                <a:cubicBezTo>
                  <a:pt x="60716" y="85084"/>
                  <a:pt x="60679" y="85234"/>
                  <a:pt x="60679" y="85384"/>
                </a:cubicBezTo>
                <a:cubicBezTo>
                  <a:pt x="60679" y="85597"/>
                  <a:pt x="60679" y="85673"/>
                  <a:pt x="60679" y="85823"/>
                </a:cubicBezTo>
                <a:cubicBezTo>
                  <a:pt x="60679" y="85973"/>
                  <a:pt x="60649" y="86049"/>
                  <a:pt x="60649" y="86124"/>
                </a:cubicBezTo>
                <a:cubicBezTo>
                  <a:pt x="60649" y="86199"/>
                  <a:pt x="60649" y="86349"/>
                  <a:pt x="60612" y="86425"/>
                </a:cubicBezTo>
                <a:cubicBezTo>
                  <a:pt x="60575" y="86487"/>
                  <a:pt x="60502" y="86487"/>
                  <a:pt x="60465" y="86625"/>
                </a:cubicBezTo>
                <a:cubicBezTo>
                  <a:pt x="60355" y="86926"/>
                  <a:pt x="60281" y="87151"/>
                  <a:pt x="60245" y="87452"/>
                </a:cubicBezTo>
                <a:cubicBezTo>
                  <a:pt x="60245" y="87665"/>
                  <a:pt x="60281" y="87816"/>
                  <a:pt x="60245" y="88041"/>
                </a:cubicBezTo>
                <a:cubicBezTo>
                  <a:pt x="60245" y="88116"/>
                  <a:pt x="60245" y="88267"/>
                  <a:pt x="60208" y="88342"/>
                </a:cubicBezTo>
                <a:cubicBezTo>
                  <a:pt x="60208" y="88492"/>
                  <a:pt x="60104" y="88492"/>
                  <a:pt x="60067" y="88630"/>
                </a:cubicBezTo>
                <a:cubicBezTo>
                  <a:pt x="60067" y="88706"/>
                  <a:pt x="60030" y="88781"/>
                  <a:pt x="60030" y="88931"/>
                </a:cubicBezTo>
                <a:cubicBezTo>
                  <a:pt x="60000" y="89157"/>
                  <a:pt x="60030" y="89232"/>
                  <a:pt x="60030" y="89457"/>
                </a:cubicBezTo>
                <a:cubicBezTo>
                  <a:pt x="60030" y="89821"/>
                  <a:pt x="60000" y="90046"/>
                  <a:pt x="60067" y="90347"/>
                </a:cubicBezTo>
                <a:cubicBezTo>
                  <a:pt x="60067" y="90498"/>
                  <a:pt x="60140" y="90498"/>
                  <a:pt x="60177" y="90636"/>
                </a:cubicBezTo>
                <a:cubicBezTo>
                  <a:pt x="60245" y="90723"/>
                  <a:pt x="60318" y="90723"/>
                  <a:pt x="60318" y="90861"/>
                </a:cubicBezTo>
                <a:cubicBezTo>
                  <a:pt x="60318" y="90936"/>
                  <a:pt x="60318" y="91012"/>
                  <a:pt x="60318" y="91087"/>
                </a:cubicBezTo>
                <a:cubicBezTo>
                  <a:pt x="60318" y="91237"/>
                  <a:pt x="60318" y="91312"/>
                  <a:pt x="60318" y="91387"/>
                </a:cubicBezTo>
                <a:cubicBezTo>
                  <a:pt x="60318" y="91538"/>
                  <a:pt x="60355" y="91613"/>
                  <a:pt x="60392" y="91688"/>
                </a:cubicBezTo>
                <a:cubicBezTo>
                  <a:pt x="60428" y="91826"/>
                  <a:pt x="60428" y="91901"/>
                  <a:pt x="60465" y="91977"/>
                </a:cubicBezTo>
                <a:cubicBezTo>
                  <a:pt x="60539" y="92127"/>
                  <a:pt x="60679" y="92277"/>
                  <a:pt x="60790" y="92428"/>
                </a:cubicBezTo>
                <a:cubicBezTo>
                  <a:pt x="60790" y="92503"/>
                  <a:pt x="60790" y="92578"/>
                  <a:pt x="60790" y="92716"/>
                </a:cubicBezTo>
                <a:cubicBezTo>
                  <a:pt x="60790" y="92866"/>
                  <a:pt x="60826" y="92942"/>
                  <a:pt x="60863" y="93017"/>
                </a:cubicBezTo>
                <a:cubicBezTo>
                  <a:pt x="60863" y="93167"/>
                  <a:pt x="60863" y="93242"/>
                  <a:pt x="60900" y="93318"/>
                </a:cubicBezTo>
                <a:cubicBezTo>
                  <a:pt x="60900" y="93468"/>
                  <a:pt x="60863" y="93543"/>
                  <a:pt x="60900" y="93618"/>
                </a:cubicBezTo>
                <a:cubicBezTo>
                  <a:pt x="60900" y="93769"/>
                  <a:pt x="61010" y="93769"/>
                  <a:pt x="61010" y="93907"/>
                </a:cubicBezTo>
                <a:cubicBezTo>
                  <a:pt x="61010" y="95398"/>
                  <a:pt x="61010" y="95398"/>
                  <a:pt x="61010" y="95398"/>
                </a:cubicBezTo>
                <a:cubicBezTo>
                  <a:pt x="61010" y="95548"/>
                  <a:pt x="61047" y="95699"/>
                  <a:pt x="61047" y="95912"/>
                </a:cubicBezTo>
                <a:cubicBezTo>
                  <a:pt x="61047" y="95987"/>
                  <a:pt x="61047" y="96137"/>
                  <a:pt x="61047" y="96213"/>
                </a:cubicBezTo>
                <a:cubicBezTo>
                  <a:pt x="61084" y="96438"/>
                  <a:pt x="61151" y="96589"/>
                  <a:pt x="61194" y="96814"/>
                </a:cubicBezTo>
                <a:cubicBezTo>
                  <a:pt x="61298" y="97102"/>
                  <a:pt x="61482" y="97178"/>
                  <a:pt x="61592" y="97554"/>
                </a:cubicBezTo>
                <a:cubicBezTo>
                  <a:pt x="61592" y="97629"/>
                  <a:pt x="61592" y="97779"/>
                  <a:pt x="61592" y="97854"/>
                </a:cubicBezTo>
                <a:cubicBezTo>
                  <a:pt x="61592" y="97930"/>
                  <a:pt x="61629" y="98067"/>
                  <a:pt x="61629" y="98143"/>
                </a:cubicBezTo>
                <a:cubicBezTo>
                  <a:pt x="61629" y="98218"/>
                  <a:pt x="61666" y="98293"/>
                  <a:pt x="61696" y="98443"/>
                </a:cubicBezTo>
                <a:cubicBezTo>
                  <a:pt x="61739" y="98669"/>
                  <a:pt x="61739" y="98819"/>
                  <a:pt x="61807" y="98957"/>
                </a:cubicBezTo>
                <a:cubicBezTo>
                  <a:pt x="61807" y="99108"/>
                  <a:pt x="61880" y="99183"/>
                  <a:pt x="61954" y="99258"/>
                </a:cubicBezTo>
                <a:cubicBezTo>
                  <a:pt x="61990" y="99408"/>
                  <a:pt x="62064" y="99333"/>
                  <a:pt x="62064" y="99484"/>
                </a:cubicBezTo>
                <a:cubicBezTo>
                  <a:pt x="62101" y="99709"/>
                  <a:pt x="62064" y="99860"/>
                  <a:pt x="62064" y="100073"/>
                </a:cubicBezTo>
                <a:cubicBezTo>
                  <a:pt x="62101" y="100148"/>
                  <a:pt x="62137" y="100223"/>
                  <a:pt x="62137" y="100373"/>
                </a:cubicBezTo>
                <a:cubicBezTo>
                  <a:pt x="62174" y="100449"/>
                  <a:pt x="62241" y="100524"/>
                  <a:pt x="62241" y="100674"/>
                </a:cubicBezTo>
                <a:cubicBezTo>
                  <a:pt x="62241" y="100749"/>
                  <a:pt x="62241" y="100749"/>
                  <a:pt x="62241" y="100749"/>
                </a:cubicBezTo>
                <a:cubicBezTo>
                  <a:pt x="62241" y="100900"/>
                  <a:pt x="62137" y="100900"/>
                  <a:pt x="62101" y="100975"/>
                </a:cubicBezTo>
                <a:cubicBezTo>
                  <a:pt x="62064" y="101125"/>
                  <a:pt x="62027" y="101188"/>
                  <a:pt x="61990" y="101263"/>
                </a:cubicBezTo>
                <a:cubicBezTo>
                  <a:pt x="61990" y="101338"/>
                  <a:pt x="62027" y="101489"/>
                  <a:pt x="61990" y="101564"/>
                </a:cubicBezTo>
                <a:cubicBezTo>
                  <a:pt x="62064" y="101564"/>
                  <a:pt x="62101" y="101639"/>
                  <a:pt x="62137" y="101639"/>
                </a:cubicBezTo>
                <a:cubicBezTo>
                  <a:pt x="62278" y="101639"/>
                  <a:pt x="62278" y="101639"/>
                  <a:pt x="62278" y="101639"/>
                </a:cubicBezTo>
                <a:cubicBezTo>
                  <a:pt x="62278" y="101714"/>
                  <a:pt x="62278" y="101865"/>
                  <a:pt x="62278" y="101940"/>
                </a:cubicBezTo>
                <a:cubicBezTo>
                  <a:pt x="62278" y="102015"/>
                  <a:pt x="62278" y="102153"/>
                  <a:pt x="62278" y="102228"/>
                </a:cubicBezTo>
                <a:cubicBezTo>
                  <a:pt x="62315" y="102303"/>
                  <a:pt x="62388" y="102303"/>
                  <a:pt x="62425" y="102379"/>
                </a:cubicBezTo>
                <a:cubicBezTo>
                  <a:pt x="62462" y="102454"/>
                  <a:pt x="62499" y="102529"/>
                  <a:pt x="62572" y="102529"/>
                </a:cubicBezTo>
                <a:cubicBezTo>
                  <a:pt x="63258" y="102529"/>
                  <a:pt x="63258" y="102529"/>
                  <a:pt x="63258" y="102529"/>
                </a:cubicBezTo>
                <a:cubicBezTo>
                  <a:pt x="63369" y="102529"/>
                  <a:pt x="63442" y="102379"/>
                  <a:pt x="63552" y="102303"/>
                </a:cubicBezTo>
                <a:cubicBezTo>
                  <a:pt x="63663" y="102228"/>
                  <a:pt x="63730" y="102153"/>
                  <a:pt x="63840" y="102153"/>
                </a:cubicBezTo>
                <a:cubicBezTo>
                  <a:pt x="64716" y="102153"/>
                  <a:pt x="64716" y="102153"/>
                  <a:pt x="64716" y="102153"/>
                </a:cubicBezTo>
                <a:cubicBezTo>
                  <a:pt x="64716" y="102015"/>
                  <a:pt x="64790" y="102015"/>
                  <a:pt x="64790" y="101865"/>
                </a:cubicBezTo>
                <a:cubicBezTo>
                  <a:pt x="64820" y="101790"/>
                  <a:pt x="64790" y="101639"/>
                  <a:pt x="64790" y="101564"/>
                </a:cubicBezTo>
                <a:cubicBezTo>
                  <a:pt x="64820" y="101489"/>
                  <a:pt x="64894" y="101489"/>
                  <a:pt x="64931" y="101489"/>
                </a:cubicBezTo>
                <a:cubicBezTo>
                  <a:pt x="65004" y="101489"/>
                  <a:pt x="65041" y="101489"/>
                  <a:pt x="65078" y="101489"/>
                </a:cubicBezTo>
                <a:cubicBezTo>
                  <a:pt x="65188" y="101489"/>
                  <a:pt x="65261" y="101489"/>
                  <a:pt x="65366" y="101414"/>
                </a:cubicBezTo>
                <a:cubicBezTo>
                  <a:pt x="65402" y="101414"/>
                  <a:pt x="65476" y="101414"/>
                  <a:pt x="65513" y="101338"/>
                </a:cubicBezTo>
                <a:cubicBezTo>
                  <a:pt x="65549" y="101263"/>
                  <a:pt x="65586" y="101188"/>
                  <a:pt x="65623" y="101038"/>
                </a:cubicBezTo>
                <a:cubicBezTo>
                  <a:pt x="65623" y="100975"/>
                  <a:pt x="65586" y="100825"/>
                  <a:pt x="65623" y="100749"/>
                </a:cubicBezTo>
                <a:cubicBezTo>
                  <a:pt x="65623" y="100674"/>
                  <a:pt x="65696" y="100749"/>
                  <a:pt x="65733" y="100674"/>
                </a:cubicBezTo>
                <a:cubicBezTo>
                  <a:pt x="65807" y="100599"/>
                  <a:pt x="65837" y="100524"/>
                  <a:pt x="65874" y="100449"/>
                </a:cubicBezTo>
                <a:cubicBezTo>
                  <a:pt x="65947" y="100298"/>
                  <a:pt x="65984" y="100223"/>
                  <a:pt x="66021" y="100148"/>
                </a:cubicBezTo>
                <a:cubicBezTo>
                  <a:pt x="66094" y="100010"/>
                  <a:pt x="66131" y="100010"/>
                  <a:pt x="66168" y="99860"/>
                </a:cubicBezTo>
                <a:cubicBezTo>
                  <a:pt x="66205" y="99634"/>
                  <a:pt x="66205" y="99484"/>
                  <a:pt x="66278" y="99258"/>
                </a:cubicBezTo>
                <a:cubicBezTo>
                  <a:pt x="66309" y="99183"/>
                  <a:pt x="66346" y="99108"/>
                  <a:pt x="66419" y="98957"/>
                </a:cubicBezTo>
                <a:cubicBezTo>
                  <a:pt x="66529" y="98819"/>
                  <a:pt x="66640" y="98744"/>
                  <a:pt x="66676" y="98519"/>
                </a:cubicBezTo>
                <a:cubicBezTo>
                  <a:pt x="66713" y="98368"/>
                  <a:pt x="66713" y="98293"/>
                  <a:pt x="66713" y="98218"/>
                </a:cubicBezTo>
                <a:cubicBezTo>
                  <a:pt x="66750" y="98067"/>
                  <a:pt x="66823" y="97992"/>
                  <a:pt x="66854" y="97930"/>
                </a:cubicBezTo>
                <a:cubicBezTo>
                  <a:pt x="66928" y="97779"/>
                  <a:pt x="66964" y="97779"/>
                  <a:pt x="67001" y="97629"/>
                </a:cubicBezTo>
                <a:cubicBezTo>
                  <a:pt x="67038" y="97328"/>
                  <a:pt x="67038" y="97178"/>
                  <a:pt x="67038" y="96877"/>
                </a:cubicBezTo>
                <a:cubicBezTo>
                  <a:pt x="67038" y="96739"/>
                  <a:pt x="67075" y="96664"/>
                  <a:pt x="67038" y="96513"/>
                </a:cubicBezTo>
                <a:cubicBezTo>
                  <a:pt x="67038" y="96363"/>
                  <a:pt x="66964" y="96363"/>
                  <a:pt x="66928" y="96213"/>
                </a:cubicBezTo>
                <a:cubicBezTo>
                  <a:pt x="66928" y="96137"/>
                  <a:pt x="66928" y="95987"/>
                  <a:pt x="66891" y="95912"/>
                </a:cubicBezTo>
                <a:cubicBezTo>
                  <a:pt x="66964" y="95849"/>
                  <a:pt x="66964" y="95699"/>
                  <a:pt x="67038" y="95699"/>
                </a:cubicBezTo>
                <a:cubicBezTo>
                  <a:pt x="67075" y="95699"/>
                  <a:pt x="67148" y="95699"/>
                  <a:pt x="67185" y="95699"/>
                </a:cubicBezTo>
                <a:cubicBezTo>
                  <a:pt x="67222" y="95699"/>
                  <a:pt x="67295" y="95699"/>
                  <a:pt x="67326" y="95699"/>
                </a:cubicBezTo>
                <a:cubicBezTo>
                  <a:pt x="67399" y="95699"/>
                  <a:pt x="67399" y="95473"/>
                  <a:pt x="67473" y="95398"/>
                </a:cubicBezTo>
                <a:cubicBezTo>
                  <a:pt x="67509" y="95323"/>
                  <a:pt x="67546" y="95323"/>
                  <a:pt x="67620" y="95172"/>
                </a:cubicBezTo>
                <a:cubicBezTo>
                  <a:pt x="67656" y="95097"/>
                  <a:pt x="67656" y="94947"/>
                  <a:pt x="67693" y="94947"/>
                </a:cubicBezTo>
                <a:cubicBezTo>
                  <a:pt x="67767" y="94884"/>
                  <a:pt x="67803" y="94796"/>
                  <a:pt x="67840" y="94734"/>
                </a:cubicBezTo>
                <a:cubicBezTo>
                  <a:pt x="67871" y="94659"/>
                  <a:pt x="67981" y="94734"/>
                  <a:pt x="67981" y="94659"/>
                </a:cubicBezTo>
                <a:cubicBezTo>
                  <a:pt x="68018" y="94583"/>
                  <a:pt x="67981" y="94433"/>
                  <a:pt x="67981" y="94358"/>
                </a:cubicBezTo>
                <a:cubicBezTo>
                  <a:pt x="67981" y="93982"/>
                  <a:pt x="67944" y="93831"/>
                  <a:pt x="67908" y="93468"/>
                </a:cubicBezTo>
                <a:cubicBezTo>
                  <a:pt x="67908" y="93318"/>
                  <a:pt x="67871" y="93092"/>
                  <a:pt x="67840" y="92942"/>
                </a:cubicBezTo>
                <a:cubicBezTo>
                  <a:pt x="67840" y="92716"/>
                  <a:pt x="67803" y="92503"/>
                  <a:pt x="67730" y="92353"/>
                </a:cubicBezTo>
                <a:cubicBezTo>
                  <a:pt x="67693" y="92127"/>
                  <a:pt x="67620" y="92052"/>
                  <a:pt x="67620" y="91751"/>
                </a:cubicBezTo>
                <a:cubicBezTo>
                  <a:pt x="67620" y="91613"/>
                  <a:pt x="67693" y="91613"/>
                  <a:pt x="67730" y="91463"/>
                </a:cubicBezTo>
                <a:cubicBezTo>
                  <a:pt x="67803" y="91387"/>
                  <a:pt x="67803" y="91312"/>
                  <a:pt x="67840" y="91162"/>
                </a:cubicBezTo>
                <a:cubicBezTo>
                  <a:pt x="67871" y="91087"/>
                  <a:pt x="67908" y="91012"/>
                  <a:pt x="67981" y="90936"/>
                </a:cubicBezTo>
                <a:cubicBezTo>
                  <a:pt x="68018" y="90861"/>
                  <a:pt x="68091" y="90861"/>
                  <a:pt x="68128" y="90861"/>
                </a:cubicBezTo>
                <a:cubicBezTo>
                  <a:pt x="68165" y="90786"/>
                  <a:pt x="68165" y="90636"/>
                  <a:pt x="68202" y="90573"/>
                </a:cubicBezTo>
                <a:cubicBezTo>
                  <a:pt x="68238" y="90422"/>
                  <a:pt x="68312" y="90422"/>
                  <a:pt x="68349" y="90272"/>
                </a:cubicBezTo>
                <a:cubicBezTo>
                  <a:pt x="68379" y="90197"/>
                  <a:pt x="68349" y="90046"/>
                  <a:pt x="68416" y="89971"/>
                </a:cubicBezTo>
                <a:cubicBezTo>
                  <a:pt x="68490" y="89821"/>
                  <a:pt x="68563" y="89746"/>
                  <a:pt x="68673" y="89671"/>
                </a:cubicBezTo>
                <a:cubicBezTo>
                  <a:pt x="68747" y="89671"/>
                  <a:pt x="68784" y="89671"/>
                  <a:pt x="68820" y="89608"/>
                </a:cubicBezTo>
                <a:cubicBezTo>
                  <a:pt x="68857" y="89608"/>
                  <a:pt x="68924" y="89671"/>
                  <a:pt x="68961" y="89608"/>
                </a:cubicBezTo>
                <a:cubicBezTo>
                  <a:pt x="69035" y="89608"/>
                  <a:pt x="69035" y="89457"/>
                  <a:pt x="69108" y="89382"/>
                </a:cubicBezTo>
                <a:cubicBezTo>
                  <a:pt x="69218" y="89307"/>
                  <a:pt x="69292" y="89232"/>
                  <a:pt x="69396" y="89081"/>
                </a:cubicBezTo>
                <a:cubicBezTo>
                  <a:pt x="69470" y="88856"/>
                  <a:pt x="69543" y="88706"/>
                  <a:pt x="69543" y="88492"/>
                </a:cubicBezTo>
                <a:cubicBezTo>
                  <a:pt x="69580" y="88267"/>
                  <a:pt x="69543" y="88116"/>
                  <a:pt x="69543" y="87891"/>
                </a:cubicBezTo>
                <a:cubicBezTo>
                  <a:pt x="69543" y="87816"/>
                  <a:pt x="69580" y="87740"/>
                  <a:pt x="69580" y="87590"/>
                </a:cubicBezTo>
                <a:cubicBezTo>
                  <a:pt x="69580" y="87227"/>
                  <a:pt x="69580" y="87227"/>
                  <a:pt x="69580" y="87227"/>
                </a:cubicBezTo>
                <a:cubicBezTo>
                  <a:pt x="69580" y="87001"/>
                  <a:pt x="69617" y="86926"/>
                  <a:pt x="69580" y="86775"/>
                </a:cubicBezTo>
                <a:cubicBezTo>
                  <a:pt x="69580" y="86625"/>
                  <a:pt x="69506" y="86550"/>
                  <a:pt x="69506" y="86487"/>
                </a:cubicBezTo>
                <a:cubicBezTo>
                  <a:pt x="69506" y="84783"/>
                  <a:pt x="69506" y="84783"/>
                  <a:pt x="69506" y="84783"/>
                </a:cubicBezTo>
                <a:cubicBezTo>
                  <a:pt x="69470" y="84708"/>
                  <a:pt x="69433" y="84632"/>
                  <a:pt x="69396" y="84557"/>
                </a:cubicBezTo>
                <a:cubicBezTo>
                  <a:pt x="69292" y="84269"/>
                  <a:pt x="69255" y="83968"/>
                  <a:pt x="69182" y="83592"/>
                </a:cubicBezTo>
                <a:cubicBezTo>
                  <a:pt x="69182" y="83442"/>
                  <a:pt x="69255" y="83304"/>
                  <a:pt x="69255" y="83078"/>
                </a:cubicBezTo>
                <a:cubicBezTo>
                  <a:pt x="69255" y="82928"/>
                  <a:pt x="69218" y="82853"/>
                  <a:pt x="69218" y="82778"/>
                </a:cubicBezTo>
                <a:cubicBezTo>
                  <a:pt x="69218" y="82627"/>
                  <a:pt x="69255" y="82552"/>
                  <a:pt x="69255" y="82477"/>
                </a:cubicBezTo>
                <a:cubicBezTo>
                  <a:pt x="69255" y="82402"/>
                  <a:pt x="69182" y="82326"/>
                  <a:pt x="69182" y="82189"/>
                </a:cubicBezTo>
                <a:cubicBezTo>
                  <a:pt x="69182" y="82113"/>
                  <a:pt x="69108" y="82038"/>
                  <a:pt x="69108" y="81888"/>
                </a:cubicBezTo>
                <a:cubicBezTo>
                  <a:pt x="69108" y="81737"/>
                  <a:pt x="69108" y="81737"/>
                  <a:pt x="69108" y="81737"/>
                </a:cubicBezTo>
                <a:cubicBezTo>
                  <a:pt x="69108" y="81587"/>
                  <a:pt x="69108" y="81437"/>
                  <a:pt x="69145" y="81361"/>
                </a:cubicBezTo>
                <a:cubicBezTo>
                  <a:pt x="69145" y="81211"/>
                  <a:pt x="69145" y="81148"/>
                  <a:pt x="69145" y="81073"/>
                </a:cubicBezTo>
                <a:cubicBezTo>
                  <a:pt x="69145" y="80923"/>
                  <a:pt x="69255" y="80923"/>
                  <a:pt x="69292" y="80848"/>
                </a:cubicBezTo>
                <a:cubicBezTo>
                  <a:pt x="69396" y="80472"/>
                  <a:pt x="69543" y="80321"/>
                  <a:pt x="69617" y="79958"/>
                </a:cubicBezTo>
                <a:cubicBezTo>
                  <a:pt x="69653" y="79883"/>
                  <a:pt x="69653" y="79807"/>
                  <a:pt x="69653" y="79657"/>
                </a:cubicBezTo>
                <a:cubicBezTo>
                  <a:pt x="69690" y="79582"/>
                  <a:pt x="69764" y="79507"/>
                  <a:pt x="69764" y="79431"/>
                </a:cubicBezTo>
                <a:cubicBezTo>
                  <a:pt x="69800" y="79281"/>
                  <a:pt x="69800" y="79206"/>
                  <a:pt x="69800" y="79143"/>
                </a:cubicBezTo>
                <a:cubicBezTo>
                  <a:pt x="69837" y="78918"/>
                  <a:pt x="69874" y="78767"/>
                  <a:pt x="69941" y="78542"/>
                </a:cubicBezTo>
                <a:cubicBezTo>
                  <a:pt x="69978" y="78466"/>
                  <a:pt x="70052" y="78391"/>
                  <a:pt x="70088" y="78316"/>
                </a:cubicBezTo>
                <a:cubicBezTo>
                  <a:pt x="70125" y="78241"/>
                  <a:pt x="70199" y="78166"/>
                  <a:pt x="70235" y="78090"/>
                </a:cubicBezTo>
                <a:cubicBezTo>
                  <a:pt x="70272" y="78028"/>
                  <a:pt x="70309" y="77953"/>
                  <a:pt x="70346" y="77802"/>
                </a:cubicBezTo>
                <a:cubicBezTo>
                  <a:pt x="70413" y="77652"/>
                  <a:pt x="70486" y="77501"/>
                  <a:pt x="70597" y="77351"/>
                </a:cubicBezTo>
                <a:cubicBezTo>
                  <a:pt x="70670" y="77201"/>
                  <a:pt x="70707" y="77125"/>
                  <a:pt x="70744" y="77063"/>
                </a:cubicBezTo>
                <a:cubicBezTo>
                  <a:pt x="70817" y="76912"/>
                  <a:pt x="70817" y="76837"/>
                  <a:pt x="70891" y="76762"/>
                </a:cubicBezTo>
                <a:cubicBezTo>
                  <a:pt x="70995" y="76612"/>
                  <a:pt x="71068" y="76536"/>
                  <a:pt x="71179" y="76386"/>
                </a:cubicBezTo>
                <a:cubicBezTo>
                  <a:pt x="71215" y="76311"/>
                  <a:pt x="71215" y="76160"/>
                  <a:pt x="71252" y="76085"/>
                </a:cubicBezTo>
                <a:cubicBezTo>
                  <a:pt x="71289" y="76010"/>
                  <a:pt x="71326" y="76010"/>
                  <a:pt x="71399" y="75872"/>
                </a:cubicBezTo>
                <a:cubicBezTo>
                  <a:pt x="71399" y="75797"/>
                  <a:pt x="71399" y="75646"/>
                  <a:pt x="71399" y="75646"/>
                </a:cubicBezTo>
                <a:cubicBezTo>
                  <a:pt x="71430" y="75571"/>
                  <a:pt x="71503" y="75571"/>
                  <a:pt x="71540" y="75571"/>
                </a:cubicBezTo>
                <a:cubicBezTo>
                  <a:pt x="71614" y="75496"/>
                  <a:pt x="71650" y="75346"/>
                  <a:pt x="71687" y="75346"/>
                </a:cubicBezTo>
                <a:cubicBezTo>
                  <a:pt x="71761" y="75271"/>
                  <a:pt x="71797" y="75195"/>
                  <a:pt x="71834" y="75120"/>
                </a:cubicBezTo>
                <a:cubicBezTo>
                  <a:pt x="71871" y="75045"/>
                  <a:pt x="71944" y="75045"/>
                  <a:pt x="71975" y="74982"/>
                </a:cubicBezTo>
                <a:cubicBezTo>
                  <a:pt x="72012" y="74895"/>
                  <a:pt x="72049" y="74757"/>
                  <a:pt x="72085" y="74681"/>
                </a:cubicBezTo>
                <a:cubicBezTo>
                  <a:pt x="72159" y="74381"/>
                  <a:pt x="72122" y="74155"/>
                  <a:pt x="72196" y="73792"/>
                </a:cubicBezTo>
                <a:cubicBezTo>
                  <a:pt x="72196" y="73716"/>
                  <a:pt x="72306" y="73716"/>
                  <a:pt x="72343" y="73641"/>
                </a:cubicBezTo>
                <a:cubicBezTo>
                  <a:pt x="72379" y="73491"/>
                  <a:pt x="72416" y="73416"/>
                  <a:pt x="72447" y="73340"/>
                </a:cubicBezTo>
                <a:cubicBezTo>
                  <a:pt x="72520" y="73265"/>
                  <a:pt x="72594" y="73190"/>
                  <a:pt x="72630" y="73115"/>
                </a:cubicBezTo>
                <a:cubicBezTo>
                  <a:pt x="72704" y="73040"/>
                  <a:pt x="72704" y="72902"/>
                  <a:pt x="72741" y="72814"/>
                </a:cubicBezTo>
                <a:cubicBezTo>
                  <a:pt x="72777" y="72751"/>
                  <a:pt x="72814" y="72676"/>
                  <a:pt x="72851" y="72526"/>
                </a:cubicBezTo>
                <a:cubicBezTo>
                  <a:pt x="72888" y="72300"/>
                  <a:pt x="72888" y="72150"/>
                  <a:pt x="72888" y="71924"/>
                </a:cubicBezTo>
                <a:cubicBezTo>
                  <a:pt x="72888" y="71786"/>
                  <a:pt x="72888" y="71636"/>
                  <a:pt x="72888" y="71410"/>
                </a:cubicBezTo>
                <a:cubicBezTo>
                  <a:pt x="72888" y="71034"/>
                  <a:pt x="72992" y="70821"/>
                  <a:pt x="72992" y="70445"/>
                </a:cubicBezTo>
                <a:cubicBezTo>
                  <a:pt x="72992" y="69844"/>
                  <a:pt x="72992" y="69844"/>
                  <a:pt x="72992" y="69844"/>
                </a:cubicBezTo>
                <a:cubicBezTo>
                  <a:pt x="72924" y="69844"/>
                  <a:pt x="72851" y="69844"/>
                  <a:pt x="72777" y="69844"/>
                </a:cubicBezTo>
                <a:cubicBezTo>
                  <a:pt x="72704" y="69844"/>
                  <a:pt x="72594" y="69844"/>
                  <a:pt x="72520" y="69844"/>
                </a:cubicBezTo>
                <a:cubicBezTo>
                  <a:pt x="72490" y="69919"/>
                  <a:pt x="72447" y="70069"/>
                  <a:pt x="72379" y="70069"/>
                </a:cubicBezTo>
                <a:cubicBezTo>
                  <a:pt x="72232" y="70295"/>
                  <a:pt x="72122" y="70521"/>
                  <a:pt x="71908" y="70521"/>
                </a:cubicBezTo>
                <a:cubicBezTo>
                  <a:pt x="71797" y="70521"/>
                  <a:pt x="71761" y="70370"/>
                  <a:pt x="71650" y="70370"/>
                </a:cubicBezTo>
                <a:cubicBezTo>
                  <a:pt x="71503" y="70370"/>
                  <a:pt x="71503" y="70370"/>
                  <a:pt x="71503" y="70370"/>
                </a:cubicBezTo>
                <a:cubicBezTo>
                  <a:pt x="71399" y="70370"/>
                  <a:pt x="71362" y="70445"/>
                  <a:pt x="71252" y="70445"/>
                </a:cubicBezTo>
                <a:cubicBezTo>
                  <a:pt x="71142" y="70445"/>
                  <a:pt x="71068" y="70445"/>
                  <a:pt x="70958" y="70445"/>
                </a:cubicBezTo>
                <a:cubicBezTo>
                  <a:pt x="70928" y="70445"/>
                  <a:pt x="70817" y="70370"/>
                  <a:pt x="70744" y="70295"/>
                </a:cubicBezTo>
                <a:cubicBezTo>
                  <a:pt x="70670" y="69994"/>
                  <a:pt x="70670" y="69994"/>
                  <a:pt x="70670" y="69994"/>
                </a:cubicBezTo>
                <a:cubicBezTo>
                  <a:pt x="70670" y="69919"/>
                  <a:pt x="70597" y="69844"/>
                  <a:pt x="70560" y="69769"/>
                </a:cubicBezTo>
                <a:cubicBezTo>
                  <a:pt x="70560" y="69631"/>
                  <a:pt x="70597" y="69556"/>
                  <a:pt x="70560" y="69480"/>
                </a:cubicBezTo>
                <a:cubicBezTo>
                  <a:pt x="70560" y="69330"/>
                  <a:pt x="70450" y="69405"/>
                  <a:pt x="70450" y="69330"/>
                </a:cubicBezTo>
                <a:cubicBezTo>
                  <a:pt x="70382" y="69029"/>
                  <a:pt x="70382" y="69029"/>
                  <a:pt x="70382" y="69029"/>
                </a:cubicBezTo>
                <a:cubicBezTo>
                  <a:pt x="70346" y="68954"/>
                  <a:pt x="70382" y="68804"/>
                  <a:pt x="70382" y="68741"/>
                </a:cubicBezTo>
                <a:cubicBezTo>
                  <a:pt x="70346" y="68653"/>
                  <a:pt x="70272" y="68591"/>
                  <a:pt x="70235" y="68515"/>
                </a:cubicBezTo>
                <a:cubicBezTo>
                  <a:pt x="70199" y="68515"/>
                  <a:pt x="70125" y="68591"/>
                  <a:pt x="70088" y="68515"/>
                </a:cubicBezTo>
                <a:cubicBezTo>
                  <a:pt x="70015" y="68440"/>
                  <a:pt x="69978" y="68365"/>
                  <a:pt x="69941" y="68215"/>
                </a:cubicBezTo>
                <a:cubicBezTo>
                  <a:pt x="69911" y="68139"/>
                  <a:pt x="69911" y="68064"/>
                  <a:pt x="69837" y="67914"/>
                </a:cubicBezTo>
                <a:cubicBezTo>
                  <a:pt x="69800" y="67914"/>
                  <a:pt x="69764" y="67914"/>
                  <a:pt x="69690" y="67839"/>
                </a:cubicBezTo>
                <a:cubicBezTo>
                  <a:pt x="69653" y="67688"/>
                  <a:pt x="69653" y="67550"/>
                  <a:pt x="69580" y="67550"/>
                </a:cubicBezTo>
                <a:cubicBezTo>
                  <a:pt x="69543" y="67475"/>
                  <a:pt x="69506" y="67400"/>
                  <a:pt x="69470" y="67400"/>
                </a:cubicBezTo>
                <a:cubicBezTo>
                  <a:pt x="69396" y="67325"/>
                  <a:pt x="69366" y="67400"/>
                  <a:pt x="69329" y="67400"/>
                </a:cubicBezTo>
                <a:cubicBezTo>
                  <a:pt x="69255" y="67325"/>
                  <a:pt x="69218" y="67250"/>
                  <a:pt x="69182" y="67174"/>
                </a:cubicBezTo>
                <a:cubicBezTo>
                  <a:pt x="69071" y="67024"/>
                  <a:pt x="69071" y="66798"/>
                  <a:pt x="69035" y="66573"/>
                </a:cubicBezTo>
                <a:cubicBezTo>
                  <a:pt x="69035" y="66510"/>
                  <a:pt x="68998" y="66435"/>
                  <a:pt x="68998" y="66285"/>
                </a:cubicBezTo>
                <a:cubicBezTo>
                  <a:pt x="68998" y="66134"/>
                  <a:pt x="68998" y="65909"/>
                  <a:pt x="68961" y="65758"/>
                </a:cubicBezTo>
                <a:cubicBezTo>
                  <a:pt x="68924" y="65608"/>
                  <a:pt x="68857" y="65608"/>
                  <a:pt x="68820" y="65545"/>
                </a:cubicBezTo>
                <a:cubicBezTo>
                  <a:pt x="68747" y="65320"/>
                  <a:pt x="68673" y="65169"/>
                  <a:pt x="68600" y="64944"/>
                </a:cubicBezTo>
                <a:cubicBezTo>
                  <a:pt x="68600" y="64793"/>
                  <a:pt x="68526" y="64793"/>
                  <a:pt x="68526" y="64643"/>
                </a:cubicBezTo>
                <a:cubicBezTo>
                  <a:pt x="68526" y="64568"/>
                  <a:pt x="68563" y="64492"/>
                  <a:pt x="68563" y="64355"/>
                </a:cubicBezTo>
                <a:cubicBezTo>
                  <a:pt x="68563" y="64054"/>
                  <a:pt x="68563" y="64054"/>
                  <a:pt x="68563" y="64054"/>
                </a:cubicBezTo>
                <a:cubicBezTo>
                  <a:pt x="68563" y="63903"/>
                  <a:pt x="68563" y="63678"/>
                  <a:pt x="68526" y="63527"/>
                </a:cubicBezTo>
                <a:cubicBezTo>
                  <a:pt x="68490" y="63390"/>
                  <a:pt x="68416" y="63390"/>
                  <a:pt x="68416" y="63239"/>
                </a:cubicBezTo>
                <a:cubicBezTo>
                  <a:pt x="68349" y="63014"/>
                  <a:pt x="68349" y="62863"/>
                  <a:pt x="68275" y="62638"/>
                </a:cubicBezTo>
                <a:cubicBezTo>
                  <a:pt x="68238" y="62562"/>
                  <a:pt x="68238" y="62487"/>
                  <a:pt x="68202" y="62349"/>
                </a:cubicBezTo>
                <a:cubicBezTo>
                  <a:pt x="68165" y="62274"/>
                  <a:pt x="68091" y="62349"/>
                  <a:pt x="68055" y="62199"/>
                </a:cubicBezTo>
                <a:cubicBezTo>
                  <a:pt x="68018" y="62124"/>
                  <a:pt x="68018" y="62049"/>
                  <a:pt x="67981" y="61973"/>
                </a:cubicBezTo>
                <a:cubicBezTo>
                  <a:pt x="67981" y="61823"/>
                  <a:pt x="67981" y="61748"/>
                  <a:pt x="67981" y="61673"/>
                </a:cubicBezTo>
                <a:cubicBezTo>
                  <a:pt x="67981" y="61447"/>
                  <a:pt x="68018" y="61309"/>
                  <a:pt x="67981" y="61084"/>
                </a:cubicBezTo>
                <a:cubicBezTo>
                  <a:pt x="67981" y="61008"/>
                  <a:pt x="67944" y="60858"/>
                  <a:pt x="67944" y="60783"/>
                </a:cubicBezTo>
                <a:cubicBezTo>
                  <a:pt x="67944" y="60708"/>
                  <a:pt x="67871" y="60632"/>
                  <a:pt x="67840" y="60482"/>
                </a:cubicBezTo>
                <a:cubicBezTo>
                  <a:pt x="67767" y="60269"/>
                  <a:pt x="67656" y="60194"/>
                  <a:pt x="67620" y="59968"/>
                </a:cubicBezTo>
                <a:cubicBezTo>
                  <a:pt x="67583" y="59818"/>
                  <a:pt x="67546" y="59743"/>
                  <a:pt x="67546" y="59667"/>
                </a:cubicBezTo>
                <a:cubicBezTo>
                  <a:pt x="67509" y="59442"/>
                  <a:pt x="67546" y="59291"/>
                  <a:pt x="67546" y="59078"/>
                </a:cubicBezTo>
                <a:cubicBezTo>
                  <a:pt x="67509" y="58853"/>
                  <a:pt x="67436" y="58702"/>
                  <a:pt x="67399" y="58477"/>
                </a:cubicBezTo>
                <a:cubicBezTo>
                  <a:pt x="67362" y="58402"/>
                  <a:pt x="67326" y="58326"/>
                  <a:pt x="67295" y="58251"/>
                </a:cubicBezTo>
                <a:cubicBezTo>
                  <a:pt x="67258" y="58113"/>
                  <a:pt x="67222" y="58038"/>
                  <a:pt x="67185" y="57963"/>
                </a:cubicBezTo>
                <a:cubicBezTo>
                  <a:pt x="67148" y="57813"/>
                  <a:pt x="67075" y="57813"/>
                  <a:pt x="67038" y="57737"/>
                </a:cubicBezTo>
                <a:cubicBezTo>
                  <a:pt x="67001" y="57662"/>
                  <a:pt x="66928" y="57148"/>
                  <a:pt x="66891" y="57073"/>
                </a:cubicBezTo>
                <a:close/>
                <a:moveTo>
                  <a:pt x="31344" y="111816"/>
                </a:moveTo>
                <a:lnTo>
                  <a:pt x="31344" y="111816"/>
                </a:lnTo>
                <a:cubicBezTo>
                  <a:pt x="31307" y="111816"/>
                  <a:pt x="31307" y="111816"/>
                  <a:pt x="31271" y="111816"/>
                </a:cubicBezTo>
                <a:cubicBezTo>
                  <a:pt x="31234" y="111740"/>
                  <a:pt x="31197" y="111740"/>
                  <a:pt x="31197" y="111740"/>
                </a:cubicBezTo>
                <a:cubicBezTo>
                  <a:pt x="31197" y="111665"/>
                  <a:pt x="31197" y="111603"/>
                  <a:pt x="31197" y="111603"/>
                </a:cubicBezTo>
                <a:cubicBezTo>
                  <a:pt x="31197" y="111527"/>
                  <a:pt x="31197" y="111452"/>
                  <a:pt x="31197" y="111452"/>
                </a:cubicBezTo>
                <a:cubicBezTo>
                  <a:pt x="31160" y="111377"/>
                  <a:pt x="31160" y="111377"/>
                  <a:pt x="31124" y="111377"/>
                </a:cubicBezTo>
                <a:cubicBezTo>
                  <a:pt x="31087" y="111377"/>
                  <a:pt x="31087" y="111377"/>
                  <a:pt x="31050" y="111377"/>
                </a:cubicBezTo>
                <a:cubicBezTo>
                  <a:pt x="31050" y="111816"/>
                  <a:pt x="31050" y="111816"/>
                  <a:pt x="31050" y="111816"/>
                </a:cubicBezTo>
                <a:cubicBezTo>
                  <a:pt x="30977" y="111816"/>
                  <a:pt x="30946" y="111816"/>
                  <a:pt x="30909" y="111891"/>
                </a:cubicBezTo>
                <a:cubicBezTo>
                  <a:pt x="30872" y="111966"/>
                  <a:pt x="30872" y="112041"/>
                  <a:pt x="30872" y="112041"/>
                </a:cubicBezTo>
                <a:cubicBezTo>
                  <a:pt x="30836" y="112116"/>
                  <a:pt x="30799" y="112116"/>
                  <a:pt x="30799" y="112192"/>
                </a:cubicBezTo>
                <a:cubicBezTo>
                  <a:pt x="30799" y="112342"/>
                  <a:pt x="30872" y="112492"/>
                  <a:pt x="30946" y="112492"/>
                </a:cubicBezTo>
                <a:cubicBezTo>
                  <a:pt x="30977" y="112492"/>
                  <a:pt x="31013" y="112417"/>
                  <a:pt x="31013" y="112417"/>
                </a:cubicBezTo>
                <a:cubicBezTo>
                  <a:pt x="31050" y="112417"/>
                  <a:pt x="31087" y="112492"/>
                  <a:pt x="31087" y="112492"/>
                </a:cubicBezTo>
                <a:cubicBezTo>
                  <a:pt x="31124" y="112492"/>
                  <a:pt x="31160" y="112492"/>
                  <a:pt x="31160" y="112492"/>
                </a:cubicBezTo>
                <a:cubicBezTo>
                  <a:pt x="31197" y="112492"/>
                  <a:pt x="31197" y="112568"/>
                  <a:pt x="31234" y="112630"/>
                </a:cubicBezTo>
                <a:cubicBezTo>
                  <a:pt x="31197" y="112630"/>
                  <a:pt x="31197" y="112706"/>
                  <a:pt x="31197" y="112781"/>
                </a:cubicBezTo>
                <a:cubicBezTo>
                  <a:pt x="31197" y="112856"/>
                  <a:pt x="31124" y="112856"/>
                  <a:pt x="31124" y="112931"/>
                </a:cubicBezTo>
                <a:cubicBezTo>
                  <a:pt x="31124" y="113006"/>
                  <a:pt x="31160" y="113006"/>
                  <a:pt x="31160" y="113081"/>
                </a:cubicBezTo>
                <a:cubicBezTo>
                  <a:pt x="31160" y="113081"/>
                  <a:pt x="31160" y="113157"/>
                  <a:pt x="31160" y="113232"/>
                </a:cubicBezTo>
                <a:cubicBezTo>
                  <a:pt x="31234" y="113232"/>
                  <a:pt x="31307" y="113157"/>
                  <a:pt x="31344" y="113232"/>
                </a:cubicBezTo>
                <a:cubicBezTo>
                  <a:pt x="31418" y="113307"/>
                  <a:pt x="31454" y="113307"/>
                  <a:pt x="31485" y="113382"/>
                </a:cubicBezTo>
                <a:cubicBezTo>
                  <a:pt x="31485" y="113457"/>
                  <a:pt x="31454" y="113457"/>
                  <a:pt x="31454" y="113533"/>
                </a:cubicBezTo>
                <a:cubicBezTo>
                  <a:pt x="31454" y="113608"/>
                  <a:pt x="31454" y="113608"/>
                  <a:pt x="31454" y="113683"/>
                </a:cubicBezTo>
                <a:cubicBezTo>
                  <a:pt x="31418" y="113683"/>
                  <a:pt x="31381" y="113683"/>
                  <a:pt x="31307" y="113683"/>
                </a:cubicBezTo>
                <a:lnTo>
                  <a:pt x="31271" y="113683"/>
                </a:lnTo>
                <a:cubicBezTo>
                  <a:pt x="31197" y="113683"/>
                  <a:pt x="31160" y="113746"/>
                  <a:pt x="31124" y="113746"/>
                </a:cubicBezTo>
                <a:cubicBezTo>
                  <a:pt x="31050" y="113746"/>
                  <a:pt x="31013" y="113746"/>
                  <a:pt x="30977" y="113746"/>
                </a:cubicBezTo>
                <a:cubicBezTo>
                  <a:pt x="30946" y="113746"/>
                  <a:pt x="30946" y="113821"/>
                  <a:pt x="30909" y="113896"/>
                </a:cubicBezTo>
                <a:cubicBezTo>
                  <a:pt x="30872" y="113896"/>
                  <a:pt x="30836" y="113971"/>
                  <a:pt x="30836" y="114046"/>
                </a:cubicBezTo>
                <a:cubicBezTo>
                  <a:pt x="30836" y="114122"/>
                  <a:pt x="30836" y="114122"/>
                  <a:pt x="30836" y="114122"/>
                </a:cubicBezTo>
                <a:cubicBezTo>
                  <a:pt x="30836" y="114122"/>
                  <a:pt x="30872" y="114197"/>
                  <a:pt x="30872" y="114272"/>
                </a:cubicBezTo>
                <a:lnTo>
                  <a:pt x="30872" y="114347"/>
                </a:lnTo>
                <a:cubicBezTo>
                  <a:pt x="30872" y="114422"/>
                  <a:pt x="30872" y="114498"/>
                  <a:pt x="30872" y="114498"/>
                </a:cubicBezTo>
                <a:cubicBezTo>
                  <a:pt x="30872" y="114573"/>
                  <a:pt x="30946" y="114573"/>
                  <a:pt x="30946" y="114573"/>
                </a:cubicBezTo>
                <a:cubicBezTo>
                  <a:pt x="30946" y="114648"/>
                  <a:pt x="30977" y="114711"/>
                  <a:pt x="30977" y="114798"/>
                </a:cubicBezTo>
                <a:cubicBezTo>
                  <a:pt x="30977" y="114861"/>
                  <a:pt x="30977" y="114861"/>
                  <a:pt x="30977" y="114861"/>
                </a:cubicBezTo>
                <a:cubicBezTo>
                  <a:pt x="30977" y="114936"/>
                  <a:pt x="30946" y="114936"/>
                  <a:pt x="30946" y="115012"/>
                </a:cubicBezTo>
                <a:cubicBezTo>
                  <a:pt x="30946" y="115087"/>
                  <a:pt x="30909" y="115087"/>
                  <a:pt x="30909" y="115162"/>
                </a:cubicBezTo>
                <a:cubicBezTo>
                  <a:pt x="30909" y="115312"/>
                  <a:pt x="30977" y="115312"/>
                  <a:pt x="31013" y="115387"/>
                </a:cubicBezTo>
                <a:cubicBezTo>
                  <a:pt x="31050" y="115538"/>
                  <a:pt x="31087" y="115613"/>
                  <a:pt x="31087" y="115688"/>
                </a:cubicBezTo>
                <a:cubicBezTo>
                  <a:pt x="31087" y="115763"/>
                  <a:pt x="31013" y="115688"/>
                  <a:pt x="31013" y="115763"/>
                </a:cubicBezTo>
                <a:cubicBezTo>
                  <a:pt x="31013" y="115826"/>
                  <a:pt x="31013" y="115901"/>
                  <a:pt x="31013" y="115901"/>
                </a:cubicBezTo>
                <a:cubicBezTo>
                  <a:pt x="31050" y="115977"/>
                  <a:pt x="31087" y="115977"/>
                  <a:pt x="31087" y="115977"/>
                </a:cubicBezTo>
                <a:cubicBezTo>
                  <a:pt x="31124" y="116052"/>
                  <a:pt x="31160" y="116052"/>
                  <a:pt x="31160" y="116052"/>
                </a:cubicBezTo>
                <a:cubicBezTo>
                  <a:pt x="31197" y="116052"/>
                  <a:pt x="31160" y="116127"/>
                  <a:pt x="31160" y="116202"/>
                </a:cubicBezTo>
                <a:cubicBezTo>
                  <a:pt x="31013" y="116353"/>
                  <a:pt x="31013" y="116353"/>
                  <a:pt x="31013" y="116353"/>
                </a:cubicBezTo>
                <a:cubicBezTo>
                  <a:pt x="31050" y="116503"/>
                  <a:pt x="31050" y="116503"/>
                  <a:pt x="31050" y="116503"/>
                </a:cubicBezTo>
                <a:cubicBezTo>
                  <a:pt x="31087" y="116503"/>
                  <a:pt x="31087" y="116503"/>
                  <a:pt x="31124" y="116503"/>
                </a:cubicBezTo>
                <a:cubicBezTo>
                  <a:pt x="31271" y="116503"/>
                  <a:pt x="31271" y="116503"/>
                  <a:pt x="31271" y="116503"/>
                </a:cubicBezTo>
                <a:cubicBezTo>
                  <a:pt x="31307" y="116503"/>
                  <a:pt x="31307" y="116503"/>
                  <a:pt x="31344" y="116503"/>
                </a:cubicBezTo>
                <a:cubicBezTo>
                  <a:pt x="31344" y="116578"/>
                  <a:pt x="31344" y="116653"/>
                  <a:pt x="31307" y="116728"/>
                </a:cubicBezTo>
                <a:cubicBezTo>
                  <a:pt x="31271" y="116791"/>
                  <a:pt x="31234" y="116791"/>
                  <a:pt x="31197" y="116879"/>
                </a:cubicBezTo>
                <a:cubicBezTo>
                  <a:pt x="31234" y="116942"/>
                  <a:pt x="31234" y="117017"/>
                  <a:pt x="31307" y="117092"/>
                </a:cubicBezTo>
                <a:cubicBezTo>
                  <a:pt x="31344" y="117092"/>
                  <a:pt x="31344" y="117092"/>
                  <a:pt x="31381" y="117092"/>
                </a:cubicBezTo>
                <a:cubicBezTo>
                  <a:pt x="31418" y="117092"/>
                  <a:pt x="31418" y="117092"/>
                  <a:pt x="31454" y="117092"/>
                </a:cubicBezTo>
                <a:cubicBezTo>
                  <a:pt x="31454" y="117092"/>
                  <a:pt x="31418" y="117167"/>
                  <a:pt x="31454" y="117167"/>
                </a:cubicBezTo>
                <a:cubicBezTo>
                  <a:pt x="31381" y="117318"/>
                  <a:pt x="31381" y="117318"/>
                  <a:pt x="31381" y="117318"/>
                </a:cubicBezTo>
                <a:cubicBezTo>
                  <a:pt x="31381" y="117393"/>
                  <a:pt x="31418" y="117393"/>
                  <a:pt x="31418" y="117468"/>
                </a:cubicBezTo>
                <a:cubicBezTo>
                  <a:pt x="31454" y="117543"/>
                  <a:pt x="31485" y="117468"/>
                  <a:pt x="31485" y="117543"/>
                </a:cubicBezTo>
                <a:cubicBezTo>
                  <a:pt x="31522" y="117618"/>
                  <a:pt x="31522" y="117693"/>
                  <a:pt x="31522" y="117769"/>
                </a:cubicBezTo>
                <a:cubicBezTo>
                  <a:pt x="31522" y="117769"/>
                  <a:pt x="31485" y="117844"/>
                  <a:pt x="31485" y="117907"/>
                </a:cubicBezTo>
                <a:cubicBezTo>
                  <a:pt x="31522" y="117907"/>
                  <a:pt x="31558" y="117982"/>
                  <a:pt x="31558" y="117982"/>
                </a:cubicBezTo>
                <a:cubicBezTo>
                  <a:pt x="31632" y="118057"/>
                  <a:pt x="31705" y="118057"/>
                  <a:pt x="31779" y="118132"/>
                </a:cubicBezTo>
                <a:cubicBezTo>
                  <a:pt x="31816" y="118207"/>
                  <a:pt x="31816" y="118207"/>
                  <a:pt x="31852" y="118283"/>
                </a:cubicBezTo>
                <a:cubicBezTo>
                  <a:pt x="31852" y="118283"/>
                  <a:pt x="31852" y="118358"/>
                  <a:pt x="31852" y="118433"/>
                </a:cubicBezTo>
                <a:cubicBezTo>
                  <a:pt x="31889" y="118433"/>
                  <a:pt x="31889" y="118508"/>
                  <a:pt x="31889" y="118583"/>
                </a:cubicBezTo>
                <a:cubicBezTo>
                  <a:pt x="31889" y="118583"/>
                  <a:pt x="31926" y="118583"/>
                  <a:pt x="31963" y="118659"/>
                </a:cubicBezTo>
                <a:cubicBezTo>
                  <a:pt x="32000" y="118659"/>
                  <a:pt x="32030" y="118659"/>
                  <a:pt x="32030" y="118734"/>
                </a:cubicBezTo>
                <a:cubicBezTo>
                  <a:pt x="32030" y="118809"/>
                  <a:pt x="32030" y="118809"/>
                  <a:pt x="32030" y="118872"/>
                </a:cubicBezTo>
                <a:cubicBezTo>
                  <a:pt x="32030" y="118959"/>
                  <a:pt x="32030" y="119022"/>
                  <a:pt x="32030" y="119097"/>
                </a:cubicBezTo>
                <a:cubicBezTo>
                  <a:pt x="32104" y="119097"/>
                  <a:pt x="32140" y="119097"/>
                  <a:pt x="32177" y="119097"/>
                </a:cubicBezTo>
                <a:cubicBezTo>
                  <a:pt x="32214" y="119097"/>
                  <a:pt x="32214" y="119097"/>
                  <a:pt x="32251" y="119097"/>
                </a:cubicBezTo>
                <a:cubicBezTo>
                  <a:pt x="32287" y="119172"/>
                  <a:pt x="32287" y="119172"/>
                  <a:pt x="32324" y="119172"/>
                </a:cubicBezTo>
                <a:cubicBezTo>
                  <a:pt x="32324" y="119172"/>
                  <a:pt x="32324" y="119248"/>
                  <a:pt x="32324" y="119323"/>
                </a:cubicBezTo>
                <a:cubicBezTo>
                  <a:pt x="32361" y="119398"/>
                  <a:pt x="32398" y="119548"/>
                  <a:pt x="32434" y="119548"/>
                </a:cubicBezTo>
                <a:cubicBezTo>
                  <a:pt x="32502" y="119624"/>
                  <a:pt x="32539" y="119548"/>
                  <a:pt x="32575" y="119548"/>
                </a:cubicBezTo>
                <a:cubicBezTo>
                  <a:pt x="32612" y="119548"/>
                  <a:pt x="32612" y="119624"/>
                  <a:pt x="32649" y="119624"/>
                </a:cubicBezTo>
                <a:cubicBezTo>
                  <a:pt x="32686" y="119624"/>
                  <a:pt x="32686" y="119699"/>
                  <a:pt x="32722" y="119699"/>
                </a:cubicBezTo>
                <a:cubicBezTo>
                  <a:pt x="32759" y="119699"/>
                  <a:pt x="32759" y="119699"/>
                  <a:pt x="32796" y="119699"/>
                </a:cubicBezTo>
                <a:cubicBezTo>
                  <a:pt x="32833" y="119699"/>
                  <a:pt x="32833" y="119774"/>
                  <a:pt x="32869" y="119849"/>
                </a:cubicBezTo>
                <a:cubicBezTo>
                  <a:pt x="32906" y="119849"/>
                  <a:pt x="32943" y="119774"/>
                  <a:pt x="33016" y="119849"/>
                </a:cubicBezTo>
                <a:cubicBezTo>
                  <a:pt x="33084" y="119849"/>
                  <a:pt x="33084" y="119849"/>
                  <a:pt x="33084" y="119849"/>
                </a:cubicBezTo>
                <a:cubicBezTo>
                  <a:pt x="33084" y="119849"/>
                  <a:pt x="33120" y="119924"/>
                  <a:pt x="33157" y="119924"/>
                </a:cubicBezTo>
                <a:cubicBezTo>
                  <a:pt x="33157" y="119924"/>
                  <a:pt x="33194" y="119987"/>
                  <a:pt x="33231" y="119987"/>
                </a:cubicBezTo>
                <a:cubicBezTo>
                  <a:pt x="33776" y="119987"/>
                  <a:pt x="33776" y="119987"/>
                  <a:pt x="33776" y="119987"/>
                </a:cubicBezTo>
                <a:cubicBezTo>
                  <a:pt x="33813" y="119987"/>
                  <a:pt x="33813" y="119987"/>
                  <a:pt x="33849" y="119987"/>
                </a:cubicBezTo>
                <a:cubicBezTo>
                  <a:pt x="33886" y="119987"/>
                  <a:pt x="33886" y="119987"/>
                  <a:pt x="33923" y="119924"/>
                </a:cubicBezTo>
                <a:cubicBezTo>
                  <a:pt x="33960" y="119924"/>
                  <a:pt x="33923" y="119849"/>
                  <a:pt x="33960" y="119774"/>
                </a:cubicBezTo>
                <a:cubicBezTo>
                  <a:pt x="33960" y="119699"/>
                  <a:pt x="33996" y="119699"/>
                  <a:pt x="34033" y="119624"/>
                </a:cubicBezTo>
                <a:cubicBezTo>
                  <a:pt x="34033" y="119624"/>
                  <a:pt x="34064" y="119699"/>
                  <a:pt x="34137" y="119699"/>
                </a:cubicBezTo>
                <a:cubicBezTo>
                  <a:pt x="34174" y="119699"/>
                  <a:pt x="34211" y="119699"/>
                  <a:pt x="34248" y="119624"/>
                </a:cubicBezTo>
                <a:cubicBezTo>
                  <a:pt x="34248" y="119548"/>
                  <a:pt x="34248" y="119473"/>
                  <a:pt x="34211" y="119398"/>
                </a:cubicBezTo>
                <a:cubicBezTo>
                  <a:pt x="34211" y="119323"/>
                  <a:pt x="34174" y="119398"/>
                  <a:pt x="34137" y="119398"/>
                </a:cubicBezTo>
                <a:cubicBezTo>
                  <a:pt x="34101" y="119323"/>
                  <a:pt x="34064" y="119248"/>
                  <a:pt x="33996" y="119248"/>
                </a:cubicBezTo>
                <a:cubicBezTo>
                  <a:pt x="33996" y="119248"/>
                  <a:pt x="33960" y="119248"/>
                  <a:pt x="33923" y="119248"/>
                </a:cubicBezTo>
                <a:cubicBezTo>
                  <a:pt x="33923" y="119248"/>
                  <a:pt x="33886" y="119172"/>
                  <a:pt x="33849" y="119172"/>
                </a:cubicBezTo>
                <a:cubicBezTo>
                  <a:pt x="33813" y="119172"/>
                  <a:pt x="33776" y="119172"/>
                  <a:pt x="33702" y="119172"/>
                </a:cubicBezTo>
                <a:cubicBezTo>
                  <a:pt x="33666" y="119172"/>
                  <a:pt x="33666" y="119172"/>
                  <a:pt x="33629" y="119172"/>
                </a:cubicBezTo>
                <a:cubicBezTo>
                  <a:pt x="33629" y="118872"/>
                  <a:pt x="33629" y="118872"/>
                  <a:pt x="33629" y="118872"/>
                </a:cubicBezTo>
                <a:cubicBezTo>
                  <a:pt x="33592" y="118872"/>
                  <a:pt x="33562" y="118872"/>
                  <a:pt x="33488" y="118872"/>
                </a:cubicBezTo>
                <a:cubicBezTo>
                  <a:pt x="33451" y="118872"/>
                  <a:pt x="33451" y="118872"/>
                  <a:pt x="33415" y="118872"/>
                </a:cubicBezTo>
                <a:cubicBezTo>
                  <a:pt x="33415" y="118809"/>
                  <a:pt x="33378" y="118809"/>
                  <a:pt x="33341" y="118734"/>
                </a:cubicBezTo>
                <a:cubicBezTo>
                  <a:pt x="33341" y="118659"/>
                  <a:pt x="33341" y="118659"/>
                  <a:pt x="33341" y="118583"/>
                </a:cubicBezTo>
                <a:cubicBezTo>
                  <a:pt x="33304" y="118433"/>
                  <a:pt x="33304" y="118358"/>
                  <a:pt x="33304" y="118283"/>
                </a:cubicBezTo>
                <a:cubicBezTo>
                  <a:pt x="33304" y="118207"/>
                  <a:pt x="33304" y="118207"/>
                  <a:pt x="33304" y="118132"/>
                </a:cubicBezTo>
                <a:cubicBezTo>
                  <a:pt x="33304" y="118057"/>
                  <a:pt x="33304" y="118057"/>
                  <a:pt x="33304" y="117982"/>
                </a:cubicBezTo>
                <a:cubicBezTo>
                  <a:pt x="33304" y="117907"/>
                  <a:pt x="33231" y="117907"/>
                  <a:pt x="33231" y="117907"/>
                </a:cubicBezTo>
                <a:cubicBezTo>
                  <a:pt x="33231" y="117844"/>
                  <a:pt x="33194" y="117769"/>
                  <a:pt x="33194" y="117769"/>
                </a:cubicBezTo>
                <a:cubicBezTo>
                  <a:pt x="33194" y="117693"/>
                  <a:pt x="33194" y="117618"/>
                  <a:pt x="33194" y="117618"/>
                </a:cubicBezTo>
                <a:cubicBezTo>
                  <a:pt x="33194" y="117468"/>
                  <a:pt x="33194" y="117468"/>
                  <a:pt x="33194" y="117468"/>
                </a:cubicBezTo>
                <a:cubicBezTo>
                  <a:pt x="33194" y="117393"/>
                  <a:pt x="33157" y="117393"/>
                  <a:pt x="33157" y="117318"/>
                </a:cubicBezTo>
                <a:cubicBezTo>
                  <a:pt x="33157" y="117242"/>
                  <a:pt x="33157" y="117092"/>
                  <a:pt x="33157" y="117017"/>
                </a:cubicBezTo>
                <a:cubicBezTo>
                  <a:pt x="33157" y="116942"/>
                  <a:pt x="33157" y="116942"/>
                  <a:pt x="33157" y="116879"/>
                </a:cubicBezTo>
                <a:cubicBezTo>
                  <a:pt x="33120" y="116791"/>
                  <a:pt x="33120" y="116791"/>
                  <a:pt x="33120" y="116728"/>
                </a:cubicBezTo>
                <a:cubicBezTo>
                  <a:pt x="33084" y="116653"/>
                  <a:pt x="33016" y="116653"/>
                  <a:pt x="33016" y="116578"/>
                </a:cubicBezTo>
                <a:cubicBezTo>
                  <a:pt x="33016" y="116503"/>
                  <a:pt x="33047" y="116428"/>
                  <a:pt x="33047" y="116353"/>
                </a:cubicBezTo>
                <a:cubicBezTo>
                  <a:pt x="33047" y="116202"/>
                  <a:pt x="33047" y="116202"/>
                  <a:pt x="33047" y="116202"/>
                </a:cubicBezTo>
                <a:cubicBezTo>
                  <a:pt x="33047" y="116127"/>
                  <a:pt x="33016" y="116127"/>
                  <a:pt x="33016" y="116052"/>
                </a:cubicBezTo>
                <a:cubicBezTo>
                  <a:pt x="33016" y="115613"/>
                  <a:pt x="33016" y="115613"/>
                  <a:pt x="33016" y="115613"/>
                </a:cubicBezTo>
                <a:cubicBezTo>
                  <a:pt x="33016" y="115463"/>
                  <a:pt x="33047" y="115387"/>
                  <a:pt x="33047" y="115237"/>
                </a:cubicBezTo>
                <a:cubicBezTo>
                  <a:pt x="33378" y="115237"/>
                  <a:pt x="33378" y="115237"/>
                  <a:pt x="33378" y="115237"/>
                </a:cubicBezTo>
                <a:cubicBezTo>
                  <a:pt x="33378" y="115162"/>
                  <a:pt x="33378" y="115087"/>
                  <a:pt x="33378" y="115012"/>
                </a:cubicBezTo>
                <a:cubicBezTo>
                  <a:pt x="33378" y="114936"/>
                  <a:pt x="33378" y="114936"/>
                  <a:pt x="33378" y="114861"/>
                </a:cubicBezTo>
                <a:cubicBezTo>
                  <a:pt x="33378" y="114798"/>
                  <a:pt x="33378" y="114711"/>
                  <a:pt x="33378" y="114573"/>
                </a:cubicBezTo>
                <a:cubicBezTo>
                  <a:pt x="33415" y="114498"/>
                  <a:pt x="33415" y="114498"/>
                  <a:pt x="33451" y="114422"/>
                </a:cubicBezTo>
                <a:cubicBezTo>
                  <a:pt x="33451" y="114422"/>
                  <a:pt x="33488" y="114422"/>
                  <a:pt x="33519" y="114422"/>
                </a:cubicBezTo>
                <a:cubicBezTo>
                  <a:pt x="33562" y="114422"/>
                  <a:pt x="33592" y="114422"/>
                  <a:pt x="33666" y="114347"/>
                </a:cubicBezTo>
                <a:lnTo>
                  <a:pt x="33702" y="114272"/>
                </a:lnTo>
                <a:cubicBezTo>
                  <a:pt x="33776" y="114046"/>
                  <a:pt x="33776" y="113896"/>
                  <a:pt x="33813" y="113683"/>
                </a:cubicBezTo>
                <a:cubicBezTo>
                  <a:pt x="33813" y="113608"/>
                  <a:pt x="33849" y="113533"/>
                  <a:pt x="33849" y="113533"/>
                </a:cubicBezTo>
                <a:cubicBezTo>
                  <a:pt x="33849" y="113457"/>
                  <a:pt x="33886" y="113457"/>
                  <a:pt x="33886" y="113382"/>
                </a:cubicBezTo>
                <a:cubicBezTo>
                  <a:pt x="33923" y="113307"/>
                  <a:pt x="33923" y="113307"/>
                  <a:pt x="33960" y="113307"/>
                </a:cubicBezTo>
                <a:cubicBezTo>
                  <a:pt x="33996" y="113307"/>
                  <a:pt x="33996" y="113232"/>
                  <a:pt x="34033" y="113232"/>
                </a:cubicBezTo>
                <a:cubicBezTo>
                  <a:pt x="34064" y="113157"/>
                  <a:pt x="34064" y="113232"/>
                  <a:pt x="34101" y="113232"/>
                </a:cubicBezTo>
                <a:cubicBezTo>
                  <a:pt x="34137" y="113157"/>
                  <a:pt x="34137" y="113081"/>
                  <a:pt x="34137" y="113081"/>
                </a:cubicBezTo>
                <a:cubicBezTo>
                  <a:pt x="34137" y="112781"/>
                  <a:pt x="34137" y="112781"/>
                  <a:pt x="34137" y="112781"/>
                </a:cubicBezTo>
                <a:cubicBezTo>
                  <a:pt x="34101" y="112781"/>
                  <a:pt x="34064" y="112706"/>
                  <a:pt x="34033" y="112706"/>
                </a:cubicBezTo>
                <a:cubicBezTo>
                  <a:pt x="33960" y="112706"/>
                  <a:pt x="33923" y="112781"/>
                  <a:pt x="33886" y="112706"/>
                </a:cubicBezTo>
                <a:cubicBezTo>
                  <a:pt x="33849" y="112706"/>
                  <a:pt x="33813" y="112706"/>
                  <a:pt x="33813" y="112630"/>
                </a:cubicBezTo>
                <a:cubicBezTo>
                  <a:pt x="33776" y="112630"/>
                  <a:pt x="33813" y="112568"/>
                  <a:pt x="33776" y="112492"/>
                </a:cubicBezTo>
                <a:cubicBezTo>
                  <a:pt x="33776" y="112492"/>
                  <a:pt x="33739" y="112417"/>
                  <a:pt x="33702" y="112342"/>
                </a:cubicBezTo>
                <a:lnTo>
                  <a:pt x="33666" y="112342"/>
                </a:lnTo>
                <a:cubicBezTo>
                  <a:pt x="33629" y="112342"/>
                  <a:pt x="33592" y="112267"/>
                  <a:pt x="33592" y="112267"/>
                </a:cubicBezTo>
                <a:cubicBezTo>
                  <a:pt x="33562" y="112192"/>
                  <a:pt x="33519" y="112116"/>
                  <a:pt x="33519" y="112116"/>
                </a:cubicBezTo>
                <a:cubicBezTo>
                  <a:pt x="33488" y="112041"/>
                  <a:pt x="33451" y="112041"/>
                  <a:pt x="33451" y="111966"/>
                </a:cubicBezTo>
                <a:cubicBezTo>
                  <a:pt x="33451" y="111816"/>
                  <a:pt x="33451" y="111740"/>
                  <a:pt x="33451" y="111665"/>
                </a:cubicBezTo>
                <a:cubicBezTo>
                  <a:pt x="33451" y="111527"/>
                  <a:pt x="33451" y="111527"/>
                  <a:pt x="33451" y="111527"/>
                </a:cubicBezTo>
                <a:cubicBezTo>
                  <a:pt x="33451" y="111452"/>
                  <a:pt x="33451" y="111452"/>
                  <a:pt x="33488" y="111377"/>
                </a:cubicBezTo>
                <a:cubicBezTo>
                  <a:pt x="33488" y="111302"/>
                  <a:pt x="33519" y="111302"/>
                  <a:pt x="33562" y="111227"/>
                </a:cubicBezTo>
                <a:cubicBezTo>
                  <a:pt x="33592" y="111076"/>
                  <a:pt x="33666" y="111001"/>
                  <a:pt x="33776" y="111001"/>
                </a:cubicBezTo>
                <a:cubicBezTo>
                  <a:pt x="34174" y="111001"/>
                  <a:pt x="34174" y="111001"/>
                  <a:pt x="34174" y="111001"/>
                </a:cubicBezTo>
                <a:cubicBezTo>
                  <a:pt x="34174" y="110186"/>
                  <a:pt x="34174" y="110186"/>
                  <a:pt x="34174" y="110186"/>
                </a:cubicBezTo>
                <a:cubicBezTo>
                  <a:pt x="34174" y="110111"/>
                  <a:pt x="34174" y="110111"/>
                  <a:pt x="34174" y="110036"/>
                </a:cubicBezTo>
                <a:cubicBezTo>
                  <a:pt x="34211" y="109961"/>
                  <a:pt x="34248" y="109961"/>
                  <a:pt x="34248" y="109961"/>
                </a:cubicBezTo>
                <a:cubicBezTo>
                  <a:pt x="34284" y="109810"/>
                  <a:pt x="34321" y="109735"/>
                  <a:pt x="34321" y="109660"/>
                </a:cubicBezTo>
                <a:cubicBezTo>
                  <a:pt x="34358" y="109585"/>
                  <a:pt x="34358" y="109585"/>
                  <a:pt x="34358" y="109522"/>
                </a:cubicBezTo>
                <a:cubicBezTo>
                  <a:pt x="34358" y="109447"/>
                  <a:pt x="34358" y="109447"/>
                  <a:pt x="34358" y="109372"/>
                </a:cubicBezTo>
                <a:cubicBezTo>
                  <a:pt x="34358" y="109297"/>
                  <a:pt x="34358" y="109297"/>
                  <a:pt x="34358" y="109221"/>
                </a:cubicBezTo>
                <a:cubicBezTo>
                  <a:pt x="34358" y="109146"/>
                  <a:pt x="34358" y="109146"/>
                  <a:pt x="34358" y="109071"/>
                </a:cubicBezTo>
                <a:cubicBezTo>
                  <a:pt x="34358" y="108996"/>
                  <a:pt x="34395" y="108921"/>
                  <a:pt x="34431" y="108921"/>
                </a:cubicBezTo>
                <a:cubicBezTo>
                  <a:pt x="34505" y="108921"/>
                  <a:pt x="34535" y="108996"/>
                  <a:pt x="34609" y="108996"/>
                </a:cubicBezTo>
                <a:cubicBezTo>
                  <a:pt x="34646" y="108996"/>
                  <a:pt x="34683" y="108996"/>
                  <a:pt x="34719" y="108921"/>
                </a:cubicBezTo>
                <a:cubicBezTo>
                  <a:pt x="34756" y="108921"/>
                  <a:pt x="34793" y="108845"/>
                  <a:pt x="34793" y="108770"/>
                </a:cubicBezTo>
                <a:cubicBezTo>
                  <a:pt x="34793" y="108770"/>
                  <a:pt x="34793" y="108695"/>
                  <a:pt x="34793" y="108620"/>
                </a:cubicBezTo>
                <a:cubicBezTo>
                  <a:pt x="34793" y="108469"/>
                  <a:pt x="34793" y="108469"/>
                  <a:pt x="34793" y="108469"/>
                </a:cubicBezTo>
                <a:lnTo>
                  <a:pt x="34756" y="108407"/>
                </a:lnTo>
                <a:cubicBezTo>
                  <a:pt x="34719" y="108407"/>
                  <a:pt x="34719" y="108332"/>
                  <a:pt x="34683" y="108407"/>
                </a:cubicBezTo>
                <a:cubicBezTo>
                  <a:pt x="34646" y="108407"/>
                  <a:pt x="34646" y="108407"/>
                  <a:pt x="34609" y="108469"/>
                </a:cubicBezTo>
                <a:cubicBezTo>
                  <a:pt x="34578" y="108469"/>
                  <a:pt x="34578" y="108545"/>
                  <a:pt x="34535" y="108545"/>
                </a:cubicBezTo>
                <a:cubicBezTo>
                  <a:pt x="34505" y="108620"/>
                  <a:pt x="34505" y="108545"/>
                  <a:pt x="34468" y="108545"/>
                </a:cubicBezTo>
                <a:cubicBezTo>
                  <a:pt x="34468" y="108545"/>
                  <a:pt x="34358" y="108545"/>
                  <a:pt x="34358" y="108469"/>
                </a:cubicBezTo>
                <a:cubicBezTo>
                  <a:pt x="34321" y="108407"/>
                  <a:pt x="34358" y="108332"/>
                  <a:pt x="34358" y="108181"/>
                </a:cubicBezTo>
                <a:cubicBezTo>
                  <a:pt x="34358" y="108106"/>
                  <a:pt x="34321" y="108031"/>
                  <a:pt x="34321" y="107880"/>
                </a:cubicBezTo>
                <a:lnTo>
                  <a:pt x="34321" y="107805"/>
                </a:lnTo>
                <a:cubicBezTo>
                  <a:pt x="34321" y="107367"/>
                  <a:pt x="34321" y="107367"/>
                  <a:pt x="34321" y="107367"/>
                </a:cubicBezTo>
                <a:cubicBezTo>
                  <a:pt x="34431" y="107367"/>
                  <a:pt x="34431" y="107367"/>
                  <a:pt x="34431" y="107367"/>
                </a:cubicBezTo>
                <a:cubicBezTo>
                  <a:pt x="34505" y="107367"/>
                  <a:pt x="34535" y="107429"/>
                  <a:pt x="34578" y="107429"/>
                </a:cubicBezTo>
                <a:cubicBezTo>
                  <a:pt x="34646" y="107504"/>
                  <a:pt x="34646" y="107655"/>
                  <a:pt x="34719" y="107655"/>
                </a:cubicBezTo>
                <a:cubicBezTo>
                  <a:pt x="35154" y="107655"/>
                  <a:pt x="35154" y="107655"/>
                  <a:pt x="35154" y="107655"/>
                </a:cubicBezTo>
                <a:cubicBezTo>
                  <a:pt x="35154" y="107580"/>
                  <a:pt x="35191" y="107580"/>
                  <a:pt x="35191" y="107504"/>
                </a:cubicBezTo>
                <a:cubicBezTo>
                  <a:pt x="35191" y="107429"/>
                  <a:pt x="35154" y="107429"/>
                  <a:pt x="35117" y="107367"/>
                </a:cubicBezTo>
                <a:cubicBezTo>
                  <a:pt x="35117" y="107216"/>
                  <a:pt x="35117" y="107216"/>
                  <a:pt x="35117" y="107216"/>
                </a:cubicBezTo>
                <a:cubicBezTo>
                  <a:pt x="35117" y="107216"/>
                  <a:pt x="35117" y="107141"/>
                  <a:pt x="35117" y="107066"/>
                </a:cubicBezTo>
                <a:cubicBezTo>
                  <a:pt x="35154" y="107066"/>
                  <a:pt x="35154" y="106991"/>
                  <a:pt x="35154" y="106991"/>
                </a:cubicBezTo>
                <a:cubicBezTo>
                  <a:pt x="35191" y="106915"/>
                  <a:pt x="35228" y="106915"/>
                  <a:pt x="35228" y="106915"/>
                </a:cubicBezTo>
                <a:cubicBezTo>
                  <a:pt x="35264" y="106840"/>
                  <a:pt x="35228" y="106765"/>
                  <a:pt x="35228" y="106765"/>
                </a:cubicBezTo>
                <a:cubicBezTo>
                  <a:pt x="35228" y="106690"/>
                  <a:pt x="35228" y="106615"/>
                  <a:pt x="35228" y="106615"/>
                </a:cubicBezTo>
                <a:cubicBezTo>
                  <a:pt x="35228" y="106464"/>
                  <a:pt x="35191" y="106389"/>
                  <a:pt x="35191" y="106326"/>
                </a:cubicBezTo>
                <a:cubicBezTo>
                  <a:pt x="35191" y="106251"/>
                  <a:pt x="35154" y="106251"/>
                  <a:pt x="35154" y="106176"/>
                </a:cubicBezTo>
                <a:cubicBezTo>
                  <a:pt x="35154" y="105875"/>
                  <a:pt x="35154" y="105875"/>
                  <a:pt x="35154" y="105875"/>
                </a:cubicBezTo>
                <a:cubicBezTo>
                  <a:pt x="35485" y="105875"/>
                  <a:pt x="35485" y="105875"/>
                  <a:pt x="35485" y="105875"/>
                </a:cubicBezTo>
                <a:cubicBezTo>
                  <a:pt x="35522" y="105875"/>
                  <a:pt x="35552" y="105800"/>
                  <a:pt x="35552" y="105800"/>
                </a:cubicBezTo>
                <a:cubicBezTo>
                  <a:pt x="35699" y="105800"/>
                  <a:pt x="35699" y="105800"/>
                  <a:pt x="35699" y="105800"/>
                </a:cubicBezTo>
                <a:cubicBezTo>
                  <a:pt x="35773" y="105800"/>
                  <a:pt x="35810" y="105800"/>
                  <a:pt x="35846" y="105800"/>
                </a:cubicBezTo>
                <a:cubicBezTo>
                  <a:pt x="35920" y="105725"/>
                  <a:pt x="35920" y="105650"/>
                  <a:pt x="35993" y="105650"/>
                </a:cubicBezTo>
                <a:cubicBezTo>
                  <a:pt x="36318" y="105650"/>
                  <a:pt x="36318" y="105650"/>
                  <a:pt x="36318" y="105650"/>
                </a:cubicBezTo>
                <a:cubicBezTo>
                  <a:pt x="36392" y="105650"/>
                  <a:pt x="36428" y="105800"/>
                  <a:pt x="36465" y="105800"/>
                </a:cubicBezTo>
                <a:cubicBezTo>
                  <a:pt x="36502" y="105800"/>
                  <a:pt x="36539" y="105725"/>
                  <a:pt x="36539" y="105650"/>
                </a:cubicBezTo>
                <a:cubicBezTo>
                  <a:pt x="36569" y="105650"/>
                  <a:pt x="36569" y="105574"/>
                  <a:pt x="36569" y="105499"/>
                </a:cubicBezTo>
                <a:cubicBezTo>
                  <a:pt x="36569" y="105499"/>
                  <a:pt x="36569" y="105424"/>
                  <a:pt x="36569" y="105349"/>
                </a:cubicBezTo>
                <a:cubicBezTo>
                  <a:pt x="36612" y="105286"/>
                  <a:pt x="36612" y="105286"/>
                  <a:pt x="36643" y="105211"/>
                </a:cubicBezTo>
                <a:cubicBezTo>
                  <a:pt x="36679" y="105136"/>
                  <a:pt x="36679" y="105061"/>
                  <a:pt x="36716" y="104985"/>
                </a:cubicBezTo>
                <a:cubicBezTo>
                  <a:pt x="36753" y="104910"/>
                  <a:pt x="36790" y="104910"/>
                  <a:pt x="36826" y="104835"/>
                </a:cubicBezTo>
                <a:cubicBezTo>
                  <a:pt x="36863" y="104760"/>
                  <a:pt x="36900" y="104760"/>
                  <a:pt x="36937" y="104685"/>
                </a:cubicBezTo>
                <a:cubicBezTo>
                  <a:pt x="36973" y="104609"/>
                  <a:pt x="36973" y="104534"/>
                  <a:pt x="37010" y="104534"/>
                </a:cubicBezTo>
                <a:cubicBezTo>
                  <a:pt x="37010" y="104459"/>
                  <a:pt x="37047" y="104459"/>
                  <a:pt x="37047" y="104384"/>
                </a:cubicBezTo>
                <a:cubicBezTo>
                  <a:pt x="37084" y="104233"/>
                  <a:pt x="37084" y="104233"/>
                  <a:pt x="37084" y="104233"/>
                </a:cubicBezTo>
                <a:cubicBezTo>
                  <a:pt x="37114" y="104171"/>
                  <a:pt x="37114" y="104171"/>
                  <a:pt x="37114" y="104096"/>
                </a:cubicBezTo>
                <a:cubicBezTo>
                  <a:pt x="37114" y="103644"/>
                  <a:pt x="37114" y="103644"/>
                  <a:pt x="37114" y="103644"/>
                </a:cubicBezTo>
                <a:cubicBezTo>
                  <a:pt x="37047" y="103644"/>
                  <a:pt x="37047" y="103644"/>
                  <a:pt x="37047" y="103644"/>
                </a:cubicBezTo>
                <a:cubicBezTo>
                  <a:pt x="37047" y="103644"/>
                  <a:pt x="37010" y="103644"/>
                  <a:pt x="36973" y="103644"/>
                </a:cubicBezTo>
                <a:cubicBezTo>
                  <a:pt x="36973" y="103344"/>
                  <a:pt x="36973" y="103344"/>
                  <a:pt x="36973" y="103344"/>
                </a:cubicBezTo>
                <a:cubicBezTo>
                  <a:pt x="36973" y="103268"/>
                  <a:pt x="37010" y="103268"/>
                  <a:pt x="36973" y="103206"/>
                </a:cubicBezTo>
                <a:cubicBezTo>
                  <a:pt x="36973" y="103131"/>
                  <a:pt x="36973" y="103131"/>
                  <a:pt x="36973" y="103055"/>
                </a:cubicBezTo>
                <a:cubicBezTo>
                  <a:pt x="36973" y="102980"/>
                  <a:pt x="36937" y="102980"/>
                  <a:pt x="36900" y="102980"/>
                </a:cubicBezTo>
                <a:cubicBezTo>
                  <a:pt x="36863" y="102905"/>
                  <a:pt x="36826" y="102905"/>
                  <a:pt x="36826" y="102830"/>
                </a:cubicBezTo>
                <a:cubicBezTo>
                  <a:pt x="36753" y="102755"/>
                  <a:pt x="36716" y="102679"/>
                  <a:pt x="36679" y="102604"/>
                </a:cubicBezTo>
                <a:cubicBezTo>
                  <a:pt x="36643" y="102529"/>
                  <a:pt x="36612" y="102529"/>
                  <a:pt x="36612" y="102529"/>
                </a:cubicBezTo>
                <a:cubicBezTo>
                  <a:pt x="36569" y="102454"/>
                  <a:pt x="36569" y="102454"/>
                  <a:pt x="36539" y="102379"/>
                </a:cubicBezTo>
                <a:cubicBezTo>
                  <a:pt x="36539" y="102303"/>
                  <a:pt x="36539" y="102303"/>
                  <a:pt x="36539" y="102228"/>
                </a:cubicBezTo>
                <a:cubicBezTo>
                  <a:pt x="36826" y="102228"/>
                  <a:pt x="36826" y="102228"/>
                  <a:pt x="36826" y="102228"/>
                </a:cubicBezTo>
                <a:cubicBezTo>
                  <a:pt x="36900" y="102228"/>
                  <a:pt x="36937" y="102228"/>
                  <a:pt x="36973" y="102303"/>
                </a:cubicBezTo>
                <a:cubicBezTo>
                  <a:pt x="37047" y="102379"/>
                  <a:pt x="37084" y="102454"/>
                  <a:pt x="37114" y="102529"/>
                </a:cubicBezTo>
                <a:cubicBezTo>
                  <a:pt x="37151" y="102529"/>
                  <a:pt x="37151" y="102604"/>
                  <a:pt x="37188" y="102604"/>
                </a:cubicBezTo>
                <a:cubicBezTo>
                  <a:pt x="37225" y="102604"/>
                  <a:pt x="37261" y="102604"/>
                  <a:pt x="37261" y="102604"/>
                </a:cubicBezTo>
                <a:cubicBezTo>
                  <a:pt x="37335" y="102679"/>
                  <a:pt x="37408" y="102679"/>
                  <a:pt x="37482" y="102679"/>
                </a:cubicBezTo>
                <a:cubicBezTo>
                  <a:pt x="37519" y="102679"/>
                  <a:pt x="37519" y="102679"/>
                  <a:pt x="37555" y="102679"/>
                </a:cubicBezTo>
                <a:cubicBezTo>
                  <a:pt x="37586" y="102679"/>
                  <a:pt x="37586" y="102604"/>
                  <a:pt x="37629" y="102529"/>
                </a:cubicBezTo>
                <a:cubicBezTo>
                  <a:pt x="37660" y="102529"/>
                  <a:pt x="37696" y="102529"/>
                  <a:pt x="37770" y="102529"/>
                </a:cubicBezTo>
                <a:cubicBezTo>
                  <a:pt x="37807" y="102529"/>
                  <a:pt x="37843" y="102604"/>
                  <a:pt x="37880" y="102529"/>
                </a:cubicBezTo>
                <a:cubicBezTo>
                  <a:pt x="37917" y="102529"/>
                  <a:pt x="37954" y="102454"/>
                  <a:pt x="37954" y="102454"/>
                </a:cubicBezTo>
                <a:cubicBezTo>
                  <a:pt x="37990" y="102454"/>
                  <a:pt x="38027" y="102454"/>
                  <a:pt x="38027" y="102379"/>
                </a:cubicBezTo>
                <a:cubicBezTo>
                  <a:pt x="38064" y="102379"/>
                  <a:pt x="38064" y="102303"/>
                  <a:pt x="38101" y="102228"/>
                </a:cubicBezTo>
                <a:cubicBezTo>
                  <a:pt x="38131" y="102153"/>
                  <a:pt x="38131" y="102090"/>
                  <a:pt x="38168" y="102015"/>
                </a:cubicBezTo>
                <a:cubicBezTo>
                  <a:pt x="38168" y="101940"/>
                  <a:pt x="38168" y="101865"/>
                  <a:pt x="38205" y="101865"/>
                </a:cubicBezTo>
                <a:cubicBezTo>
                  <a:pt x="38205" y="101790"/>
                  <a:pt x="38241" y="101714"/>
                  <a:pt x="38278" y="101714"/>
                </a:cubicBezTo>
                <a:cubicBezTo>
                  <a:pt x="38278" y="101639"/>
                  <a:pt x="38315" y="101714"/>
                  <a:pt x="38315" y="101639"/>
                </a:cubicBezTo>
                <a:cubicBezTo>
                  <a:pt x="38352" y="101639"/>
                  <a:pt x="38388" y="101639"/>
                  <a:pt x="38425" y="101564"/>
                </a:cubicBezTo>
                <a:cubicBezTo>
                  <a:pt x="38425" y="101489"/>
                  <a:pt x="38462" y="101489"/>
                  <a:pt x="38462" y="101414"/>
                </a:cubicBezTo>
                <a:cubicBezTo>
                  <a:pt x="38462" y="101338"/>
                  <a:pt x="38499" y="101338"/>
                  <a:pt x="38499" y="101263"/>
                </a:cubicBezTo>
                <a:cubicBezTo>
                  <a:pt x="38499" y="101188"/>
                  <a:pt x="38499" y="101125"/>
                  <a:pt x="38499" y="100975"/>
                </a:cubicBezTo>
                <a:cubicBezTo>
                  <a:pt x="38535" y="100900"/>
                  <a:pt x="38572" y="100825"/>
                  <a:pt x="38609" y="100674"/>
                </a:cubicBezTo>
                <a:cubicBezTo>
                  <a:pt x="38646" y="100599"/>
                  <a:pt x="38676" y="100599"/>
                  <a:pt x="38676" y="100524"/>
                </a:cubicBezTo>
                <a:cubicBezTo>
                  <a:pt x="38676" y="100373"/>
                  <a:pt x="38676" y="100298"/>
                  <a:pt x="38676" y="100148"/>
                </a:cubicBezTo>
                <a:cubicBezTo>
                  <a:pt x="38676" y="100073"/>
                  <a:pt x="38676" y="100010"/>
                  <a:pt x="38676" y="100010"/>
                </a:cubicBezTo>
                <a:cubicBezTo>
                  <a:pt x="38676" y="99935"/>
                  <a:pt x="38676" y="99860"/>
                  <a:pt x="38676" y="99860"/>
                </a:cubicBezTo>
                <a:cubicBezTo>
                  <a:pt x="38676" y="99784"/>
                  <a:pt x="38713" y="99709"/>
                  <a:pt x="38713" y="99709"/>
                </a:cubicBezTo>
                <a:cubicBezTo>
                  <a:pt x="38750" y="99559"/>
                  <a:pt x="38787" y="99484"/>
                  <a:pt x="38823" y="99484"/>
                </a:cubicBezTo>
                <a:cubicBezTo>
                  <a:pt x="38860" y="99484"/>
                  <a:pt x="38897" y="99408"/>
                  <a:pt x="38897" y="99408"/>
                </a:cubicBezTo>
                <a:cubicBezTo>
                  <a:pt x="38934" y="99408"/>
                  <a:pt x="38934" y="99484"/>
                  <a:pt x="38970" y="99484"/>
                </a:cubicBezTo>
                <a:cubicBezTo>
                  <a:pt x="38970" y="99559"/>
                  <a:pt x="38970" y="99559"/>
                  <a:pt x="38934" y="99634"/>
                </a:cubicBezTo>
                <a:cubicBezTo>
                  <a:pt x="38934" y="99634"/>
                  <a:pt x="38934" y="99709"/>
                  <a:pt x="38934" y="99784"/>
                </a:cubicBezTo>
                <a:cubicBezTo>
                  <a:pt x="38934" y="99784"/>
                  <a:pt x="38897" y="99860"/>
                  <a:pt x="38897" y="99935"/>
                </a:cubicBezTo>
                <a:cubicBezTo>
                  <a:pt x="38897" y="100010"/>
                  <a:pt x="38934" y="100010"/>
                  <a:pt x="38934" y="100073"/>
                </a:cubicBezTo>
                <a:cubicBezTo>
                  <a:pt x="39007" y="100010"/>
                  <a:pt x="39044" y="100010"/>
                  <a:pt x="39081" y="99935"/>
                </a:cubicBezTo>
                <a:cubicBezTo>
                  <a:pt x="39117" y="99860"/>
                  <a:pt x="39117" y="99784"/>
                  <a:pt x="39117" y="99784"/>
                </a:cubicBezTo>
                <a:cubicBezTo>
                  <a:pt x="39148" y="99634"/>
                  <a:pt x="39148" y="99559"/>
                  <a:pt x="39185" y="99484"/>
                </a:cubicBezTo>
                <a:cubicBezTo>
                  <a:pt x="39185" y="99408"/>
                  <a:pt x="39222" y="99408"/>
                  <a:pt x="39222" y="99333"/>
                </a:cubicBezTo>
                <a:cubicBezTo>
                  <a:pt x="39258" y="99258"/>
                  <a:pt x="39258" y="99258"/>
                  <a:pt x="39295" y="99183"/>
                </a:cubicBezTo>
                <a:cubicBezTo>
                  <a:pt x="39295" y="99108"/>
                  <a:pt x="39332" y="99108"/>
                  <a:pt x="39332" y="99045"/>
                </a:cubicBezTo>
                <a:cubicBezTo>
                  <a:pt x="39332" y="98957"/>
                  <a:pt x="39369" y="98957"/>
                  <a:pt x="39369" y="98895"/>
                </a:cubicBezTo>
                <a:cubicBezTo>
                  <a:pt x="39405" y="98895"/>
                  <a:pt x="39405" y="98819"/>
                  <a:pt x="39405" y="98744"/>
                </a:cubicBezTo>
                <a:cubicBezTo>
                  <a:pt x="39405" y="98744"/>
                  <a:pt x="39442" y="98669"/>
                  <a:pt x="39442" y="98594"/>
                </a:cubicBezTo>
                <a:cubicBezTo>
                  <a:pt x="39442" y="98594"/>
                  <a:pt x="39442" y="98519"/>
                  <a:pt x="39442" y="98443"/>
                </a:cubicBezTo>
                <a:cubicBezTo>
                  <a:pt x="39442" y="98443"/>
                  <a:pt x="39442" y="98368"/>
                  <a:pt x="39479" y="98293"/>
                </a:cubicBezTo>
                <a:cubicBezTo>
                  <a:pt x="39479" y="98293"/>
                  <a:pt x="39479" y="98218"/>
                  <a:pt x="39516" y="98218"/>
                </a:cubicBezTo>
                <a:cubicBezTo>
                  <a:pt x="39552" y="98143"/>
                  <a:pt x="39589" y="98143"/>
                  <a:pt x="39589" y="98143"/>
                </a:cubicBezTo>
                <a:cubicBezTo>
                  <a:pt x="39626" y="98143"/>
                  <a:pt x="39626" y="98143"/>
                  <a:pt x="39663" y="98143"/>
                </a:cubicBezTo>
                <a:cubicBezTo>
                  <a:pt x="39693" y="98067"/>
                  <a:pt x="39693" y="98067"/>
                  <a:pt x="39730" y="97992"/>
                </a:cubicBezTo>
                <a:cubicBezTo>
                  <a:pt x="39767" y="97992"/>
                  <a:pt x="39767" y="97930"/>
                  <a:pt x="39803" y="97854"/>
                </a:cubicBezTo>
                <a:cubicBezTo>
                  <a:pt x="39803" y="97779"/>
                  <a:pt x="39840" y="97779"/>
                  <a:pt x="39840" y="97704"/>
                </a:cubicBezTo>
                <a:cubicBezTo>
                  <a:pt x="39840" y="97629"/>
                  <a:pt x="39840" y="97554"/>
                  <a:pt x="39840" y="97403"/>
                </a:cubicBezTo>
                <a:cubicBezTo>
                  <a:pt x="39840" y="97328"/>
                  <a:pt x="39840" y="97253"/>
                  <a:pt x="39840" y="97178"/>
                </a:cubicBezTo>
                <a:cubicBezTo>
                  <a:pt x="39840" y="97027"/>
                  <a:pt x="39803" y="96965"/>
                  <a:pt x="39767" y="96877"/>
                </a:cubicBezTo>
                <a:cubicBezTo>
                  <a:pt x="39767" y="96814"/>
                  <a:pt x="39767" y="96814"/>
                  <a:pt x="39767" y="96739"/>
                </a:cubicBezTo>
                <a:cubicBezTo>
                  <a:pt x="39767" y="96664"/>
                  <a:pt x="39767" y="96589"/>
                  <a:pt x="39767" y="96513"/>
                </a:cubicBezTo>
                <a:cubicBezTo>
                  <a:pt x="39767" y="96438"/>
                  <a:pt x="39767" y="96363"/>
                  <a:pt x="39767" y="96213"/>
                </a:cubicBezTo>
                <a:cubicBezTo>
                  <a:pt x="39767" y="96062"/>
                  <a:pt x="39730" y="95987"/>
                  <a:pt x="39767" y="95912"/>
                </a:cubicBezTo>
                <a:cubicBezTo>
                  <a:pt x="39767" y="95849"/>
                  <a:pt x="39803" y="95849"/>
                  <a:pt x="39803" y="95774"/>
                </a:cubicBezTo>
                <a:cubicBezTo>
                  <a:pt x="39803" y="95699"/>
                  <a:pt x="39840" y="95699"/>
                  <a:pt x="39877" y="95624"/>
                </a:cubicBezTo>
                <a:cubicBezTo>
                  <a:pt x="39914" y="95624"/>
                  <a:pt x="39914" y="95548"/>
                  <a:pt x="39950" y="95473"/>
                </a:cubicBezTo>
                <a:cubicBezTo>
                  <a:pt x="39987" y="95398"/>
                  <a:pt x="40024" y="95398"/>
                  <a:pt x="40098" y="95323"/>
                </a:cubicBezTo>
                <a:cubicBezTo>
                  <a:pt x="40098" y="95323"/>
                  <a:pt x="40134" y="95323"/>
                  <a:pt x="40171" y="95323"/>
                </a:cubicBezTo>
                <a:cubicBezTo>
                  <a:pt x="40171" y="95248"/>
                  <a:pt x="40171" y="95172"/>
                  <a:pt x="40202" y="95172"/>
                </a:cubicBezTo>
                <a:cubicBezTo>
                  <a:pt x="40202" y="95097"/>
                  <a:pt x="40238" y="95022"/>
                  <a:pt x="40238" y="94947"/>
                </a:cubicBezTo>
                <a:cubicBezTo>
                  <a:pt x="40275" y="94947"/>
                  <a:pt x="40275" y="94884"/>
                  <a:pt x="40312" y="94796"/>
                </a:cubicBezTo>
                <a:cubicBezTo>
                  <a:pt x="40312" y="94734"/>
                  <a:pt x="40349" y="94734"/>
                  <a:pt x="40349" y="94659"/>
                </a:cubicBezTo>
                <a:cubicBezTo>
                  <a:pt x="40385" y="94583"/>
                  <a:pt x="40422" y="94583"/>
                  <a:pt x="40422" y="94508"/>
                </a:cubicBezTo>
                <a:cubicBezTo>
                  <a:pt x="40459" y="94508"/>
                  <a:pt x="40459" y="94433"/>
                  <a:pt x="40496" y="94433"/>
                </a:cubicBezTo>
                <a:cubicBezTo>
                  <a:pt x="40857" y="94433"/>
                  <a:pt x="40857" y="94433"/>
                  <a:pt x="40857" y="94433"/>
                </a:cubicBezTo>
                <a:cubicBezTo>
                  <a:pt x="40894" y="94433"/>
                  <a:pt x="40931" y="94358"/>
                  <a:pt x="41004" y="94283"/>
                </a:cubicBezTo>
                <a:cubicBezTo>
                  <a:pt x="41004" y="94207"/>
                  <a:pt x="41041" y="94207"/>
                  <a:pt x="41078" y="94132"/>
                </a:cubicBezTo>
                <a:cubicBezTo>
                  <a:pt x="41078" y="94132"/>
                  <a:pt x="41078" y="94057"/>
                  <a:pt x="41114" y="93982"/>
                </a:cubicBezTo>
                <a:cubicBezTo>
                  <a:pt x="41114" y="93907"/>
                  <a:pt x="41151" y="93907"/>
                  <a:pt x="41151" y="93907"/>
                </a:cubicBezTo>
                <a:cubicBezTo>
                  <a:pt x="42021" y="93907"/>
                  <a:pt x="42021" y="93907"/>
                  <a:pt x="42021" y="93907"/>
                </a:cubicBezTo>
                <a:cubicBezTo>
                  <a:pt x="42021" y="93831"/>
                  <a:pt x="42021" y="93769"/>
                  <a:pt x="42058" y="93693"/>
                </a:cubicBezTo>
                <a:cubicBezTo>
                  <a:pt x="42058" y="93618"/>
                  <a:pt x="42021" y="93618"/>
                  <a:pt x="42058" y="93543"/>
                </a:cubicBezTo>
                <a:cubicBezTo>
                  <a:pt x="42058" y="93468"/>
                  <a:pt x="42094" y="93468"/>
                  <a:pt x="42094" y="93393"/>
                </a:cubicBezTo>
                <a:cubicBezTo>
                  <a:pt x="42131" y="93393"/>
                  <a:pt x="42168" y="93393"/>
                  <a:pt x="42168" y="93393"/>
                </a:cubicBezTo>
                <a:cubicBezTo>
                  <a:pt x="42205" y="93318"/>
                  <a:pt x="42205" y="93242"/>
                  <a:pt x="42205" y="93242"/>
                </a:cubicBezTo>
                <a:cubicBezTo>
                  <a:pt x="42272" y="93092"/>
                  <a:pt x="42272" y="93017"/>
                  <a:pt x="42309" y="92942"/>
                </a:cubicBezTo>
                <a:cubicBezTo>
                  <a:pt x="42346" y="92804"/>
                  <a:pt x="42382" y="92716"/>
                  <a:pt x="42419" y="92653"/>
                </a:cubicBezTo>
                <a:cubicBezTo>
                  <a:pt x="42419" y="92578"/>
                  <a:pt x="42382" y="92578"/>
                  <a:pt x="42419" y="92503"/>
                </a:cubicBezTo>
                <a:cubicBezTo>
                  <a:pt x="42419" y="92428"/>
                  <a:pt x="42419" y="92428"/>
                  <a:pt x="42456" y="92353"/>
                </a:cubicBezTo>
                <a:cubicBezTo>
                  <a:pt x="42493" y="92277"/>
                  <a:pt x="42566" y="92353"/>
                  <a:pt x="42603" y="92277"/>
                </a:cubicBezTo>
                <a:cubicBezTo>
                  <a:pt x="42640" y="92202"/>
                  <a:pt x="42640" y="92127"/>
                  <a:pt x="42640" y="91977"/>
                </a:cubicBezTo>
                <a:cubicBezTo>
                  <a:pt x="42640" y="91826"/>
                  <a:pt x="42640" y="91613"/>
                  <a:pt x="42676" y="91463"/>
                </a:cubicBezTo>
                <a:cubicBezTo>
                  <a:pt x="42713" y="91387"/>
                  <a:pt x="42713" y="91312"/>
                  <a:pt x="42713" y="91312"/>
                </a:cubicBezTo>
                <a:cubicBezTo>
                  <a:pt x="42750" y="91237"/>
                  <a:pt x="42750" y="91162"/>
                  <a:pt x="42750" y="91162"/>
                </a:cubicBezTo>
                <a:cubicBezTo>
                  <a:pt x="42781" y="91087"/>
                  <a:pt x="42817" y="91162"/>
                  <a:pt x="42817" y="91087"/>
                </a:cubicBezTo>
                <a:cubicBezTo>
                  <a:pt x="42854" y="91087"/>
                  <a:pt x="42854" y="91012"/>
                  <a:pt x="42854" y="90936"/>
                </a:cubicBezTo>
                <a:cubicBezTo>
                  <a:pt x="42891" y="90936"/>
                  <a:pt x="42891" y="90861"/>
                  <a:pt x="42891" y="90786"/>
                </a:cubicBezTo>
                <a:cubicBezTo>
                  <a:pt x="42891" y="90786"/>
                  <a:pt x="42891" y="90723"/>
                  <a:pt x="42891" y="90636"/>
                </a:cubicBezTo>
                <a:cubicBezTo>
                  <a:pt x="42891" y="90573"/>
                  <a:pt x="42928" y="90498"/>
                  <a:pt x="42928" y="90422"/>
                </a:cubicBezTo>
                <a:cubicBezTo>
                  <a:pt x="42928" y="90197"/>
                  <a:pt x="42891" y="90122"/>
                  <a:pt x="42928" y="89971"/>
                </a:cubicBezTo>
                <a:cubicBezTo>
                  <a:pt x="42928" y="89896"/>
                  <a:pt x="42928" y="89821"/>
                  <a:pt x="42928" y="89821"/>
                </a:cubicBezTo>
                <a:cubicBezTo>
                  <a:pt x="42928" y="89671"/>
                  <a:pt x="42928" y="89671"/>
                  <a:pt x="42928" y="89671"/>
                </a:cubicBezTo>
                <a:cubicBezTo>
                  <a:pt x="42928" y="89608"/>
                  <a:pt x="42964" y="89608"/>
                  <a:pt x="42964" y="89533"/>
                </a:cubicBezTo>
                <a:cubicBezTo>
                  <a:pt x="43001" y="89382"/>
                  <a:pt x="43001" y="89307"/>
                  <a:pt x="43038" y="89232"/>
                </a:cubicBezTo>
                <a:cubicBezTo>
                  <a:pt x="43038" y="89157"/>
                  <a:pt x="43038" y="89081"/>
                  <a:pt x="43038" y="89081"/>
                </a:cubicBezTo>
                <a:cubicBezTo>
                  <a:pt x="43075" y="89006"/>
                  <a:pt x="43075" y="88931"/>
                  <a:pt x="43075" y="88931"/>
                </a:cubicBezTo>
                <a:cubicBezTo>
                  <a:pt x="43075" y="88856"/>
                  <a:pt x="43075" y="88856"/>
                  <a:pt x="43075" y="88781"/>
                </a:cubicBezTo>
                <a:cubicBezTo>
                  <a:pt x="43111" y="88706"/>
                  <a:pt x="43075" y="88630"/>
                  <a:pt x="43075" y="88555"/>
                </a:cubicBezTo>
                <a:cubicBezTo>
                  <a:pt x="43075" y="88342"/>
                  <a:pt x="43075" y="88342"/>
                  <a:pt x="43075" y="88342"/>
                </a:cubicBezTo>
                <a:cubicBezTo>
                  <a:pt x="43075" y="88192"/>
                  <a:pt x="43038" y="88116"/>
                  <a:pt x="43038" y="87966"/>
                </a:cubicBezTo>
                <a:cubicBezTo>
                  <a:pt x="43038" y="87665"/>
                  <a:pt x="43038" y="87665"/>
                  <a:pt x="43038" y="87665"/>
                </a:cubicBezTo>
                <a:cubicBezTo>
                  <a:pt x="43038" y="87590"/>
                  <a:pt x="43038" y="87590"/>
                  <a:pt x="43038" y="87527"/>
                </a:cubicBezTo>
                <a:cubicBezTo>
                  <a:pt x="43038" y="86700"/>
                  <a:pt x="43038" y="86700"/>
                  <a:pt x="43038" y="86700"/>
                </a:cubicBezTo>
                <a:cubicBezTo>
                  <a:pt x="43075" y="86625"/>
                  <a:pt x="43075" y="86625"/>
                  <a:pt x="43111" y="86625"/>
                </a:cubicBezTo>
                <a:cubicBezTo>
                  <a:pt x="43148" y="86625"/>
                  <a:pt x="43148" y="86625"/>
                  <a:pt x="43185" y="86625"/>
                </a:cubicBezTo>
                <a:cubicBezTo>
                  <a:pt x="43222" y="86625"/>
                  <a:pt x="43222" y="86550"/>
                  <a:pt x="43252" y="86550"/>
                </a:cubicBezTo>
                <a:cubicBezTo>
                  <a:pt x="43295" y="86487"/>
                  <a:pt x="43295" y="86487"/>
                  <a:pt x="43326" y="86487"/>
                </a:cubicBezTo>
                <a:cubicBezTo>
                  <a:pt x="43399" y="86349"/>
                  <a:pt x="43436" y="86274"/>
                  <a:pt x="43473" y="86049"/>
                </a:cubicBezTo>
                <a:cubicBezTo>
                  <a:pt x="43473" y="85973"/>
                  <a:pt x="43473" y="85973"/>
                  <a:pt x="43509" y="85898"/>
                </a:cubicBezTo>
                <a:cubicBezTo>
                  <a:pt x="43509" y="85748"/>
                  <a:pt x="43509" y="85673"/>
                  <a:pt x="43546" y="85597"/>
                </a:cubicBezTo>
                <a:cubicBezTo>
                  <a:pt x="43546" y="85522"/>
                  <a:pt x="43583" y="85522"/>
                  <a:pt x="43583" y="85447"/>
                </a:cubicBezTo>
                <a:cubicBezTo>
                  <a:pt x="43620" y="85447"/>
                  <a:pt x="43656" y="85447"/>
                  <a:pt x="43656" y="85447"/>
                </a:cubicBezTo>
                <a:cubicBezTo>
                  <a:pt x="43693" y="85447"/>
                  <a:pt x="43730" y="85447"/>
                  <a:pt x="43730" y="85447"/>
                </a:cubicBezTo>
                <a:cubicBezTo>
                  <a:pt x="43797" y="85384"/>
                  <a:pt x="43797" y="85234"/>
                  <a:pt x="43871" y="85159"/>
                </a:cubicBezTo>
                <a:cubicBezTo>
                  <a:pt x="43908" y="85159"/>
                  <a:pt x="43944" y="85159"/>
                  <a:pt x="43944" y="85084"/>
                </a:cubicBezTo>
                <a:cubicBezTo>
                  <a:pt x="43981" y="85008"/>
                  <a:pt x="43981" y="84933"/>
                  <a:pt x="44018" y="84783"/>
                </a:cubicBezTo>
                <a:cubicBezTo>
                  <a:pt x="44091" y="84557"/>
                  <a:pt x="44128" y="84407"/>
                  <a:pt x="44165" y="84194"/>
                </a:cubicBezTo>
                <a:cubicBezTo>
                  <a:pt x="44202" y="84194"/>
                  <a:pt x="44202" y="84119"/>
                  <a:pt x="44202" y="84043"/>
                </a:cubicBezTo>
                <a:cubicBezTo>
                  <a:pt x="44202" y="84043"/>
                  <a:pt x="44238" y="84043"/>
                  <a:pt x="44269" y="83968"/>
                </a:cubicBezTo>
                <a:cubicBezTo>
                  <a:pt x="44269" y="83893"/>
                  <a:pt x="44312" y="83893"/>
                  <a:pt x="44343" y="83818"/>
                </a:cubicBezTo>
                <a:lnTo>
                  <a:pt x="44343" y="83743"/>
                </a:lnTo>
                <a:cubicBezTo>
                  <a:pt x="44379" y="83592"/>
                  <a:pt x="44379" y="83592"/>
                  <a:pt x="44379" y="83592"/>
                </a:cubicBezTo>
                <a:cubicBezTo>
                  <a:pt x="44416" y="83442"/>
                  <a:pt x="44453" y="83367"/>
                  <a:pt x="44453" y="83229"/>
                </a:cubicBezTo>
                <a:cubicBezTo>
                  <a:pt x="44490" y="83154"/>
                  <a:pt x="44453" y="83078"/>
                  <a:pt x="44453" y="83003"/>
                </a:cubicBezTo>
                <a:cubicBezTo>
                  <a:pt x="44453" y="82928"/>
                  <a:pt x="44490" y="82853"/>
                  <a:pt x="44453" y="82853"/>
                </a:cubicBezTo>
                <a:cubicBezTo>
                  <a:pt x="44453" y="82778"/>
                  <a:pt x="44416" y="82702"/>
                  <a:pt x="44416" y="82702"/>
                </a:cubicBezTo>
                <a:cubicBezTo>
                  <a:pt x="44379" y="82552"/>
                  <a:pt x="44343" y="82477"/>
                  <a:pt x="44343" y="82326"/>
                </a:cubicBezTo>
                <a:cubicBezTo>
                  <a:pt x="44312" y="82251"/>
                  <a:pt x="44269" y="82113"/>
                  <a:pt x="44269" y="81963"/>
                </a:cubicBezTo>
                <a:cubicBezTo>
                  <a:pt x="44269" y="81888"/>
                  <a:pt x="44269" y="81813"/>
                  <a:pt x="44269" y="81737"/>
                </a:cubicBezTo>
                <a:cubicBezTo>
                  <a:pt x="44269" y="81587"/>
                  <a:pt x="44269" y="81512"/>
                  <a:pt x="44238" y="81361"/>
                </a:cubicBezTo>
                <a:cubicBezTo>
                  <a:pt x="44238" y="81286"/>
                  <a:pt x="44202" y="81286"/>
                  <a:pt x="44202" y="81211"/>
                </a:cubicBezTo>
                <a:cubicBezTo>
                  <a:pt x="44128" y="81211"/>
                  <a:pt x="44091" y="81073"/>
                  <a:pt x="44055" y="81073"/>
                </a:cubicBezTo>
                <a:cubicBezTo>
                  <a:pt x="43693" y="81073"/>
                  <a:pt x="43693" y="81073"/>
                  <a:pt x="43693" y="81073"/>
                </a:cubicBezTo>
                <a:cubicBezTo>
                  <a:pt x="43693" y="81073"/>
                  <a:pt x="43656" y="81073"/>
                  <a:pt x="43620" y="81073"/>
                </a:cubicBezTo>
                <a:cubicBezTo>
                  <a:pt x="43620" y="81073"/>
                  <a:pt x="43583" y="80998"/>
                  <a:pt x="43546" y="80998"/>
                </a:cubicBezTo>
                <a:cubicBezTo>
                  <a:pt x="43546" y="80998"/>
                  <a:pt x="43509" y="80998"/>
                  <a:pt x="43473" y="80998"/>
                </a:cubicBezTo>
                <a:cubicBezTo>
                  <a:pt x="43436" y="80998"/>
                  <a:pt x="43436" y="80998"/>
                  <a:pt x="43399" y="80923"/>
                </a:cubicBezTo>
                <a:cubicBezTo>
                  <a:pt x="43362" y="80923"/>
                  <a:pt x="43326" y="80848"/>
                  <a:pt x="43252" y="80848"/>
                </a:cubicBezTo>
                <a:cubicBezTo>
                  <a:pt x="43252" y="80772"/>
                  <a:pt x="43222" y="80772"/>
                  <a:pt x="43185" y="80772"/>
                </a:cubicBezTo>
                <a:cubicBezTo>
                  <a:pt x="43185" y="80697"/>
                  <a:pt x="43185" y="80622"/>
                  <a:pt x="43185" y="80622"/>
                </a:cubicBezTo>
                <a:cubicBezTo>
                  <a:pt x="43148" y="80472"/>
                  <a:pt x="43148" y="80396"/>
                  <a:pt x="43111" y="80321"/>
                </a:cubicBezTo>
                <a:cubicBezTo>
                  <a:pt x="43111" y="80246"/>
                  <a:pt x="43148" y="80171"/>
                  <a:pt x="43111" y="80171"/>
                </a:cubicBezTo>
                <a:cubicBezTo>
                  <a:pt x="43111" y="80108"/>
                  <a:pt x="43075" y="80108"/>
                  <a:pt x="43038" y="80033"/>
                </a:cubicBezTo>
                <a:cubicBezTo>
                  <a:pt x="43038" y="80033"/>
                  <a:pt x="43001" y="80033"/>
                  <a:pt x="42964" y="79958"/>
                </a:cubicBezTo>
                <a:cubicBezTo>
                  <a:pt x="42928" y="79883"/>
                  <a:pt x="42928" y="79883"/>
                  <a:pt x="42891" y="79807"/>
                </a:cubicBezTo>
                <a:cubicBezTo>
                  <a:pt x="42891" y="79807"/>
                  <a:pt x="42854" y="79807"/>
                  <a:pt x="42817" y="79807"/>
                </a:cubicBezTo>
                <a:cubicBezTo>
                  <a:pt x="42781" y="79732"/>
                  <a:pt x="42750" y="79732"/>
                  <a:pt x="42713" y="79732"/>
                </a:cubicBezTo>
                <a:cubicBezTo>
                  <a:pt x="42640" y="79732"/>
                  <a:pt x="42603" y="79883"/>
                  <a:pt x="42529" y="79883"/>
                </a:cubicBezTo>
                <a:cubicBezTo>
                  <a:pt x="42131" y="79883"/>
                  <a:pt x="42131" y="79883"/>
                  <a:pt x="42131" y="79883"/>
                </a:cubicBezTo>
                <a:cubicBezTo>
                  <a:pt x="42094" y="79883"/>
                  <a:pt x="42058" y="79807"/>
                  <a:pt x="42021" y="79807"/>
                </a:cubicBezTo>
                <a:cubicBezTo>
                  <a:pt x="41947" y="79732"/>
                  <a:pt x="41947" y="79657"/>
                  <a:pt x="41874" y="79582"/>
                </a:cubicBezTo>
                <a:cubicBezTo>
                  <a:pt x="41837" y="79582"/>
                  <a:pt x="41837" y="79507"/>
                  <a:pt x="41800" y="79507"/>
                </a:cubicBezTo>
                <a:cubicBezTo>
                  <a:pt x="41764" y="79507"/>
                  <a:pt x="41733" y="79507"/>
                  <a:pt x="41660" y="79507"/>
                </a:cubicBezTo>
                <a:cubicBezTo>
                  <a:pt x="41623" y="79507"/>
                  <a:pt x="41549" y="79507"/>
                  <a:pt x="41513" y="79507"/>
                </a:cubicBezTo>
                <a:cubicBezTo>
                  <a:pt x="41513" y="79732"/>
                  <a:pt x="41513" y="79807"/>
                  <a:pt x="41476" y="79958"/>
                </a:cubicBezTo>
                <a:cubicBezTo>
                  <a:pt x="41439" y="79958"/>
                  <a:pt x="41439" y="79958"/>
                  <a:pt x="41402" y="79958"/>
                </a:cubicBezTo>
                <a:cubicBezTo>
                  <a:pt x="41366" y="79958"/>
                  <a:pt x="41329" y="79958"/>
                  <a:pt x="41329" y="79958"/>
                </a:cubicBezTo>
                <a:cubicBezTo>
                  <a:pt x="41292" y="79958"/>
                  <a:pt x="41255" y="79958"/>
                  <a:pt x="41255" y="79958"/>
                </a:cubicBezTo>
                <a:cubicBezTo>
                  <a:pt x="41218" y="79883"/>
                  <a:pt x="41218" y="79883"/>
                  <a:pt x="41188" y="79883"/>
                </a:cubicBezTo>
                <a:cubicBezTo>
                  <a:pt x="41151" y="79807"/>
                  <a:pt x="41151" y="79807"/>
                  <a:pt x="41114" y="79807"/>
                </a:cubicBezTo>
                <a:cubicBezTo>
                  <a:pt x="41114" y="79732"/>
                  <a:pt x="41114" y="79657"/>
                  <a:pt x="41114" y="79657"/>
                </a:cubicBezTo>
                <a:cubicBezTo>
                  <a:pt x="41114" y="79582"/>
                  <a:pt x="41114" y="79507"/>
                  <a:pt x="41151" y="79507"/>
                </a:cubicBezTo>
                <a:cubicBezTo>
                  <a:pt x="41188" y="79431"/>
                  <a:pt x="41188" y="79507"/>
                  <a:pt x="41218" y="79431"/>
                </a:cubicBezTo>
                <a:cubicBezTo>
                  <a:pt x="41255" y="79431"/>
                  <a:pt x="41255" y="79356"/>
                  <a:pt x="41292" y="79356"/>
                </a:cubicBezTo>
                <a:cubicBezTo>
                  <a:pt x="41255" y="79206"/>
                  <a:pt x="41255" y="79206"/>
                  <a:pt x="41255" y="79206"/>
                </a:cubicBezTo>
                <a:cubicBezTo>
                  <a:pt x="41218" y="79206"/>
                  <a:pt x="41218" y="79206"/>
                  <a:pt x="41188" y="79206"/>
                </a:cubicBezTo>
                <a:cubicBezTo>
                  <a:pt x="41151" y="79206"/>
                  <a:pt x="41151" y="79143"/>
                  <a:pt x="41114" y="79143"/>
                </a:cubicBezTo>
                <a:cubicBezTo>
                  <a:pt x="41078" y="79143"/>
                  <a:pt x="41041" y="79143"/>
                  <a:pt x="41041" y="79068"/>
                </a:cubicBezTo>
                <a:cubicBezTo>
                  <a:pt x="41004" y="79068"/>
                  <a:pt x="40967" y="78993"/>
                  <a:pt x="40967" y="78993"/>
                </a:cubicBezTo>
                <a:cubicBezTo>
                  <a:pt x="40931" y="78993"/>
                  <a:pt x="40894" y="78918"/>
                  <a:pt x="40857" y="78918"/>
                </a:cubicBezTo>
                <a:cubicBezTo>
                  <a:pt x="40857" y="78842"/>
                  <a:pt x="40857" y="78767"/>
                  <a:pt x="40820" y="78767"/>
                </a:cubicBezTo>
                <a:cubicBezTo>
                  <a:pt x="40784" y="78692"/>
                  <a:pt x="40784" y="78692"/>
                  <a:pt x="40747" y="78692"/>
                </a:cubicBezTo>
                <a:cubicBezTo>
                  <a:pt x="40710" y="78692"/>
                  <a:pt x="40679" y="78617"/>
                  <a:pt x="40643" y="78617"/>
                </a:cubicBezTo>
                <a:cubicBezTo>
                  <a:pt x="40606" y="78617"/>
                  <a:pt x="40606" y="78617"/>
                  <a:pt x="40569" y="78617"/>
                </a:cubicBezTo>
                <a:cubicBezTo>
                  <a:pt x="40532" y="78617"/>
                  <a:pt x="40496" y="78542"/>
                  <a:pt x="40496" y="78542"/>
                </a:cubicBezTo>
                <a:cubicBezTo>
                  <a:pt x="40422" y="78542"/>
                  <a:pt x="40422" y="78542"/>
                  <a:pt x="40422" y="78542"/>
                </a:cubicBezTo>
                <a:cubicBezTo>
                  <a:pt x="40385" y="78542"/>
                  <a:pt x="40385" y="78466"/>
                  <a:pt x="40349" y="78466"/>
                </a:cubicBezTo>
                <a:cubicBezTo>
                  <a:pt x="40312" y="78466"/>
                  <a:pt x="40275" y="78391"/>
                  <a:pt x="40238" y="78391"/>
                </a:cubicBezTo>
                <a:cubicBezTo>
                  <a:pt x="40202" y="78316"/>
                  <a:pt x="40134" y="78316"/>
                  <a:pt x="40098" y="78316"/>
                </a:cubicBezTo>
                <a:cubicBezTo>
                  <a:pt x="40024" y="78316"/>
                  <a:pt x="39987" y="78316"/>
                  <a:pt x="39950" y="78316"/>
                </a:cubicBezTo>
                <a:cubicBezTo>
                  <a:pt x="39950" y="78993"/>
                  <a:pt x="39950" y="78993"/>
                  <a:pt x="39950" y="78993"/>
                </a:cubicBezTo>
                <a:cubicBezTo>
                  <a:pt x="39663" y="78993"/>
                  <a:pt x="39663" y="78993"/>
                  <a:pt x="39663" y="78993"/>
                </a:cubicBezTo>
                <a:cubicBezTo>
                  <a:pt x="39663" y="78767"/>
                  <a:pt x="39663" y="78767"/>
                  <a:pt x="39663" y="78767"/>
                </a:cubicBezTo>
                <a:cubicBezTo>
                  <a:pt x="39663" y="78692"/>
                  <a:pt x="39663" y="78617"/>
                  <a:pt x="39663" y="78617"/>
                </a:cubicBezTo>
                <a:cubicBezTo>
                  <a:pt x="39693" y="78542"/>
                  <a:pt x="39693" y="78466"/>
                  <a:pt x="39730" y="78466"/>
                </a:cubicBezTo>
                <a:cubicBezTo>
                  <a:pt x="39767" y="78391"/>
                  <a:pt x="39767" y="78316"/>
                  <a:pt x="39767" y="78316"/>
                </a:cubicBezTo>
                <a:cubicBezTo>
                  <a:pt x="39803" y="78316"/>
                  <a:pt x="39840" y="78316"/>
                  <a:pt x="39840" y="78241"/>
                </a:cubicBezTo>
                <a:cubicBezTo>
                  <a:pt x="39877" y="78166"/>
                  <a:pt x="39877" y="78090"/>
                  <a:pt x="39877" y="78028"/>
                </a:cubicBezTo>
                <a:cubicBezTo>
                  <a:pt x="39803" y="77953"/>
                  <a:pt x="39767" y="78028"/>
                  <a:pt x="39730" y="77953"/>
                </a:cubicBezTo>
                <a:cubicBezTo>
                  <a:pt x="39693" y="77953"/>
                  <a:pt x="39693" y="77877"/>
                  <a:pt x="39663" y="77877"/>
                </a:cubicBezTo>
                <a:cubicBezTo>
                  <a:pt x="39626" y="77802"/>
                  <a:pt x="39589" y="77802"/>
                  <a:pt x="39516" y="77802"/>
                </a:cubicBezTo>
                <a:cubicBezTo>
                  <a:pt x="39479" y="77727"/>
                  <a:pt x="39479" y="77727"/>
                  <a:pt x="39442" y="77727"/>
                </a:cubicBezTo>
                <a:cubicBezTo>
                  <a:pt x="39369" y="77727"/>
                  <a:pt x="39369" y="77727"/>
                  <a:pt x="39369" y="77727"/>
                </a:cubicBezTo>
                <a:cubicBezTo>
                  <a:pt x="39295" y="77727"/>
                  <a:pt x="39295" y="77727"/>
                  <a:pt x="39295" y="77727"/>
                </a:cubicBezTo>
                <a:cubicBezTo>
                  <a:pt x="39258" y="77727"/>
                  <a:pt x="39258" y="77727"/>
                  <a:pt x="39222" y="77727"/>
                </a:cubicBezTo>
                <a:cubicBezTo>
                  <a:pt x="39222" y="77877"/>
                  <a:pt x="39222" y="77953"/>
                  <a:pt x="39222" y="78028"/>
                </a:cubicBezTo>
                <a:cubicBezTo>
                  <a:pt x="39222" y="78090"/>
                  <a:pt x="39222" y="78090"/>
                  <a:pt x="39222" y="78166"/>
                </a:cubicBezTo>
                <a:cubicBezTo>
                  <a:pt x="39185" y="78316"/>
                  <a:pt x="39117" y="78391"/>
                  <a:pt x="39044" y="78391"/>
                </a:cubicBezTo>
                <a:cubicBezTo>
                  <a:pt x="39007" y="78391"/>
                  <a:pt x="38970" y="78316"/>
                  <a:pt x="38934" y="78316"/>
                </a:cubicBezTo>
                <a:cubicBezTo>
                  <a:pt x="38934" y="78028"/>
                  <a:pt x="38934" y="78028"/>
                  <a:pt x="38934" y="78028"/>
                </a:cubicBezTo>
                <a:lnTo>
                  <a:pt x="38934" y="77953"/>
                </a:lnTo>
                <a:cubicBezTo>
                  <a:pt x="38934" y="77877"/>
                  <a:pt x="38934" y="77802"/>
                  <a:pt x="38934" y="77802"/>
                </a:cubicBezTo>
                <a:cubicBezTo>
                  <a:pt x="39007" y="77802"/>
                  <a:pt x="39081" y="77802"/>
                  <a:pt x="39148" y="77727"/>
                </a:cubicBezTo>
                <a:cubicBezTo>
                  <a:pt x="39148" y="77727"/>
                  <a:pt x="39185" y="77727"/>
                  <a:pt x="39222" y="77727"/>
                </a:cubicBezTo>
                <a:cubicBezTo>
                  <a:pt x="39222" y="77652"/>
                  <a:pt x="39222" y="77577"/>
                  <a:pt x="39258" y="77577"/>
                </a:cubicBezTo>
                <a:cubicBezTo>
                  <a:pt x="39258" y="77426"/>
                  <a:pt x="39222" y="77351"/>
                  <a:pt x="39258" y="77276"/>
                </a:cubicBezTo>
                <a:cubicBezTo>
                  <a:pt x="39258" y="77125"/>
                  <a:pt x="39258" y="77063"/>
                  <a:pt x="39258" y="76975"/>
                </a:cubicBezTo>
                <a:cubicBezTo>
                  <a:pt x="39258" y="76912"/>
                  <a:pt x="39258" y="76837"/>
                  <a:pt x="39258" y="76762"/>
                </a:cubicBezTo>
                <a:cubicBezTo>
                  <a:pt x="39258" y="76612"/>
                  <a:pt x="39258" y="76536"/>
                  <a:pt x="39258" y="76386"/>
                </a:cubicBezTo>
                <a:cubicBezTo>
                  <a:pt x="39222" y="76386"/>
                  <a:pt x="39185" y="76386"/>
                  <a:pt x="39148" y="76386"/>
                </a:cubicBezTo>
                <a:cubicBezTo>
                  <a:pt x="39117" y="76386"/>
                  <a:pt x="39117" y="76386"/>
                  <a:pt x="39081" y="76386"/>
                </a:cubicBezTo>
                <a:lnTo>
                  <a:pt x="39044" y="76386"/>
                </a:lnTo>
                <a:cubicBezTo>
                  <a:pt x="39044" y="75646"/>
                  <a:pt x="39044" y="75646"/>
                  <a:pt x="39044" y="75646"/>
                </a:cubicBezTo>
                <a:cubicBezTo>
                  <a:pt x="39044" y="75571"/>
                  <a:pt x="39007" y="75571"/>
                  <a:pt x="39007" y="75496"/>
                </a:cubicBezTo>
                <a:cubicBezTo>
                  <a:pt x="39007" y="75421"/>
                  <a:pt x="39007" y="75346"/>
                  <a:pt x="38970" y="75271"/>
                </a:cubicBezTo>
                <a:cubicBezTo>
                  <a:pt x="38970" y="75271"/>
                  <a:pt x="38970" y="75195"/>
                  <a:pt x="38970" y="75120"/>
                </a:cubicBezTo>
                <a:cubicBezTo>
                  <a:pt x="38934" y="75120"/>
                  <a:pt x="38897" y="75120"/>
                  <a:pt x="38897" y="75045"/>
                </a:cubicBezTo>
                <a:cubicBezTo>
                  <a:pt x="38897" y="74982"/>
                  <a:pt x="38897" y="74895"/>
                  <a:pt x="38897" y="74895"/>
                </a:cubicBezTo>
                <a:cubicBezTo>
                  <a:pt x="38860" y="74832"/>
                  <a:pt x="38860" y="74757"/>
                  <a:pt x="38823" y="74757"/>
                </a:cubicBezTo>
                <a:cubicBezTo>
                  <a:pt x="38823" y="74681"/>
                  <a:pt x="38787" y="74757"/>
                  <a:pt x="38787" y="74757"/>
                </a:cubicBezTo>
                <a:cubicBezTo>
                  <a:pt x="38713" y="74681"/>
                  <a:pt x="38609" y="74606"/>
                  <a:pt x="38572" y="74531"/>
                </a:cubicBezTo>
                <a:cubicBezTo>
                  <a:pt x="38535" y="74531"/>
                  <a:pt x="38499" y="74531"/>
                  <a:pt x="38499" y="74456"/>
                </a:cubicBezTo>
                <a:cubicBezTo>
                  <a:pt x="38462" y="74381"/>
                  <a:pt x="38499" y="74230"/>
                  <a:pt x="38462" y="74155"/>
                </a:cubicBezTo>
                <a:cubicBezTo>
                  <a:pt x="38425" y="74155"/>
                  <a:pt x="38388" y="74155"/>
                  <a:pt x="38388" y="74155"/>
                </a:cubicBezTo>
                <a:cubicBezTo>
                  <a:pt x="38352" y="74155"/>
                  <a:pt x="38315" y="74080"/>
                  <a:pt x="38315" y="74080"/>
                </a:cubicBezTo>
                <a:cubicBezTo>
                  <a:pt x="38278" y="74080"/>
                  <a:pt x="38278" y="73930"/>
                  <a:pt x="38241" y="73930"/>
                </a:cubicBezTo>
                <a:cubicBezTo>
                  <a:pt x="38205" y="73867"/>
                  <a:pt x="38168" y="73930"/>
                  <a:pt x="38101" y="73930"/>
                </a:cubicBezTo>
                <a:cubicBezTo>
                  <a:pt x="38064" y="73930"/>
                  <a:pt x="38027" y="73867"/>
                  <a:pt x="38027" y="73867"/>
                </a:cubicBezTo>
                <a:cubicBezTo>
                  <a:pt x="37990" y="73867"/>
                  <a:pt x="37954" y="73792"/>
                  <a:pt x="37917" y="73792"/>
                </a:cubicBezTo>
                <a:cubicBezTo>
                  <a:pt x="37843" y="73716"/>
                  <a:pt x="37843" y="73716"/>
                  <a:pt x="37843" y="73716"/>
                </a:cubicBezTo>
                <a:cubicBezTo>
                  <a:pt x="37807" y="73641"/>
                  <a:pt x="37807" y="73566"/>
                  <a:pt x="37733" y="73566"/>
                </a:cubicBezTo>
                <a:cubicBezTo>
                  <a:pt x="37696" y="73566"/>
                  <a:pt x="37660" y="73566"/>
                  <a:pt x="37629" y="73641"/>
                </a:cubicBezTo>
                <a:cubicBezTo>
                  <a:pt x="37629" y="73641"/>
                  <a:pt x="37629" y="73716"/>
                  <a:pt x="37586" y="73792"/>
                </a:cubicBezTo>
                <a:cubicBezTo>
                  <a:pt x="37519" y="73867"/>
                  <a:pt x="37482" y="73792"/>
                  <a:pt x="37408" y="73792"/>
                </a:cubicBezTo>
                <a:cubicBezTo>
                  <a:pt x="37298" y="73792"/>
                  <a:pt x="37298" y="73792"/>
                  <a:pt x="37298" y="73792"/>
                </a:cubicBezTo>
                <a:cubicBezTo>
                  <a:pt x="37261" y="73792"/>
                  <a:pt x="37261" y="73792"/>
                  <a:pt x="37225" y="73792"/>
                </a:cubicBezTo>
                <a:cubicBezTo>
                  <a:pt x="37151" y="73716"/>
                  <a:pt x="37114" y="73716"/>
                  <a:pt x="37084" y="73716"/>
                </a:cubicBezTo>
                <a:cubicBezTo>
                  <a:pt x="37010" y="73716"/>
                  <a:pt x="37010" y="73641"/>
                  <a:pt x="36937" y="73566"/>
                </a:cubicBezTo>
                <a:cubicBezTo>
                  <a:pt x="36937" y="73566"/>
                  <a:pt x="36900" y="73566"/>
                  <a:pt x="36863" y="73566"/>
                </a:cubicBezTo>
                <a:cubicBezTo>
                  <a:pt x="36826" y="73491"/>
                  <a:pt x="36790" y="73416"/>
                  <a:pt x="36716" y="73340"/>
                </a:cubicBezTo>
                <a:cubicBezTo>
                  <a:pt x="36679" y="73265"/>
                  <a:pt x="36612" y="73265"/>
                  <a:pt x="36569" y="73190"/>
                </a:cubicBezTo>
                <a:cubicBezTo>
                  <a:pt x="36539" y="73115"/>
                  <a:pt x="36539" y="73115"/>
                  <a:pt x="36539" y="73040"/>
                </a:cubicBezTo>
                <a:cubicBezTo>
                  <a:pt x="36502" y="72965"/>
                  <a:pt x="36465" y="72965"/>
                  <a:pt x="36465" y="72902"/>
                </a:cubicBezTo>
                <a:cubicBezTo>
                  <a:pt x="36465" y="72676"/>
                  <a:pt x="36465" y="72601"/>
                  <a:pt x="36465" y="72451"/>
                </a:cubicBezTo>
                <a:cubicBezTo>
                  <a:pt x="36428" y="72451"/>
                  <a:pt x="36428" y="72375"/>
                  <a:pt x="36392" y="72375"/>
                </a:cubicBezTo>
                <a:cubicBezTo>
                  <a:pt x="36355" y="72375"/>
                  <a:pt x="36318" y="72375"/>
                  <a:pt x="36318" y="72375"/>
                </a:cubicBezTo>
                <a:cubicBezTo>
                  <a:pt x="36281" y="72375"/>
                  <a:pt x="36281" y="72300"/>
                  <a:pt x="36245" y="72300"/>
                </a:cubicBezTo>
                <a:cubicBezTo>
                  <a:pt x="36208" y="72300"/>
                  <a:pt x="36208" y="72225"/>
                  <a:pt x="36171" y="72225"/>
                </a:cubicBezTo>
                <a:cubicBezTo>
                  <a:pt x="36134" y="72150"/>
                  <a:pt x="36134" y="72150"/>
                  <a:pt x="36098" y="72075"/>
                </a:cubicBezTo>
                <a:cubicBezTo>
                  <a:pt x="36067" y="72000"/>
                  <a:pt x="36067" y="72075"/>
                  <a:pt x="36030" y="72000"/>
                </a:cubicBezTo>
                <a:cubicBezTo>
                  <a:pt x="36030" y="72000"/>
                  <a:pt x="36067" y="71849"/>
                  <a:pt x="36030" y="71849"/>
                </a:cubicBezTo>
                <a:cubicBezTo>
                  <a:pt x="36030" y="71849"/>
                  <a:pt x="35993" y="71849"/>
                  <a:pt x="35957" y="71849"/>
                </a:cubicBezTo>
                <a:cubicBezTo>
                  <a:pt x="35920" y="71849"/>
                  <a:pt x="35920" y="71786"/>
                  <a:pt x="35883" y="71786"/>
                </a:cubicBezTo>
                <a:cubicBezTo>
                  <a:pt x="35846" y="71711"/>
                  <a:pt x="35810" y="71711"/>
                  <a:pt x="35810" y="71636"/>
                </a:cubicBezTo>
                <a:cubicBezTo>
                  <a:pt x="35810" y="71636"/>
                  <a:pt x="35810" y="71561"/>
                  <a:pt x="35773" y="71486"/>
                </a:cubicBezTo>
                <a:cubicBezTo>
                  <a:pt x="35773" y="71410"/>
                  <a:pt x="35773" y="71335"/>
                  <a:pt x="35773" y="71185"/>
                </a:cubicBezTo>
                <a:cubicBezTo>
                  <a:pt x="35699" y="71185"/>
                  <a:pt x="35699" y="71185"/>
                  <a:pt x="35699" y="71185"/>
                </a:cubicBezTo>
                <a:cubicBezTo>
                  <a:pt x="35663" y="71185"/>
                  <a:pt x="35626" y="71260"/>
                  <a:pt x="35595" y="71260"/>
                </a:cubicBezTo>
                <a:cubicBezTo>
                  <a:pt x="35522" y="71260"/>
                  <a:pt x="35485" y="71335"/>
                  <a:pt x="35448" y="71335"/>
                </a:cubicBezTo>
                <a:cubicBezTo>
                  <a:pt x="35411" y="71335"/>
                  <a:pt x="35411" y="71410"/>
                  <a:pt x="35375" y="71410"/>
                </a:cubicBezTo>
                <a:cubicBezTo>
                  <a:pt x="35338" y="71410"/>
                  <a:pt x="35301" y="71410"/>
                  <a:pt x="35264" y="71335"/>
                </a:cubicBezTo>
                <a:cubicBezTo>
                  <a:pt x="35264" y="71260"/>
                  <a:pt x="35301" y="71260"/>
                  <a:pt x="35264" y="71185"/>
                </a:cubicBezTo>
                <a:cubicBezTo>
                  <a:pt x="35264" y="71034"/>
                  <a:pt x="35264" y="70959"/>
                  <a:pt x="35264" y="70821"/>
                </a:cubicBezTo>
                <a:cubicBezTo>
                  <a:pt x="35338" y="70821"/>
                  <a:pt x="35338" y="70821"/>
                  <a:pt x="35338" y="70821"/>
                </a:cubicBezTo>
                <a:cubicBezTo>
                  <a:pt x="35375" y="70734"/>
                  <a:pt x="35375" y="70734"/>
                  <a:pt x="35411" y="70671"/>
                </a:cubicBezTo>
                <a:cubicBezTo>
                  <a:pt x="35411" y="70596"/>
                  <a:pt x="35375" y="70521"/>
                  <a:pt x="35338" y="70521"/>
                </a:cubicBezTo>
                <a:cubicBezTo>
                  <a:pt x="35338" y="70445"/>
                  <a:pt x="35301" y="70521"/>
                  <a:pt x="35264" y="70445"/>
                </a:cubicBezTo>
                <a:cubicBezTo>
                  <a:pt x="35228" y="70445"/>
                  <a:pt x="35228" y="70445"/>
                  <a:pt x="35191" y="70370"/>
                </a:cubicBezTo>
                <a:cubicBezTo>
                  <a:pt x="35154" y="70370"/>
                  <a:pt x="35117" y="70370"/>
                  <a:pt x="35117" y="70370"/>
                </a:cubicBezTo>
                <a:cubicBezTo>
                  <a:pt x="34940" y="70596"/>
                  <a:pt x="34940" y="70596"/>
                  <a:pt x="34940" y="70596"/>
                </a:cubicBezTo>
                <a:cubicBezTo>
                  <a:pt x="34903" y="70596"/>
                  <a:pt x="34903" y="70596"/>
                  <a:pt x="34903" y="70596"/>
                </a:cubicBezTo>
                <a:cubicBezTo>
                  <a:pt x="34903" y="70596"/>
                  <a:pt x="34866" y="70596"/>
                  <a:pt x="34830" y="70521"/>
                </a:cubicBezTo>
                <a:cubicBezTo>
                  <a:pt x="34793" y="70521"/>
                  <a:pt x="34756" y="70445"/>
                  <a:pt x="34719" y="70445"/>
                </a:cubicBezTo>
                <a:cubicBezTo>
                  <a:pt x="34646" y="70445"/>
                  <a:pt x="34609" y="70445"/>
                  <a:pt x="34609" y="70521"/>
                </a:cubicBezTo>
                <a:cubicBezTo>
                  <a:pt x="34578" y="70596"/>
                  <a:pt x="34578" y="70671"/>
                  <a:pt x="34578" y="70671"/>
                </a:cubicBezTo>
                <a:cubicBezTo>
                  <a:pt x="34578" y="70734"/>
                  <a:pt x="34578" y="70821"/>
                  <a:pt x="34578" y="70821"/>
                </a:cubicBezTo>
                <a:cubicBezTo>
                  <a:pt x="34535" y="70884"/>
                  <a:pt x="34535" y="70884"/>
                  <a:pt x="34535" y="70959"/>
                </a:cubicBezTo>
                <a:cubicBezTo>
                  <a:pt x="34505" y="71034"/>
                  <a:pt x="34468" y="71185"/>
                  <a:pt x="34395" y="71185"/>
                </a:cubicBezTo>
                <a:cubicBezTo>
                  <a:pt x="34358" y="71185"/>
                  <a:pt x="34358" y="71185"/>
                  <a:pt x="34321" y="71110"/>
                </a:cubicBezTo>
                <a:cubicBezTo>
                  <a:pt x="34284" y="71110"/>
                  <a:pt x="34284" y="71034"/>
                  <a:pt x="34284" y="71034"/>
                </a:cubicBezTo>
                <a:cubicBezTo>
                  <a:pt x="34284" y="70959"/>
                  <a:pt x="34248" y="70884"/>
                  <a:pt x="34248" y="70884"/>
                </a:cubicBezTo>
                <a:cubicBezTo>
                  <a:pt x="34211" y="70821"/>
                  <a:pt x="34211" y="70734"/>
                  <a:pt x="34174" y="70734"/>
                </a:cubicBezTo>
                <a:cubicBezTo>
                  <a:pt x="34137" y="70671"/>
                  <a:pt x="34064" y="70671"/>
                  <a:pt x="34033" y="70596"/>
                </a:cubicBezTo>
                <a:cubicBezTo>
                  <a:pt x="33996" y="70596"/>
                  <a:pt x="33960" y="70596"/>
                  <a:pt x="33923" y="70596"/>
                </a:cubicBezTo>
                <a:cubicBezTo>
                  <a:pt x="33562" y="70596"/>
                  <a:pt x="33562" y="70596"/>
                  <a:pt x="33562" y="70596"/>
                </a:cubicBezTo>
                <a:cubicBezTo>
                  <a:pt x="33562" y="70596"/>
                  <a:pt x="33519" y="70521"/>
                  <a:pt x="33488" y="70521"/>
                </a:cubicBezTo>
                <a:cubicBezTo>
                  <a:pt x="33451" y="70445"/>
                  <a:pt x="33378" y="70445"/>
                  <a:pt x="33304" y="70445"/>
                </a:cubicBezTo>
                <a:cubicBezTo>
                  <a:pt x="33304" y="69994"/>
                  <a:pt x="33304" y="69994"/>
                  <a:pt x="33304" y="69994"/>
                </a:cubicBezTo>
                <a:cubicBezTo>
                  <a:pt x="33267" y="69994"/>
                  <a:pt x="33231" y="69994"/>
                  <a:pt x="33194" y="69994"/>
                </a:cubicBezTo>
                <a:cubicBezTo>
                  <a:pt x="33157" y="69994"/>
                  <a:pt x="33120" y="69919"/>
                  <a:pt x="33120" y="69919"/>
                </a:cubicBezTo>
                <a:cubicBezTo>
                  <a:pt x="33084" y="69919"/>
                  <a:pt x="33047" y="69919"/>
                  <a:pt x="33016" y="69844"/>
                </a:cubicBezTo>
                <a:cubicBezTo>
                  <a:pt x="33016" y="69844"/>
                  <a:pt x="33016" y="69769"/>
                  <a:pt x="32980" y="69706"/>
                </a:cubicBezTo>
                <a:cubicBezTo>
                  <a:pt x="32943" y="69706"/>
                  <a:pt x="32943" y="69706"/>
                  <a:pt x="32906" y="69706"/>
                </a:cubicBezTo>
                <a:cubicBezTo>
                  <a:pt x="32833" y="69631"/>
                  <a:pt x="32759" y="69631"/>
                  <a:pt x="32649" y="69556"/>
                </a:cubicBezTo>
                <a:cubicBezTo>
                  <a:pt x="32649" y="69706"/>
                  <a:pt x="32649" y="69769"/>
                  <a:pt x="32649" y="69844"/>
                </a:cubicBezTo>
                <a:cubicBezTo>
                  <a:pt x="32649" y="69919"/>
                  <a:pt x="32649" y="69994"/>
                  <a:pt x="32612" y="70069"/>
                </a:cubicBezTo>
                <a:cubicBezTo>
                  <a:pt x="32612" y="70069"/>
                  <a:pt x="32612" y="70145"/>
                  <a:pt x="32575" y="70145"/>
                </a:cubicBezTo>
                <a:cubicBezTo>
                  <a:pt x="32502" y="70220"/>
                  <a:pt x="32471" y="70145"/>
                  <a:pt x="32434" y="70145"/>
                </a:cubicBezTo>
                <a:cubicBezTo>
                  <a:pt x="32398" y="70220"/>
                  <a:pt x="32398" y="70295"/>
                  <a:pt x="32361" y="70295"/>
                </a:cubicBezTo>
                <a:cubicBezTo>
                  <a:pt x="32324" y="70295"/>
                  <a:pt x="32324" y="70370"/>
                  <a:pt x="32287" y="70370"/>
                </a:cubicBezTo>
                <a:cubicBezTo>
                  <a:pt x="32251" y="70445"/>
                  <a:pt x="32214" y="70445"/>
                  <a:pt x="32214" y="70521"/>
                </a:cubicBezTo>
                <a:cubicBezTo>
                  <a:pt x="32214" y="70596"/>
                  <a:pt x="32251" y="70596"/>
                  <a:pt x="32251" y="70671"/>
                </a:cubicBezTo>
                <a:cubicBezTo>
                  <a:pt x="32251" y="70734"/>
                  <a:pt x="32251" y="70821"/>
                  <a:pt x="32251" y="70821"/>
                </a:cubicBezTo>
                <a:cubicBezTo>
                  <a:pt x="32251" y="70884"/>
                  <a:pt x="32251" y="70884"/>
                  <a:pt x="32251" y="70959"/>
                </a:cubicBezTo>
                <a:cubicBezTo>
                  <a:pt x="32251" y="71034"/>
                  <a:pt x="32287" y="71034"/>
                  <a:pt x="32287" y="71110"/>
                </a:cubicBezTo>
                <a:cubicBezTo>
                  <a:pt x="32287" y="71185"/>
                  <a:pt x="32287" y="71260"/>
                  <a:pt x="32287" y="71335"/>
                </a:cubicBezTo>
                <a:cubicBezTo>
                  <a:pt x="32287" y="71410"/>
                  <a:pt x="32287" y="71486"/>
                  <a:pt x="32287" y="71561"/>
                </a:cubicBezTo>
                <a:cubicBezTo>
                  <a:pt x="32287" y="71636"/>
                  <a:pt x="32251" y="71636"/>
                  <a:pt x="32251" y="71711"/>
                </a:cubicBezTo>
                <a:cubicBezTo>
                  <a:pt x="32251" y="71711"/>
                  <a:pt x="32214" y="71711"/>
                  <a:pt x="32177" y="71636"/>
                </a:cubicBezTo>
                <a:cubicBezTo>
                  <a:pt x="32177" y="71636"/>
                  <a:pt x="32177" y="71561"/>
                  <a:pt x="32140" y="71486"/>
                </a:cubicBezTo>
                <a:cubicBezTo>
                  <a:pt x="32104" y="71410"/>
                  <a:pt x="32067" y="71260"/>
                  <a:pt x="32030" y="71110"/>
                </a:cubicBezTo>
                <a:cubicBezTo>
                  <a:pt x="32030" y="71034"/>
                  <a:pt x="32000" y="70959"/>
                  <a:pt x="32000" y="70821"/>
                </a:cubicBezTo>
                <a:cubicBezTo>
                  <a:pt x="32000" y="70734"/>
                  <a:pt x="32000" y="70734"/>
                  <a:pt x="32000" y="70671"/>
                </a:cubicBezTo>
                <a:cubicBezTo>
                  <a:pt x="32030" y="70596"/>
                  <a:pt x="32067" y="70596"/>
                  <a:pt x="32067" y="70521"/>
                </a:cubicBezTo>
                <a:cubicBezTo>
                  <a:pt x="32067" y="70521"/>
                  <a:pt x="32067" y="70445"/>
                  <a:pt x="32067" y="70370"/>
                </a:cubicBezTo>
                <a:cubicBezTo>
                  <a:pt x="32067" y="70370"/>
                  <a:pt x="32104" y="70295"/>
                  <a:pt x="32104" y="70220"/>
                </a:cubicBezTo>
                <a:cubicBezTo>
                  <a:pt x="32104" y="70145"/>
                  <a:pt x="32030" y="70145"/>
                  <a:pt x="32030" y="70069"/>
                </a:cubicBezTo>
                <a:cubicBezTo>
                  <a:pt x="32030" y="69844"/>
                  <a:pt x="32104" y="69769"/>
                  <a:pt x="32177" y="69706"/>
                </a:cubicBezTo>
                <a:cubicBezTo>
                  <a:pt x="32177" y="69631"/>
                  <a:pt x="32214" y="69631"/>
                  <a:pt x="32251" y="69556"/>
                </a:cubicBezTo>
                <a:cubicBezTo>
                  <a:pt x="32251" y="69556"/>
                  <a:pt x="32287" y="69480"/>
                  <a:pt x="32287" y="69405"/>
                </a:cubicBezTo>
                <a:cubicBezTo>
                  <a:pt x="32324" y="69405"/>
                  <a:pt x="32324" y="69405"/>
                  <a:pt x="32361" y="69330"/>
                </a:cubicBezTo>
                <a:cubicBezTo>
                  <a:pt x="32324" y="69180"/>
                  <a:pt x="32324" y="69180"/>
                  <a:pt x="32324" y="69180"/>
                </a:cubicBezTo>
                <a:cubicBezTo>
                  <a:pt x="32177" y="69180"/>
                  <a:pt x="32177" y="69180"/>
                  <a:pt x="32177" y="69180"/>
                </a:cubicBezTo>
                <a:cubicBezTo>
                  <a:pt x="32140" y="69180"/>
                  <a:pt x="32140" y="69255"/>
                  <a:pt x="32104" y="69255"/>
                </a:cubicBezTo>
                <a:cubicBezTo>
                  <a:pt x="32067" y="69255"/>
                  <a:pt x="32030" y="69255"/>
                  <a:pt x="32030" y="69255"/>
                </a:cubicBezTo>
                <a:cubicBezTo>
                  <a:pt x="32000" y="69330"/>
                  <a:pt x="31963" y="69330"/>
                  <a:pt x="31963" y="69330"/>
                </a:cubicBezTo>
                <a:cubicBezTo>
                  <a:pt x="31963" y="69405"/>
                  <a:pt x="31963" y="69480"/>
                  <a:pt x="31926" y="69480"/>
                </a:cubicBezTo>
                <a:cubicBezTo>
                  <a:pt x="31926" y="69631"/>
                  <a:pt x="31926" y="69706"/>
                  <a:pt x="31926" y="69844"/>
                </a:cubicBezTo>
                <a:cubicBezTo>
                  <a:pt x="31558" y="69844"/>
                  <a:pt x="31558" y="69844"/>
                  <a:pt x="31558" y="69844"/>
                </a:cubicBezTo>
                <a:cubicBezTo>
                  <a:pt x="31485" y="69844"/>
                  <a:pt x="31454" y="69919"/>
                  <a:pt x="31418" y="69994"/>
                </a:cubicBezTo>
                <a:cubicBezTo>
                  <a:pt x="31381" y="70069"/>
                  <a:pt x="31344" y="70069"/>
                  <a:pt x="31344" y="70069"/>
                </a:cubicBezTo>
                <a:cubicBezTo>
                  <a:pt x="31307" y="70145"/>
                  <a:pt x="31271" y="70145"/>
                  <a:pt x="31234" y="70145"/>
                </a:cubicBezTo>
                <a:cubicBezTo>
                  <a:pt x="31197" y="70220"/>
                  <a:pt x="31197" y="70220"/>
                  <a:pt x="31160" y="70220"/>
                </a:cubicBezTo>
                <a:cubicBezTo>
                  <a:pt x="31087" y="70295"/>
                  <a:pt x="31050" y="70295"/>
                  <a:pt x="30977" y="70295"/>
                </a:cubicBezTo>
                <a:lnTo>
                  <a:pt x="30946" y="70370"/>
                </a:lnTo>
                <a:cubicBezTo>
                  <a:pt x="30872" y="70370"/>
                  <a:pt x="30836" y="70370"/>
                  <a:pt x="30799" y="70370"/>
                </a:cubicBezTo>
                <a:cubicBezTo>
                  <a:pt x="30799" y="71185"/>
                  <a:pt x="30799" y="71185"/>
                  <a:pt x="30799" y="71185"/>
                </a:cubicBezTo>
                <a:cubicBezTo>
                  <a:pt x="30725" y="71260"/>
                  <a:pt x="30725" y="71335"/>
                  <a:pt x="30652" y="71410"/>
                </a:cubicBezTo>
                <a:cubicBezTo>
                  <a:pt x="30615" y="71410"/>
                  <a:pt x="30615" y="71410"/>
                  <a:pt x="30578" y="71410"/>
                </a:cubicBezTo>
                <a:cubicBezTo>
                  <a:pt x="30542" y="71410"/>
                  <a:pt x="30505" y="71410"/>
                  <a:pt x="30437" y="71410"/>
                </a:cubicBezTo>
                <a:cubicBezTo>
                  <a:pt x="30437" y="71486"/>
                  <a:pt x="30437" y="71561"/>
                  <a:pt x="30437" y="71636"/>
                </a:cubicBezTo>
                <a:cubicBezTo>
                  <a:pt x="30437" y="71711"/>
                  <a:pt x="30401" y="71711"/>
                  <a:pt x="30401" y="71786"/>
                </a:cubicBezTo>
                <a:cubicBezTo>
                  <a:pt x="30401" y="71849"/>
                  <a:pt x="30364" y="71849"/>
                  <a:pt x="30364" y="71924"/>
                </a:cubicBezTo>
                <a:cubicBezTo>
                  <a:pt x="30364" y="72000"/>
                  <a:pt x="30364" y="72000"/>
                  <a:pt x="30364" y="72075"/>
                </a:cubicBezTo>
                <a:cubicBezTo>
                  <a:pt x="30364" y="72150"/>
                  <a:pt x="30327" y="72150"/>
                  <a:pt x="30290" y="72150"/>
                </a:cubicBezTo>
                <a:cubicBezTo>
                  <a:pt x="30254" y="72300"/>
                  <a:pt x="30217" y="72300"/>
                  <a:pt x="30143" y="72375"/>
                </a:cubicBezTo>
                <a:cubicBezTo>
                  <a:pt x="30143" y="72451"/>
                  <a:pt x="30107" y="72451"/>
                  <a:pt x="30070" y="72526"/>
                </a:cubicBezTo>
                <a:cubicBezTo>
                  <a:pt x="30070" y="72526"/>
                  <a:pt x="30107" y="72601"/>
                  <a:pt x="30070" y="72676"/>
                </a:cubicBezTo>
                <a:cubicBezTo>
                  <a:pt x="30070" y="72751"/>
                  <a:pt x="30033" y="72751"/>
                  <a:pt x="29996" y="72814"/>
                </a:cubicBezTo>
                <a:lnTo>
                  <a:pt x="29996" y="72902"/>
                </a:lnTo>
                <a:lnTo>
                  <a:pt x="29996" y="73040"/>
                </a:lnTo>
                <a:cubicBezTo>
                  <a:pt x="30033" y="73040"/>
                  <a:pt x="30070" y="73040"/>
                  <a:pt x="30070" y="73040"/>
                </a:cubicBezTo>
                <a:cubicBezTo>
                  <a:pt x="30107" y="73115"/>
                  <a:pt x="30143" y="73115"/>
                  <a:pt x="30180" y="73115"/>
                </a:cubicBezTo>
                <a:cubicBezTo>
                  <a:pt x="30180" y="73340"/>
                  <a:pt x="30143" y="73491"/>
                  <a:pt x="30180" y="73716"/>
                </a:cubicBezTo>
                <a:lnTo>
                  <a:pt x="30180" y="73792"/>
                </a:lnTo>
                <a:cubicBezTo>
                  <a:pt x="30217" y="73930"/>
                  <a:pt x="30254" y="74005"/>
                  <a:pt x="30254" y="74080"/>
                </a:cubicBezTo>
                <a:cubicBezTo>
                  <a:pt x="30254" y="74155"/>
                  <a:pt x="30254" y="74230"/>
                  <a:pt x="30290" y="74230"/>
                </a:cubicBezTo>
                <a:cubicBezTo>
                  <a:pt x="30290" y="74306"/>
                  <a:pt x="30290" y="74381"/>
                  <a:pt x="30290" y="74456"/>
                </a:cubicBezTo>
                <a:cubicBezTo>
                  <a:pt x="30290" y="74531"/>
                  <a:pt x="30290" y="74606"/>
                  <a:pt x="30290" y="74681"/>
                </a:cubicBezTo>
                <a:cubicBezTo>
                  <a:pt x="30254" y="74757"/>
                  <a:pt x="30217" y="74757"/>
                  <a:pt x="30217" y="74757"/>
                </a:cubicBezTo>
                <a:cubicBezTo>
                  <a:pt x="30180" y="74832"/>
                  <a:pt x="30107" y="74832"/>
                  <a:pt x="30107" y="74895"/>
                </a:cubicBezTo>
                <a:cubicBezTo>
                  <a:pt x="30107" y="74982"/>
                  <a:pt x="30107" y="75045"/>
                  <a:pt x="30107" y="75045"/>
                </a:cubicBezTo>
                <a:cubicBezTo>
                  <a:pt x="30107" y="75195"/>
                  <a:pt x="30143" y="75271"/>
                  <a:pt x="30143" y="75346"/>
                </a:cubicBezTo>
                <a:cubicBezTo>
                  <a:pt x="30143" y="75496"/>
                  <a:pt x="30143" y="75571"/>
                  <a:pt x="30107" y="75646"/>
                </a:cubicBezTo>
                <a:cubicBezTo>
                  <a:pt x="30107" y="75722"/>
                  <a:pt x="30070" y="75797"/>
                  <a:pt x="30033" y="75797"/>
                </a:cubicBezTo>
                <a:cubicBezTo>
                  <a:pt x="30033" y="75872"/>
                  <a:pt x="30033" y="75947"/>
                  <a:pt x="29996" y="75947"/>
                </a:cubicBezTo>
                <a:cubicBezTo>
                  <a:pt x="29960" y="75947"/>
                  <a:pt x="29960" y="75947"/>
                  <a:pt x="29929" y="75947"/>
                </a:cubicBezTo>
                <a:cubicBezTo>
                  <a:pt x="29892" y="76010"/>
                  <a:pt x="29856" y="76010"/>
                  <a:pt x="29782" y="76010"/>
                </a:cubicBezTo>
                <a:cubicBezTo>
                  <a:pt x="29782" y="76236"/>
                  <a:pt x="29782" y="76236"/>
                  <a:pt x="29782" y="76236"/>
                </a:cubicBezTo>
                <a:cubicBezTo>
                  <a:pt x="29782" y="76311"/>
                  <a:pt x="29819" y="76311"/>
                  <a:pt x="29819" y="76386"/>
                </a:cubicBezTo>
                <a:cubicBezTo>
                  <a:pt x="29819" y="76386"/>
                  <a:pt x="29819" y="76461"/>
                  <a:pt x="29819" y="76536"/>
                </a:cubicBezTo>
                <a:cubicBezTo>
                  <a:pt x="29745" y="76612"/>
                  <a:pt x="29672" y="76687"/>
                  <a:pt x="29598" y="76762"/>
                </a:cubicBezTo>
                <a:cubicBezTo>
                  <a:pt x="29598" y="77063"/>
                  <a:pt x="29598" y="77063"/>
                  <a:pt x="29598" y="77063"/>
                </a:cubicBezTo>
                <a:cubicBezTo>
                  <a:pt x="29562" y="77063"/>
                  <a:pt x="29525" y="77063"/>
                  <a:pt x="29525" y="77063"/>
                </a:cubicBezTo>
                <a:cubicBezTo>
                  <a:pt x="29451" y="77125"/>
                  <a:pt x="29415" y="77125"/>
                  <a:pt x="29384" y="77201"/>
                </a:cubicBezTo>
                <a:cubicBezTo>
                  <a:pt x="29347" y="77201"/>
                  <a:pt x="29347" y="77276"/>
                  <a:pt x="29347" y="77351"/>
                </a:cubicBezTo>
                <a:cubicBezTo>
                  <a:pt x="29274" y="77501"/>
                  <a:pt x="29274" y="77652"/>
                  <a:pt x="29274" y="77877"/>
                </a:cubicBezTo>
                <a:cubicBezTo>
                  <a:pt x="28980" y="77877"/>
                  <a:pt x="28980" y="77877"/>
                  <a:pt x="28980" y="77877"/>
                </a:cubicBezTo>
                <a:cubicBezTo>
                  <a:pt x="28980" y="78090"/>
                  <a:pt x="29016" y="78166"/>
                  <a:pt x="28980" y="78316"/>
                </a:cubicBezTo>
                <a:cubicBezTo>
                  <a:pt x="28980" y="78466"/>
                  <a:pt x="28980" y="78542"/>
                  <a:pt x="28980" y="78617"/>
                </a:cubicBezTo>
                <a:cubicBezTo>
                  <a:pt x="28980" y="78692"/>
                  <a:pt x="28943" y="78692"/>
                  <a:pt x="28943" y="78767"/>
                </a:cubicBezTo>
                <a:cubicBezTo>
                  <a:pt x="28943" y="78842"/>
                  <a:pt x="28980" y="78842"/>
                  <a:pt x="28980" y="78918"/>
                </a:cubicBezTo>
                <a:cubicBezTo>
                  <a:pt x="28980" y="78993"/>
                  <a:pt x="28943" y="79068"/>
                  <a:pt x="28943" y="79068"/>
                </a:cubicBezTo>
                <a:cubicBezTo>
                  <a:pt x="28980" y="79206"/>
                  <a:pt x="29016" y="79281"/>
                  <a:pt x="29016" y="79356"/>
                </a:cubicBezTo>
                <a:cubicBezTo>
                  <a:pt x="29053" y="79356"/>
                  <a:pt x="29090" y="79281"/>
                  <a:pt x="29090" y="79281"/>
                </a:cubicBezTo>
                <a:cubicBezTo>
                  <a:pt x="29127" y="79281"/>
                  <a:pt x="29163" y="79206"/>
                  <a:pt x="29200" y="79206"/>
                </a:cubicBezTo>
                <a:cubicBezTo>
                  <a:pt x="29274" y="79206"/>
                  <a:pt x="29310" y="79281"/>
                  <a:pt x="29384" y="79281"/>
                </a:cubicBezTo>
                <a:cubicBezTo>
                  <a:pt x="29384" y="79507"/>
                  <a:pt x="29384" y="79507"/>
                  <a:pt x="29384" y="79507"/>
                </a:cubicBezTo>
                <a:cubicBezTo>
                  <a:pt x="29347" y="79582"/>
                  <a:pt x="29347" y="79657"/>
                  <a:pt x="29347" y="79657"/>
                </a:cubicBezTo>
                <a:cubicBezTo>
                  <a:pt x="29274" y="79732"/>
                  <a:pt x="29237" y="79807"/>
                  <a:pt x="29200" y="79807"/>
                </a:cubicBezTo>
                <a:cubicBezTo>
                  <a:pt x="29163" y="79807"/>
                  <a:pt x="29163" y="79807"/>
                  <a:pt x="29127" y="79807"/>
                </a:cubicBezTo>
                <a:cubicBezTo>
                  <a:pt x="29090" y="79807"/>
                  <a:pt x="29053" y="79807"/>
                  <a:pt x="29016" y="79807"/>
                </a:cubicBezTo>
                <a:cubicBezTo>
                  <a:pt x="29016" y="79958"/>
                  <a:pt x="29053" y="80033"/>
                  <a:pt x="29016" y="80108"/>
                </a:cubicBezTo>
                <a:cubicBezTo>
                  <a:pt x="29016" y="80171"/>
                  <a:pt x="29016" y="80246"/>
                  <a:pt x="29016" y="80246"/>
                </a:cubicBezTo>
                <a:cubicBezTo>
                  <a:pt x="28980" y="80321"/>
                  <a:pt x="28980" y="80321"/>
                  <a:pt x="28943" y="80321"/>
                </a:cubicBezTo>
                <a:cubicBezTo>
                  <a:pt x="28912" y="80396"/>
                  <a:pt x="28912" y="80396"/>
                  <a:pt x="28875" y="80472"/>
                </a:cubicBezTo>
                <a:cubicBezTo>
                  <a:pt x="28839" y="80472"/>
                  <a:pt x="28839" y="80472"/>
                  <a:pt x="28802" y="80547"/>
                </a:cubicBezTo>
                <a:cubicBezTo>
                  <a:pt x="28802" y="80622"/>
                  <a:pt x="28802" y="80697"/>
                  <a:pt x="28802" y="80772"/>
                </a:cubicBezTo>
                <a:cubicBezTo>
                  <a:pt x="28802" y="80848"/>
                  <a:pt x="28802" y="80923"/>
                  <a:pt x="28802" y="80998"/>
                </a:cubicBezTo>
                <a:cubicBezTo>
                  <a:pt x="28802" y="81073"/>
                  <a:pt x="28839" y="81073"/>
                  <a:pt x="28875" y="81148"/>
                </a:cubicBezTo>
                <a:cubicBezTo>
                  <a:pt x="28875" y="81211"/>
                  <a:pt x="28912" y="81211"/>
                  <a:pt x="28912" y="81286"/>
                </a:cubicBezTo>
                <a:cubicBezTo>
                  <a:pt x="28912" y="81437"/>
                  <a:pt x="28912" y="81437"/>
                  <a:pt x="28912" y="81437"/>
                </a:cubicBezTo>
                <a:cubicBezTo>
                  <a:pt x="28912" y="81512"/>
                  <a:pt x="28912" y="81587"/>
                  <a:pt x="28912" y="81737"/>
                </a:cubicBezTo>
                <a:cubicBezTo>
                  <a:pt x="28912" y="81813"/>
                  <a:pt x="28912" y="81813"/>
                  <a:pt x="28912" y="81888"/>
                </a:cubicBezTo>
                <a:cubicBezTo>
                  <a:pt x="28912" y="81963"/>
                  <a:pt x="28943" y="81963"/>
                  <a:pt x="28943" y="82038"/>
                </a:cubicBezTo>
                <a:cubicBezTo>
                  <a:pt x="28980" y="82038"/>
                  <a:pt x="29016" y="82038"/>
                  <a:pt x="29016" y="82113"/>
                </a:cubicBezTo>
                <a:cubicBezTo>
                  <a:pt x="29053" y="82113"/>
                  <a:pt x="29090" y="82113"/>
                  <a:pt x="29090" y="82113"/>
                </a:cubicBezTo>
                <a:cubicBezTo>
                  <a:pt x="29127" y="82113"/>
                  <a:pt x="29163" y="82113"/>
                  <a:pt x="29163" y="82113"/>
                </a:cubicBezTo>
                <a:cubicBezTo>
                  <a:pt x="29200" y="82113"/>
                  <a:pt x="29200" y="82113"/>
                  <a:pt x="29237" y="82189"/>
                </a:cubicBezTo>
                <a:cubicBezTo>
                  <a:pt x="29274" y="82189"/>
                  <a:pt x="29310" y="82189"/>
                  <a:pt x="29310" y="82251"/>
                </a:cubicBezTo>
                <a:cubicBezTo>
                  <a:pt x="29347" y="82251"/>
                  <a:pt x="29347" y="82326"/>
                  <a:pt x="29384" y="82402"/>
                </a:cubicBezTo>
                <a:lnTo>
                  <a:pt x="29415" y="82477"/>
                </a:lnTo>
                <a:cubicBezTo>
                  <a:pt x="29415" y="82552"/>
                  <a:pt x="29451" y="82627"/>
                  <a:pt x="29451" y="82702"/>
                </a:cubicBezTo>
                <a:cubicBezTo>
                  <a:pt x="29488" y="82702"/>
                  <a:pt x="29488" y="82778"/>
                  <a:pt x="29488" y="82853"/>
                </a:cubicBezTo>
                <a:cubicBezTo>
                  <a:pt x="29525" y="82853"/>
                  <a:pt x="29562" y="82853"/>
                  <a:pt x="29562" y="82928"/>
                </a:cubicBezTo>
                <a:cubicBezTo>
                  <a:pt x="29598" y="83003"/>
                  <a:pt x="29598" y="83003"/>
                  <a:pt x="29598" y="83078"/>
                </a:cubicBezTo>
                <a:cubicBezTo>
                  <a:pt x="29635" y="83154"/>
                  <a:pt x="29598" y="83304"/>
                  <a:pt x="29598" y="83367"/>
                </a:cubicBezTo>
                <a:cubicBezTo>
                  <a:pt x="29598" y="83442"/>
                  <a:pt x="29635" y="83442"/>
                  <a:pt x="29635" y="83517"/>
                </a:cubicBezTo>
                <a:cubicBezTo>
                  <a:pt x="29635" y="83592"/>
                  <a:pt x="29635" y="83592"/>
                  <a:pt x="29635" y="83667"/>
                </a:cubicBezTo>
                <a:cubicBezTo>
                  <a:pt x="29672" y="83743"/>
                  <a:pt x="29709" y="83743"/>
                  <a:pt x="29709" y="83743"/>
                </a:cubicBezTo>
                <a:cubicBezTo>
                  <a:pt x="29745" y="83818"/>
                  <a:pt x="29745" y="83893"/>
                  <a:pt x="29782" y="83893"/>
                </a:cubicBezTo>
                <a:cubicBezTo>
                  <a:pt x="29782" y="83968"/>
                  <a:pt x="29819" y="83968"/>
                  <a:pt x="29856" y="84043"/>
                </a:cubicBezTo>
                <a:cubicBezTo>
                  <a:pt x="29856" y="84119"/>
                  <a:pt x="29856" y="84194"/>
                  <a:pt x="29856" y="84344"/>
                </a:cubicBezTo>
                <a:cubicBezTo>
                  <a:pt x="29856" y="84632"/>
                  <a:pt x="29856" y="84632"/>
                  <a:pt x="29856" y="84632"/>
                </a:cubicBezTo>
                <a:cubicBezTo>
                  <a:pt x="29856" y="84708"/>
                  <a:pt x="29892" y="84783"/>
                  <a:pt x="29892" y="84783"/>
                </a:cubicBezTo>
                <a:cubicBezTo>
                  <a:pt x="29929" y="84858"/>
                  <a:pt x="29929" y="84933"/>
                  <a:pt x="29929" y="84933"/>
                </a:cubicBezTo>
                <a:cubicBezTo>
                  <a:pt x="29960" y="85008"/>
                  <a:pt x="29996" y="85008"/>
                  <a:pt x="29996" y="85084"/>
                </a:cubicBezTo>
                <a:cubicBezTo>
                  <a:pt x="30070" y="85159"/>
                  <a:pt x="30107" y="85309"/>
                  <a:pt x="30107" y="85447"/>
                </a:cubicBezTo>
                <a:cubicBezTo>
                  <a:pt x="30107" y="85673"/>
                  <a:pt x="30070" y="85823"/>
                  <a:pt x="30107" y="85973"/>
                </a:cubicBezTo>
                <a:cubicBezTo>
                  <a:pt x="30107" y="85973"/>
                  <a:pt x="30143" y="86049"/>
                  <a:pt x="30143" y="86124"/>
                </a:cubicBezTo>
                <a:cubicBezTo>
                  <a:pt x="30180" y="86124"/>
                  <a:pt x="30217" y="86124"/>
                  <a:pt x="30217" y="86199"/>
                </a:cubicBezTo>
                <a:cubicBezTo>
                  <a:pt x="30254" y="86199"/>
                  <a:pt x="30254" y="86274"/>
                  <a:pt x="30254" y="86274"/>
                </a:cubicBezTo>
                <a:cubicBezTo>
                  <a:pt x="30290" y="86349"/>
                  <a:pt x="30290" y="86349"/>
                  <a:pt x="30327" y="86349"/>
                </a:cubicBezTo>
                <a:cubicBezTo>
                  <a:pt x="30364" y="86425"/>
                  <a:pt x="30364" y="86425"/>
                  <a:pt x="30401" y="86487"/>
                </a:cubicBezTo>
                <a:cubicBezTo>
                  <a:pt x="30437" y="86487"/>
                  <a:pt x="30437" y="86487"/>
                  <a:pt x="30468" y="86550"/>
                </a:cubicBezTo>
                <a:cubicBezTo>
                  <a:pt x="30468" y="86550"/>
                  <a:pt x="30505" y="86625"/>
                  <a:pt x="30505" y="86700"/>
                </a:cubicBezTo>
                <a:cubicBezTo>
                  <a:pt x="30505" y="86700"/>
                  <a:pt x="30505" y="86775"/>
                  <a:pt x="30505" y="86851"/>
                </a:cubicBezTo>
                <a:cubicBezTo>
                  <a:pt x="30505" y="87001"/>
                  <a:pt x="30505" y="87076"/>
                  <a:pt x="30505" y="87227"/>
                </a:cubicBezTo>
                <a:cubicBezTo>
                  <a:pt x="30505" y="87227"/>
                  <a:pt x="30505" y="87302"/>
                  <a:pt x="30505" y="87377"/>
                </a:cubicBezTo>
                <a:cubicBezTo>
                  <a:pt x="30505" y="87452"/>
                  <a:pt x="30505" y="87452"/>
                  <a:pt x="30505" y="87527"/>
                </a:cubicBezTo>
                <a:cubicBezTo>
                  <a:pt x="30542" y="87590"/>
                  <a:pt x="30578" y="87590"/>
                  <a:pt x="30578" y="87590"/>
                </a:cubicBezTo>
                <a:cubicBezTo>
                  <a:pt x="30615" y="87740"/>
                  <a:pt x="30615" y="87816"/>
                  <a:pt x="30652" y="87891"/>
                </a:cubicBezTo>
                <a:cubicBezTo>
                  <a:pt x="30689" y="87966"/>
                  <a:pt x="30689" y="87966"/>
                  <a:pt x="30689" y="88041"/>
                </a:cubicBezTo>
                <a:cubicBezTo>
                  <a:pt x="30725" y="88116"/>
                  <a:pt x="30725" y="88116"/>
                  <a:pt x="30762" y="88192"/>
                </a:cubicBezTo>
                <a:cubicBezTo>
                  <a:pt x="30799" y="88192"/>
                  <a:pt x="30799" y="88192"/>
                  <a:pt x="30836" y="88192"/>
                </a:cubicBezTo>
                <a:cubicBezTo>
                  <a:pt x="30872" y="88267"/>
                  <a:pt x="30909" y="88267"/>
                  <a:pt x="30909" y="88342"/>
                </a:cubicBezTo>
                <a:cubicBezTo>
                  <a:pt x="30946" y="88342"/>
                  <a:pt x="30946" y="88417"/>
                  <a:pt x="30977" y="88417"/>
                </a:cubicBezTo>
                <a:cubicBezTo>
                  <a:pt x="31013" y="88417"/>
                  <a:pt x="31050" y="88492"/>
                  <a:pt x="31050" y="88492"/>
                </a:cubicBezTo>
                <a:cubicBezTo>
                  <a:pt x="31124" y="88492"/>
                  <a:pt x="31160" y="88492"/>
                  <a:pt x="31197" y="88492"/>
                </a:cubicBezTo>
                <a:cubicBezTo>
                  <a:pt x="31234" y="88492"/>
                  <a:pt x="31234" y="88555"/>
                  <a:pt x="31271" y="88555"/>
                </a:cubicBezTo>
                <a:cubicBezTo>
                  <a:pt x="31307" y="88630"/>
                  <a:pt x="31307" y="88706"/>
                  <a:pt x="31344" y="88706"/>
                </a:cubicBezTo>
                <a:cubicBezTo>
                  <a:pt x="31381" y="88781"/>
                  <a:pt x="31381" y="88856"/>
                  <a:pt x="31381" y="88856"/>
                </a:cubicBezTo>
                <a:cubicBezTo>
                  <a:pt x="31418" y="88931"/>
                  <a:pt x="31454" y="88931"/>
                  <a:pt x="31454" y="88931"/>
                </a:cubicBezTo>
                <a:cubicBezTo>
                  <a:pt x="31485" y="89006"/>
                  <a:pt x="31522" y="89006"/>
                  <a:pt x="31522" y="89081"/>
                </a:cubicBezTo>
                <a:cubicBezTo>
                  <a:pt x="31595" y="89157"/>
                  <a:pt x="31595" y="89232"/>
                  <a:pt x="31669" y="89232"/>
                </a:cubicBezTo>
                <a:cubicBezTo>
                  <a:pt x="31705" y="89307"/>
                  <a:pt x="31779" y="89307"/>
                  <a:pt x="31816" y="89382"/>
                </a:cubicBezTo>
                <a:cubicBezTo>
                  <a:pt x="31852" y="89382"/>
                  <a:pt x="31852" y="89457"/>
                  <a:pt x="31889" y="89457"/>
                </a:cubicBezTo>
                <a:cubicBezTo>
                  <a:pt x="31963" y="89533"/>
                  <a:pt x="32000" y="89533"/>
                  <a:pt x="32030" y="89671"/>
                </a:cubicBezTo>
                <a:cubicBezTo>
                  <a:pt x="32067" y="89671"/>
                  <a:pt x="32067" y="89746"/>
                  <a:pt x="32067" y="89821"/>
                </a:cubicBezTo>
                <a:cubicBezTo>
                  <a:pt x="32104" y="89896"/>
                  <a:pt x="32140" y="89896"/>
                  <a:pt x="32140" y="89971"/>
                </a:cubicBezTo>
                <a:cubicBezTo>
                  <a:pt x="32177" y="90046"/>
                  <a:pt x="32214" y="90122"/>
                  <a:pt x="32251" y="90197"/>
                </a:cubicBezTo>
                <a:cubicBezTo>
                  <a:pt x="32287" y="90272"/>
                  <a:pt x="32287" y="90347"/>
                  <a:pt x="32324" y="90347"/>
                </a:cubicBezTo>
                <a:cubicBezTo>
                  <a:pt x="32361" y="90347"/>
                  <a:pt x="32361" y="90347"/>
                  <a:pt x="32398" y="90347"/>
                </a:cubicBezTo>
                <a:cubicBezTo>
                  <a:pt x="32434" y="90347"/>
                  <a:pt x="32471" y="90347"/>
                  <a:pt x="32539" y="90347"/>
                </a:cubicBezTo>
                <a:cubicBezTo>
                  <a:pt x="32539" y="91826"/>
                  <a:pt x="32539" y="91826"/>
                  <a:pt x="32539" y="91826"/>
                </a:cubicBezTo>
                <a:cubicBezTo>
                  <a:pt x="32539" y="91977"/>
                  <a:pt x="32502" y="92052"/>
                  <a:pt x="32502" y="92127"/>
                </a:cubicBezTo>
                <a:cubicBezTo>
                  <a:pt x="32502" y="92277"/>
                  <a:pt x="32502" y="92277"/>
                  <a:pt x="32502" y="92353"/>
                </a:cubicBezTo>
                <a:cubicBezTo>
                  <a:pt x="32502" y="92428"/>
                  <a:pt x="32502" y="92428"/>
                  <a:pt x="32502" y="92428"/>
                </a:cubicBezTo>
                <a:cubicBezTo>
                  <a:pt x="32502" y="92578"/>
                  <a:pt x="32502" y="92578"/>
                  <a:pt x="32502" y="92578"/>
                </a:cubicBezTo>
                <a:cubicBezTo>
                  <a:pt x="32502" y="92716"/>
                  <a:pt x="32539" y="92804"/>
                  <a:pt x="32539" y="92942"/>
                </a:cubicBezTo>
                <a:cubicBezTo>
                  <a:pt x="32539" y="93017"/>
                  <a:pt x="32539" y="93017"/>
                  <a:pt x="32539" y="93017"/>
                </a:cubicBezTo>
                <a:cubicBezTo>
                  <a:pt x="32539" y="93092"/>
                  <a:pt x="32502" y="93092"/>
                  <a:pt x="32502" y="93167"/>
                </a:cubicBezTo>
                <a:cubicBezTo>
                  <a:pt x="32502" y="93242"/>
                  <a:pt x="32502" y="93242"/>
                  <a:pt x="32502" y="93318"/>
                </a:cubicBezTo>
                <a:cubicBezTo>
                  <a:pt x="32502" y="93393"/>
                  <a:pt x="32471" y="93393"/>
                  <a:pt x="32471" y="93468"/>
                </a:cubicBezTo>
                <a:cubicBezTo>
                  <a:pt x="32471" y="93543"/>
                  <a:pt x="32471" y="93618"/>
                  <a:pt x="32471" y="93693"/>
                </a:cubicBezTo>
                <a:cubicBezTo>
                  <a:pt x="32471" y="93693"/>
                  <a:pt x="32471" y="93693"/>
                  <a:pt x="32471" y="93769"/>
                </a:cubicBezTo>
                <a:cubicBezTo>
                  <a:pt x="32471" y="93907"/>
                  <a:pt x="32471" y="93907"/>
                  <a:pt x="32471" y="93907"/>
                </a:cubicBezTo>
                <a:cubicBezTo>
                  <a:pt x="32471" y="93982"/>
                  <a:pt x="32502" y="93982"/>
                  <a:pt x="32502" y="94057"/>
                </a:cubicBezTo>
                <a:cubicBezTo>
                  <a:pt x="32502" y="94132"/>
                  <a:pt x="32502" y="94207"/>
                  <a:pt x="32502" y="94283"/>
                </a:cubicBezTo>
                <a:cubicBezTo>
                  <a:pt x="32502" y="94358"/>
                  <a:pt x="32502" y="94358"/>
                  <a:pt x="32502" y="94358"/>
                </a:cubicBezTo>
                <a:cubicBezTo>
                  <a:pt x="32502" y="94508"/>
                  <a:pt x="32502" y="94508"/>
                  <a:pt x="32502" y="94508"/>
                </a:cubicBezTo>
                <a:cubicBezTo>
                  <a:pt x="32502" y="94583"/>
                  <a:pt x="32434" y="94583"/>
                  <a:pt x="32434" y="94659"/>
                </a:cubicBezTo>
                <a:cubicBezTo>
                  <a:pt x="32434" y="94796"/>
                  <a:pt x="32434" y="94884"/>
                  <a:pt x="32434" y="94947"/>
                </a:cubicBezTo>
                <a:cubicBezTo>
                  <a:pt x="32471" y="95022"/>
                  <a:pt x="32502" y="95097"/>
                  <a:pt x="32502" y="95172"/>
                </a:cubicBezTo>
                <a:cubicBezTo>
                  <a:pt x="32502" y="95323"/>
                  <a:pt x="32502" y="95323"/>
                  <a:pt x="32502" y="95323"/>
                </a:cubicBezTo>
                <a:cubicBezTo>
                  <a:pt x="32502" y="95473"/>
                  <a:pt x="32502" y="95473"/>
                  <a:pt x="32502" y="95473"/>
                </a:cubicBezTo>
                <a:cubicBezTo>
                  <a:pt x="32502" y="95473"/>
                  <a:pt x="32471" y="95548"/>
                  <a:pt x="32471" y="95624"/>
                </a:cubicBezTo>
                <a:cubicBezTo>
                  <a:pt x="32471" y="95624"/>
                  <a:pt x="32471" y="95699"/>
                  <a:pt x="32471" y="95774"/>
                </a:cubicBezTo>
                <a:cubicBezTo>
                  <a:pt x="32471" y="95774"/>
                  <a:pt x="32434" y="95849"/>
                  <a:pt x="32434" y="95912"/>
                </a:cubicBezTo>
                <a:cubicBezTo>
                  <a:pt x="32434" y="95912"/>
                  <a:pt x="32434" y="95987"/>
                  <a:pt x="32398" y="95987"/>
                </a:cubicBezTo>
                <a:cubicBezTo>
                  <a:pt x="32398" y="96062"/>
                  <a:pt x="32398" y="96137"/>
                  <a:pt x="32361" y="96213"/>
                </a:cubicBezTo>
                <a:cubicBezTo>
                  <a:pt x="32361" y="96363"/>
                  <a:pt x="32324" y="96438"/>
                  <a:pt x="32287" y="96589"/>
                </a:cubicBezTo>
                <a:cubicBezTo>
                  <a:pt x="32287" y="96589"/>
                  <a:pt x="32251" y="96664"/>
                  <a:pt x="32251" y="96739"/>
                </a:cubicBezTo>
                <a:cubicBezTo>
                  <a:pt x="32251" y="96814"/>
                  <a:pt x="32251" y="96877"/>
                  <a:pt x="32251" y="97027"/>
                </a:cubicBezTo>
                <a:cubicBezTo>
                  <a:pt x="32251" y="97027"/>
                  <a:pt x="32251" y="97027"/>
                  <a:pt x="32251" y="97102"/>
                </a:cubicBezTo>
                <a:cubicBezTo>
                  <a:pt x="32251" y="97253"/>
                  <a:pt x="32251" y="97328"/>
                  <a:pt x="32251" y="97478"/>
                </a:cubicBezTo>
                <a:cubicBezTo>
                  <a:pt x="32251" y="97478"/>
                  <a:pt x="32251" y="97554"/>
                  <a:pt x="32251" y="97629"/>
                </a:cubicBezTo>
                <a:cubicBezTo>
                  <a:pt x="32251" y="97629"/>
                  <a:pt x="32251" y="97704"/>
                  <a:pt x="32251" y="97779"/>
                </a:cubicBezTo>
                <a:cubicBezTo>
                  <a:pt x="32251" y="97854"/>
                  <a:pt x="32251" y="97854"/>
                  <a:pt x="32251" y="97930"/>
                </a:cubicBezTo>
                <a:cubicBezTo>
                  <a:pt x="32251" y="97992"/>
                  <a:pt x="32251" y="98067"/>
                  <a:pt x="32251" y="98067"/>
                </a:cubicBezTo>
                <a:cubicBezTo>
                  <a:pt x="32251" y="98143"/>
                  <a:pt x="32214" y="98218"/>
                  <a:pt x="32214" y="98293"/>
                </a:cubicBezTo>
                <a:cubicBezTo>
                  <a:pt x="32177" y="98293"/>
                  <a:pt x="32177" y="98368"/>
                  <a:pt x="32177" y="98443"/>
                </a:cubicBezTo>
                <a:cubicBezTo>
                  <a:pt x="32177" y="98519"/>
                  <a:pt x="32140" y="98519"/>
                  <a:pt x="32140" y="98594"/>
                </a:cubicBezTo>
                <a:cubicBezTo>
                  <a:pt x="32104" y="98669"/>
                  <a:pt x="32067" y="98669"/>
                  <a:pt x="32067" y="98744"/>
                </a:cubicBezTo>
                <a:cubicBezTo>
                  <a:pt x="32000" y="98895"/>
                  <a:pt x="31963" y="98957"/>
                  <a:pt x="31963" y="99183"/>
                </a:cubicBezTo>
                <a:cubicBezTo>
                  <a:pt x="31963" y="99258"/>
                  <a:pt x="31963" y="99258"/>
                  <a:pt x="31963" y="99258"/>
                </a:cubicBezTo>
                <a:cubicBezTo>
                  <a:pt x="31963" y="99258"/>
                  <a:pt x="31963" y="99333"/>
                  <a:pt x="31963" y="99408"/>
                </a:cubicBezTo>
                <a:cubicBezTo>
                  <a:pt x="31963" y="99408"/>
                  <a:pt x="31963" y="99484"/>
                  <a:pt x="31963" y="99559"/>
                </a:cubicBezTo>
                <a:cubicBezTo>
                  <a:pt x="32000" y="99559"/>
                  <a:pt x="32000" y="99634"/>
                  <a:pt x="32000" y="99709"/>
                </a:cubicBezTo>
                <a:cubicBezTo>
                  <a:pt x="32030" y="99709"/>
                  <a:pt x="32030" y="99784"/>
                  <a:pt x="32067" y="99784"/>
                </a:cubicBezTo>
                <a:cubicBezTo>
                  <a:pt x="32104" y="100010"/>
                  <a:pt x="32140" y="100148"/>
                  <a:pt x="32140" y="100373"/>
                </a:cubicBezTo>
                <a:cubicBezTo>
                  <a:pt x="32140" y="100599"/>
                  <a:pt x="32104" y="100749"/>
                  <a:pt x="32104" y="100975"/>
                </a:cubicBezTo>
                <a:cubicBezTo>
                  <a:pt x="32104" y="100975"/>
                  <a:pt x="32067" y="101038"/>
                  <a:pt x="32067" y="101125"/>
                </a:cubicBezTo>
                <a:cubicBezTo>
                  <a:pt x="32067" y="101263"/>
                  <a:pt x="32067" y="101338"/>
                  <a:pt x="32067" y="101564"/>
                </a:cubicBezTo>
                <a:cubicBezTo>
                  <a:pt x="32067" y="101639"/>
                  <a:pt x="32030" y="101714"/>
                  <a:pt x="32030" y="101865"/>
                </a:cubicBezTo>
                <a:cubicBezTo>
                  <a:pt x="32030" y="101940"/>
                  <a:pt x="32030" y="101940"/>
                  <a:pt x="32000" y="102015"/>
                </a:cubicBezTo>
                <a:cubicBezTo>
                  <a:pt x="32000" y="102090"/>
                  <a:pt x="31963" y="102090"/>
                  <a:pt x="31926" y="102153"/>
                </a:cubicBezTo>
                <a:cubicBezTo>
                  <a:pt x="31926" y="102228"/>
                  <a:pt x="31963" y="102228"/>
                  <a:pt x="31926" y="102303"/>
                </a:cubicBezTo>
                <a:cubicBezTo>
                  <a:pt x="31926" y="102379"/>
                  <a:pt x="31926" y="102379"/>
                  <a:pt x="31889" y="102454"/>
                </a:cubicBezTo>
                <a:cubicBezTo>
                  <a:pt x="31889" y="102529"/>
                  <a:pt x="31852" y="102529"/>
                  <a:pt x="31852" y="102604"/>
                </a:cubicBezTo>
                <a:cubicBezTo>
                  <a:pt x="31816" y="102679"/>
                  <a:pt x="31816" y="102679"/>
                  <a:pt x="31779" y="102755"/>
                </a:cubicBezTo>
                <a:lnTo>
                  <a:pt x="31742" y="102830"/>
                </a:lnTo>
                <a:cubicBezTo>
                  <a:pt x="31742" y="103131"/>
                  <a:pt x="31742" y="103131"/>
                  <a:pt x="31742" y="103131"/>
                </a:cubicBezTo>
                <a:cubicBezTo>
                  <a:pt x="31742" y="103206"/>
                  <a:pt x="31742" y="103268"/>
                  <a:pt x="31742" y="103344"/>
                </a:cubicBezTo>
                <a:cubicBezTo>
                  <a:pt x="31742" y="103419"/>
                  <a:pt x="31742" y="103419"/>
                  <a:pt x="31742" y="103569"/>
                </a:cubicBezTo>
                <a:lnTo>
                  <a:pt x="31742" y="103644"/>
                </a:lnTo>
                <a:cubicBezTo>
                  <a:pt x="31742" y="103720"/>
                  <a:pt x="31742" y="103720"/>
                  <a:pt x="31742" y="103795"/>
                </a:cubicBezTo>
                <a:cubicBezTo>
                  <a:pt x="31742" y="103870"/>
                  <a:pt x="31705" y="103870"/>
                  <a:pt x="31705" y="103945"/>
                </a:cubicBezTo>
                <a:cubicBezTo>
                  <a:pt x="31669" y="104020"/>
                  <a:pt x="31669" y="104020"/>
                  <a:pt x="31669" y="104096"/>
                </a:cubicBezTo>
                <a:cubicBezTo>
                  <a:pt x="31632" y="104171"/>
                  <a:pt x="31595" y="104171"/>
                  <a:pt x="31595" y="104233"/>
                </a:cubicBezTo>
                <a:cubicBezTo>
                  <a:pt x="31558" y="104309"/>
                  <a:pt x="31558" y="104309"/>
                  <a:pt x="31558" y="104384"/>
                </a:cubicBezTo>
                <a:cubicBezTo>
                  <a:pt x="31558" y="104459"/>
                  <a:pt x="31485" y="104534"/>
                  <a:pt x="31454" y="104609"/>
                </a:cubicBezTo>
                <a:cubicBezTo>
                  <a:pt x="31454" y="104609"/>
                  <a:pt x="31418" y="104609"/>
                  <a:pt x="31381" y="104685"/>
                </a:cubicBezTo>
                <a:cubicBezTo>
                  <a:pt x="31381" y="104760"/>
                  <a:pt x="31381" y="104760"/>
                  <a:pt x="31344" y="104835"/>
                </a:cubicBezTo>
                <a:cubicBezTo>
                  <a:pt x="31344" y="104835"/>
                  <a:pt x="31344" y="104910"/>
                  <a:pt x="31344" y="104985"/>
                </a:cubicBezTo>
                <a:cubicBezTo>
                  <a:pt x="31344" y="105061"/>
                  <a:pt x="31418" y="105061"/>
                  <a:pt x="31418" y="105136"/>
                </a:cubicBezTo>
                <a:cubicBezTo>
                  <a:pt x="31418" y="105136"/>
                  <a:pt x="31418" y="105211"/>
                  <a:pt x="31418" y="105286"/>
                </a:cubicBezTo>
                <a:cubicBezTo>
                  <a:pt x="31418" y="105349"/>
                  <a:pt x="31454" y="105424"/>
                  <a:pt x="31454" y="105574"/>
                </a:cubicBezTo>
                <a:lnTo>
                  <a:pt x="31454" y="105650"/>
                </a:lnTo>
                <a:cubicBezTo>
                  <a:pt x="31454" y="105725"/>
                  <a:pt x="31485" y="105800"/>
                  <a:pt x="31485" y="105800"/>
                </a:cubicBezTo>
                <a:cubicBezTo>
                  <a:pt x="31485" y="105950"/>
                  <a:pt x="31485" y="106026"/>
                  <a:pt x="31485" y="106101"/>
                </a:cubicBezTo>
                <a:cubicBezTo>
                  <a:pt x="31485" y="106389"/>
                  <a:pt x="31485" y="106539"/>
                  <a:pt x="31418" y="106690"/>
                </a:cubicBezTo>
                <a:cubicBezTo>
                  <a:pt x="31418" y="106765"/>
                  <a:pt x="31381" y="106840"/>
                  <a:pt x="31381" y="106840"/>
                </a:cubicBezTo>
                <a:cubicBezTo>
                  <a:pt x="31344" y="106915"/>
                  <a:pt x="31307" y="106915"/>
                  <a:pt x="31307" y="106991"/>
                </a:cubicBezTo>
                <a:cubicBezTo>
                  <a:pt x="31271" y="107066"/>
                  <a:pt x="31307" y="107141"/>
                  <a:pt x="31307" y="107291"/>
                </a:cubicBezTo>
                <a:cubicBezTo>
                  <a:pt x="31307" y="107291"/>
                  <a:pt x="31271" y="107367"/>
                  <a:pt x="31307" y="107429"/>
                </a:cubicBezTo>
                <a:lnTo>
                  <a:pt x="31344" y="107504"/>
                </a:lnTo>
                <a:cubicBezTo>
                  <a:pt x="31381" y="107655"/>
                  <a:pt x="31381" y="107655"/>
                  <a:pt x="31381" y="107655"/>
                </a:cubicBezTo>
                <a:cubicBezTo>
                  <a:pt x="31418" y="107805"/>
                  <a:pt x="31454" y="107880"/>
                  <a:pt x="31454" y="107956"/>
                </a:cubicBezTo>
                <a:cubicBezTo>
                  <a:pt x="31454" y="108031"/>
                  <a:pt x="31418" y="108031"/>
                  <a:pt x="31418" y="108106"/>
                </a:cubicBezTo>
                <a:cubicBezTo>
                  <a:pt x="31381" y="108106"/>
                  <a:pt x="31344" y="108106"/>
                  <a:pt x="31307" y="108181"/>
                </a:cubicBezTo>
                <a:cubicBezTo>
                  <a:pt x="31271" y="108181"/>
                  <a:pt x="31234" y="108181"/>
                  <a:pt x="31234" y="108256"/>
                </a:cubicBezTo>
                <a:cubicBezTo>
                  <a:pt x="31197" y="108332"/>
                  <a:pt x="31197" y="108332"/>
                  <a:pt x="31197" y="108407"/>
                </a:cubicBezTo>
                <a:cubicBezTo>
                  <a:pt x="31197" y="108469"/>
                  <a:pt x="31197" y="108469"/>
                  <a:pt x="31197" y="108545"/>
                </a:cubicBezTo>
                <a:cubicBezTo>
                  <a:pt x="31160" y="108620"/>
                  <a:pt x="31124" y="108620"/>
                  <a:pt x="31124" y="108695"/>
                </a:cubicBezTo>
                <a:cubicBezTo>
                  <a:pt x="31124" y="108695"/>
                  <a:pt x="31124" y="108770"/>
                  <a:pt x="31124" y="108845"/>
                </a:cubicBezTo>
                <a:cubicBezTo>
                  <a:pt x="31087" y="108921"/>
                  <a:pt x="31087" y="108996"/>
                  <a:pt x="31087" y="109071"/>
                </a:cubicBezTo>
                <a:cubicBezTo>
                  <a:pt x="31087" y="109146"/>
                  <a:pt x="31087" y="109221"/>
                  <a:pt x="31124" y="109297"/>
                </a:cubicBezTo>
                <a:cubicBezTo>
                  <a:pt x="31160" y="109297"/>
                  <a:pt x="31197" y="109297"/>
                  <a:pt x="31197" y="109372"/>
                </a:cubicBezTo>
                <a:cubicBezTo>
                  <a:pt x="31234" y="109372"/>
                  <a:pt x="31234" y="109447"/>
                  <a:pt x="31271" y="109447"/>
                </a:cubicBezTo>
                <a:cubicBezTo>
                  <a:pt x="31485" y="109447"/>
                  <a:pt x="31485" y="109447"/>
                  <a:pt x="31485" y="109447"/>
                </a:cubicBezTo>
                <a:cubicBezTo>
                  <a:pt x="31558" y="108181"/>
                  <a:pt x="31558" y="108181"/>
                  <a:pt x="31558" y="108181"/>
                </a:cubicBezTo>
                <a:cubicBezTo>
                  <a:pt x="31816" y="108181"/>
                  <a:pt x="31816" y="108181"/>
                  <a:pt x="31816" y="108181"/>
                </a:cubicBezTo>
                <a:cubicBezTo>
                  <a:pt x="31816" y="108545"/>
                  <a:pt x="31816" y="108545"/>
                  <a:pt x="31816" y="108545"/>
                </a:cubicBezTo>
                <a:cubicBezTo>
                  <a:pt x="31779" y="108620"/>
                  <a:pt x="31779" y="108695"/>
                  <a:pt x="31779" y="108695"/>
                </a:cubicBezTo>
                <a:cubicBezTo>
                  <a:pt x="31742" y="108770"/>
                  <a:pt x="31705" y="108770"/>
                  <a:pt x="31705" y="108770"/>
                </a:cubicBezTo>
                <a:cubicBezTo>
                  <a:pt x="31669" y="108845"/>
                  <a:pt x="31669" y="108921"/>
                  <a:pt x="31632" y="108921"/>
                </a:cubicBezTo>
                <a:cubicBezTo>
                  <a:pt x="31632" y="109660"/>
                  <a:pt x="31632" y="109660"/>
                  <a:pt x="31632" y="109660"/>
                </a:cubicBezTo>
                <a:cubicBezTo>
                  <a:pt x="31632" y="109735"/>
                  <a:pt x="31595" y="109810"/>
                  <a:pt x="31595" y="109810"/>
                </a:cubicBezTo>
                <a:cubicBezTo>
                  <a:pt x="31558" y="109886"/>
                  <a:pt x="31522" y="109886"/>
                  <a:pt x="31522" y="109961"/>
                </a:cubicBezTo>
                <a:cubicBezTo>
                  <a:pt x="31485" y="109961"/>
                  <a:pt x="31485" y="110036"/>
                  <a:pt x="31485" y="110111"/>
                </a:cubicBezTo>
                <a:cubicBezTo>
                  <a:pt x="31485" y="110111"/>
                  <a:pt x="31485" y="110186"/>
                  <a:pt x="31485" y="110262"/>
                </a:cubicBezTo>
                <a:cubicBezTo>
                  <a:pt x="31485" y="110412"/>
                  <a:pt x="31522" y="110487"/>
                  <a:pt x="31522" y="110700"/>
                </a:cubicBezTo>
                <a:cubicBezTo>
                  <a:pt x="31522" y="110851"/>
                  <a:pt x="31522" y="110926"/>
                  <a:pt x="31522" y="111151"/>
                </a:cubicBezTo>
                <a:cubicBezTo>
                  <a:pt x="31522" y="111151"/>
                  <a:pt x="31485" y="111227"/>
                  <a:pt x="31485" y="111302"/>
                </a:cubicBezTo>
                <a:cubicBezTo>
                  <a:pt x="31418" y="111151"/>
                  <a:pt x="31418" y="111151"/>
                  <a:pt x="31418" y="111151"/>
                </a:cubicBezTo>
                <a:cubicBezTo>
                  <a:pt x="31381" y="111151"/>
                  <a:pt x="31381" y="111076"/>
                  <a:pt x="31344" y="111001"/>
                </a:cubicBezTo>
                <a:lnTo>
                  <a:pt x="31307" y="111001"/>
                </a:lnTo>
                <a:cubicBezTo>
                  <a:pt x="31271" y="110926"/>
                  <a:pt x="31307" y="110851"/>
                  <a:pt x="31307" y="110851"/>
                </a:cubicBezTo>
                <a:cubicBezTo>
                  <a:pt x="31307" y="110700"/>
                  <a:pt x="31307" y="110700"/>
                  <a:pt x="31307" y="110700"/>
                </a:cubicBezTo>
                <a:cubicBezTo>
                  <a:pt x="31307" y="110550"/>
                  <a:pt x="31271" y="110487"/>
                  <a:pt x="31271" y="110412"/>
                </a:cubicBezTo>
                <a:lnTo>
                  <a:pt x="31271" y="110487"/>
                </a:lnTo>
                <a:cubicBezTo>
                  <a:pt x="31234" y="110487"/>
                  <a:pt x="31197" y="110487"/>
                  <a:pt x="31160" y="110487"/>
                </a:cubicBezTo>
                <a:cubicBezTo>
                  <a:pt x="31160" y="110926"/>
                  <a:pt x="31160" y="110926"/>
                  <a:pt x="31160" y="110926"/>
                </a:cubicBezTo>
                <a:cubicBezTo>
                  <a:pt x="31197" y="110926"/>
                  <a:pt x="31234" y="110926"/>
                  <a:pt x="31234" y="110926"/>
                </a:cubicBezTo>
                <a:cubicBezTo>
                  <a:pt x="31271" y="111001"/>
                  <a:pt x="31271" y="111076"/>
                  <a:pt x="31271" y="111076"/>
                </a:cubicBezTo>
                <a:cubicBezTo>
                  <a:pt x="31307" y="111151"/>
                  <a:pt x="31344" y="111151"/>
                  <a:pt x="31344" y="111227"/>
                </a:cubicBezTo>
                <a:cubicBezTo>
                  <a:pt x="31344" y="111227"/>
                  <a:pt x="31381" y="111302"/>
                  <a:pt x="31381" y="111377"/>
                </a:cubicBezTo>
                <a:lnTo>
                  <a:pt x="31381" y="111452"/>
                </a:lnTo>
                <a:cubicBezTo>
                  <a:pt x="31381" y="111527"/>
                  <a:pt x="31381" y="111603"/>
                  <a:pt x="31381" y="111603"/>
                </a:cubicBezTo>
                <a:cubicBezTo>
                  <a:pt x="31418" y="111740"/>
                  <a:pt x="31381" y="111816"/>
                  <a:pt x="31381" y="111891"/>
                </a:cubicBezTo>
                <a:lnTo>
                  <a:pt x="31344" y="111816"/>
                </a:lnTo>
                <a:close/>
                <a:moveTo>
                  <a:pt x="32214" y="65683"/>
                </a:moveTo>
                <a:lnTo>
                  <a:pt x="32214" y="65683"/>
                </a:lnTo>
                <a:cubicBezTo>
                  <a:pt x="32287" y="65608"/>
                  <a:pt x="32287" y="65470"/>
                  <a:pt x="32361" y="65395"/>
                </a:cubicBezTo>
                <a:cubicBezTo>
                  <a:pt x="32398" y="65395"/>
                  <a:pt x="32471" y="65320"/>
                  <a:pt x="32502" y="65320"/>
                </a:cubicBezTo>
                <a:cubicBezTo>
                  <a:pt x="32539" y="65320"/>
                  <a:pt x="32575" y="65320"/>
                  <a:pt x="32649" y="65320"/>
                </a:cubicBezTo>
                <a:cubicBezTo>
                  <a:pt x="32686" y="65320"/>
                  <a:pt x="32722" y="65395"/>
                  <a:pt x="32759" y="65395"/>
                </a:cubicBezTo>
                <a:cubicBezTo>
                  <a:pt x="32833" y="65395"/>
                  <a:pt x="32869" y="65320"/>
                  <a:pt x="32906" y="65320"/>
                </a:cubicBezTo>
                <a:cubicBezTo>
                  <a:pt x="33016" y="65320"/>
                  <a:pt x="33084" y="65320"/>
                  <a:pt x="33194" y="65320"/>
                </a:cubicBezTo>
                <a:cubicBezTo>
                  <a:pt x="33304" y="65320"/>
                  <a:pt x="33378" y="65244"/>
                  <a:pt x="33488" y="65244"/>
                </a:cubicBezTo>
                <a:cubicBezTo>
                  <a:pt x="33519" y="65244"/>
                  <a:pt x="33562" y="65169"/>
                  <a:pt x="33629" y="65169"/>
                </a:cubicBezTo>
                <a:cubicBezTo>
                  <a:pt x="33666" y="65169"/>
                  <a:pt x="33702" y="65244"/>
                  <a:pt x="33739" y="65244"/>
                </a:cubicBezTo>
                <a:cubicBezTo>
                  <a:pt x="33849" y="65244"/>
                  <a:pt x="33923" y="65320"/>
                  <a:pt x="34033" y="65320"/>
                </a:cubicBezTo>
                <a:cubicBezTo>
                  <a:pt x="34174" y="65320"/>
                  <a:pt x="34174" y="65320"/>
                  <a:pt x="34174" y="65320"/>
                </a:cubicBezTo>
                <a:cubicBezTo>
                  <a:pt x="34248" y="65320"/>
                  <a:pt x="34248" y="65169"/>
                  <a:pt x="34321" y="65169"/>
                </a:cubicBezTo>
                <a:cubicBezTo>
                  <a:pt x="34284" y="65094"/>
                  <a:pt x="34211" y="65094"/>
                  <a:pt x="34174" y="65019"/>
                </a:cubicBezTo>
                <a:cubicBezTo>
                  <a:pt x="34137" y="64868"/>
                  <a:pt x="34174" y="64718"/>
                  <a:pt x="34174" y="64568"/>
                </a:cubicBezTo>
                <a:cubicBezTo>
                  <a:pt x="33996" y="64643"/>
                  <a:pt x="33923" y="64718"/>
                  <a:pt x="33739" y="64718"/>
                </a:cubicBezTo>
                <a:cubicBezTo>
                  <a:pt x="33629" y="64718"/>
                  <a:pt x="33629" y="64718"/>
                  <a:pt x="33629" y="64718"/>
                </a:cubicBezTo>
                <a:cubicBezTo>
                  <a:pt x="33519" y="64718"/>
                  <a:pt x="33488" y="64568"/>
                  <a:pt x="33415" y="64568"/>
                </a:cubicBezTo>
                <a:cubicBezTo>
                  <a:pt x="33341" y="64568"/>
                  <a:pt x="33341" y="64568"/>
                  <a:pt x="33341" y="64568"/>
                </a:cubicBezTo>
                <a:cubicBezTo>
                  <a:pt x="33267" y="64568"/>
                  <a:pt x="33267" y="64793"/>
                  <a:pt x="33194" y="64793"/>
                </a:cubicBezTo>
                <a:cubicBezTo>
                  <a:pt x="33157" y="64793"/>
                  <a:pt x="33120" y="64793"/>
                  <a:pt x="33047" y="64793"/>
                </a:cubicBezTo>
                <a:cubicBezTo>
                  <a:pt x="33016" y="64793"/>
                  <a:pt x="32943" y="64793"/>
                  <a:pt x="32906" y="64793"/>
                </a:cubicBezTo>
                <a:cubicBezTo>
                  <a:pt x="32869" y="64793"/>
                  <a:pt x="32833" y="64643"/>
                  <a:pt x="32759" y="64568"/>
                </a:cubicBezTo>
                <a:cubicBezTo>
                  <a:pt x="32722" y="64568"/>
                  <a:pt x="32686" y="64568"/>
                  <a:pt x="32649" y="64492"/>
                </a:cubicBezTo>
                <a:cubicBezTo>
                  <a:pt x="32575" y="64492"/>
                  <a:pt x="32539" y="64355"/>
                  <a:pt x="32502" y="64279"/>
                </a:cubicBezTo>
                <a:cubicBezTo>
                  <a:pt x="32398" y="64279"/>
                  <a:pt x="32324" y="64279"/>
                  <a:pt x="32214" y="64279"/>
                </a:cubicBezTo>
                <a:cubicBezTo>
                  <a:pt x="32104" y="64279"/>
                  <a:pt x="32030" y="64204"/>
                  <a:pt x="31926" y="64204"/>
                </a:cubicBezTo>
                <a:cubicBezTo>
                  <a:pt x="31816" y="64204"/>
                  <a:pt x="31779" y="64279"/>
                  <a:pt x="31669" y="64279"/>
                </a:cubicBezTo>
                <a:cubicBezTo>
                  <a:pt x="31669" y="65169"/>
                  <a:pt x="31669" y="65169"/>
                  <a:pt x="31669" y="65169"/>
                </a:cubicBezTo>
                <a:cubicBezTo>
                  <a:pt x="31705" y="65244"/>
                  <a:pt x="31742" y="65395"/>
                  <a:pt x="31779" y="65470"/>
                </a:cubicBezTo>
                <a:cubicBezTo>
                  <a:pt x="31852" y="65545"/>
                  <a:pt x="31889" y="65608"/>
                  <a:pt x="31926" y="65683"/>
                </a:cubicBezTo>
                <a:cubicBezTo>
                  <a:pt x="32067" y="65683"/>
                  <a:pt x="32067" y="65683"/>
                  <a:pt x="32067" y="65683"/>
                </a:cubicBezTo>
                <a:cubicBezTo>
                  <a:pt x="32140" y="65683"/>
                  <a:pt x="32177" y="65683"/>
                  <a:pt x="32214" y="65683"/>
                </a:cubicBezTo>
                <a:close/>
                <a:moveTo>
                  <a:pt x="30578" y="65470"/>
                </a:moveTo>
                <a:lnTo>
                  <a:pt x="30578" y="65470"/>
                </a:lnTo>
                <a:cubicBezTo>
                  <a:pt x="30542" y="65395"/>
                  <a:pt x="30578" y="65244"/>
                  <a:pt x="30542" y="65169"/>
                </a:cubicBezTo>
                <a:cubicBezTo>
                  <a:pt x="30505" y="65094"/>
                  <a:pt x="30437" y="65169"/>
                  <a:pt x="30401" y="65094"/>
                </a:cubicBezTo>
                <a:cubicBezTo>
                  <a:pt x="30364" y="65019"/>
                  <a:pt x="30327" y="64944"/>
                  <a:pt x="30254" y="64944"/>
                </a:cubicBezTo>
                <a:cubicBezTo>
                  <a:pt x="29856" y="64944"/>
                  <a:pt x="29856" y="64944"/>
                  <a:pt x="29856" y="64944"/>
                </a:cubicBezTo>
                <a:cubicBezTo>
                  <a:pt x="29892" y="65094"/>
                  <a:pt x="29892" y="65244"/>
                  <a:pt x="29960" y="65320"/>
                </a:cubicBezTo>
                <a:cubicBezTo>
                  <a:pt x="30033" y="65320"/>
                  <a:pt x="30070" y="65244"/>
                  <a:pt x="30107" y="65320"/>
                </a:cubicBezTo>
                <a:cubicBezTo>
                  <a:pt x="30180" y="65395"/>
                  <a:pt x="30217" y="65395"/>
                  <a:pt x="30254" y="65470"/>
                </a:cubicBezTo>
                <a:cubicBezTo>
                  <a:pt x="30290" y="65545"/>
                  <a:pt x="30254" y="65608"/>
                  <a:pt x="30290" y="65758"/>
                </a:cubicBezTo>
                <a:cubicBezTo>
                  <a:pt x="30327" y="65683"/>
                  <a:pt x="30401" y="65758"/>
                  <a:pt x="30437" y="65758"/>
                </a:cubicBezTo>
                <a:cubicBezTo>
                  <a:pt x="30505" y="65683"/>
                  <a:pt x="30505" y="65545"/>
                  <a:pt x="30578" y="65470"/>
                </a:cubicBezTo>
                <a:close/>
                <a:moveTo>
                  <a:pt x="31197" y="63828"/>
                </a:moveTo>
                <a:lnTo>
                  <a:pt x="31197" y="63828"/>
                </a:lnTo>
                <a:cubicBezTo>
                  <a:pt x="31124" y="63603"/>
                  <a:pt x="31050" y="63452"/>
                  <a:pt x="30946" y="63314"/>
                </a:cubicBezTo>
                <a:cubicBezTo>
                  <a:pt x="30836" y="63164"/>
                  <a:pt x="30799" y="62938"/>
                  <a:pt x="30652" y="62938"/>
                </a:cubicBezTo>
                <a:cubicBezTo>
                  <a:pt x="30505" y="62938"/>
                  <a:pt x="30505" y="62938"/>
                  <a:pt x="30505" y="62938"/>
                </a:cubicBezTo>
                <a:cubicBezTo>
                  <a:pt x="30364" y="62938"/>
                  <a:pt x="30327" y="62938"/>
                  <a:pt x="30180" y="62938"/>
                </a:cubicBezTo>
                <a:cubicBezTo>
                  <a:pt x="30143" y="62938"/>
                  <a:pt x="30107" y="62938"/>
                  <a:pt x="30033" y="62938"/>
                </a:cubicBezTo>
                <a:cubicBezTo>
                  <a:pt x="29996" y="62938"/>
                  <a:pt x="29960" y="62863"/>
                  <a:pt x="29892" y="62788"/>
                </a:cubicBezTo>
                <a:cubicBezTo>
                  <a:pt x="29856" y="62713"/>
                  <a:pt x="29856" y="62562"/>
                  <a:pt x="29819" y="62487"/>
                </a:cubicBezTo>
                <a:cubicBezTo>
                  <a:pt x="29745" y="62487"/>
                  <a:pt x="29709" y="62412"/>
                  <a:pt x="29672" y="62349"/>
                </a:cubicBezTo>
                <a:cubicBezTo>
                  <a:pt x="29562" y="62274"/>
                  <a:pt x="29488" y="62199"/>
                  <a:pt x="29384" y="62124"/>
                </a:cubicBezTo>
                <a:cubicBezTo>
                  <a:pt x="29237" y="61973"/>
                  <a:pt x="29237" y="61973"/>
                  <a:pt x="29237" y="61973"/>
                </a:cubicBezTo>
                <a:cubicBezTo>
                  <a:pt x="29200" y="61898"/>
                  <a:pt x="29200" y="61673"/>
                  <a:pt x="29127" y="61673"/>
                </a:cubicBezTo>
                <a:cubicBezTo>
                  <a:pt x="29053" y="61597"/>
                  <a:pt x="28980" y="61673"/>
                  <a:pt x="28912" y="61673"/>
                </a:cubicBezTo>
                <a:cubicBezTo>
                  <a:pt x="28839" y="61673"/>
                  <a:pt x="28765" y="61673"/>
                  <a:pt x="28692" y="61673"/>
                </a:cubicBezTo>
                <a:cubicBezTo>
                  <a:pt x="28618" y="61673"/>
                  <a:pt x="28618" y="61823"/>
                  <a:pt x="28545" y="61823"/>
                </a:cubicBezTo>
                <a:cubicBezTo>
                  <a:pt x="28471" y="61823"/>
                  <a:pt x="28471" y="61748"/>
                  <a:pt x="28398" y="61748"/>
                </a:cubicBezTo>
                <a:cubicBezTo>
                  <a:pt x="28110" y="61748"/>
                  <a:pt x="28110" y="61748"/>
                  <a:pt x="28110" y="61748"/>
                </a:cubicBezTo>
                <a:cubicBezTo>
                  <a:pt x="28036" y="61748"/>
                  <a:pt x="28000" y="61673"/>
                  <a:pt x="27963" y="61748"/>
                </a:cubicBezTo>
                <a:cubicBezTo>
                  <a:pt x="27895" y="61748"/>
                  <a:pt x="27852" y="61673"/>
                  <a:pt x="27822" y="61748"/>
                </a:cubicBezTo>
                <a:cubicBezTo>
                  <a:pt x="27748" y="61823"/>
                  <a:pt x="27712" y="61973"/>
                  <a:pt x="27712" y="62199"/>
                </a:cubicBezTo>
                <a:cubicBezTo>
                  <a:pt x="27712" y="62349"/>
                  <a:pt x="27785" y="62487"/>
                  <a:pt x="27852" y="62562"/>
                </a:cubicBezTo>
                <a:cubicBezTo>
                  <a:pt x="27926" y="62713"/>
                  <a:pt x="28036" y="62713"/>
                  <a:pt x="28147" y="62713"/>
                </a:cubicBezTo>
                <a:cubicBezTo>
                  <a:pt x="28220" y="62713"/>
                  <a:pt x="28257" y="62713"/>
                  <a:pt x="28294" y="62713"/>
                </a:cubicBezTo>
                <a:cubicBezTo>
                  <a:pt x="28398" y="62638"/>
                  <a:pt x="28471" y="62412"/>
                  <a:pt x="28581" y="62349"/>
                </a:cubicBezTo>
                <a:cubicBezTo>
                  <a:pt x="28618" y="62349"/>
                  <a:pt x="28655" y="62349"/>
                  <a:pt x="28728" y="62349"/>
                </a:cubicBezTo>
                <a:cubicBezTo>
                  <a:pt x="28912" y="62349"/>
                  <a:pt x="29016" y="62487"/>
                  <a:pt x="29127" y="62713"/>
                </a:cubicBezTo>
                <a:cubicBezTo>
                  <a:pt x="29200" y="62788"/>
                  <a:pt x="29163" y="62938"/>
                  <a:pt x="29200" y="63014"/>
                </a:cubicBezTo>
                <a:cubicBezTo>
                  <a:pt x="29237" y="63089"/>
                  <a:pt x="29310" y="63089"/>
                  <a:pt x="29347" y="63089"/>
                </a:cubicBezTo>
                <a:cubicBezTo>
                  <a:pt x="29415" y="63089"/>
                  <a:pt x="29415" y="63239"/>
                  <a:pt x="29488" y="63239"/>
                </a:cubicBezTo>
                <a:cubicBezTo>
                  <a:pt x="29562" y="63239"/>
                  <a:pt x="29598" y="63164"/>
                  <a:pt x="29672" y="63239"/>
                </a:cubicBezTo>
                <a:cubicBezTo>
                  <a:pt x="29745" y="63239"/>
                  <a:pt x="29745" y="63452"/>
                  <a:pt x="29819" y="63527"/>
                </a:cubicBezTo>
                <a:cubicBezTo>
                  <a:pt x="29892" y="63678"/>
                  <a:pt x="29996" y="63828"/>
                  <a:pt x="30107" y="63828"/>
                </a:cubicBezTo>
                <a:lnTo>
                  <a:pt x="31197" y="63828"/>
                </a:lnTo>
                <a:close/>
                <a:moveTo>
                  <a:pt x="48085" y="25040"/>
                </a:moveTo>
                <a:lnTo>
                  <a:pt x="48085" y="25040"/>
                </a:lnTo>
                <a:cubicBezTo>
                  <a:pt x="48159" y="24965"/>
                  <a:pt x="48159" y="24889"/>
                  <a:pt x="48232" y="24889"/>
                </a:cubicBezTo>
                <a:cubicBezTo>
                  <a:pt x="48269" y="24889"/>
                  <a:pt x="48343" y="24889"/>
                  <a:pt x="48373" y="24889"/>
                </a:cubicBezTo>
                <a:cubicBezTo>
                  <a:pt x="48410" y="24889"/>
                  <a:pt x="48447" y="25040"/>
                  <a:pt x="48483" y="25115"/>
                </a:cubicBezTo>
                <a:cubicBezTo>
                  <a:pt x="48520" y="25190"/>
                  <a:pt x="48594" y="25115"/>
                  <a:pt x="48630" y="25265"/>
                </a:cubicBezTo>
                <a:cubicBezTo>
                  <a:pt x="48667" y="25340"/>
                  <a:pt x="48594" y="25491"/>
                  <a:pt x="48630" y="25566"/>
                </a:cubicBezTo>
                <a:cubicBezTo>
                  <a:pt x="48557" y="25566"/>
                  <a:pt x="48520" y="25491"/>
                  <a:pt x="48483" y="25491"/>
                </a:cubicBezTo>
                <a:cubicBezTo>
                  <a:pt x="48306" y="25491"/>
                  <a:pt x="48232" y="25491"/>
                  <a:pt x="48049" y="25491"/>
                </a:cubicBezTo>
                <a:cubicBezTo>
                  <a:pt x="48012" y="25491"/>
                  <a:pt x="47975" y="25566"/>
                  <a:pt x="47901" y="25566"/>
                </a:cubicBezTo>
                <a:cubicBezTo>
                  <a:pt x="47938" y="26005"/>
                  <a:pt x="47938" y="26005"/>
                  <a:pt x="47938" y="26005"/>
                </a:cubicBezTo>
                <a:cubicBezTo>
                  <a:pt x="48012" y="26005"/>
                  <a:pt x="48049" y="25930"/>
                  <a:pt x="48085" y="25930"/>
                </a:cubicBezTo>
                <a:cubicBezTo>
                  <a:pt x="48373" y="25930"/>
                  <a:pt x="48373" y="25930"/>
                  <a:pt x="48373" y="25930"/>
                </a:cubicBezTo>
                <a:lnTo>
                  <a:pt x="48410" y="26005"/>
                </a:lnTo>
                <a:cubicBezTo>
                  <a:pt x="48410" y="26606"/>
                  <a:pt x="48410" y="26606"/>
                  <a:pt x="48410" y="26606"/>
                </a:cubicBezTo>
                <a:cubicBezTo>
                  <a:pt x="48483" y="26895"/>
                  <a:pt x="48483" y="26895"/>
                  <a:pt x="48483" y="26895"/>
                </a:cubicBezTo>
                <a:cubicBezTo>
                  <a:pt x="48630" y="26895"/>
                  <a:pt x="48630" y="26895"/>
                  <a:pt x="48630" y="26895"/>
                </a:cubicBezTo>
                <a:cubicBezTo>
                  <a:pt x="48667" y="26895"/>
                  <a:pt x="48704" y="26832"/>
                  <a:pt x="48741" y="26832"/>
                </a:cubicBezTo>
                <a:cubicBezTo>
                  <a:pt x="48851" y="26832"/>
                  <a:pt x="48918" y="26832"/>
                  <a:pt x="49029" y="26832"/>
                </a:cubicBezTo>
                <a:cubicBezTo>
                  <a:pt x="49176" y="26832"/>
                  <a:pt x="49176" y="26832"/>
                  <a:pt x="49176" y="26832"/>
                </a:cubicBezTo>
                <a:cubicBezTo>
                  <a:pt x="49212" y="26832"/>
                  <a:pt x="49286" y="26744"/>
                  <a:pt x="49323" y="26832"/>
                </a:cubicBezTo>
                <a:cubicBezTo>
                  <a:pt x="49396" y="26895"/>
                  <a:pt x="49359" y="27045"/>
                  <a:pt x="49427" y="27120"/>
                </a:cubicBezTo>
                <a:cubicBezTo>
                  <a:pt x="49464" y="27120"/>
                  <a:pt x="49500" y="27195"/>
                  <a:pt x="49574" y="27271"/>
                </a:cubicBezTo>
                <a:cubicBezTo>
                  <a:pt x="49647" y="27271"/>
                  <a:pt x="49684" y="27271"/>
                  <a:pt x="49758" y="27271"/>
                </a:cubicBezTo>
                <a:cubicBezTo>
                  <a:pt x="49868" y="27271"/>
                  <a:pt x="49905" y="27271"/>
                  <a:pt x="49972" y="27271"/>
                </a:cubicBezTo>
                <a:cubicBezTo>
                  <a:pt x="50045" y="27195"/>
                  <a:pt x="50082" y="27120"/>
                  <a:pt x="50119" y="27045"/>
                </a:cubicBezTo>
                <a:cubicBezTo>
                  <a:pt x="50192" y="26895"/>
                  <a:pt x="50156" y="26744"/>
                  <a:pt x="50229" y="26681"/>
                </a:cubicBezTo>
                <a:cubicBezTo>
                  <a:pt x="50266" y="26606"/>
                  <a:pt x="50303" y="26531"/>
                  <a:pt x="50376" y="26456"/>
                </a:cubicBezTo>
                <a:cubicBezTo>
                  <a:pt x="50413" y="26456"/>
                  <a:pt x="50444" y="26456"/>
                  <a:pt x="50517" y="26456"/>
                </a:cubicBezTo>
                <a:cubicBezTo>
                  <a:pt x="50591" y="26381"/>
                  <a:pt x="50591" y="26230"/>
                  <a:pt x="50627" y="26155"/>
                </a:cubicBezTo>
                <a:cubicBezTo>
                  <a:pt x="50738" y="26080"/>
                  <a:pt x="50811" y="26005"/>
                  <a:pt x="50921" y="25930"/>
                </a:cubicBezTo>
                <a:cubicBezTo>
                  <a:pt x="51099" y="25930"/>
                  <a:pt x="51246" y="25930"/>
                  <a:pt x="51467" y="25930"/>
                </a:cubicBezTo>
                <a:cubicBezTo>
                  <a:pt x="51467" y="25416"/>
                  <a:pt x="51467" y="25416"/>
                  <a:pt x="51467" y="25416"/>
                </a:cubicBezTo>
                <a:cubicBezTo>
                  <a:pt x="51430" y="25265"/>
                  <a:pt x="51430" y="25115"/>
                  <a:pt x="51393" y="25115"/>
                </a:cubicBezTo>
                <a:cubicBezTo>
                  <a:pt x="51246" y="24965"/>
                  <a:pt x="51246" y="24965"/>
                  <a:pt x="51246" y="24965"/>
                </a:cubicBezTo>
                <a:cubicBezTo>
                  <a:pt x="51209" y="24889"/>
                  <a:pt x="51136" y="24965"/>
                  <a:pt x="51099" y="24965"/>
                </a:cubicBezTo>
                <a:cubicBezTo>
                  <a:pt x="51099" y="24814"/>
                  <a:pt x="51099" y="24751"/>
                  <a:pt x="51099" y="24664"/>
                </a:cubicBezTo>
                <a:cubicBezTo>
                  <a:pt x="51099" y="24526"/>
                  <a:pt x="51173" y="24526"/>
                  <a:pt x="51173" y="24375"/>
                </a:cubicBezTo>
                <a:cubicBezTo>
                  <a:pt x="51173" y="24225"/>
                  <a:pt x="51136" y="24150"/>
                  <a:pt x="51136" y="24000"/>
                </a:cubicBezTo>
                <a:cubicBezTo>
                  <a:pt x="50811" y="24000"/>
                  <a:pt x="50811" y="24000"/>
                  <a:pt x="50811" y="24000"/>
                </a:cubicBezTo>
                <a:cubicBezTo>
                  <a:pt x="50738" y="24000"/>
                  <a:pt x="50701" y="24075"/>
                  <a:pt x="50627" y="24075"/>
                </a:cubicBezTo>
                <a:cubicBezTo>
                  <a:pt x="50591" y="24150"/>
                  <a:pt x="50554" y="24225"/>
                  <a:pt x="50517" y="24300"/>
                </a:cubicBezTo>
                <a:cubicBezTo>
                  <a:pt x="50444" y="24375"/>
                  <a:pt x="50413" y="24451"/>
                  <a:pt x="50339" y="24451"/>
                </a:cubicBezTo>
                <a:cubicBezTo>
                  <a:pt x="50303" y="24451"/>
                  <a:pt x="50303" y="24601"/>
                  <a:pt x="50266" y="24601"/>
                </a:cubicBezTo>
                <a:cubicBezTo>
                  <a:pt x="50192" y="24601"/>
                  <a:pt x="50156" y="24526"/>
                  <a:pt x="50119" y="24526"/>
                </a:cubicBezTo>
                <a:cubicBezTo>
                  <a:pt x="50009" y="24526"/>
                  <a:pt x="49935" y="24451"/>
                  <a:pt x="49831" y="24451"/>
                </a:cubicBezTo>
                <a:cubicBezTo>
                  <a:pt x="49721" y="24451"/>
                  <a:pt x="49647" y="24526"/>
                  <a:pt x="49574" y="24526"/>
                </a:cubicBezTo>
                <a:cubicBezTo>
                  <a:pt x="49427" y="24601"/>
                  <a:pt x="49396" y="24814"/>
                  <a:pt x="49249" y="24814"/>
                </a:cubicBezTo>
                <a:cubicBezTo>
                  <a:pt x="48955" y="24814"/>
                  <a:pt x="48955" y="24814"/>
                  <a:pt x="48955" y="24814"/>
                </a:cubicBezTo>
                <a:cubicBezTo>
                  <a:pt x="48955" y="24526"/>
                  <a:pt x="48955" y="24526"/>
                  <a:pt x="48955" y="24526"/>
                </a:cubicBezTo>
                <a:cubicBezTo>
                  <a:pt x="48955" y="24225"/>
                  <a:pt x="48955" y="24225"/>
                  <a:pt x="48955" y="24225"/>
                </a:cubicBezTo>
                <a:cubicBezTo>
                  <a:pt x="48955" y="24075"/>
                  <a:pt x="48882" y="24075"/>
                  <a:pt x="48851" y="23924"/>
                </a:cubicBezTo>
                <a:cubicBezTo>
                  <a:pt x="48741" y="24000"/>
                  <a:pt x="48741" y="24000"/>
                  <a:pt x="48741" y="24000"/>
                </a:cubicBezTo>
                <a:cubicBezTo>
                  <a:pt x="48741" y="24300"/>
                  <a:pt x="48741" y="24300"/>
                  <a:pt x="48741" y="24300"/>
                </a:cubicBezTo>
                <a:cubicBezTo>
                  <a:pt x="48630" y="24225"/>
                  <a:pt x="48594" y="24150"/>
                  <a:pt x="48520" y="24150"/>
                </a:cubicBezTo>
                <a:cubicBezTo>
                  <a:pt x="48447" y="24150"/>
                  <a:pt x="48373" y="24225"/>
                  <a:pt x="48306" y="24225"/>
                </a:cubicBezTo>
                <a:cubicBezTo>
                  <a:pt x="48269" y="24225"/>
                  <a:pt x="48196" y="24225"/>
                  <a:pt x="48159" y="24225"/>
                </a:cubicBezTo>
                <a:cubicBezTo>
                  <a:pt x="48122" y="24300"/>
                  <a:pt x="48049" y="24300"/>
                  <a:pt x="48012" y="24375"/>
                </a:cubicBezTo>
                <a:cubicBezTo>
                  <a:pt x="47975" y="24451"/>
                  <a:pt x="47901" y="24526"/>
                  <a:pt x="47901" y="24664"/>
                </a:cubicBezTo>
                <a:cubicBezTo>
                  <a:pt x="47901" y="24814"/>
                  <a:pt x="47938" y="24889"/>
                  <a:pt x="47938" y="25040"/>
                </a:cubicBezTo>
                <a:cubicBezTo>
                  <a:pt x="48012" y="24965"/>
                  <a:pt x="48049" y="25040"/>
                  <a:pt x="48085" y="25040"/>
                </a:cubicBezTo>
                <a:close/>
                <a:moveTo>
                  <a:pt x="37335" y="39314"/>
                </a:moveTo>
                <a:lnTo>
                  <a:pt x="37335" y="39314"/>
                </a:lnTo>
                <a:cubicBezTo>
                  <a:pt x="37261" y="39377"/>
                  <a:pt x="37225" y="39377"/>
                  <a:pt x="37188" y="39452"/>
                </a:cubicBezTo>
                <a:cubicBezTo>
                  <a:pt x="37151" y="39527"/>
                  <a:pt x="37188" y="39678"/>
                  <a:pt x="37188" y="39753"/>
                </a:cubicBezTo>
                <a:cubicBezTo>
                  <a:pt x="37151" y="39903"/>
                  <a:pt x="37151" y="39979"/>
                  <a:pt x="37151" y="40129"/>
                </a:cubicBezTo>
                <a:cubicBezTo>
                  <a:pt x="37151" y="40279"/>
                  <a:pt x="37084" y="40279"/>
                  <a:pt x="37047" y="40417"/>
                </a:cubicBezTo>
                <a:cubicBezTo>
                  <a:pt x="37010" y="40492"/>
                  <a:pt x="36973" y="40568"/>
                  <a:pt x="36937" y="40718"/>
                </a:cubicBezTo>
                <a:cubicBezTo>
                  <a:pt x="36863" y="40868"/>
                  <a:pt x="36790" y="41094"/>
                  <a:pt x="36679" y="41244"/>
                </a:cubicBezTo>
                <a:cubicBezTo>
                  <a:pt x="36539" y="41533"/>
                  <a:pt x="36428" y="41758"/>
                  <a:pt x="36428" y="42209"/>
                </a:cubicBezTo>
                <a:cubicBezTo>
                  <a:pt x="36428" y="42360"/>
                  <a:pt x="36465" y="42435"/>
                  <a:pt x="36465" y="42573"/>
                </a:cubicBezTo>
                <a:cubicBezTo>
                  <a:pt x="37445" y="42573"/>
                  <a:pt x="37445" y="42573"/>
                  <a:pt x="37445" y="42573"/>
                </a:cubicBezTo>
                <a:cubicBezTo>
                  <a:pt x="37586" y="42573"/>
                  <a:pt x="37660" y="42798"/>
                  <a:pt x="37733" y="42949"/>
                </a:cubicBezTo>
                <a:cubicBezTo>
                  <a:pt x="37843" y="43174"/>
                  <a:pt x="37880" y="43325"/>
                  <a:pt x="38027" y="43400"/>
                </a:cubicBezTo>
                <a:cubicBezTo>
                  <a:pt x="38064" y="43325"/>
                  <a:pt x="38131" y="43325"/>
                  <a:pt x="38168" y="43174"/>
                </a:cubicBezTo>
                <a:cubicBezTo>
                  <a:pt x="38168" y="43024"/>
                  <a:pt x="38168" y="42798"/>
                  <a:pt x="38168" y="42648"/>
                </a:cubicBezTo>
                <a:cubicBezTo>
                  <a:pt x="38168" y="42498"/>
                  <a:pt x="38131" y="42435"/>
                  <a:pt x="38131" y="42360"/>
                </a:cubicBezTo>
                <a:cubicBezTo>
                  <a:pt x="38131" y="42059"/>
                  <a:pt x="38205" y="41984"/>
                  <a:pt x="38278" y="41758"/>
                </a:cubicBezTo>
                <a:cubicBezTo>
                  <a:pt x="38241" y="41470"/>
                  <a:pt x="38241" y="41470"/>
                  <a:pt x="38241" y="41470"/>
                </a:cubicBezTo>
                <a:cubicBezTo>
                  <a:pt x="38168" y="41470"/>
                  <a:pt x="38131" y="41533"/>
                  <a:pt x="38101" y="41470"/>
                </a:cubicBezTo>
                <a:cubicBezTo>
                  <a:pt x="37990" y="41395"/>
                  <a:pt x="37917" y="41244"/>
                  <a:pt x="37807" y="41094"/>
                </a:cubicBezTo>
                <a:cubicBezTo>
                  <a:pt x="37733" y="41019"/>
                  <a:pt x="37733" y="40868"/>
                  <a:pt x="37660" y="40868"/>
                </a:cubicBezTo>
                <a:cubicBezTo>
                  <a:pt x="37629" y="40793"/>
                  <a:pt x="37586" y="40793"/>
                  <a:pt x="37519" y="40793"/>
                </a:cubicBezTo>
                <a:cubicBezTo>
                  <a:pt x="37482" y="40718"/>
                  <a:pt x="37445" y="40793"/>
                  <a:pt x="37408" y="40793"/>
                </a:cubicBezTo>
                <a:cubicBezTo>
                  <a:pt x="37335" y="40718"/>
                  <a:pt x="37298" y="40643"/>
                  <a:pt x="37261" y="40643"/>
                </a:cubicBezTo>
                <a:cubicBezTo>
                  <a:pt x="37298" y="40417"/>
                  <a:pt x="37298" y="40204"/>
                  <a:pt x="37372" y="40054"/>
                </a:cubicBezTo>
                <a:cubicBezTo>
                  <a:pt x="37372" y="39979"/>
                  <a:pt x="37482" y="39979"/>
                  <a:pt x="37482" y="39903"/>
                </a:cubicBezTo>
                <a:cubicBezTo>
                  <a:pt x="37519" y="39828"/>
                  <a:pt x="37519" y="39753"/>
                  <a:pt x="37519" y="39603"/>
                </a:cubicBezTo>
                <a:cubicBezTo>
                  <a:pt x="37519" y="39452"/>
                  <a:pt x="37482" y="39452"/>
                  <a:pt x="37445" y="39314"/>
                </a:cubicBezTo>
                <a:cubicBezTo>
                  <a:pt x="37408" y="39377"/>
                  <a:pt x="37372" y="39314"/>
                  <a:pt x="37335" y="39314"/>
                </a:cubicBezTo>
                <a:close/>
                <a:moveTo>
                  <a:pt x="35448" y="40868"/>
                </a:moveTo>
                <a:lnTo>
                  <a:pt x="35448" y="40868"/>
                </a:lnTo>
                <a:cubicBezTo>
                  <a:pt x="35375" y="40868"/>
                  <a:pt x="35338" y="40793"/>
                  <a:pt x="35301" y="40793"/>
                </a:cubicBezTo>
                <a:cubicBezTo>
                  <a:pt x="35264" y="40718"/>
                  <a:pt x="35191" y="40793"/>
                  <a:pt x="35154" y="40793"/>
                </a:cubicBezTo>
                <a:cubicBezTo>
                  <a:pt x="35081" y="40718"/>
                  <a:pt x="35081" y="40643"/>
                  <a:pt x="35013" y="40643"/>
                </a:cubicBezTo>
                <a:cubicBezTo>
                  <a:pt x="34940" y="40568"/>
                  <a:pt x="34940" y="40417"/>
                  <a:pt x="34866" y="40355"/>
                </a:cubicBezTo>
                <a:cubicBezTo>
                  <a:pt x="34830" y="40279"/>
                  <a:pt x="34793" y="40355"/>
                  <a:pt x="34719" y="40355"/>
                </a:cubicBezTo>
                <a:cubicBezTo>
                  <a:pt x="34609" y="40492"/>
                  <a:pt x="34609" y="40492"/>
                  <a:pt x="34609" y="40492"/>
                </a:cubicBezTo>
                <a:cubicBezTo>
                  <a:pt x="34646" y="40492"/>
                  <a:pt x="34683" y="40568"/>
                  <a:pt x="34719" y="40643"/>
                </a:cubicBezTo>
                <a:cubicBezTo>
                  <a:pt x="34793" y="40718"/>
                  <a:pt x="34793" y="40868"/>
                  <a:pt x="34830" y="40868"/>
                </a:cubicBezTo>
                <a:cubicBezTo>
                  <a:pt x="34866" y="40944"/>
                  <a:pt x="34940" y="41019"/>
                  <a:pt x="34977" y="41094"/>
                </a:cubicBezTo>
                <a:cubicBezTo>
                  <a:pt x="35050" y="41244"/>
                  <a:pt x="35081" y="41395"/>
                  <a:pt x="35191" y="41395"/>
                </a:cubicBezTo>
                <a:cubicBezTo>
                  <a:pt x="35264" y="41395"/>
                  <a:pt x="35301" y="41244"/>
                  <a:pt x="35375" y="41094"/>
                </a:cubicBezTo>
                <a:cubicBezTo>
                  <a:pt x="35375" y="41094"/>
                  <a:pt x="35411" y="40944"/>
                  <a:pt x="35448" y="40868"/>
                </a:cubicBezTo>
                <a:close/>
                <a:moveTo>
                  <a:pt x="45286" y="21693"/>
                </a:moveTo>
                <a:lnTo>
                  <a:pt x="45286" y="21693"/>
                </a:lnTo>
                <a:cubicBezTo>
                  <a:pt x="45329" y="21693"/>
                  <a:pt x="45329" y="21693"/>
                  <a:pt x="45329" y="21693"/>
                </a:cubicBezTo>
                <a:cubicBezTo>
                  <a:pt x="45359" y="21693"/>
                  <a:pt x="45359" y="21693"/>
                  <a:pt x="45396" y="21693"/>
                </a:cubicBezTo>
                <a:lnTo>
                  <a:pt x="45396" y="21693"/>
                </a:lnTo>
                <a:cubicBezTo>
                  <a:pt x="45396" y="21693"/>
                  <a:pt x="45396" y="21693"/>
                  <a:pt x="45433" y="21693"/>
                </a:cubicBezTo>
                <a:lnTo>
                  <a:pt x="45433" y="21693"/>
                </a:lnTo>
                <a:cubicBezTo>
                  <a:pt x="45470" y="21769"/>
                  <a:pt x="45470" y="21769"/>
                  <a:pt x="45470" y="21769"/>
                </a:cubicBezTo>
                <a:cubicBezTo>
                  <a:pt x="45470" y="21769"/>
                  <a:pt x="45470" y="21769"/>
                  <a:pt x="45506" y="21769"/>
                </a:cubicBezTo>
                <a:cubicBezTo>
                  <a:pt x="45506" y="21844"/>
                  <a:pt x="45506" y="21844"/>
                  <a:pt x="45543" y="21844"/>
                </a:cubicBezTo>
                <a:cubicBezTo>
                  <a:pt x="45543" y="21919"/>
                  <a:pt x="45543" y="21919"/>
                  <a:pt x="45543" y="21919"/>
                </a:cubicBezTo>
                <a:cubicBezTo>
                  <a:pt x="45580" y="21919"/>
                  <a:pt x="45617" y="21919"/>
                  <a:pt x="45617" y="21919"/>
                </a:cubicBezTo>
                <a:cubicBezTo>
                  <a:pt x="45690" y="21919"/>
                  <a:pt x="45727" y="21919"/>
                  <a:pt x="45764" y="21919"/>
                </a:cubicBezTo>
                <a:cubicBezTo>
                  <a:pt x="45831" y="21994"/>
                  <a:pt x="45868" y="22069"/>
                  <a:pt x="45905" y="22145"/>
                </a:cubicBezTo>
                <a:cubicBezTo>
                  <a:pt x="45978" y="22220"/>
                  <a:pt x="46015" y="22145"/>
                  <a:pt x="46088" y="22145"/>
                </a:cubicBezTo>
                <a:cubicBezTo>
                  <a:pt x="46125" y="22145"/>
                  <a:pt x="46162" y="22145"/>
                  <a:pt x="46199" y="22145"/>
                </a:cubicBezTo>
                <a:cubicBezTo>
                  <a:pt x="46235" y="22145"/>
                  <a:pt x="46235" y="22069"/>
                  <a:pt x="46272" y="22069"/>
                </a:cubicBezTo>
                <a:cubicBezTo>
                  <a:pt x="46346" y="22069"/>
                  <a:pt x="46376" y="21994"/>
                  <a:pt x="46413" y="21919"/>
                </a:cubicBezTo>
                <a:cubicBezTo>
                  <a:pt x="46450" y="21844"/>
                  <a:pt x="46486" y="21844"/>
                  <a:pt x="46523" y="21769"/>
                </a:cubicBezTo>
                <a:cubicBezTo>
                  <a:pt x="46523" y="21693"/>
                  <a:pt x="46523" y="21618"/>
                  <a:pt x="46560" y="21618"/>
                </a:cubicBezTo>
                <a:cubicBezTo>
                  <a:pt x="46633" y="21556"/>
                  <a:pt x="46670" y="21480"/>
                  <a:pt x="46707" y="21480"/>
                </a:cubicBezTo>
                <a:cubicBezTo>
                  <a:pt x="46744" y="21405"/>
                  <a:pt x="46817" y="21480"/>
                  <a:pt x="46848" y="21480"/>
                </a:cubicBezTo>
                <a:cubicBezTo>
                  <a:pt x="46885" y="21480"/>
                  <a:pt x="46885" y="21405"/>
                  <a:pt x="46921" y="21405"/>
                </a:cubicBezTo>
                <a:cubicBezTo>
                  <a:pt x="46958" y="21405"/>
                  <a:pt x="46995" y="21330"/>
                  <a:pt x="46995" y="21330"/>
                </a:cubicBezTo>
                <a:cubicBezTo>
                  <a:pt x="47032" y="21330"/>
                  <a:pt x="47068" y="21330"/>
                  <a:pt x="47105" y="21330"/>
                </a:cubicBezTo>
                <a:cubicBezTo>
                  <a:pt x="47105" y="21330"/>
                  <a:pt x="47142" y="21255"/>
                  <a:pt x="47179" y="21255"/>
                </a:cubicBezTo>
                <a:cubicBezTo>
                  <a:pt x="47179" y="21255"/>
                  <a:pt x="47215" y="21180"/>
                  <a:pt x="47252" y="21180"/>
                </a:cubicBezTo>
                <a:cubicBezTo>
                  <a:pt x="47252" y="21180"/>
                  <a:pt x="47289" y="21180"/>
                  <a:pt x="47326" y="21180"/>
                </a:cubicBezTo>
                <a:lnTo>
                  <a:pt x="47362" y="21104"/>
                </a:lnTo>
                <a:cubicBezTo>
                  <a:pt x="47393" y="21029"/>
                  <a:pt x="47430" y="21029"/>
                  <a:pt x="47430" y="21029"/>
                </a:cubicBezTo>
                <a:cubicBezTo>
                  <a:pt x="47467" y="20954"/>
                  <a:pt x="47467" y="20879"/>
                  <a:pt x="47503" y="20879"/>
                </a:cubicBezTo>
                <a:cubicBezTo>
                  <a:pt x="47540" y="20804"/>
                  <a:pt x="47540" y="20728"/>
                  <a:pt x="47577" y="20653"/>
                </a:cubicBezTo>
                <a:cubicBezTo>
                  <a:pt x="47577" y="20653"/>
                  <a:pt x="47614" y="20578"/>
                  <a:pt x="47650" y="20503"/>
                </a:cubicBezTo>
                <a:cubicBezTo>
                  <a:pt x="47687" y="20365"/>
                  <a:pt x="47724" y="20290"/>
                  <a:pt x="47797" y="20290"/>
                </a:cubicBezTo>
                <a:cubicBezTo>
                  <a:pt x="48159" y="20290"/>
                  <a:pt x="48159" y="20290"/>
                  <a:pt x="48159" y="20290"/>
                </a:cubicBezTo>
                <a:cubicBezTo>
                  <a:pt x="48196" y="20290"/>
                  <a:pt x="48232" y="20215"/>
                  <a:pt x="48269" y="20139"/>
                </a:cubicBezTo>
                <a:cubicBezTo>
                  <a:pt x="48306" y="20139"/>
                  <a:pt x="48343" y="20064"/>
                  <a:pt x="48343" y="19989"/>
                </a:cubicBezTo>
                <a:cubicBezTo>
                  <a:pt x="48373" y="19989"/>
                  <a:pt x="48410" y="19914"/>
                  <a:pt x="48447" y="19839"/>
                </a:cubicBezTo>
                <a:cubicBezTo>
                  <a:pt x="48447" y="19839"/>
                  <a:pt x="48447" y="19763"/>
                  <a:pt x="48447" y="19688"/>
                </a:cubicBezTo>
                <a:cubicBezTo>
                  <a:pt x="48373" y="19688"/>
                  <a:pt x="48373" y="19688"/>
                  <a:pt x="48373" y="19688"/>
                </a:cubicBezTo>
                <a:cubicBezTo>
                  <a:pt x="48306" y="19763"/>
                  <a:pt x="48269" y="19763"/>
                  <a:pt x="48232" y="19839"/>
                </a:cubicBezTo>
                <a:cubicBezTo>
                  <a:pt x="48232" y="19914"/>
                  <a:pt x="48232" y="19989"/>
                  <a:pt x="48232" y="19989"/>
                </a:cubicBezTo>
                <a:cubicBezTo>
                  <a:pt x="48196" y="20064"/>
                  <a:pt x="48159" y="20064"/>
                  <a:pt x="48085" y="20064"/>
                </a:cubicBezTo>
                <a:cubicBezTo>
                  <a:pt x="48049" y="20064"/>
                  <a:pt x="48049" y="20064"/>
                  <a:pt x="48049" y="20064"/>
                </a:cubicBezTo>
                <a:cubicBezTo>
                  <a:pt x="48012" y="20064"/>
                  <a:pt x="47938" y="19989"/>
                  <a:pt x="47901" y="19914"/>
                </a:cubicBezTo>
                <a:cubicBezTo>
                  <a:pt x="47865" y="19839"/>
                  <a:pt x="47865" y="19688"/>
                  <a:pt x="47797" y="19688"/>
                </a:cubicBezTo>
                <a:cubicBezTo>
                  <a:pt x="47797" y="19613"/>
                  <a:pt x="47761" y="19688"/>
                  <a:pt x="47761" y="19688"/>
                </a:cubicBezTo>
                <a:cubicBezTo>
                  <a:pt x="47687" y="19688"/>
                  <a:pt x="47687" y="19688"/>
                  <a:pt x="47687" y="19688"/>
                </a:cubicBezTo>
                <a:cubicBezTo>
                  <a:pt x="47540" y="19688"/>
                  <a:pt x="47467" y="19688"/>
                  <a:pt x="47362" y="19613"/>
                </a:cubicBezTo>
                <a:cubicBezTo>
                  <a:pt x="47362" y="19538"/>
                  <a:pt x="47326" y="19538"/>
                  <a:pt x="47326" y="19538"/>
                </a:cubicBezTo>
                <a:cubicBezTo>
                  <a:pt x="47289" y="19538"/>
                  <a:pt x="47252" y="19475"/>
                  <a:pt x="47252" y="19475"/>
                </a:cubicBezTo>
                <a:cubicBezTo>
                  <a:pt x="47215" y="19400"/>
                  <a:pt x="47179" y="19400"/>
                  <a:pt x="47179" y="19325"/>
                </a:cubicBezTo>
                <a:cubicBezTo>
                  <a:pt x="47142" y="19250"/>
                  <a:pt x="47142" y="19250"/>
                  <a:pt x="47142" y="19174"/>
                </a:cubicBezTo>
                <a:cubicBezTo>
                  <a:pt x="47142" y="18874"/>
                  <a:pt x="47142" y="18874"/>
                  <a:pt x="47142" y="18874"/>
                </a:cubicBezTo>
                <a:cubicBezTo>
                  <a:pt x="47215" y="18874"/>
                  <a:pt x="47215" y="18798"/>
                  <a:pt x="47289" y="18798"/>
                </a:cubicBezTo>
                <a:cubicBezTo>
                  <a:pt x="47362" y="18798"/>
                  <a:pt x="47393" y="18874"/>
                  <a:pt x="47467" y="18798"/>
                </a:cubicBezTo>
                <a:cubicBezTo>
                  <a:pt x="47503" y="18798"/>
                  <a:pt x="47540" y="18798"/>
                  <a:pt x="47540" y="18798"/>
                </a:cubicBezTo>
                <a:cubicBezTo>
                  <a:pt x="47614" y="18798"/>
                  <a:pt x="47650" y="18798"/>
                  <a:pt x="47724" y="18723"/>
                </a:cubicBezTo>
                <a:cubicBezTo>
                  <a:pt x="47761" y="18648"/>
                  <a:pt x="47797" y="18573"/>
                  <a:pt x="47834" y="18422"/>
                </a:cubicBezTo>
                <a:cubicBezTo>
                  <a:pt x="47865" y="18422"/>
                  <a:pt x="47865" y="18422"/>
                  <a:pt x="47901" y="18498"/>
                </a:cubicBezTo>
                <a:cubicBezTo>
                  <a:pt x="47938" y="18498"/>
                  <a:pt x="47938" y="18573"/>
                  <a:pt x="47938" y="18648"/>
                </a:cubicBezTo>
                <a:cubicBezTo>
                  <a:pt x="47975" y="18723"/>
                  <a:pt x="47938" y="18874"/>
                  <a:pt x="47938" y="18949"/>
                </a:cubicBezTo>
                <a:cubicBezTo>
                  <a:pt x="47938" y="19024"/>
                  <a:pt x="47975" y="19099"/>
                  <a:pt x="47975" y="19099"/>
                </a:cubicBezTo>
                <a:cubicBezTo>
                  <a:pt x="48012" y="19174"/>
                  <a:pt x="48012" y="19250"/>
                  <a:pt x="48012" y="19250"/>
                </a:cubicBezTo>
                <a:cubicBezTo>
                  <a:pt x="48049" y="19400"/>
                  <a:pt x="48122" y="19400"/>
                  <a:pt x="48196" y="19400"/>
                </a:cubicBezTo>
                <a:cubicBezTo>
                  <a:pt x="48232" y="19400"/>
                  <a:pt x="48232" y="19400"/>
                  <a:pt x="48269" y="19325"/>
                </a:cubicBezTo>
                <a:cubicBezTo>
                  <a:pt x="48269" y="19250"/>
                  <a:pt x="48269" y="19174"/>
                  <a:pt x="48269" y="19174"/>
                </a:cubicBezTo>
                <a:cubicBezTo>
                  <a:pt x="48306" y="19024"/>
                  <a:pt x="48373" y="19024"/>
                  <a:pt x="48410" y="18949"/>
                </a:cubicBezTo>
                <a:cubicBezTo>
                  <a:pt x="48483" y="18949"/>
                  <a:pt x="48520" y="18949"/>
                  <a:pt x="48557" y="18949"/>
                </a:cubicBezTo>
                <a:cubicBezTo>
                  <a:pt x="48630" y="18949"/>
                  <a:pt x="48667" y="18949"/>
                  <a:pt x="48741" y="18949"/>
                </a:cubicBezTo>
                <a:cubicBezTo>
                  <a:pt x="48741" y="18949"/>
                  <a:pt x="48777" y="18949"/>
                  <a:pt x="48777" y="18874"/>
                </a:cubicBezTo>
                <a:cubicBezTo>
                  <a:pt x="48777" y="18798"/>
                  <a:pt x="48777" y="18723"/>
                  <a:pt x="48777" y="18648"/>
                </a:cubicBezTo>
                <a:cubicBezTo>
                  <a:pt x="48777" y="18498"/>
                  <a:pt x="48741" y="18422"/>
                  <a:pt x="48704" y="18285"/>
                </a:cubicBezTo>
                <a:cubicBezTo>
                  <a:pt x="48704" y="18209"/>
                  <a:pt x="48667" y="18134"/>
                  <a:pt x="48667" y="18134"/>
                </a:cubicBezTo>
                <a:cubicBezTo>
                  <a:pt x="48594" y="18059"/>
                  <a:pt x="48557" y="18059"/>
                  <a:pt x="48520" y="17984"/>
                </a:cubicBezTo>
                <a:cubicBezTo>
                  <a:pt x="48447" y="17909"/>
                  <a:pt x="48410" y="17833"/>
                  <a:pt x="48373" y="17758"/>
                </a:cubicBezTo>
                <a:cubicBezTo>
                  <a:pt x="48373" y="17608"/>
                  <a:pt x="48410" y="17533"/>
                  <a:pt x="48373" y="17457"/>
                </a:cubicBezTo>
                <a:cubicBezTo>
                  <a:pt x="48373" y="17382"/>
                  <a:pt x="48343" y="17382"/>
                  <a:pt x="48306" y="17382"/>
                </a:cubicBezTo>
                <a:cubicBezTo>
                  <a:pt x="48306" y="17320"/>
                  <a:pt x="48306" y="17244"/>
                  <a:pt x="48306" y="17244"/>
                </a:cubicBezTo>
                <a:cubicBezTo>
                  <a:pt x="48306" y="17169"/>
                  <a:pt x="48306" y="17094"/>
                  <a:pt x="48306" y="17094"/>
                </a:cubicBezTo>
                <a:cubicBezTo>
                  <a:pt x="48306" y="17019"/>
                  <a:pt x="48269" y="17019"/>
                  <a:pt x="48232" y="17019"/>
                </a:cubicBezTo>
                <a:cubicBezTo>
                  <a:pt x="48196" y="16944"/>
                  <a:pt x="48159" y="16944"/>
                  <a:pt x="48085" y="16868"/>
                </a:cubicBezTo>
                <a:cubicBezTo>
                  <a:pt x="48049" y="16868"/>
                  <a:pt x="48049" y="16793"/>
                  <a:pt x="48012" y="16793"/>
                </a:cubicBezTo>
                <a:cubicBezTo>
                  <a:pt x="48049" y="16718"/>
                  <a:pt x="48049" y="16718"/>
                  <a:pt x="48085" y="16643"/>
                </a:cubicBezTo>
                <a:cubicBezTo>
                  <a:pt x="48085" y="16643"/>
                  <a:pt x="48122" y="16643"/>
                  <a:pt x="48159" y="16643"/>
                </a:cubicBezTo>
                <a:cubicBezTo>
                  <a:pt x="48196" y="16643"/>
                  <a:pt x="48232" y="16793"/>
                  <a:pt x="48269" y="16868"/>
                </a:cubicBezTo>
                <a:cubicBezTo>
                  <a:pt x="48306" y="16868"/>
                  <a:pt x="48269" y="17019"/>
                  <a:pt x="48306" y="17019"/>
                </a:cubicBezTo>
                <a:cubicBezTo>
                  <a:pt x="48343" y="17019"/>
                  <a:pt x="48343" y="17019"/>
                  <a:pt x="48373" y="17019"/>
                </a:cubicBezTo>
                <a:cubicBezTo>
                  <a:pt x="48447" y="17019"/>
                  <a:pt x="48447" y="17019"/>
                  <a:pt x="48447" y="17019"/>
                </a:cubicBezTo>
                <a:cubicBezTo>
                  <a:pt x="48483" y="17019"/>
                  <a:pt x="48520" y="16944"/>
                  <a:pt x="48520" y="16944"/>
                </a:cubicBezTo>
                <a:cubicBezTo>
                  <a:pt x="48557" y="16944"/>
                  <a:pt x="48557" y="17019"/>
                  <a:pt x="48594" y="17019"/>
                </a:cubicBezTo>
                <a:cubicBezTo>
                  <a:pt x="48630" y="16793"/>
                  <a:pt x="48630" y="16643"/>
                  <a:pt x="48630" y="16417"/>
                </a:cubicBezTo>
                <a:cubicBezTo>
                  <a:pt x="48630" y="16279"/>
                  <a:pt x="48630" y="16279"/>
                  <a:pt x="48630" y="16279"/>
                </a:cubicBezTo>
                <a:cubicBezTo>
                  <a:pt x="48630" y="16279"/>
                  <a:pt x="48630" y="16204"/>
                  <a:pt x="48630" y="16129"/>
                </a:cubicBezTo>
                <a:cubicBezTo>
                  <a:pt x="48630" y="16129"/>
                  <a:pt x="48667" y="16054"/>
                  <a:pt x="48667" y="15979"/>
                </a:cubicBezTo>
                <a:cubicBezTo>
                  <a:pt x="48667" y="15979"/>
                  <a:pt x="48667" y="15903"/>
                  <a:pt x="48667" y="15828"/>
                </a:cubicBezTo>
                <a:cubicBezTo>
                  <a:pt x="48630" y="15828"/>
                  <a:pt x="48594" y="15828"/>
                  <a:pt x="48594" y="15828"/>
                </a:cubicBezTo>
                <a:cubicBezTo>
                  <a:pt x="48520" y="15753"/>
                  <a:pt x="48483" y="15753"/>
                  <a:pt x="48447" y="15753"/>
                </a:cubicBezTo>
                <a:cubicBezTo>
                  <a:pt x="48373" y="15753"/>
                  <a:pt x="48343" y="15678"/>
                  <a:pt x="48269" y="15753"/>
                </a:cubicBezTo>
                <a:cubicBezTo>
                  <a:pt x="48269" y="15753"/>
                  <a:pt x="48269" y="15828"/>
                  <a:pt x="48269" y="15903"/>
                </a:cubicBezTo>
                <a:cubicBezTo>
                  <a:pt x="48232" y="15903"/>
                  <a:pt x="48196" y="15903"/>
                  <a:pt x="48159" y="15903"/>
                </a:cubicBezTo>
                <a:cubicBezTo>
                  <a:pt x="47938" y="15903"/>
                  <a:pt x="47938" y="15903"/>
                  <a:pt x="47938" y="15903"/>
                </a:cubicBezTo>
                <a:cubicBezTo>
                  <a:pt x="47975" y="15828"/>
                  <a:pt x="47975" y="15753"/>
                  <a:pt x="48012" y="15753"/>
                </a:cubicBezTo>
                <a:cubicBezTo>
                  <a:pt x="48012" y="15678"/>
                  <a:pt x="48049" y="15678"/>
                  <a:pt x="48085" y="15678"/>
                </a:cubicBezTo>
                <a:cubicBezTo>
                  <a:pt x="48085" y="15678"/>
                  <a:pt x="48122" y="15603"/>
                  <a:pt x="48159" y="15603"/>
                </a:cubicBezTo>
                <a:cubicBezTo>
                  <a:pt x="48159" y="15603"/>
                  <a:pt x="48122" y="15527"/>
                  <a:pt x="48159" y="15452"/>
                </a:cubicBezTo>
                <a:cubicBezTo>
                  <a:pt x="48085" y="15452"/>
                  <a:pt x="48049" y="15377"/>
                  <a:pt x="48012" y="15377"/>
                </a:cubicBezTo>
                <a:cubicBezTo>
                  <a:pt x="47975" y="15377"/>
                  <a:pt x="47975" y="15302"/>
                  <a:pt x="47938" y="15302"/>
                </a:cubicBezTo>
                <a:cubicBezTo>
                  <a:pt x="47975" y="15164"/>
                  <a:pt x="47975" y="15164"/>
                  <a:pt x="47975" y="15164"/>
                </a:cubicBezTo>
                <a:cubicBezTo>
                  <a:pt x="48269" y="15164"/>
                  <a:pt x="48269" y="15164"/>
                  <a:pt x="48269" y="15164"/>
                </a:cubicBezTo>
                <a:cubicBezTo>
                  <a:pt x="48269" y="15603"/>
                  <a:pt x="48269" y="15603"/>
                  <a:pt x="48269" y="15603"/>
                </a:cubicBezTo>
                <a:cubicBezTo>
                  <a:pt x="48557" y="15603"/>
                  <a:pt x="48557" y="15603"/>
                  <a:pt x="48557" y="15603"/>
                </a:cubicBezTo>
                <a:cubicBezTo>
                  <a:pt x="48594" y="15603"/>
                  <a:pt x="48630" y="15603"/>
                  <a:pt x="48630" y="15527"/>
                </a:cubicBezTo>
                <a:cubicBezTo>
                  <a:pt x="48667" y="15527"/>
                  <a:pt x="48630" y="15452"/>
                  <a:pt x="48667" y="15377"/>
                </a:cubicBezTo>
                <a:cubicBezTo>
                  <a:pt x="48704" y="15377"/>
                  <a:pt x="48777" y="15377"/>
                  <a:pt x="48814" y="15377"/>
                </a:cubicBezTo>
                <a:cubicBezTo>
                  <a:pt x="48882" y="15377"/>
                  <a:pt x="48882" y="15377"/>
                  <a:pt x="48882" y="15377"/>
                </a:cubicBezTo>
                <a:cubicBezTo>
                  <a:pt x="48992" y="15377"/>
                  <a:pt x="48992" y="15527"/>
                  <a:pt x="49102" y="15527"/>
                </a:cubicBezTo>
                <a:cubicBezTo>
                  <a:pt x="49139" y="15527"/>
                  <a:pt x="49176" y="15452"/>
                  <a:pt x="49212" y="15452"/>
                </a:cubicBezTo>
                <a:cubicBezTo>
                  <a:pt x="49212" y="15377"/>
                  <a:pt x="49212" y="15302"/>
                  <a:pt x="49249" y="15302"/>
                </a:cubicBezTo>
                <a:cubicBezTo>
                  <a:pt x="49286" y="15227"/>
                  <a:pt x="49323" y="15227"/>
                  <a:pt x="49323" y="15164"/>
                </a:cubicBezTo>
                <a:cubicBezTo>
                  <a:pt x="49323" y="15089"/>
                  <a:pt x="49286" y="15014"/>
                  <a:pt x="49249" y="14938"/>
                </a:cubicBezTo>
                <a:cubicBezTo>
                  <a:pt x="49249" y="14863"/>
                  <a:pt x="49212" y="14788"/>
                  <a:pt x="49212" y="14788"/>
                </a:cubicBezTo>
                <a:cubicBezTo>
                  <a:pt x="49176" y="14713"/>
                  <a:pt x="49139" y="14638"/>
                  <a:pt x="49102" y="14638"/>
                </a:cubicBezTo>
                <a:cubicBezTo>
                  <a:pt x="49065" y="14638"/>
                  <a:pt x="49029" y="14638"/>
                  <a:pt x="48992" y="14638"/>
                </a:cubicBezTo>
                <a:cubicBezTo>
                  <a:pt x="48955" y="14638"/>
                  <a:pt x="48955" y="14713"/>
                  <a:pt x="48918" y="14713"/>
                </a:cubicBezTo>
                <a:cubicBezTo>
                  <a:pt x="48882" y="14713"/>
                  <a:pt x="48882" y="14788"/>
                  <a:pt x="48851" y="14788"/>
                </a:cubicBezTo>
                <a:cubicBezTo>
                  <a:pt x="48814" y="14788"/>
                  <a:pt x="48814" y="14713"/>
                  <a:pt x="48777" y="14713"/>
                </a:cubicBezTo>
                <a:cubicBezTo>
                  <a:pt x="48741" y="14713"/>
                  <a:pt x="48704" y="14638"/>
                  <a:pt x="48704" y="14638"/>
                </a:cubicBezTo>
                <a:cubicBezTo>
                  <a:pt x="48704" y="14562"/>
                  <a:pt x="48667" y="14562"/>
                  <a:pt x="48667" y="14487"/>
                </a:cubicBezTo>
                <a:cubicBezTo>
                  <a:pt x="48667" y="14337"/>
                  <a:pt x="48704" y="14337"/>
                  <a:pt x="48741" y="14337"/>
                </a:cubicBezTo>
                <a:cubicBezTo>
                  <a:pt x="48777" y="14337"/>
                  <a:pt x="48814" y="14337"/>
                  <a:pt x="48814" y="14337"/>
                </a:cubicBezTo>
                <a:cubicBezTo>
                  <a:pt x="48851" y="14337"/>
                  <a:pt x="48882" y="14412"/>
                  <a:pt x="48882" y="14412"/>
                </a:cubicBezTo>
                <a:cubicBezTo>
                  <a:pt x="48955" y="14412"/>
                  <a:pt x="48992" y="14412"/>
                  <a:pt x="49029" y="14412"/>
                </a:cubicBezTo>
                <a:cubicBezTo>
                  <a:pt x="49102" y="14412"/>
                  <a:pt x="49139" y="14412"/>
                  <a:pt x="49212" y="14412"/>
                </a:cubicBezTo>
                <a:lnTo>
                  <a:pt x="49249" y="14337"/>
                </a:lnTo>
                <a:cubicBezTo>
                  <a:pt x="49323" y="14262"/>
                  <a:pt x="49323" y="14262"/>
                  <a:pt x="49323" y="14262"/>
                </a:cubicBezTo>
                <a:cubicBezTo>
                  <a:pt x="49359" y="14186"/>
                  <a:pt x="49359" y="14124"/>
                  <a:pt x="49396" y="14124"/>
                </a:cubicBezTo>
                <a:cubicBezTo>
                  <a:pt x="49427" y="14124"/>
                  <a:pt x="49427" y="14186"/>
                  <a:pt x="49464" y="14186"/>
                </a:cubicBezTo>
                <a:cubicBezTo>
                  <a:pt x="49574" y="14186"/>
                  <a:pt x="49574" y="14186"/>
                  <a:pt x="49574" y="14186"/>
                </a:cubicBezTo>
                <a:cubicBezTo>
                  <a:pt x="49611" y="14186"/>
                  <a:pt x="49647" y="14186"/>
                  <a:pt x="49684" y="14186"/>
                </a:cubicBezTo>
                <a:cubicBezTo>
                  <a:pt x="49721" y="14186"/>
                  <a:pt x="49721" y="14186"/>
                  <a:pt x="49758" y="14124"/>
                </a:cubicBezTo>
                <a:cubicBezTo>
                  <a:pt x="49794" y="14124"/>
                  <a:pt x="49758" y="14049"/>
                  <a:pt x="49758" y="13973"/>
                </a:cubicBezTo>
                <a:cubicBezTo>
                  <a:pt x="49721" y="13898"/>
                  <a:pt x="49684" y="13823"/>
                  <a:pt x="49647" y="13823"/>
                </a:cubicBezTo>
                <a:cubicBezTo>
                  <a:pt x="49611" y="13748"/>
                  <a:pt x="49574" y="13823"/>
                  <a:pt x="49574" y="13823"/>
                </a:cubicBezTo>
                <a:cubicBezTo>
                  <a:pt x="49537" y="13748"/>
                  <a:pt x="49500" y="13748"/>
                  <a:pt x="49464" y="13673"/>
                </a:cubicBezTo>
                <a:cubicBezTo>
                  <a:pt x="49427" y="13597"/>
                  <a:pt x="49396" y="13597"/>
                  <a:pt x="49396" y="13522"/>
                </a:cubicBezTo>
                <a:cubicBezTo>
                  <a:pt x="49396" y="13447"/>
                  <a:pt x="49359" y="13447"/>
                  <a:pt x="49359" y="13372"/>
                </a:cubicBezTo>
                <a:cubicBezTo>
                  <a:pt x="49359" y="13297"/>
                  <a:pt x="49396" y="13221"/>
                  <a:pt x="49396" y="13159"/>
                </a:cubicBezTo>
                <a:cubicBezTo>
                  <a:pt x="49396" y="13084"/>
                  <a:pt x="49359" y="13008"/>
                  <a:pt x="49359" y="12933"/>
                </a:cubicBezTo>
                <a:cubicBezTo>
                  <a:pt x="49359" y="12858"/>
                  <a:pt x="49396" y="12858"/>
                  <a:pt x="49396" y="12783"/>
                </a:cubicBezTo>
                <a:lnTo>
                  <a:pt x="49396" y="12708"/>
                </a:lnTo>
                <a:cubicBezTo>
                  <a:pt x="49500" y="12708"/>
                  <a:pt x="49537" y="12708"/>
                  <a:pt x="49684" y="12708"/>
                </a:cubicBezTo>
                <a:cubicBezTo>
                  <a:pt x="49684" y="12256"/>
                  <a:pt x="49684" y="12256"/>
                  <a:pt x="49684" y="12256"/>
                </a:cubicBezTo>
                <a:cubicBezTo>
                  <a:pt x="49684" y="12106"/>
                  <a:pt x="49574" y="12043"/>
                  <a:pt x="49537" y="11893"/>
                </a:cubicBezTo>
                <a:cubicBezTo>
                  <a:pt x="49500" y="11818"/>
                  <a:pt x="49537" y="11818"/>
                  <a:pt x="49537" y="11743"/>
                </a:cubicBezTo>
                <a:cubicBezTo>
                  <a:pt x="49537" y="11667"/>
                  <a:pt x="49500" y="11592"/>
                  <a:pt x="49500" y="11517"/>
                </a:cubicBezTo>
                <a:cubicBezTo>
                  <a:pt x="49427" y="11517"/>
                  <a:pt x="49396" y="11592"/>
                  <a:pt x="49286" y="11517"/>
                </a:cubicBezTo>
                <a:cubicBezTo>
                  <a:pt x="49249" y="11517"/>
                  <a:pt x="49249" y="11517"/>
                  <a:pt x="49212" y="11517"/>
                </a:cubicBezTo>
                <a:cubicBezTo>
                  <a:pt x="49176" y="11517"/>
                  <a:pt x="49176" y="11442"/>
                  <a:pt x="49139" y="11442"/>
                </a:cubicBezTo>
                <a:cubicBezTo>
                  <a:pt x="49102" y="11442"/>
                  <a:pt x="49102" y="11442"/>
                  <a:pt x="49065" y="11367"/>
                </a:cubicBezTo>
                <a:cubicBezTo>
                  <a:pt x="49029" y="11367"/>
                  <a:pt x="49029" y="11367"/>
                  <a:pt x="48992" y="11291"/>
                </a:cubicBezTo>
                <a:cubicBezTo>
                  <a:pt x="48992" y="11291"/>
                  <a:pt x="48955" y="11216"/>
                  <a:pt x="48955" y="11141"/>
                </a:cubicBezTo>
                <a:cubicBezTo>
                  <a:pt x="48918" y="11141"/>
                  <a:pt x="48918" y="11078"/>
                  <a:pt x="48918" y="10991"/>
                </a:cubicBezTo>
                <a:cubicBezTo>
                  <a:pt x="48918" y="10928"/>
                  <a:pt x="48918" y="10928"/>
                  <a:pt x="48918" y="10928"/>
                </a:cubicBezTo>
                <a:cubicBezTo>
                  <a:pt x="48955" y="10853"/>
                  <a:pt x="48992" y="10853"/>
                  <a:pt x="48992" y="10853"/>
                </a:cubicBezTo>
                <a:cubicBezTo>
                  <a:pt x="49029" y="10778"/>
                  <a:pt x="49029" y="10702"/>
                  <a:pt x="49065" y="10702"/>
                </a:cubicBezTo>
                <a:cubicBezTo>
                  <a:pt x="49065" y="10627"/>
                  <a:pt x="49102" y="10702"/>
                  <a:pt x="49139" y="10702"/>
                </a:cubicBezTo>
                <a:cubicBezTo>
                  <a:pt x="49176" y="10627"/>
                  <a:pt x="49212" y="10627"/>
                  <a:pt x="49286" y="10627"/>
                </a:cubicBezTo>
                <a:cubicBezTo>
                  <a:pt x="49323" y="10627"/>
                  <a:pt x="49323" y="10627"/>
                  <a:pt x="49359" y="10627"/>
                </a:cubicBezTo>
                <a:cubicBezTo>
                  <a:pt x="49500" y="10627"/>
                  <a:pt x="49500" y="10627"/>
                  <a:pt x="49500" y="10627"/>
                </a:cubicBezTo>
                <a:cubicBezTo>
                  <a:pt x="49537" y="10627"/>
                  <a:pt x="49574" y="10552"/>
                  <a:pt x="49647" y="10627"/>
                </a:cubicBezTo>
                <a:lnTo>
                  <a:pt x="49684" y="10702"/>
                </a:lnTo>
                <a:cubicBezTo>
                  <a:pt x="49721" y="10778"/>
                  <a:pt x="49758" y="10778"/>
                  <a:pt x="49758" y="10928"/>
                </a:cubicBezTo>
                <a:cubicBezTo>
                  <a:pt x="49758" y="10991"/>
                  <a:pt x="49758" y="10991"/>
                  <a:pt x="49758" y="10991"/>
                </a:cubicBezTo>
                <a:cubicBezTo>
                  <a:pt x="49794" y="10991"/>
                  <a:pt x="49758" y="11078"/>
                  <a:pt x="49721" y="11078"/>
                </a:cubicBezTo>
                <a:cubicBezTo>
                  <a:pt x="49721" y="11216"/>
                  <a:pt x="49684" y="11216"/>
                  <a:pt x="49684" y="11291"/>
                </a:cubicBezTo>
                <a:cubicBezTo>
                  <a:pt x="49684" y="11517"/>
                  <a:pt x="49721" y="11667"/>
                  <a:pt x="49758" y="11893"/>
                </a:cubicBezTo>
                <a:cubicBezTo>
                  <a:pt x="49868" y="11818"/>
                  <a:pt x="49868" y="11818"/>
                  <a:pt x="49868" y="11818"/>
                </a:cubicBezTo>
                <a:cubicBezTo>
                  <a:pt x="49868" y="10627"/>
                  <a:pt x="49868" y="10627"/>
                  <a:pt x="49868" y="10627"/>
                </a:cubicBezTo>
                <a:cubicBezTo>
                  <a:pt x="49868" y="10552"/>
                  <a:pt x="49905" y="10552"/>
                  <a:pt x="49905" y="10477"/>
                </a:cubicBezTo>
                <a:cubicBezTo>
                  <a:pt x="49935" y="10477"/>
                  <a:pt x="49972" y="10402"/>
                  <a:pt x="49972" y="10326"/>
                </a:cubicBezTo>
                <a:cubicBezTo>
                  <a:pt x="49972" y="10251"/>
                  <a:pt x="49972" y="10251"/>
                  <a:pt x="49972" y="10251"/>
                </a:cubicBezTo>
                <a:cubicBezTo>
                  <a:pt x="49972" y="10176"/>
                  <a:pt x="49935" y="10176"/>
                  <a:pt x="49935" y="10101"/>
                </a:cubicBezTo>
                <a:cubicBezTo>
                  <a:pt x="49905" y="10026"/>
                  <a:pt x="49905" y="9963"/>
                  <a:pt x="49831" y="9963"/>
                </a:cubicBezTo>
                <a:cubicBezTo>
                  <a:pt x="49794" y="9963"/>
                  <a:pt x="49758" y="9963"/>
                  <a:pt x="49721" y="9963"/>
                </a:cubicBezTo>
                <a:lnTo>
                  <a:pt x="49684" y="10026"/>
                </a:lnTo>
                <a:cubicBezTo>
                  <a:pt x="49611" y="10026"/>
                  <a:pt x="49611" y="10026"/>
                  <a:pt x="49537" y="10026"/>
                </a:cubicBezTo>
                <a:cubicBezTo>
                  <a:pt x="49427" y="10026"/>
                  <a:pt x="49427" y="10026"/>
                  <a:pt x="49427" y="10026"/>
                </a:cubicBezTo>
                <a:cubicBezTo>
                  <a:pt x="49396" y="10026"/>
                  <a:pt x="49396" y="10026"/>
                  <a:pt x="49359" y="10026"/>
                </a:cubicBezTo>
                <a:cubicBezTo>
                  <a:pt x="49323" y="10026"/>
                  <a:pt x="49323" y="10026"/>
                  <a:pt x="49286" y="10026"/>
                </a:cubicBezTo>
                <a:cubicBezTo>
                  <a:pt x="49286" y="9587"/>
                  <a:pt x="49286" y="9587"/>
                  <a:pt x="49286" y="9587"/>
                </a:cubicBezTo>
                <a:cubicBezTo>
                  <a:pt x="49323" y="9587"/>
                  <a:pt x="49359" y="9512"/>
                  <a:pt x="49359" y="9512"/>
                </a:cubicBezTo>
                <a:cubicBezTo>
                  <a:pt x="49396" y="9512"/>
                  <a:pt x="49396" y="9587"/>
                  <a:pt x="49427" y="9587"/>
                </a:cubicBezTo>
                <a:cubicBezTo>
                  <a:pt x="49500" y="9587"/>
                  <a:pt x="49500" y="9587"/>
                  <a:pt x="49500" y="9587"/>
                </a:cubicBezTo>
                <a:cubicBezTo>
                  <a:pt x="49574" y="9587"/>
                  <a:pt x="49611" y="9587"/>
                  <a:pt x="49647" y="9587"/>
                </a:cubicBezTo>
                <a:cubicBezTo>
                  <a:pt x="49684" y="9587"/>
                  <a:pt x="49684" y="9512"/>
                  <a:pt x="49721" y="9437"/>
                </a:cubicBezTo>
                <a:cubicBezTo>
                  <a:pt x="49684" y="9437"/>
                  <a:pt x="49684" y="9361"/>
                  <a:pt x="49684" y="9286"/>
                </a:cubicBezTo>
                <a:cubicBezTo>
                  <a:pt x="49647" y="9286"/>
                  <a:pt x="49647" y="9211"/>
                  <a:pt x="49611" y="9136"/>
                </a:cubicBezTo>
                <a:cubicBezTo>
                  <a:pt x="49537" y="9136"/>
                  <a:pt x="49500" y="9211"/>
                  <a:pt x="49464" y="9211"/>
                </a:cubicBezTo>
                <a:cubicBezTo>
                  <a:pt x="49427" y="9211"/>
                  <a:pt x="49427" y="9136"/>
                  <a:pt x="49396" y="9061"/>
                </a:cubicBezTo>
                <a:cubicBezTo>
                  <a:pt x="49359" y="9061"/>
                  <a:pt x="49359" y="9061"/>
                  <a:pt x="49323" y="9061"/>
                </a:cubicBezTo>
                <a:cubicBezTo>
                  <a:pt x="49286" y="9061"/>
                  <a:pt x="49286" y="9061"/>
                  <a:pt x="49249" y="9061"/>
                </a:cubicBezTo>
                <a:cubicBezTo>
                  <a:pt x="49212" y="9061"/>
                  <a:pt x="49176" y="8998"/>
                  <a:pt x="49139" y="8998"/>
                </a:cubicBezTo>
                <a:cubicBezTo>
                  <a:pt x="49065" y="8998"/>
                  <a:pt x="49029" y="8998"/>
                  <a:pt x="48955" y="9061"/>
                </a:cubicBezTo>
                <a:cubicBezTo>
                  <a:pt x="48955" y="9136"/>
                  <a:pt x="48992" y="9211"/>
                  <a:pt x="48955" y="9286"/>
                </a:cubicBezTo>
                <a:cubicBezTo>
                  <a:pt x="48955" y="9361"/>
                  <a:pt x="48955" y="9361"/>
                  <a:pt x="48918" y="9437"/>
                </a:cubicBezTo>
                <a:cubicBezTo>
                  <a:pt x="48918" y="9437"/>
                  <a:pt x="48882" y="9437"/>
                  <a:pt x="48851" y="9437"/>
                </a:cubicBezTo>
                <a:cubicBezTo>
                  <a:pt x="48851" y="9361"/>
                  <a:pt x="48814" y="9361"/>
                  <a:pt x="48777" y="9286"/>
                </a:cubicBezTo>
                <a:cubicBezTo>
                  <a:pt x="48777" y="9286"/>
                  <a:pt x="48777" y="9211"/>
                  <a:pt x="48777" y="9136"/>
                </a:cubicBezTo>
                <a:cubicBezTo>
                  <a:pt x="48777" y="9061"/>
                  <a:pt x="48777" y="8998"/>
                  <a:pt x="48814" y="8910"/>
                </a:cubicBezTo>
                <a:cubicBezTo>
                  <a:pt x="48814" y="8848"/>
                  <a:pt x="48814" y="8772"/>
                  <a:pt x="48851" y="8772"/>
                </a:cubicBezTo>
                <a:cubicBezTo>
                  <a:pt x="48851" y="8697"/>
                  <a:pt x="48882" y="8772"/>
                  <a:pt x="48918" y="8697"/>
                </a:cubicBezTo>
                <a:cubicBezTo>
                  <a:pt x="48918" y="8622"/>
                  <a:pt x="48955" y="8622"/>
                  <a:pt x="48955" y="8547"/>
                </a:cubicBezTo>
                <a:cubicBezTo>
                  <a:pt x="48992" y="8547"/>
                  <a:pt x="48955" y="8472"/>
                  <a:pt x="48955" y="8396"/>
                </a:cubicBezTo>
                <a:cubicBezTo>
                  <a:pt x="48955" y="8321"/>
                  <a:pt x="48955" y="8246"/>
                  <a:pt x="48955" y="8096"/>
                </a:cubicBezTo>
                <a:cubicBezTo>
                  <a:pt x="48955" y="8020"/>
                  <a:pt x="48992" y="7883"/>
                  <a:pt x="48992" y="7732"/>
                </a:cubicBezTo>
                <a:cubicBezTo>
                  <a:pt x="49212" y="7732"/>
                  <a:pt x="49212" y="7732"/>
                  <a:pt x="49212" y="7732"/>
                </a:cubicBezTo>
                <a:cubicBezTo>
                  <a:pt x="49212" y="7582"/>
                  <a:pt x="49212" y="7507"/>
                  <a:pt x="49249" y="7356"/>
                </a:cubicBezTo>
                <a:cubicBezTo>
                  <a:pt x="49249" y="7356"/>
                  <a:pt x="49286" y="7281"/>
                  <a:pt x="49286" y="7206"/>
                </a:cubicBezTo>
                <a:cubicBezTo>
                  <a:pt x="49359" y="7206"/>
                  <a:pt x="49396" y="7206"/>
                  <a:pt x="49427" y="7206"/>
                </a:cubicBezTo>
                <a:cubicBezTo>
                  <a:pt x="49500" y="7206"/>
                  <a:pt x="49500" y="7206"/>
                  <a:pt x="49500" y="7206"/>
                </a:cubicBezTo>
                <a:cubicBezTo>
                  <a:pt x="49537" y="7206"/>
                  <a:pt x="49537" y="7131"/>
                  <a:pt x="49574" y="7131"/>
                </a:cubicBezTo>
                <a:cubicBezTo>
                  <a:pt x="49574" y="7055"/>
                  <a:pt x="49574" y="6980"/>
                  <a:pt x="49574" y="6980"/>
                </a:cubicBezTo>
                <a:cubicBezTo>
                  <a:pt x="49574" y="6918"/>
                  <a:pt x="49537" y="6830"/>
                  <a:pt x="49537" y="6767"/>
                </a:cubicBezTo>
                <a:cubicBezTo>
                  <a:pt x="49537" y="6692"/>
                  <a:pt x="49574" y="6617"/>
                  <a:pt x="49611" y="6542"/>
                </a:cubicBezTo>
                <a:cubicBezTo>
                  <a:pt x="49611" y="6466"/>
                  <a:pt x="49647" y="6466"/>
                  <a:pt x="49647" y="6391"/>
                </a:cubicBezTo>
                <a:cubicBezTo>
                  <a:pt x="49647" y="6316"/>
                  <a:pt x="49684" y="6316"/>
                  <a:pt x="49684" y="6241"/>
                </a:cubicBezTo>
                <a:cubicBezTo>
                  <a:pt x="49684" y="6166"/>
                  <a:pt x="49721" y="6166"/>
                  <a:pt x="49758" y="6166"/>
                </a:cubicBezTo>
                <a:cubicBezTo>
                  <a:pt x="49794" y="6090"/>
                  <a:pt x="49831" y="6015"/>
                  <a:pt x="49905" y="6015"/>
                </a:cubicBezTo>
                <a:cubicBezTo>
                  <a:pt x="49972" y="5940"/>
                  <a:pt x="50009" y="6090"/>
                  <a:pt x="50119" y="6015"/>
                </a:cubicBezTo>
                <a:lnTo>
                  <a:pt x="50156" y="6015"/>
                </a:lnTo>
                <a:cubicBezTo>
                  <a:pt x="50192" y="5940"/>
                  <a:pt x="50192" y="5865"/>
                  <a:pt x="50192" y="5865"/>
                </a:cubicBezTo>
                <a:cubicBezTo>
                  <a:pt x="50229" y="5802"/>
                  <a:pt x="50229" y="5727"/>
                  <a:pt x="50229" y="5727"/>
                </a:cubicBezTo>
                <a:cubicBezTo>
                  <a:pt x="50229" y="5652"/>
                  <a:pt x="50229" y="5577"/>
                  <a:pt x="50266" y="5577"/>
                </a:cubicBezTo>
                <a:cubicBezTo>
                  <a:pt x="50266" y="5501"/>
                  <a:pt x="50303" y="5501"/>
                  <a:pt x="50339" y="5501"/>
                </a:cubicBezTo>
                <a:cubicBezTo>
                  <a:pt x="50376" y="5426"/>
                  <a:pt x="50376" y="5426"/>
                  <a:pt x="50413" y="5426"/>
                </a:cubicBezTo>
                <a:cubicBezTo>
                  <a:pt x="50413" y="5426"/>
                  <a:pt x="50444" y="5426"/>
                  <a:pt x="50480" y="5426"/>
                </a:cubicBezTo>
                <a:cubicBezTo>
                  <a:pt x="50480" y="5426"/>
                  <a:pt x="50517" y="5426"/>
                  <a:pt x="50554" y="5351"/>
                </a:cubicBezTo>
                <a:cubicBezTo>
                  <a:pt x="50554" y="5351"/>
                  <a:pt x="50591" y="5426"/>
                  <a:pt x="50627" y="5351"/>
                </a:cubicBezTo>
                <a:cubicBezTo>
                  <a:pt x="50627" y="5351"/>
                  <a:pt x="50627" y="5276"/>
                  <a:pt x="50664" y="5201"/>
                </a:cubicBezTo>
                <a:cubicBezTo>
                  <a:pt x="50627" y="5050"/>
                  <a:pt x="50627" y="5050"/>
                  <a:pt x="50627" y="5050"/>
                </a:cubicBezTo>
                <a:cubicBezTo>
                  <a:pt x="50009" y="5050"/>
                  <a:pt x="50009" y="5050"/>
                  <a:pt x="50009" y="5050"/>
                </a:cubicBezTo>
                <a:cubicBezTo>
                  <a:pt x="49831" y="4975"/>
                  <a:pt x="49831" y="4975"/>
                  <a:pt x="49831" y="4975"/>
                </a:cubicBezTo>
                <a:cubicBezTo>
                  <a:pt x="49905" y="4975"/>
                  <a:pt x="49935" y="4975"/>
                  <a:pt x="49972" y="4900"/>
                </a:cubicBezTo>
                <a:cubicBezTo>
                  <a:pt x="50045" y="4837"/>
                  <a:pt x="50082" y="4687"/>
                  <a:pt x="50156" y="4687"/>
                </a:cubicBezTo>
                <a:cubicBezTo>
                  <a:pt x="50229" y="4687"/>
                  <a:pt x="50229" y="4687"/>
                  <a:pt x="50266" y="4749"/>
                </a:cubicBezTo>
                <a:cubicBezTo>
                  <a:pt x="50303" y="4749"/>
                  <a:pt x="50339" y="4837"/>
                  <a:pt x="50376" y="4837"/>
                </a:cubicBezTo>
                <a:cubicBezTo>
                  <a:pt x="50413" y="4837"/>
                  <a:pt x="50413" y="4837"/>
                  <a:pt x="50444" y="4837"/>
                </a:cubicBezTo>
                <a:cubicBezTo>
                  <a:pt x="50517" y="4837"/>
                  <a:pt x="50517" y="4837"/>
                  <a:pt x="50517" y="4837"/>
                </a:cubicBezTo>
                <a:cubicBezTo>
                  <a:pt x="50554" y="4837"/>
                  <a:pt x="50554" y="4837"/>
                  <a:pt x="50591" y="4837"/>
                </a:cubicBezTo>
                <a:cubicBezTo>
                  <a:pt x="50627" y="4837"/>
                  <a:pt x="50627" y="4837"/>
                  <a:pt x="50664" y="4837"/>
                </a:cubicBezTo>
                <a:cubicBezTo>
                  <a:pt x="50701" y="4837"/>
                  <a:pt x="50738" y="4749"/>
                  <a:pt x="50738" y="4749"/>
                </a:cubicBezTo>
                <a:cubicBezTo>
                  <a:pt x="50774" y="4749"/>
                  <a:pt x="50774" y="4687"/>
                  <a:pt x="50811" y="4612"/>
                </a:cubicBezTo>
                <a:cubicBezTo>
                  <a:pt x="50811" y="4612"/>
                  <a:pt x="50848" y="4536"/>
                  <a:pt x="50848" y="4461"/>
                </a:cubicBezTo>
                <a:cubicBezTo>
                  <a:pt x="50885" y="4386"/>
                  <a:pt x="50921" y="4386"/>
                  <a:pt x="50952" y="4311"/>
                </a:cubicBezTo>
                <a:cubicBezTo>
                  <a:pt x="50952" y="4236"/>
                  <a:pt x="50952" y="4160"/>
                  <a:pt x="50989" y="4160"/>
                </a:cubicBezTo>
                <a:cubicBezTo>
                  <a:pt x="51026" y="4160"/>
                  <a:pt x="51099" y="4160"/>
                  <a:pt x="51136" y="4160"/>
                </a:cubicBezTo>
                <a:cubicBezTo>
                  <a:pt x="51209" y="4160"/>
                  <a:pt x="51209" y="4160"/>
                  <a:pt x="51209" y="4160"/>
                </a:cubicBezTo>
                <a:cubicBezTo>
                  <a:pt x="51320" y="4160"/>
                  <a:pt x="51393" y="4085"/>
                  <a:pt x="51497" y="4085"/>
                </a:cubicBezTo>
                <a:cubicBezTo>
                  <a:pt x="51497" y="4085"/>
                  <a:pt x="51534" y="4085"/>
                  <a:pt x="51571" y="4085"/>
                </a:cubicBezTo>
                <a:cubicBezTo>
                  <a:pt x="51571" y="4010"/>
                  <a:pt x="51607" y="4010"/>
                  <a:pt x="51607" y="4010"/>
                </a:cubicBezTo>
                <a:cubicBezTo>
                  <a:pt x="51644" y="4010"/>
                  <a:pt x="51681" y="3935"/>
                  <a:pt x="51681" y="3860"/>
                </a:cubicBezTo>
                <a:cubicBezTo>
                  <a:pt x="51718" y="3784"/>
                  <a:pt x="51754" y="3784"/>
                  <a:pt x="51754" y="3722"/>
                </a:cubicBezTo>
                <a:cubicBezTo>
                  <a:pt x="51754" y="3646"/>
                  <a:pt x="51754" y="3571"/>
                  <a:pt x="51754" y="3421"/>
                </a:cubicBezTo>
                <a:cubicBezTo>
                  <a:pt x="51754" y="3346"/>
                  <a:pt x="51754" y="3271"/>
                  <a:pt x="51718" y="3195"/>
                </a:cubicBezTo>
                <a:cubicBezTo>
                  <a:pt x="51718" y="3120"/>
                  <a:pt x="51681" y="3120"/>
                  <a:pt x="51644" y="3120"/>
                </a:cubicBezTo>
                <a:cubicBezTo>
                  <a:pt x="51607" y="3045"/>
                  <a:pt x="51571" y="3045"/>
                  <a:pt x="51497" y="3045"/>
                </a:cubicBezTo>
                <a:cubicBezTo>
                  <a:pt x="51430" y="3045"/>
                  <a:pt x="51393" y="3045"/>
                  <a:pt x="51356" y="3120"/>
                </a:cubicBezTo>
                <a:cubicBezTo>
                  <a:pt x="51320" y="3120"/>
                  <a:pt x="51283" y="3195"/>
                  <a:pt x="51246" y="3195"/>
                </a:cubicBezTo>
                <a:cubicBezTo>
                  <a:pt x="51209" y="3195"/>
                  <a:pt x="51173" y="3271"/>
                  <a:pt x="51099" y="3271"/>
                </a:cubicBezTo>
                <a:cubicBezTo>
                  <a:pt x="51062" y="3271"/>
                  <a:pt x="51026" y="3195"/>
                  <a:pt x="50952" y="3195"/>
                </a:cubicBezTo>
                <a:cubicBezTo>
                  <a:pt x="50921" y="3120"/>
                  <a:pt x="50921" y="3120"/>
                  <a:pt x="50885" y="3120"/>
                </a:cubicBezTo>
                <a:cubicBezTo>
                  <a:pt x="50774" y="3045"/>
                  <a:pt x="50774" y="3045"/>
                  <a:pt x="50774" y="3045"/>
                </a:cubicBezTo>
                <a:cubicBezTo>
                  <a:pt x="50738" y="2970"/>
                  <a:pt x="50701" y="2970"/>
                  <a:pt x="50664" y="2970"/>
                </a:cubicBezTo>
                <a:cubicBezTo>
                  <a:pt x="50627" y="2970"/>
                  <a:pt x="50591" y="3045"/>
                  <a:pt x="50517" y="3045"/>
                </a:cubicBezTo>
                <a:cubicBezTo>
                  <a:pt x="50480" y="3045"/>
                  <a:pt x="50480" y="3045"/>
                  <a:pt x="50444" y="3045"/>
                </a:cubicBezTo>
                <a:cubicBezTo>
                  <a:pt x="50376" y="3045"/>
                  <a:pt x="50339" y="3045"/>
                  <a:pt x="50266" y="3120"/>
                </a:cubicBezTo>
                <a:cubicBezTo>
                  <a:pt x="50266" y="3120"/>
                  <a:pt x="50229" y="3195"/>
                  <a:pt x="50192" y="3195"/>
                </a:cubicBezTo>
                <a:cubicBezTo>
                  <a:pt x="50192" y="3271"/>
                  <a:pt x="50156" y="3271"/>
                  <a:pt x="50156" y="3271"/>
                </a:cubicBezTo>
                <a:cubicBezTo>
                  <a:pt x="50119" y="3421"/>
                  <a:pt x="50119" y="3496"/>
                  <a:pt x="50082" y="3571"/>
                </a:cubicBezTo>
                <a:cubicBezTo>
                  <a:pt x="50082" y="3646"/>
                  <a:pt x="50082" y="3722"/>
                  <a:pt x="50045" y="3722"/>
                </a:cubicBezTo>
                <a:cubicBezTo>
                  <a:pt x="50045" y="3784"/>
                  <a:pt x="50009" y="3784"/>
                  <a:pt x="49972" y="3784"/>
                </a:cubicBezTo>
                <a:cubicBezTo>
                  <a:pt x="49935" y="3784"/>
                  <a:pt x="49905" y="3784"/>
                  <a:pt x="49831" y="3784"/>
                </a:cubicBezTo>
                <a:cubicBezTo>
                  <a:pt x="49758" y="3784"/>
                  <a:pt x="49721" y="3784"/>
                  <a:pt x="49684" y="3784"/>
                </a:cubicBezTo>
                <a:cubicBezTo>
                  <a:pt x="49611" y="3784"/>
                  <a:pt x="49574" y="3784"/>
                  <a:pt x="49537" y="3784"/>
                </a:cubicBezTo>
                <a:cubicBezTo>
                  <a:pt x="49500" y="3722"/>
                  <a:pt x="49500" y="3646"/>
                  <a:pt x="49464" y="3646"/>
                </a:cubicBezTo>
                <a:cubicBezTo>
                  <a:pt x="49427" y="3571"/>
                  <a:pt x="49359" y="3571"/>
                  <a:pt x="49286" y="3571"/>
                </a:cubicBezTo>
                <a:cubicBezTo>
                  <a:pt x="49249" y="3571"/>
                  <a:pt x="49212" y="3571"/>
                  <a:pt x="49176" y="3571"/>
                </a:cubicBezTo>
                <a:cubicBezTo>
                  <a:pt x="49102" y="3646"/>
                  <a:pt x="49102" y="3722"/>
                  <a:pt x="49065" y="3860"/>
                </a:cubicBezTo>
                <a:cubicBezTo>
                  <a:pt x="49029" y="3860"/>
                  <a:pt x="49029" y="3935"/>
                  <a:pt x="49029" y="4010"/>
                </a:cubicBezTo>
                <a:cubicBezTo>
                  <a:pt x="48992" y="4010"/>
                  <a:pt x="48992" y="4010"/>
                  <a:pt x="48955" y="4085"/>
                </a:cubicBezTo>
                <a:cubicBezTo>
                  <a:pt x="48918" y="4085"/>
                  <a:pt x="48918" y="4085"/>
                  <a:pt x="48882" y="4085"/>
                </a:cubicBezTo>
                <a:cubicBezTo>
                  <a:pt x="48814" y="4085"/>
                  <a:pt x="48777" y="4010"/>
                  <a:pt x="48741" y="4085"/>
                </a:cubicBezTo>
                <a:cubicBezTo>
                  <a:pt x="48667" y="4085"/>
                  <a:pt x="48630" y="4085"/>
                  <a:pt x="48594" y="4160"/>
                </a:cubicBezTo>
                <a:cubicBezTo>
                  <a:pt x="48557" y="4160"/>
                  <a:pt x="48557" y="4236"/>
                  <a:pt x="48520" y="4236"/>
                </a:cubicBezTo>
                <a:cubicBezTo>
                  <a:pt x="48447" y="4311"/>
                  <a:pt x="48410" y="4236"/>
                  <a:pt x="48343" y="4311"/>
                </a:cubicBezTo>
                <a:cubicBezTo>
                  <a:pt x="48343" y="4311"/>
                  <a:pt x="48306" y="4386"/>
                  <a:pt x="48269" y="4386"/>
                </a:cubicBezTo>
                <a:cubicBezTo>
                  <a:pt x="48269" y="4461"/>
                  <a:pt x="48232" y="4536"/>
                  <a:pt x="48196" y="4536"/>
                </a:cubicBezTo>
                <a:cubicBezTo>
                  <a:pt x="48159" y="4687"/>
                  <a:pt x="48159" y="4837"/>
                  <a:pt x="48085" y="4900"/>
                </a:cubicBezTo>
                <a:cubicBezTo>
                  <a:pt x="48049" y="4975"/>
                  <a:pt x="48049" y="4975"/>
                  <a:pt x="48012" y="4975"/>
                </a:cubicBezTo>
                <a:cubicBezTo>
                  <a:pt x="47975" y="4975"/>
                  <a:pt x="47975" y="4900"/>
                  <a:pt x="47938" y="4900"/>
                </a:cubicBezTo>
                <a:cubicBezTo>
                  <a:pt x="47975" y="4900"/>
                  <a:pt x="47975" y="4837"/>
                  <a:pt x="47975" y="4749"/>
                </a:cubicBezTo>
                <a:cubicBezTo>
                  <a:pt x="48012" y="4749"/>
                  <a:pt x="48049" y="4749"/>
                  <a:pt x="48049" y="4687"/>
                </a:cubicBezTo>
                <a:cubicBezTo>
                  <a:pt x="48085" y="4687"/>
                  <a:pt x="48085" y="4612"/>
                  <a:pt x="48085" y="4536"/>
                </a:cubicBezTo>
                <a:cubicBezTo>
                  <a:pt x="48122" y="4536"/>
                  <a:pt x="48122" y="4461"/>
                  <a:pt x="48159" y="4386"/>
                </a:cubicBezTo>
                <a:cubicBezTo>
                  <a:pt x="48159" y="4311"/>
                  <a:pt x="48196" y="4160"/>
                  <a:pt x="48232" y="4160"/>
                </a:cubicBezTo>
                <a:cubicBezTo>
                  <a:pt x="48269" y="4085"/>
                  <a:pt x="48269" y="4160"/>
                  <a:pt x="48306" y="4160"/>
                </a:cubicBezTo>
                <a:cubicBezTo>
                  <a:pt x="48343" y="4085"/>
                  <a:pt x="48373" y="4085"/>
                  <a:pt x="48410" y="4010"/>
                </a:cubicBezTo>
                <a:cubicBezTo>
                  <a:pt x="48410" y="3935"/>
                  <a:pt x="48410" y="3935"/>
                  <a:pt x="48410" y="3860"/>
                </a:cubicBezTo>
                <a:cubicBezTo>
                  <a:pt x="48410" y="3571"/>
                  <a:pt x="48410" y="3571"/>
                  <a:pt x="48410" y="3571"/>
                </a:cubicBezTo>
                <a:cubicBezTo>
                  <a:pt x="48447" y="3496"/>
                  <a:pt x="48447" y="3421"/>
                  <a:pt x="48483" y="3421"/>
                </a:cubicBezTo>
                <a:cubicBezTo>
                  <a:pt x="48520" y="3421"/>
                  <a:pt x="48557" y="3421"/>
                  <a:pt x="48557" y="3346"/>
                </a:cubicBezTo>
                <a:cubicBezTo>
                  <a:pt x="48594" y="3346"/>
                  <a:pt x="48630" y="3346"/>
                  <a:pt x="48630" y="3271"/>
                </a:cubicBezTo>
                <a:cubicBezTo>
                  <a:pt x="48667" y="3195"/>
                  <a:pt x="48630" y="3195"/>
                  <a:pt x="48630" y="3120"/>
                </a:cubicBezTo>
                <a:cubicBezTo>
                  <a:pt x="48630" y="3045"/>
                  <a:pt x="48630" y="3045"/>
                  <a:pt x="48630" y="2970"/>
                </a:cubicBezTo>
                <a:cubicBezTo>
                  <a:pt x="48630" y="2895"/>
                  <a:pt x="48630" y="2895"/>
                  <a:pt x="48594" y="2819"/>
                </a:cubicBezTo>
                <a:cubicBezTo>
                  <a:pt x="48594" y="2819"/>
                  <a:pt x="48557" y="2757"/>
                  <a:pt x="48557" y="2669"/>
                </a:cubicBezTo>
                <a:cubicBezTo>
                  <a:pt x="48520" y="2669"/>
                  <a:pt x="48520" y="2669"/>
                  <a:pt x="48483" y="2669"/>
                </a:cubicBezTo>
                <a:cubicBezTo>
                  <a:pt x="48410" y="2669"/>
                  <a:pt x="48410" y="2669"/>
                  <a:pt x="48410" y="2669"/>
                </a:cubicBezTo>
                <a:cubicBezTo>
                  <a:pt x="48373" y="2669"/>
                  <a:pt x="48373" y="2757"/>
                  <a:pt x="48343" y="2757"/>
                </a:cubicBezTo>
                <a:cubicBezTo>
                  <a:pt x="48269" y="2757"/>
                  <a:pt x="48232" y="2757"/>
                  <a:pt x="48159" y="2757"/>
                </a:cubicBezTo>
                <a:cubicBezTo>
                  <a:pt x="48122" y="2757"/>
                  <a:pt x="48122" y="2757"/>
                  <a:pt x="48085" y="2757"/>
                </a:cubicBezTo>
                <a:cubicBezTo>
                  <a:pt x="48012" y="2757"/>
                  <a:pt x="47938" y="2757"/>
                  <a:pt x="47865" y="2757"/>
                </a:cubicBezTo>
                <a:cubicBezTo>
                  <a:pt x="47834" y="2757"/>
                  <a:pt x="47797" y="2757"/>
                  <a:pt x="47797" y="2669"/>
                </a:cubicBezTo>
                <a:cubicBezTo>
                  <a:pt x="47797" y="2895"/>
                  <a:pt x="47797" y="2970"/>
                  <a:pt x="47797" y="3195"/>
                </a:cubicBezTo>
                <a:lnTo>
                  <a:pt x="47761" y="3271"/>
                </a:lnTo>
                <a:cubicBezTo>
                  <a:pt x="47761" y="3346"/>
                  <a:pt x="47797" y="3346"/>
                  <a:pt x="47797" y="3421"/>
                </a:cubicBezTo>
                <a:cubicBezTo>
                  <a:pt x="47761" y="3421"/>
                  <a:pt x="47724" y="3496"/>
                  <a:pt x="47687" y="3496"/>
                </a:cubicBezTo>
                <a:cubicBezTo>
                  <a:pt x="47650" y="3496"/>
                  <a:pt x="47650" y="3421"/>
                  <a:pt x="47614" y="3421"/>
                </a:cubicBezTo>
                <a:cubicBezTo>
                  <a:pt x="47540" y="3421"/>
                  <a:pt x="47540" y="3421"/>
                  <a:pt x="47467" y="3421"/>
                </a:cubicBezTo>
                <a:cubicBezTo>
                  <a:pt x="47430" y="3421"/>
                  <a:pt x="47393" y="3421"/>
                  <a:pt x="47362" y="3421"/>
                </a:cubicBezTo>
                <a:cubicBezTo>
                  <a:pt x="47289" y="3421"/>
                  <a:pt x="47289" y="3496"/>
                  <a:pt x="47215" y="3571"/>
                </a:cubicBezTo>
                <a:cubicBezTo>
                  <a:pt x="47215" y="3571"/>
                  <a:pt x="47179" y="3571"/>
                  <a:pt x="47142" y="3571"/>
                </a:cubicBezTo>
                <a:cubicBezTo>
                  <a:pt x="47105" y="3646"/>
                  <a:pt x="47105" y="3646"/>
                  <a:pt x="47068" y="3722"/>
                </a:cubicBezTo>
                <a:cubicBezTo>
                  <a:pt x="47068" y="3722"/>
                  <a:pt x="47032" y="3722"/>
                  <a:pt x="46995" y="3722"/>
                </a:cubicBezTo>
                <a:cubicBezTo>
                  <a:pt x="46995" y="3646"/>
                  <a:pt x="47032" y="3571"/>
                  <a:pt x="47032" y="3571"/>
                </a:cubicBezTo>
                <a:cubicBezTo>
                  <a:pt x="47032" y="3496"/>
                  <a:pt x="47068" y="3496"/>
                  <a:pt x="47068" y="3421"/>
                </a:cubicBezTo>
                <a:cubicBezTo>
                  <a:pt x="47068" y="3346"/>
                  <a:pt x="47068" y="3271"/>
                  <a:pt x="47105" y="3271"/>
                </a:cubicBezTo>
                <a:cubicBezTo>
                  <a:pt x="47105" y="3195"/>
                  <a:pt x="47142" y="3120"/>
                  <a:pt x="47179" y="3120"/>
                </a:cubicBezTo>
                <a:cubicBezTo>
                  <a:pt x="47252" y="3120"/>
                  <a:pt x="47252" y="3120"/>
                  <a:pt x="47252" y="3120"/>
                </a:cubicBezTo>
                <a:cubicBezTo>
                  <a:pt x="47289" y="3120"/>
                  <a:pt x="47326" y="3120"/>
                  <a:pt x="47393" y="3120"/>
                </a:cubicBezTo>
                <a:cubicBezTo>
                  <a:pt x="47430" y="3120"/>
                  <a:pt x="47467" y="3120"/>
                  <a:pt x="47540" y="3120"/>
                </a:cubicBezTo>
                <a:cubicBezTo>
                  <a:pt x="47577" y="3045"/>
                  <a:pt x="47577" y="3045"/>
                  <a:pt x="47614" y="2970"/>
                </a:cubicBezTo>
                <a:cubicBezTo>
                  <a:pt x="47577" y="2819"/>
                  <a:pt x="47577" y="2819"/>
                  <a:pt x="47577" y="2819"/>
                </a:cubicBezTo>
                <a:cubicBezTo>
                  <a:pt x="47577" y="2819"/>
                  <a:pt x="47540" y="2757"/>
                  <a:pt x="47503" y="2757"/>
                </a:cubicBezTo>
                <a:cubicBezTo>
                  <a:pt x="47467" y="2757"/>
                  <a:pt x="47467" y="2757"/>
                  <a:pt x="47430" y="2757"/>
                </a:cubicBezTo>
                <a:cubicBezTo>
                  <a:pt x="47393" y="2757"/>
                  <a:pt x="47362" y="2757"/>
                  <a:pt x="47326" y="2757"/>
                </a:cubicBezTo>
                <a:cubicBezTo>
                  <a:pt x="47215" y="2757"/>
                  <a:pt x="47142" y="2819"/>
                  <a:pt x="47032" y="2819"/>
                </a:cubicBezTo>
                <a:cubicBezTo>
                  <a:pt x="46995" y="2819"/>
                  <a:pt x="46958" y="2819"/>
                  <a:pt x="46885" y="2819"/>
                </a:cubicBezTo>
                <a:cubicBezTo>
                  <a:pt x="46885" y="2819"/>
                  <a:pt x="46848" y="2895"/>
                  <a:pt x="46817" y="2895"/>
                </a:cubicBezTo>
                <a:cubicBezTo>
                  <a:pt x="46346" y="2895"/>
                  <a:pt x="46346" y="2895"/>
                  <a:pt x="46346" y="2895"/>
                </a:cubicBezTo>
                <a:cubicBezTo>
                  <a:pt x="46272" y="2895"/>
                  <a:pt x="46235" y="2819"/>
                  <a:pt x="46162" y="2819"/>
                </a:cubicBezTo>
                <a:cubicBezTo>
                  <a:pt x="46088" y="2819"/>
                  <a:pt x="46052" y="2819"/>
                  <a:pt x="45978" y="2895"/>
                </a:cubicBezTo>
                <a:cubicBezTo>
                  <a:pt x="45941" y="2895"/>
                  <a:pt x="45905" y="2895"/>
                  <a:pt x="45905" y="2895"/>
                </a:cubicBezTo>
                <a:cubicBezTo>
                  <a:pt x="45868" y="2895"/>
                  <a:pt x="45831" y="2970"/>
                  <a:pt x="45831" y="2970"/>
                </a:cubicBezTo>
                <a:cubicBezTo>
                  <a:pt x="45800" y="2970"/>
                  <a:pt x="45764" y="3045"/>
                  <a:pt x="45764" y="3045"/>
                </a:cubicBezTo>
                <a:cubicBezTo>
                  <a:pt x="45727" y="3045"/>
                  <a:pt x="45690" y="3120"/>
                  <a:pt x="45653" y="3120"/>
                </a:cubicBezTo>
                <a:cubicBezTo>
                  <a:pt x="45617" y="3120"/>
                  <a:pt x="45580" y="3120"/>
                  <a:pt x="45543" y="3120"/>
                </a:cubicBezTo>
                <a:cubicBezTo>
                  <a:pt x="45506" y="3120"/>
                  <a:pt x="45506" y="3195"/>
                  <a:pt x="45470" y="3195"/>
                </a:cubicBezTo>
                <a:cubicBezTo>
                  <a:pt x="45433" y="3195"/>
                  <a:pt x="45396" y="3195"/>
                  <a:pt x="45359" y="3195"/>
                </a:cubicBezTo>
                <a:cubicBezTo>
                  <a:pt x="45329" y="3195"/>
                  <a:pt x="45329" y="3271"/>
                  <a:pt x="45286" y="3271"/>
                </a:cubicBezTo>
                <a:cubicBezTo>
                  <a:pt x="45255" y="3271"/>
                  <a:pt x="45218" y="3271"/>
                  <a:pt x="45218" y="3271"/>
                </a:cubicBezTo>
                <a:cubicBezTo>
                  <a:pt x="45182" y="3346"/>
                  <a:pt x="45145" y="3346"/>
                  <a:pt x="45108" y="3346"/>
                </a:cubicBezTo>
                <a:cubicBezTo>
                  <a:pt x="45071" y="3346"/>
                  <a:pt x="45071" y="3346"/>
                  <a:pt x="45035" y="3271"/>
                </a:cubicBezTo>
                <a:cubicBezTo>
                  <a:pt x="45071" y="3271"/>
                  <a:pt x="45071" y="3195"/>
                  <a:pt x="45071" y="3195"/>
                </a:cubicBezTo>
                <a:cubicBezTo>
                  <a:pt x="45108" y="3045"/>
                  <a:pt x="45145" y="2970"/>
                  <a:pt x="45182" y="2895"/>
                </a:cubicBezTo>
                <a:cubicBezTo>
                  <a:pt x="45182" y="2819"/>
                  <a:pt x="45218" y="2757"/>
                  <a:pt x="45218" y="2757"/>
                </a:cubicBezTo>
                <a:cubicBezTo>
                  <a:pt x="45286" y="2669"/>
                  <a:pt x="45329" y="2606"/>
                  <a:pt x="45396" y="2606"/>
                </a:cubicBezTo>
                <a:cubicBezTo>
                  <a:pt x="45433" y="2606"/>
                  <a:pt x="45433" y="2531"/>
                  <a:pt x="45470" y="2531"/>
                </a:cubicBezTo>
                <a:cubicBezTo>
                  <a:pt x="46670" y="2531"/>
                  <a:pt x="46670" y="2531"/>
                  <a:pt x="46670" y="2531"/>
                </a:cubicBezTo>
                <a:cubicBezTo>
                  <a:pt x="46670" y="2531"/>
                  <a:pt x="46707" y="2531"/>
                  <a:pt x="46744" y="2531"/>
                </a:cubicBezTo>
                <a:cubicBezTo>
                  <a:pt x="46744" y="2456"/>
                  <a:pt x="46744" y="2381"/>
                  <a:pt x="46781" y="2381"/>
                </a:cubicBezTo>
                <a:cubicBezTo>
                  <a:pt x="46817" y="2381"/>
                  <a:pt x="46817" y="2306"/>
                  <a:pt x="46848" y="2306"/>
                </a:cubicBezTo>
                <a:cubicBezTo>
                  <a:pt x="47834" y="2306"/>
                  <a:pt x="47834" y="2306"/>
                  <a:pt x="47834" y="2306"/>
                </a:cubicBezTo>
                <a:cubicBezTo>
                  <a:pt x="47865" y="2306"/>
                  <a:pt x="47901" y="2306"/>
                  <a:pt x="47901" y="2306"/>
                </a:cubicBezTo>
                <a:cubicBezTo>
                  <a:pt x="47975" y="2306"/>
                  <a:pt x="48012" y="2306"/>
                  <a:pt x="48049" y="2306"/>
                </a:cubicBezTo>
                <a:cubicBezTo>
                  <a:pt x="48085" y="2306"/>
                  <a:pt x="48085" y="2230"/>
                  <a:pt x="48122" y="2230"/>
                </a:cubicBezTo>
                <a:cubicBezTo>
                  <a:pt x="48159" y="2230"/>
                  <a:pt x="48122" y="2080"/>
                  <a:pt x="48159" y="2080"/>
                </a:cubicBezTo>
                <a:cubicBezTo>
                  <a:pt x="48196" y="2080"/>
                  <a:pt x="48196" y="2080"/>
                  <a:pt x="48232" y="2080"/>
                </a:cubicBezTo>
                <a:cubicBezTo>
                  <a:pt x="48269" y="2080"/>
                  <a:pt x="48269" y="2005"/>
                  <a:pt x="48306" y="2005"/>
                </a:cubicBezTo>
                <a:cubicBezTo>
                  <a:pt x="48343" y="2005"/>
                  <a:pt x="48343" y="2005"/>
                  <a:pt x="48373" y="2005"/>
                </a:cubicBezTo>
                <a:cubicBezTo>
                  <a:pt x="48410" y="2005"/>
                  <a:pt x="48410" y="2005"/>
                  <a:pt x="48447" y="2005"/>
                </a:cubicBezTo>
                <a:cubicBezTo>
                  <a:pt x="48483" y="2005"/>
                  <a:pt x="48483" y="1930"/>
                  <a:pt x="48520" y="1930"/>
                </a:cubicBezTo>
                <a:cubicBezTo>
                  <a:pt x="48594" y="1854"/>
                  <a:pt x="48667" y="1930"/>
                  <a:pt x="48741" y="1930"/>
                </a:cubicBezTo>
                <a:cubicBezTo>
                  <a:pt x="48777" y="1930"/>
                  <a:pt x="48777" y="1854"/>
                  <a:pt x="48814" y="1854"/>
                </a:cubicBezTo>
                <a:cubicBezTo>
                  <a:pt x="48814" y="1566"/>
                  <a:pt x="48814" y="1566"/>
                  <a:pt x="48814" y="1566"/>
                </a:cubicBezTo>
                <a:cubicBezTo>
                  <a:pt x="48630" y="1491"/>
                  <a:pt x="48630" y="1491"/>
                  <a:pt x="48630" y="1491"/>
                </a:cubicBezTo>
                <a:cubicBezTo>
                  <a:pt x="48594" y="1566"/>
                  <a:pt x="48557" y="1566"/>
                  <a:pt x="48520" y="1566"/>
                </a:cubicBezTo>
                <a:cubicBezTo>
                  <a:pt x="48483" y="1566"/>
                  <a:pt x="48483" y="1566"/>
                  <a:pt x="48483" y="1566"/>
                </a:cubicBezTo>
                <a:cubicBezTo>
                  <a:pt x="48447" y="1566"/>
                  <a:pt x="48447" y="1566"/>
                  <a:pt x="48410" y="1491"/>
                </a:cubicBezTo>
                <a:cubicBezTo>
                  <a:pt x="48343" y="1491"/>
                  <a:pt x="48269" y="1416"/>
                  <a:pt x="48196" y="1416"/>
                </a:cubicBezTo>
                <a:cubicBezTo>
                  <a:pt x="48122" y="1416"/>
                  <a:pt x="48085" y="1491"/>
                  <a:pt x="48049" y="1491"/>
                </a:cubicBezTo>
                <a:cubicBezTo>
                  <a:pt x="47975" y="1491"/>
                  <a:pt x="47938" y="1491"/>
                  <a:pt x="47865" y="1416"/>
                </a:cubicBezTo>
                <a:cubicBezTo>
                  <a:pt x="47834" y="1416"/>
                  <a:pt x="47834" y="1416"/>
                  <a:pt x="47797" y="1340"/>
                </a:cubicBezTo>
                <a:cubicBezTo>
                  <a:pt x="47797" y="1340"/>
                  <a:pt x="47865" y="1340"/>
                  <a:pt x="47865" y="1265"/>
                </a:cubicBezTo>
                <a:cubicBezTo>
                  <a:pt x="47865" y="1190"/>
                  <a:pt x="47834" y="1190"/>
                  <a:pt x="47834" y="1115"/>
                </a:cubicBezTo>
                <a:cubicBezTo>
                  <a:pt x="47797" y="1115"/>
                  <a:pt x="47797" y="1115"/>
                  <a:pt x="47761" y="1115"/>
                </a:cubicBezTo>
                <a:cubicBezTo>
                  <a:pt x="47724" y="1115"/>
                  <a:pt x="47687" y="1040"/>
                  <a:pt x="47614" y="1040"/>
                </a:cubicBezTo>
                <a:cubicBezTo>
                  <a:pt x="47614" y="1040"/>
                  <a:pt x="47614" y="1040"/>
                  <a:pt x="47577" y="1040"/>
                </a:cubicBezTo>
                <a:cubicBezTo>
                  <a:pt x="47540" y="1115"/>
                  <a:pt x="47540" y="1190"/>
                  <a:pt x="47503" y="1190"/>
                </a:cubicBezTo>
                <a:cubicBezTo>
                  <a:pt x="47179" y="1190"/>
                  <a:pt x="47179" y="1190"/>
                  <a:pt x="47179" y="1190"/>
                </a:cubicBezTo>
                <a:cubicBezTo>
                  <a:pt x="47105" y="1190"/>
                  <a:pt x="47068" y="1040"/>
                  <a:pt x="47032" y="965"/>
                </a:cubicBezTo>
                <a:cubicBezTo>
                  <a:pt x="46995" y="965"/>
                  <a:pt x="46995" y="965"/>
                  <a:pt x="46958" y="965"/>
                </a:cubicBezTo>
                <a:cubicBezTo>
                  <a:pt x="46885" y="889"/>
                  <a:pt x="46848" y="965"/>
                  <a:pt x="46817" y="965"/>
                </a:cubicBezTo>
                <a:cubicBezTo>
                  <a:pt x="46376" y="965"/>
                  <a:pt x="46376" y="965"/>
                  <a:pt x="46376" y="965"/>
                </a:cubicBezTo>
                <a:cubicBezTo>
                  <a:pt x="46272" y="965"/>
                  <a:pt x="46272" y="965"/>
                  <a:pt x="46272" y="965"/>
                </a:cubicBezTo>
                <a:cubicBezTo>
                  <a:pt x="46015" y="965"/>
                  <a:pt x="46015" y="965"/>
                  <a:pt x="46015" y="965"/>
                </a:cubicBezTo>
                <a:cubicBezTo>
                  <a:pt x="45868" y="965"/>
                  <a:pt x="45868" y="965"/>
                  <a:pt x="45868" y="965"/>
                </a:cubicBezTo>
                <a:cubicBezTo>
                  <a:pt x="45831" y="965"/>
                  <a:pt x="45800" y="965"/>
                  <a:pt x="45727" y="965"/>
                </a:cubicBezTo>
                <a:cubicBezTo>
                  <a:pt x="45690" y="965"/>
                  <a:pt x="45690" y="1040"/>
                  <a:pt x="45653" y="1115"/>
                </a:cubicBezTo>
                <a:cubicBezTo>
                  <a:pt x="45035" y="1115"/>
                  <a:pt x="45035" y="1115"/>
                  <a:pt x="45035" y="1115"/>
                </a:cubicBezTo>
                <a:cubicBezTo>
                  <a:pt x="45071" y="965"/>
                  <a:pt x="45071" y="965"/>
                  <a:pt x="45071" y="965"/>
                </a:cubicBezTo>
                <a:cubicBezTo>
                  <a:pt x="45218" y="965"/>
                  <a:pt x="45218" y="965"/>
                  <a:pt x="45218" y="965"/>
                </a:cubicBezTo>
                <a:cubicBezTo>
                  <a:pt x="45255" y="965"/>
                  <a:pt x="45286" y="965"/>
                  <a:pt x="45359" y="965"/>
                </a:cubicBezTo>
                <a:cubicBezTo>
                  <a:pt x="45359" y="965"/>
                  <a:pt x="45396" y="889"/>
                  <a:pt x="45396" y="814"/>
                </a:cubicBezTo>
                <a:cubicBezTo>
                  <a:pt x="45433" y="814"/>
                  <a:pt x="45433" y="739"/>
                  <a:pt x="45433" y="676"/>
                </a:cubicBezTo>
                <a:cubicBezTo>
                  <a:pt x="47540" y="676"/>
                  <a:pt x="47540" y="676"/>
                  <a:pt x="47540" y="676"/>
                </a:cubicBezTo>
                <a:cubicBezTo>
                  <a:pt x="47540" y="589"/>
                  <a:pt x="47540" y="589"/>
                  <a:pt x="47540" y="526"/>
                </a:cubicBezTo>
                <a:cubicBezTo>
                  <a:pt x="47503" y="451"/>
                  <a:pt x="47503" y="451"/>
                  <a:pt x="47467" y="375"/>
                </a:cubicBezTo>
                <a:cubicBezTo>
                  <a:pt x="47430" y="375"/>
                  <a:pt x="47430" y="300"/>
                  <a:pt x="47393" y="300"/>
                </a:cubicBezTo>
                <a:cubicBezTo>
                  <a:pt x="47326" y="225"/>
                  <a:pt x="47289" y="225"/>
                  <a:pt x="47252" y="225"/>
                </a:cubicBezTo>
                <a:cubicBezTo>
                  <a:pt x="47142" y="225"/>
                  <a:pt x="47142" y="225"/>
                  <a:pt x="47142" y="225"/>
                </a:cubicBezTo>
                <a:cubicBezTo>
                  <a:pt x="47105" y="225"/>
                  <a:pt x="47068" y="225"/>
                  <a:pt x="46995" y="225"/>
                </a:cubicBezTo>
                <a:cubicBezTo>
                  <a:pt x="46921" y="225"/>
                  <a:pt x="46885" y="150"/>
                  <a:pt x="46848" y="150"/>
                </a:cubicBezTo>
                <a:cubicBezTo>
                  <a:pt x="46817" y="150"/>
                  <a:pt x="46817" y="75"/>
                  <a:pt x="46781" y="75"/>
                </a:cubicBezTo>
                <a:cubicBezTo>
                  <a:pt x="46744" y="75"/>
                  <a:pt x="46744" y="75"/>
                  <a:pt x="46707" y="75"/>
                </a:cubicBezTo>
                <a:cubicBezTo>
                  <a:pt x="46670" y="0"/>
                  <a:pt x="46633" y="75"/>
                  <a:pt x="46560" y="75"/>
                </a:cubicBezTo>
                <a:cubicBezTo>
                  <a:pt x="46486" y="75"/>
                  <a:pt x="46450" y="75"/>
                  <a:pt x="46413" y="75"/>
                </a:cubicBezTo>
                <a:cubicBezTo>
                  <a:pt x="46376" y="75"/>
                  <a:pt x="46346" y="75"/>
                  <a:pt x="46346" y="75"/>
                </a:cubicBezTo>
                <a:cubicBezTo>
                  <a:pt x="46272" y="75"/>
                  <a:pt x="46235" y="75"/>
                  <a:pt x="46162" y="75"/>
                </a:cubicBezTo>
                <a:cubicBezTo>
                  <a:pt x="46088" y="75"/>
                  <a:pt x="46088" y="75"/>
                  <a:pt x="46088" y="75"/>
                </a:cubicBezTo>
                <a:cubicBezTo>
                  <a:pt x="46015" y="75"/>
                  <a:pt x="45978" y="0"/>
                  <a:pt x="45941" y="0"/>
                </a:cubicBezTo>
                <a:cubicBezTo>
                  <a:pt x="45359" y="0"/>
                  <a:pt x="45035" y="0"/>
                  <a:pt x="44453" y="0"/>
                </a:cubicBezTo>
                <a:cubicBezTo>
                  <a:pt x="44379" y="0"/>
                  <a:pt x="44343" y="0"/>
                  <a:pt x="44312" y="75"/>
                </a:cubicBezTo>
                <a:cubicBezTo>
                  <a:pt x="44269" y="75"/>
                  <a:pt x="44238" y="75"/>
                  <a:pt x="44238" y="75"/>
                </a:cubicBezTo>
                <a:cubicBezTo>
                  <a:pt x="44202" y="75"/>
                  <a:pt x="44165" y="150"/>
                  <a:pt x="44128" y="150"/>
                </a:cubicBezTo>
                <a:cubicBezTo>
                  <a:pt x="44128" y="225"/>
                  <a:pt x="44091" y="300"/>
                  <a:pt x="44055" y="300"/>
                </a:cubicBezTo>
                <a:cubicBezTo>
                  <a:pt x="44055" y="300"/>
                  <a:pt x="44018" y="300"/>
                  <a:pt x="43981" y="300"/>
                </a:cubicBezTo>
                <a:cubicBezTo>
                  <a:pt x="43908" y="300"/>
                  <a:pt x="43908" y="300"/>
                  <a:pt x="43908" y="300"/>
                </a:cubicBezTo>
                <a:cubicBezTo>
                  <a:pt x="43871" y="300"/>
                  <a:pt x="43871" y="300"/>
                  <a:pt x="43834" y="300"/>
                </a:cubicBezTo>
                <a:cubicBezTo>
                  <a:pt x="43730" y="300"/>
                  <a:pt x="43730" y="300"/>
                  <a:pt x="43730" y="300"/>
                </a:cubicBezTo>
                <a:cubicBezTo>
                  <a:pt x="43730" y="300"/>
                  <a:pt x="43693" y="225"/>
                  <a:pt x="43656" y="225"/>
                </a:cubicBezTo>
                <a:cubicBezTo>
                  <a:pt x="43620" y="225"/>
                  <a:pt x="43583" y="225"/>
                  <a:pt x="43546" y="225"/>
                </a:cubicBezTo>
                <a:cubicBezTo>
                  <a:pt x="43509" y="225"/>
                  <a:pt x="43473" y="225"/>
                  <a:pt x="43436" y="225"/>
                </a:cubicBezTo>
                <a:cubicBezTo>
                  <a:pt x="43326" y="225"/>
                  <a:pt x="43295" y="375"/>
                  <a:pt x="43222" y="451"/>
                </a:cubicBezTo>
                <a:cubicBezTo>
                  <a:pt x="43252" y="526"/>
                  <a:pt x="43252" y="676"/>
                  <a:pt x="43252" y="739"/>
                </a:cubicBezTo>
                <a:cubicBezTo>
                  <a:pt x="43295" y="814"/>
                  <a:pt x="43295" y="814"/>
                  <a:pt x="43295" y="889"/>
                </a:cubicBezTo>
                <a:cubicBezTo>
                  <a:pt x="43295" y="1040"/>
                  <a:pt x="43222" y="1040"/>
                  <a:pt x="43185" y="1115"/>
                </a:cubicBezTo>
                <a:cubicBezTo>
                  <a:pt x="43148" y="1115"/>
                  <a:pt x="43111" y="1115"/>
                  <a:pt x="43038" y="1115"/>
                </a:cubicBezTo>
                <a:cubicBezTo>
                  <a:pt x="42964" y="1115"/>
                  <a:pt x="42928" y="1115"/>
                  <a:pt x="42891" y="1040"/>
                </a:cubicBezTo>
                <a:cubicBezTo>
                  <a:pt x="42854" y="1040"/>
                  <a:pt x="42854" y="965"/>
                  <a:pt x="42817" y="965"/>
                </a:cubicBezTo>
                <a:cubicBezTo>
                  <a:pt x="42456" y="965"/>
                  <a:pt x="42456" y="965"/>
                  <a:pt x="42456" y="965"/>
                </a:cubicBezTo>
                <a:cubicBezTo>
                  <a:pt x="42346" y="965"/>
                  <a:pt x="42309" y="814"/>
                  <a:pt x="42205" y="676"/>
                </a:cubicBezTo>
                <a:lnTo>
                  <a:pt x="42168" y="676"/>
                </a:lnTo>
                <a:cubicBezTo>
                  <a:pt x="42058" y="676"/>
                  <a:pt x="42021" y="589"/>
                  <a:pt x="41947" y="589"/>
                </a:cubicBezTo>
                <a:cubicBezTo>
                  <a:pt x="41911" y="589"/>
                  <a:pt x="41911" y="589"/>
                  <a:pt x="41874" y="589"/>
                </a:cubicBezTo>
                <a:cubicBezTo>
                  <a:pt x="41837" y="676"/>
                  <a:pt x="41800" y="676"/>
                  <a:pt x="41800" y="676"/>
                </a:cubicBezTo>
                <a:cubicBezTo>
                  <a:pt x="41764" y="676"/>
                  <a:pt x="41764" y="739"/>
                  <a:pt x="41733" y="814"/>
                </a:cubicBezTo>
                <a:cubicBezTo>
                  <a:pt x="41733" y="814"/>
                  <a:pt x="41696" y="889"/>
                  <a:pt x="41660" y="889"/>
                </a:cubicBezTo>
                <a:cubicBezTo>
                  <a:pt x="41586" y="889"/>
                  <a:pt x="41549" y="889"/>
                  <a:pt x="41513" y="889"/>
                </a:cubicBezTo>
                <a:cubicBezTo>
                  <a:pt x="41439" y="889"/>
                  <a:pt x="41439" y="889"/>
                  <a:pt x="41439" y="889"/>
                </a:cubicBezTo>
                <a:cubicBezTo>
                  <a:pt x="41402" y="889"/>
                  <a:pt x="41402" y="889"/>
                  <a:pt x="41366" y="889"/>
                </a:cubicBezTo>
                <a:cubicBezTo>
                  <a:pt x="41329" y="889"/>
                  <a:pt x="41292" y="739"/>
                  <a:pt x="41255" y="739"/>
                </a:cubicBezTo>
                <a:cubicBezTo>
                  <a:pt x="41188" y="739"/>
                  <a:pt x="41151" y="814"/>
                  <a:pt x="41078" y="889"/>
                </a:cubicBezTo>
                <a:cubicBezTo>
                  <a:pt x="40967" y="889"/>
                  <a:pt x="40894" y="814"/>
                  <a:pt x="40784" y="814"/>
                </a:cubicBezTo>
                <a:lnTo>
                  <a:pt x="40747" y="814"/>
                </a:lnTo>
                <a:lnTo>
                  <a:pt x="40710" y="889"/>
                </a:lnTo>
                <a:lnTo>
                  <a:pt x="40679" y="889"/>
                </a:lnTo>
                <a:lnTo>
                  <a:pt x="40643" y="889"/>
                </a:lnTo>
                <a:cubicBezTo>
                  <a:pt x="40606" y="889"/>
                  <a:pt x="40569" y="965"/>
                  <a:pt x="40569" y="965"/>
                </a:cubicBezTo>
                <a:cubicBezTo>
                  <a:pt x="40532" y="965"/>
                  <a:pt x="40496" y="1040"/>
                  <a:pt x="40459" y="1040"/>
                </a:cubicBezTo>
                <a:cubicBezTo>
                  <a:pt x="40459" y="1115"/>
                  <a:pt x="40496" y="1115"/>
                  <a:pt x="40496" y="1190"/>
                </a:cubicBezTo>
                <a:cubicBezTo>
                  <a:pt x="40532" y="1265"/>
                  <a:pt x="40532" y="1265"/>
                  <a:pt x="40532" y="1265"/>
                </a:cubicBezTo>
                <a:cubicBezTo>
                  <a:pt x="40569" y="1265"/>
                  <a:pt x="40569" y="1265"/>
                  <a:pt x="40569" y="1340"/>
                </a:cubicBezTo>
                <a:cubicBezTo>
                  <a:pt x="40606" y="1340"/>
                  <a:pt x="40606" y="1265"/>
                  <a:pt x="40643" y="1340"/>
                </a:cubicBezTo>
                <a:cubicBezTo>
                  <a:pt x="40679" y="1340"/>
                  <a:pt x="40679" y="1340"/>
                  <a:pt x="40710" y="1416"/>
                </a:cubicBezTo>
                <a:cubicBezTo>
                  <a:pt x="40747" y="1416"/>
                  <a:pt x="40747" y="1416"/>
                  <a:pt x="40747" y="1491"/>
                </a:cubicBezTo>
                <a:cubicBezTo>
                  <a:pt x="40784" y="1491"/>
                  <a:pt x="40784" y="1491"/>
                  <a:pt x="40784" y="1566"/>
                </a:cubicBezTo>
                <a:cubicBezTo>
                  <a:pt x="40784" y="1566"/>
                  <a:pt x="40820" y="1566"/>
                  <a:pt x="40820" y="1641"/>
                </a:cubicBezTo>
                <a:cubicBezTo>
                  <a:pt x="40820" y="1641"/>
                  <a:pt x="40820" y="1704"/>
                  <a:pt x="40820" y="1779"/>
                </a:cubicBezTo>
                <a:cubicBezTo>
                  <a:pt x="40857" y="1854"/>
                  <a:pt x="40820" y="1854"/>
                  <a:pt x="40820" y="1930"/>
                </a:cubicBezTo>
                <a:cubicBezTo>
                  <a:pt x="40784" y="1854"/>
                  <a:pt x="40784" y="1854"/>
                  <a:pt x="40784" y="1854"/>
                </a:cubicBezTo>
                <a:lnTo>
                  <a:pt x="40784" y="1854"/>
                </a:lnTo>
                <a:cubicBezTo>
                  <a:pt x="40747" y="1779"/>
                  <a:pt x="40747" y="1779"/>
                  <a:pt x="40747" y="1779"/>
                </a:cubicBezTo>
                <a:cubicBezTo>
                  <a:pt x="40747" y="1704"/>
                  <a:pt x="40710" y="1779"/>
                  <a:pt x="40710" y="1779"/>
                </a:cubicBezTo>
                <a:cubicBezTo>
                  <a:pt x="40710" y="1704"/>
                  <a:pt x="40679" y="1704"/>
                  <a:pt x="40679" y="1704"/>
                </a:cubicBezTo>
                <a:cubicBezTo>
                  <a:pt x="40643" y="1704"/>
                  <a:pt x="40643" y="1704"/>
                  <a:pt x="40643" y="1704"/>
                </a:cubicBezTo>
                <a:cubicBezTo>
                  <a:pt x="40606" y="1704"/>
                  <a:pt x="40606" y="1641"/>
                  <a:pt x="40569" y="1641"/>
                </a:cubicBezTo>
                <a:cubicBezTo>
                  <a:pt x="40569" y="1641"/>
                  <a:pt x="40569" y="1641"/>
                  <a:pt x="40532" y="1641"/>
                </a:cubicBezTo>
                <a:cubicBezTo>
                  <a:pt x="40532" y="1641"/>
                  <a:pt x="40532" y="1641"/>
                  <a:pt x="40496" y="1641"/>
                </a:cubicBezTo>
                <a:cubicBezTo>
                  <a:pt x="40496" y="1566"/>
                  <a:pt x="40496" y="1566"/>
                  <a:pt x="40459" y="1566"/>
                </a:cubicBezTo>
                <a:cubicBezTo>
                  <a:pt x="40459" y="1566"/>
                  <a:pt x="40459" y="1566"/>
                  <a:pt x="40422" y="1566"/>
                </a:cubicBezTo>
                <a:lnTo>
                  <a:pt x="40385" y="1566"/>
                </a:lnTo>
                <a:cubicBezTo>
                  <a:pt x="40349" y="1566"/>
                  <a:pt x="40349" y="1566"/>
                  <a:pt x="40312" y="1566"/>
                </a:cubicBezTo>
                <a:cubicBezTo>
                  <a:pt x="40275" y="1566"/>
                  <a:pt x="40275" y="1566"/>
                  <a:pt x="40238" y="1566"/>
                </a:cubicBezTo>
                <a:cubicBezTo>
                  <a:pt x="40238" y="1566"/>
                  <a:pt x="40202" y="1566"/>
                  <a:pt x="40202" y="1641"/>
                </a:cubicBezTo>
                <a:cubicBezTo>
                  <a:pt x="40202" y="1641"/>
                  <a:pt x="40202" y="1641"/>
                  <a:pt x="40202" y="1704"/>
                </a:cubicBezTo>
                <a:cubicBezTo>
                  <a:pt x="40202" y="1704"/>
                  <a:pt x="40202" y="1704"/>
                  <a:pt x="40202" y="1779"/>
                </a:cubicBezTo>
                <a:cubicBezTo>
                  <a:pt x="40202" y="1854"/>
                  <a:pt x="40202" y="1854"/>
                  <a:pt x="40238" y="1930"/>
                </a:cubicBezTo>
                <a:cubicBezTo>
                  <a:pt x="40238" y="1930"/>
                  <a:pt x="40238" y="1930"/>
                  <a:pt x="40275" y="2005"/>
                </a:cubicBezTo>
                <a:cubicBezTo>
                  <a:pt x="40275" y="2005"/>
                  <a:pt x="40275" y="2005"/>
                  <a:pt x="40312" y="2080"/>
                </a:cubicBezTo>
                <a:cubicBezTo>
                  <a:pt x="40349" y="2080"/>
                  <a:pt x="40349" y="2080"/>
                  <a:pt x="40385" y="2155"/>
                </a:cubicBezTo>
                <a:cubicBezTo>
                  <a:pt x="40422" y="2155"/>
                  <a:pt x="40459" y="2155"/>
                  <a:pt x="40459" y="2230"/>
                </a:cubicBezTo>
                <a:cubicBezTo>
                  <a:pt x="40496" y="2230"/>
                  <a:pt x="40496" y="2230"/>
                  <a:pt x="40496" y="2230"/>
                </a:cubicBezTo>
                <a:cubicBezTo>
                  <a:pt x="40532" y="2230"/>
                  <a:pt x="40532" y="2230"/>
                  <a:pt x="40532" y="2230"/>
                </a:cubicBezTo>
                <a:cubicBezTo>
                  <a:pt x="40569" y="2230"/>
                  <a:pt x="40569" y="2230"/>
                  <a:pt x="40569" y="2306"/>
                </a:cubicBezTo>
                <a:cubicBezTo>
                  <a:pt x="40606" y="2306"/>
                  <a:pt x="40643" y="2306"/>
                  <a:pt x="40679" y="2306"/>
                </a:cubicBezTo>
                <a:cubicBezTo>
                  <a:pt x="40747" y="2306"/>
                  <a:pt x="40747" y="2306"/>
                  <a:pt x="40747" y="2306"/>
                </a:cubicBezTo>
                <a:lnTo>
                  <a:pt x="40784" y="2306"/>
                </a:lnTo>
                <a:lnTo>
                  <a:pt x="40820" y="2306"/>
                </a:lnTo>
                <a:cubicBezTo>
                  <a:pt x="40820" y="2381"/>
                  <a:pt x="40857" y="2381"/>
                  <a:pt x="40857" y="2381"/>
                </a:cubicBezTo>
                <a:cubicBezTo>
                  <a:pt x="40894" y="2456"/>
                  <a:pt x="40894" y="2456"/>
                  <a:pt x="40931" y="2531"/>
                </a:cubicBezTo>
                <a:cubicBezTo>
                  <a:pt x="40931" y="2531"/>
                  <a:pt x="40931" y="2531"/>
                  <a:pt x="40967" y="2606"/>
                </a:cubicBezTo>
                <a:cubicBezTo>
                  <a:pt x="40967" y="2606"/>
                  <a:pt x="41004" y="2669"/>
                  <a:pt x="41004" y="2757"/>
                </a:cubicBezTo>
                <a:cubicBezTo>
                  <a:pt x="41041" y="2757"/>
                  <a:pt x="41041" y="2757"/>
                  <a:pt x="41041" y="2819"/>
                </a:cubicBezTo>
                <a:cubicBezTo>
                  <a:pt x="41041" y="2819"/>
                  <a:pt x="41078" y="2819"/>
                  <a:pt x="41078" y="2895"/>
                </a:cubicBezTo>
                <a:cubicBezTo>
                  <a:pt x="41078" y="2895"/>
                  <a:pt x="41078" y="2895"/>
                  <a:pt x="41078" y="2970"/>
                </a:cubicBezTo>
                <a:lnTo>
                  <a:pt x="41078" y="3045"/>
                </a:lnTo>
                <a:cubicBezTo>
                  <a:pt x="41078" y="3120"/>
                  <a:pt x="41078" y="3195"/>
                  <a:pt x="41041" y="3195"/>
                </a:cubicBezTo>
                <a:cubicBezTo>
                  <a:pt x="41041" y="3195"/>
                  <a:pt x="41041" y="3195"/>
                  <a:pt x="41004" y="3195"/>
                </a:cubicBezTo>
                <a:cubicBezTo>
                  <a:pt x="40967" y="3195"/>
                  <a:pt x="40967" y="3120"/>
                  <a:pt x="40931" y="3120"/>
                </a:cubicBezTo>
                <a:lnTo>
                  <a:pt x="40894" y="3120"/>
                </a:lnTo>
                <a:cubicBezTo>
                  <a:pt x="40857" y="3120"/>
                  <a:pt x="40857" y="3120"/>
                  <a:pt x="40857" y="3120"/>
                </a:cubicBezTo>
                <a:cubicBezTo>
                  <a:pt x="40820" y="3120"/>
                  <a:pt x="40820" y="3045"/>
                  <a:pt x="40784" y="3045"/>
                </a:cubicBezTo>
                <a:cubicBezTo>
                  <a:pt x="40747" y="3045"/>
                  <a:pt x="40747" y="2970"/>
                  <a:pt x="40710" y="2970"/>
                </a:cubicBezTo>
                <a:cubicBezTo>
                  <a:pt x="40710" y="2970"/>
                  <a:pt x="40710" y="2970"/>
                  <a:pt x="40679" y="2970"/>
                </a:cubicBezTo>
                <a:cubicBezTo>
                  <a:pt x="40679" y="2970"/>
                  <a:pt x="40679" y="2970"/>
                  <a:pt x="40643" y="2895"/>
                </a:cubicBezTo>
                <a:lnTo>
                  <a:pt x="40606" y="2895"/>
                </a:lnTo>
                <a:cubicBezTo>
                  <a:pt x="40569" y="2895"/>
                  <a:pt x="40569" y="2819"/>
                  <a:pt x="40532" y="2819"/>
                </a:cubicBezTo>
                <a:cubicBezTo>
                  <a:pt x="40532" y="2819"/>
                  <a:pt x="40532" y="2819"/>
                  <a:pt x="40496" y="2819"/>
                </a:cubicBezTo>
                <a:cubicBezTo>
                  <a:pt x="40459" y="2819"/>
                  <a:pt x="40422" y="2757"/>
                  <a:pt x="40385" y="2757"/>
                </a:cubicBezTo>
                <a:cubicBezTo>
                  <a:pt x="40349" y="2757"/>
                  <a:pt x="40349" y="2757"/>
                  <a:pt x="40312" y="2757"/>
                </a:cubicBezTo>
                <a:cubicBezTo>
                  <a:pt x="40275" y="2669"/>
                  <a:pt x="40275" y="2669"/>
                  <a:pt x="40238" y="2606"/>
                </a:cubicBezTo>
                <a:cubicBezTo>
                  <a:pt x="40202" y="2606"/>
                  <a:pt x="40202" y="2606"/>
                  <a:pt x="40202" y="2606"/>
                </a:cubicBezTo>
                <a:cubicBezTo>
                  <a:pt x="40171" y="2606"/>
                  <a:pt x="40171" y="2531"/>
                  <a:pt x="40171" y="2531"/>
                </a:cubicBezTo>
                <a:cubicBezTo>
                  <a:pt x="40134" y="2531"/>
                  <a:pt x="40134" y="2531"/>
                  <a:pt x="40134" y="2531"/>
                </a:cubicBezTo>
                <a:cubicBezTo>
                  <a:pt x="40098" y="2456"/>
                  <a:pt x="40098" y="2456"/>
                  <a:pt x="40061" y="2456"/>
                </a:cubicBezTo>
                <a:cubicBezTo>
                  <a:pt x="40061" y="2381"/>
                  <a:pt x="40024" y="2381"/>
                  <a:pt x="40024" y="2381"/>
                </a:cubicBezTo>
                <a:lnTo>
                  <a:pt x="39987" y="2306"/>
                </a:lnTo>
                <a:lnTo>
                  <a:pt x="39950" y="2230"/>
                </a:lnTo>
                <a:cubicBezTo>
                  <a:pt x="39914" y="2230"/>
                  <a:pt x="39914" y="2230"/>
                  <a:pt x="39914" y="2230"/>
                </a:cubicBezTo>
                <a:cubicBezTo>
                  <a:pt x="39877" y="2230"/>
                  <a:pt x="39877" y="2155"/>
                  <a:pt x="39877" y="2155"/>
                </a:cubicBezTo>
                <a:cubicBezTo>
                  <a:pt x="39840" y="2155"/>
                  <a:pt x="39840" y="2155"/>
                  <a:pt x="39840" y="2155"/>
                </a:cubicBezTo>
                <a:cubicBezTo>
                  <a:pt x="39803" y="2155"/>
                  <a:pt x="39803" y="2155"/>
                  <a:pt x="39767" y="2155"/>
                </a:cubicBezTo>
                <a:cubicBezTo>
                  <a:pt x="39626" y="2155"/>
                  <a:pt x="39626" y="2155"/>
                  <a:pt x="39626" y="2155"/>
                </a:cubicBezTo>
                <a:lnTo>
                  <a:pt x="39589" y="2155"/>
                </a:lnTo>
                <a:cubicBezTo>
                  <a:pt x="39552" y="2155"/>
                  <a:pt x="39516" y="2080"/>
                  <a:pt x="39516" y="2080"/>
                </a:cubicBezTo>
                <a:cubicBezTo>
                  <a:pt x="39479" y="2080"/>
                  <a:pt x="39442" y="2080"/>
                  <a:pt x="39442" y="2080"/>
                </a:cubicBezTo>
                <a:cubicBezTo>
                  <a:pt x="39405" y="2005"/>
                  <a:pt x="39369" y="1930"/>
                  <a:pt x="39332" y="1930"/>
                </a:cubicBezTo>
                <a:cubicBezTo>
                  <a:pt x="39185" y="1930"/>
                  <a:pt x="39117" y="2005"/>
                  <a:pt x="38970" y="2005"/>
                </a:cubicBezTo>
                <a:cubicBezTo>
                  <a:pt x="38970" y="2005"/>
                  <a:pt x="38970" y="2005"/>
                  <a:pt x="38970" y="2080"/>
                </a:cubicBezTo>
                <a:cubicBezTo>
                  <a:pt x="38970" y="2080"/>
                  <a:pt x="39007" y="2080"/>
                  <a:pt x="39007" y="2155"/>
                </a:cubicBezTo>
                <a:cubicBezTo>
                  <a:pt x="39044" y="2230"/>
                  <a:pt x="39044" y="2230"/>
                  <a:pt x="39081" y="2306"/>
                </a:cubicBezTo>
                <a:cubicBezTo>
                  <a:pt x="39117" y="2381"/>
                  <a:pt x="39117" y="2381"/>
                  <a:pt x="39148" y="2381"/>
                </a:cubicBezTo>
                <a:cubicBezTo>
                  <a:pt x="39148" y="2456"/>
                  <a:pt x="39185" y="2381"/>
                  <a:pt x="39185" y="2381"/>
                </a:cubicBezTo>
                <a:cubicBezTo>
                  <a:pt x="39222" y="2456"/>
                  <a:pt x="39222" y="2456"/>
                  <a:pt x="39222" y="2456"/>
                </a:cubicBezTo>
                <a:cubicBezTo>
                  <a:pt x="39258" y="2456"/>
                  <a:pt x="39258" y="2531"/>
                  <a:pt x="39258" y="2531"/>
                </a:cubicBezTo>
                <a:cubicBezTo>
                  <a:pt x="39258" y="2606"/>
                  <a:pt x="39295" y="2606"/>
                  <a:pt x="39332" y="2669"/>
                </a:cubicBezTo>
                <a:cubicBezTo>
                  <a:pt x="39332" y="2669"/>
                  <a:pt x="39332" y="2669"/>
                  <a:pt x="39369" y="2669"/>
                </a:cubicBezTo>
                <a:cubicBezTo>
                  <a:pt x="39369" y="2757"/>
                  <a:pt x="39369" y="2757"/>
                  <a:pt x="39369" y="2819"/>
                </a:cubicBezTo>
                <a:cubicBezTo>
                  <a:pt x="39405" y="2819"/>
                  <a:pt x="39405" y="2819"/>
                  <a:pt x="39442" y="2819"/>
                </a:cubicBezTo>
                <a:cubicBezTo>
                  <a:pt x="39442" y="2895"/>
                  <a:pt x="39442" y="2970"/>
                  <a:pt x="39479" y="2970"/>
                </a:cubicBezTo>
                <a:cubicBezTo>
                  <a:pt x="39479" y="3045"/>
                  <a:pt x="39479" y="3045"/>
                  <a:pt x="39479" y="3045"/>
                </a:cubicBezTo>
                <a:cubicBezTo>
                  <a:pt x="39479" y="3120"/>
                  <a:pt x="39479" y="3120"/>
                  <a:pt x="39516" y="3195"/>
                </a:cubicBezTo>
                <a:cubicBezTo>
                  <a:pt x="39516" y="3195"/>
                  <a:pt x="39516" y="3271"/>
                  <a:pt x="39516" y="3346"/>
                </a:cubicBezTo>
                <a:cubicBezTo>
                  <a:pt x="39516" y="3421"/>
                  <a:pt x="39516" y="3421"/>
                  <a:pt x="39516" y="3421"/>
                </a:cubicBezTo>
                <a:cubicBezTo>
                  <a:pt x="39442" y="3421"/>
                  <a:pt x="39442" y="3421"/>
                  <a:pt x="39442" y="3421"/>
                </a:cubicBezTo>
                <a:cubicBezTo>
                  <a:pt x="39405" y="3421"/>
                  <a:pt x="39405" y="3421"/>
                  <a:pt x="39405" y="3421"/>
                </a:cubicBezTo>
                <a:cubicBezTo>
                  <a:pt x="39369" y="3421"/>
                  <a:pt x="39369" y="3421"/>
                  <a:pt x="39332" y="3346"/>
                </a:cubicBezTo>
                <a:cubicBezTo>
                  <a:pt x="39332" y="3346"/>
                  <a:pt x="39332" y="3346"/>
                  <a:pt x="39332" y="3271"/>
                </a:cubicBezTo>
                <a:cubicBezTo>
                  <a:pt x="39295" y="3271"/>
                  <a:pt x="39258" y="3271"/>
                  <a:pt x="39258" y="3271"/>
                </a:cubicBezTo>
                <a:lnTo>
                  <a:pt x="39258" y="3195"/>
                </a:lnTo>
                <a:cubicBezTo>
                  <a:pt x="39222" y="3195"/>
                  <a:pt x="39222" y="3195"/>
                  <a:pt x="39222" y="3120"/>
                </a:cubicBezTo>
                <a:cubicBezTo>
                  <a:pt x="39185" y="3120"/>
                  <a:pt x="39185" y="3120"/>
                  <a:pt x="39148" y="3045"/>
                </a:cubicBezTo>
                <a:cubicBezTo>
                  <a:pt x="39148" y="3045"/>
                  <a:pt x="39117" y="3045"/>
                  <a:pt x="39117" y="2970"/>
                </a:cubicBezTo>
                <a:cubicBezTo>
                  <a:pt x="39117" y="2970"/>
                  <a:pt x="39081" y="2970"/>
                  <a:pt x="39081" y="2895"/>
                </a:cubicBezTo>
                <a:cubicBezTo>
                  <a:pt x="39044" y="2895"/>
                  <a:pt x="39007" y="2819"/>
                  <a:pt x="38970" y="2819"/>
                </a:cubicBezTo>
                <a:cubicBezTo>
                  <a:pt x="38970" y="2819"/>
                  <a:pt x="38970" y="2757"/>
                  <a:pt x="38934" y="2757"/>
                </a:cubicBezTo>
                <a:cubicBezTo>
                  <a:pt x="38934" y="2757"/>
                  <a:pt x="38934" y="2757"/>
                  <a:pt x="38897" y="2757"/>
                </a:cubicBezTo>
                <a:cubicBezTo>
                  <a:pt x="38897" y="2669"/>
                  <a:pt x="38897" y="2669"/>
                  <a:pt x="38860" y="2669"/>
                </a:cubicBezTo>
                <a:cubicBezTo>
                  <a:pt x="38860" y="2606"/>
                  <a:pt x="38823" y="2606"/>
                  <a:pt x="38823" y="2531"/>
                </a:cubicBezTo>
                <a:cubicBezTo>
                  <a:pt x="38787" y="2531"/>
                  <a:pt x="38787" y="2531"/>
                  <a:pt x="38787" y="2531"/>
                </a:cubicBezTo>
                <a:cubicBezTo>
                  <a:pt x="38750" y="2531"/>
                  <a:pt x="38750" y="2531"/>
                  <a:pt x="38750" y="2531"/>
                </a:cubicBezTo>
                <a:cubicBezTo>
                  <a:pt x="38713" y="2531"/>
                  <a:pt x="38676" y="2531"/>
                  <a:pt x="38646" y="2456"/>
                </a:cubicBezTo>
                <a:lnTo>
                  <a:pt x="38609" y="2456"/>
                </a:lnTo>
                <a:cubicBezTo>
                  <a:pt x="38609" y="2381"/>
                  <a:pt x="38609" y="2381"/>
                  <a:pt x="38609" y="2306"/>
                </a:cubicBezTo>
                <a:lnTo>
                  <a:pt x="38572" y="2306"/>
                </a:lnTo>
                <a:cubicBezTo>
                  <a:pt x="38572" y="2230"/>
                  <a:pt x="38535" y="2230"/>
                  <a:pt x="38535" y="2230"/>
                </a:cubicBezTo>
                <a:cubicBezTo>
                  <a:pt x="38499" y="2230"/>
                  <a:pt x="38499" y="2230"/>
                  <a:pt x="38462" y="2230"/>
                </a:cubicBezTo>
                <a:cubicBezTo>
                  <a:pt x="38462" y="2230"/>
                  <a:pt x="38462" y="2230"/>
                  <a:pt x="38425" y="2230"/>
                </a:cubicBezTo>
                <a:cubicBezTo>
                  <a:pt x="38425" y="2230"/>
                  <a:pt x="38388" y="2155"/>
                  <a:pt x="38352" y="2155"/>
                </a:cubicBezTo>
                <a:cubicBezTo>
                  <a:pt x="38241" y="2155"/>
                  <a:pt x="38241" y="2155"/>
                  <a:pt x="38241" y="2155"/>
                </a:cubicBezTo>
                <a:cubicBezTo>
                  <a:pt x="38241" y="2306"/>
                  <a:pt x="38241" y="2306"/>
                  <a:pt x="38241" y="2306"/>
                </a:cubicBezTo>
                <a:cubicBezTo>
                  <a:pt x="38241" y="2381"/>
                  <a:pt x="38241" y="2381"/>
                  <a:pt x="38278" y="2456"/>
                </a:cubicBezTo>
                <a:cubicBezTo>
                  <a:pt x="38278" y="2531"/>
                  <a:pt x="38315" y="2606"/>
                  <a:pt x="38315" y="2669"/>
                </a:cubicBezTo>
                <a:cubicBezTo>
                  <a:pt x="38352" y="2669"/>
                  <a:pt x="38352" y="2757"/>
                  <a:pt x="38352" y="2757"/>
                </a:cubicBezTo>
                <a:cubicBezTo>
                  <a:pt x="38352" y="2819"/>
                  <a:pt x="38352" y="2819"/>
                  <a:pt x="38352" y="2895"/>
                </a:cubicBezTo>
                <a:cubicBezTo>
                  <a:pt x="38315" y="2895"/>
                  <a:pt x="38352" y="2895"/>
                  <a:pt x="38352" y="2970"/>
                </a:cubicBezTo>
                <a:lnTo>
                  <a:pt x="38315" y="3045"/>
                </a:lnTo>
                <a:cubicBezTo>
                  <a:pt x="38315" y="3120"/>
                  <a:pt x="38315" y="3120"/>
                  <a:pt x="38315" y="3120"/>
                </a:cubicBezTo>
                <a:cubicBezTo>
                  <a:pt x="38315" y="3120"/>
                  <a:pt x="38315" y="3120"/>
                  <a:pt x="38315" y="3195"/>
                </a:cubicBezTo>
                <a:cubicBezTo>
                  <a:pt x="38278" y="3271"/>
                  <a:pt x="38278" y="3346"/>
                  <a:pt x="38241" y="3496"/>
                </a:cubicBezTo>
                <a:lnTo>
                  <a:pt x="38241" y="3571"/>
                </a:lnTo>
                <a:cubicBezTo>
                  <a:pt x="38241" y="3571"/>
                  <a:pt x="38241" y="3646"/>
                  <a:pt x="38205" y="3646"/>
                </a:cubicBezTo>
                <a:cubicBezTo>
                  <a:pt x="38205" y="3646"/>
                  <a:pt x="38205" y="3646"/>
                  <a:pt x="38168" y="3646"/>
                </a:cubicBezTo>
                <a:cubicBezTo>
                  <a:pt x="38131" y="3646"/>
                  <a:pt x="38131" y="3646"/>
                  <a:pt x="38101" y="3646"/>
                </a:cubicBezTo>
                <a:lnTo>
                  <a:pt x="38064" y="3571"/>
                </a:lnTo>
                <a:cubicBezTo>
                  <a:pt x="38027" y="3571"/>
                  <a:pt x="37990" y="3496"/>
                  <a:pt x="37990" y="3421"/>
                </a:cubicBezTo>
                <a:cubicBezTo>
                  <a:pt x="37990" y="3421"/>
                  <a:pt x="37990" y="3421"/>
                  <a:pt x="37990" y="3346"/>
                </a:cubicBezTo>
                <a:cubicBezTo>
                  <a:pt x="37990" y="3346"/>
                  <a:pt x="37990" y="3271"/>
                  <a:pt x="37990" y="3195"/>
                </a:cubicBezTo>
                <a:cubicBezTo>
                  <a:pt x="37990" y="3195"/>
                  <a:pt x="38027" y="3195"/>
                  <a:pt x="38027" y="3120"/>
                </a:cubicBezTo>
                <a:cubicBezTo>
                  <a:pt x="38064" y="3045"/>
                  <a:pt x="38064" y="3045"/>
                  <a:pt x="38101" y="2970"/>
                </a:cubicBezTo>
                <a:cubicBezTo>
                  <a:pt x="38101" y="2970"/>
                  <a:pt x="38131" y="2970"/>
                  <a:pt x="38131" y="2895"/>
                </a:cubicBezTo>
                <a:cubicBezTo>
                  <a:pt x="38131" y="2895"/>
                  <a:pt x="38131" y="2895"/>
                  <a:pt x="38131" y="2819"/>
                </a:cubicBezTo>
                <a:cubicBezTo>
                  <a:pt x="38131" y="2819"/>
                  <a:pt x="38131" y="2819"/>
                  <a:pt x="38131" y="2757"/>
                </a:cubicBezTo>
                <a:cubicBezTo>
                  <a:pt x="38131" y="2757"/>
                  <a:pt x="38101" y="2757"/>
                  <a:pt x="38101" y="2669"/>
                </a:cubicBezTo>
                <a:cubicBezTo>
                  <a:pt x="38101" y="2669"/>
                  <a:pt x="38101" y="2606"/>
                  <a:pt x="38064" y="2606"/>
                </a:cubicBezTo>
                <a:cubicBezTo>
                  <a:pt x="38064" y="2531"/>
                  <a:pt x="38027" y="2531"/>
                  <a:pt x="38027" y="2531"/>
                </a:cubicBezTo>
                <a:cubicBezTo>
                  <a:pt x="38027" y="2456"/>
                  <a:pt x="38027" y="2456"/>
                  <a:pt x="38027" y="2456"/>
                </a:cubicBezTo>
                <a:lnTo>
                  <a:pt x="38064" y="2381"/>
                </a:lnTo>
                <a:cubicBezTo>
                  <a:pt x="38027" y="2306"/>
                  <a:pt x="38027" y="2306"/>
                  <a:pt x="37990" y="2230"/>
                </a:cubicBezTo>
                <a:cubicBezTo>
                  <a:pt x="37990" y="2230"/>
                  <a:pt x="37990" y="2230"/>
                  <a:pt x="37954" y="2155"/>
                </a:cubicBezTo>
                <a:cubicBezTo>
                  <a:pt x="37954" y="2155"/>
                  <a:pt x="37917" y="2155"/>
                  <a:pt x="37917" y="2080"/>
                </a:cubicBezTo>
                <a:lnTo>
                  <a:pt x="37880" y="2080"/>
                </a:lnTo>
                <a:cubicBezTo>
                  <a:pt x="37843" y="2005"/>
                  <a:pt x="37843" y="2005"/>
                  <a:pt x="37843" y="2005"/>
                </a:cubicBezTo>
                <a:cubicBezTo>
                  <a:pt x="37807" y="1930"/>
                  <a:pt x="37807" y="2005"/>
                  <a:pt x="37770" y="2005"/>
                </a:cubicBezTo>
                <a:lnTo>
                  <a:pt x="37733" y="2005"/>
                </a:lnTo>
                <a:cubicBezTo>
                  <a:pt x="37696" y="2005"/>
                  <a:pt x="37696" y="2005"/>
                  <a:pt x="37696" y="2005"/>
                </a:cubicBezTo>
                <a:cubicBezTo>
                  <a:pt x="37660" y="2005"/>
                  <a:pt x="37629" y="2005"/>
                  <a:pt x="37629" y="2080"/>
                </a:cubicBezTo>
                <a:cubicBezTo>
                  <a:pt x="37586" y="2080"/>
                  <a:pt x="37586" y="2080"/>
                  <a:pt x="37586" y="2080"/>
                </a:cubicBezTo>
                <a:cubicBezTo>
                  <a:pt x="37555" y="2080"/>
                  <a:pt x="37519" y="2155"/>
                  <a:pt x="37482" y="2155"/>
                </a:cubicBezTo>
                <a:cubicBezTo>
                  <a:pt x="37482" y="2230"/>
                  <a:pt x="37482" y="2230"/>
                  <a:pt x="37445" y="2230"/>
                </a:cubicBezTo>
                <a:cubicBezTo>
                  <a:pt x="37445" y="2230"/>
                  <a:pt x="37445" y="2306"/>
                  <a:pt x="37408" y="2306"/>
                </a:cubicBezTo>
                <a:cubicBezTo>
                  <a:pt x="37408" y="2306"/>
                  <a:pt x="37408" y="2306"/>
                  <a:pt x="37372" y="2306"/>
                </a:cubicBezTo>
                <a:cubicBezTo>
                  <a:pt x="37372" y="2306"/>
                  <a:pt x="37372" y="2306"/>
                  <a:pt x="37335" y="2306"/>
                </a:cubicBezTo>
                <a:cubicBezTo>
                  <a:pt x="37335" y="2306"/>
                  <a:pt x="37335" y="2381"/>
                  <a:pt x="37298" y="2381"/>
                </a:cubicBezTo>
                <a:lnTo>
                  <a:pt x="37261" y="2381"/>
                </a:lnTo>
                <a:cubicBezTo>
                  <a:pt x="37225" y="2381"/>
                  <a:pt x="37225" y="2456"/>
                  <a:pt x="37225" y="2456"/>
                </a:cubicBezTo>
                <a:cubicBezTo>
                  <a:pt x="37188" y="2456"/>
                  <a:pt x="37151" y="2456"/>
                  <a:pt x="37151" y="2456"/>
                </a:cubicBezTo>
                <a:cubicBezTo>
                  <a:pt x="37114" y="2456"/>
                  <a:pt x="37114" y="2456"/>
                  <a:pt x="37114" y="2456"/>
                </a:cubicBezTo>
                <a:cubicBezTo>
                  <a:pt x="36900" y="2456"/>
                  <a:pt x="36900" y="2456"/>
                  <a:pt x="36900" y="2456"/>
                </a:cubicBezTo>
                <a:cubicBezTo>
                  <a:pt x="36863" y="2456"/>
                  <a:pt x="36863" y="2456"/>
                  <a:pt x="36863" y="2456"/>
                </a:cubicBezTo>
                <a:cubicBezTo>
                  <a:pt x="36826" y="2456"/>
                  <a:pt x="36826" y="2456"/>
                  <a:pt x="36790" y="2531"/>
                </a:cubicBezTo>
                <a:cubicBezTo>
                  <a:pt x="36790" y="2531"/>
                  <a:pt x="36790" y="2531"/>
                  <a:pt x="36753" y="2531"/>
                </a:cubicBezTo>
                <a:cubicBezTo>
                  <a:pt x="36753" y="2531"/>
                  <a:pt x="36716" y="2606"/>
                  <a:pt x="36679" y="2606"/>
                </a:cubicBezTo>
                <a:lnTo>
                  <a:pt x="36679" y="2606"/>
                </a:lnTo>
                <a:cubicBezTo>
                  <a:pt x="36643" y="2606"/>
                  <a:pt x="36643" y="2531"/>
                  <a:pt x="36612" y="2531"/>
                </a:cubicBezTo>
                <a:cubicBezTo>
                  <a:pt x="36539" y="2531"/>
                  <a:pt x="36502" y="2606"/>
                  <a:pt x="36428" y="2606"/>
                </a:cubicBezTo>
                <a:cubicBezTo>
                  <a:pt x="36392" y="2606"/>
                  <a:pt x="36392" y="2606"/>
                  <a:pt x="36355" y="2606"/>
                </a:cubicBezTo>
                <a:cubicBezTo>
                  <a:pt x="36355" y="2606"/>
                  <a:pt x="36355" y="2606"/>
                  <a:pt x="36318" y="2606"/>
                </a:cubicBezTo>
                <a:cubicBezTo>
                  <a:pt x="36318" y="2606"/>
                  <a:pt x="36318" y="2669"/>
                  <a:pt x="36281" y="2669"/>
                </a:cubicBezTo>
                <a:cubicBezTo>
                  <a:pt x="36281" y="2669"/>
                  <a:pt x="36318" y="2757"/>
                  <a:pt x="36281" y="2757"/>
                </a:cubicBezTo>
                <a:cubicBezTo>
                  <a:pt x="36318" y="2757"/>
                  <a:pt x="36318" y="2819"/>
                  <a:pt x="36318" y="2819"/>
                </a:cubicBezTo>
                <a:lnTo>
                  <a:pt x="36355" y="2819"/>
                </a:lnTo>
                <a:cubicBezTo>
                  <a:pt x="36355" y="2819"/>
                  <a:pt x="36355" y="2819"/>
                  <a:pt x="36392" y="2819"/>
                </a:cubicBezTo>
                <a:cubicBezTo>
                  <a:pt x="36428" y="2895"/>
                  <a:pt x="36428" y="2819"/>
                  <a:pt x="36465" y="2819"/>
                </a:cubicBezTo>
                <a:cubicBezTo>
                  <a:pt x="36502" y="2895"/>
                  <a:pt x="36502" y="2895"/>
                  <a:pt x="36502" y="2895"/>
                </a:cubicBezTo>
                <a:cubicBezTo>
                  <a:pt x="36539" y="2895"/>
                  <a:pt x="36539" y="2895"/>
                  <a:pt x="36569" y="2970"/>
                </a:cubicBezTo>
                <a:cubicBezTo>
                  <a:pt x="36569" y="2970"/>
                  <a:pt x="36569" y="2970"/>
                  <a:pt x="36612" y="3045"/>
                </a:cubicBezTo>
                <a:cubicBezTo>
                  <a:pt x="36612" y="3045"/>
                  <a:pt x="36612" y="3045"/>
                  <a:pt x="36612" y="3120"/>
                </a:cubicBezTo>
                <a:cubicBezTo>
                  <a:pt x="36612" y="3120"/>
                  <a:pt x="36643" y="3120"/>
                  <a:pt x="36643" y="3195"/>
                </a:cubicBezTo>
                <a:cubicBezTo>
                  <a:pt x="36643" y="3195"/>
                  <a:pt x="36643" y="3271"/>
                  <a:pt x="36679" y="3271"/>
                </a:cubicBezTo>
                <a:cubicBezTo>
                  <a:pt x="36679" y="3271"/>
                  <a:pt x="36679" y="3271"/>
                  <a:pt x="36716" y="3271"/>
                </a:cubicBezTo>
                <a:cubicBezTo>
                  <a:pt x="36753" y="3271"/>
                  <a:pt x="36753" y="3346"/>
                  <a:pt x="36790" y="3346"/>
                </a:cubicBezTo>
                <a:cubicBezTo>
                  <a:pt x="36790" y="3346"/>
                  <a:pt x="36790" y="3346"/>
                  <a:pt x="36826" y="3346"/>
                </a:cubicBezTo>
                <a:cubicBezTo>
                  <a:pt x="36826" y="3346"/>
                  <a:pt x="36863" y="3346"/>
                  <a:pt x="36900" y="3346"/>
                </a:cubicBezTo>
                <a:cubicBezTo>
                  <a:pt x="36900" y="3346"/>
                  <a:pt x="36900" y="3346"/>
                  <a:pt x="36937" y="3346"/>
                </a:cubicBezTo>
                <a:cubicBezTo>
                  <a:pt x="36937" y="3421"/>
                  <a:pt x="36937" y="3421"/>
                  <a:pt x="36973" y="3421"/>
                </a:cubicBezTo>
                <a:cubicBezTo>
                  <a:pt x="36973" y="3496"/>
                  <a:pt x="37010" y="3496"/>
                  <a:pt x="37010" y="3496"/>
                </a:cubicBezTo>
                <a:cubicBezTo>
                  <a:pt x="37047" y="3496"/>
                  <a:pt x="37047" y="3571"/>
                  <a:pt x="37047" y="3571"/>
                </a:cubicBezTo>
                <a:cubicBezTo>
                  <a:pt x="37084" y="3571"/>
                  <a:pt x="37084" y="3571"/>
                  <a:pt x="37084" y="3571"/>
                </a:cubicBezTo>
                <a:cubicBezTo>
                  <a:pt x="37114" y="3646"/>
                  <a:pt x="37114" y="3646"/>
                  <a:pt x="37151" y="3722"/>
                </a:cubicBezTo>
                <a:cubicBezTo>
                  <a:pt x="37114" y="3784"/>
                  <a:pt x="37114" y="3784"/>
                  <a:pt x="37114" y="3784"/>
                </a:cubicBezTo>
                <a:cubicBezTo>
                  <a:pt x="36973" y="3784"/>
                  <a:pt x="36973" y="3784"/>
                  <a:pt x="36973" y="3784"/>
                </a:cubicBezTo>
                <a:cubicBezTo>
                  <a:pt x="36973" y="3784"/>
                  <a:pt x="36973" y="3722"/>
                  <a:pt x="36937" y="3722"/>
                </a:cubicBezTo>
                <a:cubicBezTo>
                  <a:pt x="36937" y="3722"/>
                  <a:pt x="36937" y="3722"/>
                  <a:pt x="36900" y="3722"/>
                </a:cubicBezTo>
                <a:cubicBezTo>
                  <a:pt x="36900" y="3722"/>
                  <a:pt x="36900" y="3722"/>
                  <a:pt x="36863" y="3722"/>
                </a:cubicBezTo>
                <a:cubicBezTo>
                  <a:pt x="36826" y="3646"/>
                  <a:pt x="36826" y="3646"/>
                  <a:pt x="36790" y="3646"/>
                </a:cubicBezTo>
                <a:cubicBezTo>
                  <a:pt x="36753" y="3646"/>
                  <a:pt x="36753" y="3571"/>
                  <a:pt x="36753" y="3571"/>
                </a:cubicBezTo>
                <a:cubicBezTo>
                  <a:pt x="36716" y="3571"/>
                  <a:pt x="36716" y="3496"/>
                  <a:pt x="36716" y="3496"/>
                </a:cubicBezTo>
                <a:cubicBezTo>
                  <a:pt x="36679" y="3496"/>
                  <a:pt x="36679" y="3496"/>
                  <a:pt x="36679" y="3421"/>
                </a:cubicBezTo>
                <a:cubicBezTo>
                  <a:pt x="36643" y="3421"/>
                  <a:pt x="36643" y="3421"/>
                  <a:pt x="36643" y="3346"/>
                </a:cubicBezTo>
                <a:cubicBezTo>
                  <a:pt x="36569" y="3346"/>
                  <a:pt x="36569" y="3421"/>
                  <a:pt x="36502" y="3346"/>
                </a:cubicBezTo>
                <a:cubicBezTo>
                  <a:pt x="36502" y="3346"/>
                  <a:pt x="36502" y="3346"/>
                  <a:pt x="36465" y="3346"/>
                </a:cubicBezTo>
                <a:cubicBezTo>
                  <a:pt x="36428" y="3346"/>
                  <a:pt x="36428" y="3346"/>
                  <a:pt x="36428" y="3346"/>
                </a:cubicBezTo>
                <a:cubicBezTo>
                  <a:pt x="36428" y="3346"/>
                  <a:pt x="36428" y="3346"/>
                  <a:pt x="36392" y="3346"/>
                </a:cubicBezTo>
                <a:cubicBezTo>
                  <a:pt x="36355" y="3346"/>
                  <a:pt x="36355" y="3271"/>
                  <a:pt x="36355" y="3271"/>
                </a:cubicBezTo>
                <a:cubicBezTo>
                  <a:pt x="36318" y="3195"/>
                  <a:pt x="36318" y="3195"/>
                  <a:pt x="36281" y="3195"/>
                </a:cubicBezTo>
                <a:cubicBezTo>
                  <a:pt x="36245" y="3195"/>
                  <a:pt x="36245" y="3195"/>
                  <a:pt x="36245" y="3195"/>
                </a:cubicBezTo>
                <a:cubicBezTo>
                  <a:pt x="36208" y="3120"/>
                  <a:pt x="36171" y="3120"/>
                  <a:pt x="36134" y="3120"/>
                </a:cubicBezTo>
                <a:cubicBezTo>
                  <a:pt x="36134" y="3045"/>
                  <a:pt x="36134" y="3045"/>
                  <a:pt x="36098" y="3045"/>
                </a:cubicBezTo>
                <a:cubicBezTo>
                  <a:pt x="36098" y="2970"/>
                  <a:pt x="36067" y="2970"/>
                  <a:pt x="36067" y="2970"/>
                </a:cubicBezTo>
                <a:cubicBezTo>
                  <a:pt x="36067" y="2895"/>
                  <a:pt x="36067" y="2895"/>
                  <a:pt x="36067" y="2895"/>
                </a:cubicBezTo>
                <a:cubicBezTo>
                  <a:pt x="36030" y="2819"/>
                  <a:pt x="36030" y="2819"/>
                  <a:pt x="36030" y="2819"/>
                </a:cubicBezTo>
                <a:cubicBezTo>
                  <a:pt x="35993" y="2819"/>
                  <a:pt x="35993" y="2819"/>
                  <a:pt x="35993" y="2819"/>
                </a:cubicBezTo>
                <a:cubicBezTo>
                  <a:pt x="35920" y="2819"/>
                  <a:pt x="35883" y="2819"/>
                  <a:pt x="35846" y="2895"/>
                </a:cubicBezTo>
                <a:cubicBezTo>
                  <a:pt x="35810" y="2895"/>
                  <a:pt x="35810" y="2895"/>
                  <a:pt x="35810" y="2895"/>
                </a:cubicBezTo>
                <a:cubicBezTo>
                  <a:pt x="35773" y="2895"/>
                  <a:pt x="35773" y="2895"/>
                  <a:pt x="35773" y="2970"/>
                </a:cubicBezTo>
                <a:cubicBezTo>
                  <a:pt x="35736" y="2970"/>
                  <a:pt x="35736" y="2970"/>
                  <a:pt x="35736" y="2970"/>
                </a:cubicBezTo>
                <a:cubicBezTo>
                  <a:pt x="35699" y="3045"/>
                  <a:pt x="35699" y="2970"/>
                  <a:pt x="35663" y="3045"/>
                </a:cubicBezTo>
                <a:cubicBezTo>
                  <a:pt x="35663" y="3045"/>
                  <a:pt x="35663" y="3045"/>
                  <a:pt x="35626" y="3045"/>
                </a:cubicBezTo>
                <a:cubicBezTo>
                  <a:pt x="35626" y="3120"/>
                  <a:pt x="35595" y="3120"/>
                  <a:pt x="35552" y="3120"/>
                </a:cubicBezTo>
                <a:cubicBezTo>
                  <a:pt x="35552" y="3120"/>
                  <a:pt x="35522" y="3120"/>
                  <a:pt x="35522" y="3195"/>
                </a:cubicBezTo>
                <a:cubicBezTo>
                  <a:pt x="35485" y="3195"/>
                  <a:pt x="35485" y="3195"/>
                  <a:pt x="35485" y="3271"/>
                </a:cubicBezTo>
                <a:cubicBezTo>
                  <a:pt x="35485" y="3346"/>
                  <a:pt x="35485" y="3421"/>
                  <a:pt x="35522" y="3421"/>
                </a:cubicBezTo>
                <a:cubicBezTo>
                  <a:pt x="35522" y="3496"/>
                  <a:pt x="35552" y="3496"/>
                  <a:pt x="35552" y="3496"/>
                </a:cubicBezTo>
                <a:cubicBezTo>
                  <a:pt x="35552" y="3571"/>
                  <a:pt x="35552" y="3571"/>
                  <a:pt x="35552" y="3571"/>
                </a:cubicBezTo>
                <a:cubicBezTo>
                  <a:pt x="35595" y="3646"/>
                  <a:pt x="35595" y="3646"/>
                  <a:pt x="35595" y="3646"/>
                </a:cubicBezTo>
                <a:cubicBezTo>
                  <a:pt x="35595" y="4236"/>
                  <a:pt x="35595" y="4236"/>
                  <a:pt x="35595" y="4236"/>
                </a:cubicBezTo>
                <a:cubicBezTo>
                  <a:pt x="35375" y="4236"/>
                  <a:pt x="35375" y="4236"/>
                  <a:pt x="35375" y="4236"/>
                </a:cubicBezTo>
                <a:cubicBezTo>
                  <a:pt x="35338" y="4236"/>
                  <a:pt x="35338" y="4236"/>
                  <a:pt x="35301" y="4236"/>
                </a:cubicBezTo>
                <a:cubicBezTo>
                  <a:pt x="35264" y="4160"/>
                  <a:pt x="35264" y="4160"/>
                  <a:pt x="35264" y="4160"/>
                </a:cubicBezTo>
                <a:cubicBezTo>
                  <a:pt x="35228" y="4160"/>
                  <a:pt x="35228" y="4085"/>
                  <a:pt x="35228" y="4085"/>
                </a:cubicBezTo>
                <a:cubicBezTo>
                  <a:pt x="35191" y="4085"/>
                  <a:pt x="35191" y="4085"/>
                  <a:pt x="35191" y="4085"/>
                </a:cubicBezTo>
                <a:cubicBezTo>
                  <a:pt x="35013" y="4085"/>
                  <a:pt x="34940" y="4010"/>
                  <a:pt x="34793" y="4010"/>
                </a:cubicBezTo>
                <a:cubicBezTo>
                  <a:pt x="34793" y="4085"/>
                  <a:pt x="34756" y="4085"/>
                  <a:pt x="34756" y="4085"/>
                </a:cubicBezTo>
                <a:cubicBezTo>
                  <a:pt x="34719" y="4160"/>
                  <a:pt x="34719" y="4160"/>
                  <a:pt x="34719" y="4236"/>
                </a:cubicBezTo>
                <a:lnTo>
                  <a:pt x="34683" y="4311"/>
                </a:lnTo>
                <a:cubicBezTo>
                  <a:pt x="34646" y="4311"/>
                  <a:pt x="34646" y="4311"/>
                  <a:pt x="34609" y="4311"/>
                </a:cubicBezTo>
                <a:cubicBezTo>
                  <a:pt x="34578" y="4386"/>
                  <a:pt x="34535" y="4386"/>
                  <a:pt x="34505" y="4461"/>
                </a:cubicBezTo>
                <a:cubicBezTo>
                  <a:pt x="34468" y="4461"/>
                  <a:pt x="34468" y="4461"/>
                  <a:pt x="34431" y="4461"/>
                </a:cubicBezTo>
                <a:cubicBezTo>
                  <a:pt x="34395" y="4461"/>
                  <a:pt x="34395" y="4536"/>
                  <a:pt x="34358" y="4612"/>
                </a:cubicBezTo>
                <a:cubicBezTo>
                  <a:pt x="34321" y="4687"/>
                  <a:pt x="34321" y="4687"/>
                  <a:pt x="34321" y="4687"/>
                </a:cubicBezTo>
                <a:cubicBezTo>
                  <a:pt x="34321" y="4687"/>
                  <a:pt x="34284" y="4749"/>
                  <a:pt x="34248" y="4749"/>
                </a:cubicBezTo>
                <a:cubicBezTo>
                  <a:pt x="34248" y="4837"/>
                  <a:pt x="34248" y="4837"/>
                  <a:pt x="34211" y="4837"/>
                </a:cubicBezTo>
                <a:lnTo>
                  <a:pt x="34174" y="4837"/>
                </a:lnTo>
                <a:cubicBezTo>
                  <a:pt x="34174" y="4900"/>
                  <a:pt x="34137" y="4837"/>
                  <a:pt x="34101" y="4837"/>
                </a:cubicBezTo>
                <a:lnTo>
                  <a:pt x="34064" y="4837"/>
                </a:lnTo>
                <a:cubicBezTo>
                  <a:pt x="34033" y="4837"/>
                  <a:pt x="34033" y="4900"/>
                  <a:pt x="33996" y="4900"/>
                </a:cubicBezTo>
                <a:cubicBezTo>
                  <a:pt x="33996" y="4900"/>
                  <a:pt x="33996" y="4900"/>
                  <a:pt x="33960" y="4900"/>
                </a:cubicBezTo>
                <a:lnTo>
                  <a:pt x="33923" y="4900"/>
                </a:lnTo>
                <a:cubicBezTo>
                  <a:pt x="33923" y="4975"/>
                  <a:pt x="33886" y="4975"/>
                  <a:pt x="33886" y="4975"/>
                </a:cubicBezTo>
                <a:cubicBezTo>
                  <a:pt x="33849" y="4975"/>
                  <a:pt x="33849" y="5050"/>
                  <a:pt x="33849" y="5050"/>
                </a:cubicBezTo>
                <a:cubicBezTo>
                  <a:pt x="33813" y="5050"/>
                  <a:pt x="33813" y="5050"/>
                  <a:pt x="33813" y="5050"/>
                </a:cubicBezTo>
                <a:lnTo>
                  <a:pt x="33813" y="5125"/>
                </a:lnTo>
                <a:cubicBezTo>
                  <a:pt x="33776" y="5201"/>
                  <a:pt x="33776" y="5201"/>
                  <a:pt x="33776" y="5201"/>
                </a:cubicBezTo>
                <a:cubicBezTo>
                  <a:pt x="33739" y="5201"/>
                  <a:pt x="33739" y="5201"/>
                  <a:pt x="33739" y="5201"/>
                </a:cubicBezTo>
                <a:cubicBezTo>
                  <a:pt x="33702" y="5201"/>
                  <a:pt x="33702" y="5201"/>
                  <a:pt x="33702" y="5201"/>
                </a:cubicBezTo>
                <a:cubicBezTo>
                  <a:pt x="33666" y="5201"/>
                  <a:pt x="33666" y="5276"/>
                  <a:pt x="33666" y="5276"/>
                </a:cubicBezTo>
                <a:cubicBezTo>
                  <a:pt x="33666" y="5351"/>
                  <a:pt x="33629" y="5426"/>
                  <a:pt x="33592" y="5501"/>
                </a:cubicBezTo>
                <a:cubicBezTo>
                  <a:pt x="33592" y="5501"/>
                  <a:pt x="33592" y="5501"/>
                  <a:pt x="33592" y="5577"/>
                </a:cubicBezTo>
                <a:lnTo>
                  <a:pt x="33562" y="5577"/>
                </a:lnTo>
                <a:cubicBezTo>
                  <a:pt x="33562" y="5577"/>
                  <a:pt x="33519" y="5577"/>
                  <a:pt x="33519" y="5652"/>
                </a:cubicBezTo>
                <a:cubicBezTo>
                  <a:pt x="33519" y="5727"/>
                  <a:pt x="33519" y="5727"/>
                  <a:pt x="33519" y="5802"/>
                </a:cubicBezTo>
                <a:cubicBezTo>
                  <a:pt x="33592" y="5802"/>
                  <a:pt x="33592" y="5802"/>
                  <a:pt x="33592" y="5802"/>
                </a:cubicBezTo>
                <a:cubicBezTo>
                  <a:pt x="33629" y="5802"/>
                  <a:pt x="33629" y="5802"/>
                  <a:pt x="33666" y="5802"/>
                </a:cubicBezTo>
                <a:cubicBezTo>
                  <a:pt x="33702" y="5802"/>
                  <a:pt x="33739" y="5802"/>
                  <a:pt x="33776" y="5865"/>
                </a:cubicBezTo>
                <a:cubicBezTo>
                  <a:pt x="33776" y="5865"/>
                  <a:pt x="33776" y="5865"/>
                  <a:pt x="33813" y="5865"/>
                </a:cubicBezTo>
                <a:cubicBezTo>
                  <a:pt x="33813" y="5940"/>
                  <a:pt x="33813" y="5940"/>
                  <a:pt x="33813" y="5940"/>
                </a:cubicBezTo>
                <a:cubicBezTo>
                  <a:pt x="33849" y="5940"/>
                  <a:pt x="33849" y="5940"/>
                  <a:pt x="33849" y="5940"/>
                </a:cubicBezTo>
                <a:cubicBezTo>
                  <a:pt x="33886" y="5940"/>
                  <a:pt x="33923" y="5940"/>
                  <a:pt x="33960" y="5940"/>
                </a:cubicBezTo>
                <a:cubicBezTo>
                  <a:pt x="33996" y="5940"/>
                  <a:pt x="34033" y="6015"/>
                  <a:pt x="34064" y="5940"/>
                </a:cubicBezTo>
                <a:cubicBezTo>
                  <a:pt x="34101" y="5940"/>
                  <a:pt x="34137" y="5940"/>
                  <a:pt x="34137" y="5940"/>
                </a:cubicBezTo>
                <a:cubicBezTo>
                  <a:pt x="34174" y="5940"/>
                  <a:pt x="34174" y="5940"/>
                  <a:pt x="34174" y="5865"/>
                </a:cubicBezTo>
                <a:cubicBezTo>
                  <a:pt x="34211" y="5865"/>
                  <a:pt x="34211" y="5865"/>
                  <a:pt x="34211" y="5802"/>
                </a:cubicBezTo>
                <a:cubicBezTo>
                  <a:pt x="34248" y="5802"/>
                  <a:pt x="34248" y="5802"/>
                  <a:pt x="34284" y="5802"/>
                </a:cubicBezTo>
                <a:cubicBezTo>
                  <a:pt x="34321" y="5802"/>
                  <a:pt x="34321" y="5865"/>
                  <a:pt x="34321" y="5940"/>
                </a:cubicBezTo>
                <a:cubicBezTo>
                  <a:pt x="34321" y="5940"/>
                  <a:pt x="34321" y="6015"/>
                  <a:pt x="34321" y="6090"/>
                </a:cubicBezTo>
                <a:lnTo>
                  <a:pt x="34321" y="6166"/>
                </a:lnTo>
                <a:cubicBezTo>
                  <a:pt x="34321" y="6241"/>
                  <a:pt x="34321" y="6241"/>
                  <a:pt x="34358" y="6241"/>
                </a:cubicBezTo>
                <a:cubicBezTo>
                  <a:pt x="34358" y="6316"/>
                  <a:pt x="34358" y="6316"/>
                  <a:pt x="34358" y="6316"/>
                </a:cubicBezTo>
                <a:cubicBezTo>
                  <a:pt x="34358" y="6391"/>
                  <a:pt x="34358" y="6391"/>
                  <a:pt x="34358" y="6391"/>
                </a:cubicBezTo>
                <a:cubicBezTo>
                  <a:pt x="34358" y="6767"/>
                  <a:pt x="34358" y="6767"/>
                  <a:pt x="34358" y="6767"/>
                </a:cubicBezTo>
                <a:cubicBezTo>
                  <a:pt x="34358" y="6918"/>
                  <a:pt x="34321" y="6980"/>
                  <a:pt x="34284" y="7131"/>
                </a:cubicBezTo>
                <a:cubicBezTo>
                  <a:pt x="34248" y="7131"/>
                  <a:pt x="34248" y="7131"/>
                  <a:pt x="34248" y="7131"/>
                </a:cubicBezTo>
                <a:cubicBezTo>
                  <a:pt x="34211" y="7206"/>
                  <a:pt x="34211" y="7206"/>
                  <a:pt x="34211" y="7206"/>
                </a:cubicBezTo>
                <a:cubicBezTo>
                  <a:pt x="34174" y="7206"/>
                  <a:pt x="34137" y="7206"/>
                  <a:pt x="34101" y="7206"/>
                </a:cubicBezTo>
                <a:cubicBezTo>
                  <a:pt x="34064" y="7206"/>
                  <a:pt x="34064" y="7206"/>
                  <a:pt x="34064" y="7206"/>
                </a:cubicBezTo>
                <a:cubicBezTo>
                  <a:pt x="34033" y="7206"/>
                  <a:pt x="34033" y="7206"/>
                  <a:pt x="33996" y="7206"/>
                </a:cubicBezTo>
                <a:cubicBezTo>
                  <a:pt x="33996" y="7206"/>
                  <a:pt x="33960" y="7206"/>
                  <a:pt x="33923" y="7206"/>
                </a:cubicBezTo>
                <a:cubicBezTo>
                  <a:pt x="33886" y="7206"/>
                  <a:pt x="33886" y="7206"/>
                  <a:pt x="33849" y="7206"/>
                </a:cubicBezTo>
                <a:cubicBezTo>
                  <a:pt x="33849" y="7281"/>
                  <a:pt x="33849" y="7281"/>
                  <a:pt x="33813" y="7281"/>
                </a:cubicBezTo>
                <a:cubicBezTo>
                  <a:pt x="33813" y="7356"/>
                  <a:pt x="33776" y="7356"/>
                  <a:pt x="33776" y="7356"/>
                </a:cubicBezTo>
                <a:cubicBezTo>
                  <a:pt x="33739" y="7356"/>
                  <a:pt x="33739" y="7356"/>
                  <a:pt x="33702" y="7356"/>
                </a:cubicBezTo>
                <a:cubicBezTo>
                  <a:pt x="33562" y="7356"/>
                  <a:pt x="33562" y="7356"/>
                  <a:pt x="33562" y="7356"/>
                </a:cubicBezTo>
                <a:cubicBezTo>
                  <a:pt x="33519" y="7356"/>
                  <a:pt x="33488" y="7356"/>
                  <a:pt x="33415" y="7356"/>
                </a:cubicBezTo>
                <a:cubicBezTo>
                  <a:pt x="33415" y="7356"/>
                  <a:pt x="33415" y="7356"/>
                  <a:pt x="33378" y="7356"/>
                </a:cubicBezTo>
                <a:cubicBezTo>
                  <a:pt x="33378" y="7356"/>
                  <a:pt x="33378" y="7281"/>
                  <a:pt x="33341" y="7281"/>
                </a:cubicBezTo>
                <a:cubicBezTo>
                  <a:pt x="33304" y="7281"/>
                  <a:pt x="33304" y="7281"/>
                  <a:pt x="33267" y="7281"/>
                </a:cubicBezTo>
                <a:cubicBezTo>
                  <a:pt x="33231" y="7281"/>
                  <a:pt x="33194" y="7281"/>
                  <a:pt x="33157" y="7281"/>
                </a:cubicBezTo>
                <a:cubicBezTo>
                  <a:pt x="33120" y="7356"/>
                  <a:pt x="33084" y="7356"/>
                  <a:pt x="33084" y="7356"/>
                </a:cubicBezTo>
                <a:cubicBezTo>
                  <a:pt x="33084" y="7431"/>
                  <a:pt x="33047" y="7431"/>
                  <a:pt x="33047" y="7507"/>
                </a:cubicBezTo>
                <a:lnTo>
                  <a:pt x="33047" y="7582"/>
                </a:lnTo>
                <a:cubicBezTo>
                  <a:pt x="33047" y="7657"/>
                  <a:pt x="33016" y="7732"/>
                  <a:pt x="32980" y="7732"/>
                </a:cubicBezTo>
                <a:cubicBezTo>
                  <a:pt x="32980" y="7732"/>
                  <a:pt x="32980" y="7732"/>
                  <a:pt x="32943" y="7732"/>
                </a:cubicBezTo>
                <a:cubicBezTo>
                  <a:pt x="32759" y="7732"/>
                  <a:pt x="32759" y="7732"/>
                  <a:pt x="32759" y="7732"/>
                </a:cubicBezTo>
                <a:cubicBezTo>
                  <a:pt x="32722" y="7732"/>
                  <a:pt x="32722" y="7807"/>
                  <a:pt x="32686" y="7883"/>
                </a:cubicBezTo>
                <a:cubicBezTo>
                  <a:pt x="32649" y="7883"/>
                  <a:pt x="32649" y="7883"/>
                  <a:pt x="32649" y="7883"/>
                </a:cubicBezTo>
                <a:cubicBezTo>
                  <a:pt x="32612" y="7883"/>
                  <a:pt x="32575" y="7945"/>
                  <a:pt x="32539" y="7945"/>
                </a:cubicBezTo>
                <a:cubicBezTo>
                  <a:pt x="32502" y="7945"/>
                  <a:pt x="32502" y="7945"/>
                  <a:pt x="32471" y="7945"/>
                </a:cubicBezTo>
                <a:lnTo>
                  <a:pt x="32434" y="7883"/>
                </a:lnTo>
                <a:cubicBezTo>
                  <a:pt x="32398" y="7883"/>
                  <a:pt x="32361" y="7883"/>
                  <a:pt x="32324" y="7883"/>
                </a:cubicBezTo>
                <a:cubicBezTo>
                  <a:pt x="32324" y="7883"/>
                  <a:pt x="32287" y="7883"/>
                  <a:pt x="32251" y="7883"/>
                </a:cubicBezTo>
                <a:cubicBezTo>
                  <a:pt x="32251" y="7883"/>
                  <a:pt x="32214" y="7883"/>
                  <a:pt x="32214" y="7945"/>
                </a:cubicBezTo>
                <a:cubicBezTo>
                  <a:pt x="32177" y="7945"/>
                  <a:pt x="32177" y="7945"/>
                  <a:pt x="32177" y="7945"/>
                </a:cubicBezTo>
                <a:cubicBezTo>
                  <a:pt x="32140" y="7945"/>
                  <a:pt x="32140" y="7945"/>
                  <a:pt x="32104" y="7945"/>
                </a:cubicBezTo>
                <a:cubicBezTo>
                  <a:pt x="32104" y="7945"/>
                  <a:pt x="32067" y="7945"/>
                  <a:pt x="32067" y="8020"/>
                </a:cubicBezTo>
                <a:cubicBezTo>
                  <a:pt x="32067" y="8020"/>
                  <a:pt x="32067" y="8020"/>
                  <a:pt x="32067" y="8096"/>
                </a:cubicBezTo>
                <a:cubicBezTo>
                  <a:pt x="32067" y="8096"/>
                  <a:pt x="32067" y="8096"/>
                  <a:pt x="32067" y="8171"/>
                </a:cubicBezTo>
                <a:cubicBezTo>
                  <a:pt x="32067" y="8171"/>
                  <a:pt x="32067" y="8171"/>
                  <a:pt x="32030" y="8246"/>
                </a:cubicBezTo>
                <a:cubicBezTo>
                  <a:pt x="32030" y="8246"/>
                  <a:pt x="32030" y="8246"/>
                  <a:pt x="32030" y="8321"/>
                </a:cubicBezTo>
                <a:lnTo>
                  <a:pt x="32000" y="8321"/>
                </a:lnTo>
                <a:cubicBezTo>
                  <a:pt x="31816" y="8321"/>
                  <a:pt x="31816" y="8321"/>
                  <a:pt x="31816" y="8321"/>
                </a:cubicBezTo>
                <a:cubicBezTo>
                  <a:pt x="31779" y="8321"/>
                  <a:pt x="31779" y="8321"/>
                  <a:pt x="31779" y="8396"/>
                </a:cubicBezTo>
                <a:cubicBezTo>
                  <a:pt x="31742" y="8472"/>
                  <a:pt x="31742" y="8472"/>
                  <a:pt x="31742" y="8547"/>
                </a:cubicBezTo>
                <a:cubicBezTo>
                  <a:pt x="31742" y="8547"/>
                  <a:pt x="31742" y="8622"/>
                  <a:pt x="31742" y="8697"/>
                </a:cubicBezTo>
                <a:cubicBezTo>
                  <a:pt x="31779" y="8697"/>
                  <a:pt x="31779" y="8772"/>
                  <a:pt x="31779" y="8848"/>
                </a:cubicBezTo>
                <a:cubicBezTo>
                  <a:pt x="31816" y="8848"/>
                  <a:pt x="31852" y="8910"/>
                  <a:pt x="31852" y="8910"/>
                </a:cubicBezTo>
                <a:cubicBezTo>
                  <a:pt x="31889" y="8998"/>
                  <a:pt x="31889" y="9061"/>
                  <a:pt x="31889" y="9061"/>
                </a:cubicBezTo>
                <a:cubicBezTo>
                  <a:pt x="31926" y="9061"/>
                  <a:pt x="31963" y="9061"/>
                  <a:pt x="31963" y="9061"/>
                </a:cubicBezTo>
                <a:cubicBezTo>
                  <a:pt x="32000" y="9061"/>
                  <a:pt x="32030" y="9061"/>
                  <a:pt x="32030" y="9061"/>
                </a:cubicBezTo>
                <a:cubicBezTo>
                  <a:pt x="32067" y="9061"/>
                  <a:pt x="32104" y="9061"/>
                  <a:pt x="32104" y="9061"/>
                </a:cubicBezTo>
                <a:cubicBezTo>
                  <a:pt x="32177" y="9136"/>
                  <a:pt x="32214" y="9136"/>
                  <a:pt x="32251" y="9211"/>
                </a:cubicBezTo>
                <a:cubicBezTo>
                  <a:pt x="32287" y="9211"/>
                  <a:pt x="32251" y="9286"/>
                  <a:pt x="32287" y="9361"/>
                </a:cubicBezTo>
                <a:cubicBezTo>
                  <a:pt x="32649" y="9361"/>
                  <a:pt x="32649" y="9361"/>
                  <a:pt x="32649" y="9361"/>
                </a:cubicBezTo>
                <a:cubicBezTo>
                  <a:pt x="32759" y="9512"/>
                  <a:pt x="32759" y="9512"/>
                  <a:pt x="32759" y="9512"/>
                </a:cubicBezTo>
                <a:cubicBezTo>
                  <a:pt x="32796" y="9512"/>
                  <a:pt x="32833" y="9512"/>
                  <a:pt x="32833" y="9512"/>
                </a:cubicBezTo>
                <a:cubicBezTo>
                  <a:pt x="32833" y="9512"/>
                  <a:pt x="32833" y="9587"/>
                  <a:pt x="32869" y="9587"/>
                </a:cubicBezTo>
                <a:cubicBezTo>
                  <a:pt x="32869" y="9587"/>
                  <a:pt x="32906" y="9662"/>
                  <a:pt x="32943" y="9662"/>
                </a:cubicBezTo>
                <a:cubicBezTo>
                  <a:pt x="32980" y="9662"/>
                  <a:pt x="32980" y="9662"/>
                  <a:pt x="33016" y="9662"/>
                </a:cubicBezTo>
                <a:lnTo>
                  <a:pt x="33047" y="9662"/>
                </a:lnTo>
                <a:cubicBezTo>
                  <a:pt x="33120" y="9662"/>
                  <a:pt x="33120" y="9662"/>
                  <a:pt x="33120" y="9662"/>
                </a:cubicBezTo>
                <a:cubicBezTo>
                  <a:pt x="33157" y="9662"/>
                  <a:pt x="33157" y="9662"/>
                  <a:pt x="33194" y="9662"/>
                </a:cubicBezTo>
                <a:cubicBezTo>
                  <a:pt x="33194" y="9662"/>
                  <a:pt x="33194" y="9662"/>
                  <a:pt x="33231" y="9662"/>
                </a:cubicBezTo>
                <a:cubicBezTo>
                  <a:pt x="33267" y="9662"/>
                  <a:pt x="33267" y="9587"/>
                  <a:pt x="33304" y="9587"/>
                </a:cubicBezTo>
                <a:lnTo>
                  <a:pt x="33341" y="9587"/>
                </a:lnTo>
                <a:cubicBezTo>
                  <a:pt x="33562" y="9587"/>
                  <a:pt x="33562" y="9587"/>
                  <a:pt x="33562" y="9587"/>
                </a:cubicBezTo>
                <a:cubicBezTo>
                  <a:pt x="33562" y="9587"/>
                  <a:pt x="33592" y="9512"/>
                  <a:pt x="33629" y="9512"/>
                </a:cubicBezTo>
                <a:cubicBezTo>
                  <a:pt x="33666" y="9512"/>
                  <a:pt x="33666" y="9512"/>
                  <a:pt x="33702" y="9512"/>
                </a:cubicBezTo>
                <a:cubicBezTo>
                  <a:pt x="33739" y="9512"/>
                  <a:pt x="33739" y="9512"/>
                  <a:pt x="33739" y="9512"/>
                </a:cubicBezTo>
                <a:cubicBezTo>
                  <a:pt x="33776" y="9512"/>
                  <a:pt x="33776" y="9512"/>
                  <a:pt x="33813" y="9512"/>
                </a:cubicBezTo>
                <a:cubicBezTo>
                  <a:pt x="33813" y="9512"/>
                  <a:pt x="33813" y="9512"/>
                  <a:pt x="33849" y="9512"/>
                </a:cubicBezTo>
                <a:cubicBezTo>
                  <a:pt x="33849" y="9813"/>
                  <a:pt x="33849" y="9813"/>
                  <a:pt x="33849" y="9813"/>
                </a:cubicBezTo>
                <a:cubicBezTo>
                  <a:pt x="33849" y="9813"/>
                  <a:pt x="33813" y="9888"/>
                  <a:pt x="33813" y="9963"/>
                </a:cubicBezTo>
                <a:cubicBezTo>
                  <a:pt x="33776" y="9963"/>
                  <a:pt x="33776" y="9963"/>
                  <a:pt x="33776" y="9963"/>
                </a:cubicBezTo>
                <a:cubicBezTo>
                  <a:pt x="33739" y="9963"/>
                  <a:pt x="33739" y="9963"/>
                  <a:pt x="33702" y="10026"/>
                </a:cubicBezTo>
                <a:lnTo>
                  <a:pt x="33666" y="10026"/>
                </a:lnTo>
                <a:cubicBezTo>
                  <a:pt x="33629" y="10101"/>
                  <a:pt x="33629" y="10176"/>
                  <a:pt x="33629" y="10176"/>
                </a:cubicBezTo>
                <a:cubicBezTo>
                  <a:pt x="33592" y="10176"/>
                  <a:pt x="33592" y="10176"/>
                  <a:pt x="33592" y="10176"/>
                </a:cubicBezTo>
                <a:cubicBezTo>
                  <a:pt x="33562" y="10176"/>
                  <a:pt x="33562" y="10176"/>
                  <a:pt x="33562" y="10176"/>
                </a:cubicBezTo>
                <a:cubicBezTo>
                  <a:pt x="33519" y="10176"/>
                  <a:pt x="33519" y="10101"/>
                  <a:pt x="33488" y="10101"/>
                </a:cubicBezTo>
                <a:cubicBezTo>
                  <a:pt x="33488" y="10101"/>
                  <a:pt x="33488" y="10101"/>
                  <a:pt x="33451" y="10101"/>
                </a:cubicBezTo>
                <a:cubicBezTo>
                  <a:pt x="33451" y="10101"/>
                  <a:pt x="33451" y="10101"/>
                  <a:pt x="33415" y="10026"/>
                </a:cubicBezTo>
                <a:cubicBezTo>
                  <a:pt x="33415" y="10026"/>
                  <a:pt x="33415" y="10026"/>
                  <a:pt x="33378" y="10026"/>
                </a:cubicBezTo>
                <a:cubicBezTo>
                  <a:pt x="33304" y="10026"/>
                  <a:pt x="33304" y="10026"/>
                  <a:pt x="33304" y="10026"/>
                </a:cubicBezTo>
                <a:cubicBezTo>
                  <a:pt x="33267" y="10026"/>
                  <a:pt x="33231" y="10026"/>
                  <a:pt x="33194" y="10026"/>
                </a:cubicBezTo>
                <a:cubicBezTo>
                  <a:pt x="33194" y="10101"/>
                  <a:pt x="33157" y="10101"/>
                  <a:pt x="33157" y="10101"/>
                </a:cubicBezTo>
                <a:cubicBezTo>
                  <a:pt x="33120" y="10176"/>
                  <a:pt x="33084" y="10176"/>
                  <a:pt x="33047" y="10176"/>
                </a:cubicBezTo>
                <a:cubicBezTo>
                  <a:pt x="33016" y="10176"/>
                  <a:pt x="33016" y="10176"/>
                  <a:pt x="33016" y="10176"/>
                </a:cubicBezTo>
                <a:cubicBezTo>
                  <a:pt x="32980" y="10176"/>
                  <a:pt x="32980" y="10101"/>
                  <a:pt x="32943" y="10101"/>
                </a:cubicBezTo>
                <a:cubicBezTo>
                  <a:pt x="32943" y="10101"/>
                  <a:pt x="32943" y="10176"/>
                  <a:pt x="32906" y="10101"/>
                </a:cubicBezTo>
                <a:cubicBezTo>
                  <a:pt x="32869" y="10101"/>
                  <a:pt x="32869" y="10101"/>
                  <a:pt x="32833" y="10026"/>
                </a:cubicBezTo>
                <a:cubicBezTo>
                  <a:pt x="32796" y="10026"/>
                  <a:pt x="32796" y="10026"/>
                  <a:pt x="32759" y="10026"/>
                </a:cubicBezTo>
                <a:cubicBezTo>
                  <a:pt x="32722" y="10026"/>
                  <a:pt x="32722" y="10026"/>
                  <a:pt x="32722" y="10026"/>
                </a:cubicBezTo>
                <a:cubicBezTo>
                  <a:pt x="32686" y="10026"/>
                  <a:pt x="32686" y="10101"/>
                  <a:pt x="32686" y="10101"/>
                </a:cubicBezTo>
                <a:cubicBezTo>
                  <a:pt x="32686" y="10176"/>
                  <a:pt x="32649" y="10176"/>
                  <a:pt x="32649" y="10251"/>
                </a:cubicBezTo>
                <a:cubicBezTo>
                  <a:pt x="32471" y="10251"/>
                  <a:pt x="32471" y="10251"/>
                  <a:pt x="32471" y="10251"/>
                </a:cubicBezTo>
                <a:cubicBezTo>
                  <a:pt x="32434" y="10251"/>
                  <a:pt x="32434" y="10251"/>
                  <a:pt x="32434" y="10326"/>
                </a:cubicBezTo>
                <a:cubicBezTo>
                  <a:pt x="32398" y="10326"/>
                  <a:pt x="32398" y="10326"/>
                  <a:pt x="32398" y="10402"/>
                </a:cubicBezTo>
                <a:cubicBezTo>
                  <a:pt x="32398" y="10477"/>
                  <a:pt x="32434" y="10552"/>
                  <a:pt x="32471" y="10627"/>
                </a:cubicBezTo>
                <a:cubicBezTo>
                  <a:pt x="32471" y="10627"/>
                  <a:pt x="32502" y="10627"/>
                  <a:pt x="32502" y="10702"/>
                </a:cubicBezTo>
                <a:cubicBezTo>
                  <a:pt x="32539" y="10702"/>
                  <a:pt x="32539" y="10702"/>
                  <a:pt x="32539" y="10702"/>
                </a:cubicBezTo>
                <a:cubicBezTo>
                  <a:pt x="32612" y="10778"/>
                  <a:pt x="32612" y="10702"/>
                  <a:pt x="32649" y="10702"/>
                </a:cubicBezTo>
                <a:cubicBezTo>
                  <a:pt x="32722" y="10778"/>
                  <a:pt x="32722" y="10778"/>
                  <a:pt x="32759" y="10853"/>
                </a:cubicBezTo>
                <a:cubicBezTo>
                  <a:pt x="32796" y="10853"/>
                  <a:pt x="32833" y="10853"/>
                  <a:pt x="32869" y="10928"/>
                </a:cubicBezTo>
                <a:cubicBezTo>
                  <a:pt x="32906" y="10928"/>
                  <a:pt x="32906" y="10928"/>
                  <a:pt x="32943" y="10928"/>
                </a:cubicBezTo>
                <a:cubicBezTo>
                  <a:pt x="32980" y="10991"/>
                  <a:pt x="33016" y="10991"/>
                  <a:pt x="33047" y="11078"/>
                </a:cubicBezTo>
                <a:cubicBezTo>
                  <a:pt x="33084" y="11078"/>
                  <a:pt x="33084" y="11078"/>
                  <a:pt x="33084" y="11078"/>
                </a:cubicBezTo>
                <a:cubicBezTo>
                  <a:pt x="33047" y="11078"/>
                  <a:pt x="33016" y="11078"/>
                  <a:pt x="32980" y="11078"/>
                </a:cubicBezTo>
                <a:cubicBezTo>
                  <a:pt x="32980" y="11141"/>
                  <a:pt x="32943" y="11141"/>
                  <a:pt x="32943" y="11141"/>
                </a:cubicBezTo>
                <a:lnTo>
                  <a:pt x="32943" y="11216"/>
                </a:lnTo>
                <a:cubicBezTo>
                  <a:pt x="32943" y="11216"/>
                  <a:pt x="32943" y="11291"/>
                  <a:pt x="32980" y="11291"/>
                </a:cubicBezTo>
                <a:cubicBezTo>
                  <a:pt x="32980" y="11291"/>
                  <a:pt x="32980" y="11291"/>
                  <a:pt x="33016" y="11291"/>
                </a:cubicBezTo>
                <a:cubicBezTo>
                  <a:pt x="33016" y="11367"/>
                  <a:pt x="33047" y="11367"/>
                  <a:pt x="33084" y="11367"/>
                </a:cubicBezTo>
                <a:lnTo>
                  <a:pt x="33084" y="11442"/>
                </a:lnTo>
                <a:cubicBezTo>
                  <a:pt x="33120" y="11442"/>
                  <a:pt x="33120" y="11517"/>
                  <a:pt x="33120" y="11517"/>
                </a:cubicBezTo>
                <a:cubicBezTo>
                  <a:pt x="33120" y="11517"/>
                  <a:pt x="33120" y="11592"/>
                  <a:pt x="33157" y="11592"/>
                </a:cubicBezTo>
                <a:cubicBezTo>
                  <a:pt x="33157" y="11592"/>
                  <a:pt x="33157" y="11592"/>
                  <a:pt x="33194" y="11592"/>
                </a:cubicBezTo>
                <a:cubicBezTo>
                  <a:pt x="33194" y="11667"/>
                  <a:pt x="33194" y="11667"/>
                  <a:pt x="33231" y="11667"/>
                </a:cubicBezTo>
                <a:cubicBezTo>
                  <a:pt x="33231" y="11667"/>
                  <a:pt x="33231" y="11667"/>
                  <a:pt x="33267" y="11667"/>
                </a:cubicBezTo>
                <a:cubicBezTo>
                  <a:pt x="33267" y="11743"/>
                  <a:pt x="33267" y="11743"/>
                  <a:pt x="33304" y="11743"/>
                </a:cubicBezTo>
                <a:cubicBezTo>
                  <a:pt x="33341" y="11743"/>
                  <a:pt x="33341" y="11743"/>
                  <a:pt x="33378" y="11818"/>
                </a:cubicBezTo>
                <a:lnTo>
                  <a:pt x="33415" y="11818"/>
                </a:lnTo>
                <a:cubicBezTo>
                  <a:pt x="33451" y="11893"/>
                  <a:pt x="33451" y="11893"/>
                  <a:pt x="33451" y="11893"/>
                </a:cubicBezTo>
                <a:cubicBezTo>
                  <a:pt x="33488" y="11968"/>
                  <a:pt x="33488" y="11968"/>
                  <a:pt x="33519" y="11968"/>
                </a:cubicBezTo>
                <a:cubicBezTo>
                  <a:pt x="33562" y="11968"/>
                  <a:pt x="33592" y="11968"/>
                  <a:pt x="33629" y="11968"/>
                </a:cubicBezTo>
                <a:lnTo>
                  <a:pt x="33629" y="11968"/>
                </a:lnTo>
                <a:cubicBezTo>
                  <a:pt x="33666" y="11968"/>
                  <a:pt x="33666" y="11968"/>
                  <a:pt x="33666" y="11968"/>
                </a:cubicBezTo>
                <a:cubicBezTo>
                  <a:pt x="33702" y="11968"/>
                  <a:pt x="33702" y="11968"/>
                  <a:pt x="33702" y="11968"/>
                </a:cubicBezTo>
                <a:cubicBezTo>
                  <a:pt x="33702" y="11893"/>
                  <a:pt x="33702" y="11893"/>
                  <a:pt x="33702" y="11893"/>
                </a:cubicBezTo>
                <a:cubicBezTo>
                  <a:pt x="33702" y="11818"/>
                  <a:pt x="33666" y="11818"/>
                  <a:pt x="33666" y="11743"/>
                </a:cubicBezTo>
                <a:cubicBezTo>
                  <a:pt x="33666" y="11743"/>
                  <a:pt x="33629" y="11743"/>
                  <a:pt x="33629" y="11667"/>
                </a:cubicBezTo>
                <a:cubicBezTo>
                  <a:pt x="33629" y="11667"/>
                  <a:pt x="33629" y="11592"/>
                  <a:pt x="33666" y="11592"/>
                </a:cubicBezTo>
                <a:lnTo>
                  <a:pt x="33666" y="11592"/>
                </a:lnTo>
                <a:cubicBezTo>
                  <a:pt x="33702" y="11592"/>
                  <a:pt x="33739" y="11592"/>
                  <a:pt x="33776" y="11592"/>
                </a:cubicBezTo>
                <a:cubicBezTo>
                  <a:pt x="33813" y="11592"/>
                  <a:pt x="33849" y="11592"/>
                  <a:pt x="33886" y="11592"/>
                </a:cubicBezTo>
                <a:cubicBezTo>
                  <a:pt x="33923" y="11592"/>
                  <a:pt x="33960" y="11592"/>
                  <a:pt x="33996" y="11667"/>
                </a:cubicBezTo>
                <a:cubicBezTo>
                  <a:pt x="33996" y="11667"/>
                  <a:pt x="33996" y="11667"/>
                  <a:pt x="34033" y="11667"/>
                </a:cubicBezTo>
                <a:cubicBezTo>
                  <a:pt x="34033" y="11667"/>
                  <a:pt x="34033" y="11667"/>
                  <a:pt x="34064" y="11667"/>
                </a:cubicBezTo>
                <a:cubicBezTo>
                  <a:pt x="34064" y="11667"/>
                  <a:pt x="34064" y="11743"/>
                  <a:pt x="34101" y="11743"/>
                </a:cubicBezTo>
                <a:cubicBezTo>
                  <a:pt x="34101" y="11743"/>
                  <a:pt x="34101" y="11743"/>
                  <a:pt x="34137" y="11743"/>
                </a:cubicBezTo>
                <a:cubicBezTo>
                  <a:pt x="34137" y="11592"/>
                  <a:pt x="34137" y="11592"/>
                  <a:pt x="34137" y="11592"/>
                </a:cubicBezTo>
                <a:cubicBezTo>
                  <a:pt x="34284" y="11592"/>
                  <a:pt x="34284" y="11592"/>
                  <a:pt x="34284" y="11592"/>
                </a:cubicBezTo>
                <a:cubicBezTo>
                  <a:pt x="34284" y="11592"/>
                  <a:pt x="34284" y="11592"/>
                  <a:pt x="34321" y="11592"/>
                </a:cubicBezTo>
                <a:cubicBezTo>
                  <a:pt x="34321" y="11667"/>
                  <a:pt x="34321" y="11667"/>
                  <a:pt x="34358" y="11667"/>
                </a:cubicBezTo>
                <a:cubicBezTo>
                  <a:pt x="34395" y="11667"/>
                  <a:pt x="34395" y="11667"/>
                  <a:pt x="34431" y="11667"/>
                </a:cubicBezTo>
                <a:cubicBezTo>
                  <a:pt x="34468" y="11667"/>
                  <a:pt x="34505" y="11743"/>
                  <a:pt x="34535" y="11667"/>
                </a:cubicBezTo>
                <a:cubicBezTo>
                  <a:pt x="34535" y="11667"/>
                  <a:pt x="34535" y="11592"/>
                  <a:pt x="34578" y="11592"/>
                </a:cubicBezTo>
                <a:cubicBezTo>
                  <a:pt x="34578" y="11592"/>
                  <a:pt x="34578" y="11592"/>
                  <a:pt x="34609" y="11592"/>
                </a:cubicBezTo>
                <a:lnTo>
                  <a:pt x="34609" y="11517"/>
                </a:lnTo>
                <a:cubicBezTo>
                  <a:pt x="34646" y="11517"/>
                  <a:pt x="34646" y="11517"/>
                  <a:pt x="34646" y="11517"/>
                </a:cubicBezTo>
                <a:cubicBezTo>
                  <a:pt x="34683" y="11517"/>
                  <a:pt x="34719" y="11517"/>
                  <a:pt x="34719" y="11517"/>
                </a:cubicBezTo>
                <a:cubicBezTo>
                  <a:pt x="34756" y="11517"/>
                  <a:pt x="34756" y="11442"/>
                  <a:pt x="34756" y="11442"/>
                </a:cubicBezTo>
                <a:lnTo>
                  <a:pt x="34793" y="11367"/>
                </a:lnTo>
                <a:cubicBezTo>
                  <a:pt x="34830" y="11367"/>
                  <a:pt x="34830" y="11291"/>
                  <a:pt x="34830" y="11291"/>
                </a:cubicBezTo>
                <a:cubicBezTo>
                  <a:pt x="34866" y="11291"/>
                  <a:pt x="34903" y="11367"/>
                  <a:pt x="34940" y="11367"/>
                </a:cubicBezTo>
                <a:cubicBezTo>
                  <a:pt x="34977" y="11367"/>
                  <a:pt x="34977" y="11442"/>
                  <a:pt x="35013" y="11442"/>
                </a:cubicBezTo>
                <a:cubicBezTo>
                  <a:pt x="35013" y="11517"/>
                  <a:pt x="35013" y="11517"/>
                  <a:pt x="35050" y="11517"/>
                </a:cubicBezTo>
                <a:cubicBezTo>
                  <a:pt x="35154" y="11517"/>
                  <a:pt x="35154" y="11517"/>
                  <a:pt x="35154" y="11517"/>
                </a:cubicBezTo>
                <a:cubicBezTo>
                  <a:pt x="35191" y="11517"/>
                  <a:pt x="35228" y="11517"/>
                  <a:pt x="35264" y="11517"/>
                </a:cubicBezTo>
                <a:cubicBezTo>
                  <a:pt x="35264" y="11517"/>
                  <a:pt x="35264" y="11517"/>
                  <a:pt x="35301" y="11517"/>
                </a:cubicBezTo>
                <a:cubicBezTo>
                  <a:pt x="35301" y="11517"/>
                  <a:pt x="35301" y="11592"/>
                  <a:pt x="35338" y="11592"/>
                </a:cubicBezTo>
                <a:cubicBezTo>
                  <a:pt x="35375" y="11592"/>
                  <a:pt x="35411" y="11592"/>
                  <a:pt x="35448" y="11667"/>
                </a:cubicBezTo>
                <a:cubicBezTo>
                  <a:pt x="35448" y="11667"/>
                  <a:pt x="35448" y="11743"/>
                  <a:pt x="35485" y="11743"/>
                </a:cubicBezTo>
                <a:cubicBezTo>
                  <a:pt x="35485" y="11743"/>
                  <a:pt x="35522" y="11743"/>
                  <a:pt x="35522" y="11818"/>
                </a:cubicBezTo>
                <a:lnTo>
                  <a:pt x="35552" y="11818"/>
                </a:lnTo>
                <a:cubicBezTo>
                  <a:pt x="35810" y="11818"/>
                  <a:pt x="35810" y="11818"/>
                  <a:pt x="35810" y="11818"/>
                </a:cubicBezTo>
                <a:cubicBezTo>
                  <a:pt x="35810" y="11818"/>
                  <a:pt x="35810" y="11818"/>
                  <a:pt x="35846" y="11818"/>
                </a:cubicBezTo>
                <a:cubicBezTo>
                  <a:pt x="35846" y="11818"/>
                  <a:pt x="35846" y="11818"/>
                  <a:pt x="35883" y="11818"/>
                </a:cubicBezTo>
                <a:cubicBezTo>
                  <a:pt x="35920" y="11893"/>
                  <a:pt x="35920" y="11893"/>
                  <a:pt x="35993" y="11968"/>
                </a:cubicBezTo>
                <a:cubicBezTo>
                  <a:pt x="35993" y="11968"/>
                  <a:pt x="35993" y="12043"/>
                  <a:pt x="36030" y="12043"/>
                </a:cubicBezTo>
                <a:cubicBezTo>
                  <a:pt x="36067" y="12043"/>
                  <a:pt x="36067" y="12043"/>
                  <a:pt x="36098" y="12043"/>
                </a:cubicBezTo>
                <a:cubicBezTo>
                  <a:pt x="36134" y="12043"/>
                  <a:pt x="36134" y="12043"/>
                  <a:pt x="36134" y="12043"/>
                </a:cubicBezTo>
                <a:cubicBezTo>
                  <a:pt x="36171" y="12043"/>
                  <a:pt x="36171" y="12043"/>
                  <a:pt x="36171" y="12043"/>
                </a:cubicBezTo>
                <a:cubicBezTo>
                  <a:pt x="36208" y="12043"/>
                  <a:pt x="36208" y="12106"/>
                  <a:pt x="36208" y="12106"/>
                </a:cubicBezTo>
                <a:cubicBezTo>
                  <a:pt x="36245" y="12181"/>
                  <a:pt x="36245" y="12181"/>
                  <a:pt x="36281" y="12256"/>
                </a:cubicBezTo>
                <a:cubicBezTo>
                  <a:pt x="36281" y="12256"/>
                  <a:pt x="36318" y="12256"/>
                  <a:pt x="36318" y="12332"/>
                </a:cubicBezTo>
                <a:cubicBezTo>
                  <a:pt x="36355" y="12332"/>
                  <a:pt x="36355" y="12332"/>
                  <a:pt x="36392" y="12332"/>
                </a:cubicBezTo>
                <a:cubicBezTo>
                  <a:pt x="36428" y="12332"/>
                  <a:pt x="36428" y="12332"/>
                  <a:pt x="36428" y="12332"/>
                </a:cubicBezTo>
                <a:cubicBezTo>
                  <a:pt x="36465" y="12332"/>
                  <a:pt x="36465" y="12332"/>
                  <a:pt x="36502" y="12332"/>
                </a:cubicBezTo>
                <a:cubicBezTo>
                  <a:pt x="36502" y="12332"/>
                  <a:pt x="36502" y="12407"/>
                  <a:pt x="36539" y="12407"/>
                </a:cubicBezTo>
                <a:cubicBezTo>
                  <a:pt x="36539" y="12482"/>
                  <a:pt x="36569" y="12482"/>
                  <a:pt x="36569" y="12557"/>
                </a:cubicBezTo>
                <a:cubicBezTo>
                  <a:pt x="36569" y="13008"/>
                  <a:pt x="36569" y="13008"/>
                  <a:pt x="36569" y="13008"/>
                </a:cubicBezTo>
                <a:cubicBezTo>
                  <a:pt x="36569" y="13084"/>
                  <a:pt x="36612" y="13159"/>
                  <a:pt x="36612" y="13159"/>
                </a:cubicBezTo>
                <a:cubicBezTo>
                  <a:pt x="36643" y="13221"/>
                  <a:pt x="36643" y="13221"/>
                  <a:pt x="36643" y="13221"/>
                </a:cubicBezTo>
                <a:cubicBezTo>
                  <a:pt x="36643" y="13297"/>
                  <a:pt x="36679" y="13297"/>
                  <a:pt x="36679" y="13297"/>
                </a:cubicBezTo>
                <a:cubicBezTo>
                  <a:pt x="36679" y="13297"/>
                  <a:pt x="36716" y="13297"/>
                  <a:pt x="36716" y="13372"/>
                </a:cubicBezTo>
                <a:cubicBezTo>
                  <a:pt x="36716" y="13372"/>
                  <a:pt x="36753" y="13297"/>
                  <a:pt x="36753" y="13372"/>
                </a:cubicBezTo>
                <a:cubicBezTo>
                  <a:pt x="36790" y="13372"/>
                  <a:pt x="36790" y="13372"/>
                  <a:pt x="36826" y="13372"/>
                </a:cubicBezTo>
                <a:cubicBezTo>
                  <a:pt x="36826" y="13372"/>
                  <a:pt x="36826" y="13447"/>
                  <a:pt x="36863" y="13447"/>
                </a:cubicBezTo>
                <a:lnTo>
                  <a:pt x="36900" y="13447"/>
                </a:lnTo>
                <a:cubicBezTo>
                  <a:pt x="36900" y="13522"/>
                  <a:pt x="36900" y="13522"/>
                  <a:pt x="36937" y="13522"/>
                </a:cubicBezTo>
                <a:cubicBezTo>
                  <a:pt x="36937" y="13597"/>
                  <a:pt x="36937" y="13673"/>
                  <a:pt x="36973" y="13673"/>
                </a:cubicBezTo>
                <a:cubicBezTo>
                  <a:pt x="36973" y="13748"/>
                  <a:pt x="36973" y="13748"/>
                  <a:pt x="36973" y="13748"/>
                </a:cubicBezTo>
                <a:cubicBezTo>
                  <a:pt x="36973" y="13823"/>
                  <a:pt x="36973" y="13823"/>
                  <a:pt x="37010" y="13823"/>
                </a:cubicBezTo>
                <a:cubicBezTo>
                  <a:pt x="37010" y="13898"/>
                  <a:pt x="37047" y="13898"/>
                  <a:pt x="37047" y="13973"/>
                </a:cubicBezTo>
                <a:cubicBezTo>
                  <a:pt x="37084" y="13973"/>
                  <a:pt x="37084" y="14049"/>
                  <a:pt x="37084" y="14049"/>
                </a:cubicBezTo>
                <a:cubicBezTo>
                  <a:pt x="37114" y="14049"/>
                  <a:pt x="37114" y="14124"/>
                  <a:pt x="37114" y="14124"/>
                </a:cubicBezTo>
                <a:cubicBezTo>
                  <a:pt x="37114" y="14186"/>
                  <a:pt x="37151" y="14186"/>
                  <a:pt x="37151" y="14186"/>
                </a:cubicBezTo>
                <a:cubicBezTo>
                  <a:pt x="37151" y="14262"/>
                  <a:pt x="37188" y="14262"/>
                  <a:pt x="37188" y="14262"/>
                </a:cubicBezTo>
                <a:cubicBezTo>
                  <a:pt x="37188" y="14337"/>
                  <a:pt x="37188" y="14337"/>
                  <a:pt x="37225" y="14412"/>
                </a:cubicBezTo>
                <a:cubicBezTo>
                  <a:pt x="37225" y="14487"/>
                  <a:pt x="37225" y="14487"/>
                  <a:pt x="37225" y="14562"/>
                </a:cubicBezTo>
                <a:cubicBezTo>
                  <a:pt x="37261" y="14562"/>
                  <a:pt x="37261" y="14638"/>
                  <a:pt x="37261" y="14638"/>
                </a:cubicBezTo>
                <a:cubicBezTo>
                  <a:pt x="37261" y="14713"/>
                  <a:pt x="37298" y="14788"/>
                  <a:pt x="37335" y="14863"/>
                </a:cubicBezTo>
                <a:cubicBezTo>
                  <a:pt x="37335" y="14863"/>
                  <a:pt x="37335" y="14863"/>
                  <a:pt x="37372" y="14938"/>
                </a:cubicBezTo>
                <a:cubicBezTo>
                  <a:pt x="37372" y="14938"/>
                  <a:pt x="37408" y="15014"/>
                  <a:pt x="37445" y="15014"/>
                </a:cubicBezTo>
                <a:lnTo>
                  <a:pt x="37445" y="15089"/>
                </a:lnTo>
                <a:cubicBezTo>
                  <a:pt x="37445" y="15164"/>
                  <a:pt x="37445" y="15164"/>
                  <a:pt x="37445" y="15164"/>
                </a:cubicBezTo>
                <a:cubicBezTo>
                  <a:pt x="37445" y="15227"/>
                  <a:pt x="37445" y="15227"/>
                  <a:pt x="37445" y="15302"/>
                </a:cubicBezTo>
                <a:cubicBezTo>
                  <a:pt x="37445" y="15302"/>
                  <a:pt x="37408" y="15302"/>
                  <a:pt x="37408" y="15377"/>
                </a:cubicBezTo>
                <a:cubicBezTo>
                  <a:pt x="37408" y="15452"/>
                  <a:pt x="37445" y="15452"/>
                  <a:pt x="37445" y="15452"/>
                </a:cubicBezTo>
                <a:cubicBezTo>
                  <a:pt x="37482" y="15603"/>
                  <a:pt x="37519" y="15603"/>
                  <a:pt x="37519" y="15678"/>
                </a:cubicBezTo>
                <a:cubicBezTo>
                  <a:pt x="37519" y="16054"/>
                  <a:pt x="37519" y="16054"/>
                  <a:pt x="37519" y="16054"/>
                </a:cubicBezTo>
                <a:cubicBezTo>
                  <a:pt x="37519" y="16129"/>
                  <a:pt x="37482" y="16129"/>
                  <a:pt x="37482" y="16204"/>
                </a:cubicBezTo>
                <a:lnTo>
                  <a:pt x="37445" y="16279"/>
                </a:lnTo>
                <a:cubicBezTo>
                  <a:pt x="37445" y="16342"/>
                  <a:pt x="37445" y="16342"/>
                  <a:pt x="37445" y="16417"/>
                </a:cubicBezTo>
                <a:cubicBezTo>
                  <a:pt x="37629" y="16417"/>
                  <a:pt x="37629" y="16417"/>
                  <a:pt x="37629" y="16417"/>
                </a:cubicBezTo>
                <a:cubicBezTo>
                  <a:pt x="37629" y="16718"/>
                  <a:pt x="37629" y="16718"/>
                  <a:pt x="37629" y="16718"/>
                </a:cubicBezTo>
                <a:cubicBezTo>
                  <a:pt x="37586" y="16718"/>
                  <a:pt x="37555" y="16718"/>
                  <a:pt x="37519" y="16718"/>
                </a:cubicBezTo>
                <a:cubicBezTo>
                  <a:pt x="37519" y="16718"/>
                  <a:pt x="37482" y="16793"/>
                  <a:pt x="37445" y="16793"/>
                </a:cubicBezTo>
                <a:lnTo>
                  <a:pt x="37445" y="16868"/>
                </a:lnTo>
                <a:cubicBezTo>
                  <a:pt x="37445" y="17019"/>
                  <a:pt x="37482" y="17019"/>
                  <a:pt x="37482" y="17169"/>
                </a:cubicBezTo>
                <a:cubicBezTo>
                  <a:pt x="37482" y="17244"/>
                  <a:pt x="37482" y="17320"/>
                  <a:pt x="37482" y="17382"/>
                </a:cubicBezTo>
                <a:cubicBezTo>
                  <a:pt x="37335" y="17382"/>
                  <a:pt x="37335" y="17382"/>
                  <a:pt x="37335" y="17382"/>
                </a:cubicBezTo>
                <a:cubicBezTo>
                  <a:pt x="37335" y="17683"/>
                  <a:pt x="37335" y="17683"/>
                  <a:pt x="37335" y="17683"/>
                </a:cubicBezTo>
                <a:cubicBezTo>
                  <a:pt x="37372" y="17683"/>
                  <a:pt x="37372" y="17833"/>
                  <a:pt x="37408" y="17833"/>
                </a:cubicBezTo>
                <a:cubicBezTo>
                  <a:pt x="37445" y="17909"/>
                  <a:pt x="37482" y="17909"/>
                  <a:pt x="37519" y="17909"/>
                </a:cubicBezTo>
                <a:cubicBezTo>
                  <a:pt x="37586" y="17909"/>
                  <a:pt x="37586" y="17909"/>
                  <a:pt x="37586" y="17909"/>
                </a:cubicBezTo>
                <a:cubicBezTo>
                  <a:pt x="37629" y="17909"/>
                  <a:pt x="37660" y="17909"/>
                  <a:pt x="37660" y="17909"/>
                </a:cubicBezTo>
                <a:cubicBezTo>
                  <a:pt x="37696" y="17984"/>
                  <a:pt x="37696" y="17984"/>
                  <a:pt x="37733" y="17984"/>
                </a:cubicBezTo>
                <a:cubicBezTo>
                  <a:pt x="38101" y="17984"/>
                  <a:pt x="38101" y="17984"/>
                  <a:pt x="38101" y="17984"/>
                </a:cubicBezTo>
                <a:cubicBezTo>
                  <a:pt x="38101" y="17909"/>
                  <a:pt x="38101" y="17833"/>
                  <a:pt x="38101" y="17758"/>
                </a:cubicBezTo>
                <a:lnTo>
                  <a:pt x="38131" y="17683"/>
                </a:lnTo>
                <a:cubicBezTo>
                  <a:pt x="38168" y="17683"/>
                  <a:pt x="38205" y="17683"/>
                  <a:pt x="38278" y="17683"/>
                </a:cubicBezTo>
                <a:cubicBezTo>
                  <a:pt x="38278" y="17683"/>
                  <a:pt x="38315" y="17683"/>
                  <a:pt x="38352" y="17683"/>
                </a:cubicBezTo>
                <a:lnTo>
                  <a:pt x="38388" y="17683"/>
                </a:lnTo>
                <a:cubicBezTo>
                  <a:pt x="38425" y="17758"/>
                  <a:pt x="38425" y="17758"/>
                  <a:pt x="38425" y="17833"/>
                </a:cubicBezTo>
                <a:cubicBezTo>
                  <a:pt x="38425" y="17909"/>
                  <a:pt x="38425" y="17984"/>
                  <a:pt x="38425" y="17984"/>
                </a:cubicBezTo>
                <a:cubicBezTo>
                  <a:pt x="38425" y="18059"/>
                  <a:pt x="38462" y="18134"/>
                  <a:pt x="38462" y="18134"/>
                </a:cubicBezTo>
                <a:cubicBezTo>
                  <a:pt x="38499" y="18209"/>
                  <a:pt x="38499" y="18285"/>
                  <a:pt x="38535" y="18285"/>
                </a:cubicBezTo>
                <a:cubicBezTo>
                  <a:pt x="38572" y="18360"/>
                  <a:pt x="38572" y="18422"/>
                  <a:pt x="38609" y="18422"/>
                </a:cubicBezTo>
                <a:cubicBezTo>
                  <a:pt x="38646" y="18422"/>
                  <a:pt x="38676" y="18422"/>
                  <a:pt x="38676" y="18422"/>
                </a:cubicBezTo>
                <a:cubicBezTo>
                  <a:pt x="38713" y="18422"/>
                  <a:pt x="38750" y="18422"/>
                  <a:pt x="38750" y="18422"/>
                </a:cubicBezTo>
                <a:cubicBezTo>
                  <a:pt x="38787" y="18422"/>
                  <a:pt x="38787" y="18422"/>
                  <a:pt x="38823" y="18498"/>
                </a:cubicBezTo>
                <a:cubicBezTo>
                  <a:pt x="38860" y="18498"/>
                  <a:pt x="38860" y="18498"/>
                  <a:pt x="38897" y="18573"/>
                </a:cubicBezTo>
                <a:cubicBezTo>
                  <a:pt x="38934" y="18573"/>
                  <a:pt x="38934" y="18648"/>
                  <a:pt x="38934" y="18723"/>
                </a:cubicBezTo>
                <a:cubicBezTo>
                  <a:pt x="38970" y="18723"/>
                  <a:pt x="39007" y="18723"/>
                  <a:pt x="39007" y="18798"/>
                </a:cubicBezTo>
                <a:cubicBezTo>
                  <a:pt x="39044" y="18798"/>
                  <a:pt x="39044" y="18874"/>
                  <a:pt x="39044" y="18949"/>
                </a:cubicBezTo>
                <a:cubicBezTo>
                  <a:pt x="39007" y="19099"/>
                  <a:pt x="39007" y="19099"/>
                  <a:pt x="39007" y="19099"/>
                </a:cubicBezTo>
                <a:cubicBezTo>
                  <a:pt x="38897" y="19099"/>
                  <a:pt x="38897" y="19099"/>
                  <a:pt x="38897" y="19099"/>
                </a:cubicBezTo>
                <a:cubicBezTo>
                  <a:pt x="38860" y="19099"/>
                  <a:pt x="38823" y="19024"/>
                  <a:pt x="38787" y="19024"/>
                </a:cubicBezTo>
                <a:cubicBezTo>
                  <a:pt x="38646" y="19024"/>
                  <a:pt x="38646" y="19024"/>
                  <a:pt x="38646" y="19024"/>
                </a:cubicBezTo>
                <a:cubicBezTo>
                  <a:pt x="38572" y="19024"/>
                  <a:pt x="38499" y="19099"/>
                  <a:pt x="38425" y="19024"/>
                </a:cubicBezTo>
                <a:cubicBezTo>
                  <a:pt x="38425" y="19024"/>
                  <a:pt x="38388" y="18949"/>
                  <a:pt x="38352" y="18949"/>
                </a:cubicBezTo>
                <a:cubicBezTo>
                  <a:pt x="38352" y="18949"/>
                  <a:pt x="38388" y="18798"/>
                  <a:pt x="38352" y="18798"/>
                </a:cubicBezTo>
                <a:cubicBezTo>
                  <a:pt x="38315" y="18798"/>
                  <a:pt x="38315" y="18798"/>
                  <a:pt x="38278" y="18798"/>
                </a:cubicBezTo>
                <a:cubicBezTo>
                  <a:pt x="38241" y="18798"/>
                  <a:pt x="38205" y="18798"/>
                  <a:pt x="38131" y="18723"/>
                </a:cubicBezTo>
                <a:cubicBezTo>
                  <a:pt x="38101" y="18723"/>
                  <a:pt x="38064" y="18723"/>
                  <a:pt x="37990" y="18723"/>
                </a:cubicBezTo>
                <a:cubicBezTo>
                  <a:pt x="37917" y="18723"/>
                  <a:pt x="37843" y="18798"/>
                  <a:pt x="37770" y="18798"/>
                </a:cubicBezTo>
                <a:cubicBezTo>
                  <a:pt x="37807" y="18949"/>
                  <a:pt x="37807" y="19024"/>
                  <a:pt x="37843" y="19099"/>
                </a:cubicBezTo>
                <a:cubicBezTo>
                  <a:pt x="37843" y="19174"/>
                  <a:pt x="37880" y="19174"/>
                  <a:pt x="37917" y="19250"/>
                </a:cubicBezTo>
                <a:cubicBezTo>
                  <a:pt x="37917" y="19250"/>
                  <a:pt x="37954" y="19325"/>
                  <a:pt x="37954" y="19400"/>
                </a:cubicBezTo>
                <a:cubicBezTo>
                  <a:pt x="37954" y="19475"/>
                  <a:pt x="37917" y="19475"/>
                  <a:pt x="37917" y="19538"/>
                </a:cubicBezTo>
                <a:cubicBezTo>
                  <a:pt x="37880" y="19538"/>
                  <a:pt x="37843" y="19538"/>
                  <a:pt x="37807" y="19538"/>
                </a:cubicBezTo>
                <a:cubicBezTo>
                  <a:pt x="37770" y="19538"/>
                  <a:pt x="37733" y="19613"/>
                  <a:pt x="37733" y="19688"/>
                </a:cubicBezTo>
                <a:cubicBezTo>
                  <a:pt x="37696" y="19688"/>
                  <a:pt x="37660" y="19763"/>
                  <a:pt x="37660" y="19839"/>
                </a:cubicBezTo>
                <a:cubicBezTo>
                  <a:pt x="37660" y="19989"/>
                  <a:pt x="37660" y="20064"/>
                  <a:pt x="37696" y="20064"/>
                </a:cubicBezTo>
                <a:cubicBezTo>
                  <a:pt x="37770" y="20215"/>
                  <a:pt x="37807" y="20064"/>
                  <a:pt x="37917" y="20139"/>
                </a:cubicBezTo>
                <a:cubicBezTo>
                  <a:pt x="37954" y="20139"/>
                  <a:pt x="37990" y="20215"/>
                  <a:pt x="38027" y="20290"/>
                </a:cubicBezTo>
                <a:cubicBezTo>
                  <a:pt x="38131" y="20365"/>
                  <a:pt x="38131" y="20578"/>
                  <a:pt x="38241" y="20578"/>
                </a:cubicBezTo>
                <a:cubicBezTo>
                  <a:pt x="38278" y="20578"/>
                  <a:pt x="38278" y="20503"/>
                  <a:pt x="38315" y="20440"/>
                </a:cubicBezTo>
                <a:cubicBezTo>
                  <a:pt x="38352" y="20365"/>
                  <a:pt x="38352" y="20215"/>
                  <a:pt x="38425" y="20215"/>
                </a:cubicBezTo>
                <a:cubicBezTo>
                  <a:pt x="38535" y="20215"/>
                  <a:pt x="38572" y="20215"/>
                  <a:pt x="38646" y="20215"/>
                </a:cubicBezTo>
                <a:cubicBezTo>
                  <a:pt x="38646" y="19688"/>
                  <a:pt x="38646" y="19688"/>
                  <a:pt x="38646" y="19688"/>
                </a:cubicBezTo>
                <a:cubicBezTo>
                  <a:pt x="38572" y="19688"/>
                  <a:pt x="38535" y="19763"/>
                  <a:pt x="38462" y="19688"/>
                </a:cubicBezTo>
                <a:cubicBezTo>
                  <a:pt x="38425" y="19688"/>
                  <a:pt x="38425" y="19688"/>
                  <a:pt x="38388" y="19688"/>
                </a:cubicBezTo>
                <a:cubicBezTo>
                  <a:pt x="38352" y="19688"/>
                  <a:pt x="38388" y="19538"/>
                  <a:pt x="38352" y="19538"/>
                </a:cubicBezTo>
                <a:cubicBezTo>
                  <a:pt x="38315" y="19538"/>
                  <a:pt x="38315" y="19538"/>
                  <a:pt x="38278" y="19538"/>
                </a:cubicBezTo>
                <a:cubicBezTo>
                  <a:pt x="38278" y="19538"/>
                  <a:pt x="38241" y="19538"/>
                  <a:pt x="38205" y="19538"/>
                </a:cubicBezTo>
                <a:cubicBezTo>
                  <a:pt x="38241" y="19400"/>
                  <a:pt x="38241" y="19400"/>
                  <a:pt x="38241" y="19400"/>
                </a:cubicBezTo>
                <a:cubicBezTo>
                  <a:pt x="38388" y="19400"/>
                  <a:pt x="38388" y="19400"/>
                  <a:pt x="38388" y="19400"/>
                </a:cubicBezTo>
                <a:cubicBezTo>
                  <a:pt x="38425" y="19400"/>
                  <a:pt x="38425" y="19400"/>
                  <a:pt x="38462" y="19400"/>
                </a:cubicBezTo>
                <a:cubicBezTo>
                  <a:pt x="38499" y="19475"/>
                  <a:pt x="38499" y="19475"/>
                  <a:pt x="38535" y="19538"/>
                </a:cubicBezTo>
                <a:cubicBezTo>
                  <a:pt x="38572" y="19538"/>
                  <a:pt x="38572" y="19538"/>
                  <a:pt x="38609" y="19613"/>
                </a:cubicBezTo>
                <a:cubicBezTo>
                  <a:pt x="38609" y="19613"/>
                  <a:pt x="38646" y="19613"/>
                  <a:pt x="38676" y="19613"/>
                </a:cubicBezTo>
                <a:cubicBezTo>
                  <a:pt x="38713" y="19613"/>
                  <a:pt x="38713" y="19613"/>
                  <a:pt x="38750" y="19613"/>
                </a:cubicBezTo>
                <a:cubicBezTo>
                  <a:pt x="38897" y="19613"/>
                  <a:pt x="38897" y="19613"/>
                  <a:pt x="38897" y="19613"/>
                </a:cubicBezTo>
                <a:cubicBezTo>
                  <a:pt x="38934" y="19613"/>
                  <a:pt x="39007" y="19613"/>
                  <a:pt x="39044" y="19688"/>
                </a:cubicBezTo>
                <a:cubicBezTo>
                  <a:pt x="39081" y="19688"/>
                  <a:pt x="39117" y="19763"/>
                  <a:pt x="39117" y="19839"/>
                </a:cubicBezTo>
                <a:cubicBezTo>
                  <a:pt x="39117" y="19914"/>
                  <a:pt x="39117" y="19914"/>
                  <a:pt x="39117" y="19914"/>
                </a:cubicBezTo>
                <a:cubicBezTo>
                  <a:pt x="39117" y="19989"/>
                  <a:pt x="39044" y="19989"/>
                  <a:pt x="39044" y="20064"/>
                </a:cubicBezTo>
                <a:cubicBezTo>
                  <a:pt x="39007" y="20064"/>
                  <a:pt x="39044" y="20139"/>
                  <a:pt x="39044" y="20215"/>
                </a:cubicBezTo>
                <a:cubicBezTo>
                  <a:pt x="39007" y="20290"/>
                  <a:pt x="38970" y="20290"/>
                  <a:pt x="38970" y="20365"/>
                </a:cubicBezTo>
                <a:cubicBezTo>
                  <a:pt x="38970" y="20440"/>
                  <a:pt x="38970" y="20440"/>
                  <a:pt x="38970" y="20440"/>
                </a:cubicBezTo>
                <a:cubicBezTo>
                  <a:pt x="38970" y="20503"/>
                  <a:pt x="39007" y="20503"/>
                  <a:pt x="39007" y="20578"/>
                </a:cubicBezTo>
                <a:cubicBezTo>
                  <a:pt x="39044" y="20578"/>
                  <a:pt x="39081" y="20653"/>
                  <a:pt x="39081" y="20653"/>
                </a:cubicBezTo>
                <a:cubicBezTo>
                  <a:pt x="39117" y="20728"/>
                  <a:pt x="39117" y="20804"/>
                  <a:pt x="39117" y="20879"/>
                </a:cubicBezTo>
                <a:cubicBezTo>
                  <a:pt x="39117" y="21255"/>
                  <a:pt x="39117" y="21255"/>
                  <a:pt x="39117" y="21255"/>
                </a:cubicBezTo>
                <a:cubicBezTo>
                  <a:pt x="38934" y="21255"/>
                  <a:pt x="38934" y="21255"/>
                  <a:pt x="38934" y="21255"/>
                </a:cubicBezTo>
                <a:cubicBezTo>
                  <a:pt x="38897" y="21255"/>
                  <a:pt x="38897" y="21180"/>
                  <a:pt x="38860" y="21255"/>
                </a:cubicBezTo>
                <a:cubicBezTo>
                  <a:pt x="38823" y="21255"/>
                  <a:pt x="38823" y="21330"/>
                  <a:pt x="38787" y="21330"/>
                </a:cubicBezTo>
                <a:cubicBezTo>
                  <a:pt x="38750" y="21405"/>
                  <a:pt x="38750" y="21480"/>
                  <a:pt x="38750" y="21480"/>
                </a:cubicBezTo>
                <a:cubicBezTo>
                  <a:pt x="38713" y="21480"/>
                  <a:pt x="38676" y="21480"/>
                  <a:pt x="38646" y="21480"/>
                </a:cubicBezTo>
                <a:cubicBezTo>
                  <a:pt x="38572" y="21480"/>
                  <a:pt x="38572" y="21480"/>
                  <a:pt x="38572" y="21480"/>
                </a:cubicBezTo>
                <a:cubicBezTo>
                  <a:pt x="38535" y="21480"/>
                  <a:pt x="38535" y="21405"/>
                  <a:pt x="38499" y="21405"/>
                </a:cubicBezTo>
                <a:cubicBezTo>
                  <a:pt x="38499" y="21405"/>
                  <a:pt x="38462" y="21480"/>
                  <a:pt x="38425" y="21480"/>
                </a:cubicBezTo>
                <a:cubicBezTo>
                  <a:pt x="38425" y="22145"/>
                  <a:pt x="38425" y="22145"/>
                  <a:pt x="38425" y="22145"/>
                </a:cubicBezTo>
                <a:cubicBezTo>
                  <a:pt x="38388" y="22145"/>
                  <a:pt x="38352" y="22145"/>
                  <a:pt x="38352" y="22145"/>
                </a:cubicBezTo>
                <a:cubicBezTo>
                  <a:pt x="38315" y="22069"/>
                  <a:pt x="38278" y="22069"/>
                  <a:pt x="38241" y="22069"/>
                </a:cubicBezTo>
                <a:cubicBezTo>
                  <a:pt x="38205" y="22069"/>
                  <a:pt x="38241" y="22145"/>
                  <a:pt x="38205" y="22220"/>
                </a:cubicBezTo>
                <a:cubicBezTo>
                  <a:pt x="38168" y="22220"/>
                  <a:pt x="38131" y="22220"/>
                  <a:pt x="38131" y="22295"/>
                </a:cubicBezTo>
                <a:cubicBezTo>
                  <a:pt x="38101" y="22295"/>
                  <a:pt x="38064" y="22295"/>
                  <a:pt x="38064" y="22295"/>
                </a:cubicBezTo>
                <a:cubicBezTo>
                  <a:pt x="38027" y="22295"/>
                  <a:pt x="37990" y="22295"/>
                  <a:pt x="37990" y="22370"/>
                </a:cubicBezTo>
                <a:cubicBezTo>
                  <a:pt x="37954" y="22370"/>
                  <a:pt x="37954" y="22521"/>
                  <a:pt x="37954" y="22583"/>
                </a:cubicBezTo>
                <a:cubicBezTo>
                  <a:pt x="37954" y="22671"/>
                  <a:pt x="37954" y="22671"/>
                  <a:pt x="37954" y="22671"/>
                </a:cubicBezTo>
                <a:cubicBezTo>
                  <a:pt x="37954" y="22734"/>
                  <a:pt x="37990" y="22809"/>
                  <a:pt x="37990" y="22809"/>
                </a:cubicBezTo>
                <a:cubicBezTo>
                  <a:pt x="38027" y="22884"/>
                  <a:pt x="38027" y="22959"/>
                  <a:pt x="38064" y="23034"/>
                </a:cubicBezTo>
                <a:cubicBezTo>
                  <a:pt x="38064" y="23034"/>
                  <a:pt x="38101" y="23034"/>
                  <a:pt x="38131" y="23034"/>
                </a:cubicBezTo>
                <a:cubicBezTo>
                  <a:pt x="38131" y="23110"/>
                  <a:pt x="38168" y="23110"/>
                  <a:pt x="38205" y="23110"/>
                </a:cubicBezTo>
                <a:cubicBezTo>
                  <a:pt x="38241" y="23110"/>
                  <a:pt x="38241" y="23185"/>
                  <a:pt x="38278" y="23185"/>
                </a:cubicBezTo>
                <a:cubicBezTo>
                  <a:pt x="38278" y="23260"/>
                  <a:pt x="38315" y="23260"/>
                  <a:pt x="38352" y="23260"/>
                </a:cubicBezTo>
                <a:cubicBezTo>
                  <a:pt x="38352" y="23335"/>
                  <a:pt x="38352" y="23486"/>
                  <a:pt x="38352" y="23561"/>
                </a:cubicBezTo>
                <a:cubicBezTo>
                  <a:pt x="38315" y="23561"/>
                  <a:pt x="38278" y="23561"/>
                  <a:pt x="38241" y="23636"/>
                </a:cubicBezTo>
                <a:cubicBezTo>
                  <a:pt x="38205" y="23636"/>
                  <a:pt x="38168" y="23774"/>
                  <a:pt x="38168" y="23849"/>
                </a:cubicBezTo>
                <a:cubicBezTo>
                  <a:pt x="38168" y="24000"/>
                  <a:pt x="38241" y="24075"/>
                  <a:pt x="38278" y="24225"/>
                </a:cubicBezTo>
                <a:cubicBezTo>
                  <a:pt x="38278" y="24300"/>
                  <a:pt x="38315" y="24375"/>
                  <a:pt x="38352" y="24526"/>
                </a:cubicBezTo>
                <a:lnTo>
                  <a:pt x="38352" y="24601"/>
                </a:lnTo>
                <a:cubicBezTo>
                  <a:pt x="38388" y="24664"/>
                  <a:pt x="38425" y="24664"/>
                  <a:pt x="38462" y="24664"/>
                </a:cubicBezTo>
                <a:cubicBezTo>
                  <a:pt x="38499" y="24664"/>
                  <a:pt x="38535" y="24664"/>
                  <a:pt x="38572" y="24601"/>
                </a:cubicBezTo>
                <a:cubicBezTo>
                  <a:pt x="38609" y="24601"/>
                  <a:pt x="38609" y="24526"/>
                  <a:pt x="38646" y="24526"/>
                </a:cubicBezTo>
                <a:cubicBezTo>
                  <a:pt x="38646" y="24451"/>
                  <a:pt x="38676" y="24526"/>
                  <a:pt x="38713" y="24526"/>
                </a:cubicBezTo>
                <a:cubicBezTo>
                  <a:pt x="38787" y="24526"/>
                  <a:pt x="38787" y="24526"/>
                  <a:pt x="38787" y="24526"/>
                </a:cubicBezTo>
                <a:cubicBezTo>
                  <a:pt x="38787" y="24526"/>
                  <a:pt x="38823" y="24526"/>
                  <a:pt x="38860" y="24526"/>
                </a:cubicBezTo>
                <a:cubicBezTo>
                  <a:pt x="38860" y="24601"/>
                  <a:pt x="38860" y="24664"/>
                  <a:pt x="38860" y="24664"/>
                </a:cubicBezTo>
                <a:cubicBezTo>
                  <a:pt x="38823" y="24751"/>
                  <a:pt x="38860" y="24814"/>
                  <a:pt x="38823" y="24814"/>
                </a:cubicBezTo>
                <a:cubicBezTo>
                  <a:pt x="38823" y="24889"/>
                  <a:pt x="38787" y="24814"/>
                  <a:pt x="38750" y="24814"/>
                </a:cubicBezTo>
                <a:cubicBezTo>
                  <a:pt x="38750" y="24889"/>
                  <a:pt x="38713" y="24889"/>
                  <a:pt x="38676" y="24889"/>
                </a:cubicBezTo>
                <a:cubicBezTo>
                  <a:pt x="38676" y="24965"/>
                  <a:pt x="38676" y="25040"/>
                  <a:pt x="38676" y="25040"/>
                </a:cubicBezTo>
                <a:cubicBezTo>
                  <a:pt x="38676" y="25115"/>
                  <a:pt x="38646" y="25115"/>
                  <a:pt x="38646" y="25190"/>
                </a:cubicBezTo>
                <a:cubicBezTo>
                  <a:pt x="38646" y="25265"/>
                  <a:pt x="38572" y="25265"/>
                  <a:pt x="38572" y="25416"/>
                </a:cubicBezTo>
                <a:cubicBezTo>
                  <a:pt x="38572" y="25491"/>
                  <a:pt x="38609" y="25491"/>
                  <a:pt x="38609" y="25566"/>
                </a:cubicBezTo>
                <a:cubicBezTo>
                  <a:pt x="38609" y="25716"/>
                  <a:pt x="38609" y="25779"/>
                  <a:pt x="38646" y="25854"/>
                </a:cubicBezTo>
                <a:cubicBezTo>
                  <a:pt x="38676" y="25930"/>
                  <a:pt x="38676" y="26005"/>
                  <a:pt x="38713" y="26005"/>
                </a:cubicBezTo>
                <a:cubicBezTo>
                  <a:pt x="38713" y="26080"/>
                  <a:pt x="38750" y="26005"/>
                  <a:pt x="38787" y="26005"/>
                </a:cubicBezTo>
                <a:cubicBezTo>
                  <a:pt x="38787" y="26005"/>
                  <a:pt x="38823" y="26005"/>
                  <a:pt x="38860" y="26005"/>
                </a:cubicBezTo>
                <a:lnTo>
                  <a:pt x="38897" y="25930"/>
                </a:lnTo>
                <a:cubicBezTo>
                  <a:pt x="38934" y="25854"/>
                  <a:pt x="38934" y="25779"/>
                  <a:pt x="38970" y="25779"/>
                </a:cubicBezTo>
                <a:cubicBezTo>
                  <a:pt x="38970" y="25716"/>
                  <a:pt x="38970" y="25641"/>
                  <a:pt x="39007" y="25641"/>
                </a:cubicBezTo>
                <a:cubicBezTo>
                  <a:pt x="39007" y="25641"/>
                  <a:pt x="39044" y="25566"/>
                  <a:pt x="39081" y="25566"/>
                </a:cubicBezTo>
                <a:cubicBezTo>
                  <a:pt x="39117" y="25566"/>
                  <a:pt x="39148" y="25641"/>
                  <a:pt x="39185" y="25641"/>
                </a:cubicBezTo>
                <a:cubicBezTo>
                  <a:pt x="39185" y="26230"/>
                  <a:pt x="39185" y="26230"/>
                  <a:pt x="39185" y="26230"/>
                </a:cubicBezTo>
                <a:cubicBezTo>
                  <a:pt x="39148" y="26230"/>
                  <a:pt x="39148" y="26306"/>
                  <a:pt x="39117" y="26381"/>
                </a:cubicBezTo>
                <a:cubicBezTo>
                  <a:pt x="39117" y="26381"/>
                  <a:pt x="39081" y="26381"/>
                  <a:pt x="39044" y="26381"/>
                </a:cubicBezTo>
                <a:cubicBezTo>
                  <a:pt x="39044" y="26381"/>
                  <a:pt x="39007" y="26456"/>
                  <a:pt x="38970" y="26456"/>
                </a:cubicBezTo>
                <a:cubicBezTo>
                  <a:pt x="38970" y="26531"/>
                  <a:pt x="38934" y="26531"/>
                  <a:pt x="38897" y="26606"/>
                </a:cubicBezTo>
                <a:cubicBezTo>
                  <a:pt x="38897" y="26681"/>
                  <a:pt x="38897" y="26744"/>
                  <a:pt x="38897" y="26832"/>
                </a:cubicBezTo>
                <a:cubicBezTo>
                  <a:pt x="38897" y="26895"/>
                  <a:pt x="38897" y="26970"/>
                  <a:pt x="38934" y="27045"/>
                </a:cubicBezTo>
                <a:cubicBezTo>
                  <a:pt x="38934" y="27045"/>
                  <a:pt x="38970" y="27120"/>
                  <a:pt x="39007" y="27120"/>
                </a:cubicBezTo>
                <a:cubicBezTo>
                  <a:pt x="39044" y="27195"/>
                  <a:pt x="39044" y="27195"/>
                  <a:pt x="39081" y="27271"/>
                </a:cubicBezTo>
                <a:cubicBezTo>
                  <a:pt x="39117" y="27421"/>
                  <a:pt x="39148" y="27571"/>
                  <a:pt x="39222" y="27722"/>
                </a:cubicBezTo>
                <a:cubicBezTo>
                  <a:pt x="39258" y="27722"/>
                  <a:pt x="39295" y="27797"/>
                  <a:pt x="39295" y="27797"/>
                </a:cubicBezTo>
                <a:cubicBezTo>
                  <a:pt x="39295" y="27860"/>
                  <a:pt x="39332" y="27860"/>
                  <a:pt x="39332" y="27935"/>
                </a:cubicBezTo>
                <a:cubicBezTo>
                  <a:pt x="39332" y="28010"/>
                  <a:pt x="39332" y="28085"/>
                  <a:pt x="39332" y="28085"/>
                </a:cubicBezTo>
                <a:cubicBezTo>
                  <a:pt x="39332" y="28236"/>
                  <a:pt x="39405" y="28311"/>
                  <a:pt x="39405" y="28386"/>
                </a:cubicBezTo>
                <a:cubicBezTo>
                  <a:pt x="39442" y="28461"/>
                  <a:pt x="39442" y="28612"/>
                  <a:pt x="39442" y="28687"/>
                </a:cubicBezTo>
                <a:cubicBezTo>
                  <a:pt x="39479" y="28825"/>
                  <a:pt x="39552" y="28825"/>
                  <a:pt x="39589" y="28912"/>
                </a:cubicBezTo>
                <a:cubicBezTo>
                  <a:pt x="39626" y="28975"/>
                  <a:pt x="39663" y="28975"/>
                  <a:pt x="39663" y="28975"/>
                </a:cubicBezTo>
                <a:cubicBezTo>
                  <a:pt x="39693" y="29050"/>
                  <a:pt x="39693" y="29050"/>
                  <a:pt x="39730" y="29125"/>
                </a:cubicBezTo>
                <a:cubicBezTo>
                  <a:pt x="39730" y="29201"/>
                  <a:pt x="39693" y="29351"/>
                  <a:pt x="39730" y="29426"/>
                </a:cubicBezTo>
                <a:cubicBezTo>
                  <a:pt x="39730" y="29501"/>
                  <a:pt x="39730" y="29501"/>
                  <a:pt x="39767" y="29577"/>
                </a:cubicBezTo>
                <a:cubicBezTo>
                  <a:pt x="39840" y="29652"/>
                  <a:pt x="39914" y="29652"/>
                  <a:pt x="39987" y="29727"/>
                </a:cubicBezTo>
                <a:cubicBezTo>
                  <a:pt x="40061" y="29727"/>
                  <a:pt x="40061" y="29877"/>
                  <a:pt x="40134" y="29940"/>
                </a:cubicBezTo>
                <a:cubicBezTo>
                  <a:pt x="40134" y="29940"/>
                  <a:pt x="40134" y="30015"/>
                  <a:pt x="40171" y="30090"/>
                </a:cubicBezTo>
                <a:cubicBezTo>
                  <a:pt x="40202" y="30090"/>
                  <a:pt x="40202" y="30090"/>
                  <a:pt x="40238" y="30090"/>
                </a:cubicBezTo>
                <a:cubicBezTo>
                  <a:pt x="40312" y="30090"/>
                  <a:pt x="40312" y="30090"/>
                  <a:pt x="40312" y="30090"/>
                </a:cubicBezTo>
                <a:cubicBezTo>
                  <a:pt x="40349" y="30090"/>
                  <a:pt x="40349" y="30015"/>
                  <a:pt x="40385" y="30015"/>
                </a:cubicBezTo>
                <a:cubicBezTo>
                  <a:pt x="40422" y="29940"/>
                  <a:pt x="40459" y="29940"/>
                  <a:pt x="40496" y="29940"/>
                </a:cubicBezTo>
                <a:cubicBezTo>
                  <a:pt x="40532" y="29940"/>
                  <a:pt x="40532" y="29940"/>
                  <a:pt x="40532" y="29940"/>
                </a:cubicBezTo>
                <a:cubicBezTo>
                  <a:pt x="40532" y="29940"/>
                  <a:pt x="40569" y="30015"/>
                  <a:pt x="40606" y="30015"/>
                </a:cubicBezTo>
                <a:cubicBezTo>
                  <a:pt x="40606" y="30015"/>
                  <a:pt x="40643" y="29940"/>
                  <a:pt x="40679" y="30015"/>
                </a:cubicBezTo>
                <a:cubicBezTo>
                  <a:pt x="40679" y="30015"/>
                  <a:pt x="40679" y="30090"/>
                  <a:pt x="40679" y="30166"/>
                </a:cubicBezTo>
                <a:cubicBezTo>
                  <a:pt x="40679" y="30166"/>
                  <a:pt x="40679" y="30241"/>
                  <a:pt x="40710" y="30316"/>
                </a:cubicBezTo>
                <a:cubicBezTo>
                  <a:pt x="40710" y="30391"/>
                  <a:pt x="40747" y="30391"/>
                  <a:pt x="40784" y="30391"/>
                </a:cubicBezTo>
                <a:cubicBezTo>
                  <a:pt x="40820" y="30466"/>
                  <a:pt x="40820" y="30466"/>
                  <a:pt x="40857" y="30466"/>
                </a:cubicBezTo>
                <a:cubicBezTo>
                  <a:pt x="40931" y="30542"/>
                  <a:pt x="40967" y="30466"/>
                  <a:pt x="41004" y="30466"/>
                </a:cubicBezTo>
                <a:cubicBezTo>
                  <a:pt x="41041" y="30542"/>
                  <a:pt x="41078" y="30542"/>
                  <a:pt x="41078" y="30617"/>
                </a:cubicBezTo>
                <a:cubicBezTo>
                  <a:pt x="41078" y="30692"/>
                  <a:pt x="41078" y="30767"/>
                  <a:pt x="41114" y="30767"/>
                </a:cubicBezTo>
                <a:cubicBezTo>
                  <a:pt x="41114" y="30842"/>
                  <a:pt x="41151" y="30905"/>
                  <a:pt x="41188" y="30905"/>
                </a:cubicBezTo>
                <a:cubicBezTo>
                  <a:pt x="41218" y="30905"/>
                  <a:pt x="41255" y="30905"/>
                  <a:pt x="41292" y="30905"/>
                </a:cubicBezTo>
                <a:cubicBezTo>
                  <a:pt x="41366" y="30905"/>
                  <a:pt x="41402" y="30993"/>
                  <a:pt x="41439" y="30905"/>
                </a:cubicBezTo>
                <a:cubicBezTo>
                  <a:pt x="41476" y="30905"/>
                  <a:pt x="41476" y="30842"/>
                  <a:pt x="41513" y="30842"/>
                </a:cubicBezTo>
                <a:cubicBezTo>
                  <a:pt x="41549" y="30767"/>
                  <a:pt x="41549" y="30767"/>
                  <a:pt x="41586" y="30767"/>
                </a:cubicBezTo>
                <a:cubicBezTo>
                  <a:pt x="41623" y="30692"/>
                  <a:pt x="41660" y="30692"/>
                  <a:pt x="41660" y="30617"/>
                </a:cubicBezTo>
                <a:cubicBezTo>
                  <a:pt x="41660" y="30617"/>
                  <a:pt x="41660" y="30542"/>
                  <a:pt x="41660" y="30466"/>
                </a:cubicBezTo>
                <a:cubicBezTo>
                  <a:pt x="41660" y="30316"/>
                  <a:pt x="41660" y="30316"/>
                  <a:pt x="41660" y="30316"/>
                </a:cubicBezTo>
                <a:cubicBezTo>
                  <a:pt x="41660" y="30090"/>
                  <a:pt x="41660" y="29940"/>
                  <a:pt x="41696" y="29802"/>
                </a:cubicBezTo>
                <a:cubicBezTo>
                  <a:pt x="41733" y="29652"/>
                  <a:pt x="41800" y="29652"/>
                  <a:pt x="41837" y="29501"/>
                </a:cubicBezTo>
                <a:cubicBezTo>
                  <a:pt x="41837" y="29501"/>
                  <a:pt x="41837" y="29426"/>
                  <a:pt x="41874" y="29351"/>
                </a:cubicBezTo>
                <a:cubicBezTo>
                  <a:pt x="41874" y="29351"/>
                  <a:pt x="41911" y="29276"/>
                  <a:pt x="41911" y="29201"/>
                </a:cubicBezTo>
                <a:cubicBezTo>
                  <a:pt x="41911" y="29125"/>
                  <a:pt x="41874" y="29050"/>
                  <a:pt x="41874" y="28975"/>
                </a:cubicBezTo>
                <a:cubicBezTo>
                  <a:pt x="41874" y="28912"/>
                  <a:pt x="41874" y="28912"/>
                  <a:pt x="41874" y="28825"/>
                </a:cubicBezTo>
                <a:cubicBezTo>
                  <a:pt x="41874" y="28762"/>
                  <a:pt x="41874" y="28762"/>
                  <a:pt x="41874" y="28687"/>
                </a:cubicBezTo>
                <a:cubicBezTo>
                  <a:pt x="41874" y="28536"/>
                  <a:pt x="41874" y="28461"/>
                  <a:pt x="41874" y="28386"/>
                </a:cubicBezTo>
                <a:cubicBezTo>
                  <a:pt x="41837" y="28311"/>
                  <a:pt x="41800" y="28311"/>
                  <a:pt x="41800" y="28311"/>
                </a:cubicBezTo>
                <a:cubicBezTo>
                  <a:pt x="41800" y="28236"/>
                  <a:pt x="41764" y="28160"/>
                  <a:pt x="41764" y="28160"/>
                </a:cubicBezTo>
                <a:cubicBezTo>
                  <a:pt x="41764" y="28085"/>
                  <a:pt x="41733" y="28010"/>
                  <a:pt x="41733" y="28010"/>
                </a:cubicBezTo>
                <a:cubicBezTo>
                  <a:pt x="41733" y="27860"/>
                  <a:pt x="41837" y="27797"/>
                  <a:pt x="41911" y="27797"/>
                </a:cubicBezTo>
                <a:cubicBezTo>
                  <a:pt x="41984" y="27797"/>
                  <a:pt x="41984" y="27797"/>
                  <a:pt x="41984" y="27797"/>
                </a:cubicBezTo>
                <a:cubicBezTo>
                  <a:pt x="42021" y="27797"/>
                  <a:pt x="42021" y="27797"/>
                  <a:pt x="42058" y="27797"/>
                </a:cubicBezTo>
                <a:cubicBezTo>
                  <a:pt x="42131" y="27797"/>
                  <a:pt x="42168" y="27797"/>
                  <a:pt x="42205" y="27797"/>
                </a:cubicBezTo>
                <a:cubicBezTo>
                  <a:pt x="42205" y="27646"/>
                  <a:pt x="42205" y="27646"/>
                  <a:pt x="42205" y="27496"/>
                </a:cubicBezTo>
                <a:lnTo>
                  <a:pt x="42205" y="27421"/>
                </a:lnTo>
                <a:cubicBezTo>
                  <a:pt x="42205" y="27346"/>
                  <a:pt x="42235" y="27271"/>
                  <a:pt x="42235" y="27271"/>
                </a:cubicBezTo>
                <a:cubicBezTo>
                  <a:pt x="42272" y="27195"/>
                  <a:pt x="42272" y="27195"/>
                  <a:pt x="42309" y="27120"/>
                </a:cubicBezTo>
                <a:cubicBezTo>
                  <a:pt x="42346" y="27120"/>
                  <a:pt x="42382" y="27120"/>
                  <a:pt x="42382" y="27120"/>
                </a:cubicBezTo>
                <a:cubicBezTo>
                  <a:pt x="42419" y="27120"/>
                  <a:pt x="42419" y="27045"/>
                  <a:pt x="42456" y="27045"/>
                </a:cubicBezTo>
                <a:cubicBezTo>
                  <a:pt x="42456" y="26306"/>
                  <a:pt x="42456" y="26306"/>
                  <a:pt x="42456" y="26306"/>
                </a:cubicBezTo>
                <a:cubicBezTo>
                  <a:pt x="42493" y="26230"/>
                  <a:pt x="42529" y="26230"/>
                  <a:pt x="42529" y="26155"/>
                </a:cubicBezTo>
                <a:cubicBezTo>
                  <a:pt x="42529" y="26080"/>
                  <a:pt x="42529" y="26005"/>
                  <a:pt x="42529" y="25930"/>
                </a:cubicBezTo>
                <a:cubicBezTo>
                  <a:pt x="42493" y="25854"/>
                  <a:pt x="42493" y="25854"/>
                  <a:pt x="42493" y="25779"/>
                </a:cubicBezTo>
                <a:cubicBezTo>
                  <a:pt x="42456" y="25716"/>
                  <a:pt x="42493" y="25716"/>
                  <a:pt x="42456" y="25641"/>
                </a:cubicBezTo>
                <a:cubicBezTo>
                  <a:pt x="42456" y="25566"/>
                  <a:pt x="42382" y="25641"/>
                  <a:pt x="42382" y="25566"/>
                </a:cubicBezTo>
                <a:cubicBezTo>
                  <a:pt x="42382" y="25491"/>
                  <a:pt x="42382" y="25416"/>
                  <a:pt x="42419" y="25340"/>
                </a:cubicBezTo>
                <a:cubicBezTo>
                  <a:pt x="42456" y="25340"/>
                  <a:pt x="42493" y="25340"/>
                  <a:pt x="42493" y="25340"/>
                </a:cubicBezTo>
                <a:cubicBezTo>
                  <a:pt x="42529" y="25340"/>
                  <a:pt x="42603" y="25340"/>
                  <a:pt x="42640" y="25340"/>
                </a:cubicBezTo>
                <a:cubicBezTo>
                  <a:pt x="42676" y="25265"/>
                  <a:pt x="42676" y="25265"/>
                  <a:pt x="42713" y="25265"/>
                </a:cubicBezTo>
                <a:cubicBezTo>
                  <a:pt x="42750" y="25190"/>
                  <a:pt x="42750" y="25190"/>
                  <a:pt x="42781" y="25115"/>
                </a:cubicBezTo>
                <a:cubicBezTo>
                  <a:pt x="42781" y="25115"/>
                  <a:pt x="42781" y="25040"/>
                  <a:pt x="42781" y="24965"/>
                </a:cubicBezTo>
                <a:cubicBezTo>
                  <a:pt x="42781" y="24965"/>
                  <a:pt x="42781" y="24889"/>
                  <a:pt x="42781" y="24814"/>
                </a:cubicBezTo>
                <a:cubicBezTo>
                  <a:pt x="42781" y="24814"/>
                  <a:pt x="42781" y="24751"/>
                  <a:pt x="42781" y="24664"/>
                </a:cubicBezTo>
                <a:cubicBezTo>
                  <a:pt x="43222" y="24664"/>
                  <a:pt x="43222" y="24664"/>
                  <a:pt x="43222" y="24664"/>
                </a:cubicBezTo>
                <a:cubicBezTo>
                  <a:pt x="43222" y="24526"/>
                  <a:pt x="43222" y="24451"/>
                  <a:pt x="43222" y="24300"/>
                </a:cubicBezTo>
                <a:cubicBezTo>
                  <a:pt x="43222" y="24225"/>
                  <a:pt x="43222" y="24225"/>
                  <a:pt x="43222" y="24150"/>
                </a:cubicBezTo>
                <a:cubicBezTo>
                  <a:pt x="43473" y="24150"/>
                  <a:pt x="43473" y="24150"/>
                  <a:pt x="43473" y="24150"/>
                </a:cubicBezTo>
                <a:cubicBezTo>
                  <a:pt x="43473" y="24300"/>
                  <a:pt x="43436" y="24451"/>
                  <a:pt x="43473" y="24601"/>
                </a:cubicBezTo>
                <a:cubicBezTo>
                  <a:pt x="43473" y="24664"/>
                  <a:pt x="43473" y="24664"/>
                  <a:pt x="43473" y="24751"/>
                </a:cubicBezTo>
                <a:cubicBezTo>
                  <a:pt x="43509" y="24751"/>
                  <a:pt x="43546" y="24751"/>
                  <a:pt x="43620" y="24751"/>
                </a:cubicBezTo>
                <a:cubicBezTo>
                  <a:pt x="43656" y="24751"/>
                  <a:pt x="43656" y="24751"/>
                  <a:pt x="43693" y="24751"/>
                </a:cubicBezTo>
                <a:cubicBezTo>
                  <a:pt x="43767" y="24751"/>
                  <a:pt x="43797" y="24601"/>
                  <a:pt x="43871" y="24526"/>
                </a:cubicBezTo>
                <a:cubicBezTo>
                  <a:pt x="43908" y="24451"/>
                  <a:pt x="43908" y="24375"/>
                  <a:pt x="43944" y="24375"/>
                </a:cubicBezTo>
                <a:cubicBezTo>
                  <a:pt x="43981" y="24300"/>
                  <a:pt x="43981" y="24225"/>
                  <a:pt x="44018" y="24225"/>
                </a:cubicBezTo>
                <a:cubicBezTo>
                  <a:pt x="44055" y="24150"/>
                  <a:pt x="44055" y="24150"/>
                  <a:pt x="44091" y="24150"/>
                </a:cubicBezTo>
                <a:cubicBezTo>
                  <a:pt x="44165" y="24150"/>
                  <a:pt x="44165" y="24150"/>
                  <a:pt x="44165" y="24150"/>
                </a:cubicBezTo>
                <a:cubicBezTo>
                  <a:pt x="44202" y="24150"/>
                  <a:pt x="44238" y="24150"/>
                  <a:pt x="44312" y="24150"/>
                </a:cubicBezTo>
                <a:cubicBezTo>
                  <a:pt x="44312" y="24150"/>
                  <a:pt x="44343" y="24075"/>
                  <a:pt x="44379" y="24075"/>
                </a:cubicBezTo>
                <a:cubicBezTo>
                  <a:pt x="44379" y="24000"/>
                  <a:pt x="44416" y="24075"/>
                  <a:pt x="44453" y="24000"/>
                </a:cubicBezTo>
                <a:cubicBezTo>
                  <a:pt x="44453" y="24000"/>
                  <a:pt x="44416" y="23924"/>
                  <a:pt x="44453" y="23849"/>
                </a:cubicBezTo>
                <a:cubicBezTo>
                  <a:pt x="44490" y="23699"/>
                  <a:pt x="44490" y="23699"/>
                  <a:pt x="44490" y="23699"/>
                </a:cubicBezTo>
                <a:lnTo>
                  <a:pt x="44526" y="23636"/>
                </a:lnTo>
                <a:cubicBezTo>
                  <a:pt x="44563" y="23561"/>
                  <a:pt x="44600" y="23561"/>
                  <a:pt x="44600" y="23561"/>
                </a:cubicBezTo>
                <a:cubicBezTo>
                  <a:pt x="44637" y="23486"/>
                  <a:pt x="44673" y="23486"/>
                  <a:pt x="44673" y="23486"/>
                </a:cubicBezTo>
                <a:cubicBezTo>
                  <a:pt x="44710" y="23410"/>
                  <a:pt x="44710" y="23335"/>
                  <a:pt x="44710" y="23335"/>
                </a:cubicBezTo>
                <a:cubicBezTo>
                  <a:pt x="44747" y="23260"/>
                  <a:pt x="44747" y="23185"/>
                  <a:pt x="44784" y="23185"/>
                </a:cubicBezTo>
                <a:cubicBezTo>
                  <a:pt x="44784" y="23110"/>
                  <a:pt x="44814" y="23185"/>
                  <a:pt x="44851" y="23110"/>
                </a:cubicBezTo>
                <a:cubicBezTo>
                  <a:pt x="44888" y="23034"/>
                  <a:pt x="44888" y="22959"/>
                  <a:pt x="44924" y="22809"/>
                </a:cubicBezTo>
                <a:cubicBezTo>
                  <a:pt x="44924" y="22809"/>
                  <a:pt x="44924" y="22734"/>
                  <a:pt x="44961" y="22671"/>
                </a:cubicBezTo>
                <a:cubicBezTo>
                  <a:pt x="44961" y="22671"/>
                  <a:pt x="44998" y="22671"/>
                  <a:pt x="45035" y="22671"/>
                </a:cubicBezTo>
                <a:cubicBezTo>
                  <a:pt x="45071" y="22671"/>
                  <a:pt x="45071" y="22671"/>
                  <a:pt x="45108" y="22583"/>
                </a:cubicBezTo>
                <a:cubicBezTo>
                  <a:pt x="45108" y="22583"/>
                  <a:pt x="45108" y="22521"/>
                  <a:pt x="45108" y="22445"/>
                </a:cubicBezTo>
                <a:cubicBezTo>
                  <a:pt x="45108" y="22370"/>
                  <a:pt x="45145" y="22370"/>
                  <a:pt x="45145" y="22295"/>
                </a:cubicBezTo>
                <a:cubicBezTo>
                  <a:pt x="45182" y="22295"/>
                  <a:pt x="45218" y="22295"/>
                  <a:pt x="45218" y="22295"/>
                </a:cubicBezTo>
                <a:cubicBezTo>
                  <a:pt x="45255" y="22220"/>
                  <a:pt x="45286" y="22220"/>
                  <a:pt x="45286" y="22145"/>
                </a:cubicBezTo>
                <a:cubicBezTo>
                  <a:pt x="45329" y="21994"/>
                  <a:pt x="45286" y="21844"/>
                  <a:pt x="45286" y="21693"/>
                </a:cubicBezTo>
                <a:close/>
                <a:moveTo>
                  <a:pt x="26223" y="10627"/>
                </a:moveTo>
                <a:lnTo>
                  <a:pt x="26223" y="10627"/>
                </a:lnTo>
                <a:cubicBezTo>
                  <a:pt x="26474" y="11141"/>
                  <a:pt x="26474" y="11141"/>
                  <a:pt x="26474" y="11141"/>
                </a:cubicBezTo>
                <a:cubicBezTo>
                  <a:pt x="26768" y="11367"/>
                  <a:pt x="26768" y="11367"/>
                  <a:pt x="26768" y="11367"/>
                </a:cubicBezTo>
                <a:cubicBezTo>
                  <a:pt x="27093" y="11141"/>
                  <a:pt x="27093" y="11141"/>
                  <a:pt x="27093" y="11141"/>
                </a:cubicBezTo>
                <a:cubicBezTo>
                  <a:pt x="27093" y="11141"/>
                  <a:pt x="27093" y="10991"/>
                  <a:pt x="27240" y="11141"/>
                </a:cubicBezTo>
                <a:cubicBezTo>
                  <a:pt x="27381" y="11216"/>
                  <a:pt x="27454" y="11291"/>
                  <a:pt x="27528" y="11291"/>
                </a:cubicBezTo>
                <a:cubicBezTo>
                  <a:pt x="27638" y="11291"/>
                  <a:pt x="27785" y="11442"/>
                  <a:pt x="27785" y="11291"/>
                </a:cubicBezTo>
                <a:cubicBezTo>
                  <a:pt x="27822" y="11141"/>
                  <a:pt x="28000" y="10991"/>
                  <a:pt x="28000" y="10991"/>
                </a:cubicBezTo>
                <a:cubicBezTo>
                  <a:pt x="28000" y="10991"/>
                  <a:pt x="28147" y="11216"/>
                  <a:pt x="28220" y="11216"/>
                </a:cubicBezTo>
                <a:cubicBezTo>
                  <a:pt x="28294" y="11216"/>
                  <a:pt x="28434" y="11291"/>
                  <a:pt x="28471" y="11216"/>
                </a:cubicBezTo>
                <a:cubicBezTo>
                  <a:pt x="28545" y="11141"/>
                  <a:pt x="28508" y="11141"/>
                  <a:pt x="28618" y="11141"/>
                </a:cubicBezTo>
                <a:cubicBezTo>
                  <a:pt x="28912" y="11141"/>
                  <a:pt x="28912" y="11141"/>
                  <a:pt x="28912" y="11141"/>
                </a:cubicBezTo>
                <a:cubicBezTo>
                  <a:pt x="28943" y="11291"/>
                  <a:pt x="28802" y="11517"/>
                  <a:pt x="28875" y="11592"/>
                </a:cubicBezTo>
                <a:cubicBezTo>
                  <a:pt x="29127" y="11667"/>
                  <a:pt x="29237" y="11517"/>
                  <a:pt x="29237" y="11517"/>
                </a:cubicBezTo>
                <a:cubicBezTo>
                  <a:pt x="29451" y="11517"/>
                  <a:pt x="29451" y="11517"/>
                  <a:pt x="29451" y="11517"/>
                </a:cubicBezTo>
                <a:cubicBezTo>
                  <a:pt x="29745" y="11291"/>
                  <a:pt x="29745" y="11291"/>
                  <a:pt x="29745" y="11291"/>
                </a:cubicBezTo>
                <a:cubicBezTo>
                  <a:pt x="29745" y="11291"/>
                  <a:pt x="29745" y="11141"/>
                  <a:pt x="29892" y="11141"/>
                </a:cubicBezTo>
                <a:cubicBezTo>
                  <a:pt x="29996" y="11141"/>
                  <a:pt x="30070" y="10778"/>
                  <a:pt x="30070" y="10778"/>
                </a:cubicBezTo>
                <a:cubicBezTo>
                  <a:pt x="29996" y="10326"/>
                  <a:pt x="29996" y="10326"/>
                  <a:pt x="29996" y="10326"/>
                </a:cubicBezTo>
                <a:cubicBezTo>
                  <a:pt x="29745" y="10627"/>
                  <a:pt x="29745" y="10627"/>
                  <a:pt x="29745" y="10627"/>
                </a:cubicBezTo>
                <a:cubicBezTo>
                  <a:pt x="29635" y="10026"/>
                  <a:pt x="29635" y="10026"/>
                  <a:pt x="29635" y="10026"/>
                </a:cubicBezTo>
                <a:cubicBezTo>
                  <a:pt x="29929" y="9963"/>
                  <a:pt x="29929" y="9963"/>
                  <a:pt x="29929" y="9963"/>
                </a:cubicBezTo>
                <a:cubicBezTo>
                  <a:pt x="30033" y="9437"/>
                  <a:pt x="30033" y="9437"/>
                  <a:pt x="30033" y="9437"/>
                </a:cubicBezTo>
                <a:cubicBezTo>
                  <a:pt x="29929" y="8998"/>
                  <a:pt x="29929" y="8998"/>
                  <a:pt x="29929" y="8998"/>
                </a:cubicBezTo>
                <a:cubicBezTo>
                  <a:pt x="30143" y="8998"/>
                  <a:pt x="30143" y="8998"/>
                  <a:pt x="30143" y="8998"/>
                </a:cubicBezTo>
                <a:cubicBezTo>
                  <a:pt x="30505" y="9061"/>
                  <a:pt x="30505" y="9061"/>
                  <a:pt x="30505" y="9061"/>
                </a:cubicBezTo>
                <a:cubicBezTo>
                  <a:pt x="30505" y="9061"/>
                  <a:pt x="30615" y="9061"/>
                  <a:pt x="30689" y="8998"/>
                </a:cubicBezTo>
                <a:cubicBezTo>
                  <a:pt x="30725" y="8848"/>
                  <a:pt x="30689" y="8472"/>
                  <a:pt x="30689" y="8472"/>
                </a:cubicBezTo>
                <a:cubicBezTo>
                  <a:pt x="30689" y="8472"/>
                  <a:pt x="30364" y="8096"/>
                  <a:pt x="30542" y="8096"/>
                </a:cubicBezTo>
                <a:cubicBezTo>
                  <a:pt x="30836" y="8096"/>
                  <a:pt x="30836" y="8096"/>
                  <a:pt x="30836" y="8096"/>
                </a:cubicBezTo>
                <a:cubicBezTo>
                  <a:pt x="30946" y="8096"/>
                  <a:pt x="31013" y="8171"/>
                  <a:pt x="31013" y="8020"/>
                </a:cubicBezTo>
                <a:cubicBezTo>
                  <a:pt x="31013" y="7807"/>
                  <a:pt x="30872" y="7507"/>
                  <a:pt x="30872" y="7507"/>
                </a:cubicBezTo>
                <a:cubicBezTo>
                  <a:pt x="30872" y="7507"/>
                  <a:pt x="30689" y="7507"/>
                  <a:pt x="30578" y="7356"/>
                </a:cubicBezTo>
                <a:cubicBezTo>
                  <a:pt x="30505" y="7206"/>
                  <a:pt x="30327" y="7281"/>
                  <a:pt x="30327" y="7281"/>
                </a:cubicBezTo>
                <a:cubicBezTo>
                  <a:pt x="30070" y="7507"/>
                  <a:pt x="30070" y="7507"/>
                  <a:pt x="30070" y="7507"/>
                </a:cubicBezTo>
                <a:cubicBezTo>
                  <a:pt x="29892" y="7732"/>
                  <a:pt x="29892" y="7732"/>
                  <a:pt x="29892" y="7732"/>
                </a:cubicBezTo>
                <a:cubicBezTo>
                  <a:pt x="29856" y="7356"/>
                  <a:pt x="29856" y="7356"/>
                  <a:pt x="29856" y="7356"/>
                </a:cubicBezTo>
                <a:cubicBezTo>
                  <a:pt x="30107" y="7206"/>
                  <a:pt x="30107" y="7206"/>
                  <a:pt x="30107" y="7206"/>
                </a:cubicBezTo>
                <a:cubicBezTo>
                  <a:pt x="30107" y="7206"/>
                  <a:pt x="30070" y="7055"/>
                  <a:pt x="30143" y="6980"/>
                </a:cubicBezTo>
                <a:cubicBezTo>
                  <a:pt x="30217" y="6980"/>
                  <a:pt x="30364" y="6767"/>
                  <a:pt x="30364" y="6767"/>
                </a:cubicBezTo>
                <a:cubicBezTo>
                  <a:pt x="30615" y="6767"/>
                  <a:pt x="30615" y="6767"/>
                  <a:pt x="30615" y="6767"/>
                </a:cubicBezTo>
                <a:cubicBezTo>
                  <a:pt x="30725" y="7055"/>
                  <a:pt x="30725" y="7055"/>
                  <a:pt x="30725" y="7055"/>
                </a:cubicBezTo>
                <a:cubicBezTo>
                  <a:pt x="31087" y="7131"/>
                  <a:pt x="31087" y="7131"/>
                  <a:pt x="31087" y="7131"/>
                </a:cubicBezTo>
                <a:cubicBezTo>
                  <a:pt x="31087" y="7131"/>
                  <a:pt x="31234" y="7206"/>
                  <a:pt x="31307" y="7055"/>
                </a:cubicBezTo>
                <a:cubicBezTo>
                  <a:pt x="31381" y="6918"/>
                  <a:pt x="31558" y="6692"/>
                  <a:pt x="31558" y="6692"/>
                </a:cubicBezTo>
                <a:cubicBezTo>
                  <a:pt x="31271" y="6241"/>
                  <a:pt x="31271" y="6241"/>
                  <a:pt x="31271" y="6241"/>
                </a:cubicBezTo>
                <a:cubicBezTo>
                  <a:pt x="31595" y="6166"/>
                  <a:pt x="31595" y="6166"/>
                  <a:pt x="31595" y="6166"/>
                </a:cubicBezTo>
                <a:cubicBezTo>
                  <a:pt x="31742" y="6542"/>
                  <a:pt x="31742" y="6542"/>
                  <a:pt x="31742" y="6542"/>
                </a:cubicBezTo>
                <a:cubicBezTo>
                  <a:pt x="32030" y="6466"/>
                  <a:pt x="32030" y="6466"/>
                  <a:pt x="32030" y="6466"/>
                </a:cubicBezTo>
                <a:cubicBezTo>
                  <a:pt x="32361" y="6241"/>
                  <a:pt x="32361" y="6241"/>
                  <a:pt x="32361" y="6241"/>
                </a:cubicBezTo>
                <a:cubicBezTo>
                  <a:pt x="32214" y="5802"/>
                  <a:pt x="32214" y="5802"/>
                  <a:pt x="32214" y="5802"/>
                </a:cubicBezTo>
                <a:cubicBezTo>
                  <a:pt x="32000" y="5577"/>
                  <a:pt x="32000" y="5577"/>
                  <a:pt x="32000" y="5577"/>
                </a:cubicBezTo>
                <a:cubicBezTo>
                  <a:pt x="32398" y="5577"/>
                  <a:pt x="32398" y="5577"/>
                  <a:pt x="32398" y="5577"/>
                </a:cubicBezTo>
                <a:cubicBezTo>
                  <a:pt x="32649" y="5577"/>
                  <a:pt x="32649" y="5577"/>
                  <a:pt x="32649" y="5577"/>
                </a:cubicBezTo>
                <a:cubicBezTo>
                  <a:pt x="32759" y="5276"/>
                  <a:pt x="32759" y="5276"/>
                  <a:pt x="32759" y="5276"/>
                </a:cubicBezTo>
                <a:cubicBezTo>
                  <a:pt x="33084" y="5125"/>
                  <a:pt x="33084" y="5125"/>
                  <a:pt x="33084" y="5125"/>
                </a:cubicBezTo>
                <a:cubicBezTo>
                  <a:pt x="33378" y="4687"/>
                  <a:pt x="33378" y="4687"/>
                  <a:pt x="33378" y="4687"/>
                </a:cubicBezTo>
                <a:cubicBezTo>
                  <a:pt x="33378" y="4687"/>
                  <a:pt x="33666" y="4461"/>
                  <a:pt x="33739" y="4461"/>
                </a:cubicBezTo>
                <a:cubicBezTo>
                  <a:pt x="33849" y="4386"/>
                  <a:pt x="34064" y="4010"/>
                  <a:pt x="34064" y="4010"/>
                </a:cubicBezTo>
                <a:cubicBezTo>
                  <a:pt x="34395" y="3935"/>
                  <a:pt x="34395" y="3935"/>
                  <a:pt x="34395" y="3935"/>
                </a:cubicBezTo>
                <a:cubicBezTo>
                  <a:pt x="34578" y="3722"/>
                  <a:pt x="34578" y="3722"/>
                  <a:pt x="34578" y="3722"/>
                </a:cubicBezTo>
                <a:cubicBezTo>
                  <a:pt x="34431" y="3346"/>
                  <a:pt x="34431" y="3346"/>
                  <a:pt x="34431" y="3346"/>
                </a:cubicBezTo>
                <a:cubicBezTo>
                  <a:pt x="34431" y="3346"/>
                  <a:pt x="34248" y="3571"/>
                  <a:pt x="34174" y="3571"/>
                </a:cubicBezTo>
                <a:cubicBezTo>
                  <a:pt x="34137" y="3571"/>
                  <a:pt x="33886" y="3860"/>
                  <a:pt x="33813" y="3722"/>
                </a:cubicBezTo>
                <a:cubicBezTo>
                  <a:pt x="33739" y="3646"/>
                  <a:pt x="33813" y="3571"/>
                  <a:pt x="33666" y="3571"/>
                </a:cubicBezTo>
                <a:cubicBezTo>
                  <a:pt x="33519" y="3571"/>
                  <a:pt x="33231" y="3646"/>
                  <a:pt x="33231" y="3646"/>
                </a:cubicBezTo>
                <a:cubicBezTo>
                  <a:pt x="33304" y="3271"/>
                  <a:pt x="33304" y="3271"/>
                  <a:pt x="33304" y="3271"/>
                </a:cubicBezTo>
                <a:cubicBezTo>
                  <a:pt x="33629" y="3195"/>
                  <a:pt x="33629" y="3195"/>
                  <a:pt x="33629" y="3195"/>
                </a:cubicBezTo>
                <a:cubicBezTo>
                  <a:pt x="34033" y="3195"/>
                  <a:pt x="34033" y="3195"/>
                  <a:pt x="34033" y="3195"/>
                </a:cubicBezTo>
                <a:cubicBezTo>
                  <a:pt x="34395" y="3195"/>
                  <a:pt x="34395" y="3195"/>
                  <a:pt x="34395" y="3195"/>
                </a:cubicBezTo>
                <a:cubicBezTo>
                  <a:pt x="34395" y="3195"/>
                  <a:pt x="34609" y="2970"/>
                  <a:pt x="34756" y="2970"/>
                </a:cubicBezTo>
                <a:cubicBezTo>
                  <a:pt x="34903" y="2970"/>
                  <a:pt x="35117" y="2757"/>
                  <a:pt x="35117" y="2757"/>
                </a:cubicBezTo>
                <a:cubicBezTo>
                  <a:pt x="35522" y="2757"/>
                  <a:pt x="35522" y="2757"/>
                  <a:pt x="35522" y="2757"/>
                </a:cubicBezTo>
                <a:cubicBezTo>
                  <a:pt x="35522" y="2757"/>
                  <a:pt x="35552" y="2456"/>
                  <a:pt x="35595" y="2306"/>
                </a:cubicBezTo>
                <a:cubicBezTo>
                  <a:pt x="35663" y="2080"/>
                  <a:pt x="35552" y="1854"/>
                  <a:pt x="35552" y="1854"/>
                </a:cubicBezTo>
                <a:cubicBezTo>
                  <a:pt x="35228" y="2005"/>
                  <a:pt x="35228" y="2005"/>
                  <a:pt x="35228" y="2005"/>
                </a:cubicBezTo>
                <a:cubicBezTo>
                  <a:pt x="34977" y="1930"/>
                  <a:pt x="34977" y="1930"/>
                  <a:pt x="34977" y="1930"/>
                </a:cubicBezTo>
                <a:cubicBezTo>
                  <a:pt x="34903" y="1566"/>
                  <a:pt x="34903" y="1566"/>
                  <a:pt x="34903" y="1566"/>
                </a:cubicBezTo>
                <a:cubicBezTo>
                  <a:pt x="34578" y="1190"/>
                  <a:pt x="34578" y="1190"/>
                  <a:pt x="34578" y="1190"/>
                </a:cubicBezTo>
                <a:cubicBezTo>
                  <a:pt x="34284" y="1340"/>
                  <a:pt x="34284" y="1340"/>
                  <a:pt x="34284" y="1340"/>
                </a:cubicBezTo>
                <a:cubicBezTo>
                  <a:pt x="33923" y="1340"/>
                  <a:pt x="33923" y="1340"/>
                  <a:pt x="33923" y="1340"/>
                </a:cubicBezTo>
                <a:cubicBezTo>
                  <a:pt x="33519" y="1566"/>
                  <a:pt x="33519" y="1566"/>
                  <a:pt x="33519" y="1566"/>
                </a:cubicBezTo>
                <a:cubicBezTo>
                  <a:pt x="33562" y="1265"/>
                  <a:pt x="33562" y="1265"/>
                  <a:pt x="33562" y="1265"/>
                </a:cubicBezTo>
                <a:cubicBezTo>
                  <a:pt x="33231" y="1190"/>
                  <a:pt x="33231" y="1190"/>
                  <a:pt x="33231" y="1190"/>
                </a:cubicBezTo>
                <a:cubicBezTo>
                  <a:pt x="33231" y="1190"/>
                  <a:pt x="33016" y="1340"/>
                  <a:pt x="32980" y="1265"/>
                </a:cubicBezTo>
                <a:cubicBezTo>
                  <a:pt x="32943" y="1115"/>
                  <a:pt x="32906" y="965"/>
                  <a:pt x="32906" y="965"/>
                </a:cubicBezTo>
                <a:cubicBezTo>
                  <a:pt x="32649" y="965"/>
                  <a:pt x="32649" y="965"/>
                  <a:pt x="32649" y="965"/>
                </a:cubicBezTo>
                <a:cubicBezTo>
                  <a:pt x="32471" y="739"/>
                  <a:pt x="32287" y="739"/>
                  <a:pt x="32287" y="739"/>
                </a:cubicBezTo>
                <a:cubicBezTo>
                  <a:pt x="32287" y="739"/>
                  <a:pt x="32287" y="1340"/>
                  <a:pt x="32251" y="1265"/>
                </a:cubicBezTo>
                <a:cubicBezTo>
                  <a:pt x="32177" y="1265"/>
                  <a:pt x="32104" y="1416"/>
                  <a:pt x="32030" y="1265"/>
                </a:cubicBezTo>
                <a:cubicBezTo>
                  <a:pt x="31963" y="1040"/>
                  <a:pt x="32000" y="965"/>
                  <a:pt x="31889" y="965"/>
                </a:cubicBezTo>
                <a:cubicBezTo>
                  <a:pt x="31779" y="965"/>
                  <a:pt x="31742" y="965"/>
                  <a:pt x="31669" y="965"/>
                </a:cubicBezTo>
                <a:cubicBezTo>
                  <a:pt x="31595" y="965"/>
                  <a:pt x="31595" y="1340"/>
                  <a:pt x="31595" y="1340"/>
                </a:cubicBezTo>
                <a:cubicBezTo>
                  <a:pt x="31485" y="1566"/>
                  <a:pt x="31271" y="1340"/>
                  <a:pt x="31271" y="1340"/>
                </a:cubicBezTo>
                <a:cubicBezTo>
                  <a:pt x="31087" y="965"/>
                  <a:pt x="30946" y="965"/>
                  <a:pt x="30946" y="965"/>
                </a:cubicBezTo>
                <a:cubicBezTo>
                  <a:pt x="30615" y="889"/>
                  <a:pt x="30615" y="889"/>
                  <a:pt x="30615" y="889"/>
                </a:cubicBezTo>
                <a:cubicBezTo>
                  <a:pt x="30615" y="889"/>
                  <a:pt x="30364" y="739"/>
                  <a:pt x="30364" y="889"/>
                </a:cubicBezTo>
                <a:cubicBezTo>
                  <a:pt x="30290" y="1265"/>
                  <a:pt x="30364" y="1566"/>
                  <a:pt x="30364" y="1566"/>
                </a:cubicBezTo>
                <a:cubicBezTo>
                  <a:pt x="30217" y="1566"/>
                  <a:pt x="30217" y="1566"/>
                  <a:pt x="30217" y="1566"/>
                </a:cubicBezTo>
                <a:cubicBezTo>
                  <a:pt x="29996" y="1340"/>
                  <a:pt x="29996" y="1340"/>
                  <a:pt x="29996" y="1340"/>
                </a:cubicBezTo>
                <a:cubicBezTo>
                  <a:pt x="29996" y="1340"/>
                  <a:pt x="29960" y="1190"/>
                  <a:pt x="29856" y="1190"/>
                </a:cubicBezTo>
                <a:cubicBezTo>
                  <a:pt x="29525" y="1190"/>
                  <a:pt x="29525" y="1190"/>
                  <a:pt x="29525" y="1190"/>
                </a:cubicBezTo>
                <a:cubicBezTo>
                  <a:pt x="29525" y="1491"/>
                  <a:pt x="29525" y="1491"/>
                  <a:pt x="29525" y="1491"/>
                </a:cubicBezTo>
                <a:cubicBezTo>
                  <a:pt x="29237" y="1491"/>
                  <a:pt x="29237" y="1491"/>
                  <a:pt x="29237" y="1491"/>
                </a:cubicBezTo>
                <a:cubicBezTo>
                  <a:pt x="29090" y="1340"/>
                  <a:pt x="28802" y="1416"/>
                  <a:pt x="28802" y="1416"/>
                </a:cubicBezTo>
                <a:cubicBezTo>
                  <a:pt x="28692" y="1641"/>
                  <a:pt x="28471" y="1704"/>
                  <a:pt x="28471" y="1704"/>
                </a:cubicBezTo>
                <a:cubicBezTo>
                  <a:pt x="28294" y="2155"/>
                  <a:pt x="28294" y="2155"/>
                  <a:pt x="28294" y="2155"/>
                </a:cubicBezTo>
                <a:cubicBezTo>
                  <a:pt x="28692" y="2155"/>
                  <a:pt x="28692" y="2155"/>
                  <a:pt x="28692" y="2155"/>
                </a:cubicBezTo>
                <a:cubicBezTo>
                  <a:pt x="28802" y="2306"/>
                  <a:pt x="29200" y="2531"/>
                  <a:pt x="29200" y="2531"/>
                </a:cubicBezTo>
                <a:cubicBezTo>
                  <a:pt x="29200" y="2531"/>
                  <a:pt x="29310" y="2381"/>
                  <a:pt x="29347" y="2531"/>
                </a:cubicBezTo>
                <a:cubicBezTo>
                  <a:pt x="29384" y="2757"/>
                  <a:pt x="29415" y="2970"/>
                  <a:pt x="29415" y="2970"/>
                </a:cubicBezTo>
                <a:cubicBezTo>
                  <a:pt x="29415" y="2970"/>
                  <a:pt x="29163" y="3045"/>
                  <a:pt x="29090" y="2895"/>
                </a:cubicBezTo>
                <a:cubicBezTo>
                  <a:pt x="29016" y="2757"/>
                  <a:pt x="28943" y="2606"/>
                  <a:pt x="28839" y="2606"/>
                </a:cubicBezTo>
                <a:cubicBezTo>
                  <a:pt x="28471" y="2606"/>
                  <a:pt x="28471" y="2606"/>
                  <a:pt x="28471" y="2606"/>
                </a:cubicBezTo>
                <a:cubicBezTo>
                  <a:pt x="28471" y="2606"/>
                  <a:pt x="28257" y="2531"/>
                  <a:pt x="28183" y="2381"/>
                </a:cubicBezTo>
                <a:cubicBezTo>
                  <a:pt x="28147" y="2306"/>
                  <a:pt x="28110" y="2005"/>
                  <a:pt x="28000" y="2005"/>
                </a:cubicBezTo>
                <a:cubicBezTo>
                  <a:pt x="27926" y="2080"/>
                  <a:pt x="27748" y="2080"/>
                  <a:pt x="27748" y="2080"/>
                </a:cubicBezTo>
                <a:cubicBezTo>
                  <a:pt x="27528" y="1854"/>
                  <a:pt x="27528" y="1854"/>
                  <a:pt x="27528" y="1854"/>
                </a:cubicBezTo>
                <a:cubicBezTo>
                  <a:pt x="27528" y="1854"/>
                  <a:pt x="27454" y="1779"/>
                  <a:pt x="27381" y="1854"/>
                </a:cubicBezTo>
                <a:cubicBezTo>
                  <a:pt x="27203" y="1930"/>
                  <a:pt x="27203" y="1930"/>
                  <a:pt x="27203" y="1930"/>
                </a:cubicBezTo>
                <a:cubicBezTo>
                  <a:pt x="27166" y="2230"/>
                  <a:pt x="27166" y="2230"/>
                  <a:pt x="27166" y="2230"/>
                </a:cubicBezTo>
                <a:cubicBezTo>
                  <a:pt x="27166" y="2230"/>
                  <a:pt x="27240" y="2606"/>
                  <a:pt x="27166" y="2606"/>
                </a:cubicBezTo>
                <a:cubicBezTo>
                  <a:pt x="26909" y="2606"/>
                  <a:pt x="26909" y="2606"/>
                  <a:pt x="26909" y="2606"/>
                </a:cubicBezTo>
                <a:cubicBezTo>
                  <a:pt x="26621" y="2456"/>
                  <a:pt x="26621" y="2456"/>
                  <a:pt x="26621" y="2456"/>
                </a:cubicBezTo>
                <a:cubicBezTo>
                  <a:pt x="26474" y="2456"/>
                  <a:pt x="26474" y="2456"/>
                  <a:pt x="26474" y="2456"/>
                </a:cubicBezTo>
                <a:cubicBezTo>
                  <a:pt x="26297" y="2757"/>
                  <a:pt x="26297" y="2757"/>
                  <a:pt x="26297" y="2757"/>
                </a:cubicBezTo>
                <a:cubicBezTo>
                  <a:pt x="26297" y="2757"/>
                  <a:pt x="26223" y="2895"/>
                  <a:pt x="26150" y="2895"/>
                </a:cubicBezTo>
                <a:cubicBezTo>
                  <a:pt x="25966" y="2895"/>
                  <a:pt x="25966" y="2895"/>
                  <a:pt x="25966" y="2895"/>
                </a:cubicBezTo>
                <a:cubicBezTo>
                  <a:pt x="25788" y="2895"/>
                  <a:pt x="25788" y="2895"/>
                  <a:pt x="25788" y="2895"/>
                </a:cubicBezTo>
                <a:cubicBezTo>
                  <a:pt x="25751" y="3195"/>
                  <a:pt x="25751" y="3195"/>
                  <a:pt x="25751" y="3195"/>
                </a:cubicBezTo>
                <a:cubicBezTo>
                  <a:pt x="25384" y="3120"/>
                  <a:pt x="25384" y="3120"/>
                  <a:pt x="25384" y="3120"/>
                </a:cubicBezTo>
                <a:cubicBezTo>
                  <a:pt x="25384" y="3421"/>
                  <a:pt x="25384" y="3421"/>
                  <a:pt x="25384" y="3421"/>
                </a:cubicBezTo>
                <a:cubicBezTo>
                  <a:pt x="25604" y="3496"/>
                  <a:pt x="25604" y="3496"/>
                  <a:pt x="25604" y="3496"/>
                </a:cubicBezTo>
                <a:cubicBezTo>
                  <a:pt x="25715" y="3571"/>
                  <a:pt x="25715" y="3571"/>
                  <a:pt x="25715" y="3571"/>
                </a:cubicBezTo>
                <a:cubicBezTo>
                  <a:pt x="25715" y="4010"/>
                  <a:pt x="25715" y="4010"/>
                  <a:pt x="25715" y="4010"/>
                </a:cubicBezTo>
                <a:cubicBezTo>
                  <a:pt x="26003" y="4160"/>
                  <a:pt x="26003" y="4160"/>
                  <a:pt x="26003" y="4160"/>
                </a:cubicBezTo>
                <a:cubicBezTo>
                  <a:pt x="26003" y="4160"/>
                  <a:pt x="26076" y="4536"/>
                  <a:pt x="26150" y="4536"/>
                </a:cubicBezTo>
                <a:cubicBezTo>
                  <a:pt x="26223" y="4536"/>
                  <a:pt x="26437" y="4536"/>
                  <a:pt x="26437" y="4536"/>
                </a:cubicBezTo>
                <a:cubicBezTo>
                  <a:pt x="26437" y="4536"/>
                  <a:pt x="26584" y="4687"/>
                  <a:pt x="26695" y="4749"/>
                </a:cubicBezTo>
                <a:cubicBezTo>
                  <a:pt x="26836" y="4837"/>
                  <a:pt x="27019" y="4837"/>
                  <a:pt x="27019" y="4837"/>
                </a:cubicBezTo>
                <a:cubicBezTo>
                  <a:pt x="27166" y="4386"/>
                  <a:pt x="27166" y="4386"/>
                  <a:pt x="27166" y="4386"/>
                </a:cubicBezTo>
                <a:cubicBezTo>
                  <a:pt x="27277" y="4160"/>
                  <a:pt x="27277" y="4160"/>
                  <a:pt x="27277" y="4160"/>
                </a:cubicBezTo>
                <a:cubicBezTo>
                  <a:pt x="27638" y="4085"/>
                  <a:pt x="27638" y="4085"/>
                  <a:pt x="27638" y="4085"/>
                </a:cubicBezTo>
                <a:cubicBezTo>
                  <a:pt x="27418" y="4386"/>
                  <a:pt x="27418" y="4386"/>
                  <a:pt x="27418" y="4386"/>
                </a:cubicBezTo>
                <a:cubicBezTo>
                  <a:pt x="27240" y="4837"/>
                  <a:pt x="27240" y="4837"/>
                  <a:pt x="27240" y="4837"/>
                </a:cubicBezTo>
                <a:cubicBezTo>
                  <a:pt x="27277" y="5201"/>
                  <a:pt x="27277" y="5201"/>
                  <a:pt x="27277" y="5201"/>
                </a:cubicBezTo>
                <a:cubicBezTo>
                  <a:pt x="27785" y="5201"/>
                  <a:pt x="27785" y="5201"/>
                  <a:pt x="27785" y="5201"/>
                </a:cubicBezTo>
                <a:cubicBezTo>
                  <a:pt x="27785" y="5201"/>
                  <a:pt x="28183" y="5426"/>
                  <a:pt x="28220" y="5201"/>
                </a:cubicBezTo>
                <a:cubicBezTo>
                  <a:pt x="28257" y="4975"/>
                  <a:pt x="28367" y="4749"/>
                  <a:pt x="28367" y="4749"/>
                </a:cubicBezTo>
                <a:cubicBezTo>
                  <a:pt x="28692" y="4837"/>
                  <a:pt x="28692" y="4837"/>
                  <a:pt x="28692" y="4837"/>
                </a:cubicBezTo>
                <a:cubicBezTo>
                  <a:pt x="29127" y="4837"/>
                  <a:pt x="29127" y="4837"/>
                  <a:pt x="29127" y="4837"/>
                </a:cubicBezTo>
                <a:cubicBezTo>
                  <a:pt x="29415" y="4461"/>
                  <a:pt x="29415" y="4461"/>
                  <a:pt x="29415" y="4461"/>
                </a:cubicBezTo>
                <a:cubicBezTo>
                  <a:pt x="29562" y="4160"/>
                  <a:pt x="29562" y="4160"/>
                  <a:pt x="29562" y="4160"/>
                </a:cubicBezTo>
                <a:cubicBezTo>
                  <a:pt x="29598" y="3935"/>
                  <a:pt x="29598" y="3935"/>
                  <a:pt x="29598" y="3935"/>
                </a:cubicBezTo>
                <a:cubicBezTo>
                  <a:pt x="29598" y="3935"/>
                  <a:pt x="29745" y="3935"/>
                  <a:pt x="29856" y="3935"/>
                </a:cubicBezTo>
                <a:cubicBezTo>
                  <a:pt x="29929" y="3860"/>
                  <a:pt x="30143" y="3646"/>
                  <a:pt x="30143" y="3646"/>
                </a:cubicBezTo>
                <a:cubicBezTo>
                  <a:pt x="30437" y="3722"/>
                  <a:pt x="30437" y="3722"/>
                  <a:pt x="30437" y="3722"/>
                </a:cubicBezTo>
                <a:cubicBezTo>
                  <a:pt x="30254" y="3784"/>
                  <a:pt x="30254" y="3784"/>
                  <a:pt x="30254" y="3784"/>
                </a:cubicBezTo>
                <a:cubicBezTo>
                  <a:pt x="29960" y="4085"/>
                  <a:pt x="29960" y="4085"/>
                  <a:pt x="29960" y="4085"/>
                </a:cubicBezTo>
                <a:cubicBezTo>
                  <a:pt x="29819" y="4236"/>
                  <a:pt x="29672" y="4461"/>
                  <a:pt x="29672" y="4461"/>
                </a:cubicBezTo>
                <a:cubicBezTo>
                  <a:pt x="30070" y="4386"/>
                  <a:pt x="30070" y="4386"/>
                  <a:pt x="30070" y="4386"/>
                </a:cubicBezTo>
                <a:cubicBezTo>
                  <a:pt x="30254" y="4461"/>
                  <a:pt x="30254" y="4461"/>
                  <a:pt x="30254" y="4461"/>
                </a:cubicBezTo>
                <a:cubicBezTo>
                  <a:pt x="30401" y="4536"/>
                  <a:pt x="30401" y="4536"/>
                  <a:pt x="30401" y="4536"/>
                </a:cubicBezTo>
                <a:cubicBezTo>
                  <a:pt x="30290" y="4837"/>
                  <a:pt x="30290" y="4837"/>
                  <a:pt x="30290" y="4837"/>
                </a:cubicBezTo>
                <a:cubicBezTo>
                  <a:pt x="29892" y="4837"/>
                  <a:pt x="29892" y="4837"/>
                  <a:pt x="29892" y="4837"/>
                </a:cubicBezTo>
                <a:cubicBezTo>
                  <a:pt x="29598" y="4837"/>
                  <a:pt x="29598" y="4837"/>
                  <a:pt x="29598" y="4837"/>
                </a:cubicBezTo>
                <a:cubicBezTo>
                  <a:pt x="29415" y="4975"/>
                  <a:pt x="29415" y="4975"/>
                  <a:pt x="29415" y="4975"/>
                </a:cubicBezTo>
                <a:cubicBezTo>
                  <a:pt x="29237" y="5050"/>
                  <a:pt x="29237" y="5050"/>
                  <a:pt x="29237" y="5050"/>
                </a:cubicBezTo>
                <a:cubicBezTo>
                  <a:pt x="29090" y="5201"/>
                  <a:pt x="28839" y="5201"/>
                  <a:pt x="28839" y="5201"/>
                </a:cubicBezTo>
                <a:cubicBezTo>
                  <a:pt x="28618" y="5201"/>
                  <a:pt x="28618" y="5201"/>
                  <a:pt x="28618" y="5201"/>
                </a:cubicBezTo>
                <a:cubicBezTo>
                  <a:pt x="28398" y="5276"/>
                  <a:pt x="28398" y="5276"/>
                  <a:pt x="28398" y="5276"/>
                </a:cubicBezTo>
                <a:cubicBezTo>
                  <a:pt x="28398" y="5652"/>
                  <a:pt x="28398" y="5652"/>
                  <a:pt x="28398" y="5652"/>
                </a:cubicBezTo>
                <a:cubicBezTo>
                  <a:pt x="28618" y="5727"/>
                  <a:pt x="28618" y="5727"/>
                  <a:pt x="28618" y="5727"/>
                </a:cubicBezTo>
                <a:cubicBezTo>
                  <a:pt x="28802" y="5940"/>
                  <a:pt x="28802" y="5940"/>
                  <a:pt x="28802" y="5940"/>
                </a:cubicBezTo>
                <a:cubicBezTo>
                  <a:pt x="28875" y="6316"/>
                  <a:pt x="28875" y="6316"/>
                  <a:pt x="28875" y="6316"/>
                </a:cubicBezTo>
                <a:cubicBezTo>
                  <a:pt x="29347" y="6466"/>
                  <a:pt x="29347" y="6466"/>
                  <a:pt x="29347" y="6466"/>
                </a:cubicBezTo>
                <a:cubicBezTo>
                  <a:pt x="29127" y="6542"/>
                  <a:pt x="29127" y="6542"/>
                  <a:pt x="29127" y="6542"/>
                </a:cubicBezTo>
                <a:cubicBezTo>
                  <a:pt x="28875" y="6466"/>
                  <a:pt x="28875" y="6466"/>
                  <a:pt x="28875" y="6466"/>
                </a:cubicBezTo>
                <a:cubicBezTo>
                  <a:pt x="28875" y="6466"/>
                  <a:pt x="28618" y="6166"/>
                  <a:pt x="28508" y="6090"/>
                </a:cubicBezTo>
                <a:cubicBezTo>
                  <a:pt x="28434" y="6015"/>
                  <a:pt x="28147" y="5577"/>
                  <a:pt x="28073" y="5577"/>
                </a:cubicBezTo>
                <a:cubicBezTo>
                  <a:pt x="28000" y="5577"/>
                  <a:pt x="27712" y="5501"/>
                  <a:pt x="27712" y="5501"/>
                </a:cubicBezTo>
                <a:cubicBezTo>
                  <a:pt x="27203" y="5426"/>
                  <a:pt x="27203" y="5426"/>
                  <a:pt x="27203" y="5426"/>
                </a:cubicBezTo>
                <a:cubicBezTo>
                  <a:pt x="27166" y="5802"/>
                  <a:pt x="27166" y="5802"/>
                  <a:pt x="27166" y="5802"/>
                </a:cubicBezTo>
                <a:cubicBezTo>
                  <a:pt x="27350" y="6166"/>
                  <a:pt x="27350" y="6166"/>
                  <a:pt x="27350" y="6166"/>
                </a:cubicBezTo>
                <a:cubicBezTo>
                  <a:pt x="27601" y="6542"/>
                  <a:pt x="27601" y="6542"/>
                  <a:pt x="27601" y="6542"/>
                </a:cubicBezTo>
                <a:cubicBezTo>
                  <a:pt x="28073" y="7131"/>
                  <a:pt x="28073" y="7131"/>
                  <a:pt x="28073" y="7131"/>
                </a:cubicBezTo>
                <a:cubicBezTo>
                  <a:pt x="28367" y="7356"/>
                  <a:pt x="28367" y="7356"/>
                  <a:pt x="28367" y="7356"/>
                </a:cubicBezTo>
                <a:cubicBezTo>
                  <a:pt x="28839" y="7431"/>
                  <a:pt x="28839" y="7431"/>
                  <a:pt x="28839" y="7431"/>
                </a:cubicBezTo>
                <a:cubicBezTo>
                  <a:pt x="28839" y="7431"/>
                  <a:pt x="28802" y="7732"/>
                  <a:pt x="28728" y="7732"/>
                </a:cubicBezTo>
                <a:cubicBezTo>
                  <a:pt x="28655" y="7732"/>
                  <a:pt x="28545" y="7657"/>
                  <a:pt x="28545" y="7883"/>
                </a:cubicBezTo>
                <a:cubicBezTo>
                  <a:pt x="28545" y="8246"/>
                  <a:pt x="28545" y="8246"/>
                  <a:pt x="28545" y="8246"/>
                </a:cubicBezTo>
                <a:cubicBezTo>
                  <a:pt x="28110" y="7657"/>
                  <a:pt x="28110" y="7657"/>
                  <a:pt x="28110" y="7657"/>
                </a:cubicBezTo>
                <a:cubicBezTo>
                  <a:pt x="27822" y="7582"/>
                  <a:pt x="27822" y="7582"/>
                  <a:pt x="27822" y="7582"/>
                </a:cubicBezTo>
                <a:cubicBezTo>
                  <a:pt x="27454" y="7657"/>
                  <a:pt x="27454" y="7657"/>
                  <a:pt x="27454" y="7657"/>
                </a:cubicBezTo>
                <a:cubicBezTo>
                  <a:pt x="27166" y="7732"/>
                  <a:pt x="27166" y="7732"/>
                  <a:pt x="27166" y="7732"/>
                </a:cubicBezTo>
                <a:cubicBezTo>
                  <a:pt x="26909" y="8020"/>
                  <a:pt x="26909" y="8020"/>
                  <a:pt x="26909" y="8020"/>
                </a:cubicBezTo>
                <a:cubicBezTo>
                  <a:pt x="26909" y="8396"/>
                  <a:pt x="26909" y="8396"/>
                  <a:pt x="26909" y="8396"/>
                </a:cubicBezTo>
                <a:cubicBezTo>
                  <a:pt x="26946" y="8697"/>
                  <a:pt x="26946" y="8697"/>
                  <a:pt x="26946" y="8697"/>
                </a:cubicBezTo>
                <a:cubicBezTo>
                  <a:pt x="27203" y="8772"/>
                  <a:pt x="27203" y="8772"/>
                  <a:pt x="27203" y="8772"/>
                </a:cubicBezTo>
                <a:cubicBezTo>
                  <a:pt x="27565" y="8772"/>
                  <a:pt x="27565" y="8772"/>
                  <a:pt x="27565" y="8772"/>
                </a:cubicBezTo>
                <a:cubicBezTo>
                  <a:pt x="27895" y="8697"/>
                  <a:pt x="27895" y="8697"/>
                  <a:pt x="27895" y="8697"/>
                </a:cubicBezTo>
                <a:cubicBezTo>
                  <a:pt x="27601" y="9061"/>
                  <a:pt x="27601" y="9061"/>
                  <a:pt x="27601" y="9061"/>
                </a:cubicBezTo>
                <a:cubicBezTo>
                  <a:pt x="27675" y="9437"/>
                  <a:pt x="27675" y="9437"/>
                  <a:pt x="27675" y="9437"/>
                </a:cubicBezTo>
                <a:cubicBezTo>
                  <a:pt x="27963" y="9512"/>
                  <a:pt x="27963" y="9512"/>
                  <a:pt x="27963" y="9512"/>
                </a:cubicBezTo>
                <a:cubicBezTo>
                  <a:pt x="27963" y="9512"/>
                  <a:pt x="28036" y="9437"/>
                  <a:pt x="28147" y="9361"/>
                </a:cubicBezTo>
                <a:cubicBezTo>
                  <a:pt x="28220" y="9286"/>
                  <a:pt x="28508" y="8910"/>
                  <a:pt x="28508" y="8910"/>
                </a:cubicBezTo>
                <a:cubicBezTo>
                  <a:pt x="28398" y="9361"/>
                  <a:pt x="28398" y="9361"/>
                  <a:pt x="28398" y="9361"/>
                </a:cubicBezTo>
                <a:cubicBezTo>
                  <a:pt x="28110" y="9737"/>
                  <a:pt x="28110" y="9737"/>
                  <a:pt x="28110" y="9737"/>
                </a:cubicBezTo>
                <a:cubicBezTo>
                  <a:pt x="27822" y="9813"/>
                  <a:pt x="27822" y="9813"/>
                  <a:pt x="27822" y="9813"/>
                </a:cubicBezTo>
                <a:cubicBezTo>
                  <a:pt x="27313" y="9437"/>
                  <a:pt x="27313" y="9437"/>
                  <a:pt x="27313" y="9437"/>
                </a:cubicBezTo>
                <a:cubicBezTo>
                  <a:pt x="27313" y="9437"/>
                  <a:pt x="27093" y="9061"/>
                  <a:pt x="26946" y="9061"/>
                </a:cubicBezTo>
                <a:cubicBezTo>
                  <a:pt x="26805" y="9061"/>
                  <a:pt x="26548" y="9136"/>
                  <a:pt x="26548" y="9136"/>
                </a:cubicBezTo>
                <a:cubicBezTo>
                  <a:pt x="26621" y="9512"/>
                  <a:pt x="26621" y="9512"/>
                  <a:pt x="26621" y="9512"/>
                </a:cubicBezTo>
                <a:cubicBezTo>
                  <a:pt x="26621" y="9512"/>
                  <a:pt x="26768" y="10101"/>
                  <a:pt x="26695" y="10101"/>
                </a:cubicBezTo>
                <a:cubicBezTo>
                  <a:pt x="26621" y="10101"/>
                  <a:pt x="26364" y="10176"/>
                  <a:pt x="26364" y="10176"/>
                </a:cubicBezTo>
                <a:lnTo>
                  <a:pt x="26223" y="10627"/>
                </a:lnTo>
                <a:close/>
                <a:moveTo>
                  <a:pt x="26364" y="8246"/>
                </a:moveTo>
                <a:lnTo>
                  <a:pt x="26364" y="8246"/>
                </a:lnTo>
                <a:cubicBezTo>
                  <a:pt x="26548" y="8246"/>
                  <a:pt x="26548" y="8246"/>
                  <a:pt x="26548" y="8246"/>
                </a:cubicBezTo>
                <a:cubicBezTo>
                  <a:pt x="26621" y="8246"/>
                  <a:pt x="26584" y="7945"/>
                  <a:pt x="26584" y="7945"/>
                </a:cubicBezTo>
                <a:cubicBezTo>
                  <a:pt x="26584" y="7507"/>
                  <a:pt x="26584" y="7507"/>
                  <a:pt x="26584" y="7507"/>
                </a:cubicBezTo>
                <a:cubicBezTo>
                  <a:pt x="26879" y="7732"/>
                  <a:pt x="26879" y="7732"/>
                  <a:pt x="26879" y="7732"/>
                </a:cubicBezTo>
                <a:cubicBezTo>
                  <a:pt x="26879" y="7732"/>
                  <a:pt x="26946" y="7582"/>
                  <a:pt x="26946" y="7431"/>
                </a:cubicBezTo>
                <a:cubicBezTo>
                  <a:pt x="26946" y="7281"/>
                  <a:pt x="27166" y="7431"/>
                  <a:pt x="27277" y="7507"/>
                </a:cubicBezTo>
                <a:cubicBezTo>
                  <a:pt x="27350" y="7582"/>
                  <a:pt x="27491" y="7131"/>
                  <a:pt x="27491" y="7131"/>
                </a:cubicBezTo>
                <a:cubicBezTo>
                  <a:pt x="27491" y="6617"/>
                  <a:pt x="27491" y="6617"/>
                  <a:pt x="27491" y="6617"/>
                </a:cubicBezTo>
                <a:cubicBezTo>
                  <a:pt x="27130" y="6391"/>
                  <a:pt x="27130" y="6391"/>
                  <a:pt x="27130" y="6391"/>
                </a:cubicBezTo>
                <a:cubicBezTo>
                  <a:pt x="27130" y="6391"/>
                  <a:pt x="27056" y="6391"/>
                  <a:pt x="26909" y="6241"/>
                </a:cubicBezTo>
                <a:cubicBezTo>
                  <a:pt x="26805" y="5940"/>
                  <a:pt x="26805" y="5940"/>
                  <a:pt x="26805" y="5940"/>
                </a:cubicBezTo>
                <a:cubicBezTo>
                  <a:pt x="26805" y="5652"/>
                  <a:pt x="26805" y="5652"/>
                  <a:pt x="26805" y="5652"/>
                </a:cubicBezTo>
                <a:cubicBezTo>
                  <a:pt x="26584" y="5351"/>
                  <a:pt x="26584" y="5351"/>
                  <a:pt x="26584" y="5351"/>
                </a:cubicBezTo>
                <a:cubicBezTo>
                  <a:pt x="26584" y="5351"/>
                  <a:pt x="26511" y="5652"/>
                  <a:pt x="26437" y="5652"/>
                </a:cubicBezTo>
                <a:cubicBezTo>
                  <a:pt x="26364" y="5577"/>
                  <a:pt x="26297" y="5426"/>
                  <a:pt x="26297" y="5276"/>
                </a:cubicBezTo>
                <a:cubicBezTo>
                  <a:pt x="26297" y="5125"/>
                  <a:pt x="26186" y="5050"/>
                  <a:pt x="26113" y="4975"/>
                </a:cubicBezTo>
                <a:cubicBezTo>
                  <a:pt x="26076" y="4900"/>
                  <a:pt x="25929" y="4900"/>
                  <a:pt x="25751" y="4749"/>
                </a:cubicBezTo>
                <a:cubicBezTo>
                  <a:pt x="25604" y="4687"/>
                  <a:pt x="25568" y="4386"/>
                  <a:pt x="25568" y="4386"/>
                </a:cubicBezTo>
                <a:cubicBezTo>
                  <a:pt x="25384" y="4085"/>
                  <a:pt x="25384" y="4085"/>
                  <a:pt x="25384" y="4085"/>
                </a:cubicBezTo>
                <a:cubicBezTo>
                  <a:pt x="25384" y="4085"/>
                  <a:pt x="25169" y="3722"/>
                  <a:pt x="25096" y="3646"/>
                </a:cubicBezTo>
                <a:cubicBezTo>
                  <a:pt x="25022" y="3646"/>
                  <a:pt x="24912" y="3646"/>
                  <a:pt x="24912" y="3646"/>
                </a:cubicBezTo>
                <a:cubicBezTo>
                  <a:pt x="24912" y="3646"/>
                  <a:pt x="24551" y="3722"/>
                  <a:pt x="24551" y="3935"/>
                </a:cubicBezTo>
                <a:cubicBezTo>
                  <a:pt x="24802" y="3935"/>
                  <a:pt x="24802" y="3935"/>
                  <a:pt x="24802" y="3935"/>
                </a:cubicBezTo>
                <a:cubicBezTo>
                  <a:pt x="24912" y="3935"/>
                  <a:pt x="24875" y="4010"/>
                  <a:pt x="24912" y="4236"/>
                </a:cubicBezTo>
                <a:cubicBezTo>
                  <a:pt x="24912" y="4386"/>
                  <a:pt x="24698" y="4311"/>
                  <a:pt x="24698" y="4311"/>
                </a:cubicBezTo>
                <a:cubicBezTo>
                  <a:pt x="24367" y="4311"/>
                  <a:pt x="24367" y="4311"/>
                  <a:pt x="24367" y="4311"/>
                </a:cubicBezTo>
                <a:cubicBezTo>
                  <a:pt x="24226" y="4386"/>
                  <a:pt x="24226" y="4386"/>
                  <a:pt x="24226" y="4386"/>
                </a:cubicBezTo>
                <a:cubicBezTo>
                  <a:pt x="24226" y="4386"/>
                  <a:pt x="24367" y="4612"/>
                  <a:pt x="24441" y="4687"/>
                </a:cubicBezTo>
                <a:cubicBezTo>
                  <a:pt x="24551" y="4749"/>
                  <a:pt x="24477" y="5050"/>
                  <a:pt x="24477" y="5050"/>
                </a:cubicBezTo>
                <a:cubicBezTo>
                  <a:pt x="24189" y="4975"/>
                  <a:pt x="24189" y="4975"/>
                  <a:pt x="24189" y="4975"/>
                </a:cubicBezTo>
                <a:cubicBezTo>
                  <a:pt x="24006" y="5050"/>
                  <a:pt x="24006" y="5050"/>
                  <a:pt x="24006" y="5050"/>
                </a:cubicBezTo>
                <a:cubicBezTo>
                  <a:pt x="24042" y="5501"/>
                  <a:pt x="24042" y="5501"/>
                  <a:pt x="24042" y="5501"/>
                </a:cubicBezTo>
                <a:cubicBezTo>
                  <a:pt x="23859" y="5727"/>
                  <a:pt x="23859" y="5727"/>
                  <a:pt x="23859" y="5727"/>
                </a:cubicBezTo>
                <a:cubicBezTo>
                  <a:pt x="23859" y="6166"/>
                  <a:pt x="23859" y="6166"/>
                  <a:pt x="23859" y="6166"/>
                </a:cubicBezTo>
                <a:cubicBezTo>
                  <a:pt x="24116" y="6166"/>
                  <a:pt x="24116" y="6166"/>
                  <a:pt x="24116" y="6166"/>
                </a:cubicBezTo>
                <a:cubicBezTo>
                  <a:pt x="24116" y="6692"/>
                  <a:pt x="24116" y="6692"/>
                  <a:pt x="24116" y="6692"/>
                </a:cubicBezTo>
                <a:cubicBezTo>
                  <a:pt x="24367" y="6980"/>
                  <a:pt x="24367" y="6980"/>
                  <a:pt x="24367" y="6980"/>
                </a:cubicBezTo>
                <a:cubicBezTo>
                  <a:pt x="24624" y="6918"/>
                  <a:pt x="24624" y="6918"/>
                  <a:pt x="24624" y="6918"/>
                </a:cubicBezTo>
                <a:cubicBezTo>
                  <a:pt x="24875" y="6767"/>
                  <a:pt x="24875" y="6767"/>
                  <a:pt x="24875" y="6767"/>
                </a:cubicBezTo>
                <a:cubicBezTo>
                  <a:pt x="25206" y="6692"/>
                  <a:pt x="25206" y="6692"/>
                  <a:pt x="25206" y="6692"/>
                </a:cubicBezTo>
                <a:cubicBezTo>
                  <a:pt x="25347" y="7055"/>
                  <a:pt x="25347" y="7055"/>
                  <a:pt x="25347" y="7055"/>
                </a:cubicBezTo>
                <a:cubicBezTo>
                  <a:pt x="25347" y="7055"/>
                  <a:pt x="25133" y="7206"/>
                  <a:pt x="25059" y="7206"/>
                </a:cubicBezTo>
                <a:cubicBezTo>
                  <a:pt x="24771" y="7206"/>
                  <a:pt x="24771" y="7206"/>
                  <a:pt x="24771" y="7206"/>
                </a:cubicBezTo>
                <a:cubicBezTo>
                  <a:pt x="24551" y="7431"/>
                  <a:pt x="24551" y="7431"/>
                  <a:pt x="24551" y="7431"/>
                </a:cubicBezTo>
                <a:cubicBezTo>
                  <a:pt x="24845" y="7807"/>
                  <a:pt x="24845" y="7807"/>
                  <a:pt x="24845" y="7807"/>
                </a:cubicBezTo>
                <a:cubicBezTo>
                  <a:pt x="25022" y="8246"/>
                  <a:pt x="25022" y="8246"/>
                  <a:pt x="25022" y="8246"/>
                </a:cubicBezTo>
                <a:cubicBezTo>
                  <a:pt x="25531" y="8472"/>
                  <a:pt x="25531" y="8472"/>
                  <a:pt x="25531" y="8472"/>
                </a:cubicBezTo>
                <a:cubicBezTo>
                  <a:pt x="25892" y="8396"/>
                  <a:pt x="25892" y="8396"/>
                  <a:pt x="25892" y="8396"/>
                </a:cubicBezTo>
                <a:cubicBezTo>
                  <a:pt x="26260" y="8547"/>
                  <a:pt x="26260" y="8547"/>
                  <a:pt x="26260" y="8547"/>
                </a:cubicBezTo>
                <a:lnTo>
                  <a:pt x="26364" y="8246"/>
                </a:lnTo>
                <a:close/>
                <a:moveTo>
                  <a:pt x="25457" y="9512"/>
                </a:moveTo>
                <a:lnTo>
                  <a:pt x="25457" y="9512"/>
                </a:lnTo>
                <a:cubicBezTo>
                  <a:pt x="25316" y="10026"/>
                  <a:pt x="25316" y="10026"/>
                  <a:pt x="25316" y="10026"/>
                </a:cubicBezTo>
                <a:cubicBezTo>
                  <a:pt x="25819" y="10101"/>
                  <a:pt x="25819" y="10101"/>
                  <a:pt x="25819" y="10101"/>
                </a:cubicBezTo>
                <a:cubicBezTo>
                  <a:pt x="26113" y="9888"/>
                  <a:pt x="26113" y="9888"/>
                  <a:pt x="26113" y="9888"/>
                </a:cubicBezTo>
                <a:cubicBezTo>
                  <a:pt x="26113" y="9888"/>
                  <a:pt x="25929" y="9437"/>
                  <a:pt x="25862" y="9361"/>
                </a:cubicBezTo>
                <a:lnTo>
                  <a:pt x="25457" y="9512"/>
                </a:lnTo>
                <a:close/>
                <a:moveTo>
                  <a:pt x="25751" y="13823"/>
                </a:moveTo>
                <a:lnTo>
                  <a:pt x="25751" y="13823"/>
                </a:lnTo>
                <a:cubicBezTo>
                  <a:pt x="26223" y="13748"/>
                  <a:pt x="26223" y="13748"/>
                  <a:pt x="26223" y="13748"/>
                </a:cubicBezTo>
                <a:cubicBezTo>
                  <a:pt x="26437" y="13447"/>
                  <a:pt x="26437" y="13447"/>
                  <a:pt x="26437" y="13447"/>
                </a:cubicBezTo>
                <a:cubicBezTo>
                  <a:pt x="26437" y="13447"/>
                  <a:pt x="26658" y="13823"/>
                  <a:pt x="26768" y="13898"/>
                </a:cubicBezTo>
                <a:cubicBezTo>
                  <a:pt x="26836" y="14049"/>
                  <a:pt x="27277" y="13973"/>
                  <a:pt x="27277" y="13973"/>
                </a:cubicBezTo>
                <a:cubicBezTo>
                  <a:pt x="27852" y="13973"/>
                  <a:pt x="27852" y="13973"/>
                  <a:pt x="27852" y="13973"/>
                </a:cubicBezTo>
                <a:cubicBezTo>
                  <a:pt x="28110" y="13823"/>
                  <a:pt x="28110" y="13823"/>
                  <a:pt x="28110" y="13823"/>
                </a:cubicBezTo>
                <a:cubicBezTo>
                  <a:pt x="28220" y="13597"/>
                  <a:pt x="28220" y="13597"/>
                  <a:pt x="28220" y="13597"/>
                </a:cubicBezTo>
                <a:cubicBezTo>
                  <a:pt x="28398" y="13898"/>
                  <a:pt x="28398" y="13898"/>
                  <a:pt x="28398" y="13898"/>
                </a:cubicBezTo>
                <a:cubicBezTo>
                  <a:pt x="28692" y="13823"/>
                  <a:pt x="28692" y="13823"/>
                  <a:pt x="28692" y="13823"/>
                </a:cubicBezTo>
                <a:cubicBezTo>
                  <a:pt x="28692" y="13823"/>
                  <a:pt x="29127" y="13748"/>
                  <a:pt x="29200" y="13748"/>
                </a:cubicBezTo>
                <a:cubicBezTo>
                  <a:pt x="29310" y="13748"/>
                  <a:pt x="29237" y="13447"/>
                  <a:pt x="29237" y="13297"/>
                </a:cubicBezTo>
                <a:cubicBezTo>
                  <a:pt x="29237" y="13159"/>
                  <a:pt x="29415" y="13084"/>
                  <a:pt x="29415" y="13084"/>
                </a:cubicBezTo>
                <a:cubicBezTo>
                  <a:pt x="29384" y="12482"/>
                  <a:pt x="29384" y="12482"/>
                  <a:pt x="29384" y="12482"/>
                </a:cubicBezTo>
                <a:cubicBezTo>
                  <a:pt x="28943" y="12256"/>
                  <a:pt x="28943" y="12256"/>
                  <a:pt x="28943" y="12256"/>
                </a:cubicBezTo>
                <a:cubicBezTo>
                  <a:pt x="28434" y="12043"/>
                  <a:pt x="28434" y="12043"/>
                  <a:pt x="28434" y="12043"/>
                </a:cubicBezTo>
                <a:cubicBezTo>
                  <a:pt x="28073" y="12256"/>
                  <a:pt x="28073" y="12256"/>
                  <a:pt x="28073" y="12256"/>
                </a:cubicBezTo>
                <a:cubicBezTo>
                  <a:pt x="27528" y="12557"/>
                  <a:pt x="27528" y="12557"/>
                  <a:pt x="27528" y="12557"/>
                </a:cubicBezTo>
                <a:cubicBezTo>
                  <a:pt x="27166" y="12632"/>
                  <a:pt x="27166" y="12632"/>
                  <a:pt x="27166" y="12632"/>
                </a:cubicBezTo>
                <a:cubicBezTo>
                  <a:pt x="26695" y="12407"/>
                  <a:pt x="26695" y="12407"/>
                  <a:pt x="26695" y="12407"/>
                </a:cubicBezTo>
                <a:cubicBezTo>
                  <a:pt x="26297" y="12482"/>
                  <a:pt x="26297" y="12482"/>
                  <a:pt x="26297" y="12482"/>
                </a:cubicBezTo>
                <a:cubicBezTo>
                  <a:pt x="25966" y="11968"/>
                  <a:pt x="25966" y="11968"/>
                  <a:pt x="25966" y="11968"/>
                </a:cubicBezTo>
                <a:cubicBezTo>
                  <a:pt x="25929" y="11367"/>
                  <a:pt x="25929" y="11367"/>
                  <a:pt x="25929" y="11367"/>
                </a:cubicBezTo>
                <a:cubicBezTo>
                  <a:pt x="25788" y="10928"/>
                  <a:pt x="25788" y="10928"/>
                  <a:pt x="25788" y="10928"/>
                </a:cubicBezTo>
                <a:cubicBezTo>
                  <a:pt x="25347" y="10928"/>
                  <a:pt x="25347" y="10928"/>
                  <a:pt x="25347" y="10928"/>
                </a:cubicBezTo>
                <a:cubicBezTo>
                  <a:pt x="25059" y="10991"/>
                  <a:pt x="25059" y="10991"/>
                  <a:pt x="25059" y="10991"/>
                </a:cubicBezTo>
                <a:cubicBezTo>
                  <a:pt x="25059" y="10991"/>
                  <a:pt x="25169" y="11592"/>
                  <a:pt x="25169" y="11743"/>
                </a:cubicBezTo>
                <a:cubicBezTo>
                  <a:pt x="25206" y="11893"/>
                  <a:pt x="25384" y="12407"/>
                  <a:pt x="25384" y="12407"/>
                </a:cubicBezTo>
                <a:cubicBezTo>
                  <a:pt x="25206" y="12933"/>
                  <a:pt x="25206" y="12933"/>
                  <a:pt x="25206" y="12933"/>
                </a:cubicBezTo>
                <a:cubicBezTo>
                  <a:pt x="25421" y="13372"/>
                  <a:pt x="25421" y="13372"/>
                  <a:pt x="25421" y="13372"/>
                </a:cubicBezTo>
                <a:lnTo>
                  <a:pt x="25751" y="13823"/>
                </a:lnTo>
                <a:close/>
                <a:moveTo>
                  <a:pt x="23313" y="13973"/>
                </a:moveTo>
                <a:lnTo>
                  <a:pt x="23313" y="13973"/>
                </a:lnTo>
                <a:cubicBezTo>
                  <a:pt x="23571" y="13973"/>
                  <a:pt x="23571" y="13973"/>
                  <a:pt x="23571" y="13973"/>
                </a:cubicBezTo>
                <a:cubicBezTo>
                  <a:pt x="23460" y="13673"/>
                  <a:pt x="23460" y="13673"/>
                  <a:pt x="23460" y="13673"/>
                </a:cubicBezTo>
                <a:lnTo>
                  <a:pt x="23313" y="13973"/>
                </a:lnTo>
                <a:close/>
                <a:moveTo>
                  <a:pt x="23859" y="13084"/>
                </a:moveTo>
                <a:lnTo>
                  <a:pt x="23859" y="13084"/>
                </a:lnTo>
                <a:cubicBezTo>
                  <a:pt x="24116" y="13522"/>
                  <a:pt x="24116" y="13522"/>
                  <a:pt x="24116" y="13522"/>
                </a:cubicBezTo>
                <a:cubicBezTo>
                  <a:pt x="24367" y="13522"/>
                  <a:pt x="24367" y="13522"/>
                  <a:pt x="24367" y="13522"/>
                </a:cubicBezTo>
                <a:cubicBezTo>
                  <a:pt x="24624" y="13748"/>
                  <a:pt x="24624" y="13748"/>
                  <a:pt x="24624" y="13748"/>
                </a:cubicBezTo>
                <a:cubicBezTo>
                  <a:pt x="24802" y="13597"/>
                  <a:pt x="24802" y="13597"/>
                  <a:pt x="24802" y="13597"/>
                </a:cubicBezTo>
                <a:cubicBezTo>
                  <a:pt x="24875" y="13008"/>
                  <a:pt x="24875" y="13008"/>
                  <a:pt x="24875" y="13008"/>
                </a:cubicBezTo>
                <a:cubicBezTo>
                  <a:pt x="24661" y="12783"/>
                  <a:pt x="24661" y="12783"/>
                  <a:pt x="24661" y="12783"/>
                </a:cubicBezTo>
                <a:cubicBezTo>
                  <a:pt x="24514" y="12332"/>
                  <a:pt x="24514" y="12332"/>
                  <a:pt x="24514" y="12332"/>
                </a:cubicBezTo>
                <a:cubicBezTo>
                  <a:pt x="24263" y="12407"/>
                  <a:pt x="24263" y="12407"/>
                  <a:pt x="24263" y="12407"/>
                </a:cubicBezTo>
                <a:cubicBezTo>
                  <a:pt x="23932" y="12708"/>
                  <a:pt x="23932" y="12708"/>
                  <a:pt x="23932" y="12708"/>
                </a:cubicBezTo>
                <a:lnTo>
                  <a:pt x="23859" y="13084"/>
                </a:lnTo>
                <a:close/>
                <a:moveTo>
                  <a:pt x="24698" y="11517"/>
                </a:moveTo>
                <a:lnTo>
                  <a:pt x="24698" y="11517"/>
                </a:lnTo>
                <a:cubicBezTo>
                  <a:pt x="24912" y="11141"/>
                  <a:pt x="24912" y="11141"/>
                  <a:pt x="24912" y="11141"/>
                </a:cubicBezTo>
                <a:cubicBezTo>
                  <a:pt x="24875" y="10853"/>
                  <a:pt x="24875" y="10853"/>
                  <a:pt x="24875" y="10853"/>
                </a:cubicBezTo>
                <a:cubicBezTo>
                  <a:pt x="24661" y="10402"/>
                  <a:pt x="24661" y="10402"/>
                  <a:pt x="24661" y="10402"/>
                </a:cubicBezTo>
                <a:cubicBezTo>
                  <a:pt x="24300" y="10402"/>
                  <a:pt x="24300" y="10402"/>
                  <a:pt x="24300" y="10402"/>
                </a:cubicBezTo>
                <a:cubicBezTo>
                  <a:pt x="24116" y="10251"/>
                  <a:pt x="24116" y="10251"/>
                  <a:pt x="24116" y="10251"/>
                </a:cubicBezTo>
                <a:cubicBezTo>
                  <a:pt x="23785" y="10326"/>
                  <a:pt x="23785" y="10326"/>
                  <a:pt x="23785" y="10326"/>
                </a:cubicBezTo>
                <a:cubicBezTo>
                  <a:pt x="23754" y="10853"/>
                  <a:pt x="23754" y="10853"/>
                  <a:pt x="23754" y="10853"/>
                </a:cubicBezTo>
                <a:cubicBezTo>
                  <a:pt x="24079" y="11141"/>
                  <a:pt x="24079" y="11141"/>
                  <a:pt x="24079" y="11141"/>
                </a:cubicBezTo>
                <a:cubicBezTo>
                  <a:pt x="24367" y="11517"/>
                  <a:pt x="24367" y="11517"/>
                  <a:pt x="24367" y="11517"/>
                </a:cubicBezTo>
                <a:lnTo>
                  <a:pt x="24698" y="11517"/>
                </a:lnTo>
                <a:close/>
                <a:moveTo>
                  <a:pt x="24006" y="9813"/>
                </a:moveTo>
                <a:lnTo>
                  <a:pt x="24006" y="9813"/>
                </a:lnTo>
                <a:cubicBezTo>
                  <a:pt x="24404" y="9813"/>
                  <a:pt x="24404" y="9813"/>
                  <a:pt x="24404" y="9813"/>
                </a:cubicBezTo>
                <a:cubicBezTo>
                  <a:pt x="24661" y="9662"/>
                  <a:pt x="24661" y="9662"/>
                  <a:pt x="24661" y="9662"/>
                </a:cubicBezTo>
                <a:cubicBezTo>
                  <a:pt x="24912" y="9587"/>
                  <a:pt x="24912" y="9587"/>
                  <a:pt x="24912" y="9587"/>
                </a:cubicBezTo>
                <a:cubicBezTo>
                  <a:pt x="24912" y="9211"/>
                  <a:pt x="24912" y="9211"/>
                  <a:pt x="24912" y="9211"/>
                </a:cubicBezTo>
                <a:cubicBezTo>
                  <a:pt x="24551" y="9211"/>
                  <a:pt x="24551" y="9211"/>
                  <a:pt x="24551" y="9211"/>
                </a:cubicBezTo>
                <a:cubicBezTo>
                  <a:pt x="24189" y="9211"/>
                  <a:pt x="24189" y="9211"/>
                  <a:pt x="24189" y="9211"/>
                </a:cubicBezTo>
                <a:cubicBezTo>
                  <a:pt x="24006" y="9512"/>
                  <a:pt x="24006" y="9512"/>
                  <a:pt x="24006" y="9512"/>
                </a:cubicBezTo>
                <a:lnTo>
                  <a:pt x="24006" y="9813"/>
                </a:lnTo>
                <a:close/>
                <a:moveTo>
                  <a:pt x="24079" y="8910"/>
                </a:moveTo>
                <a:lnTo>
                  <a:pt x="24079" y="8910"/>
                </a:lnTo>
                <a:cubicBezTo>
                  <a:pt x="24330" y="8848"/>
                  <a:pt x="24330" y="8848"/>
                  <a:pt x="24330" y="8848"/>
                </a:cubicBezTo>
                <a:cubicBezTo>
                  <a:pt x="24404" y="8547"/>
                  <a:pt x="24404" y="8547"/>
                  <a:pt x="24404" y="8547"/>
                </a:cubicBezTo>
                <a:cubicBezTo>
                  <a:pt x="24116" y="8096"/>
                  <a:pt x="24116" y="8096"/>
                  <a:pt x="24116" y="8096"/>
                </a:cubicBezTo>
                <a:cubicBezTo>
                  <a:pt x="23718" y="8020"/>
                  <a:pt x="23718" y="8020"/>
                  <a:pt x="23718" y="8020"/>
                </a:cubicBezTo>
                <a:cubicBezTo>
                  <a:pt x="23350" y="7582"/>
                  <a:pt x="23350" y="7582"/>
                  <a:pt x="23350" y="7582"/>
                </a:cubicBezTo>
                <a:cubicBezTo>
                  <a:pt x="23209" y="7883"/>
                  <a:pt x="23209" y="7883"/>
                  <a:pt x="23209" y="7883"/>
                </a:cubicBezTo>
                <a:cubicBezTo>
                  <a:pt x="23350" y="8246"/>
                  <a:pt x="23350" y="8246"/>
                  <a:pt x="23350" y="8246"/>
                </a:cubicBezTo>
                <a:cubicBezTo>
                  <a:pt x="23460" y="8910"/>
                  <a:pt x="23460" y="8910"/>
                  <a:pt x="23460" y="8910"/>
                </a:cubicBezTo>
                <a:cubicBezTo>
                  <a:pt x="23754" y="8998"/>
                  <a:pt x="23754" y="8998"/>
                  <a:pt x="23754" y="8998"/>
                </a:cubicBezTo>
                <a:lnTo>
                  <a:pt x="24079" y="8910"/>
                </a:lnTo>
                <a:close/>
                <a:moveTo>
                  <a:pt x="23099" y="6241"/>
                </a:moveTo>
                <a:lnTo>
                  <a:pt x="23099" y="6241"/>
                </a:lnTo>
                <a:cubicBezTo>
                  <a:pt x="22989" y="5727"/>
                  <a:pt x="22989" y="5727"/>
                  <a:pt x="22989" y="5727"/>
                </a:cubicBezTo>
                <a:cubicBezTo>
                  <a:pt x="22768" y="5577"/>
                  <a:pt x="22768" y="5577"/>
                  <a:pt x="22768" y="5577"/>
                </a:cubicBezTo>
                <a:cubicBezTo>
                  <a:pt x="22554" y="5577"/>
                  <a:pt x="22554" y="5577"/>
                  <a:pt x="22554" y="5577"/>
                </a:cubicBezTo>
                <a:cubicBezTo>
                  <a:pt x="22554" y="6015"/>
                  <a:pt x="22554" y="6015"/>
                  <a:pt x="22554" y="6015"/>
                </a:cubicBezTo>
                <a:cubicBezTo>
                  <a:pt x="22805" y="6015"/>
                  <a:pt x="22805" y="6015"/>
                  <a:pt x="22805" y="6015"/>
                </a:cubicBezTo>
                <a:cubicBezTo>
                  <a:pt x="22879" y="6391"/>
                  <a:pt x="22879" y="6391"/>
                  <a:pt x="22879" y="6391"/>
                </a:cubicBezTo>
                <a:lnTo>
                  <a:pt x="23099" y="6241"/>
                </a:lnTo>
                <a:close/>
                <a:moveTo>
                  <a:pt x="22842" y="9286"/>
                </a:moveTo>
                <a:lnTo>
                  <a:pt x="22842" y="9286"/>
                </a:lnTo>
                <a:cubicBezTo>
                  <a:pt x="22952" y="8998"/>
                  <a:pt x="22952" y="8998"/>
                  <a:pt x="22952" y="8998"/>
                </a:cubicBezTo>
                <a:cubicBezTo>
                  <a:pt x="22879" y="8547"/>
                  <a:pt x="22879" y="8547"/>
                  <a:pt x="22879" y="8547"/>
                </a:cubicBezTo>
                <a:cubicBezTo>
                  <a:pt x="22701" y="8246"/>
                  <a:pt x="22701" y="8246"/>
                  <a:pt x="22701" y="8246"/>
                </a:cubicBezTo>
                <a:cubicBezTo>
                  <a:pt x="22627" y="7883"/>
                  <a:pt x="22627" y="7883"/>
                  <a:pt x="22627" y="7883"/>
                </a:cubicBezTo>
                <a:cubicBezTo>
                  <a:pt x="22333" y="7657"/>
                  <a:pt x="22333" y="7657"/>
                  <a:pt x="22333" y="7657"/>
                </a:cubicBezTo>
                <a:cubicBezTo>
                  <a:pt x="22156" y="7356"/>
                  <a:pt x="22156" y="7356"/>
                  <a:pt x="22156" y="7356"/>
                </a:cubicBezTo>
                <a:cubicBezTo>
                  <a:pt x="21935" y="7431"/>
                  <a:pt x="21935" y="7431"/>
                  <a:pt x="21935" y="7431"/>
                </a:cubicBezTo>
                <a:cubicBezTo>
                  <a:pt x="21751" y="7131"/>
                  <a:pt x="21751" y="7131"/>
                  <a:pt x="21751" y="7131"/>
                </a:cubicBezTo>
                <a:cubicBezTo>
                  <a:pt x="21464" y="6918"/>
                  <a:pt x="21464" y="6918"/>
                  <a:pt x="21464" y="6918"/>
                </a:cubicBezTo>
                <a:cubicBezTo>
                  <a:pt x="21280" y="6980"/>
                  <a:pt x="21280" y="6980"/>
                  <a:pt x="21280" y="6980"/>
                </a:cubicBezTo>
                <a:cubicBezTo>
                  <a:pt x="20735" y="7131"/>
                  <a:pt x="20735" y="7131"/>
                  <a:pt x="20735" y="7131"/>
                </a:cubicBezTo>
                <a:cubicBezTo>
                  <a:pt x="20882" y="7507"/>
                  <a:pt x="20882" y="7507"/>
                  <a:pt x="20882" y="7507"/>
                </a:cubicBezTo>
                <a:cubicBezTo>
                  <a:pt x="21065" y="7507"/>
                  <a:pt x="21065" y="7507"/>
                  <a:pt x="21065" y="7507"/>
                </a:cubicBezTo>
                <a:cubicBezTo>
                  <a:pt x="21243" y="7657"/>
                  <a:pt x="21243" y="7657"/>
                  <a:pt x="21243" y="7657"/>
                </a:cubicBezTo>
                <a:cubicBezTo>
                  <a:pt x="21316" y="8096"/>
                  <a:pt x="21316" y="8096"/>
                  <a:pt x="21316" y="8096"/>
                </a:cubicBezTo>
                <a:cubicBezTo>
                  <a:pt x="20992" y="8096"/>
                  <a:pt x="20992" y="8096"/>
                  <a:pt x="20992" y="8096"/>
                </a:cubicBezTo>
                <a:cubicBezTo>
                  <a:pt x="21102" y="8472"/>
                  <a:pt x="21102" y="8472"/>
                  <a:pt x="21102" y="8472"/>
                </a:cubicBezTo>
                <a:cubicBezTo>
                  <a:pt x="21316" y="8472"/>
                  <a:pt x="21316" y="8472"/>
                  <a:pt x="21316" y="8472"/>
                </a:cubicBezTo>
                <a:cubicBezTo>
                  <a:pt x="21427" y="8697"/>
                  <a:pt x="21427" y="8697"/>
                  <a:pt x="21427" y="8697"/>
                </a:cubicBezTo>
                <a:cubicBezTo>
                  <a:pt x="21647" y="8547"/>
                  <a:pt x="21647" y="8547"/>
                  <a:pt x="21647" y="8547"/>
                </a:cubicBezTo>
                <a:cubicBezTo>
                  <a:pt x="21825" y="8547"/>
                  <a:pt x="21825" y="8547"/>
                  <a:pt x="21825" y="8547"/>
                </a:cubicBezTo>
                <a:cubicBezTo>
                  <a:pt x="22229" y="8622"/>
                  <a:pt x="22229" y="8622"/>
                  <a:pt x="22229" y="8622"/>
                </a:cubicBezTo>
                <a:cubicBezTo>
                  <a:pt x="22554" y="9136"/>
                  <a:pt x="22554" y="9136"/>
                  <a:pt x="22554" y="9136"/>
                </a:cubicBezTo>
                <a:lnTo>
                  <a:pt x="22842" y="9286"/>
                </a:lnTo>
                <a:close/>
                <a:moveTo>
                  <a:pt x="22192" y="9361"/>
                </a:moveTo>
                <a:lnTo>
                  <a:pt x="22192" y="9361"/>
                </a:lnTo>
                <a:cubicBezTo>
                  <a:pt x="21972" y="9061"/>
                  <a:pt x="21972" y="9061"/>
                  <a:pt x="21972" y="9061"/>
                </a:cubicBezTo>
                <a:cubicBezTo>
                  <a:pt x="21647" y="9061"/>
                  <a:pt x="21647" y="9061"/>
                  <a:pt x="21647" y="9061"/>
                </a:cubicBezTo>
                <a:cubicBezTo>
                  <a:pt x="21684" y="9512"/>
                  <a:pt x="21684" y="9512"/>
                  <a:pt x="21684" y="9512"/>
                </a:cubicBezTo>
                <a:cubicBezTo>
                  <a:pt x="21972" y="9512"/>
                  <a:pt x="21972" y="9512"/>
                  <a:pt x="21972" y="9512"/>
                </a:cubicBezTo>
                <a:lnTo>
                  <a:pt x="22192" y="9361"/>
                </a:lnTo>
                <a:close/>
                <a:moveTo>
                  <a:pt x="22045" y="12482"/>
                </a:moveTo>
                <a:lnTo>
                  <a:pt x="22045" y="12482"/>
                </a:lnTo>
                <a:cubicBezTo>
                  <a:pt x="22266" y="12332"/>
                  <a:pt x="22266" y="12332"/>
                  <a:pt x="22266" y="12332"/>
                </a:cubicBezTo>
                <a:cubicBezTo>
                  <a:pt x="22407" y="12256"/>
                  <a:pt x="22407" y="12256"/>
                  <a:pt x="22407" y="12256"/>
                </a:cubicBezTo>
                <a:cubicBezTo>
                  <a:pt x="22554" y="12632"/>
                  <a:pt x="22554" y="12632"/>
                  <a:pt x="22554" y="12632"/>
                </a:cubicBezTo>
                <a:cubicBezTo>
                  <a:pt x="22701" y="13221"/>
                  <a:pt x="22701" y="13221"/>
                  <a:pt x="22701" y="13221"/>
                </a:cubicBezTo>
                <a:cubicBezTo>
                  <a:pt x="22842" y="13084"/>
                  <a:pt x="22842" y="13084"/>
                  <a:pt x="22842" y="13084"/>
                </a:cubicBezTo>
                <a:cubicBezTo>
                  <a:pt x="23173" y="13008"/>
                  <a:pt x="23173" y="13008"/>
                  <a:pt x="23173" y="13008"/>
                </a:cubicBezTo>
                <a:cubicBezTo>
                  <a:pt x="23350" y="12933"/>
                  <a:pt x="23350" y="12933"/>
                  <a:pt x="23350" y="12933"/>
                </a:cubicBezTo>
                <a:cubicBezTo>
                  <a:pt x="23387" y="12557"/>
                  <a:pt x="23387" y="12557"/>
                  <a:pt x="23387" y="12557"/>
                </a:cubicBezTo>
                <a:cubicBezTo>
                  <a:pt x="23387" y="11968"/>
                  <a:pt x="23387" y="11968"/>
                  <a:pt x="23387" y="11968"/>
                </a:cubicBezTo>
                <a:cubicBezTo>
                  <a:pt x="23387" y="11968"/>
                  <a:pt x="23424" y="11818"/>
                  <a:pt x="23497" y="11743"/>
                </a:cubicBezTo>
                <a:cubicBezTo>
                  <a:pt x="23571" y="11592"/>
                  <a:pt x="23424" y="11291"/>
                  <a:pt x="23424" y="11291"/>
                </a:cubicBezTo>
                <a:cubicBezTo>
                  <a:pt x="23424" y="11291"/>
                  <a:pt x="23246" y="10991"/>
                  <a:pt x="23136" y="10991"/>
                </a:cubicBezTo>
                <a:cubicBezTo>
                  <a:pt x="23062" y="10991"/>
                  <a:pt x="22952" y="11216"/>
                  <a:pt x="22952" y="11216"/>
                </a:cubicBezTo>
                <a:cubicBezTo>
                  <a:pt x="22627" y="10853"/>
                  <a:pt x="22627" y="10853"/>
                  <a:pt x="22627" y="10853"/>
                </a:cubicBezTo>
                <a:cubicBezTo>
                  <a:pt x="22333" y="10853"/>
                  <a:pt x="22333" y="10853"/>
                  <a:pt x="22333" y="10853"/>
                </a:cubicBezTo>
                <a:cubicBezTo>
                  <a:pt x="22554" y="11141"/>
                  <a:pt x="22554" y="11141"/>
                  <a:pt x="22554" y="11141"/>
                </a:cubicBezTo>
                <a:cubicBezTo>
                  <a:pt x="22554" y="11141"/>
                  <a:pt x="22738" y="11592"/>
                  <a:pt x="22805" y="11818"/>
                </a:cubicBezTo>
                <a:cubicBezTo>
                  <a:pt x="22842" y="12043"/>
                  <a:pt x="22591" y="11893"/>
                  <a:pt x="22591" y="11893"/>
                </a:cubicBezTo>
                <a:cubicBezTo>
                  <a:pt x="22229" y="11141"/>
                  <a:pt x="22229" y="11141"/>
                  <a:pt x="22229" y="11141"/>
                </a:cubicBezTo>
                <a:cubicBezTo>
                  <a:pt x="21972" y="11141"/>
                  <a:pt x="21972" y="11141"/>
                  <a:pt x="21972" y="11141"/>
                </a:cubicBezTo>
                <a:cubicBezTo>
                  <a:pt x="21972" y="11592"/>
                  <a:pt x="21972" y="11592"/>
                  <a:pt x="21972" y="11592"/>
                </a:cubicBezTo>
                <a:cubicBezTo>
                  <a:pt x="22045" y="12043"/>
                  <a:pt x="22045" y="12043"/>
                  <a:pt x="22045" y="12043"/>
                </a:cubicBezTo>
                <a:cubicBezTo>
                  <a:pt x="21751" y="11667"/>
                  <a:pt x="21751" y="11667"/>
                  <a:pt x="21751" y="11667"/>
                </a:cubicBezTo>
                <a:cubicBezTo>
                  <a:pt x="21574" y="10991"/>
                  <a:pt x="21574" y="10991"/>
                  <a:pt x="21574" y="10991"/>
                </a:cubicBezTo>
                <a:cubicBezTo>
                  <a:pt x="21139" y="10627"/>
                  <a:pt x="21139" y="10627"/>
                  <a:pt x="21139" y="10627"/>
                </a:cubicBezTo>
                <a:cubicBezTo>
                  <a:pt x="21102" y="11216"/>
                  <a:pt x="21102" y="11216"/>
                  <a:pt x="21102" y="11216"/>
                </a:cubicBezTo>
                <a:cubicBezTo>
                  <a:pt x="21243" y="11592"/>
                  <a:pt x="21243" y="11592"/>
                  <a:pt x="21243" y="11592"/>
                </a:cubicBezTo>
                <a:cubicBezTo>
                  <a:pt x="21243" y="11592"/>
                  <a:pt x="21611" y="12106"/>
                  <a:pt x="21647" y="12256"/>
                </a:cubicBezTo>
                <a:lnTo>
                  <a:pt x="22045" y="12482"/>
                </a:lnTo>
                <a:close/>
                <a:moveTo>
                  <a:pt x="21029" y="12783"/>
                </a:moveTo>
                <a:lnTo>
                  <a:pt x="21029" y="12783"/>
                </a:lnTo>
                <a:cubicBezTo>
                  <a:pt x="21102" y="13159"/>
                  <a:pt x="21102" y="13159"/>
                  <a:pt x="21102" y="13159"/>
                </a:cubicBezTo>
                <a:cubicBezTo>
                  <a:pt x="21316" y="13159"/>
                  <a:pt x="21316" y="13159"/>
                  <a:pt x="21316" y="13159"/>
                </a:cubicBezTo>
                <a:cubicBezTo>
                  <a:pt x="21316" y="13159"/>
                  <a:pt x="21390" y="12933"/>
                  <a:pt x="21390" y="12858"/>
                </a:cubicBezTo>
                <a:cubicBezTo>
                  <a:pt x="21390" y="12708"/>
                  <a:pt x="21139" y="12482"/>
                  <a:pt x="21139" y="12632"/>
                </a:cubicBezTo>
                <a:cubicBezTo>
                  <a:pt x="21176" y="12783"/>
                  <a:pt x="21029" y="12783"/>
                  <a:pt x="21029" y="12783"/>
                </a:cubicBezTo>
                <a:close/>
                <a:moveTo>
                  <a:pt x="21139" y="10101"/>
                </a:moveTo>
                <a:lnTo>
                  <a:pt x="21139" y="10101"/>
                </a:lnTo>
                <a:cubicBezTo>
                  <a:pt x="20918" y="9512"/>
                  <a:pt x="20918" y="9512"/>
                  <a:pt x="20918" y="9512"/>
                </a:cubicBezTo>
                <a:cubicBezTo>
                  <a:pt x="20630" y="9136"/>
                  <a:pt x="20630" y="9136"/>
                  <a:pt x="20630" y="9136"/>
                </a:cubicBezTo>
                <a:cubicBezTo>
                  <a:pt x="20630" y="9136"/>
                  <a:pt x="20594" y="9437"/>
                  <a:pt x="20667" y="9662"/>
                </a:cubicBezTo>
                <a:cubicBezTo>
                  <a:pt x="20704" y="9888"/>
                  <a:pt x="20955" y="10251"/>
                  <a:pt x="20955" y="10251"/>
                </a:cubicBezTo>
                <a:lnTo>
                  <a:pt x="21139" y="10101"/>
                </a:lnTo>
                <a:close/>
                <a:moveTo>
                  <a:pt x="30254" y="22959"/>
                </a:moveTo>
                <a:lnTo>
                  <a:pt x="30254" y="22959"/>
                </a:lnTo>
                <a:cubicBezTo>
                  <a:pt x="30542" y="23034"/>
                  <a:pt x="30542" y="23034"/>
                  <a:pt x="30542" y="23034"/>
                </a:cubicBezTo>
                <a:cubicBezTo>
                  <a:pt x="30872" y="22884"/>
                  <a:pt x="30872" y="22884"/>
                  <a:pt x="30872" y="22884"/>
                </a:cubicBezTo>
                <a:cubicBezTo>
                  <a:pt x="31013" y="22370"/>
                  <a:pt x="31013" y="22370"/>
                  <a:pt x="31013" y="22370"/>
                </a:cubicBezTo>
                <a:cubicBezTo>
                  <a:pt x="30872" y="21844"/>
                  <a:pt x="30872" y="21844"/>
                  <a:pt x="30872" y="21844"/>
                </a:cubicBezTo>
                <a:cubicBezTo>
                  <a:pt x="30872" y="21844"/>
                  <a:pt x="30437" y="21844"/>
                  <a:pt x="30364" y="21844"/>
                </a:cubicBezTo>
                <a:cubicBezTo>
                  <a:pt x="30327" y="21844"/>
                  <a:pt x="30107" y="22521"/>
                  <a:pt x="30107" y="22521"/>
                </a:cubicBezTo>
                <a:lnTo>
                  <a:pt x="30254" y="22959"/>
                </a:lnTo>
                <a:close/>
                <a:moveTo>
                  <a:pt x="24624" y="16868"/>
                </a:moveTo>
                <a:lnTo>
                  <a:pt x="24624" y="16868"/>
                </a:lnTo>
                <a:cubicBezTo>
                  <a:pt x="24845" y="16568"/>
                  <a:pt x="24845" y="16568"/>
                  <a:pt x="24845" y="16568"/>
                </a:cubicBezTo>
                <a:cubicBezTo>
                  <a:pt x="24875" y="16054"/>
                  <a:pt x="24875" y="16054"/>
                  <a:pt x="24875" y="16054"/>
                </a:cubicBezTo>
                <a:cubicBezTo>
                  <a:pt x="25206" y="16204"/>
                  <a:pt x="25206" y="16204"/>
                  <a:pt x="25206" y="16204"/>
                </a:cubicBezTo>
                <a:cubicBezTo>
                  <a:pt x="25421" y="15903"/>
                  <a:pt x="25421" y="15903"/>
                  <a:pt x="25421" y="15903"/>
                </a:cubicBezTo>
                <a:cubicBezTo>
                  <a:pt x="25604" y="15302"/>
                  <a:pt x="25604" y="15302"/>
                  <a:pt x="25604" y="15302"/>
                </a:cubicBezTo>
                <a:cubicBezTo>
                  <a:pt x="25819" y="14863"/>
                  <a:pt x="25819" y="14863"/>
                  <a:pt x="25819" y="14863"/>
                </a:cubicBezTo>
                <a:cubicBezTo>
                  <a:pt x="25819" y="14863"/>
                  <a:pt x="25604" y="14562"/>
                  <a:pt x="25494" y="14562"/>
                </a:cubicBezTo>
                <a:cubicBezTo>
                  <a:pt x="25169" y="14562"/>
                  <a:pt x="25169" y="14562"/>
                  <a:pt x="25169" y="14562"/>
                </a:cubicBezTo>
                <a:cubicBezTo>
                  <a:pt x="24875" y="14337"/>
                  <a:pt x="24875" y="14337"/>
                  <a:pt x="24875" y="14337"/>
                </a:cubicBezTo>
                <a:cubicBezTo>
                  <a:pt x="24875" y="14337"/>
                  <a:pt x="24477" y="14337"/>
                  <a:pt x="24404" y="14337"/>
                </a:cubicBezTo>
                <a:cubicBezTo>
                  <a:pt x="24330" y="14337"/>
                  <a:pt x="24404" y="14638"/>
                  <a:pt x="24404" y="14863"/>
                </a:cubicBezTo>
                <a:cubicBezTo>
                  <a:pt x="24404" y="15014"/>
                  <a:pt x="24189" y="15164"/>
                  <a:pt x="24189" y="15164"/>
                </a:cubicBezTo>
                <a:cubicBezTo>
                  <a:pt x="24189" y="16054"/>
                  <a:pt x="24189" y="16054"/>
                  <a:pt x="24189" y="16054"/>
                </a:cubicBezTo>
                <a:cubicBezTo>
                  <a:pt x="24189" y="16054"/>
                  <a:pt x="24263" y="16868"/>
                  <a:pt x="24263" y="17019"/>
                </a:cubicBezTo>
                <a:lnTo>
                  <a:pt x="24624" y="16868"/>
                </a:lnTo>
                <a:close/>
                <a:moveTo>
                  <a:pt x="23062" y="17984"/>
                </a:moveTo>
                <a:lnTo>
                  <a:pt x="23062" y="17984"/>
                </a:lnTo>
                <a:cubicBezTo>
                  <a:pt x="23136" y="17984"/>
                  <a:pt x="23313" y="17608"/>
                  <a:pt x="23313" y="17608"/>
                </a:cubicBezTo>
                <a:cubicBezTo>
                  <a:pt x="23718" y="17533"/>
                  <a:pt x="23718" y="17533"/>
                  <a:pt x="23718" y="17533"/>
                </a:cubicBezTo>
                <a:cubicBezTo>
                  <a:pt x="23859" y="16944"/>
                  <a:pt x="23859" y="16944"/>
                  <a:pt x="23859" y="16944"/>
                </a:cubicBezTo>
                <a:cubicBezTo>
                  <a:pt x="23754" y="16492"/>
                  <a:pt x="23754" y="16492"/>
                  <a:pt x="23754" y="16492"/>
                </a:cubicBezTo>
                <a:cubicBezTo>
                  <a:pt x="23497" y="16054"/>
                  <a:pt x="23497" y="16054"/>
                  <a:pt x="23497" y="16054"/>
                </a:cubicBezTo>
                <a:cubicBezTo>
                  <a:pt x="23283" y="15828"/>
                  <a:pt x="23283" y="15828"/>
                  <a:pt x="23283" y="15828"/>
                </a:cubicBezTo>
                <a:cubicBezTo>
                  <a:pt x="23571" y="15527"/>
                  <a:pt x="23571" y="15527"/>
                  <a:pt x="23571" y="15527"/>
                </a:cubicBezTo>
                <a:cubicBezTo>
                  <a:pt x="23571" y="15527"/>
                  <a:pt x="23644" y="15377"/>
                  <a:pt x="23571" y="15164"/>
                </a:cubicBezTo>
                <a:cubicBezTo>
                  <a:pt x="23497" y="15014"/>
                  <a:pt x="23313" y="14713"/>
                  <a:pt x="23313" y="14713"/>
                </a:cubicBezTo>
                <a:cubicBezTo>
                  <a:pt x="23209" y="14412"/>
                  <a:pt x="23209" y="14412"/>
                  <a:pt x="23209" y="14412"/>
                </a:cubicBezTo>
                <a:cubicBezTo>
                  <a:pt x="22915" y="14487"/>
                  <a:pt x="22915" y="14487"/>
                  <a:pt x="22915" y="14487"/>
                </a:cubicBezTo>
                <a:cubicBezTo>
                  <a:pt x="22879" y="14863"/>
                  <a:pt x="22879" y="14863"/>
                  <a:pt x="22879" y="14863"/>
                </a:cubicBezTo>
                <a:cubicBezTo>
                  <a:pt x="22768" y="14863"/>
                  <a:pt x="22768" y="14863"/>
                  <a:pt x="22768" y="14863"/>
                </a:cubicBezTo>
                <a:cubicBezTo>
                  <a:pt x="22517" y="14713"/>
                  <a:pt x="22517" y="14713"/>
                  <a:pt x="22517" y="14713"/>
                </a:cubicBezTo>
                <a:cubicBezTo>
                  <a:pt x="22266" y="14863"/>
                  <a:pt x="22266" y="14863"/>
                  <a:pt x="22266" y="14863"/>
                </a:cubicBezTo>
                <a:cubicBezTo>
                  <a:pt x="22297" y="15227"/>
                  <a:pt x="22297" y="15227"/>
                  <a:pt x="22297" y="15227"/>
                </a:cubicBezTo>
                <a:cubicBezTo>
                  <a:pt x="22517" y="15678"/>
                  <a:pt x="22517" y="15678"/>
                  <a:pt x="22517" y="15678"/>
                </a:cubicBezTo>
                <a:cubicBezTo>
                  <a:pt x="22444" y="16129"/>
                  <a:pt x="22444" y="16129"/>
                  <a:pt x="22444" y="16129"/>
                </a:cubicBezTo>
                <a:cubicBezTo>
                  <a:pt x="22444" y="16129"/>
                  <a:pt x="22333" y="16342"/>
                  <a:pt x="22266" y="16279"/>
                </a:cubicBezTo>
                <a:cubicBezTo>
                  <a:pt x="22192" y="16204"/>
                  <a:pt x="22009" y="15903"/>
                  <a:pt x="22009" y="15903"/>
                </a:cubicBezTo>
                <a:cubicBezTo>
                  <a:pt x="21825" y="15903"/>
                  <a:pt x="21825" y="15903"/>
                  <a:pt x="21825" y="15903"/>
                </a:cubicBezTo>
                <a:cubicBezTo>
                  <a:pt x="21788" y="16342"/>
                  <a:pt x="21788" y="16342"/>
                  <a:pt x="21788" y="16342"/>
                </a:cubicBezTo>
                <a:cubicBezTo>
                  <a:pt x="22045" y="16643"/>
                  <a:pt x="22045" y="16643"/>
                  <a:pt x="22045" y="16643"/>
                </a:cubicBezTo>
                <a:cubicBezTo>
                  <a:pt x="22229" y="16868"/>
                  <a:pt x="22229" y="16868"/>
                  <a:pt x="22229" y="16868"/>
                </a:cubicBezTo>
                <a:cubicBezTo>
                  <a:pt x="22517" y="17019"/>
                  <a:pt x="22517" y="17019"/>
                  <a:pt x="22517" y="17019"/>
                </a:cubicBezTo>
                <a:cubicBezTo>
                  <a:pt x="22517" y="17019"/>
                  <a:pt x="22664" y="17457"/>
                  <a:pt x="22664" y="17608"/>
                </a:cubicBezTo>
                <a:cubicBezTo>
                  <a:pt x="22664" y="17758"/>
                  <a:pt x="23062" y="17984"/>
                  <a:pt x="23062" y="17984"/>
                </a:cubicBezTo>
                <a:close/>
                <a:moveTo>
                  <a:pt x="21102" y="15753"/>
                </a:moveTo>
                <a:lnTo>
                  <a:pt x="21102" y="15753"/>
                </a:lnTo>
                <a:cubicBezTo>
                  <a:pt x="21176" y="15227"/>
                  <a:pt x="21176" y="15227"/>
                  <a:pt x="21176" y="15227"/>
                </a:cubicBezTo>
                <a:cubicBezTo>
                  <a:pt x="21029" y="14938"/>
                  <a:pt x="21029" y="14938"/>
                  <a:pt x="21029" y="14938"/>
                </a:cubicBezTo>
                <a:cubicBezTo>
                  <a:pt x="20483" y="14788"/>
                  <a:pt x="20483" y="14788"/>
                  <a:pt x="20483" y="14788"/>
                </a:cubicBezTo>
                <a:cubicBezTo>
                  <a:pt x="20373" y="15089"/>
                  <a:pt x="20373" y="15089"/>
                  <a:pt x="20373" y="15089"/>
                </a:cubicBezTo>
                <a:cubicBezTo>
                  <a:pt x="20373" y="15089"/>
                  <a:pt x="20594" y="15452"/>
                  <a:pt x="20667" y="15527"/>
                </a:cubicBezTo>
                <a:cubicBezTo>
                  <a:pt x="20735" y="15527"/>
                  <a:pt x="20918" y="16054"/>
                  <a:pt x="20918" y="16054"/>
                </a:cubicBezTo>
                <a:lnTo>
                  <a:pt x="21102" y="15753"/>
                </a:lnTo>
                <a:close/>
                <a:moveTo>
                  <a:pt x="19975" y="14938"/>
                </a:moveTo>
                <a:lnTo>
                  <a:pt x="19975" y="14938"/>
                </a:lnTo>
                <a:cubicBezTo>
                  <a:pt x="19828" y="15164"/>
                  <a:pt x="19828" y="15164"/>
                  <a:pt x="19828" y="15164"/>
                </a:cubicBezTo>
                <a:cubicBezTo>
                  <a:pt x="20085" y="15227"/>
                  <a:pt x="20085" y="15227"/>
                  <a:pt x="20085" y="15227"/>
                </a:cubicBezTo>
                <a:cubicBezTo>
                  <a:pt x="20159" y="14863"/>
                  <a:pt x="20159" y="14863"/>
                  <a:pt x="20159" y="14863"/>
                </a:cubicBezTo>
                <a:lnTo>
                  <a:pt x="19975" y="14938"/>
                </a:lnTo>
                <a:close/>
                <a:moveTo>
                  <a:pt x="18266" y="8396"/>
                </a:moveTo>
                <a:lnTo>
                  <a:pt x="18266" y="8396"/>
                </a:lnTo>
                <a:cubicBezTo>
                  <a:pt x="18560" y="8396"/>
                  <a:pt x="18560" y="8396"/>
                  <a:pt x="18560" y="8396"/>
                </a:cubicBezTo>
                <a:cubicBezTo>
                  <a:pt x="18995" y="8396"/>
                  <a:pt x="18995" y="8396"/>
                  <a:pt x="18995" y="8396"/>
                </a:cubicBezTo>
                <a:cubicBezTo>
                  <a:pt x="19503" y="8396"/>
                  <a:pt x="19503" y="8396"/>
                  <a:pt x="19503" y="8396"/>
                </a:cubicBezTo>
                <a:cubicBezTo>
                  <a:pt x="19503" y="8396"/>
                  <a:pt x="19540" y="8096"/>
                  <a:pt x="19430" y="8020"/>
                </a:cubicBezTo>
                <a:cubicBezTo>
                  <a:pt x="19356" y="8020"/>
                  <a:pt x="19105" y="7807"/>
                  <a:pt x="19105" y="7807"/>
                </a:cubicBezTo>
                <a:cubicBezTo>
                  <a:pt x="18774" y="7883"/>
                  <a:pt x="18774" y="7883"/>
                  <a:pt x="18774" y="7883"/>
                </a:cubicBezTo>
                <a:cubicBezTo>
                  <a:pt x="18523" y="8020"/>
                  <a:pt x="18523" y="8020"/>
                  <a:pt x="18523" y="8020"/>
                </a:cubicBezTo>
                <a:lnTo>
                  <a:pt x="18266" y="8396"/>
                </a:lnTo>
                <a:close/>
                <a:moveTo>
                  <a:pt x="18597" y="10026"/>
                </a:moveTo>
                <a:lnTo>
                  <a:pt x="18597" y="10026"/>
                </a:lnTo>
                <a:cubicBezTo>
                  <a:pt x="18811" y="9888"/>
                  <a:pt x="18811" y="9888"/>
                  <a:pt x="18811" y="9888"/>
                </a:cubicBezTo>
                <a:cubicBezTo>
                  <a:pt x="19179" y="9813"/>
                  <a:pt x="19179" y="9813"/>
                  <a:pt x="19179" y="9813"/>
                </a:cubicBezTo>
                <a:cubicBezTo>
                  <a:pt x="19283" y="9512"/>
                  <a:pt x="19283" y="9512"/>
                  <a:pt x="19283" y="9512"/>
                </a:cubicBezTo>
                <a:cubicBezTo>
                  <a:pt x="19105" y="9211"/>
                  <a:pt x="19105" y="9211"/>
                  <a:pt x="19105" y="9211"/>
                </a:cubicBezTo>
                <a:cubicBezTo>
                  <a:pt x="19283" y="9136"/>
                  <a:pt x="19283" y="9136"/>
                  <a:pt x="19283" y="9136"/>
                </a:cubicBezTo>
                <a:cubicBezTo>
                  <a:pt x="19393" y="8848"/>
                  <a:pt x="19393" y="8848"/>
                  <a:pt x="19393" y="8848"/>
                </a:cubicBezTo>
                <a:cubicBezTo>
                  <a:pt x="19179" y="8848"/>
                  <a:pt x="19179" y="8848"/>
                  <a:pt x="19179" y="8848"/>
                </a:cubicBezTo>
                <a:cubicBezTo>
                  <a:pt x="18738" y="8848"/>
                  <a:pt x="18738" y="8848"/>
                  <a:pt x="18738" y="8848"/>
                </a:cubicBezTo>
                <a:cubicBezTo>
                  <a:pt x="18486" y="8998"/>
                  <a:pt x="18486" y="8998"/>
                  <a:pt x="18486" y="8998"/>
                </a:cubicBezTo>
                <a:cubicBezTo>
                  <a:pt x="18229" y="9286"/>
                  <a:pt x="18229" y="9286"/>
                  <a:pt x="18229" y="9286"/>
                </a:cubicBezTo>
                <a:cubicBezTo>
                  <a:pt x="18450" y="9963"/>
                  <a:pt x="18450" y="9963"/>
                  <a:pt x="18450" y="9963"/>
                </a:cubicBezTo>
                <a:lnTo>
                  <a:pt x="18597" y="10026"/>
                </a:lnTo>
                <a:close/>
                <a:moveTo>
                  <a:pt x="18015" y="9361"/>
                </a:moveTo>
                <a:lnTo>
                  <a:pt x="18015" y="9361"/>
                </a:lnTo>
                <a:cubicBezTo>
                  <a:pt x="17978" y="8910"/>
                  <a:pt x="17978" y="8910"/>
                  <a:pt x="17978" y="8910"/>
                </a:cubicBezTo>
                <a:cubicBezTo>
                  <a:pt x="17684" y="8697"/>
                  <a:pt x="17684" y="8697"/>
                  <a:pt x="17684" y="8697"/>
                </a:cubicBezTo>
                <a:cubicBezTo>
                  <a:pt x="17543" y="8697"/>
                  <a:pt x="17543" y="8697"/>
                  <a:pt x="17543" y="8697"/>
                </a:cubicBezTo>
                <a:cubicBezTo>
                  <a:pt x="17617" y="9061"/>
                  <a:pt x="17617" y="9061"/>
                  <a:pt x="17617" y="9061"/>
                </a:cubicBezTo>
                <a:cubicBezTo>
                  <a:pt x="17721" y="9286"/>
                  <a:pt x="17721" y="9286"/>
                  <a:pt x="17721" y="9286"/>
                </a:cubicBezTo>
                <a:lnTo>
                  <a:pt x="18015" y="9361"/>
                </a:lnTo>
                <a:close/>
                <a:moveTo>
                  <a:pt x="17647" y="11141"/>
                </a:moveTo>
                <a:lnTo>
                  <a:pt x="17647" y="11141"/>
                </a:lnTo>
                <a:cubicBezTo>
                  <a:pt x="17323" y="11367"/>
                  <a:pt x="17323" y="11367"/>
                  <a:pt x="17323" y="11367"/>
                </a:cubicBezTo>
                <a:cubicBezTo>
                  <a:pt x="17145" y="11893"/>
                  <a:pt x="17145" y="11893"/>
                  <a:pt x="17145" y="11893"/>
                </a:cubicBezTo>
                <a:cubicBezTo>
                  <a:pt x="16961" y="12181"/>
                  <a:pt x="16961" y="12181"/>
                  <a:pt x="16961" y="12181"/>
                </a:cubicBezTo>
                <a:cubicBezTo>
                  <a:pt x="16777" y="12632"/>
                  <a:pt x="16777" y="12632"/>
                  <a:pt x="16777" y="12632"/>
                </a:cubicBezTo>
                <a:cubicBezTo>
                  <a:pt x="16814" y="13008"/>
                  <a:pt x="16814" y="13008"/>
                  <a:pt x="16814" y="13008"/>
                </a:cubicBezTo>
                <a:cubicBezTo>
                  <a:pt x="17176" y="13084"/>
                  <a:pt x="17176" y="13084"/>
                  <a:pt x="17176" y="13084"/>
                </a:cubicBezTo>
                <a:cubicBezTo>
                  <a:pt x="17543" y="13221"/>
                  <a:pt x="17543" y="13221"/>
                  <a:pt x="17543" y="13221"/>
                </a:cubicBezTo>
                <a:cubicBezTo>
                  <a:pt x="17831" y="13159"/>
                  <a:pt x="17831" y="13159"/>
                  <a:pt x="17831" y="13159"/>
                </a:cubicBezTo>
                <a:cubicBezTo>
                  <a:pt x="18088" y="12933"/>
                  <a:pt x="18088" y="12933"/>
                  <a:pt x="18088" y="12933"/>
                </a:cubicBezTo>
                <a:cubicBezTo>
                  <a:pt x="18560" y="13084"/>
                  <a:pt x="18560" y="13084"/>
                  <a:pt x="18560" y="13084"/>
                </a:cubicBezTo>
                <a:cubicBezTo>
                  <a:pt x="18848" y="13084"/>
                  <a:pt x="18848" y="13084"/>
                  <a:pt x="18848" y="13084"/>
                </a:cubicBezTo>
                <a:cubicBezTo>
                  <a:pt x="18738" y="13297"/>
                  <a:pt x="18486" y="13297"/>
                  <a:pt x="18486" y="13297"/>
                </a:cubicBezTo>
                <a:cubicBezTo>
                  <a:pt x="18162" y="13297"/>
                  <a:pt x="18162" y="13297"/>
                  <a:pt x="18162" y="13297"/>
                </a:cubicBezTo>
                <a:cubicBezTo>
                  <a:pt x="17941" y="13522"/>
                  <a:pt x="17941" y="13522"/>
                  <a:pt x="17941" y="13522"/>
                </a:cubicBezTo>
                <a:cubicBezTo>
                  <a:pt x="17978" y="13898"/>
                  <a:pt x="17978" y="13898"/>
                  <a:pt x="17978" y="13898"/>
                </a:cubicBezTo>
                <a:cubicBezTo>
                  <a:pt x="18162" y="14049"/>
                  <a:pt x="18162" y="14049"/>
                  <a:pt x="18162" y="14049"/>
                </a:cubicBezTo>
                <a:cubicBezTo>
                  <a:pt x="18597" y="14049"/>
                  <a:pt x="18597" y="14049"/>
                  <a:pt x="18597" y="14049"/>
                </a:cubicBezTo>
                <a:cubicBezTo>
                  <a:pt x="19032" y="13748"/>
                  <a:pt x="19032" y="13748"/>
                  <a:pt x="19032" y="13748"/>
                </a:cubicBezTo>
                <a:cubicBezTo>
                  <a:pt x="19320" y="13297"/>
                  <a:pt x="19320" y="13297"/>
                  <a:pt x="19320" y="13297"/>
                </a:cubicBezTo>
                <a:cubicBezTo>
                  <a:pt x="19650" y="13221"/>
                  <a:pt x="19650" y="13221"/>
                  <a:pt x="19650" y="13221"/>
                </a:cubicBezTo>
                <a:cubicBezTo>
                  <a:pt x="20049" y="13221"/>
                  <a:pt x="20049" y="13221"/>
                  <a:pt x="20049" y="13221"/>
                </a:cubicBezTo>
                <a:cubicBezTo>
                  <a:pt x="20483" y="13221"/>
                  <a:pt x="20483" y="13221"/>
                  <a:pt x="20483" y="13221"/>
                </a:cubicBezTo>
                <a:cubicBezTo>
                  <a:pt x="20630" y="12858"/>
                  <a:pt x="20630" y="12858"/>
                  <a:pt x="20630" y="12858"/>
                </a:cubicBezTo>
                <a:cubicBezTo>
                  <a:pt x="20735" y="12043"/>
                  <a:pt x="20735" y="12043"/>
                  <a:pt x="20735" y="12043"/>
                </a:cubicBezTo>
                <a:cubicBezTo>
                  <a:pt x="20594" y="11818"/>
                  <a:pt x="20594" y="11818"/>
                  <a:pt x="20594" y="11818"/>
                </a:cubicBezTo>
                <a:cubicBezTo>
                  <a:pt x="20410" y="11818"/>
                  <a:pt x="20410" y="11818"/>
                  <a:pt x="20410" y="11818"/>
                </a:cubicBezTo>
                <a:cubicBezTo>
                  <a:pt x="20373" y="12106"/>
                  <a:pt x="20373" y="12106"/>
                  <a:pt x="20373" y="12106"/>
                </a:cubicBezTo>
                <a:cubicBezTo>
                  <a:pt x="20122" y="11968"/>
                  <a:pt x="20122" y="11968"/>
                  <a:pt x="20122" y="11968"/>
                </a:cubicBezTo>
                <a:cubicBezTo>
                  <a:pt x="19828" y="11442"/>
                  <a:pt x="19828" y="11442"/>
                  <a:pt x="19828" y="11442"/>
                </a:cubicBezTo>
                <a:cubicBezTo>
                  <a:pt x="19828" y="11078"/>
                  <a:pt x="19828" y="11078"/>
                  <a:pt x="19828" y="11078"/>
                </a:cubicBezTo>
                <a:cubicBezTo>
                  <a:pt x="19718" y="10702"/>
                  <a:pt x="19718" y="10702"/>
                  <a:pt x="19718" y="10702"/>
                </a:cubicBezTo>
                <a:cubicBezTo>
                  <a:pt x="19467" y="10702"/>
                  <a:pt x="19467" y="10702"/>
                  <a:pt x="19467" y="10702"/>
                </a:cubicBezTo>
                <a:cubicBezTo>
                  <a:pt x="19356" y="10928"/>
                  <a:pt x="19356" y="10928"/>
                  <a:pt x="19356" y="10928"/>
                </a:cubicBezTo>
                <a:cubicBezTo>
                  <a:pt x="19179" y="10991"/>
                  <a:pt x="19179" y="10991"/>
                  <a:pt x="19179" y="10991"/>
                </a:cubicBezTo>
                <a:cubicBezTo>
                  <a:pt x="19179" y="11291"/>
                  <a:pt x="19179" y="11291"/>
                  <a:pt x="19179" y="11291"/>
                </a:cubicBezTo>
                <a:cubicBezTo>
                  <a:pt x="19393" y="11592"/>
                  <a:pt x="19393" y="11592"/>
                  <a:pt x="19393" y="11592"/>
                </a:cubicBezTo>
                <a:cubicBezTo>
                  <a:pt x="19393" y="11893"/>
                  <a:pt x="19356" y="12106"/>
                  <a:pt x="19356" y="12106"/>
                </a:cubicBezTo>
                <a:cubicBezTo>
                  <a:pt x="19614" y="12181"/>
                  <a:pt x="19614" y="12181"/>
                  <a:pt x="19614" y="12181"/>
                </a:cubicBezTo>
                <a:cubicBezTo>
                  <a:pt x="19614" y="12181"/>
                  <a:pt x="19681" y="12482"/>
                  <a:pt x="19614" y="12482"/>
                </a:cubicBezTo>
                <a:cubicBezTo>
                  <a:pt x="19540" y="12557"/>
                  <a:pt x="19393" y="12557"/>
                  <a:pt x="19393" y="12557"/>
                </a:cubicBezTo>
                <a:cubicBezTo>
                  <a:pt x="19032" y="12557"/>
                  <a:pt x="19032" y="12557"/>
                  <a:pt x="19032" y="12557"/>
                </a:cubicBezTo>
                <a:cubicBezTo>
                  <a:pt x="18811" y="12256"/>
                  <a:pt x="18811" y="12256"/>
                  <a:pt x="18811" y="12256"/>
                </a:cubicBezTo>
                <a:cubicBezTo>
                  <a:pt x="18597" y="11667"/>
                  <a:pt x="18597" y="11667"/>
                  <a:pt x="18597" y="11667"/>
                </a:cubicBezTo>
                <a:cubicBezTo>
                  <a:pt x="18303" y="11442"/>
                  <a:pt x="18303" y="11442"/>
                  <a:pt x="18303" y="11442"/>
                </a:cubicBezTo>
                <a:cubicBezTo>
                  <a:pt x="18088" y="11442"/>
                  <a:pt x="18088" y="11442"/>
                  <a:pt x="18088" y="11442"/>
                </a:cubicBezTo>
                <a:cubicBezTo>
                  <a:pt x="17831" y="11216"/>
                  <a:pt x="17831" y="11216"/>
                  <a:pt x="17831" y="11216"/>
                </a:cubicBezTo>
                <a:lnTo>
                  <a:pt x="17647" y="11141"/>
                </a:lnTo>
                <a:close/>
                <a:moveTo>
                  <a:pt x="17758" y="10477"/>
                </a:moveTo>
                <a:lnTo>
                  <a:pt x="17758" y="10477"/>
                </a:lnTo>
                <a:cubicBezTo>
                  <a:pt x="17794" y="10778"/>
                  <a:pt x="17794" y="10778"/>
                  <a:pt x="17794" y="10778"/>
                </a:cubicBezTo>
                <a:cubicBezTo>
                  <a:pt x="18162" y="10853"/>
                  <a:pt x="18162" y="10853"/>
                  <a:pt x="18162" y="10853"/>
                </a:cubicBezTo>
                <a:cubicBezTo>
                  <a:pt x="18162" y="10477"/>
                  <a:pt x="18162" y="10477"/>
                  <a:pt x="18162" y="10477"/>
                </a:cubicBezTo>
                <a:cubicBezTo>
                  <a:pt x="18162" y="10477"/>
                  <a:pt x="17758" y="10627"/>
                  <a:pt x="17758" y="10477"/>
                </a:cubicBezTo>
                <a:close/>
                <a:moveTo>
                  <a:pt x="16343" y="11968"/>
                </a:moveTo>
                <a:lnTo>
                  <a:pt x="16343" y="11968"/>
                </a:lnTo>
                <a:cubicBezTo>
                  <a:pt x="16196" y="12407"/>
                  <a:pt x="16196" y="12407"/>
                  <a:pt x="16196" y="12407"/>
                </a:cubicBezTo>
                <a:cubicBezTo>
                  <a:pt x="16526" y="12557"/>
                  <a:pt x="16526" y="12557"/>
                  <a:pt x="16526" y="12557"/>
                </a:cubicBezTo>
                <a:cubicBezTo>
                  <a:pt x="16667" y="11818"/>
                  <a:pt x="16667" y="11818"/>
                  <a:pt x="16667" y="11818"/>
                </a:cubicBezTo>
                <a:lnTo>
                  <a:pt x="16343" y="11968"/>
                </a:lnTo>
                <a:close/>
                <a:moveTo>
                  <a:pt x="16924" y="11078"/>
                </a:moveTo>
                <a:lnTo>
                  <a:pt x="16924" y="11078"/>
                </a:lnTo>
                <a:cubicBezTo>
                  <a:pt x="17212" y="10928"/>
                  <a:pt x="17212" y="10928"/>
                  <a:pt x="17212" y="10928"/>
                </a:cubicBezTo>
                <a:cubicBezTo>
                  <a:pt x="17286" y="10176"/>
                  <a:pt x="17286" y="10176"/>
                  <a:pt x="17286" y="10176"/>
                </a:cubicBezTo>
                <a:cubicBezTo>
                  <a:pt x="17396" y="9737"/>
                  <a:pt x="17396" y="9737"/>
                  <a:pt x="17396" y="9737"/>
                </a:cubicBezTo>
                <a:cubicBezTo>
                  <a:pt x="17035" y="9587"/>
                  <a:pt x="17035" y="9587"/>
                  <a:pt x="17035" y="9587"/>
                </a:cubicBezTo>
                <a:cubicBezTo>
                  <a:pt x="16814" y="9963"/>
                  <a:pt x="16814" y="9963"/>
                  <a:pt x="16814" y="9963"/>
                </a:cubicBezTo>
                <a:cubicBezTo>
                  <a:pt x="16416" y="9963"/>
                  <a:pt x="16416" y="9963"/>
                  <a:pt x="16416" y="9963"/>
                </a:cubicBezTo>
                <a:cubicBezTo>
                  <a:pt x="16159" y="9888"/>
                  <a:pt x="16159" y="9888"/>
                  <a:pt x="16159" y="9888"/>
                </a:cubicBezTo>
                <a:cubicBezTo>
                  <a:pt x="16159" y="9888"/>
                  <a:pt x="15981" y="10477"/>
                  <a:pt x="15908" y="10627"/>
                </a:cubicBezTo>
                <a:cubicBezTo>
                  <a:pt x="15871" y="10778"/>
                  <a:pt x="15650" y="11141"/>
                  <a:pt x="15650" y="11141"/>
                </a:cubicBezTo>
                <a:cubicBezTo>
                  <a:pt x="15326" y="11141"/>
                  <a:pt x="15326" y="11141"/>
                  <a:pt x="15326" y="11141"/>
                </a:cubicBezTo>
                <a:cubicBezTo>
                  <a:pt x="15038" y="11442"/>
                  <a:pt x="15038" y="11442"/>
                  <a:pt x="15038" y="11442"/>
                </a:cubicBezTo>
                <a:cubicBezTo>
                  <a:pt x="15179" y="11893"/>
                  <a:pt x="15179" y="11893"/>
                  <a:pt x="15179" y="11893"/>
                </a:cubicBezTo>
                <a:cubicBezTo>
                  <a:pt x="15509" y="12106"/>
                  <a:pt x="15509" y="12106"/>
                  <a:pt x="15509" y="12106"/>
                </a:cubicBezTo>
                <a:cubicBezTo>
                  <a:pt x="15650" y="11743"/>
                  <a:pt x="15650" y="11743"/>
                  <a:pt x="15650" y="11743"/>
                </a:cubicBezTo>
                <a:cubicBezTo>
                  <a:pt x="15871" y="12043"/>
                  <a:pt x="15871" y="12043"/>
                  <a:pt x="15871" y="12043"/>
                </a:cubicBezTo>
                <a:cubicBezTo>
                  <a:pt x="16055" y="11818"/>
                  <a:pt x="16055" y="11818"/>
                  <a:pt x="16055" y="11818"/>
                </a:cubicBezTo>
                <a:cubicBezTo>
                  <a:pt x="16085" y="11517"/>
                  <a:pt x="16085" y="11517"/>
                  <a:pt x="16085" y="11517"/>
                </a:cubicBezTo>
                <a:cubicBezTo>
                  <a:pt x="16306" y="11517"/>
                  <a:pt x="16306" y="11517"/>
                  <a:pt x="16306" y="11517"/>
                </a:cubicBezTo>
                <a:cubicBezTo>
                  <a:pt x="16379" y="11078"/>
                  <a:pt x="16379" y="11078"/>
                  <a:pt x="16379" y="11078"/>
                </a:cubicBezTo>
                <a:cubicBezTo>
                  <a:pt x="16600" y="10778"/>
                  <a:pt x="16600" y="10778"/>
                  <a:pt x="16600" y="10778"/>
                </a:cubicBezTo>
                <a:cubicBezTo>
                  <a:pt x="16741" y="11216"/>
                  <a:pt x="16741" y="11216"/>
                  <a:pt x="16741" y="11216"/>
                </a:cubicBezTo>
                <a:lnTo>
                  <a:pt x="16924" y="11078"/>
                </a:lnTo>
                <a:close/>
                <a:moveTo>
                  <a:pt x="17145" y="20440"/>
                </a:moveTo>
                <a:lnTo>
                  <a:pt x="17145" y="20440"/>
                </a:lnTo>
                <a:cubicBezTo>
                  <a:pt x="17617" y="20503"/>
                  <a:pt x="17617" y="20503"/>
                  <a:pt x="17617" y="20503"/>
                </a:cubicBezTo>
                <a:cubicBezTo>
                  <a:pt x="17978" y="20503"/>
                  <a:pt x="17978" y="20503"/>
                  <a:pt x="17978" y="20503"/>
                </a:cubicBezTo>
                <a:cubicBezTo>
                  <a:pt x="18162" y="21180"/>
                  <a:pt x="18162" y="21180"/>
                  <a:pt x="18162" y="21180"/>
                </a:cubicBezTo>
                <a:cubicBezTo>
                  <a:pt x="18413" y="21480"/>
                  <a:pt x="18413" y="21480"/>
                  <a:pt x="18413" y="21480"/>
                </a:cubicBezTo>
                <a:cubicBezTo>
                  <a:pt x="18885" y="21480"/>
                  <a:pt x="18885" y="21480"/>
                  <a:pt x="18885" y="21480"/>
                </a:cubicBezTo>
                <a:cubicBezTo>
                  <a:pt x="19320" y="21405"/>
                  <a:pt x="19320" y="21405"/>
                  <a:pt x="19320" y="21405"/>
                </a:cubicBezTo>
                <a:cubicBezTo>
                  <a:pt x="19614" y="21104"/>
                  <a:pt x="19614" y="21104"/>
                  <a:pt x="19614" y="21104"/>
                </a:cubicBezTo>
                <a:cubicBezTo>
                  <a:pt x="19938" y="20879"/>
                  <a:pt x="19938" y="20879"/>
                  <a:pt x="19938" y="20879"/>
                </a:cubicBezTo>
                <a:cubicBezTo>
                  <a:pt x="20226" y="20578"/>
                  <a:pt x="20226" y="20578"/>
                  <a:pt x="20226" y="20578"/>
                </a:cubicBezTo>
                <a:cubicBezTo>
                  <a:pt x="20410" y="20365"/>
                  <a:pt x="20410" y="20365"/>
                  <a:pt x="20410" y="20365"/>
                </a:cubicBezTo>
                <a:cubicBezTo>
                  <a:pt x="20557" y="20578"/>
                  <a:pt x="20557" y="20578"/>
                  <a:pt x="20557" y="20578"/>
                </a:cubicBezTo>
                <a:cubicBezTo>
                  <a:pt x="20735" y="20503"/>
                  <a:pt x="20735" y="20503"/>
                  <a:pt x="20735" y="20503"/>
                </a:cubicBezTo>
                <a:cubicBezTo>
                  <a:pt x="21243" y="21029"/>
                  <a:pt x="21243" y="21029"/>
                  <a:pt x="21243" y="21029"/>
                </a:cubicBezTo>
                <a:cubicBezTo>
                  <a:pt x="21574" y="21029"/>
                  <a:pt x="21574" y="21029"/>
                  <a:pt x="21574" y="21029"/>
                </a:cubicBezTo>
                <a:cubicBezTo>
                  <a:pt x="21862" y="20954"/>
                  <a:pt x="21862" y="20954"/>
                  <a:pt x="21862" y="20954"/>
                </a:cubicBezTo>
                <a:cubicBezTo>
                  <a:pt x="21972" y="20503"/>
                  <a:pt x="21972" y="20503"/>
                  <a:pt x="21972" y="20503"/>
                </a:cubicBezTo>
                <a:cubicBezTo>
                  <a:pt x="21751" y="20139"/>
                  <a:pt x="21751" y="20139"/>
                  <a:pt x="21751" y="20139"/>
                </a:cubicBezTo>
                <a:cubicBezTo>
                  <a:pt x="21935" y="20064"/>
                  <a:pt x="21935" y="20064"/>
                  <a:pt x="21935" y="20064"/>
                </a:cubicBezTo>
                <a:cubicBezTo>
                  <a:pt x="22229" y="19989"/>
                  <a:pt x="22229" y="19989"/>
                  <a:pt x="22229" y="19989"/>
                </a:cubicBezTo>
                <a:cubicBezTo>
                  <a:pt x="22297" y="19688"/>
                  <a:pt x="22297" y="19688"/>
                  <a:pt x="22297" y="19688"/>
                </a:cubicBezTo>
                <a:cubicBezTo>
                  <a:pt x="22009" y="19325"/>
                  <a:pt x="22009" y="19325"/>
                  <a:pt x="22009" y="19325"/>
                </a:cubicBezTo>
                <a:cubicBezTo>
                  <a:pt x="21427" y="18874"/>
                  <a:pt x="21427" y="18874"/>
                  <a:pt x="21427" y="18874"/>
                </a:cubicBezTo>
                <a:cubicBezTo>
                  <a:pt x="21139" y="18285"/>
                  <a:pt x="21139" y="18285"/>
                  <a:pt x="21139" y="18285"/>
                </a:cubicBezTo>
                <a:cubicBezTo>
                  <a:pt x="21206" y="17683"/>
                  <a:pt x="21206" y="17683"/>
                  <a:pt x="21206" y="17683"/>
                </a:cubicBezTo>
                <a:cubicBezTo>
                  <a:pt x="20918" y="17320"/>
                  <a:pt x="20918" y="17320"/>
                  <a:pt x="20918" y="17320"/>
                </a:cubicBezTo>
                <a:cubicBezTo>
                  <a:pt x="20882" y="16492"/>
                  <a:pt x="20882" y="16492"/>
                  <a:pt x="20882" y="16492"/>
                </a:cubicBezTo>
                <a:cubicBezTo>
                  <a:pt x="20667" y="15903"/>
                  <a:pt x="20667" y="15903"/>
                  <a:pt x="20667" y="15903"/>
                </a:cubicBezTo>
                <a:cubicBezTo>
                  <a:pt x="20300" y="15603"/>
                  <a:pt x="20300" y="15603"/>
                  <a:pt x="20300" y="15603"/>
                </a:cubicBezTo>
                <a:cubicBezTo>
                  <a:pt x="19975" y="15603"/>
                  <a:pt x="19975" y="15603"/>
                  <a:pt x="19975" y="15603"/>
                </a:cubicBezTo>
                <a:cubicBezTo>
                  <a:pt x="19975" y="16204"/>
                  <a:pt x="19975" y="16204"/>
                  <a:pt x="19975" y="16204"/>
                </a:cubicBezTo>
                <a:cubicBezTo>
                  <a:pt x="20012" y="16643"/>
                  <a:pt x="20012" y="16643"/>
                  <a:pt x="20012" y="16643"/>
                </a:cubicBezTo>
                <a:cubicBezTo>
                  <a:pt x="20196" y="17244"/>
                  <a:pt x="20196" y="17244"/>
                  <a:pt x="20196" y="17244"/>
                </a:cubicBezTo>
                <a:cubicBezTo>
                  <a:pt x="20085" y="17457"/>
                  <a:pt x="20085" y="17457"/>
                  <a:pt x="20085" y="17457"/>
                </a:cubicBezTo>
                <a:cubicBezTo>
                  <a:pt x="19938" y="17457"/>
                  <a:pt x="19938" y="17457"/>
                  <a:pt x="19938" y="17457"/>
                </a:cubicBezTo>
                <a:cubicBezTo>
                  <a:pt x="19791" y="17169"/>
                  <a:pt x="19791" y="17169"/>
                  <a:pt x="19791" y="17169"/>
                </a:cubicBezTo>
                <a:cubicBezTo>
                  <a:pt x="19754" y="16793"/>
                  <a:pt x="19754" y="16793"/>
                  <a:pt x="19754" y="16793"/>
                </a:cubicBezTo>
                <a:cubicBezTo>
                  <a:pt x="19681" y="16417"/>
                  <a:pt x="19681" y="16417"/>
                  <a:pt x="19681" y="16417"/>
                </a:cubicBezTo>
                <a:cubicBezTo>
                  <a:pt x="19430" y="15828"/>
                  <a:pt x="19430" y="15828"/>
                  <a:pt x="19430" y="15828"/>
                </a:cubicBezTo>
                <a:cubicBezTo>
                  <a:pt x="19142" y="15828"/>
                  <a:pt x="19142" y="15828"/>
                  <a:pt x="19142" y="15828"/>
                </a:cubicBezTo>
                <a:cubicBezTo>
                  <a:pt x="19209" y="16204"/>
                  <a:pt x="19209" y="16204"/>
                  <a:pt x="19209" y="16204"/>
                </a:cubicBezTo>
                <a:cubicBezTo>
                  <a:pt x="19320" y="16492"/>
                  <a:pt x="19320" y="16492"/>
                  <a:pt x="19320" y="16492"/>
                </a:cubicBezTo>
                <a:cubicBezTo>
                  <a:pt x="19032" y="16492"/>
                  <a:pt x="19032" y="16492"/>
                  <a:pt x="19032" y="16492"/>
                </a:cubicBezTo>
                <a:cubicBezTo>
                  <a:pt x="19032" y="16793"/>
                  <a:pt x="19032" y="16793"/>
                  <a:pt x="19032" y="16793"/>
                </a:cubicBezTo>
                <a:cubicBezTo>
                  <a:pt x="18774" y="16868"/>
                  <a:pt x="18774" y="16868"/>
                  <a:pt x="18774" y="16868"/>
                </a:cubicBezTo>
                <a:cubicBezTo>
                  <a:pt x="18811" y="16568"/>
                  <a:pt x="18811" y="16568"/>
                  <a:pt x="18811" y="16568"/>
                </a:cubicBezTo>
                <a:cubicBezTo>
                  <a:pt x="18885" y="16129"/>
                  <a:pt x="18885" y="16129"/>
                  <a:pt x="18885" y="16129"/>
                </a:cubicBezTo>
                <a:cubicBezTo>
                  <a:pt x="18664" y="16129"/>
                  <a:pt x="18664" y="16129"/>
                  <a:pt x="18664" y="16129"/>
                </a:cubicBezTo>
                <a:cubicBezTo>
                  <a:pt x="18413" y="15903"/>
                  <a:pt x="18413" y="15903"/>
                  <a:pt x="18413" y="15903"/>
                </a:cubicBezTo>
                <a:cubicBezTo>
                  <a:pt x="18162" y="15979"/>
                  <a:pt x="18162" y="15979"/>
                  <a:pt x="18162" y="15979"/>
                </a:cubicBezTo>
                <a:cubicBezTo>
                  <a:pt x="18119" y="16342"/>
                  <a:pt x="18119" y="16342"/>
                  <a:pt x="18119" y="16342"/>
                </a:cubicBezTo>
                <a:cubicBezTo>
                  <a:pt x="17905" y="16279"/>
                  <a:pt x="17905" y="16279"/>
                  <a:pt x="17905" y="16279"/>
                </a:cubicBezTo>
                <a:cubicBezTo>
                  <a:pt x="17978" y="16054"/>
                  <a:pt x="17978" y="16054"/>
                  <a:pt x="17978" y="16054"/>
                </a:cubicBezTo>
                <a:cubicBezTo>
                  <a:pt x="17905" y="15527"/>
                  <a:pt x="17905" y="15527"/>
                  <a:pt x="17905" y="15527"/>
                </a:cubicBezTo>
                <a:cubicBezTo>
                  <a:pt x="17758" y="15452"/>
                  <a:pt x="17758" y="15452"/>
                  <a:pt x="17758" y="15452"/>
                </a:cubicBezTo>
                <a:cubicBezTo>
                  <a:pt x="17470" y="15452"/>
                  <a:pt x="17470" y="15452"/>
                  <a:pt x="17470" y="15452"/>
                </a:cubicBezTo>
                <a:cubicBezTo>
                  <a:pt x="17249" y="15828"/>
                  <a:pt x="17249" y="15828"/>
                  <a:pt x="17249" y="15828"/>
                </a:cubicBezTo>
                <a:cubicBezTo>
                  <a:pt x="17035" y="15979"/>
                  <a:pt x="17035" y="15979"/>
                  <a:pt x="17035" y="15979"/>
                </a:cubicBezTo>
                <a:cubicBezTo>
                  <a:pt x="16741" y="16129"/>
                  <a:pt x="16741" y="16129"/>
                  <a:pt x="16741" y="16129"/>
                </a:cubicBezTo>
                <a:cubicBezTo>
                  <a:pt x="16526" y="16417"/>
                  <a:pt x="16526" y="16417"/>
                  <a:pt x="16526" y="16417"/>
                </a:cubicBezTo>
                <a:cubicBezTo>
                  <a:pt x="16563" y="16944"/>
                  <a:pt x="16563" y="16944"/>
                  <a:pt x="16563" y="16944"/>
                </a:cubicBezTo>
                <a:cubicBezTo>
                  <a:pt x="16269" y="17320"/>
                  <a:pt x="16269" y="17320"/>
                  <a:pt x="16269" y="17320"/>
                </a:cubicBezTo>
                <a:cubicBezTo>
                  <a:pt x="16269" y="17608"/>
                  <a:pt x="16269" y="17608"/>
                  <a:pt x="16269" y="17608"/>
                </a:cubicBezTo>
                <a:cubicBezTo>
                  <a:pt x="16490" y="17608"/>
                  <a:pt x="16490" y="17608"/>
                  <a:pt x="16490" y="17608"/>
                </a:cubicBezTo>
                <a:cubicBezTo>
                  <a:pt x="16630" y="17833"/>
                  <a:pt x="16630" y="17833"/>
                  <a:pt x="16630" y="17833"/>
                </a:cubicBezTo>
                <a:cubicBezTo>
                  <a:pt x="16888" y="17683"/>
                  <a:pt x="16888" y="17683"/>
                  <a:pt x="16888" y="17683"/>
                </a:cubicBezTo>
                <a:cubicBezTo>
                  <a:pt x="17212" y="17608"/>
                  <a:pt x="17212" y="17608"/>
                  <a:pt x="17212" y="17608"/>
                </a:cubicBezTo>
                <a:cubicBezTo>
                  <a:pt x="17433" y="17909"/>
                  <a:pt x="17433" y="17909"/>
                  <a:pt x="17433" y="17909"/>
                </a:cubicBezTo>
                <a:cubicBezTo>
                  <a:pt x="17102" y="18134"/>
                  <a:pt x="17102" y="18134"/>
                  <a:pt x="17102" y="18134"/>
                </a:cubicBezTo>
                <a:cubicBezTo>
                  <a:pt x="16814" y="18285"/>
                  <a:pt x="16814" y="18285"/>
                  <a:pt x="16814" y="18285"/>
                </a:cubicBezTo>
                <a:cubicBezTo>
                  <a:pt x="16667" y="18573"/>
                  <a:pt x="16667" y="18573"/>
                  <a:pt x="16667" y="18573"/>
                </a:cubicBezTo>
                <a:cubicBezTo>
                  <a:pt x="17071" y="18874"/>
                  <a:pt x="17071" y="18874"/>
                  <a:pt x="17071" y="18874"/>
                </a:cubicBezTo>
                <a:cubicBezTo>
                  <a:pt x="17433" y="18874"/>
                  <a:pt x="17433" y="18874"/>
                  <a:pt x="17433" y="18874"/>
                </a:cubicBezTo>
                <a:cubicBezTo>
                  <a:pt x="17868" y="18798"/>
                  <a:pt x="17868" y="18798"/>
                  <a:pt x="17868" y="18798"/>
                </a:cubicBezTo>
                <a:cubicBezTo>
                  <a:pt x="18229" y="18798"/>
                  <a:pt x="18229" y="18798"/>
                  <a:pt x="18229" y="18798"/>
                </a:cubicBezTo>
                <a:cubicBezTo>
                  <a:pt x="18229" y="18798"/>
                  <a:pt x="18450" y="19024"/>
                  <a:pt x="18523" y="19024"/>
                </a:cubicBezTo>
                <a:cubicBezTo>
                  <a:pt x="18597" y="19099"/>
                  <a:pt x="18486" y="19400"/>
                  <a:pt x="18486" y="19400"/>
                </a:cubicBezTo>
                <a:cubicBezTo>
                  <a:pt x="17868" y="19400"/>
                  <a:pt x="17868" y="19400"/>
                  <a:pt x="17868" y="19400"/>
                </a:cubicBezTo>
                <a:cubicBezTo>
                  <a:pt x="17323" y="19400"/>
                  <a:pt x="17323" y="19400"/>
                  <a:pt x="17323" y="19400"/>
                </a:cubicBezTo>
                <a:cubicBezTo>
                  <a:pt x="16924" y="19688"/>
                  <a:pt x="16924" y="19688"/>
                  <a:pt x="16924" y="19688"/>
                </a:cubicBezTo>
                <a:lnTo>
                  <a:pt x="17145" y="20440"/>
                </a:lnTo>
                <a:close/>
                <a:moveTo>
                  <a:pt x="20085" y="21844"/>
                </a:moveTo>
                <a:lnTo>
                  <a:pt x="20085" y="21844"/>
                </a:lnTo>
                <a:cubicBezTo>
                  <a:pt x="20373" y="21556"/>
                  <a:pt x="20373" y="21556"/>
                  <a:pt x="20373" y="21556"/>
                </a:cubicBezTo>
                <a:cubicBezTo>
                  <a:pt x="20630" y="21480"/>
                  <a:pt x="20630" y="21480"/>
                  <a:pt x="20630" y="21480"/>
                </a:cubicBezTo>
                <a:cubicBezTo>
                  <a:pt x="20667" y="20954"/>
                  <a:pt x="20667" y="20954"/>
                  <a:pt x="20667" y="20954"/>
                </a:cubicBezTo>
                <a:cubicBezTo>
                  <a:pt x="20196" y="21255"/>
                  <a:pt x="20196" y="21255"/>
                  <a:pt x="20196" y="21255"/>
                </a:cubicBezTo>
                <a:cubicBezTo>
                  <a:pt x="19718" y="21693"/>
                  <a:pt x="19718" y="21693"/>
                  <a:pt x="19718" y="21693"/>
                </a:cubicBezTo>
                <a:lnTo>
                  <a:pt x="20085" y="21844"/>
                </a:lnTo>
                <a:close/>
                <a:moveTo>
                  <a:pt x="15215" y="17984"/>
                </a:moveTo>
                <a:lnTo>
                  <a:pt x="15215" y="17984"/>
                </a:lnTo>
                <a:cubicBezTo>
                  <a:pt x="15583" y="17984"/>
                  <a:pt x="15583" y="17984"/>
                  <a:pt x="15583" y="17984"/>
                </a:cubicBezTo>
                <a:cubicBezTo>
                  <a:pt x="15797" y="17608"/>
                  <a:pt x="15797" y="17608"/>
                  <a:pt x="15797" y="17608"/>
                </a:cubicBezTo>
                <a:cubicBezTo>
                  <a:pt x="15871" y="16944"/>
                  <a:pt x="15871" y="16944"/>
                  <a:pt x="15871" y="16944"/>
                </a:cubicBezTo>
                <a:cubicBezTo>
                  <a:pt x="15871" y="16944"/>
                  <a:pt x="16196" y="16643"/>
                  <a:pt x="16196" y="16492"/>
                </a:cubicBezTo>
                <a:cubicBezTo>
                  <a:pt x="16232" y="16342"/>
                  <a:pt x="16453" y="16054"/>
                  <a:pt x="16453" y="16054"/>
                </a:cubicBezTo>
                <a:cubicBezTo>
                  <a:pt x="17071" y="15527"/>
                  <a:pt x="17071" y="15527"/>
                  <a:pt x="17071" y="15527"/>
                </a:cubicBezTo>
                <a:cubicBezTo>
                  <a:pt x="17470" y="15302"/>
                  <a:pt x="17470" y="15302"/>
                  <a:pt x="17470" y="15302"/>
                </a:cubicBezTo>
                <a:cubicBezTo>
                  <a:pt x="17433" y="14863"/>
                  <a:pt x="17433" y="14863"/>
                  <a:pt x="17433" y="14863"/>
                </a:cubicBezTo>
                <a:cubicBezTo>
                  <a:pt x="16924" y="14262"/>
                  <a:pt x="16924" y="14262"/>
                  <a:pt x="16924" y="14262"/>
                </a:cubicBezTo>
                <a:cubicBezTo>
                  <a:pt x="16667" y="14186"/>
                  <a:pt x="16667" y="14186"/>
                  <a:pt x="16667" y="14186"/>
                </a:cubicBezTo>
                <a:cubicBezTo>
                  <a:pt x="16306" y="14487"/>
                  <a:pt x="16306" y="14487"/>
                  <a:pt x="16306" y="14487"/>
                </a:cubicBezTo>
                <a:cubicBezTo>
                  <a:pt x="15944" y="14186"/>
                  <a:pt x="15944" y="14186"/>
                  <a:pt x="15944" y="14186"/>
                </a:cubicBezTo>
                <a:cubicBezTo>
                  <a:pt x="15546" y="13898"/>
                  <a:pt x="15546" y="13898"/>
                  <a:pt x="15546" y="13898"/>
                </a:cubicBezTo>
                <a:cubicBezTo>
                  <a:pt x="15068" y="13898"/>
                  <a:pt x="15068" y="13898"/>
                  <a:pt x="15068" y="13898"/>
                </a:cubicBezTo>
                <a:cubicBezTo>
                  <a:pt x="14456" y="13973"/>
                  <a:pt x="14456" y="13973"/>
                  <a:pt x="14456" y="13973"/>
                </a:cubicBezTo>
                <a:cubicBezTo>
                  <a:pt x="14456" y="14337"/>
                  <a:pt x="14456" y="14337"/>
                  <a:pt x="14456" y="14337"/>
                </a:cubicBezTo>
                <a:cubicBezTo>
                  <a:pt x="14566" y="14938"/>
                  <a:pt x="14566" y="14938"/>
                  <a:pt x="14566" y="14938"/>
                </a:cubicBezTo>
                <a:cubicBezTo>
                  <a:pt x="14456" y="15903"/>
                  <a:pt x="14456" y="15903"/>
                  <a:pt x="14456" y="15903"/>
                </a:cubicBezTo>
                <a:cubicBezTo>
                  <a:pt x="13947" y="17169"/>
                  <a:pt x="13947" y="17169"/>
                  <a:pt x="13947" y="17169"/>
                </a:cubicBezTo>
                <a:cubicBezTo>
                  <a:pt x="14566" y="17533"/>
                  <a:pt x="14566" y="17533"/>
                  <a:pt x="14566" y="17533"/>
                </a:cubicBezTo>
                <a:cubicBezTo>
                  <a:pt x="14891" y="18498"/>
                  <a:pt x="14891" y="18498"/>
                  <a:pt x="14891" y="18498"/>
                </a:cubicBezTo>
                <a:lnTo>
                  <a:pt x="15215" y="17984"/>
                </a:lnTo>
                <a:close/>
                <a:moveTo>
                  <a:pt x="655" y="30905"/>
                </a:moveTo>
                <a:lnTo>
                  <a:pt x="655" y="30905"/>
                </a:lnTo>
                <a:cubicBezTo>
                  <a:pt x="545" y="30391"/>
                  <a:pt x="545" y="30391"/>
                  <a:pt x="545" y="30391"/>
                </a:cubicBezTo>
                <a:cubicBezTo>
                  <a:pt x="251" y="30391"/>
                  <a:pt x="251" y="30391"/>
                  <a:pt x="251" y="30391"/>
                </a:cubicBezTo>
                <a:cubicBezTo>
                  <a:pt x="147" y="30617"/>
                  <a:pt x="147" y="30617"/>
                  <a:pt x="147" y="30617"/>
                </a:cubicBezTo>
                <a:cubicBezTo>
                  <a:pt x="183" y="31055"/>
                  <a:pt x="183" y="31055"/>
                  <a:pt x="183" y="31055"/>
                </a:cubicBezTo>
                <a:cubicBezTo>
                  <a:pt x="508" y="31055"/>
                  <a:pt x="508" y="31055"/>
                  <a:pt x="508" y="31055"/>
                </a:cubicBezTo>
                <a:lnTo>
                  <a:pt x="655" y="30905"/>
                </a:lnTo>
                <a:close/>
                <a:moveTo>
                  <a:pt x="6499" y="30166"/>
                </a:moveTo>
                <a:lnTo>
                  <a:pt x="6499" y="30166"/>
                </a:lnTo>
                <a:cubicBezTo>
                  <a:pt x="6499" y="30166"/>
                  <a:pt x="6425" y="30015"/>
                  <a:pt x="6425" y="29877"/>
                </a:cubicBezTo>
                <a:cubicBezTo>
                  <a:pt x="6425" y="29727"/>
                  <a:pt x="6609" y="29727"/>
                  <a:pt x="6609" y="29727"/>
                </a:cubicBezTo>
                <a:cubicBezTo>
                  <a:pt x="7044" y="29802"/>
                  <a:pt x="7044" y="29802"/>
                  <a:pt x="7044" y="29802"/>
                </a:cubicBezTo>
                <a:cubicBezTo>
                  <a:pt x="7411" y="30316"/>
                  <a:pt x="7411" y="30316"/>
                  <a:pt x="7411" y="30316"/>
                </a:cubicBezTo>
                <a:cubicBezTo>
                  <a:pt x="7810" y="30767"/>
                  <a:pt x="7810" y="30767"/>
                  <a:pt x="7810" y="30767"/>
                </a:cubicBezTo>
                <a:cubicBezTo>
                  <a:pt x="8245" y="30993"/>
                  <a:pt x="8245" y="30993"/>
                  <a:pt x="8245" y="30993"/>
                </a:cubicBezTo>
                <a:cubicBezTo>
                  <a:pt x="8606" y="30767"/>
                  <a:pt x="8606" y="30767"/>
                  <a:pt x="8606" y="30767"/>
                </a:cubicBezTo>
                <a:cubicBezTo>
                  <a:pt x="8900" y="31055"/>
                  <a:pt x="8900" y="31055"/>
                  <a:pt x="8900" y="31055"/>
                </a:cubicBezTo>
                <a:cubicBezTo>
                  <a:pt x="9151" y="31055"/>
                  <a:pt x="9151" y="31055"/>
                  <a:pt x="9151" y="31055"/>
                </a:cubicBezTo>
                <a:cubicBezTo>
                  <a:pt x="9445" y="31507"/>
                  <a:pt x="9445" y="31507"/>
                  <a:pt x="9445" y="31507"/>
                </a:cubicBezTo>
                <a:cubicBezTo>
                  <a:pt x="9880" y="31958"/>
                  <a:pt x="9880" y="31958"/>
                  <a:pt x="9880" y="31958"/>
                </a:cubicBezTo>
                <a:cubicBezTo>
                  <a:pt x="10094" y="32396"/>
                  <a:pt x="10094" y="32396"/>
                  <a:pt x="10094" y="32396"/>
                </a:cubicBezTo>
                <a:cubicBezTo>
                  <a:pt x="10094" y="32396"/>
                  <a:pt x="10388" y="32622"/>
                  <a:pt x="10462" y="32622"/>
                </a:cubicBezTo>
                <a:cubicBezTo>
                  <a:pt x="10529" y="32622"/>
                  <a:pt x="10603" y="32472"/>
                  <a:pt x="10603" y="32472"/>
                </a:cubicBezTo>
                <a:cubicBezTo>
                  <a:pt x="10897" y="32772"/>
                  <a:pt x="10897" y="32772"/>
                  <a:pt x="10897" y="32772"/>
                </a:cubicBezTo>
                <a:cubicBezTo>
                  <a:pt x="11038" y="33286"/>
                  <a:pt x="11038" y="33286"/>
                  <a:pt x="11038" y="33286"/>
                </a:cubicBezTo>
                <a:cubicBezTo>
                  <a:pt x="11479" y="33512"/>
                  <a:pt x="11479" y="33512"/>
                  <a:pt x="11479" y="33512"/>
                </a:cubicBezTo>
                <a:cubicBezTo>
                  <a:pt x="11405" y="33963"/>
                  <a:pt x="11405" y="33963"/>
                  <a:pt x="11405" y="33963"/>
                </a:cubicBezTo>
                <a:cubicBezTo>
                  <a:pt x="11767" y="34251"/>
                  <a:pt x="11767" y="34251"/>
                  <a:pt x="11767" y="34251"/>
                </a:cubicBezTo>
                <a:cubicBezTo>
                  <a:pt x="11693" y="34702"/>
                  <a:pt x="11693" y="34702"/>
                  <a:pt x="11693" y="34702"/>
                </a:cubicBezTo>
                <a:cubicBezTo>
                  <a:pt x="11950" y="34928"/>
                  <a:pt x="11950" y="34928"/>
                  <a:pt x="11950" y="34928"/>
                </a:cubicBezTo>
                <a:cubicBezTo>
                  <a:pt x="12202" y="35003"/>
                  <a:pt x="12202" y="35003"/>
                  <a:pt x="12202" y="35003"/>
                </a:cubicBezTo>
                <a:cubicBezTo>
                  <a:pt x="12202" y="35442"/>
                  <a:pt x="12202" y="35442"/>
                  <a:pt x="12202" y="35442"/>
                </a:cubicBezTo>
                <a:cubicBezTo>
                  <a:pt x="12422" y="36043"/>
                  <a:pt x="12422" y="36043"/>
                  <a:pt x="12422" y="36043"/>
                </a:cubicBezTo>
                <a:cubicBezTo>
                  <a:pt x="12459" y="36632"/>
                  <a:pt x="12459" y="36632"/>
                  <a:pt x="12459" y="36632"/>
                </a:cubicBezTo>
                <a:cubicBezTo>
                  <a:pt x="12563" y="37159"/>
                  <a:pt x="12563" y="37159"/>
                  <a:pt x="12563" y="37159"/>
                </a:cubicBezTo>
                <a:cubicBezTo>
                  <a:pt x="12894" y="37234"/>
                  <a:pt x="12894" y="37234"/>
                  <a:pt x="12894" y="37234"/>
                </a:cubicBezTo>
                <a:cubicBezTo>
                  <a:pt x="12967" y="37973"/>
                  <a:pt x="12967" y="37973"/>
                  <a:pt x="12967" y="37973"/>
                </a:cubicBezTo>
                <a:cubicBezTo>
                  <a:pt x="13292" y="38562"/>
                  <a:pt x="13292" y="38562"/>
                  <a:pt x="13292" y="38562"/>
                </a:cubicBezTo>
                <a:cubicBezTo>
                  <a:pt x="13366" y="39014"/>
                  <a:pt x="13366" y="39014"/>
                  <a:pt x="13366" y="39014"/>
                </a:cubicBezTo>
                <a:cubicBezTo>
                  <a:pt x="13727" y="39377"/>
                  <a:pt x="13727" y="39377"/>
                  <a:pt x="13727" y="39377"/>
                </a:cubicBezTo>
                <a:cubicBezTo>
                  <a:pt x="14052" y="39678"/>
                  <a:pt x="14052" y="39678"/>
                  <a:pt x="14052" y="39678"/>
                </a:cubicBezTo>
                <a:cubicBezTo>
                  <a:pt x="14309" y="39828"/>
                  <a:pt x="14309" y="39828"/>
                  <a:pt x="14309" y="39828"/>
                </a:cubicBezTo>
                <a:cubicBezTo>
                  <a:pt x="14382" y="40204"/>
                  <a:pt x="14382" y="40204"/>
                  <a:pt x="14382" y="40204"/>
                </a:cubicBezTo>
                <a:cubicBezTo>
                  <a:pt x="14744" y="40643"/>
                  <a:pt x="14744" y="40643"/>
                  <a:pt x="14744" y="40643"/>
                </a:cubicBezTo>
                <a:cubicBezTo>
                  <a:pt x="15001" y="41019"/>
                  <a:pt x="15001" y="41019"/>
                  <a:pt x="15001" y="41019"/>
                </a:cubicBezTo>
                <a:cubicBezTo>
                  <a:pt x="15142" y="41909"/>
                  <a:pt x="15142" y="41909"/>
                  <a:pt x="15142" y="41909"/>
                </a:cubicBezTo>
                <a:cubicBezTo>
                  <a:pt x="15142" y="42573"/>
                  <a:pt x="15142" y="42573"/>
                  <a:pt x="15142" y="42573"/>
                </a:cubicBezTo>
                <a:cubicBezTo>
                  <a:pt x="14928" y="42134"/>
                  <a:pt x="14928" y="42134"/>
                  <a:pt x="14928" y="42134"/>
                </a:cubicBezTo>
                <a:cubicBezTo>
                  <a:pt x="14707" y="41608"/>
                  <a:pt x="14707" y="41608"/>
                  <a:pt x="14707" y="41608"/>
                </a:cubicBezTo>
                <a:cubicBezTo>
                  <a:pt x="14670" y="41244"/>
                  <a:pt x="14670" y="41244"/>
                  <a:pt x="14670" y="41244"/>
                </a:cubicBezTo>
                <a:cubicBezTo>
                  <a:pt x="14382" y="40868"/>
                  <a:pt x="14382" y="40868"/>
                  <a:pt x="14382" y="40868"/>
                </a:cubicBezTo>
                <a:cubicBezTo>
                  <a:pt x="14199" y="40718"/>
                  <a:pt x="14199" y="40718"/>
                  <a:pt x="14199" y="40718"/>
                </a:cubicBezTo>
                <a:cubicBezTo>
                  <a:pt x="14162" y="40129"/>
                  <a:pt x="14162" y="40129"/>
                  <a:pt x="14162" y="40129"/>
                </a:cubicBezTo>
                <a:cubicBezTo>
                  <a:pt x="13911" y="40129"/>
                  <a:pt x="13911" y="40129"/>
                  <a:pt x="13911" y="40129"/>
                </a:cubicBezTo>
                <a:cubicBezTo>
                  <a:pt x="13727" y="39903"/>
                  <a:pt x="13727" y="39903"/>
                  <a:pt x="13727" y="39903"/>
                </a:cubicBezTo>
                <a:cubicBezTo>
                  <a:pt x="13549" y="39753"/>
                  <a:pt x="13549" y="39753"/>
                  <a:pt x="13549" y="39753"/>
                </a:cubicBezTo>
                <a:cubicBezTo>
                  <a:pt x="13366" y="39603"/>
                  <a:pt x="13366" y="39603"/>
                  <a:pt x="13366" y="39603"/>
                </a:cubicBezTo>
                <a:cubicBezTo>
                  <a:pt x="13182" y="39678"/>
                  <a:pt x="13182" y="39678"/>
                  <a:pt x="13182" y="39678"/>
                </a:cubicBezTo>
                <a:cubicBezTo>
                  <a:pt x="13366" y="40129"/>
                  <a:pt x="13366" y="40129"/>
                  <a:pt x="13366" y="40129"/>
                </a:cubicBezTo>
                <a:cubicBezTo>
                  <a:pt x="13580" y="40417"/>
                  <a:pt x="13580" y="40417"/>
                  <a:pt x="13580" y="40417"/>
                </a:cubicBezTo>
                <a:cubicBezTo>
                  <a:pt x="13800" y="40868"/>
                  <a:pt x="13800" y="40868"/>
                  <a:pt x="13800" y="40868"/>
                </a:cubicBezTo>
                <a:cubicBezTo>
                  <a:pt x="14272" y="41470"/>
                  <a:pt x="14272" y="41470"/>
                  <a:pt x="14272" y="41470"/>
                </a:cubicBezTo>
                <a:cubicBezTo>
                  <a:pt x="14419" y="42134"/>
                  <a:pt x="14419" y="42134"/>
                  <a:pt x="14419" y="42134"/>
                </a:cubicBezTo>
                <a:cubicBezTo>
                  <a:pt x="14597" y="43024"/>
                  <a:pt x="14597" y="43024"/>
                  <a:pt x="14597" y="43024"/>
                </a:cubicBezTo>
                <a:cubicBezTo>
                  <a:pt x="14597" y="43688"/>
                  <a:pt x="14597" y="43688"/>
                  <a:pt x="14597" y="43688"/>
                </a:cubicBezTo>
                <a:cubicBezTo>
                  <a:pt x="14566" y="44653"/>
                  <a:pt x="14566" y="44653"/>
                  <a:pt x="14566" y="44653"/>
                </a:cubicBezTo>
                <a:cubicBezTo>
                  <a:pt x="14566" y="45693"/>
                  <a:pt x="14566" y="45693"/>
                  <a:pt x="14566" y="45693"/>
                </a:cubicBezTo>
                <a:cubicBezTo>
                  <a:pt x="14382" y="45919"/>
                  <a:pt x="14382" y="45919"/>
                  <a:pt x="14382" y="45919"/>
                </a:cubicBezTo>
                <a:cubicBezTo>
                  <a:pt x="14382" y="46596"/>
                  <a:pt x="14382" y="46596"/>
                  <a:pt x="14382" y="46596"/>
                </a:cubicBezTo>
                <a:cubicBezTo>
                  <a:pt x="14597" y="47335"/>
                  <a:pt x="14597" y="47335"/>
                  <a:pt x="14597" y="47335"/>
                </a:cubicBezTo>
                <a:cubicBezTo>
                  <a:pt x="14529" y="48000"/>
                  <a:pt x="14529" y="48000"/>
                  <a:pt x="14529" y="48000"/>
                </a:cubicBezTo>
                <a:cubicBezTo>
                  <a:pt x="14566" y="48526"/>
                  <a:pt x="14566" y="48526"/>
                  <a:pt x="14566" y="48526"/>
                </a:cubicBezTo>
                <a:cubicBezTo>
                  <a:pt x="14707" y="48965"/>
                  <a:pt x="14707" y="48965"/>
                  <a:pt x="14707" y="48965"/>
                </a:cubicBezTo>
                <a:cubicBezTo>
                  <a:pt x="14707" y="49641"/>
                  <a:pt x="14707" y="49641"/>
                  <a:pt x="14707" y="49641"/>
                </a:cubicBezTo>
                <a:cubicBezTo>
                  <a:pt x="14891" y="50230"/>
                  <a:pt x="14891" y="50230"/>
                  <a:pt x="14891" y="50230"/>
                </a:cubicBezTo>
                <a:cubicBezTo>
                  <a:pt x="15142" y="50681"/>
                  <a:pt x="15142" y="50681"/>
                  <a:pt x="15142" y="50681"/>
                </a:cubicBezTo>
                <a:cubicBezTo>
                  <a:pt x="15289" y="51646"/>
                  <a:pt x="15289" y="51646"/>
                  <a:pt x="15289" y="51646"/>
                </a:cubicBezTo>
                <a:cubicBezTo>
                  <a:pt x="15546" y="52085"/>
                  <a:pt x="15546" y="52085"/>
                  <a:pt x="15546" y="52085"/>
                </a:cubicBezTo>
                <a:cubicBezTo>
                  <a:pt x="15583" y="52536"/>
                  <a:pt x="15583" y="52536"/>
                  <a:pt x="15583" y="52536"/>
                </a:cubicBezTo>
                <a:cubicBezTo>
                  <a:pt x="15797" y="53125"/>
                  <a:pt x="15797" y="53125"/>
                  <a:pt x="15797" y="53125"/>
                </a:cubicBezTo>
                <a:cubicBezTo>
                  <a:pt x="16128" y="53125"/>
                  <a:pt x="16128" y="53125"/>
                  <a:pt x="16128" y="53125"/>
                </a:cubicBezTo>
                <a:cubicBezTo>
                  <a:pt x="16343" y="53501"/>
                  <a:pt x="16343" y="53501"/>
                  <a:pt x="16343" y="53501"/>
                </a:cubicBezTo>
                <a:cubicBezTo>
                  <a:pt x="16667" y="53877"/>
                  <a:pt x="16667" y="53877"/>
                  <a:pt x="16667" y="53877"/>
                </a:cubicBezTo>
                <a:cubicBezTo>
                  <a:pt x="16924" y="54391"/>
                  <a:pt x="16924" y="54391"/>
                  <a:pt x="16924" y="54391"/>
                </a:cubicBezTo>
                <a:cubicBezTo>
                  <a:pt x="16998" y="54980"/>
                  <a:pt x="16998" y="54980"/>
                  <a:pt x="16998" y="54980"/>
                </a:cubicBezTo>
                <a:cubicBezTo>
                  <a:pt x="17145" y="55582"/>
                  <a:pt x="17145" y="55582"/>
                  <a:pt x="17145" y="55582"/>
                </a:cubicBezTo>
                <a:cubicBezTo>
                  <a:pt x="17286" y="56547"/>
                  <a:pt x="17286" y="56547"/>
                  <a:pt x="17286" y="56547"/>
                </a:cubicBezTo>
                <a:cubicBezTo>
                  <a:pt x="17506" y="56998"/>
                  <a:pt x="17506" y="56998"/>
                  <a:pt x="17506" y="56998"/>
                </a:cubicBezTo>
                <a:cubicBezTo>
                  <a:pt x="17758" y="57512"/>
                  <a:pt x="17758" y="57512"/>
                  <a:pt x="17758" y="57512"/>
                </a:cubicBezTo>
                <a:cubicBezTo>
                  <a:pt x="17831" y="57888"/>
                  <a:pt x="17831" y="57888"/>
                  <a:pt x="17831" y="57888"/>
                </a:cubicBezTo>
                <a:cubicBezTo>
                  <a:pt x="17617" y="58176"/>
                  <a:pt x="17617" y="58176"/>
                  <a:pt x="17617" y="58176"/>
                </a:cubicBezTo>
                <a:cubicBezTo>
                  <a:pt x="17758" y="58552"/>
                  <a:pt x="17758" y="58552"/>
                  <a:pt x="17758" y="58552"/>
                </a:cubicBezTo>
                <a:cubicBezTo>
                  <a:pt x="18015" y="59003"/>
                  <a:pt x="18015" y="59003"/>
                  <a:pt x="18015" y="59003"/>
                </a:cubicBezTo>
                <a:cubicBezTo>
                  <a:pt x="18339" y="59367"/>
                  <a:pt x="18339" y="59367"/>
                  <a:pt x="18339" y="59367"/>
                </a:cubicBezTo>
                <a:cubicBezTo>
                  <a:pt x="18560" y="59893"/>
                  <a:pt x="18560" y="59893"/>
                  <a:pt x="18560" y="59893"/>
                </a:cubicBezTo>
                <a:cubicBezTo>
                  <a:pt x="18523" y="60269"/>
                  <a:pt x="18523" y="60269"/>
                  <a:pt x="18523" y="60269"/>
                </a:cubicBezTo>
                <a:cubicBezTo>
                  <a:pt x="18560" y="60557"/>
                  <a:pt x="18560" y="60557"/>
                  <a:pt x="18560" y="60557"/>
                </a:cubicBezTo>
                <a:cubicBezTo>
                  <a:pt x="18848" y="60783"/>
                  <a:pt x="18848" y="60783"/>
                  <a:pt x="18848" y="60783"/>
                </a:cubicBezTo>
                <a:cubicBezTo>
                  <a:pt x="19068" y="61234"/>
                  <a:pt x="19068" y="61234"/>
                  <a:pt x="19068" y="61234"/>
                </a:cubicBezTo>
                <a:cubicBezTo>
                  <a:pt x="19246" y="61597"/>
                  <a:pt x="19246" y="61597"/>
                  <a:pt x="19246" y="61597"/>
                </a:cubicBezTo>
                <a:cubicBezTo>
                  <a:pt x="19283" y="62049"/>
                  <a:pt x="19283" y="62049"/>
                  <a:pt x="19283" y="62049"/>
                </a:cubicBezTo>
                <a:cubicBezTo>
                  <a:pt x="19430" y="61898"/>
                  <a:pt x="19430" y="61898"/>
                  <a:pt x="19430" y="61898"/>
                </a:cubicBezTo>
                <a:cubicBezTo>
                  <a:pt x="19467" y="61372"/>
                  <a:pt x="19467" y="61372"/>
                  <a:pt x="19467" y="61372"/>
                </a:cubicBezTo>
                <a:cubicBezTo>
                  <a:pt x="19356" y="60858"/>
                  <a:pt x="19356" y="60858"/>
                  <a:pt x="19356" y="60858"/>
                </a:cubicBezTo>
                <a:cubicBezTo>
                  <a:pt x="19105" y="60632"/>
                  <a:pt x="19105" y="60632"/>
                  <a:pt x="19105" y="60632"/>
                </a:cubicBezTo>
                <a:cubicBezTo>
                  <a:pt x="19068" y="60194"/>
                  <a:pt x="19068" y="60194"/>
                  <a:pt x="19068" y="60194"/>
                </a:cubicBezTo>
                <a:cubicBezTo>
                  <a:pt x="18811" y="59818"/>
                  <a:pt x="18811" y="59818"/>
                  <a:pt x="18811" y="59818"/>
                </a:cubicBezTo>
                <a:cubicBezTo>
                  <a:pt x="18701" y="59229"/>
                  <a:pt x="18701" y="59229"/>
                  <a:pt x="18701" y="59229"/>
                </a:cubicBezTo>
                <a:cubicBezTo>
                  <a:pt x="18597" y="58627"/>
                  <a:pt x="18597" y="58627"/>
                  <a:pt x="18597" y="58627"/>
                </a:cubicBezTo>
                <a:cubicBezTo>
                  <a:pt x="18376" y="58176"/>
                  <a:pt x="18376" y="58176"/>
                  <a:pt x="18376" y="58176"/>
                </a:cubicBezTo>
                <a:cubicBezTo>
                  <a:pt x="18303" y="57587"/>
                  <a:pt x="18303" y="57587"/>
                  <a:pt x="18303" y="57587"/>
                </a:cubicBezTo>
                <a:cubicBezTo>
                  <a:pt x="18088" y="57437"/>
                  <a:pt x="18088" y="57437"/>
                  <a:pt x="18088" y="57437"/>
                </a:cubicBezTo>
                <a:cubicBezTo>
                  <a:pt x="17941" y="56697"/>
                  <a:pt x="17941" y="56697"/>
                  <a:pt x="17941" y="56697"/>
                </a:cubicBezTo>
                <a:cubicBezTo>
                  <a:pt x="17684" y="56096"/>
                  <a:pt x="17684" y="56096"/>
                  <a:pt x="17684" y="56096"/>
                </a:cubicBezTo>
                <a:cubicBezTo>
                  <a:pt x="17647" y="55356"/>
                  <a:pt x="17647" y="55356"/>
                  <a:pt x="17647" y="55356"/>
                </a:cubicBezTo>
                <a:cubicBezTo>
                  <a:pt x="17868" y="55281"/>
                  <a:pt x="17868" y="55281"/>
                  <a:pt x="17868" y="55281"/>
                </a:cubicBezTo>
                <a:cubicBezTo>
                  <a:pt x="18162" y="55507"/>
                  <a:pt x="18162" y="55507"/>
                  <a:pt x="18162" y="55507"/>
                </a:cubicBezTo>
                <a:cubicBezTo>
                  <a:pt x="18339" y="55958"/>
                  <a:pt x="18339" y="55958"/>
                  <a:pt x="18339" y="55958"/>
                </a:cubicBezTo>
                <a:cubicBezTo>
                  <a:pt x="18339" y="56622"/>
                  <a:pt x="18339" y="56622"/>
                  <a:pt x="18339" y="56622"/>
                </a:cubicBezTo>
                <a:cubicBezTo>
                  <a:pt x="18664" y="57512"/>
                  <a:pt x="18664" y="57512"/>
                  <a:pt x="18664" y="57512"/>
                </a:cubicBezTo>
                <a:cubicBezTo>
                  <a:pt x="18995" y="58251"/>
                  <a:pt x="18995" y="58251"/>
                  <a:pt x="18995" y="58251"/>
                </a:cubicBezTo>
                <a:cubicBezTo>
                  <a:pt x="19283" y="58778"/>
                  <a:pt x="19283" y="58778"/>
                  <a:pt x="19283" y="58778"/>
                </a:cubicBezTo>
                <a:cubicBezTo>
                  <a:pt x="19503" y="59291"/>
                  <a:pt x="19503" y="59291"/>
                  <a:pt x="19503" y="59291"/>
                </a:cubicBezTo>
                <a:cubicBezTo>
                  <a:pt x="19540" y="59818"/>
                  <a:pt x="19540" y="59818"/>
                  <a:pt x="19540" y="59818"/>
                </a:cubicBezTo>
                <a:cubicBezTo>
                  <a:pt x="19865" y="60194"/>
                  <a:pt x="19865" y="60194"/>
                  <a:pt x="19865" y="60194"/>
                </a:cubicBezTo>
                <a:cubicBezTo>
                  <a:pt x="20085" y="60708"/>
                  <a:pt x="20085" y="60708"/>
                  <a:pt x="20085" y="60708"/>
                </a:cubicBezTo>
                <a:cubicBezTo>
                  <a:pt x="20263" y="61309"/>
                  <a:pt x="20263" y="61309"/>
                  <a:pt x="20263" y="61309"/>
                </a:cubicBezTo>
                <a:cubicBezTo>
                  <a:pt x="20630" y="62124"/>
                  <a:pt x="20630" y="62124"/>
                  <a:pt x="20630" y="62124"/>
                </a:cubicBezTo>
                <a:cubicBezTo>
                  <a:pt x="20771" y="62788"/>
                  <a:pt x="20771" y="62788"/>
                  <a:pt x="20771" y="62788"/>
                </a:cubicBezTo>
                <a:cubicBezTo>
                  <a:pt x="20955" y="63089"/>
                  <a:pt x="20955" y="63089"/>
                  <a:pt x="20955" y="63089"/>
                </a:cubicBezTo>
                <a:cubicBezTo>
                  <a:pt x="20771" y="63314"/>
                  <a:pt x="20771" y="63314"/>
                  <a:pt x="20771" y="63314"/>
                </a:cubicBezTo>
                <a:cubicBezTo>
                  <a:pt x="20735" y="63753"/>
                  <a:pt x="20735" y="63753"/>
                  <a:pt x="20735" y="63753"/>
                </a:cubicBezTo>
                <a:cubicBezTo>
                  <a:pt x="21139" y="64430"/>
                  <a:pt x="21139" y="64430"/>
                  <a:pt x="21139" y="64430"/>
                </a:cubicBezTo>
                <a:cubicBezTo>
                  <a:pt x="21464" y="64944"/>
                  <a:pt x="21464" y="64944"/>
                  <a:pt x="21464" y="64944"/>
                </a:cubicBezTo>
                <a:cubicBezTo>
                  <a:pt x="21862" y="65169"/>
                  <a:pt x="21862" y="65169"/>
                  <a:pt x="21862" y="65169"/>
                </a:cubicBezTo>
                <a:cubicBezTo>
                  <a:pt x="22297" y="65683"/>
                  <a:pt x="22297" y="65683"/>
                  <a:pt x="22297" y="65683"/>
                </a:cubicBezTo>
                <a:cubicBezTo>
                  <a:pt x="22768" y="66134"/>
                  <a:pt x="22768" y="66134"/>
                  <a:pt x="22768" y="66134"/>
                </a:cubicBezTo>
                <a:cubicBezTo>
                  <a:pt x="23313" y="66648"/>
                  <a:pt x="23313" y="66648"/>
                  <a:pt x="23313" y="66648"/>
                </a:cubicBezTo>
                <a:cubicBezTo>
                  <a:pt x="23754" y="66949"/>
                  <a:pt x="23754" y="66949"/>
                  <a:pt x="23754" y="66949"/>
                </a:cubicBezTo>
                <a:cubicBezTo>
                  <a:pt x="24042" y="66874"/>
                  <a:pt x="24042" y="66874"/>
                  <a:pt x="24042" y="66874"/>
                </a:cubicBezTo>
                <a:cubicBezTo>
                  <a:pt x="24116" y="66573"/>
                  <a:pt x="24116" y="66573"/>
                  <a:pt x="24116" y="66573"/>
                </a:cubicBezTo>
                <a:cubicBezTo>
                  <a:pt x="24441" y="66510"/>
                  <a:pt x="24441" y="66510"/>
                  <a:pt x="24441" y="66510"/>
                </a:cubicBezTo>
                <a:cubicBezTo>
                  <a:pt x="24771" y="66874"/>
                  <a:pt x="24771" y="66874"/>
                  <a:pt x="24771" y="66874"/>
                </a:cubicBezTo>
                <a:cubicBezTo>
                  <a:pt x="25169" y="67475"/>
                  <a:pt x="25169" y="67475"/>
                  <a:pt x="25169" y="67475"/>
                </a:cubicBezTo>
                <a:cubicBezTo>
                  <a:pt x="25384" y="67989"/>
                  <a:pt x="25384" y="67989"/>
                  <a:pt x="25384" y="67989"/>
                </a:cubicBezTo>
                <a:cubicBezTo>
                  <a:pt x="25678" y="67989"/>
                  <a:pt x="25678" y="67989"/>
                  <a:pt x="25678" y="67989"/>
                </a:cubicBezTo>
                <a:cubicBezTo>
                  <a:pt x="25819" y="67989"/>
                  <a:pt x="25819" y="67989"/>
                  <a:pt x="25819" y="67989"/>
                </a:cubicBezTo>
                <a:cubicBezTo>
                  <a:pt x="26003" y="68139"/>
                  <a:pt x="26003" y="68139"/>
                  <a:pt x="26003" y="68139"/>
                </a:cubicBezTo>
                <a:cubicBezTo>
                  <a:pt x="26186" y="68653"/>
                  <a:pt x="26186" y="68653"/>
                  <a:pt x="26186" y="68653"/>
                </a:cubicBezTo>
                <a:cubicBezTo>
                  <a:pt x="26584" y="68879"/>
                  <a:pt x="26584" y="68879"/>
                  <a:pt x="26584" y="68879"/>
                </a:cubicBezTo>
                <a:cubicBezTo>
                  <a:pt x="26584" y="68591"/>
                  <a:pt x="26584" y="68591"/>
                  <a:pt x="26584" y="68591"/>
                </a:cubicBezTo>
                <a:cubicBezTo>
                  <a:pt x="26805" y="68804"/>
                  <a:pt x="26805" y="68804"/>
                  <a:pt x="26805" y="68804"/>
                </a:cubicBezTo>
                <a:cubicBezTo>
                  <a:pt x="27019" y="69405"/>
                  <a:pt x="27019" y="69405"/>
                  <a:pt x="27019" y="69405"/>
                </a:cubicBezTo>
                <a:cubicBezTo>
                  <a:pt x="27019" y="69405"/>
                  <a:pt x="27313" y="70069"/>
                  <a:pt x="27381" y="70220"/>
                </a:cubicBezTo>
                <a:cubicBezTo>
                  <a:pt x="27454" y="70295"/>
                  <a:pt x="27350" y="70821"/>
                  <a:pt x="27350" y="70821"/>
                </a:cubicBezTo>
                <a:cubicBezTo>
                  <a:pt x="27491" y="71110"/>
                  <a:pt x="27491" y="71110"/>
                  <a:pt x="27491" y="71110"/>
                </a:cubicBezTo>
                <a:cubicBezTo>
                  <a:pt x="27638" y="70959"/>
                  <a:pt x="27638" y="70959"/>
                  <a:pt x="27638" y="70959"/>
                </a:cubicBezTo>
                <a:cubicBezTo>
                  <a:pt x="27852" y="71185"/>
                  <a:pt x="27852" y="71185"/>
                  <a:pt x="27852" y="71185"/>
                </a:cubicBezTo>
                <a:cubicBezTo>
                  <a:pt x="28147" y="71786"/>
                  <a:pt x="28147" y="71786"/>
                  <a:pt x="28147" y="71786"/>
                </a:cubicBezTo>
                <a:cubicBezTo>
                  <a:pt x="28147" y="71786"/>
                  <a:pt x="28367" y="72150"/>
                  <a:pt x="28471" y="71924"/>
                </a:cubicBezTo>
                <a:cubicBezTo>
                  <a:pt x="28980" y="72526"/>
                  <a:pt x="28980" y="72526"/>
                  <a:pt x="28980" y="72526"/>
                </a:cubicBezTo>
                <a:cubicBezTo>
                  <a:pt x="29274" y="72751"/>
                  <a:pt x="29274" y="72751"/>
                  <a:pt x="29274" y="72751"/>
                </a:cubicBezTo>
                <a:cubicBezTo>
                  <a:pt x="29237" y="72150"/>
                  <a:pt x="29237" y="72150"/>
                  <a:pt x="29237" y="72150"/>
                </a:cubicBezTo>
                <a:cubicBezTo>
                  <a:pt x="29384" y="71786"/>
                  <a:pt x="29384" y="71786"/>
                  <a:pt x="29384" y="71786"/>
                </a:cubicBezTo>
                <a:cubicBezTo>
                  <a:pt x="29892" y="71849"/>
                  <a:pt x="29892" y="71849"/>
                  <a:pt x="29892" y="71849"/>
                </a:cubicBezTo>
                <a:cubicBezTo>
                  <a:pt x="29929" y="72225"/>
                  <a:pt x="29929" y="72225"/>
                  <a:pt x="29929" y="72225"/>
                </a:cubicBezTo>
                <a:cubicBezTo>
                  <a:pt x="30070" y="72225"/>
                  <a:pt x="30070" y="72225"/>
                  <a:pt x="30070" y="72225"/>
                </a:cubicBezTo>
                <a:cubicBezTo>
                  <a:pt x="30180" y="71786"/>
                  <a:pt x="30180" y="71786"/>
                  <a:pt x="30180" y="71786"/>
                </a:cubicBezTo>
                <a:cubicBezTo>
                  <a:pt x="29996" y="71335"/>
                  <a:pt x="29996" y="71335"/>
                  <a:pt x="29996" y="71335"/>
                </a:cubicBezTo>
                <a:cubicBezTo>
                  <a:pt x="29488" y="71335"/>
                  <a:pt x="29488" y="71335"/>
                  <a:pt x="29488" y="71335"/>
                </a:cubicBezTo>
                <a:cubicBezTo>
                  <a:pt x="29163" y="71260"/>
                  <a:pt x="29163" y="71260"/>
                  <a:pt x="29163" y="71260"/>
                </a:cubicBezTo>
                <a:cubicBezTo>
                  <a:pt x="28655" y="71185"/>
                  <a:pt x="28655" y="71185"/>
                  <a:pt x="28655" y="71185"/>
                </a:cubicBezTo>
                <a:cubicBezTo>
                  <a:pt x="28434" y="70884"/>
                  <a:pt x="28434" y="70884"/>
                  <a:pt x="28434" y="70884"/>
                </a:cubicBezTo>
                <a:cubicBezTo>
                  <a:pt x="28110" y="70220"/>
                  <a:pt x="28110" y="70220"/>
                  <a:pt x="28110" y="70220"/>
                </a:cubicBezTo>
                <a:cubicBezTo>
                  <a:pt x="28147" y="69706"/>
                  <a:pt x="28147" y="69706"/>
                  <a:pt x="28147" y="69706"/>
                </a:cubicBezTo>
                <a:cubicBezTo>
                  <a:pt x="28147" y="68954"/>
                  <a:pt x="28147" y="68954"/>
                  <a:pt x="28147" y="68954"/>
                </a:cubicBezTo>
                <a:cubicBezTo>
                  <a:pt x="28257" y="68064"/>
                  <a:pt x="28257" y="68064"/>
                  <a:pt x="28257" y="68064"/>
                </a:cubicBezTo>
                <a:cubicBezTo>
                  <a:pt x="28257" y="67475"/>
                  <a:pt x="28257" y="67475"/>
                  <a:pt x="28257" y="67475"/>
                </a:cubicBezTo>
                <a:cubicBezTo>
                  <a:pt x="28073" y="66949"/>
                  <a:pt x="28073" y="66949"/>
                  <a:pt x="28073" y="66949"/>
                </a:cubicBezTo>
                <a:cubicBezTo>
                  <a:pt x="27785" y="66648"/>
                  <a:pt x="27785" y="66648"/>
                  <a:pt x="27785" y="66648"/>
                </a:cubicBezTo>
                <a:cubicBezTo>
                  <a:pt x="27313" y="66723"/>
                  <a:pt x="27313" y="66723"/>
                  <a:pt x="27313" y="66723"/>
                </a:cubicBezTo>
                <a:cubicBezTo>
                  <a:pt x="26983" y="66573"/>
                  <a:pt x="26983" y="66573"/>
                  <a:pt x="26983" y="66573"/>
                </a:cubicBezTo>
                <a:cubicBezTo>
                  <a:pt x="26584" y="66874"/>
                  <a:pt x="26584" y="66874"/>
                  <a:pt x="26584" y="66874"/>
                </a:cubicBezTo>
                <a:cubicBezTo>
                  <a:pt x="26364" y="66573"/>
                  <a:pt x="26364" y="66573"/>
                  <a:pt x="26364" y="66573"/>
                </a:cubicBezTo>
                <a:cubicBezTo>
                  <a:pt x="26584" y="66209"/>
                  <a:pt x="26584" y="66209"/>
                  <a:pt x="26584" y="66209"/>
                </a:cubicBezTo>
                <a:cubicBezTo>
                  <a:pt x="26584" y="65545"/>
                  <a:pt x="26584" y="65545"/>
                  <a:pt x="26584" y="65545"/>
                </a:cubicBezTo>
                <a:cubicBezTo>
                  <a:pt x="26658" y="65169"/>
                  <a:pt x="26658" y="65169"/>
                  <a:pt x="26658" y="65169"/>
                </a:cubicBezTo>
                <a:cubicBezTo>
                  <a:pt x="26805" y="64492"/>
                  <a:pt x="26805" y="64492"/>
                  <a:pt x="26805" y="64492"/>
                </a:cubicBezTo>
                <a:cubicBezTo>
                  <a:pt x="26805" y="63828"/>
                  <a:pt x="26805" y="63828"/>
                  <a:pt x="26805" y="63828"/>
                </a:cubicBezTo>
                <a:cubicBezTo>
                  <a:pt x="27019" y="63527"/>
                  <a:pt x="27019" y="63527"/>
                  <a:pt x="27019" y="63527"/>
                </a:cubicBezTo>
                <a:cubicBezTo>
                  <a:pt x="27056" y="63014"/>
                  <a:pt x="27056" y="63014"/>
                  <a:pt x="27056" y="63014"/>
                </a:cubicBezTo>
                <a:cubicBezTo>
                  <a:pt x="26879" y="62788"/>
                  <a:pt x="26879" y="62788"/>
                  <a:pt x="26879" y="62788"/>
                </a:cubicBezTo>
                <a:cubicBezTo>
                  <a:pt x="26364" y="62863"/>
                  <a:pt x="26364" y="62863"/>
                  <a:pt x="26364" y="62863"/>
                </a:cubicBezTo>
                <a:cubicBezTo>
                  <a:pt x="26039" y="62938"/>
                  <a:pt x="26039" y="62938"/>
                  <a:pt x="26039" y="62938"/>
                </a:cubicBezTo>
                <a:cubicBezTo>
                  <a:pt x="25892" y="63452"/>
                  <a:pt x="25892" y="63452"/>
                  <a:pt x="25892" y="63452"/>
                </a:cubicBezTo>
                <a:cubicBezTo>
                  <a:pt x="25751" y="64204"/>
                  <a:pt x="25751" y="64204"/>
                  <a:pt x="25751" y="64204"/>
                </a:cubicBezTo>
                <a:cubicBezTo>
                  <a:pt x="25604" y="64868"/>
                  <a:pt x="25604" y="64868"/>
                  <a:pt x="25604" y="64868"/>
                </a:cubicBezTo>
                <a:cubicBezTo>
                  <a:pt x="25316" y="64944"/>
                  <a:pt x="25316" y="64944"/>
                  <a:pt x="25316" y="64944"/>
                </a:cubicBezTo>
                <a:cubicBezTo>
                  <a:pt x="24912" y="65169"/>
                  <a:pt x="24912" y="65169"/>
                  <a:pt x="24912" y="65169"/>
                </a:cubicBezTo>
                <a:cubicBezTo>
                  <a:pt x="24477" y="65244"/>
                  <a:pt x="24477" y="65244"/>
                  <a:pt x="24477" y="65244"/>
                </a:cubicBezTo>
                <a:cubicBezTo>
                  <a:pt x="24300" y="64793"/>
                  <a:pt x="24300" y="64793"/>
                  <a:pt x="24300" y="64793"/>
                </a:cubicBezTo>
                <a:cubicBezTo>
                  <a:pt x="23932" y="64430"/>
                  <a:pt x="23932" y="64430"/>
                  <a:pt x="23932" y="64430"/>
                </a:cubicBezTo>
                <a:cubicBezTo>
                  <a:pt x="23828" y="63828"/>
                  <a:pt x="23828" y="63828"/>
                  <a:pt x="23828" y="63828"/>
                </a:cubicBezTo>
                <a:cubicBezTo>
                  <a:pt x="23571" y="63089"/>
                  <a:pt x="23571" y="63089"/>
                  <a:pt x="23571" y="63089"/>
                </a:cubicBezTo>
                <a:cubicBezTo>
                  <a:pt x="23424" y="61823"/>
                  <a:pt x="23424" y="61823"/>
                  <a:pt x="23424" y="61823"/>
                </a:cubicBezTo>
                <a:cubicBezTo>
                  <a:pt x="23387" y="60858"/>
                  <a:pt x="23387" y="60858"/>
                  <a:pt x="23387" y="60858"/>
                </a:cubicBezTo>
                <a:cubicBezTo>
                  <a:pt x="23571" y="60194"/>
                  <a:pt x="23571" y="60194"/>
                  <a:pt x="23571" y="60194"/>
                </a:cubicBezTo>
                <a:cubicBezTo>
                  <a:pt x="23644" y="59291"/>
                  <a:pt x="23644" y="59291"/>
                  <a:pt x="23644" y="59291"/>
                </a:cubicBezTo>
                <a:cubicBezTo>
                  <a:pt x="23460" y="58477"/>
                  <a:pt x="23460" y="58477"/>
                  <a:pt x="23460" y="58477"/>
                </a:cubicBezTo>
                <a:cubicBezTo>
                  <a:pt x="23785" y="57662"/>
                  <a:pt x="23785" y="57662"/>
                  <a:pt x="23785" y="57662"/>
                </a:cubicBezTo>
                <a:cubicBezTo>
                  <a:pt x="24042" y="57587"/>
                  <a:pt x="24042" y="57587"/>
                  <a:pt x="24042" y="57587"/>
                </a:cubicBezTo>
                <a:cubicBezTo>
                  <a:pt x="24300" y="57211"/>
                  <a:pt x="24300" y="57211"/>
                  <a:pt x="24300" y="57211"/>
                </a:cubicBezTo>
                <a:cubicBezTo>
                  <a:pt x="24588" y="56697"/>
                  <a:pt x="24588" y="56697"/>
                  <a:pt x="24588" y="56697"/>
                </a:cubicBezTo>
                <a:cubicBezTo>
                  <a:pt x="24949" y="56772"/>
                  <a:pt x="24949" y="56772"/>
                  <a:pt x="24949" y="56772"/>
                </a:cubicBezTo>
                <a:cubicBezTo>
                  <a:pt x="25206" y="56998"/>
                  <a:pt x="25206" y="56998"/>
                  <a:pt x="25206" y="56998"/>
                </a:cubicBezTo>
                <a:cubicBezTo>
                  <a:pt x="25421" y="56772"/>
                  <a:pt x="25421" y="56772"/>
                  <a:pt x="25421" y="56772"/>
                </a:cubicBezTo>
                <a:cubicBezTo>
                  <a:pt x="25604" y="57286"/>
                  <a:pt x="25604" y="57286"/>
                  <a:pt x="25604" y="57286"/>
                </a:cubicBezTo>
                <a:cubicBezTo>
                  <a:pt x="25892" y="57286"/>
                  <a:pt x="25892" y="57286"/>
                  <a:pt x="25892" y="57286"/>
                </a:cubicBezTo>
                <a:cubicBezTo>
                  <a:pt x="26150" y="57211"/>
                  <a:pt x="26150" y="57211"/>
                  <a:pt x="26150" y="57211"/>
                </a:cubicBezTo>
                <a:cubicBezTo>
                  <a:pt x="26113" y="56848"/>
                  <a:pt x="26113" y="56848"/>
                  <a:pt x="26113" y="56848"/>
                </a:cubicBezTo>
                <a:cubicBezTo>
                  <a:pt x="26186" y="56321"/>
                  <a:pt x="26186" y="56321"/>
                  <a:pt x="26186" y="56321"/>
                </a:cubicBezTo>
                <a:cubicBezTo>
                  <a:pt x="26584" y="56246"/>
                  <a:pt x="26584" y="56246"/>
                  <a:pt x="26584" y="56246"/>
                </a:cubicBezTo>
                <a:cubicBezTo>
                  <a:pt x="26836" y="56171"/>
                  <a:pt x="26836" y="56171"/>
                  <a:pt x="26836" y="56171"/>
                </a:cubicBezTo>
                <a:cubicBezTo>
                  <a:pt x="27313" y="56321"/>
                  <a:pt x="27313" y="56321"/>
                  <a:pt x="27313" y="56321"/>
                </a:cubicBezTo>
                <a:cubicBezTo>
                  <a:pt x="27528" y="56772"/>
                  <a:pt x="27528" y="56772"/>
                  <a:pt x="27528" y="56772"/>
                </a:cubicBezTo>
                <a:cubicBezTo>
                  <a:pt x="27675" y="56772"/>
                  <a:pt x="27675" y="56772"/>
                  <a:pt x="27675" y="56772"/>
                </a:cubicBezTo>
                <a:cubicBezTo>
                  <a:pt x="27785" y="56472"/>
                  <a:pt x="27785" y="56472"/>
                  <a:pt x="27785" y="56472"/>
                </a:cubicBezTo>
                <a:cubicBezTo>
                  <a:pt x="27926" y="56396"/>
                  <a:pt x="27926" y="56396"/>
                  <a:pt x="27926" y="56396"/>
                </a:cubicBezTo>
                <a:cubicBezTo>
                  <a:pt x="28147" y="56848"/>
                  <a:pt x="28147" y="56848"/>
                  <a:pt x="28147" y="56848"/>
                </a:cubicBezTo>
                <a:cubicBezTo>
                  <a:pt x="28367" y="57361"/>
                  <a:pt x="28367" y="57361"/>
                  <a:pt x="28367" y="57361"/>
                </a:cubicBezTo>
                <a:cubicBezTo>
                  <a:pt x="28367" y="58038"/>
                  <a:pt x="28367" y="58038"/>
                  <a:pt x="28367" y="58038"/>
                </a:cubicBezTo>
                <a:cubicBezTo>
                  <a:pt x="28471" y="58326"/>
                  <a:pt x="28471" y="58326"/>
                  <a:pt x="28471" y="58326"/>
                </a:cubicBezTo>
                <a:cubicBezTo>
                  <a:pt x="28508" y="58778"/>
                  <a:pt x="28508" y="58778"/>
                  <a:pt x="28508" y="58778"/>
                </a:cubicBezTo>
                <a:cubicBezTo>
                  <a:pt x="28692" y="59078"/>
                  <a:pt x="28692" y="59078"/>
                  <a:pt x="28692" y="59078"/>
                </a:cubicBezTo>
                <a:cubicBezTo>
                  <a:pt x="28765" y="59442"/>
                  <a:pt x="28765" y="59442"/>
                  <a:pt x="28765" y="59442"/>
                </a:cubicBezTo>
                <a:cubicBezTo>
                  <a:pt x="28943" y="59667"/>
                  <a:pt x="28943" y="59667"/>
                  <a:pt x="28943" y="59667"/>
                </a:cubicBezTo>
                <a:cubicBezTo>
                  <a:pt x="28980" y="60194"/>
                  <a:pt x="28980" y="60194"/>
                  <a:pt x="28980" y="60194"/>
                </a:cubicBezTo>
                <a:cubicBezTo>
                  <a:pt x="29163" y="60269"/>
                  <a:pt x="29163" y="60269"/>
                  <a:pt x="29163" y="60269"/>
                </a:cubicBezTo>
                <a:cubicBezTo>
                  <a:pt x="29274" y="59968"/>
                  <a:pt x="29274" y="59968"/>
                  <a:pt x="29274" y="59968"/>
                </a:cubicBezTo>
                <a:cubicBezTo>
                  <a:pt x="29347" y="59442"/>
                  <a:pt x="29347" y="59442"/>
                  <a:pt x="29347" y="59442"/>
                </a:cubicBezTo>
                <a:cubicBezTo>
                  <a:pt x="29237" y="58853"/>
                  <a:pt x="29237" y="58853"/>
                  <a:pt x="29237" y="58853"/>
                </a:cubicBezTo>
                <a:cubicBezTo>
                  <a:pt x="29127" y="57888"/>
                  <a:pt x="29127" y="57888"/>
                  <a:pt x="29127" y="57888"/>
                </a:cubicBezTo>
                <a:cubicBezTo>
                  <a:pt x="28912" y="57073"/>
                  <a:pt x="28912" y="57073"/>
                  <a:pt x="28912" y="57073"/>
                </a:cubicBezTo>
                <a:cubicBezTo>
                  <a:pt x="28912" y="56033"/>
                  <a:pt x="28912" y="56033"/>
                  <a:pt x="28912" y="56033"/>
                </a:cubicBezTo>
                <a:cubicBezTo>
                  <a:pt x="28912" y="55883"/>
                  <a:pt x="29016" y="55281"/>
                  <a:pt x="29016" y="55281"/>
                </a:cubicBezTo>
                <a:cubicBezTo>
                  <a:pt x="29237" y="54466"/>
                  <a:pt x="29237" y="54466"/>
                  <a:pt x="29237" y="54466"/>
                </a:cubicBezTo>
                <a:cubicBezTo>
                  <a:pt x="29525" y="54241"/>
                  <a:pt x="29525" y="54241"/>
                  <a:pt x="29525" y="54241"/>
                </a:cubicBezTo>
                <a:cubicBezTo>
                  <a:pt x="29892" y="53577"/>
                  <a:pt x="29892" y="53577"/>
                  <a:pt x="29892" y="53577"/>
                </a:cubicBezTo>
                <a:cubicBezTo>
                  <a:pt x="30217" y="53125"/>
                  <a:pt x="30217" y="53125"/>
                  <a:pt x="30217" y="53125"/>
                </a:cubicBezTo>
                <a:cubicBezTo>
                  <a:pt x="30505" y="52900"/>
                  <a:pt x="30505" y="52900"/>
                  <a:pt x="30505" y="52900"/>
                </a:cubicBezTo>
                <a:cubicBezTo>
                  <a:pt x="30578" y="52461"/>
                  <a:pt x="30578" y="52461"/>
                  <a:pt x="30578" y="52461"/>
                </a:cubicBezTo>
                <a:cubicBezTo>
                  <a:pt x="30836" y="52160"/>
                  <a:pt x="30836" y="52160"/>
                  <a:pt x="30836" y="52160"/>
                </a:cubicBezTo>
                <a:cubicBezTo>
                  <a:pt x="30615" y="51346"/>
                  <a:pt x="30615" y="51346"/>
                  <a:pt x="30615" y="51346"/>
                </a:cubicBezTo>
                <a:cubicBezTo>
                  <a:pt x="30437" y="50970"/>
                  <a:pt x="30437" y="50970"/>
                  <a:pt x="30437" y="50970"/>
                </a:cubicBezTo>
                <a:cubicBezTo>
                  <a:pt x="30505" y="50606"/>
                  <a:pt x="30505" y="50606"/>
                  <a:pt x="30505" y="50606"/>
                </a:cubicBezTo>
                <a:cubicBezTo>
                  <a:pt x="30364" y="50155"/>
                  <a:pt x="30364" y="50155"/>
                  <a:pt x="30364" y="50155"/>
                </a:cubicBezTo>
                <a:cubicBezTo>
                  <a:pt x="30615" y="49930"/>
                  <a:pt x="30615" y="49930"/>
                  <a:pt x="30615" y="49930"/>
                </a:cubicBezTo>
                <a:cubicBezTo>
                  <a:pt x="30836" y="50531"/>
                  <a:pt x="30836" y="50531"/>
                  <a:pt x="30836" y="50531"/>
                </a:cubicBezTo>
                <a:cubicBezTo>
                  <a:pt x="30946" y="49930"/>
                  <a:pt x="30946" y="49930"/>
                  <a:pt x="30946" y="49930"/>
                </a:cubicBezTo>
                <a:cubicBezTo>
                  <a:pt x="31087" y="49416"/>
                  <a:pt x="31087" y="49416"/>
                  <a:pt x="31087" y="49416"/>
                </a:cubicBezTo>
                <a:cubicBezTo>
                  <a:pt x="31271" y="49115"/>
                  <a:pt x="31271" y="49115"/>
                  <a:pt x="31271" y="49115"/>
                </a:cubicBezTo>
                <a:cubicBezTo>
                  <a:pt x="31418" y="48000"/>
                  <a:pt x="31418" y="48000"/>
                  <a:pt x="31418" y="48000"/>
                </a:cubicBezTo>
                <a:cubicBezTo>
                  <a:pt x="31889" y="48000"/>
                  <a:pt x="31889" y="48000"/>
                  <a:pt x="31889" y="48000"/>
                </a:cubicBezTo>
                <a:cubicBezTo>
                  <a:pt x="32177" y="47711"/>
                  <a:pt x="32177" y="47711"/>
                  <a:pt x="32177" y="47711"/>
                </a:cubicBezTo>
                <a:cubicBezTo>
                  <a:pt x="32539" y="47636"/>
                  <a:pt x="32539" y="47636"/>
                  <a:pt x="32539" y="47636"/>
                </a:cubicBezTo>
                <a:cubicBezTo>
                  <a:pt x="32434" y="47185"/>
                  <a:pt x="32434" y="47185"/>
                  <a:pt x="32434" y="47185"/>
                </a:cubicBezTo>
                <a:cubicBezTo>
                  <a:pt x="32434" y="46295"/>
                  <a:pt x="32434" y="46295"/>
                  <a:pt x="32434" y="46295"/>
                </a:cubicBezTo>
                <a:cubicBezTo>
                  <a:pt x="32686" y="45631"/>
                  <a:pt x="32686" y="45631"/>
                  <a:pt x="32686" y="45631"/>
                </a:cubicBezTo>
                <a:cubicBezTo>
                  <a:pt x="32943" y="45631"/>
                  <a:pt x="32943" y="45631"/>
                  <a:pt x="32943" y="45631"/>
                </a:cubicBezTo>
                <a:cubicBezTo>
                  <a:pt x="33047" y="45180"/>
                  <a:pt x="33047" y="45180"/>
                  <a:pt x="33047" y="45180"/>
                </a:cubicBezTo>
                <a:cubicBezTo>
                  <a:pt x="33415" y="45255"/>
                  <a:pt x="33415" y="45255"/>
                  <a:pt x="33415" y="45255"/>
                </a:cubicBezTo>
                <a:cubicBezTo>
                  <a:pt x="33739" y="44804"/>
                  <a:pt x="33739" y="44804"/>
                  <a:pt x="33739" y="44804"/>
                </a:cubicBezTo>
                <a:cubicBezTo>
                  <a:pt x="33960" y="44290"/>
                  <a:pt x="33960" y="44290"/>
                  <a:pt x="33960" y="44290"/>
                </a:cubicBezTo>
                <a:cubicBezTo>
                  <a:pt x="34358" y="44215"/>
                  <a:pt x="34358" y="44215"/>
                  <a:pt x="34358" y="44215"/>
                </a:cubicBezTo>
                <a:cubicBezTo>
                  <a:pt x="34358" y="44215"/>
                  <a:pt x="34719" y="44365"/>
                  <a:pt x="34793" y="44440"/>
                </a:cubicBezTo>
                <a:cubicBezTo>
                  <a:pt x="34866" y="44440"/>
                  <a:pt x="34683" y="44728"/>
                  <a:pt x="34683" y="44728"/>
                </a:cubicBezTo>
                <a:cubicBezTo>
                  <a:pt x="34211" y="44728"/>
                  <a:pt x="34211" y="44728"/>
                  <a:pt x="34211" y="44728"/>
                </a:cubicBezTo>
                <a:cubicBezTo>
                  <a:pt x="34211" y="44728"/>
                  <a:pt x="34064" y="44954"/>
                  <a:pt x="33996" y="45029"/>
                </a:cubicBezTo>
                <a:cubicBezTo>
                  <a:pt x="33923" y="45104"/>
                  <a:pt x="33996" y="45693"/>
                  <a:pt x="33996" y="45693"/>
                </a:cubicBezTo>
                <a:cubicBezTo>
                  <a:pt x="34174" y="45844"/>
                  <a:pt x="34174" y="45844"/>
                  <a:pt x="34174" y="45844"/>
                </a:cubicBezTo>
                <a:cubicBezTo>
                  <a:pt x="34395" y="45480"/>
                  <a:pt x="34395" y="45480"/>
                  <a:pt x="34395" y="45480"/>
                </a:cubicBezTo>
                <a:cubicBezTo>
                  <a:pt x="34535" y="45255"/>
                  <a:pt x="34535" y="45255"/>
                  <a:pt x="34535" y="45255"/>
                </a:cubicBezTo>
                <a:cubicBezTo>
                  <a:pt x="34830" y="45104"/>
                  <a:pt x="34830" y="45104"/>
                  <a:pt x="34830" y="45104"/>
                </a:cubicBezTo>
                <a:cubicBezTo>
                  <a:pt x="35154" y="44804"/>
                  <a:pt x="35154" y="44804"/>
                  <a:pt x="35154" y="44804"/>
                </a:cubicBezTo>
                <a:cubicBezTo>
                  <a:pt x="35485" y="44653"/>
                  <a:pt x="35485" y="44653"/>
                  <a:pt x="35485" y="44653"/>
                </a:cubicBezTo>
                <a:cubicBezTo>
                  <a:pt x="35699" y="43989"/>
                  <a:pt x="35699" y="43989"/>
                  <a:pt x="35699" y="43989"/>
                </a:cubicBezTo>
                <a:cubicBezTo>
                  <a:pt x="35957" y="43613"/>
                  <a:pt x="35957" y="43613"/>
                  <a:pt x="35957" y="43613"/>
                </a:cubicBezTo>
                <a:cubicBezTo>
                  <a:pt x="35993" y="43099"/>
                  <a:pt x="35993" y="43099"/>
                  <a:pt x="35993" y="43099"/>
                </a:cubicBezTo>
                <a:cubicBezTo>
                  <a:pt x="35663" y="43250"/>
                  <a:pt x="35663" y="43250"/>
                  <a:pt x="35663" y="43250"/>
                </a:cubicBezTo>
                <a:cubicBezTo>
                  <a:pt x="35448" y="43989"/>
                  <a:pt x="35448" y="43989"/>
                  <a:pt x="35448" y="43989"/>
                </a:cubicBezTo>
                <a:cubicBezTo>
                  <a:pt x="35050" y="44064"/>
                  <a:pt x="35050" y="44064"/>
                  <a:pt x="35050" y="44064"/>
                </a:cubicBezTo>
                <a:cubicBezTo>
                  <a:pt x="34719" y="43763"/>
                  <a:pt x="34719" y="43763"/>
                  <a:pt x="34719" y="43763"/>
                </a:cubicBezTo>
                <a:cubicBezTo>
                  <a:pt x="34395" y="43174"/>
                  <a:pt x="34395" y="43174"/>
                  <a:pt x="34395" y="43174"/>
                </a:cubicBezTo>
                <a:cubicBezTo>
                  <a:pt x="34211" y="42285"/>
                  <a:pt x="34211" y="42285"/>
                  <a:pt x="34211" y="42285"/>
                </a:cubicBezTo>
                <a:cubicBezTo>
                  <a:pt x="34535" y="41833"/>
                  <a:pt x="34535" y="41833"/>
                  <a:pt x="34535" y="41833"/>
                </a:cubicBezTo>
                <a:cubicBezTo>
                  <a:pt x="34505" y="41019"/>
                  <a:pt x="34505" y="41019"/>
                  <a:pt x="34505" y="41019"/>
                </a:cubicBezTo>
                <a:cubicBezTo>
                  <a:pt x="34064" y="40944"/>
                  <a:pt x="34064" y="40944"/>
                  <a:pt x="34064" y="40944"/>
                </a:cubicBezTo>
                <a:cubicBezTo>
                  <a:pt x="33592" y="41244"/>
                  <a:pt x="33592" y="41244"/>
                  <a:pt x="33592" y="41244"/>
                </a:cubicBezTo>
                <a:cubicBezTo>
                  <a:pt x="33084" y="41909"/>
                  <a:pt x="33084" y="41909"/>
                  <a:pt x="33084" y="41909"/>
                </a:cubicBezTo>
                <a:cubicBezTo>
                  <a:pt x="32575" y="42874"/>
                  <a:pt x="32575" y="42874"/>
                  <a:pt x="32575" y="42874"/>
                </a:cubicBezTo>
                <a:cubicBezTo>
                  <a:pt x="32177" y="43463"/>
                  <a:pt x="32177" y="43463"/>
                  <a:pt x="32177" y="43463"/>
                </a:cubicBezTo>
                <a:cubicBezTo>
                  <a:pt x="32324" y="42874"/>
                  <a:pt x="32324" y="42874"/>
                  <a:pt x="32324" y="42874"/>
                </a:cubicBezTo>
                <a:cubicBezTo>
                  <a:pt x="32575" y="42360"/>
                  <a:pt x="32575" y="42360"/>
                  <a:pt x="32575" y="42360"/>
                </a:cubicBezTo>
                <a:cubicBezTo>
                  <a:pt x="32722" y="42059"/>
                  <a:pt x="32722" y="42059"/>
                  <a:pt x="32722" y="42059"/>
                </a:cubicBezTo>
                <a:cubicBezTo>
                  <a:pt x="32324" y="41833"/>
                  <a:pt x="32324" y="41833"/>
                  <a:pt x="32324" y="41833"/>
                </a:cubicBezTo>
                <a:cubicBezTo>
                  <a:pt x="32833" y="41833"/>
                  <a:pt x="32833" y="41833"/>
                  <a:pt x="32833" y="41833"/>
                </a:cubicBezTo>
                <a:cubicBezTo>
                  <a:pt x="32943" y="41320"/>
                  <a:pt x="32943" y="41320"/>
                  <a:pt x="32943" y="41320"/>
                </a:cubicBezTo>
                <a:cubicBezTo>
                  <a:pt x="33231" y="40868"/>
                  <a:pt x="33231" y="40868"/>
                  <a:pt x="33231" y="40868"/>
                </a:cubicBezTo>
                <a:cubicBezTo>
                  <a:pt x="33562" y="40868"/>
                  <a:pt x="33562" y="40868"/>
                  <a:pt x="33562" y="40868"/>
                </a:cubicBezTo>
                <a:cubicBezTo>
                  <a:pt x="33702" y="40279"/>
                  <a:pt x="33702" y="40279"/>
                  <a:pt x="33702" y="40279"/>
                </a:cubicBezTo>
                <a:cubicBezTo>
                  <a:pt x="33996" y="40054"/>
                  <a:pt x="33996" y="40054"/>
                  <a:pt x="33996" y="40054"/>
                </a:cubicBezTo>
                <a:cubicBezTo>
                  <a:pt x="34431" y="40054"/>
                  <a:pt x="34431" y="40054"/>
                  <a:pt x="34431" y="40054"/>
                </a:cubicBezTo>
                <a:cubicBezTo>
                  <a:pt x="35191" y="39979"/>
                  <a:pt x="35191" y="39979"/>
                  <a:pt x="35191" y="39979"/>
                </a:cubicBezTo>
                <a:cubicBezTo>
                  <a:pt x="35595" y="40129"/>
                  <a:pt x="35595" y="40129"/>
                  <a:pt x="35595" y="40129"/>
                </a:cubicBezTo>
                <a:cubicBezTo>
                  <a:pt x="35920" y="40129"/>
                  <a:pt x="35920" y="40129"/>
                  <a:pt x="35920" y="40129"/>
                </a:cubicBezTo>
                <a:cubicBezTo>
                  <a:pt x="36245" y="39678"/>
                  <a:pt x="36245" y="39678"/>
                  <a:pt x="36245" y="39678"/>
                </a:cubicBezTo>
                <a:cubicBezTo>
                  <a:pt x="36502" y="39014"/>
                  <a:pt x="36502" y="39014"/>
                  <a:pt x="36502" y="39014"/>
                </a:cubicBezTo>
                <a:cubicBezTo>
                  <a:pt x="37010" y="38938"/>
                  <a:pt x="37010" y="38938"/>
                  <a:pt x="37010" y="38938"/>
                </a:cubicBezTo>
                <a:cubicBezTo>
                  <a:pt x="37298" y="38713"/>
                  <a:pt x="37298" y="38713"/>
                  <a:pt x="37298" y="38713"/>
                </a:cubicBezTo>
                <a:cubicBezTo>
                  <a:pt x="37445" y="38412"/>
                  <a:pt x="37445" y="38412"/>
                  <a:pt x="37445" y="38412"/>
                </a:cubicBezTo>
                <a:cubicBezTo>
                  <a:pt x="37261" y="38124"/>
                  <a:pt x="37261" y="38124"/>
                  <a:pt x="37261" y="38124"/>
                </a:cubicBezTo>
                <a:cubicBezTo>
                  <a:pt x="37372" y="37823"/>
                  <a:pt x="37372" y="37823"/>
                  <a:pt x="37372" y="37823"/>
                </a:cubicBezTo>
                <a:cubicBezTo>
                  <a:pt x="37408" y="37234"/>
                  <a:pt x="37408" y="37234"/>
                  <a:pt x="37408" y="37234"/>
                </a:cubicBezTo>
                <a:cubicBezTo>
                  <a:pt x="37010" y="37084"/>
                  <a:pt x="37010" y="37084"/>
                  <a:pt x="37010" y="37084"/>
                </a:cubicBezTo>
                <a:cubicBezTo>
                  <a:pt x="36973" y="36783"/>
                  <a:pt x="36973" y="36783"/>
                  <a:pt x="36973" y="36783"/>
                </a:cubicBezTo>
                <a:cubicBezTo>
                  <a:pt x="36539" y="36783"/>
                  <a:pt x="36539" y="36783"/>
                  <a:pt x="36539" y="36783"/>
                </a:cubicBezTo>
                <a:cubicBezTo>
                  <a:pt x="36245" y="37084"/>
                  <a:pt x="36245" y="37084"/>
                  <a:pt x="36245" y="37084"/>
                </a:cubicBezTo>
                <a:cubicBezTo>
                  <a:pt x="36030" y="37372"/>
                  <a:pt x="36030" y="37372"/>
                  <a:pt x="36030" y="37372"/>
                </a:cubicBezTo>
                <a:cubicBezTo>
                  <a:pt x="35846" y="37234"/>
                  <a:pt x="35846" y="37234"/>
                  <a:pt x="35846" y="37234"/>
                </a:cubicBezTo>
                <a:cubicBezTo>
                  <a:pt x="35920" y="36858"/>
                  <a:pt x="35920" y="36858"/>
                  <a:pt x="35920" y="36858"/>
                </a:cubicBezTo>
                <a:cubicBezTo>
                  <a:pt x="36281" y="36557"/>
                  <a:pt x="36281" y="36557"/>
                  <a:pt x="36281" y="36557"/>
                </a:cubicBezTo>
                <a:cubicBezTo>
                  <a:pt x="36716" y="36332"/>
                  <a:pt x="36716" y="36332"/>
                  <a:pt x="36716" y="36332"/>
                </a:cubicBezTo>
                <a:cubicBezTo>
                  <a:pt x="36937" y="36043"/>
                  <a:pt x="36937" y="36043"/>
                  <a:pt x="36937" y="36043"/>
                </a:cubicBezTo>
                <a:cubicBezTo>
                  <a:pt x="36643" y="35968"/>
                  <a:pt x="36643" y="35968"/>
                  <a:pt x="36643" y="35968"/>
                </a:cubicBezTo>
                <a:cubicBezTo>
                  <a:pt x="36355" y="35667"/>
                  <a:pt x="36355" y="35667"/>
                  <a:pt x="36355" y="35667"/>
                </a:cubicBezTo>
                <a:cubicBezTo>
                  <a:pt x="35993" y="35442"/>
                  <a:pt x="35993" y="35442"/>
                  <a:pt x="35993" y="35442"/>
                </a:cubicBezTo>
                <a:cubicBezTo>
                  <a:pt x="35773" y="35078"/>
                  <a:pt x="35773" y="35078"/>
                  <a:pt x="35773" y="35078"/>
                </a:cubicBezTo>
                <a:cubicBezTo>
                  <a:pt x="35522" y="34627"/>
                  <a:pt x="35522" y="34627"/>
                  <a:pt x="35522" y="34627"/>
                </a:cubicBezTo>
                <a:cubicBezTo>
                  <a:pt x="35411" y="34176"/>
                  <a:pt x="35411" y="34176"/>
                  <a:pt x="35411" y="34176"/>
                </a:cubicBezTo>
                <a:cubicBezTo>
                  <a:pt x="35552" y="34176"/>
                  <a:pt x="35552" y="34176"/>
                  <a:pt x="35552" y="34176"/>
                </a:cubicBezTo>
                <a:cubicBezTo>
                  <a:pt x="35595" y="33888"/>
                  <a:pt x="35595" y="33888"/>
                  <a:pt x="35595" y="33888"/>
                </a:cubicBezTo>
                <a:cubicBezTo>
                  <a:pt x="35375" y="33211"/>
                  <a:pt x="35375" y="33211"/>
                  <a:pt x="35375" y="33211"/>
                </a:cubicBezTo>
                <a:cubicBezTo>
                  <a:pt x="35081" y="32396"/>
                  <a:pt x="35081" y="32396"/>
                  <a:pt x="35081" y="32396"/>
                </a:cubicBezTo>
                <a:cubicBezTo>
                  <a:pt x="34646" y="31131"/>
                  <a:pt x="34646" y="31131"/>
                  <a:pt x="34646" y="31131"/>
                </a:cubicBezTo>
                <a:cubicBezTo>
                  <a:pt x="34505" y="30466"/>
                  <a:pt x="34505" y="30466"/>
                  <a:pt x="34505" y="30466"/>
                </a:cubicBezTo>
                <a:cubicBezTo>
                  <a:pt x="34174" y="31281"/>
                  <a:pt x="34174" y="31281"/>
                  <a:pt x="34174" y="31281"/>
                </a:cubicBezTo>
                <a:cubicBezTo>
                  <a:pt x="34174" y="31958"/>
                  <a:pt x="34174" y="31958"/>
                  <a:pt x="34174" y="31958"/>
                </a:cubicBezTo>
                <a:cubicBezTo>
                  <a:pt x="33849" y="32246"/>
                  <a:pt x="33849" y="32246"/>
                  <a:pt x="33849" y="32246"/>
                </a:cubicBezTo>
                <a:cubicBezTo>
                  <a:pt x="33666" y="32697"/>
                  <a:pt x="33666" y="32697"/>
                  <a:pt x="33666" y="32697"/>
                </a:cubicBezTo>
                <a:cubicBezTo>
                  <a:pt x="33341" y="32622"/>
                  <a:pt x="33341" y="32622"/>
                  <a:pt x="33341" y="32622"/>
                </a:cubicBezTo>
                <a:cubicBezTo>
                  <a:pt x="33267" y="32246"/>
                  <a:pt x="33267" y="32246"/>
                  <a:pt x="33267" y="32246"/>
                </a:cubicBezTo>
                <a:cubicBezTo>
                  <a:pt x="33047" y="31883"/>
                  <a:pt x="33047" y="31883"/>
                  <a:pt x="33047" y="31883"/>
                </a:cubicBezTo>
                <a:cubicBezTo>
                  <a:pt x="32722" y="32020"/>
                  <a:pt x="32722" y="32020"/>
                  <a:pt x="32722" y="32020"/>
                </a:cubicBezTo>
                <a:cubicBezTo>
                  <a:pt x="32833" y="31281"/>
                  <a:pt x="32833" y="31281"/>
                  <a:pt x="32833" y="31281"/>
                </a:cubicBezTo>
                <a:cubicBezTo>
                  <a:pt x="32833" y="30316"/>
                  <a:pt x="32833" y="30316"/>
                  <a:pt x="32833" y="30316"/>
                </a:cubicBezTo>
                <a:cubicBezTo>
                  <a:pt x="32796" y="29727"/>
                  <a:pt x="32796" y="29727"/>
                  <a:pt x="32796" y="29727"/>
                </a:cubicBezTo>
                <a:cubicBezTo>
                  <a:pt x="32434" y="29727"/>
                  <a:pt x="32434" y="29727"/>
                  <a:pt x="32434" y="29727"/>
                </a:cubicBezTo>
                <a:cubicBezTo>
                  <a:pt x="32140" y="29351"/>
                  <a:pt x="32140" y="29351"/>
                  <a:pt x="32140" y="29351"/>
                </a:cubicBezTo>
                <a:cubicBezTo>
                  <a:pt x="31852" y="28762"/>
                  <a:pt x="31852" y="28762"/>
                  <a:pt x="31852" y="28762"/>
                </a:cubicBezTo>
                <a:cubicBezTo>
                  <a:pt x="31344" y="28160"/>
                  <a:pt x="31344" y="28160"/>
                  <a:pt x="31344" y="28160"/>
                </a:cubicBezTo>
                <a:cubicBezTo>
                  <a:pt x="31197" y="28386"/>
                  <a:pt x="31197" y="28386"/>
                  <a:pt x="31197" y="28386"/>
                </a:cubicBezTo>
                <a:cubicBezTo>
                  <a:pt x="30762" y="28386"/>
                  <a:pt x="30762" y="28386"/>
                  <a:pt x="30762" y="28386"/>
                </a:cubicBezTo>
                <a:cubicBezTo>
                  <a:pt x="30578" y="28160"/>
                  <a:pt x="30578" y="28160"/>
                  <a:pt x="30578" y="28160"/>
                </a:cubicBezTo>
                <a:cubicBezTo>
                  <a:pt x="30107" y="28160"/>
                  <a:pt x="30107" y="28160"/>
                  <a:pt x="30107" y="28160"/>
                </a:cubicBezTo>
                <a:cubicBezTo>
                  <a:pt x="29929" y="28536"/>
                  <a:pt x="29929" y="28536"/>
                  <a:pt x="29929" y="28536"/>
                </a:cubicBezTo>
                <a:cubicBezTo>
                  <a:pt x="30107" y="29125"/>
                  <a:pt x="30107" y="29125"/>
                  <a:pt x="30107" y="29125"/>
                </a:cubicBezTo>
                <a:cubicBezTo>
                  <a:pt x="30033" y="29877"/>
                  <a:pt x="30033" y="29877"/>
                  <a:pt x="30033" y="29877"/>
                </a:cubicBezTo>
                <a:cubicBezTo>
                  <a:pt x="30070" y="30391"/>
                  <a:pt x="30070" y="30391"/>
                  <a:pt x="30070" y="30391"/>
                </a:cubicBezTo>
                <a:cubicBezTo>
                  <a:pt x="30254" y="31055"/>
                  <a:pt x="30254" y="31055"/>
                  <a:pt x="30254" y="31055"/>
                </a:cubicBezTo>
                <a:cubicBezTo>
                  <a:pt x="29996" y="31055"/>
                  <a:pt x="29996" y="31055"/>
                  <a:pt x="29996" y="31055"/>
                </a:cubicBezTo>
                <a:cubicBezTo>
                  <a:pt x="29996" y="31732"/>
                  <a:pt x="29996" y="31732"/>
                  <a:pt x="29996" y="31732"/>
                </a:cubicBezTo>
                <a:cubicBezTo>
                  <a:pt x="29856" y="32096"/>
                  <a:pt x="29856" y="32096"/>
                  <a:pt x="29856" y="32096"/>
                </a:cubicBezTo>
                <a:cubicBezTo>
                  <a:pt x="30070" y="32321"/>
                  <a:pt x="30070" y="32321"/>
                  <a:pt x="30070" y="32321"/>
                </a:cubicBezTo>
                <a:cubicBezTo>
                  <a:pt x="30364" y="32848"/>
                  <a:pt x="30364" y="32848"/>
                  <a:pt x="30364" y="32848"/>
                </a:cubicBezTo>
                <a:cubicBezTo>
                  <a:pt x="30468" y="33662"/>
                  <a:pt x="30468" y="33662"/>
                  <a:pt x="30468" y="33662"/>
                </a:cubicBezTo>
                <a:cubicBezTo>
                  <a:pt x="30468" y="34552"/>
                  <a:pt x="30468" y="34552"/>
                  <a:pt x="30468" y="34552"/>
                </a:cubicBezTo>
                <a:cubicBezTo>
                  <a:pt x="30254" y="35216"/>
                  <a:pt x="30254" y="35216"/>
                  <a:pt x="30254" y="35216"/>
                </a:cubicBezTo>
                <a:cubicBezTo>
                  <a:pt x="29929" y="35743"/>
                  <a:pt x="29929" y="35743"/>
                  <a:pt x="29929" y="35743"/>
                </a:cubicBezTo>
                <a:cubicBezTo>
                  <a:pt x="29488" y="35818"/>
                  <a:pt x="29488" y="35818"/>
                  <a:pt x="29488" y="35818"/>
                </a:cubicBezTo>
                <a:cubicBezTo>
                  <a:pt x="29745" y="36632"/>
                  <a:pt x="29745" y="36632"/>
                  <a:pt x="29745" y="36632"/>
                </a:cubicBezTo>
                <a:cubicBezTo>
                  <a:pt x="29745" y="37597"/>
                  <a:pt x="29745" y="37597"/>
                  <a:pt x="29745" y="37597"/>
                </a:cubicBezTo>
                <a:cubicBezTo>
                  <a:pt x="29856" y="38199"/>
                  <a:pt x="29856" y="38199"/>
                  <a:pt x="29856" y="38199"/>
                </a:cubicBezTo>
                <a:cubicBezTo>
                  <a:pt x="29782" y="38638"/>
                  <a:pt x="29782" y="38638"/>
                  <a:pt x="29782" y="38638"/>
                </a:cubicBezTo>
                <a:cubicBezTo>
                  <a:pt x="29598" y="39239"/>
                  <a:pt x="29598" y="39239"/>
                  <a:pt x="29598" y="39239"/>
                </a:cubicBezTo>
                <a:cubicBezTo>
                  <a:pt x="29163" y="39314"/>
                  <a:pt x="29163" y="39314"/>
                  <a:pt x="29163" y="39314"/>
                </a:cubicBezTo>
                <a:cubicBezTo>
                  <a:pt x="28943" y="38487"/>
                  <a:pt x="28943" y="38487"/>
                  <a:pt x="28943" y="38487"/>
                </a:cubicBezTo>
                <a:cubicBezTo>
                  <a:pt x="28618" y="37823"/>
                  <a:pt x="28618" y="37823"/>
                  <a:pt x="28618" y="37823"/>
                </a:cubicBezTo>
                <a:cubicBezTo>
                  <a:pt x="28618" y="37159"/>
                  <a:pt x="28618" y="37159"/>
                  <a:pt x="28618" y="37159"/>
                </a:cubicBezTo>
                <a:cubicBezTo>
                  <a:pt x="28545" y="36332"/>
                  <a:pt x="28545" y="36332"/>
                  <a:pt x="28545" y="36332"/>
                </a:cubicBezTo>
                <a:cubicBezTo>
                  <a:pt x="28581" y="35592"/>
                  <a:pt x="28581" y="35592"/>
                  <a:pt x="28581" y="35592"/>
                </a:cubicBezTo>
                <a:cubicBezTo>
                  <a:pt x="28036" y="35442"/>
                  <a:pt x="28036" y="35442"/>
                  <a:pt x="28036" y="35442"/>
                </a:cubicBezTo>
                <a:cubicBezTo>
                  <a:pt x="27638" y="35442"/>
                  <a:pt x="27638" y="35442"/>
                  <a:pt x="27638" y="35442"/>
                </a:cubicBezTo>
                <a:cubicBezTo>
                  <a:pt x="27454" y="35154"/>
                  <a:pt x="27454" y="35154"/>
                  <a:pt x="27454" y="35154"/>
                </a:cubicBezTo>
                <a:cubicBezTo>
                  <a:pt x="26946" y="34928"/>
                  <a:pt x="26946" y="34928"/>
                  <a:pt x="26946" y="34928"/>
                </a:cubicBezTo>
                <a:cubicBezTo>
                  <a:pt x="26732" y="34477"/>
                  <a:pt x="26732" y="34477"/>
                  <a:pt x="26732" y="34477"/>
                </a:cubicBezTo>
                <a:cubicBezTo>
                  <a:pt x="26297" y="34038"/>
                  <a:pt x="26297" y="34038"/>
                  <a:pt x="26297" y="34038"/>
                </a:cubicBezTo>
                <a:cubicBezTo>
                  <a:pt x="25862" y="33512"/>
                  <a:pt x="25862" y="33512"/>
                  <a:pt x="25862" y="33512"/>
                </a:cubicBezTo>
                <a:cubicBezTo>
                  <a:pt x="25243" y="33813"/>
                  <a:pt x="25243" y="33813"/>
                  <a:pt x="25243" y="33813"/>
                </a:cubicBezTo>
                <a:cubicBezTo>
                  <a:pt x="25133" y="33361"/>
                  <a:pt x="25133" y="33361"/>
                  <a:pt x="25133" y="33361"/>
                </a:cubicBezTo>
                <a:cubicBezTo>
                  <a:pt x="24875" y="32246"/>
                  <a:pt x="24875" y="32246"/>
                  <a:pt x="24875" y="32246"/>
                </a:cubicBezTo>
                <a:cubicBezTo>
                  <a:pt x="24588" y="32020"/>
                  <a:pt x="24588" y="32020"/>
                  <a:pt x="24588" y="32020"/>
                </a:cubicBezTo>
                <a:cubicBezTo>
                  <a:pt x="24367" y="31582"/>
                  <a:pt x="24367" y="31582"/>
                  <a:pt x="24367" y="31582"/>
                </a:cubicBezTo>
                <a:cubicBezTo>
                  <a:pt x="24441" y="30241"/>
                  <a:pt x="24441" y="30241"/>
                  <a:pt x="24441" y="30241"/>
                </a:cubicBezTo>
                <a:cubicBezTo>
                  <a:pt x="24735" y="29276"/>
                  <a:pt x="24735" y="29276"/>
                  <a:pt x="24735" y="29276"/>
                </a:cubicBezTo>
                <a:cubicBezTo>
                  <a:pt x="25059" y="28386"/>
                  <a:pt x="25059" y="28386"/>
                  <a:pt x="25059" y="28386"/>
                </a:cubicBezTo>
                <a:cubicBezTo>
                  <a:pt x="25421" y="28010"/>
                  <a:pt x="25421" y="28010"/>
                  <a:pt x="25421" y="28010"/>
                </a:cubicBezTo>
                <a:cubicBezTo>
                  <a:pt x="25715" y="27571"/>
                  <a:pt x="25715" y="27571"/>
                  <a:pt x="25715" y="27571"/>
                </a:cubicBezTo>
                <a:cubicBezTo>
                  <a:pt x="25604" y="27045"/>
                  <a:pt x="25604" y="27045"/>
                  <a:pt x="25604" y="27045"/>
                </a:cubicBezTo>
                <a:cubicBezTo>
                  <a:pt x="25133" y="26832"/>
                  <a:pt x="25133" y="26832"/>
                  <a:pt x="25133" y="26832"/>
                </a:cubicBezTo>
                <a:cubicBezTo>
                  <a:pt x="24588" y="26456"/>
                  <a:pt x="24588" y="26456"/>
                  <a:pt x="24588" y="26456"/>
                </a:cubicBezTo>
                <a:cubicBezTo>
                  <a:pt x="25206" y="26681"/>
                  <a:pt x="25206" y="26681"/>
                  <a:pt x="25206" y="26681"/>
                </a:cubicBezTo>
                <a:cubicBezTo>
                  <a:pt x="25715" y="26895"/>
                  <a:pt x="25715" y="26895"/>
                  <a:pt x="25715" y="26895"/>
                </a:cubicBezTo>
                <a:cubicBezTo>
                  <a:pt x="25966" y="26832"/>
                  <a:pt x="25966" y="26832"/>
                  <a:pt x="25966" y="26832"/>
                </a:cubicBezTo>
                <a:cubicBezTo>
                  <a:pt x="26003" y="26306"/>
                  <a:pt x="26003" y="26306"/>
                  <a:pt x="26003" y="26306"/>
                </a:cubicBezTo>
                <a:cubicBezTo>
                  <a:pt x="26437" y="26531"/>
                  <a:pt x="26437" y="26531"/>
                  <a:pt x="26437" y="26531"/>
                </a:cubicBezTo>
                <a:cubicBezTo>
                  <a:pt x="26658" y="26456"/>
                  <a:pt x="26658" y="26456"/>
                  <a:pt x="26658" y="26456"/>
                </a:cubicBezTo>
                <a:cubicBezTo>
                  <a:pt x="26695" y="26005"/>
                  <a:pt x="26695" y="26005"/>
                  <a:pt x="26695" y="26005"/>
                </a:cubicBezTo>
                <a:cubicBezTo>
                  <a:pt x="26836" y="25854"/>
                  <a:pt x="26836" y="25854"/>
                  <a:pt x="26836" y="25854"/>
                </a:cubicBezTo>
                <a:cubicBezTo>
                  <a:pt x="26946" y="25265"/>
                  <a:pt x="26946" y="25265"/>
                  <a:pt x="26946" y="25265"/>
                </a:cubicBezTo>
                <a:cubicBezTo>
                  <a:pt x="26621" y="25190"/>
                  <a:pt x="26621" y="25190"/>
                  <a:pt x="26621" y="25190"/>
                </a:cubicBezTo>
                <a:cubicBezTo>
                  <a:pt x="26260" y="25115"/>
                  <a:pt x="26260" y="25115"/>
                  <a:pt x="26260" y="25115"/>
                </a:cubicBezTo>
                <a:cubicBezTo>
                  <a:pt x="26113" y="24814"/>
                  <a:pt x="26113" y="24814"/>
                  <a:pt x="26113" y="24814"/>
                </a:cubicBezTo>
                <a:cubicBezTo>
                  <a:pt x="25678" y="24451"/>
                  <a:pt x="25678" y="24451"/>
                  <a:pt x="25678" y="24451"/>
                </a:cubicBezTo>
                <a:cubicBezTo>
                  <a:pt x="25966" y="24526"/>
                  <a:pt x="25966" y="24526"/>
                  <a:pt x="25966" y="24526"/>
                </a:cubicBezTo>
                <a:cubicBezTo>
                  <a:pt x="26437" y="24751"/>
                  <a:pt x="26437" y="24751"/>
                  <a:pt x="26437" y="24751"/>
                </a:cubicBezTo>
                <a:cubicBezTo>
                  <a:pt x="26768" y="24965"/>
                  <a:pt x="26768" y="24965"/>
                  <a:pt x="26768" y="24965"/>
                </a:cubicBezTo>
                <a:cubicBezTo>
                  <a:pt x="27056" y="24751"/>
                  <a:pt x="27056" y="24751"/>
                  <a:pt x="27056" y="24751"/>
                </a:cubicBezTo>
                <a:cubicBezTo>
                  <a:pt x="27277" y="24225"/>
                  <a:pt x="27277" y="24225"/>
                  <a:pt x="27277" y="24225"/>
                </a:cubicBezTo>
                <a:cubicBezTo>
                  <a:pt x="27056" y="23774"/>
                  <a:pt x="27056" y="23774"/>
                  <a:pt x="27056" y="23774"/>
                </a:cubicBezTo>
                <a:cubicBezTo>
                  <a:pt x="27381" y="23774"/>
                  <a:pt x="27381" y="23774"/>
                  <a:pt x="27381" y="23774"/>
                </a:cubicBezTo>
                <a:cubicBezTo>
                  <a:pt x="27565" y="24150"/>
                  <a:pt x="27565" y="24150"/>
                  <a:pt x="27565" y="24150"/>
                </a:cubicBezTo>
                <a:cubicBezTo>
                  <a:pt x="27418" y="24601"/>
                  <a:pt x="27418" y="24601"/>
                  <a:pt x="27418" y="24601"/>
                </a:cubicBezTo>
                <a:cubicBezTo>
                  <a:pt x="27277" y="25416"/>
                  <a:pt x="27277" y="25416"/>
                  <a:pt x="27277" y="25416"/>
                </a:cubicBezTo>
                <a:cubicBezTo>
                  <a:pt x="27277" y="26381"/>
                  <a:pt x="27277" y="26381"/>
                  <a:pt x="27277" y="26381"/>
                </a:cubicBezTo>
                <a:cubicBezTo>
                  <a:pt x="26946" y="26531"/>
                  <a:pt x="26946" y="26531"/>
                  <a:pt x="26946" y="26531"/>
                </a:cubicBezTo>
                <a:cubicBezTo>
                  <a:pt x="27056" y="26970"/>
                  <a:pt x="27056" y="26970"/>
                  <a:pt x="27056" y="26970"/>
                </a:cubicBezTo>
                <a:cubicBezTo>
                  <a:pt x="27381" y="27045"/>
                  <a:pt x="27381" y="27045"/>
                  <a:pt x="27381" y="27045"/>
                </a:cubicBezTo>
                <a:cubicBezTo>
                  <a:pt x="27381" y="27421"/>
                  <a:pt x="27381" y="27421"/>
                  <a:pt x="27381" y="27421"/>
                </a:cubicBezTo>
                <a:cubicBezTo>
                  <a:pt x="27381" y="27421"/>
                  <a:pt x="27712" y="27571"/>
                  <a:pt x="27822" y="27346"/>
                </a:cubicBezTo>
                <a:cubicBezTo>
                  <a:pt x="27926" y="26832"/>
                  <a:pt x="27926" y="26832"/>
                  <a:pt x="27926" y="26832"/>
                </a:cubicBezTo>
                <a:cubicBezTo>
                  <a:pt x="28367" y="26895"/>
                  <a:pt x="28367" y="26895"/>
                  <a:pt x="28367" y="26895"/>
                </a:cubicBezTo>
                <a:cubicBezTo>
                  <a:pt x="28581" y="26970"/>
                  <a:pt x="28581" y="26970"/>
                  <a:pt x="28581" y="26970"/>
                </a:cubicBezTo>
                <a:cubicBezTo>
                  <a:pt x="28802" y="27195"/>
                  <a:pt x="28802" y="27195"/>
                  <a:pt x="28802" y="27195"/>
                </a:cubicBezTo>
                <a:cubicBezTo>
                  <a:pt x="29127" y="27195"/>
                  <a:pt x="29127" y="27195"/>
                  <a:pt x="29127" y="27195"/>
                </a:cubicBezTo>
                <a:cubicBezTo>
                  <a:pt x="29163" y="26606"/>
                  <a:pt x="29163" y="26606"/>
                  <a:pt x="29163" y="26606"/>
                </a:cubicBezTo>
                <a:cubicBezTo>
                  <a:pt x="28839" y="26456"/>
                  <a:pt x="28839" y="26456"/>
                  <a:pt x="28839" y="26456"/>
                </a:cubicBezTo>
                <a:cubicBezTo>
                  <a:pt x="28692" y="25779"/>
                  <a:pt x="28692" y="25779"/>
                  <a:pt x="28692" y="25779"/>
                </a:cubicBezTo>
                <a:cubicBezTo>
                  <a:pt x="28294" y="25716"/>
                  <a:pt x="28294" y="25716"/>
                  <a:pt x="28294" y="25716"/>
                </a:cubicBezTo>
                <a:cubicBezTo>
                  <a:pt x="27963" y="25190"/>
                  <a:pt x="27963" y="25190"/>
                  <a:pt x="27963" y="25190"/>
                </a:cubicBezTo>
                <a:cubicBezTo>
                  <a:pt x="27675" y="25040"/>
                  <a:pt x="27675" y="25040"/>
                  <a:pt x="27675" y="25040"/>
                </a:cubicBezTo>
                <a:cubicBezTo>
                  <a:pt x="27675" y="24664"/>
                  <a:pt x="27675" y="24664"/>
                  <a:pt x="27675" y="24664"/>
                </a:cubicBezTo>
                <a:cubicBezTo>
                  <a:pt x="27963" y="24751"/>
                  <a:pt x="27963" y="24751"/>
                  <a:pt x="27963" y="24751"/>
                </a:cubicBezTo>
                <a:cubicBezTo>
                  <a:pt x="28073" y="24526"/>
                  <a:pt x="28073" y="24526"/>
                  <a:pt x="28073" y="24526"/>
                </a:cubicBezTo>
                <a:cubicBezTo>
                  <a:pt x="28036" y="24150"/>
                  <a:pt x="28036" y="24150"/>
                  <a:pt x="28036" y="24150"/>
                </a:cubicBezTo>
                <a:cubicBezTo>
                  <a:pt x="28367" y="24150"/>
                  <a:pt x="28367" y="24150"/>
                  <a:pt x="28367" y="24150"/>
                </a:cubicBezTo>
                <a:cubicBezTo>
                  <a:pt x="28471" y="23699"/>
                  <a:pt x="28471" y="23699"/>
                  <a:pt x="28471" y="23699"/>
                </a:cubicBezTo>
                <a:cubicBezTo>
                  <a:pt x="28802" y="23260"/>
                  <a:pt x="28802" y="23260"/>
                  <a:pt x="28802" y="23260"/>
                </a:cubicBezTo>
                <a:cubicBezTo>
                  <a:pt x="28912" y="22809"/>
                  <a:pt x="28912" y="22809"/>
                  <a:pt x="28912" y="22809"/>
                </a:cubicBezTo>
                <a:cubicBezTo>
                  <a:pt x="28728" y="22445"/>
                  <a:pt x="28728" y="22445"/>
                  <a:pt x="28728" y="22445"/>
                </a:cubicBezTo>
                <a:cubicBezTo>
                  <a:pt x="28581" y="21693"/>
                  <a:pt x="28581" y="21693"/>
                  <a:pt x="28581" y="21693"/>
                </a:cubicBezTo>
                <a:cubicBezTo>
                  <a:pt x="28875" y="21618"/>
                  <a:pt x="28875" y="21618"/>
                  <a:pt x="28875" y="21618"/>
                </a:cubicBezTo>
                <a:cubicBezTo>
                  <a:pt x="28943" y="21029"/>
                  <a:pt x="28943" y="21029"/>
                  <a:pt x="28943" y="21029"/>
                </a:cubicBezTo>
                <a:cubicBezTo>
                  <a:pt x="28728" y="20503"/>
                  <a:pt x="28728" y="20503"/>
                  <a:pt x="28728" y="20503"/>
                </a:cubicBezTo>
                <a:cubicBezTo>
                  <a:pt x="28434" y="20215"/>
                  <a:pt x="28434" y="20215"/>
                  <a:pt x="28434" y="20215"/>
                </a:cubicBezTo>
                <a:cubicBezTo>
                  <a:pt x="28000" y="19763"/>
                  <a:pt x="28000" y="19763"/>
                  <a:pt x="28000" y="19763"/>
                </a:cubicBezTo>
                <a:cubicBezTo>
                  <a:pt x="28471" y="19763"/>
                  <a:pt x="28471" y="19763"/>
                  <a:pt x="28471" y="19763"/>
                </a:cubicBezTo>
                <a:cubicBezTo>
                  <a:pt x="28508" y="19538"/>
                  <a:pt x="28508" y="19538"/>
                  <a:pt x="28508" y="19538"/>
                </a:cubicBezTo>
                <a:cubicBezTo>
                  <a:pt x="28875" y="19613"/>
                  <a:pt x="28875" y="19613"/>
                  <a:pt x="28875" y="19613"/>
                </a:cubicBezTo>
                <a:cubicBezTo>
                  <a:pt x="29127" y="19914"/>
                  <a:pt x="29127" y="19914"/>
                  <a:pt x="29127" y="19914"/>
                </a:cubicBezTo>
                <a:cubicBezTo>
                  <a:pt x="29488" y="19839"/>
                  <a:pt x="29488" y="19839"/>
                  <a:pt x="29488" y="19839"/>
                </a:cubicBezTo>
                <a:cubicBezTo>
                  <a:pt x="29819" y="19688"/>
                  <a:pt x="29819" y="19688"/>
                  <a:pt x="29819" y="19688"/>
                </a:cubicBezTo>
                <a:cubicBezTo>
                  <a:pt x="29525" y="19174"/>
                  <a:pt x="29525" y="19174"/>
                  <a:pt x="29525" y="19174"/>
                </a:cubicBezTo>
                <a:cubicBezTo>
                  <a:pt x="29745" y="19099"/>
                  <a:pt x="29745" y="19099"/>
                  <a:pt x="29745" y="19099"/>
                </a:cubicBezTo>
                <a:cubicBezTo>
                  <a:pt x="30033" y="19688"/>
                  <a:pt x="30033" y="19688"/>
                  <a:pt x="30033" y="19688"/>
                </a:cubicBezTo>
                <a:cubicBezTo>
                  <a:pt x="30364" y="19763"/>
                  <a:pt x="30364" y="19763"/>
                  <a:pt x="30364" y="19763"/>
                </a:cubicBezTo>
                <a:cubicBezTo>
                  <a:pt x="30505" y="20365"/>
                  <a:pt x="30505" y="20365"/>
                  <a:pt x="30505" y="20365"/>
                </a:cubicBezTo>
                <a:cubicBezTo>
                  <a:pt x="30762" y="20440"/>
                  <a:pt x="30762" y="20440"/>
                  <a:pt x="30762" y="20440"/>
                </a:cubicBezTo>
                <a:cubicBezTo>
                  <a:pt x="30872" y="20879"/>
                  <a:pt x="30872" y="20879"/>
                  <a:pt x="30872" y="20879"/>
                </a:cubicBezTo>
                <a:cubicBezTo>
                  <a:pt x="31160" y="21104"/>
                  <a:pt x="31160" y="21104"/>
                  <a:pt x="31160" y="21104"/>
                </a:cubicBezTo>
                <a:cubicBezTo>
                  <a:pt x="31307" y="21618"/>
                  <a:pt x="31307" y="21618"/>
                  <a:pt x="31307" y="21618"/>
                </a:cubicBezTo>
                <a:cubicBezTo>
                  <a:pt x="31595" y="21844"/>
                  <a:pt x="31595" y="21844"/>
                  <a:pt x="31595" y="21844"/>
                </a:cubicBezTo>
                <a:cubicBezTo>
                  <a:pt x="31816" y="22370"/>
                  <a:pt x="31816" y="22370"/>
                  <a:pt x="31816" y="22370"/>
                </a:cubicBezTo>
                <a:cubicBezTo>
                  <a:pt x="31889" y="23034"/>
                  <a:pt x="31889" y="23034"/>
                  <a:pt x="31889" y="23034"/>
                </a:cubicBezTo>
                <a:cubicBezTo>
                  <a:pt x="31522" y="23699"/>
                  <a:pt x="31522" y="23699"/>
                  <a:pt x="31522" y="23699"/>
                </a:cubicBezTo>
                <a:cubicBezTo>
                  <a:pt x="31234" y="24375"/>
                  <a:pt x="31234" y="24375"/>
                  <a:pt x="31234" y="24375"/>
                </a:cubicBezTo>
                <a:cubicBezTo>
                  <a:pt x="31381" y="25040"/>
                  <a:pt x="31381" y="25040"/>
                  <a:pt x="31381" y="25040"/>
                </a:cubicBezTo>
                <a:cubicBezTo>
                  <a:pt x="30872" y="25190"/>
                  <a:pt x="30872" y="25190"/>
                  <a:pt x="30872" y="25190"/>
                </a:cubicBezTo>
                <a:cubicBezTo>
                  <a:pt x="30578" y="25040"/>
                  <a:pt x="30578" y="25040"/>
                  <a:pt x="30578" y="25040"/>
                </a:cubicBezTo>
                <a:cubicBezTo>
                  <a:pt x="30290" y="25040"/>
                  <a:pt x="30290" y="25040"/>
                  <a:pt x="30290" y="25040"/>
                </a:cubicBezTo>
                <a:cubicBezTo>
                  <a:pt x="29929" y="25566"/>
                  <a:pt x="29929" y="25566"/>
                  <a:pt x="29929" y="25566"/>
                </a:cubicBezTo>
                <a:cubicBezTo>
                  <a:pt x="29929" y="26155"/>
                  <a:pt x="29929" y="26155"/>
                  <a:pt x="29929" y="26155"/>
                </a:cubicBezTo>
                <a:cubicBezTo>
                  <a:pt x="30364" y="26306"/>
                  <a:pt x="30364" y="26306"/>
                  <a:pt x="30364" y="26306"/>
                </a:cubicBezTo>
                <a:cubicBezTo>
                  <a:pt x="30725" y="26230"/>
                  <a:pt x="30725" y="26230"/>
                  <a:pt x="30725" y="26230"/>
                </a:cubicBezTo>
                <a:cubicBezTo>
                  <a:pt x="30799" y="25930"/>
                  <a:pt x="30799" y="25930"/>
                  <a:pt x="30799" y="25930"/>
                </a:cubicBezTo>
                <a:cubicBezTo>
                  <a:pt x="30946" y="25716"/>
                  <a:pt x="30946" y="25716"/>
                  <a:pt x="30946" y="25716"/>
                </a:cubicBezTo>
                <a:cubicBezTo>
                  <a:pt x="31197" y="25854"/>
                  <a:pt x="31197" y="25854"/>
                  <a:pt x="31197" y="25854"/>
                </a:cubicBezTo>
                <a:cubicBezTo>
                  <a:pt x="31595" y="26080"/>
                  <a:pt x="31595" y="26080"/>
                  <a:pt x="31595" y="26080"/>
                </a:cubicBezTo>
                <a:cubicBezTo>
                  <a:pt x="32000" y="26895"/>
                  <a:pt x="32000" y="26895"/>
                  <a:pt x="32000" y="26895"/>
                </a:cubicBezTo>
                <a:cubicBezTo>
                  <a:pt x="32104" y="27346"/>
                  <a:pt x="32104" y="27346"/>
                  <a:pt x="32104" y="27346"/>
                </a:cubicBezTo>
                <a:cubicBezTo>
                  <a:pt x="32324" y="27860"/>
                  <a:pt x="32324" y="27860"/>
                  <a:pt x="32324" y="27860"/>
                </a:cubicBezTo>
                <a:cubicBezTo>
                  <a:pt x="32686" y="27860"/>
                  <a:pt x="32686" y="27860"/>
                  <a:pt x="32686" y="27860"/>
                </a:cubicBezTo>
                <a:cubicBezTo>
                  <a:pt x="33047" y="28536"/>
                  <a:pt x="33047" y="28536"/>
                  <a:pt x="33047" y="28536"/>
                </a:cubicBezTo>
                <a:cubicBezTo>
                  <a:pt x="33592" y="28612"/>
                  <a:pt x="33592" y="28612"/>
                  <a:pt x="33592" y="28612"/>
                </a:cubicBezTo>
                <a:cubicBezTo>
                  <a:pt x="33960" y="28912"/>
                  <a:pt x="33960" y="28912"/>
                  <a:pt x="33960" y="28912"/>
                </a:cubicBezTo>
                <a:cubicBezTo>
                  <a:pt x="33996" y="28461"/>
                  <a:pt x="33996" y="28461"/>
                  <a:pt x="33996" y="28461"/>
                </a:cubicBezTo>
                <a:cubicBezTo>
                  <a:pt x="33415" y="27571"/>
                  <a:pt x="33415" y="27571"/>
                  <a:pt x="33415" y="27571"/>
                </a:cubicBezTo>
                <a:cubicBezTo>
                  <a:pt x="33157" y="27195"/>
                  <a:pt x="33157" y="27195"/>
                  <a:pt x="33157" y="27195"/>
                </a:cubicBezTo>
                <a:cubicBezTo>
                  <a:pt x="33047" y="26744"/>
                  <a:pt x="33047" y="26744"/>
                  <a:pt x="33047" y="26744"/>
                </a:cubicBezTo>
                <a:cubicBezTo>
                  <a:pt x="33415" y="27195"/>
                  <a:pt x="33415" y="27195"/>
                  <a:pt x="33415" y="27195"/>
                </a:cubicBezTo>
                <a:cubicBezTo>
                  <a:pt x="34064" y="27860"/>
                  <a:pt x="34064" y="27860"/>
                  <a:pt x="34064" y="27860"/>
                </a:cubicBezTo>
                <a:cubicBezTo>
                  <a:pt x="34395" y="28236"/>
                  <a:pt x="34395" y="28236"/>
                  <a:pt x="34395" y="28236"/>
                </a:cubicBezTo>
                <a:cubicBezTo>
                  <a:pt x="34395" y="27571"/>
                  <a:pt x="34395" y="27571"/>
                  <a:pt x="34395" y="27571"/>
                </a:cubicBezTo>
                <a:cubicBezTo>
                  <a:pt x="34609" y="27045"/>
                  <a:pt x="34609" y="27045"/>
                  <a:pt x="34609" y="27045"/>
                </a:cubicBezTo>
                <a:cubicBezTo>
                  <a:pt x="34284" y="26681"/>
                  <a:pt x="34284" y="26681"/>
                  <a:pt x="34284" y="26681"/>
                </a:cubicBezTo>
                <a:cubicBezTo>
                  <a:pt x="34211" y="25779"/>
                  <a:pt x="34211" y="25779"/>
                  <a:pt x="34211" y="25779"/>
                </a:cubicBezTo>
                <a:cubicBezTo>
                  <a:pt x="33776" y="25491"/>
                  <a:pt x="33776" y="25491"/>
                  <a:pt x="33776" y="25491"/>
                </a:cubicBezTo>
                <a:cubicBezTo>
                  <a:pt x="33231" y="24300"/>
                  <a:pt x="33231" y="24300"/>
                  <a:pt x="33231" y="24300"/>
                </a:cubicBezTo>
                <a:cubicBezTo>
                  <a:pt x="33415" y="24000"/>
                  <a:pt x="33415" y="24000"/>
                  <a:pt x="33415" y="24000"/>
                </a:cubicBezTo>
                <a:cubicBezTo>
                  <a:pt x="33592" y="23699"/>
                  <a:pt x="33592" y="23699"/>
                  <a:pt x="33592" y="23699"/>
                </a:cubicBezTo>
                <a:cubicBezTo>
                  <a:pt x="34284" y="24751"/>
                  <a:pt x="34284" y="24751"/>
                  <a:pt x="34284" y="24751"/>
                </a:cubicBezTo>
                <a:cubicBezTo>
                  <a:pt x="34535" y="25491"/>
                  <a:pt x="34535" y="25491"/>
                  <a:pt x="34535" y="25491"/>
                </a:cubicBezTo>
                <a:cubicBezTo>
                  <a:pt x="34830" y="25566"/>
                  <a:pt x="34830" y="25566"/>
                  <a:pt x="34830" y="25566"/>
                </a:cubicBezTo>
                <a:cubicBezTo>
                  <a:pt x="34940" y="24751"/>
                  <a:pt x="34940" y="24751"/>
                  <a:pt x="34940" y="24751"/>
                </a:cubicBezTo>
                <a:cubicBezTo>
                  <a:pt x="35301" y="24526"/>
                  <a:pt x="35301" y="24526"/>
                  <a:pt x="35301" y="24526"/>
                </a:cubicBezTo>
                <a:cubicBezTo>
                  <a:pt x="35338" y="24150"/>
                  <a:pt x="35338" y="24150"/>
                  <a:pt x="35338" y="24150"/>
                </a:cubicBezTo>
                <a:cubicBezTo>
                  <a:pt x="35595" y="24150"/>
                  <a:pt x="35595" y="24150"/>
                  <a:pt x="35595" y="24150"/>
                </a:cubicBezTo>
                <a:cubicBezTo>
                  <a:pt x="35699" y="23774"/>
                  <a:pt x="35699" y="23774"/>
                  <a:pt x="35699" y="23774"/>
                </a:cubicBezTo>
                <a:cubicBezTo>
                  <a:pt x="35663" y="23260"/>
                  <a:pt x="35663" y="23260"/>
                  <a:pt x="35663" y="23260"/>
                </a:cubicBezTo>
                <a:cubicBezTo>
                  <a:pt x="35191" y="23260"/>
                  <a:pt x="35191" y="23260"/>
                  <a:pt x="35191" y="23260"/>
                </a:cubicBezTo>
                <a:cubicBezTo>
                  <a:pt x="35191" y="22959"/>
                  <a:pt x="35191" y="22959"/>
                  <a:pt x="35191" y="22959"/>
                </a:cubicBezTo>
                <a:cubicBezTo>
                  <a:pt x="34903" y="22521"/>
                  <a:pt x="34903" y="22521"/>
                  <a:pt x="34903" y="22521"/>
                </a:cubicBezTo>
                <a:cubicBezTo>
                  <a:pt x="34683" y="22445"/>
                  <a:pt x="34683" y="22445"/>
                  <a:pt x="34683" y="22445"/>
                </a:cubicBezTo>
                <a:cubicBezTo>
                  <a:pt x="34358" y="22145"/>
                  <a:pt x="34358" y="22145"/>
                  <a:pt x="34358" y="22145"/>
                </a:cubicBezTo>
                <a:cubicBezTo>
                  <a:pt x="34137" y="22145"/>
                  <a:pt x="34137" y="22145"/>
                  <a:pt x="34137" y="22145"/>
                </a:cubicBezTo>
                <a:cubicBezTo>
                  <a:pt x="34064" y="21769"/>
                  <a:pt x="34064" y="21769"/>
                  <a:pt x="34064" y="21769"/>
                </a:cubicBezTo>
                <a:cubicBezTo>
                  <a:pt x="33960" y="21405"/>
                  <a:pt x="33960" y="21405"/>
                  <a:pt x="33960" y="21405"/>
                </a:cubicBezTo>
                <a:cubicBezTo>
                  <a:pt x="33562" y="21405"/>
                  <a:pt x="33562" y="21405"/>
                  <a:pt x="33562" y="21405"/>
                </a:cubicBezTo>
                <a:cubicBezTo>
                  <a:pt x="33378" y="21405"/>
                  <a:pt x="33378" y="21405"/>
                  <a:pt x="33378" y="21405"/>
                </a:cubicBezTo>
                <a:cubicBezTo>
                  <a:pt x="33378" y="20728"/>
                  <a:pt x="33378" y="20728"/>
                  <a:pt x="33378" y="20728"/>
                </a:cubicBezTo>
                <a:cubicBezTo>
                  <a:pt x="33666" y="20728"/>
                  <a:pt x="33666" y="20728"/>
                  <a:pt x="33666" y="20728"/>
                </a:cubicBezTo>
                <a:cubicBezTo>
                  <a:pt x="33813" y="20503"/>
                  <a:pt x="33813" y="20503"/>
                  <a:pt x="33813" y="20503"/>
                </a:cubicBezTo>
                <a:cubicBezTo>
                  <a:pt x="33415" y="20290"/>
                  <a:pt x="33415" y="20290"/>
                  <a:pt x="33415" y="20290"/>
                </a:cubicBezTo>
                <a:cubicBezTo>
                  <a:pt x="33488" y="19989"/>
                  <a:pt x="33488" y="19989"/>
                  <a:pt x="33488" y="19989"/>
                </a:cubicBezTo>
                <a:cubicBezTo>
                  <a:pt x="33666" y="19914"/>
                  <a:pt x="33666" y="19914"/>
                  <a:pt x="33666" y="19914"/>
                </a:cubicBezTo>
                <a:cubicBezTo>
                  <a:pt x="33451" y="19538"/>
                  <a:pt x="33451" y="19538"/>
                  <a:pt x="33451" y="19538"/>
                </a:cubicBezTo>
                <a:cubicBezTo>
                  <a:pt x="33120" y="19325"/>
                  <a:pt x="33120" y="19325"/>
                  <a:pt x="33120" y="19325"/>
                </a:cubicBezTo>
                <a:cubicBezTo>
                  <a:pt x="33231" y="18949"/>
                  <a:pt x="33231" y="18949"/>
                  <a:pt x="33231" y="18949"/>
                </a:cubicBezTo>
                <a:cubicBezTo>
                  <a:pt x="32906" y="18648"/>
                  <a:pt x="32906" y="18648"/>
                  <a:pt x="32906" y="18648"/>
                </a:cubicBezTo>
                <a:cubicBezTo>
                  <a:pt x="32539" y="18723"/>
                  <a:pt x="32539" y="18723"/>
                  <a:pt x="32539" y="18723"/>
                </a:cubicBezTo>
                <a:cubicBezTo>
                  <a:pt x="32502" y="18360"/>
                  <a:pt x="32502" y="18360"/>
                  <a:pt x="32502" y="18360"/>
                </a:cubicBezTo>
                <a:cubicBezTo>
                  <a:pt x="32214" y="18360"/>
                  <a:pt x="32214" y="18360"/>
                  <a:pt x="32214" y="18360"/>
                </a:cubicBezTo>
                <a:cubicBezTo>
                  <a:pt x="32067" y="18285"/>
                  <a:pt x="32067" y="18285"/>
                  <a:pt x="32067" y="18285"/>
                </a:cubicBezTo>
                <a:cubicBezTo>
                  <a:pt x="32324" y="17909"/>
                  <a:pt x="32324" y="17909"/>
                  <a:pt x="32324" y="17909"/>
                </a:cubicBezTo>
                <a:cubicBezTo>
                  <a:pt x="32000" y="17758"/>
                  <a:pt x="32000" y="17758"/>
                  <a:pt x="32000" y="17758"/>
                </a:cubicBezTo>
                <a:cubicBezTo>
                  <a:pt x="31558" y="17909"/>
                  <a:pt x="31558" y="17909"/>
                  <a:pt x="31558" y="17909"/>
                </a:cubicBezTo>
                <a:cubicBezTo>
                  <a:pt x="31307" y="17382"/>
                  <a:pt x="31307" y="17382"/>
                  <a:pt x="31307" y="17382"/>
                </a:cubicBezTo>
                <a:cubicBezTo>
                  <a:pt x="31271" y="17019"/>
                  <a:pt x="31271" y="17019"/>
                  <a:pt x="31271" y="17019"/>
                </a:cubicBezTo>
                <a:cubicBezTo>
                  <a:pt x="30977" y="17019"/>
                  <a:pt x="30977" y="17019"/>
                  <a:pt x="30977" y="17019"/>
                </a:cubicBezTo>
                <a:cubicBezTo>
                  <a:pt x="30977" y="16643"/>
                  <a:pt x="30977" y="16643"/>
                  <a:pt x="30977" y="16643"/>
                </a:cubicBezTo>
                <a:cubicBezTo>
                  <a:pt x="30542" y="16342"/>
                  <a:pt x="30542" y="16342"/>
                  <a:pt x="30542" y="16342"/>
                </a:cubicBezTo>
                <a:cubicBezTo>
                  <a:pt x="29996" y="16342"/>
                  <a:pt x="29996" y="16342"/>
                  <a:pt x="29996" y="16342"/>
                </a:cubicBezTo>
                <a:cubicBezTo>
                  <a:pt x="29929" y="16643"/>
                  <a:pt x="29929" y="16643"/>
                  <a:pt x="29929" y="16643"/>
                </a:cubicBezTo>
                <a:cubicBezTo>
                  <a:pt x="29672" y="16718"/>
                  <a:pt x="29672" y="16718"/>
                  <a:pt x="29672" y="16718"/>
                </a:cubicBezTo>
                <a:cubicBezTo>
                  <a:pt x="29415" y="16643"/>
                  <a:pt x="29415" y="16643"/>
                  <a:pt x="29415" y="16643"/>
                </a:cubicBezTo>
                <a:cubicBezTo>
                  <a:pt x="29310" y="17019"/>
                  <a:pt x="29310" y="17019"/>
                  <a:pt x="29310" y="17019"/>
                </a:cubicBezTo>
                <a:cubicBezTo>
                  <a:pt x="29053" y="17019"/>
                  <a:pt x="29053" y="17019"/>
                  <a:pt x="29053" y="17019"/>
                </a:cubicBezTo>
                <a:cubicBezTo>
                  <a:pt x="29016" y="16568"/>
                  <a:pt x="29016" y="16568"/>
                  <a:pt x="29016" y="16568"/>
                </a:cubicBezTo>
                <a:cubicBezTo>
                  <a:pt x="29200" y="16054"/>
                  <a:pt x="29200" y="16054"/>
                  <a:pt x="29200" y="16054"/>
                </a:cubicBezTo>
                <a:cubicBezTo>
                  <a:pt x="28943" y="15452"/>
                  <a:pt x="28943" y="15452"/>
                  <a:pt x="28943" y="15452"/>
                </a:cubicBezTo>
                <a:cubicBezTo>
                  <a:pt x="28802" y="14863"/>
                  <a:pt x="28802" y="14863"/>
                  <a:pt x="28802" y="14863"/>
                </a:cubicBezTo>
                <a:cubicBezTo>
                  <a:pt x="28330" y="14863"/>
                  <a:pt x="28330" y="14863"/>
                  <a:pt x="28330" y="14863"/>
                </a:cubicBezTo>
                <a:cubicBezTo>
                  <a:pt x="28073" y="15302"/>
                  <a:pt x="28073" y="15302"/>
                  <a:pt x="28073" y="15302"/>
                </a:cubicBezTo>
                <a:cubicBezTo>
                  <a:pt x="27748" y="15302"/>
                  <a:pt x="27748" y="15302"/>
                  <a:pt x="27748" y="15302"/>
                </a:cubicBezTo>
                <a:cubicBezTo>
                  <a:pt x="27528" y="15603"/>
                  <a:pt x="27528" y="15603"/>
                  <a:pt x="27528" y="15603"/>
                </a:cubicBezTo>
                <a:cubicBezTo>
                  <a:pt x="27491" y="16204"/>
                  <a:pt x="27491" y="16204"/>
                  <a:pt x="27491" y="16204"/>
                </a:cubicBezTo>
                <a:cubicBezTo>
                  <a:pt x="27675" y="16793"/>
                  <a:pt x="27675" y="16793"/>
                  <a:pt x="27675" y="16793"/>
                </a:cubicBezTo>
                <a:cubicBezTo>
                  <a:pt x="27528" y="17169"/>
                  <a:pt x="27528" y="17169"/>
                  <a:pt x="27528" y="17169"/>
                </a:cubicBezTo>
                <a:cubicBezTo>
                  <a:pt x="27822" y="17909"/>
                  <a:pt x="27822" y="17909"/>
                  <a:pt x="27822" y="17909"/>
                </a:cubicBezTo>
                <a:cubicBezTo>
                  <a:pt x="27601" y="17984"/>
                  <a:pt x="27601" y="17984"/>
                  <a:pt x="27601" y="17984"/>
                </a:cubicBezTo>
                <a:cubicBezTo>
                  <a:pt x="27277" y="17382"/>
                  <a:pt x="27277" y="17382"/>
                  <a:pt x="27277" y="17382"/>
                </a:cubicBezTo>
                <a:cubicBezTo>
                  <a:pt x="27166" y="16492"/>
                  <a:pt x="27166" y="16492"/>
                  <a:pt x="27166" y="16492"/>
                </a:cubicBezTo>
                <a:cubicBezTo>
                  <a:pt x="27130" y="15903"/>
                  <a:pt x="27130" y="15903"/>
                  <a:pt x="27130" y="15903"/>
                </a:cubicBezTo>
                <a:cubicBezTo>
                  <a:pt x="27381" y="15302"/>
                  <a:pt x="27381" y="15302"/>
                  <a:pt x="27381" y="15302"/>
                </a:cubicBezTo>
                <a:cubicBezTo>
                  <a:pt x="27712" y="14863"/>
                  <a:pt x="27712" y="14863"/>
                  <a:pt x="27712" y="14863"/>
                </a:cubicBezTo>
                <a:cubicBezTo>
                  <a:pt x="27240" y="14863"/>
                  <a:pt x="27240" y="14863"/>
                  <a:pt x="27240" y="14863"/>
                </a:cubicBezTo>
                <a:cubicBezTo>
                  <a:pt x="26768" y="14938"/>
                  <a:pt x="26768" y="14938"/>
                  <a:pt x="26768" y="14938"/>
                </a:cubicBezTo>
                <a:cubicBezTo>
                  <a:pt x="26333" y="15678"/>
                  <a:pt x="26333" y="15678"/>
                  <a:pt x="26333" y="15678"/>
                </a:cubicBezTo>
                <a:cubicBezTo>
                  <a:pt x="26076" y="16643"/>
                  <a:pt x="26076" y="16643"/>
                  <a:pt x="26076" y="16643"/>
                </a:cubicBezTo>
                <a:cubicBezTo>
                  <a:pt x="26039" y="17909"/>
                  <a:pt x="26039" y="17909"/>
                  <a:pt x="26039" y="17909"/>
                </a:cubicBezTo>
                <a:cubicBezTo>
                  <a:pt x="26437" y="18059"/>
                  <a:pt x="26437" y="18059"/>
                  <a:pt x="26437" y="18059"/>
                </a:cubicBezTo>
                <a:cubicBezTo>
                  <a:pt x="26732" y="18059"/>
                  <a:pt x="26732" y="18059"/>
                  <a:pt x="26732" y="18059"/>
                </a:cubicBezTo>
                <a:cubicBezTo>
                  <a:pt x="26836" y="18573"/>
                  <a:pt x="26836" y="18573"/>
                  <a:pt x="26836" y="18573"/>
                </a:cubicBezTo>
                <a:cubicBezTo>
                  <a:pt x="26548" y="18422"/>
                  <a:pt x="26548" y="18422"/>
                  <a:pt x="26548" y="18422"/>
                </a:cubicBezTo>
                <a:cubicBezTo>
                  <a:pt x="26186" y="18648"/>
                  <a:pt x="26186" y="18648"/>
                  <a:pt x="26186" y="18648"/>
                </a:cubicBezTo>
                <a:cubicBezTo>
                  <a:pt x="26474" y="19174"/>
                  <a:pt x="26474" y="19174"/>
                  <a:pt x="26474" y="19174"/>
                </a:cubicBezTo>
                <a:cubicBezTo>
                  <a:pt x="26879" y="19174"/>
                  <a:pt x="26879" y="19174"/>
                  <a:pt x="26879" y="19174"/>
                </a:cubicBezTo>
                <a:cubicBezTo>
                  <a:pt x="27056" y="19024"/>
                  <a:pt x="27056" y="19024"/>
                  <a:pt x="27056" y="19024"/>
                </a:cubicBezTo>
                <a:cubicBezTo>
                  <a:pt x="27313" y="19400"/>
                  <a:pt x="27313" y="19400"/>
                  <a:pt x="27313" y="19400"/>
                </a:cubicBezTo>
                <a:cubicBezTo>
                  <a:pt x="27822" y="19688"/>
                  <a:pt x="27822" y="19688"/>
                  <a:pt x="27822" y="19688"/>
                </a:cubicBezTo>
                <a:cubicBezTo>
                  <a:pt x="27528" y="19914"/>
                  <a:pt x="27528" y="19914"/>
                  <a:pt x="27528" y="19914"/>
                </a:cubicBezTo>
                <a:cubicBezTo>
                  <a:pt x="27491" y="20440"/>
                  <a:pt x="27491" y="20440"/>
                  <a:pt x="27491" y="20440"/>
                </a:cubicBezTo>
                <a:cubicBezTo>
                  <a:pt x="27712" y="20728"/>
                  <a:pt x="27712" y="20728"/>
                  <a:pt x="27712" y="20728"/>
                </a:cubicBezTo>
                <a:cubicBezTo>
                  <a:pt x="27381" y="21693"/>
                  <a:pt x="27381" y="21693"/>
                  <a:pt x="27381" y="21693"/>
                </a:cubicBezTo>
                <a:cubicBezTo>
                  <a:pt x="27203" y="22445"/>
                  <a:pt x="27203" y="22445"/>
                  <a:pt x="27203" y="22445"/>
                </a:cubicBezTo>
                <a:cubicBezTo>
                  <a:pt x="26983" y="22959"/>
                  <a:pt x="26983" y="22959"/>
                  <a:pt x="26983" y="22959"/>
                </a:cubicBezTo>
                <a:cubicBezTo>
                  <a:pt x="26732" y="22734"/>
                  <a:pt x="26732" y="22734"/>
                  <a:pt x="26732" y="22734"/>
                </a:cubicBezTo>
                <a:cubicBezTo>
                  <a:pt x="26584" y="21919"/>
                  <a:pt x="26584" y="21919"/>
                  <a:pt x="26584" y="21919"/>
                </a:cubicBezTo>
                <a:cubicBezTo>
                  <a:pt x="26732" y="21405"/>
                  <a:pt x="26732" y="21405"/>
                  <a:pt x="26732" y="21405"/>
                </a:cubicBezTo>
                <a:cubicBezTo>
                  <a:pt x="26297" y="20653"/>
                  <a:pt x="26297" y="20653"/>
                  <a:pt x="26297" y="20653"/>
                </a:cubicBezTo>
                <a:cubicBezTo>
                  <a:pt x="25966" y="21255"/>
                  <a:pt x="25966" y="21255"/>
                  <a:pt x="25966" y="21255"/>
                </a:cubicBezTo>
                <a:cubicBezTo>
                  <a:pt x="25457" y="20139"/>
                  <a:pt x="25457" y="20139"/>
                  <a:pt x="25457" y="20139"/>
                </a:cubicBezTo>
                <a:cubicBezTo>
                  <a:pt x="25280" y="19989"/>
                  <a:pt x="25280" y="19989"/>
                  <a:pt x="25280" y="19989"/>
                </a:cubicBezTo>
                <a:cubicBezTo>
                  <a:pt x="25316" y="19400"/>
                  <a:pt x="25316" y="19400"/>
                  <a:pt x="25316" y="19400"/>
                </a:cubicBezTo>
                <a:cubicBezTo>
                  <a:pt x="25243" y="18723"/>
                  <a:pt x="25243" y="18723"/>
                  <a:pt x="25243" y="18723"/>
                </a:cubicBezTo>
                <a:cubicBezTo>
                  <a:pt x="25022" y="18723"/>
                  <a:pt x="25022" y="18723"/>
                  <a:pt x="25022" y="18723"/>
                </a:cubicBezTo>
                <a:cubicBezTo>
                  <a:pt x="25022" y="18134"/>
                  <a:pt x="25022" y="18134"/>
                  <a:pt x="25022" y="18134"/>
                </a:cubicBezTo>
                <a:cubicBezTo>
                  <a:pt x="24661" y="17533"/>
                  <a:pt x="24661" y="17533"/>
                  <a:pt x="24661" y="17533"/>
                </a:cubicBezTo>
                <a:cubicBezTo>
                  <a:pt x="24226" y="17533"/>
                  <a:pt x="24226" y="17533"/>
                  <a:pt x="24226" y="17533"/>
                </a:cubicBezTo>
                <a:cubicBezTo>
                  <a:pt x="24153" y="17833"/>
                  <a:pt x="24153" y="17833"/>
                  <a:pt x="24153" y="17833"/>
                </a:cubicBezTo>
                <a:cubicBezTo>
                  <a:pt x="23932" y="17909"/>
                  <a:pt x="23932" y="17909"/>
                  <a:pt x="23932" y="17909"/>
                </a:cubicBezTo>
                <a:cubicBezTo>
                  <a:pt x="23754" y="18498"/>
                  <a:pt x="23754" y="18498"/>
                  <a:pt x="23754" y="18498"/>
                </a:cubicBezTo>
                <a:cubicBezTo>
                  <a:pt x="23859" y="18949"/>
                  <a:pt x="23859" y="18949"/>
                  <a:pt x="23859" y="18949"/>
                </a:cubicBezTo>
                <a:cubicBezTo>
                  <a:pt x="23785" y="19325"/>
                  <a:pt x="23785" y="19325"/>
                  <a:pt x="23785" y="19325"/>
                </a:cubicBezTo>
                <a:cubicBezTo>
                  <a:pt x="24153" y="19914"/>
                  <a:pt x="24153" y="19914"/>
                  <a:pt x="24153" y="19914"/>
                </a:cubicBezTo>
                <a:cubicBezTo>
                  <a:pt x="24477" y="20290"/>
                  <a:pt x="24477" y="20290"/>
                  <a:pt x="24477" y="20290"/>
                </a:cubicBezTo>
                <a:cubicBezTo>
                  <a:pt x="24367" y="20804"/>
                  <a:pt x="24367" y="20804"/>
                  <a:pt x="24367" y="20804"/>
                </a:cubicBezTo>
                <a:cubicBezTo>
                  <a:pt x="24006" y="20653"/>
                  <a:pt x="24006" y="20653"/>
                  <a:pt x="24006" y="20653"/>
                </a:cubicBezTo>
                <a:cubicBezTo>
                  <a:pt x="24116" y="21330"/>
                  <a:pt x="24116" y="21330"/>
                  <a:pt x="24116" y="21330"/>
                </a:cubicBezTo>
                <a:cubicBezTo>
                  <a:pt x="24441" y="21255"/>
                  <a:pt x="24441" y="21255"/>
                  <a:pt x="24441" y="21255"/>
                </a:cubicBezTo>
                <a:cubicBezTo>
                  <a:pt x="24771" y="20804"/>
                  <a:pt x="24771" y="20804"/>
                  <a:pt x="24771" y="20804"/>
                </a:cubicBezTo>
                <a:cubicBezTo>
                  <a:pt x="24771" y="21480"/>
                  <a:pt x="24771" y="21480"/>
                  <a:pt x="24771" y="21480"/>
                </a:cubicBezTo>
                <a:cubicBezTo>
                  <a:pt x="24189" y="22145"/>
                  <a:pt x="24189" y="22145"/>
                  <a:pt x="24189" y="22145"/>
                </a:cubicBezTo>
                <a:cubicBezTo>
                  <a:pt x="24226" y="23034"/>
                  <a:pt x="24226" y="23034"/>
                  <a:pt x="24226" y="23034"/>
                </a:cubicBezTo>
                <a:cubicBezTo>
                  <a:pt x="23828" y="22583"/>
                  <a:pt x="23828" y="22583"/>
                  <a:pt x="23828" y="22583"/>
                </a:cubicBezTo>
                <a:cubicBezTo>
                  <a:pt x="23932" y="21919"/>
                  <a:pt x="23932" y="21919"/>
                  <a:pt x="23932" y="21919"/>
                </a:cubicBezTo>
                <a:cubicBezTo>
                  <a:pt x="23718" y="21919"/>
                  <a:pt x="23718" y="21919"/>
                  <a:pt x="23718" y="21919"/>
                </a:cubicBezTo>
                <a:cubicBezTo>
                  <a:pt x="23681" y="21330"/>
                  <a:pt x="23681" y="21330"/>
                  <a:pt x="23681" y="21330"/>
                </a:cubicBezTo>
                <a:cubicBezTo>
                  <a:pt x="23895" y="21330"/>
                  <a:pt x="23895" y="21330"/>
                  <a:pt x="23895" y="21330"/>
                </a:cubicBezTo>
                <a:cubicBezTo>
                  <a:pt x="23828" y="20440"/>
                  <a:pt x="23828" y="20440"/>
                  <a:pt x="23828" y="20440"/>
                </a:cubicBezTo>
                <a:cubicBezTo>
                  <a:pt x="23283" y="19839"/>
                  <a:pt x="23283" y="19839"/>
                  <a:pt x="23283" y="19839"/>
                </a:cubicBezTo>
                <a:cubicBezTo>
                  <a:pt x="23173" y="20503"/>
                  <a:pt x="23173" y="20503"/>
                  <a:pt x="23173" y="20503"/>
                </a:cubicBezTo>
                <a:cubicBezTo>
                  <a:pt x="22842" y="20804"/>
                  <a:pt x="22842" y="20804"/>
                  <a:pt x="22842" y="20804"/>
                </a:cubicBezTo>
                <a:cubicBezTo>
                  <a:pt x="23350" y="21480"/>
                  <a:pt x="23350" y="21480"/>
                  <a:pt x="23350" y="21480"/>
                </a:cubicBezTo>
                <a:cubicBezTo>
                  <a:pt x="23136" y="21844"/>
                  <a:pt x="23136" y="21844"/>
                  <a:pt x="23136" y="21844"/>
                </a:cubicBezTo>
                <a:cubicBezTo>
                  <a:pt x="23026" y="22370"/>
                  <a:pt x="23026" y="22370"/>
                  <a:pt x="23026" y="22370"/>
                </a:cubicBezTo>
                <a:cubicBezTo>
                  <a:pt x="22082" y="22445"/>
                  <a:pt x="22082" y="22445"/>
                  <a:pt x="22082" y="22445"/>
                </a:cubicBezTo>
                <a:cubicBezTo>
                  <a:pt x="21611" y="22069"/>
                  <a:pt x="21611" y="22069"/>
                  <a:pt x="21611" y="22069"/>
                </a:cubicBezTo>
                <a:cubicBezTo>
                  <a:pt x="21280" y="21919"/>
                  <a:pt x="21280" y="21919"/>
                  <a:pt x="21280" y="21919"/>
                </a:cubicBezTo>
                <a:cubicBezTo>
                  <a:pt x="20808" y="21405"/>
                  <a:pt x="20808" y="21405"/>
                  <a:pt x="20808" y="21405"/>
                </a:cubicBezTo>
                <a:cubicBezTo>
                  <a:pt x="20483" y="21769"/>
                  <a:pt x="20483" y="21769"/>
                  <a:pt x="20483" y="21769"/>
                </a:cubicBezTo>
                <a:cubicBezTo>
                  <a:pt x="20012" y="22220"/>
                  <a:pt x="20012" y="22220"/>
                  <a:pt x="20012" y="22220"/>
                </a:cubicBezTo>
                <a:cubicBezTo>
                  <a:pt x="20122" y="22809"/>
                  <a:pt x="20122" y="22809"/>
                  <a:pt x="20122" y="22809"/>
                </a:cubicBezTo>
                <a:cubicBezTo>
                  <a:pt x="20049" y="23774"/>
                  <a:pt x="20049" y="23774"/>
                  <a:pt x="20049" y="23774"/>
                </a:cubicBezTo>
                <a:cubicBezTo>
                  <a:pt x="19754" y="22671"/>
                  <a:pt x="19754" y="22671"/>
                  <a:pt x="19754" y="22671"/>
                </a:cubicBezTo>
                <a:cubicBezTo>
                  <a:pt x="19283" y="22220"/>
                  <a:pt x="19283" y="22220"/>
                  <a:pt x="19283" y="22220"/>
                </a:cubicBezTo>
                <a:cubicBezTo>
                  <a:pt x="18774" y="22445"/>
                  <a:pt x="18774" y="22445"/>
                  <a:pt x="18774" y="22445"/>
                </a:cubicBezTo>
                <a:cubicBezTo>
                  <a:pt x="17617" y="22220"/>
                  <a:pt x="17617" y="22220"/>
                  <a:pt x="17617" y="22220"/>
                </a:cubicBezTo>
                <a:cubicBezTo>
                  <a:pt x="17617" y="21919"/>
                  <a:pt x="17617" y="21919"/>
                  <a:pt x="17617" y="21919"/>
                </a:cubicBezTo>
                <a:cubicBezTo>
                  <a:pt x="18015" y="21618"/>
                  <a:pt x="18015" y="21618"/>
                  <a:pt x="18015" y="21618"/>
                </a:cubicBezTo>
                <a:cubicBezTo>
                  <a:pt x="17433" y="21029"/>
                  <a:pt x="17433" y="21029"/>
                  <a:pt x="17433" y="21029"/>
                </a:cubicBezTo>
                <a:cubicBezTo>
                  <a:pt x="17071" y="21029"/>
                  <a:pt x="17071" y="21029"/>
                  <a:pt x="17071" y="21029"/>
                </a:cubicBezTo>
                <a:cubicBezTo>
                  <a:pt x="16018" y="20440"/>
                  <a:pt x="16018" y="20440"/>
                  <a:pt x="16018" y="20440"/>
                </a:cubicBezTo>
                <a:cubicBezTo>
                  <a:pt x="15761" y="19989"/>
                  <a:pt x="15761" y="19989"/>
                  <a:pt x="15761" y="19989"/>
                </a:cubicBezTo>
                <a:cubicBezTo>
                  <a:pt x="15289" y="19839"/>
                  <a:pt x="15289" y="19839"/>
                  <a:pt x="15289" y="19839"/>
                </a:cubicBezTo>
                <a:cubicBezTo>
                  <a:pt x="15001" y="19914"/>
                  <a:pt x="15001" y="19914"/>
                  <a:pt x="15001" y="19914"/>
                </a:cubicBezTo>
                <a:cubicBezTo>
                  <a:pt x="14891" y="20290"/>
                  <a:pt x="14891" y="20290"/>
                  <a:pt x="14891" y="20290"/>
                </a:cubicBezTo>
                <a:cubicBezTo>
                  <a:pt x="14633" y="20440"/>
                  <a:pt x="14633" y="20440"/>
                  <a:pt x="14633" y="20440"/>
                </a:cubicBezTo>
                <a:cubicBezTo>
                  <a:pt x="14346" y="19538"/>
                  <a:pt x="14346" y="19538"/>
                  <a:pt x="14346" y="19538"/>
                </a:cubicBezTo>
                <a:cubicBezTo>
                  <a:pt x="14199" y="20290"/>
                  <a:pt x="14199" y="20290"/>
                  <a:pt x="14199" y="20290"/>
                </a:cubicBezTo>
                <a:cubicBezTo>
                  <a:pt x="13874" y="20215"/>
                  <a:pt x="13874" y="20215"/>
                  <a:pt x="13874" y="20215"/>
                </a:cubicBezTo>
                <a:cubicBezTo>
                  <a:pt x="13580" y="19174"/>
                  <a:pt x="13580" y="19174"/>
                  <a:pt x="13580" y="19174"/>
                </a:cubicBezTo>
                <a:cubicBezTo>
                  <a:pt x="13218" y="18949"/>
                  <a:pt x="13218" y="18949"/>
                  <a:pt x="13218" y="18949"/>
                </a:cubicBezTo>
                <a:cubicBezTo>
                  <a:pt x="13108" y="19688"/>
                  <a:pt x="13108" y="19688"/>
                  <a:pt x="13108" y="19688"/>
                </a:cubicBezTo>
                <a:cubicBezTo>
                  <a:pt x="12894" y="20064"/>
                  <a:pt x="12894" y="20064"/>
                  <a:pt x="12894" y="20064"/>
                </a:cubicBezTo>
                <a:cubicBezTo>
                  <a:pt x="12526" y="20215"/>
                  <a:pt x="12526" y="20215"/>
                  <a:pt x="12526" y="20215"/>
                </a:cubicBezTo>
                <a:cubicBezTo>
                  <a:pt x="12091" y="20503"/>
                  <a:pt x="12091" y="20503"/>
                  <a:pt x="12091" y="20503"/>
                </a:cubicBezTo>
                <a:cubicBezTo>
                  <a:pt x="11620" y="20954"/>
                  <a:pt x="11620" y="20954"/>
                  <a:pt x="11620" y="20954"/>
                </a:cubicBezTo>
                <a:cubicBezTo>
                  <a:pt x="11987" y="20290"/>
                  <a:pt x="11987" y="20290"/>
                  <a:pt x="11987" y="20290"/>
                </a:cubicBezTo>
                <a:cubicBezTo>
                  <a:pt x="12385" y="20064"/>
                  <a:pt x="12385" y="20064"/>
                  <a:pt x="12385" y="20064"/>
                </a:cubicBezTo>
                <a:cubicBezTo>
                  <a:pt x="12673" y="19839"/>
                  <a:pt x="12673" y="19839"/>
                  <a:pt x="12673" y="19839"/>
                </a:cubicBezTo>
                <a:cubicBezTo>
                  <a:pt x="12784" y="19475"/>
                  <a:pt x="12784" y="19475"/>
                  <a:pt x="12784" y="19475"/>
                </a:cubicBezTo>
                <a:cubicBezTo>
                  <a:pt x="12637" y="19400"/>
                  <a:pt x="12637" y="19400"/>
                  <a:pt x="12637" y="19400"/>
                </a:cubicBezTo>
                <a:cubicBezTo>
                  <a:pt x="12165" y="19688"/>
                  <a:pt x="12165" y="19688"/>
                  <a:pt x="12165" y="19688"/>
                </a:cubicBezTo>
                <a:cubicBezTo>
                  <a:pt x="11620" y="20215"/>
                  <a:pt x="11620" y="20215"/>
                  <a:pt x="11620" y="20215"/>
                </a:cubicBezTo>
                <a:cubicBezTo>
                  <a:pt x="11332" y="20215"/>
                  <a:pt x="11332" y="20215"/>
                  <a:pt x="11332" y="20215"/>
                </a:cubicBezTo>
                <a:cubicBezTo>
                  <a:pt x="11038" y="20215"/>
                  <a:pt x="11038" y="20215"/>
                  <a:pt x="11038" y="20215"/>
                </a:cubicBezTo>
                <a:cubicBezTo>
                  <a:pt x="10493" y="20879"/>
                  <a:pt x="10493" y="20879"/>
                  <a:pt x="10493" y="20879"/>
                </a:cubicBezTo>
                <a:cubicBezTo>
                  <a:pt x="9947" y="20728"/>
                  <a:pt x="9947" y="20728"/>
                  <a:pt x="9947" y="20728"/>
                </a:cubicBezTo>
                <a:cubicBezTo>
                  <a:pt x="9513" y="20064"/>
                  <a:pt x="9513" y="20064"/>
                  <a:pt x="9513" y="20064"/>
                </a:cubicBezTo>
                <a:cubicBezTo>
                  <a:pt x="8716" y="19989"/>
                  <a:pt x="8716" y="19989"/>
                  <a:pt x="8716" y="19989"/>
                </a:cubicBezTo>
                <a:cubicBezTo>
                  <a:pt x="8428" y="19688"/>
                  <a:pt x="8428" y="19688"/>
                  <a:pt x="8428" y="19688"/>
                </a:cubicBezTo>
                <a:cubicBezTo>
                  <a:pt x="8024" y="19538"/>
                  <a:pt x="8024" y="19538"/>
                  <a:pt x="8024" y="19538"/>
                </a:cubicBezTo>
                <a:cubicBezTo>
                  <a:pt x="7552" y="19688"/>
                  <a:pt x="7552" y="19688"/>
                  <a:pt x="7552" y="19688"/>
                </a:cubicBezTo>
                <a:cubicBezTo>
                  <a:pt x="7228" y="19400"/>
                  <a:pt x="7228" y="19400"/>
                  <a:pt x="7228" y="19400"/>
                </a:cubicBezTo>
                <a:cubicBezTo>
                  <a:pt x="6719" y="19400"/>
                  <a:pt x="6719" y="19400"/>
                  <a:pt x="6719" y="19400"/>
                </a:cubicBezTo>
                <a:cubicBezTo>
                  <a:pt x="6174" y="19099"/>
                  <a:pt x="6174" y="19099"/>
                  <a:pt x="6174" y="19099"/>
                </a:cubicBezTo>
                <a:cubicBezTo>
                  <a:pt x="5702" y="19099"/>
                  <a:pt x="5702" y="19099"/>
                  <a:pt x="5702" y="19099"/>
                </a:cubicBezTo>
                <a:cubicBezTo>
                  <a:pt x="5304" y="19099"/>
                  <a:pt x="5304" y="19099"/>
                  <a:pt x="5304" y="19099"/>
                </a:cubicBezTo>
                <a:cubicBezTo>
                  <a:pt x="5194" y="18573"/>
                  <a:pt x="5194" y="18573"/>
                  <a:pt x="5194" y="18573"/>
                </a:cubicBezTo>
                <a:cubicBezTo>
                  <a:pt x="4428" y="18498"/>
                  <a:pt x="4428" y="18498"/>
                  <a:pt x="4428" y="18498"/>
                </a:cubicBezTo>
                <a:cubicBezTo>
                  <a:pt x="4104" y="18573"/>
                  <a:pt x="4104" y="18573"/>
                  <a:pt x="4104" y="18573"/>
                </a:cubicBezTo>
                <a:cubicBezTo>
                  <a:pt x="4214" y="18209"/>
                  <a:pt x="4214" y="18209"/>
                  <a:pt x="4214" y="18209"/>
                </a:cubicBezTo>
                <a:cubicBezTo>
                  <a:pt x="3742" y="18134"/>
                  <a:pt x="3742" y="18134"/>
                  <a:pt x="3742" y="18134"/>
                </a:cubicBezTo>
                <a:cubicBezTo>
                  <a:pt x="3338" y="18648"/>
                  <a:pt x="3338" y="18648"/>
                  <a:pt x="3338" y="18648"/>
                </a:cubicBezTo>
                <a:cubicBezTo>
                  <a:pt x="2725" y="18648"/>
                  <a:pt x="2725" y="18648"/>
                  <a:pt x="2725" y="18648"/>
                </a:cubicBezTo>
                <a:cubicBezTo>
                  <a:pt x="2254" y="19325"/>
                  <a:pt x="2254" y="19325"/>
                  <a:pt x="2254" y="19325"/>
                </a:cubicBezTo>
                <a:cubicBezTo>
                  <a:pt x="1886" y="19325"/>
                  <a:pt x="1886" y="19325"/>
                  <a:pt x="1886" y="19325"/>
                </a:cubicBezTo>
                <a:cubicBezTo>
                  <a:pt x="1562" y="19839"/>
                  <a:pt x="1562" y="19839"/>
                  <a:pt x="1562" y="19839"/>
                </a:cubicBezTo>
                <a:cubicBezTo>
                  <a:pt x="1525" y="20503"/>
                  <a:pt x="1525" y="20503"/>
                  <a:pt x="1525" y="20503"/>
                </a:cubicBezTo>
                <a:cubicBezTo>
                  <a:pt x="1127" y="21029"/>
                  <a:pt x="1127" y="21029"/>
                  <a:pt x="1127" y="21029"/>
                </a:cubicBezTo>
                <a:cubicBezTo>
                  <a:pt x="508" y="21029"/>
                  <a:pt x="508" y="21029"/>
                  <a:pt x="508" y="21029"/>
                </a:cubicBezTo>
                <a:cubicBezTo>
                  <a:pt x="398" y="21769"/>
                  <a:pt x="398" y="21769"/>
                  <a:pt x="398" y="21769"/>
                </a:cubicBezTo>
                <a:cubicBezTo>
                  <a:pt x="1127" y="22445"/>
                  <a:pt x="1127" y="22445"/>
                  <a:pt x="1127" y="22445"/>
                </a:cubicBezTo>
                <a:cubicBezTo>
                  <a:pt x="1341" y="23110"/>
                  <a:pt x="1341" y="23110"/>
                  <a:pt x="1341" y="23110"/>
                </a:cubicBezTo>
                <a:cubicBezTo>
                  <a:pt x="1745" y="23410"/>
                  <a:pt x="1745" y="23410"/>
                  <a:pt x="1745" y="23410"/>
                </a:cubicBezTo>
                <a:cubicBezTo>
                  <a:pt x="2033" y="24225"/>
                  <a:pt x="2033" y="24225"/>
                  <a:pt x="2033" y="24225"/>
                </a:cubicBezTo>
                <a:cubicBezTo>
                  <a:pt x="1635" y="24375"/>
                  <a:pt x="1635" y="24375"/>
                  <a:pt x="1635" y="24375"/>
                </a:cubicBezTo>
                <a:cubicBezTo>
                  <a:pt x="1267" y="24225"/>
                  <a:pt x="1267" y="24225"/>
                  <a:pt x="1267" y="24225"/>
                </a:cubicBezTo>
                <a:cubicBezTo>
                  <a:pt x="1231" y="23561"/>
                  <a:pt x="1231" y="23561"/>
                  <a:pt x="1231" y="23561"/>
                </a:cubicBezTo>
                <a:cubicBezTo>
                  <a:pt x="796" y="24075"/>
                  <a:pt x="796" y="24075"/>
                  <a:pt x="796" y="24075"/>
                </a:cubicBezTo>
                <a:cubicBezTo>
                  <a:pt x="434" y="24150"/>
                  <a:pt x="434" y="24150"/>
                  <a:pt x="434" y="24150"/>
                </a:cubicBezTo>
                <a:cubicBezTo>
                  <a:pt x="0" y="24814"/>
                  <a:pt x="0" y="24814"/>
                  <a:pt x="0" y="24814"/>
                </a:cubicBezTo>
                <a:cubicBezTo>
                  <a:pt x="183" y="25115"/>
                  <a:pt x="183" y="25115"/>
                  <a:pt x="183" y="25115"/>
                </a:cubicBezTo>
                <a:cubicBezTo>
                  <a:pt x="434" y="25491"/>
                  <a:pt x="434" y="25491"/>
                  <a:pt x="434" y="25491"/>
                </a:cubicBezTo>
                <a:cubicBezTo>
                  <a:pt x="581" y="26230"/>
                  <a:pt x="581" y="26230"/>
                  <a:pt x="581" y="26230"/>
                </a:cubicBezTo>
                <a:cubicBezTo>
                  <a:pt x="1709" y="26005"/>
                  <a:pt x="1709" y="26005"/>
                  <a:pt x="1709" y="26005"/>
                </a:cubicBezTo>
                <a:cubicBezTo>
                  <a:pt x="1996" y="25641"/>
                  <a:pt x="1996" y="25641"/>
                  <a:pt x="1996" y="25641"/>
                </a:cubicBezTo>
                <a:cubicBezTo>
                  <a:pt x="2284" y="25716"/>
                  <a:pt x="2284" y="25716"/>
                  <a:pt x="2284" y="25716"/>
                </a:cubicBezTo>
                <a:cubicBezTo>
                  <a:pt x="2217" y="26381"/>
                  <a:pt x="2217" y="26381"/>
                  <a:pt x="2217" y="26381"/>
                </a:cubicBezTo>
                <a:cubicBezTo>
                  <a:pt x="2217" y="27195"/>
                  <a:pt x="2217" y="27195"/>
                  <a:pt x="2217" y="27195"/>
                </a:cubicBezTo>
                <a:cubicBezTo>
                  <a:pt x="1813" y="27195"/>
                  <a:pt x="1813" y="27195"/>
                  <a:pt x="1813" y="27195"/>
                </a:cubicBezTo>
                <a:cubicBezTo>
                  <a:pt x="1415" y="27496"/>
                  <a:pt x="1415" y="27496"/>
                  <a:pt x="1415" y="27496"/>
                </a:cubicBezTo>
                <a:cubicBezTo>
                  <a:pt x="1053" y="27421"/>
                  <a:pt x="1053" y="27421"/>
                  <a:pt x="1053" y="27421"/>
                </a:cubicBezTo>
                <a:cubicBezTo>
                  <a:pt x="943" y="28236"/>
                  <a:pt x="943" y="28236"/>
                  <a:pt x="943" y="28236"/>
                </a:cubicBezTo>
                <a:cubicBezTo>
                  <a:pt x="545" y="28975"/>
                  <a:pt x="545" y="28975"/>
                  <a:pt x="545" y="28975"/>
                </a:cubicBezTo>
                <a:cubicBezTo>
                  <a:pt x="618" y="29501"/>
                  <a:pt x="618" y="29501"/>
                  <a:pt x="618" y="29501"/>
                </a:cubicBezTo>
                <a:cubicBezTo>
                  <a:pt x="796" y="29577"/>
                  <a:pt x="796" y="29577"/>
                  <a:pt x="796" y="29577"/>
                </a:cubicBezTo>
                <a:cubicBezTo>
                  <a:pt x="869" y="30015"/>
                  <a:pt x="869" y="30015"/>
                  <a:pt x="869" y="30015"/>
                </a:cubicBezTo>
                <a:cubicBezTo>
                  <a:pt x="1053" y="30692"/>
                  <a:pt x="1053" y="30692"/>
                  <a:pt x="1053" y="30692"/>
                </a:cubicBezTo>
                <a:cubicBezTo>
                  <a:pt x="1525" y="31055"/>
                  <a:pt x="1525" y="31055"/>
                  <a:pt x="1525" y="31055"/>
                </a:cubicBezTo>
                <a:cubicBezTo>
                  <a:pt x="1745" y="30466"/>
                  <a:pt x="1745" y="30466"/>
                  <a:pt x="1745" y="30466"/>
                </a:cubicBezTo>
                <a:cubicBezTo>
                  <a:pt x="1996" y="31206"/>
                  <a:pt x="1996" y="31206"/>
                  <a:pt x="1996" y="31206"/>
                </a:cubicBezTo>
                <a:cubicBezTo>
                  <a:pt x="1960" y="32246"/>
                  <a:pt x="1960" y="32246"/>
                  <a:pt x="1960" y="32246"/>
                </a:cubicBezTo>
                <a:cubicBezTo>
                  <a:pt x="2180" y="32246"/>
                  <a:pt x="2180" y="32246"/>
                  <a:pt x="2180" y="32246"/>
                </a:cubicBezTo>
                <a:cubicBezTo>
                  <a:pt x="2358" y="32020"/>
                  <a:pt x="2358" y="32020"/>
                  <a:pt x="2358" y="32020"/>
                </a:cubicBezTo>
                <a:cubicBezTo>
                  <a:pt x="2725" y="32020"/>
                  <a:pt x="2725" y="32020"/>
                  <a:pt x="2725" y="32020"/>
                </a:cubicBezTo>
                <a:cubicBezTo>
                  <a:pt x="2977" y="32246"/>
                  <a:pt x="2977" y="32246"/>
                  <a:pt x="2977" y="32246"/>
                </a:cubicBezTo>
                <a:cubicBezTo>
                  <a:pt x="3087" y="31807"/>
                  <a:pt x="3087" y="31807"/>
                  <a:pt x="3087" y="31807"/>
                </a:cubicBezTo>
                <a:cubicBezTo>
                  <a:pt x="3338" y="32171"/>
                  <a:pt x="3338" y="32171"/>
                  <a:pt x="3338" y="32171"/>
                </a:cubicBezTo>
                <a:cubicBezTo>
                  <a:pt x="3595" y="31883"/>
                  <a:pt x="3595" y="31883"/>
                  <a:pt x="3595" y="31883"/>
                </a:cubicBezTo>
                <a:cubicBezTo>
                  <a:pt x="3595" y="31883"/>
                  <a:pt x="3448" y="32547"/>
                  <a:pt x="3448" y="32772"/>
                </a:cubicBezTo>
                <a:cubicBezTo>
                  <a:pt x="3448" y="32985"/>
                  <a:pt x="3234" y="33286"/>
                  <a:pt x="3124" y="33361"/>
                </a:cubicBezTo>
                <a:cubicBezTo>
                  <a:pt x="3013" y="33512"/>
                  <a:pt x="2578" y="34251"/>
                  <a:pt x="2578" y="34251"/>
                </a:cubicBezTo>
                <a:cubicBezTo>
                  <a:pt x="2395" y="34778"/>
                  <a:pt x="2395" y="34778"/>
                  <a:pt x="2395" y="34778"/>
                </a:cubicBezTo>
                <a:cubicBezTo>
                  <a:pt x="2033" y="34778"/>
                  <a:pt x="2033" y="34778"/>
                  <a:pt x="2033" y="34778"/>
                </a:cubicBezTo>
                <a:cubicBezTo>
                  <a:pt x="1709" y="35291"/>
                  <a:pt x="1709" y="35291"/>
                  <a:pt x="1709" y="35291"/>
                </a:cubicBezTo>
                <a:cubicBezTo>
                  <a:pt x="1231" y="35517"/>
                  <a:pt x="1231" y="35517"/>
                  <a:pt x="1231" y="35517"/>
                </a:cubicBezTo>
                <a:cubicBezTo>
                  <a:pt x="833" y="36181"/>
                  <a:pt x="833" y="36181"/>
                  <a:pt x="833" y="36181"/>
                </a:cubicBezTo>
                <a:cubicBezTo>
                  <a:pt x="1053" y="36407"/>
                  <a:pt x="1053" y="36407"/>
                  <a:pt x="1053" y="36407"/>
                </a:cubicBezTo>
                <a:cubicBezTo>
                  <a:pt x="1451" y="35818"/>
                  <a:pt x="1451" y="35818"/>
                  <a:pt x="1451" y="35818"/>
                </a:cubicBezTo>
                <a:cubicBezTo>
                  <a:pt x="1709" y="35743"/>
                  <a:pt x="1709" y="35743"/>
                  <a:pt x="1709" y="35743"/>
                </a:cubicBezTo>
                <a:cubicBezTo>
                  <a:pt x="2143" y="35291"/>
                  <a:pt x="2143" y="35291"/>
                  <a:pt x="2143" y="35291"/>
                </a:cubicBezTo>
                <a:cubicBezTo>
                  <a:pt x="2652" y="34853"/>
                  <a:pt x="2652" y="34853"/>
                  <a:pt x="2652" y="34853"/>
                </a:cubicBezTo>
                <a:cubicBezTo>
                  <a:pt x="3632" y="33888"/>
                  <a:pt x="3632" y="33888"/>
                  <a:pt x="3632" y="33888"/>
                </a:cubicBezTo>
                <a:cubicBezTo>
                  <a:pt x="3773" y="33286"/>
                  <a:pt x="3773" y="33286"/>
                  <a:pt x="3773" y="33286"/>
                </a:cubicBezTo>
                <a:cubicBezTo>
                  <a:pt x="4833" y="32096"/>
                  <a:pt x="4833" y="32096"/>
                  <a:pt x="4833" y="32096"/>
                </a:cubicBezTo>
                <a:cubicBezTo>
                  <a:pt x="4539" y="31281"/>
                  <a:pt x="4539" y="31281"/>
                  <a:pt x="4539" y="31281"/>
                </a:cubicBezTo>
                <a:cubicBezTo>
                  <a:pt x="5084" y="30692"/>
                  <a:pt x="5084" y="30692"/>
                  <a:pt x="5084" y="30692"/>
                </a:cubicBezTo>
                <a:cubicBezTo>
                  <a:pt x="5335" y="29727"/>
                  <a:pt x="5335" y="29727"/>
                  <a:pt x="5335" y="29727"/>
                </a:cubicBezTo>
                <a:cubicBezTo>
                  <a:pt x="5813" y="29501"/>
                  <a:pt x="5813" y="29501"/>
                  <a:pt x="5813" y="29501"/>
                </a:cubicBezTo>
                <a:cubicBezTo>
                  <a:pt x="6064" y="29802"/>
                  <a:pt x="6064" y="29802"/>
                  <a:pt x="6064" y="29802"/>
                </a:cubicBezTo>
                <a:cubicBezTo>
                  <a:pt x="5519" y="30241"/>
                  <a:pt x="5519" y="30241"/>
                  <a:pt x="5519" y="30241"/>
                </a:cubicBezTo>
                <a:cubicBezTo>
                  <a:pt x="5372" y="30842"/>
                  <a:pt x="5372" y="30842"/>
                  <a:pt x="5372" y="30842"/>
                </a:cubicBezTo>
                <a:cubicBezTo>
                  <a:pt x="5445" y="31431"/>
                  <a:pt x="5445" y="31431"/>
                  <a:pt x="5445" y="31431"/>
                </a:cubicBezTo>
                <a:cubicBezTo>
                  <a:pt x="6137" y="30767"/>
                  <a:pt x="6137" y="30767"/>
                  <a:pt x="6137" y="30767"/>
                </a:cubicBezTo>
                <a:cubicBezTo>
                  <a:pt x="6609" y="30617"/>
                  <a:pt x="6609" y="30617"/>
                  <a:pt x="6609" y="30617"/>
                </a:cubicBezTo>
                <a:lnTo>
                  <a:pt x="6499" y="30166"/>
                </a:lnTo>
                <a:close/>
                <a:moveTo>
                  <a:pt x="5084" y="33073"/>
                </a:moveTo>
                <a:lnTo>
                  <a:pt x="5084" y="33073"/>
                </a:lnTo>
                <a:cubicBezTo>
                  <a:pt x="5084" y="32396"/>
                  <a:pt x="5084" y="32396"/>
                  <a:pt x="5084" y="32396"/>
                </a:cubicBezTo>
                <a:cubicBezTo>
                  <a:pt x="4833" y="32772"/>
                  <a:pt x="4833" y="32772"/>
                  <a:pt x="4833" y="32772"/>
                </a:cubicBezTo>
                <a:cubicBezTo>
                  <a:pt x="4355" y="33361"/>
                  <a:pt x="4355" y="33361"/>
                  <a:pt x="4355" y="33361"/>
                </a:cubicBezTo>
                <a:cubicBezTo>
                  <a:pt x="4502" y="34038"/>
                  <a:pt x="4502" y="34038"/>
                  <a:pt x="4502" y="34038"/>
                </a:cubicBezTo>
                <a:cubicBezTo>
                  <a:pt x="4833" y="33662"/>
                  <a:pt x="4833" y="33662"/>
                  <a:pt x="4833" y="33662"/>
                </a:cubicBezTo>
                <a:lnTo>
                  <a:pt x="5084" y="33073"/>
                </a:lnTo>
                <a:close/>
              </a:path>
            </a:pathLst>
          </a:custGeom>
          <a:solidFill>
            <a:srgbClr val="C5CACF"/>
          </a:solidFill>
          <a:ln>
            <a:noFill/>
          </a:ln>
        </p:spPr>
        <p:txBody>
          <a:bodyPr lIns="91425" tIns="45700" rIns="91425" bIns="45700" anchor="ctr" anchorCtr="0">
            <a:noAutofit/>
          </a:bodyPr>
          <a:lstStyle/>
          <a:p>
            <a:pPr marL="0" marR="0" lvl="0" indent="0" algn="l" rtl="0">
              <a:spcBef>
                <a:spcPts val="0"/>
              </a:spcBef>
              <a:buNone/>
            </a:pPr>
            <a:endParaRPr sz="3600">
              <a:solidFill>
                <a:schemeClr val="dk1"/>
              </a:solidFill>
              <a:latin typeface="Roboto"/>
              <a:ea typeface="Roboto"/>
              <a:cs typeface="Roboto"/>
              <a:sym typeface="Roboto"/>
            </a:endParaRPr>
          </a:p>
        </p:txBody>
      </p:sp>
      <p:sp>
        <p:nvSpPr>
          <p:cNvPr id="11" name="Rectangle: Rounded Corners 10">
            <a:extLst>
              <a:ext uri="{FF2B5EF4-FFF2-40B4-BE49-F238E27FC236}">
                <a16:creationId xmlns:a16="http://schemas.microsoft.com/office/drawing/2014/main" id="{B4619C5D-5E7D-C3D5-20C4-BDE3BFA9BDB4}"/>
              </a:ext>
            </a:extLst>
          </p:cNvPr>
          <p:cNvSpPr/>
          <p:nvPr/>
        </p:nvSpPr>
        <p:spPr>
          <a:xfrm>
            <a:off x="318805" y="2471730"/>
            <a:ext cx="1360336" cy="273375"/>
          </a:xfrm>
          <a:prstGeom prst="roundRect">
            <a:avLst/>
          </a:prstGeom>
          <a:solidFill>
            <a:schemeClr val="accent4"/>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IN" sz="1400" b="1">
                <a:solidFill>
                  <a:schemeClr val="bg2"/>
                </a:solidFill>
              </a:rPr>
              <a:t>NA = 820 KE</a:t>
            </a:r>
          </a:p>
        </p:txBody>
      </p:sp>
      <p:cxnSp>
        <p:nvCxnSpPr>
          <p:cNvPr id="21" name="Connector: Elbow 20">
            <a:extLst>
              <a:ext uri="{FF2B5EF4-FFF2-40B4-BE49-F238E27FC236}">
                <a16:creationId xmlns:a16="http://schemas.microsoft.com/office/drawing/2014/main" id="{13D4E8D7-37D8-C0D8-8714-617F3E275576}"/>
              </a:ext>
            </a:extLst>
          </p:cNvPr>
          <p:cNvCxnSpPr>
            <a:cxnSpLocks/>
            <a:stCxn id="11" idx="3"/>
          </p:cNvCxnSpPr>
          <p:nvPr/>
        </p:nvCxnSpPr>
        <p:spPr>
          <a:xfrm>
            <a:off x="1679141" y="2608418"/>
            <a:ext cx="1134264" cy="876723"/>
          </a:xfrm>
          <a:prstGeom prst="bentConnector3">
            <a:avLst>
              <a:gd name="adj1" fmla="val 101716"/>
            </a:avLst>
          </a:prstGeom>
          <a:ln w="38100">
            <a:solidFill>
              <a:schemeClr val="accent4"/>
            </a:solidFill>
            <a:prstDash val="sysDash"/>
          </a:ln>
        </p:spPr>
        <p:style>
          <a:lnRef idx="1">
            <a:schemeClr val="accent1"/>
          </a:lnRef>
          <a:fillRef idx="0">
            <a:schemeClr val="accent1"/>
          </a:fillRef>
          <a:effectRef idx="0">
            <a:schemeClr val="accent1"/>
          </a:effectRef>
          <a:fontRef idx="minor">
            <a:schemeClr val="tx1"/>
          </a:fontRef>
        </p:style>
      </p:cxnSp>
      <p:sp>
        <p:nvSpPr>
          <p:cNvPr id="61" name="Rectangle: Rounded Corners 60">
            <a:extLst>
              <a:ext uri="{FF2B5EF4-FFF2-40B4-BE49-F238E27FC236}">
                <a16:creationId xmlns:a16="http://schemas.microsoft.com/office/drawing/2014/main" id="{6A687D22-FB69-29DD-0FCC-105FE4C801A7}"/>
              </a:ext>
            </a:extLst>
          </p:cNvPr>
          <p:cNvSpPr/>
          <p:nvPr/>
        </p:nvSpPr>
        <p:spPr>
          <a:xfrm>
            <a:off x="9960292" y="3123526"/>
            <a:ext cx="1444528" cy="273375"/>
          </a:xfrm>
          <a:prstGeom prst="round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IN" sz="1400" b="1">
                <a:solidFill>
                  <a:schemeClr val="bg2"/>
                </a:solidFill>
              </a:rPr>
              <a:t>India = 276 KE</a:t>
            </a:r>
          </a:p>
        </p:txBody>
      </p:sp>
      <p:cxnSp>
        <p:nvCxnSpPr>
          <p:cNvPr id="64" name="Connector: Elbow 63">
            <a:extLst>
              <a:ext uri="{FF2B5EF4-FFF2-40B4-BE49-F238E27FC236}">
                <a16:creationId xmlns:a16="http://schemas.microsoft.com/office/drawing/2014/main" id="{B1EDD10D-75CE-469D-6830-93BE42217DBE}"/>
              </a:ext>
            </a:extLst>
          </p:cNvPr>
          <p:cNvCxnSpPr>
            <a:cxnSpLocks/>
            <a:stCxn id="61" idx="1"/>
          </p:cNvCxnSpPr>
          <p:nvPr/>
        </p:nvCxnSpPr>
        <p:spPr>
          <a:xfrm rot="10800000" flipV="1">
            <a:off x="8062732" y="3260214"/>
            <a:ext cx="1897560" cy="796472"/>
          </a:xfrm>
          <a:prstGeom prst="bentConnector3">
            <a:avLst>
              <a:gd name="adj1" fmla="val 99552"/>
            </a:avLst>
          </a:prstGeom>
          <a:ln w="38100">
            <a:solidFill>
              <a:schemeClr val="accent1"/>
            </a:solidFill>
            <a:prstDash val="sysDash"/>
          </a:ln>
        </p:spPr>
        <p:style>
          <a:lnRef idx="1">
            <a:schemeClr val="accent1"/>
          </a:lnRef>
          <a:fillRef idx="0">
            <a:schemeClr val="accent1"/>
          </a:fillRef>
          <a:effectRef idx="0">
            <a:schemeClr val="accent1"/>
          </a:effectRef>
          <a:fontRef idx="minor">
            <a:schemeClr val="tx1"/>
          </a:fontRef>
        </p:style>
      </p:cxnSp>
      <p:sp>
        <p:nvSpPr>
          <p:cNvPr id="70" name="Rectangle: Rounded Corners 69">
            <a:extLst>
              <a:ext uri="{FF2B5EF4-FFF2-40B4-BE49-F238E27FC236}">
                <a16:creationId xmlns:a16="http://schemas.microsoft.com/office/drawing/2014/main" id="{35A332F4-A7E6-C8D0-0DC5-505E192469C2}"/>
              </a:ext>
            </a:extLst>
          </p:cNvPr>
          <p:cNvSpPr/>
          <p:nvPr/>
        </p:nvSpPr>
        <p:spPr>
          <a:xfrm>
            <a:off x="7593742" y="4887094"/>
            <a:ext cx="1360336" cy="273375"/>
          </a:xfrm>
          <a:prstGeom prst="roundRect">
            <a:avLst/>
          </a:prstGeom>
          <a:solidFill>
            <a:srgbClr val="7030A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IN" sz="1400" b="1">
                <a:solidFill>
                  <a:schemeClr val="bg2"/>
                </a:solidFill>
              </a:rPr>
              <a:t>ME = 387 KE</a:t>
            </a:r>
          </a:p>
        </p:txBody>
      </p:sp>
      <p:cxnSp>
        <p:nvCxnSpPr>
          <p:cNvPr id="71" name="Connector: Elbow 70">
            <a:extLst>
              <a:ext uri="{FF2B5EF4-FFF2-40B4-BE49-F238E27FC236}">
                <a16:creationId xmlns:a16="http://schemas.microsoft.com/office/drawing/2014/main" id="{0920B1CE-1421-930C-DAE5-1362F2193096}"/>
              </a:ext>
            </a:extLst>
          </p:cNvPr>
          <p:cNvCxnSpPr>
            <a:cxnSpLocks/>
            <a:stCxn id="70" idx="1"/>
          </p:cNvCxnSpPr>
          <p:nvPr/>
        </p:nvCxnSpPr>
        <p:spPr>
          <a:xfrm rot="10800000">
            <a:off x="7324174" y="4056686"/>
            <a:ext cx="269569" cy="967096"/>
          </a:xfrm>
          <a:prstGeom prst="bentConnector2">
            <a:avLst/>
          </a:prstGeom>
          <a:ln w="38100">
            <a:solidFill>
              <a:srgbClr val="7030A0"/>
            </a:solidFill>
            <a:prstDash val="sysDash"/>
          </a:ln>
        </p:spPr>
        <p:style>
          <a:lnRef idx="1">
            <a:schemeClr val="accent1"/>
          </a:lnRef>
          <a:fillRef idx="0">
            <a:schemeClr val="accent1"/>
          </a:fillRef>
          <a:effectRef idx="0">
            <a:schemeClr val="accent1"/>
          </a:effectRef>
          <a:fontRef idx="minor">
            <a:schemeClr val="tx1"/>
          </a:fontRef>
        </p:style>
      </p:cxnSp>
      <p:sp>
        <p:nvSpPr>
          <p:cNvPr id="76" name="Rectangle: Rounded Corners 75">
            <a:extLst>
              <a:ext uri="{FF2B5EF4-FFF2-40B4-BE49-F238E27FC236}">
                <a16:creationId xmlns:a16="http://schemas.microsoft.com/office/drawing/2014/main" id="{44534382-513E-AEB1-ECED-3B1646EB7841}"/>
              </a:ext>
            </a:extLst>
          </p:cNvPr>
          <p:cNvSpPr/>
          <p:nvPr/>
        </p:nvSpPr>
        <p:spPr>
          <a:xfrm>
            <a:off x="10314257" y="4792270"/>
            <a:ext cx="1360336" cy="273375"/>
          </a:xfrm>
          <a:prstGeom prst="roundRect">
            <a:avLst/>
          </a:prstGeom>
          <a:solidFill>
            <a:schemeClr val="accent5"/>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IN" sz="1400" b="1">
                <a:solidFill>
                  <a:schemeClr val="bg2"/>
                </a:solidFill>
              </a:rPr>
              <a:t>ANZ = 449 KE</a:t>
            </a:r>
          </a:p>
        </p:txBody>
      </p:sp>
      <p:cxnSp>
        <p:nvCxnSpPr>
          <p:cNvPr id="78" name="Connector: Elbow 77">
            <a:extLst>
              <a:ext uri="{FF2B5EF4-FFF2-40B4-BE49-F238E27FC236}">
                <a16:creationId xmlns:a16="http://schemas.microsoft.com/office/drawing/2014/main" id="{35E6C8AC-92B4-A77A-D486-579D0FFA5287}"/>
              </a:ext>
            </a:extLst>
          </p:cNvPr>
          <p:cNvCxnSpPr>
            <a:cxnSpLocks/>
            <a:endCxn id="76" idx="1"/>
          </p:cNvCxnSpPr>
          <p:nvPr/>
        </p:nvCxnSpPr>
        <p:spPr>
          <a:xfrm rot="5400000" flipH="1" flipV="1">
            <a:off x="9785856" y="4959484"/>
            <a:ext cx="558926" cy="497875"/>
          </a:xfrm>
          <a:prstGeom prst="bentConnector2">
            <a:avLst/>
          </a:prstGeom>
          <a:ln w="38100">
            <a:solidFill>
              <a:schemeClr val="accent5"/>
            </a:solidFill>
            <a:prstDash val="sysDash"/>
          </a:ln>
        </p:spPr>
        <p:style>
          <a:lnRef idx="1">
            <a:schemeClr val="accent1"/>
          </a:lnRef>
          <a:fillRef idx="0">
            <a:schemeClr val="accent1"/>
          </a:fillRef>
          <a:effectRef idx="0">
            <a:schemeClr val="accent1"/>
          </a:effectRef>
          <a:fontRef idx="minor">
            <a:schemeClr val="tx1"/>
          </a:fontRef>
        </p:style>
      </p:cxnSp>
      <p:sp>
        <p:nvSpPr>
          <p:cNvPr id="28" name="Freeform 177">
            <a:extLst>
              <a:ext uri="{FF2B5EF4-FFF2-40B4-BE49-F238E27FC236}">
                <a16:creationId xmlns:a16="http://schemas.microsoft.com/office/drawing/2014/main" id="{2C98AA4E-E386-9E80-3ADC-F30BA5450BD4}"/>
              </a:ext>
            </a:extLst>
          </p:cNvPr>
          <p:cNvSpPr>
            <a:spLocks noChangeArrowheads="1"/>
          </p:cNvSpPr>
          <p:nvPr/>
        </p:nvSpPr>
        <p:spPr bwMode="auto">
          <a:xfrm>
            <a:off x="3233872" y="2467313"/>
            <a:ext cx="45281" cy="33970"/>
          </a:xfrm>
          <a:custGeom>
            <a:avLst/>
            <a:gdLst>
              <a:gd name="T0" fmla="*/ 124 w 125"/>
              <a:gd name="T1" fmla="*/ 31 h 94"/>
              <a:gd name="T2" fmla="*/ 124 w 125"/>
              <a:gd name="T3" fmla="*/ 31 h 94"/>
              <a:gd name="T4" fmla="*/ 93 w 125"/>
              <a:gd name="T5" fmla="*/ 0 h 94"/>
              <a:gd name="T6" fmla="*/ 62 w 125"/>
              <a:gd name="T7" fmla="*/ 0 h 94"/>
              <a:gd name="T8" fmla="*/ 31 w 125"/>
              <a:gd name="T9" fmla="*/ 31 h 94"/>
              <a:gd name="T10" fmla="*/ 0 w 125"/>
              <a:gd name="T11" fmla="*/ 31 h 94"/>
              <a:gd name="T12" fmla="*/ 31 w 125"/>
              <a:gd name="T13" fmla="*/ 62 h 94"/>
              <a:gd name="T14" fmla="*/ 0 w 125"/>
              <a:gd name="T15" fmla="*/ 93 h 94"/>
              <a:gd name="T16" fmla="*/ 0 w 125"/>
              <a:gd name="T17" fmla="*/ 93 h 94"/>
              <a:gd name="T18" fmla="*/ 0 w 125"/>
              <a:gd name="T19" fmla="*/ 93 h 94"/>
              <a:gd name="T20" fmla="*/ 0 w 125"/>
              <a:gd name="T21" fmla="*/ 93 h 94"/>
              <a:gd name="T22" fmla="*/ 31 w 125"/>
              <a:gd name="T23" fmla="*/ 93 h 94"/>
              <a:gd name="T24" fmla="*/ 93 w 125"/>
              <a:gd name="T25" fmla="*/ 93 h 94"/>
              <a:gd name="T26" fmla="*/ 124 w 125"/>
              <a:gd name="T27" fmla="*/ 93 h 94"/>
              <a:gd name="T28" fmla="*/ 124 w 125"/>
              <a:gd name="T29" fmla="*/ 93 h 94"/>
              <a:gd name="T30" fmla="*/ 124 w 125"/>
              <a:gd name="T31" fmla="*/ 31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25" h="94">
                <a:moveTo>
                  <a:pt x="124" y="31"/>
                </a:moveTo>
                <a:lnTo>
                  <a:pt x="124" y="31"/>
                </a:lnTo>
                <a:cubicBezTo>
                  <a:pt x="93" y="31"/>
                  <a:pt x="93" y="0"/>
                  <a:pt x="93" y="0"/>
                </a:cubicBezTo>
                <a:lnTo>
                  <a:pt x="62" y="0"/>
                </a:lnTo>
                <a:cubicBezTo>
                  <a:pt x="31" y="0"/>
                  <a:pt x="31" y="31"/>
                  <a:pt x="31" y="31"/>
                </a:cubicBezTo>
                <a:lnTo>
                  <a:pt x="0" y="31"/>
                </a:lnTo>
                <a:cubicBezTo>
                  <a:pt x="31" y="62"/>
                  <a:pt x="31" y="62"/>
                  <a:pt x="31" y="62"/>
                </a:cubicBezTo>
                <a:cubicBezTo>
                  <a:pt x="0" y="93"/>
                  <a:pt x="0" y="93"/>
                  <a:pt x="0" y="93"/>
                </a:cubicBezTo>
                <a:lnTo>
                  <a:pt x="0" y="93"/>
                </a:lnTo>
                <a:lnTo>
                  <a:pt x="0" y="93"/>
                </a:lnTo>
                <a:lnTo>
                  <a:pt x="0" y="93"/>
                </a:lnTo>
                <a:lnTo>
                  <a:pt x="31" y="93"/>
                </a:lnTo>
                <a:cubicBezTo>
                  <a:pt x="31" y="93"/>
                  <a:pt x="31" y="93"/>
                  <a:pt x="93" y="93"/>
                </a:cubicBezTo>
                <a:lnTo>
                  <a:pt x="124" y="93"/>
                </a:lnTo>
                <a:lnTo>
                  <a:pt x="124" y="93"/>
                </a:lnTo>
                <a:lnTo>
                  <a:pt x="124" y="31"/>
                </a:lnTo>
              </a:path>
            </a:pathLst>
          </a:custGeom>
          <a:solidFill>
            <a:schemeClr val="accent5">
              <a:lumMod val="20000"/>
              <a:lumOff val="80000"/>
            </a:schemeClr>
          </a:solidFill>
          <a:ln>
            <a:noFill/>
          </a:ln>
          <a:effectLst/>
        </p:spPr>
        <p:txBody>
          <a:bodyPr wrap="none" anchor="ctr"/>
          <a:lstStyle/>
          <a:p>
            <a:endParaRPr lang="en-US" sz="900"/>
          </a:p>
        </p:txBody>
      </p:sp>
      <p:sp>
        <p:nvSpPr>
          <p:cNvPr id="29" name="Rectangle: Rounded Corners 28">
            <a:extLst>
              <a:ext uri="{FF2B5EF4-FFF2-40B4-BE49-F238E27FC236}">
                <a16:creationId xmlns:a16="http://schemas.microsoft.com/office/drawing/2014/main" id="{FA5D1A74-C63D-A22A-60E3-40B7E839D678}"/>
              </a:ext>
            </a:extLst>
          </p:cNvPr>
          <p:cNvSpPr/>
          <p:nvPr/>
        </p:nvSpPr>
        <p:spPr>
          <a:xfrm>
            <a:off x="4146140" y="2974029"/>
            <a:ext cx="1333277" cy="360000"/>
          </a:xfrm>
          <a:prstGeom prst="roundRect">
            <a:avLst/>
          </a:prstGeom>
          <a:solidFill>
            <a:schemeClr val="accent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IN" sz="1400" b="1">
                <a:solidFill>
                  <a:schemeClr val="bg2"/>
                </a:solidFill>
              </a:rPr>
              <a:t>SCE = 320 KE </a:t>
            </a:r>
          </a:p>
        </p:txBody>
      </p:sp>
      <p:cxnSp>
        <p:nvCxnSpPr>
          <p:cNvPr id="30" name="Connector: Elbow 29">
            <a:extLst>
              <a:ext uri="{FF2B5EF4-FFF2-40B4-BE49-F238E27FC236}">
                <a16:creationId xmlns:a16="http://schemas.microsoft.com/office/drawing/2014/main" id="{2708FB7F-561B-7881-B567-3A837AD586C6}"/>
              </a:ext>
            </a:extLst>
          </p:cNvPr>
          <p:cNvCxnSpPr>
            <a:cxnSpLocks/>
            <a:stCxn id="29" idx="3"/>
          </p:cNvCxnSpPr>
          <p:nvPr/>
        </p:nvCxnSpPr>
        <p:spPr>
          <a:xfrm>
            <a:off x="5479417" y="3154029"/>
            <a:ext cx="256918" cy="313934"/>
          </a:xfrm>
          <a:prstGeom prst="bentConnector2">
            <a:avLst/>
          </a:prstGeom>
          <a:ln w="38100">
            <a:solidFill>
              <a:schemeClr val="accent2"/>
            </a:solidFill>
            <a:prstDash val="sysDash"/>
          </a:ln>
        </p:spPr>
        <p:style>
          <a:lnRef idx="1">
            <a:schemeClr val="accent1"/>
          </a:lnRef>
          <a:fillRef idx="0">
            <a:schemeClr val="accent1"/>
          </a:fillRef>
          <a:effectRef idx="0">
            <a:schemeClr val="accent1"/>
          </a:effectRef>
          <a:fontRef idx="minor">
            <a:schemeClr val="tx1"/>
          </a:fontRef>
        </p:style>
      </p:cxnSp>
      <p:sp>
        <p:nvSpPr>
          <p:cNvPr id="45" name="Rectangle: Rounded Corners 44">
            <a:extLst>
              <a:ext uri="{FF2B5EF4-FFF2-40B4-BE49-F238E27FC236}">
                <a16:creationId xmlns:a16="http://schemas.microsoft.com/office/drawing/2014/main" id="{9568DE23-989D-0AD8-EC9A-62D4EB627CDB}"/>
              </a:ext>
            </a:extLst>
          </p:cNvPr>
          <p:cNvSpPr/>
          <p:nvPr/>
        </p:nvSpPr>
        <p:spPr>
          <a:xfrm>
            <a:off x="6130274" y="1920109"/>
            <a:ext cx="1463467" cy="389943"/>
          </a:xfrm>
          <a:prstGeom prst="roundRect">
            <a:avLst/>
          </a:prstGeom>
          <a:solidFill>
            <a:schemeClr val="accent6"/>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IN" sz="1400" b="1">
                <a:solidFill>
                  <a:schemeClr val="bg2"/>
                </a:solidFill>
              </a:rPr>
              <a:t>NCE = 1100 KE</a:t>
            </a:r>
          </a:p>
        </p:txBody>
      </p:sp>
      <p:cxnSp>
        <p:nvCxnSpPr>
          <p:cNvPr id="46" name="Connector: Elbow 45">
            <a:extLst>
              <a:ext uri="{FF2B5EF4-FFF2-40B4-BE49-F238E27FC236}">
                <a16:creationId xmlns:a16="http://schemas.microsoft.com/office/drawing/2014/main" id="{F7F9CD10-51B4-C420-E2A4-A0CD9BABA784}"/>
              </a:ext>
            </a:extLst>
          </p:cNvPr>
          <p:cNvCxnSpPr>
            <a:cxnSpLocks/>
            <a:stCxn id="45" idx="1"/>
          </p:cNvCxnSpPr>
          <p:nvPr/>
        </p:nvCxnSpPr>
        <p:spPr>
          <a:xfrm rot="10800000" flipV="1">
            <a:off x="5796954" y="2115081"/>
            <a:ext cx="333321" cy="949570"/>
          </a:xfrm>
          <a:prstGeom prst="bentConnector2">
            <a:avLst/>
          </a:prstGeom>
          <a:ln w="38100">
            <a:solidFill>
              <a:schemeClr val="accent6"/>
            </a:solidFill>
            <a:prstDash val="sysDash"/>
          </a:ln>
        </p:spPr>
        <p:style>
          <a:lnRef idx="1">
            <a:schemeClr val="accent1"/>
          </a:lnRef>
          <a:fillRef idx="0">
            <a:schemeClr val="accent1"/>
          </a:fillRef>
          <a:effectRef idx="0">
            <a:schemeClr val="accent1"/>
          </a:effectRef>
          <a:fontRef idx="minor">
            <a:schemeClr val="tx1"/>
          </a:fontRef>
        </p:style>
      </p:cxnSp>
      <p:sp>
        <p:nvSpPr>
          <p:cNvPr id="49" name="Rectangle 48">
            <a:extLst>
              <a:ext uri="{FF2B5EF4-FFF2-40B4-BE49-F238E27FC236}">
                <a16:creationId xmlns:a16="http://schemas.microsoft.com/office/drawing/2014/main" id="{AD88F4CD-3CE9-E9A4-AE18-5DEBBE605209}"/>
              </a:ext>
            </a:extLst>
          </p:cNvPr>
          <p:cNvSpPr/>
          <p:nvPr/>
        </p:nvSpPr>
        <p:spPr>
          <a:xfrm>
            <a:off x="12093700" y="0"/>
            <a:ext cx="108000" cy="6858000"/>
          </a:xfrm>
          <a:prstGeom prst="rect">
            <a:avLst/>
          </a:prstGeom>
          <a:gradFill>
            <a:gsLst>
              <a:gs pos="0">
                <a:schemeClr val="accent1"/>
              </a:gs>
              <a:gs pos="56000">
                <a:schemeClr val="accent2"/>
              </a:gs>
              <a:gs pos="83000">
                <a:schemeClr val="accent4"/>
              </a:gs>
            </a:gsLst>
            <a:lin ang="5400000" scaled="1"/>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sz="1400" err="1">
              <a:solidFill>
                <a:schemeClr val="tx1"/>
              </a:solidFill>
            </a:endParaRPr>
          </a:p>
        </p:txBody>
      </p:sp>
      <p:sp>
        <p:nvSpPr>
          <p:cNvPr id="50" name="Rectangle 49">
            <a:extLst>
              <a:ext uri="{FF2B5EF4-FFF2-40B4-BE49-F238E27FC236}">
                <a16:creationId xmlns:a16="http://schemas.microsoft.com/office/drawing/2014/main" id="{F592092C-308A-3C83-C548-F0F15913F4F7}"/>
              </a:ext>
            </a:extLst>
          </p:cNvPr>
          <p:cNvSpPr/>
          <p:nvPr/>
        </p:nvSpPr>
        <p:spPr>
          <a:xfrm>
            <a:off x="-17978" y="0"/>
            <a:ext cx="108000" cy="6858000"/>
          </a:xfrm>
          <a:prstGeom prst="rect">
            <a:avLst/>
          </a:prstGeom>
          <a:gradFill>
            <a:gsLst>
              <a:gs pos="0">
                <a:schemeClr val="accent1"/>
              </a:gs>
              <a:gs pos="56000">
                <a:schemeClr val="accent2"/>
              </a:gs>
              <a:gs pos="83000">
                <a:schemeClr val="accent4"/>
              </a:gs>
            </a:gsLst>
            <a:lin ang="5400000" scaled="1"/>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sz="1400" err="1">
              <a:solidFill>
                <a:schemeClr val="tx1"/>
              </a:solidFill>
            </a:endParaRPr>
          </a:p>
        </p:txBody>
      </p:sp>
      <p:sp>
        <p:nvSpPr>
          <p:cNvPr id="34" name="Rectangle: Rounded Corners 33">
            <a:extLst>
              <a:ext uri="{FF2B5EF4-FFF2-40B4-BE49-F238E27FC236}">
                <a16:creationId xmlns:a16="http://schemas.microsoft.com/office/drawing/2014/main" id="{0B84DDBC-44EC-A4A7-37FF-276FF96AF5AB}"/>
              </a:ext>
            </a:extLst>
          </p:cNvPr>
          <p:cNvSpPr/>
          <p:nvPr/>
        </p:nvSpPr>
        <p:spPr>
          <a:xfrm>
            <a:off x="346038" y="5208421"/>
            <a:ext cx="1967122" cy="1257077"/>
          </a:xfrm>
          <a:prstGeom prst="roundRect">
            <a:avLst/>
          </a:prstGeom>
          <a:solidFill>
            <a:schemeClr val="bg1">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200" b="1" dirty="0">
                <a:solidFill>
                  <a:schemeClr val="tx1"/>
                </a:solidFill>
              </a:rPr>
              <a:t>Key Takeaway</a:t>
            </a:r>
          </a:p>
          <a:p>
            <a:r>
              <a:rPr lang="en-US" sz="1200" dirty="0">
                <a:solidFill>
                  <a:schemeClr val="tx1"/>
                </a:solidFill>
              </a:rPr>
              <a:t>Focus on conversion of Pipeline to Sold across Accounts with higher Pipeline</a:t>
            </a:r>
          </a:p>
        </p:txBody>
      </p:sp>
      <p:pic>
        <p:nvPicPr>
          <p:cNvPr id="7" name="Picture 34">
            <a:extLst>
              <a:ext uri="{FF2B5EF4-FFF2-40B4-BE49-F238E27FC236}">
                <a16:creationId xmlns:a16="http://schemas.microsoft.com/office/drawing/2014/main" id="{B6F05CAD-8031-225C-9F33-FBA2E86E419B}"/>
              </a:ext>
            </a:extLst>
          </p:cNvPr>
          <p:cNvPicPr>
            <a:picLocks noChangeAspect="1" noChangeArrowheads="1"/>
          </p:cNvPicPr>
          <p:nvPr/>
        </p:nvPicPr>
        <p:blipFill>
          <a:blip r:embed="rId2" cstate="print">
            <a:extLst>
              <a:ext uri="{28A0092B-C50C-407E-A947-70E740481C1C}">
                <a14:useLocalDpi xmlns:a14="http://schemas.microsoft.com/office/drawing/2010/main"/>
              </a:ext>
            </a:extLst>
          </a:blip>
          <a:srcRect/>
          <a:stretch>
            <a:fillRect/>
          </a:stretch>
        </p:blipFill>
        <p:spPr bwMode="auto">
          <a:xfrm>
            <a:off x="7839425" y="5226709"/>
            <a:ext cx="560746" cy="236158"/>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B9E3DF45-E2E3-6A39-7B02-8856F883D7A1}"/>
              </a:ext>
            </a:extLst>
          </p:cNvPr>
          <p:cNvSpPr txBox="1"/>
          <p:nvPr/>
        </p:nvSpPr>
        <p:spPr>
          <a:xfrm>
            <a:off x="8464607" y="5208421"/>
            <a:ext cx="489534" cy="309958"/>
          </a:xfrm>
          <a:prstGeom prst="rect">
            <a:avLst/>
          </a:prstGeom>
          <a:noFill/>
        </p:spPr>
        <p:txBody>
          <a:bodyPr vert="horz" wrap="none" lIns="90000" tIns="46800" rIns="90000" bIns="46800" rtlCol="0" anchor="ctr">
            <a:spAutoFit/>
          </a:bodyPr>
          <a:lstStyle/>
          <a:p>
            <a:pPr algn="l">
              <a:spcBef>
                <a:spcPct val="0"/>
              </a:spcBef>
            </a:pPr>
            <a:r>
              <a:rPr lang="en-IN" sz="1400" b="1" dirty="0">
                <a:solidFill>
                  <a:srgbClr val="7030A0"/>
                </a:solidFill>
              </a:rPr>
              <a:t>367</a:t>
            </a:r>
          </a:p>
        </p:txBody>
      </p:sp>
      <p:pic>
        <p:nvPicPr>
          <p:cNvPr id="9" name="Picture 2" descr="Tuatahi First Fibre 2026 Company Profile: Valuation, Funding ...">
            <a:extLst>
              <a:ext uri="{FF2B5EF4-FFF2-40B4-BE49-F238E27FC236}">
                <a16:creationId xmlns:a16="http://schemas.microsoft.com/office/drawing/2014/main" id="{EED709ED-914C-3D63-FB37-EFF33C78041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a:stretch>
            <a:fillRect/>
          </a:stretch>
        </p:blipFill>
        <p:spPr bwMode="auto">
          <a:xfrm>
            <a:off x="10453744" y="5108354"/>
            <a:ext cx="489534" cy="354513"/>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Box 9">
            <a:extLst>
              <a:ext uri="{FF2B5EF4-FFF2-40B4-BE49-F238E27FC236}">
                <a16:creationId xmlns:a16="http://schemas.microsoft.com/office/drawing/2014/main" id="{253578FF-5B62-6441-C938-EADA586C8646}"/>
              </a:ext>
            </a:extLst>
          </p:cNvPr>
          <p:cNvSpPr txBox="1"/>
          <p:nvPr/>
        </p:nvSpPr>
        <p:spPr>
          <a:xfrm>
            <a:off x="11108052" y="5108354"/>
            <a:ext cx="489534" cy="309958"/>
          </a:xfrm>
          <a:prstGeom prst="rect">
            <a:avLst/>
          </a:prstGeom>
          <a:noFill/>
        </p:spPr>
        <p:txBody>
          <a:bodyPr vert="horz" wrap="none" lIns="90000" tIns="46800" rIns="90000" bIns="46800" rtlCol="0" anchor="ctr">
            <a:spAutoFit/>
          </a:bodyPr>
          <a:lstStyle/>
          <a:p>
            <a:pPr algn="l">
              <a:spcBef>
                <a:spcPct val="0"/>
              </a:spcBef>
            </a:pPr>
            <a:r>
              <a:rPr lang="en-US" sz="1400" b="1" dirty="0">
                <a:solidFill>
                  <a:schemeClr val="accent5"/>
                </a:solidFill>
              </a:rPr>
              <a:t>338</a:t>
            </a:r>
            <a:endParaRPr lang="en-IN" sz="1400" b="1" dirty="0">
              <a:solidFill>
                <a:schemeClr val="accent5"/>
              </a:solidFill>
            </a:endParaRPr>
          </a:p>
        </p:txBody>
      </p:sp>
      <p:pic>
        <p:nvPicPr>
          <p:cNvPr id="12" name="Picture 20">
            <a:extLst>
              <a:ext uri="{FF2B5EF4-FFF2-40B4-BE49-F238E27FC236}">
                <a16:creationId xmlns:a16="http://schemas.microsoft.com/office/drawing/2014/main" id="{79E70444-4546-A697-936A-EB9A243765CB}"/>
              </a:ext>
            </a:extLst>
          </p:cNvPr>
          <p:cNvPicPr>
            <a:picLocks noChangeAspect="1" noChangeArrowheads="1"/>
          </p:cNvPicPr>
          <p:nvPr/>
        </p:nvPicPr>
        <p:blipFill>
          <a:blip r:embed="rId4" cstate="print">
            <a:extLst>
              <a:ext uri="{28A0092B-C50C-407E-A947-70E740481C1C}">
                <a14:useLocalDpi xmlns:a14="http://schemas.microsoft.com/office/drawing/2010/main"/>
              </a:ext>
            </a:extLst>
          </a:blip>
          <a:srcRect/>
          <a:stretch>
            <a:fillRect/>
          </a:stretch>
        </p:blipFill>
        <p:spPr bwMode="auto">
          <a:xfrm>
            <a:off x="354166" y="3239552"/>
            <a:ext cx="777670" cy="273625"/>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15B4DAC7-DD86-2332-42F5-550E22C2E4B9}"/>
              </a:ext>
            </a:extLst>
          </p:cNvPr>
          <p:cNvSpPr txBox="1"/>
          <p:nvPr/>
        </p:nvSpPr>
        <p:spPr>
          <a:xfrm>
            <a:off x="1261397" y="3293485"/>
            <a:ext cx="489534" cy="309958"/>
          </a:xfrm>
          <a:prstGeom prst="rect">
            <a:avLst/>
          </a:prstGeom>
          <a:noFill/>
        </p:spPr>
        <p:txBody>
          <a:bodyPr vert="horz" wrap="square" lIns="90000" tIns="46800" rIns="90000" bIns="46800" rtlCol="0" anchor="ctr">
            <a:spAutoFit/>
          </a:bodyPr>
          <a:lstStyle/>
          <a:p>
            <a:pPr algn="l">
              <a:spcBef>
                <a:spcPct val="0"/>
              </a:spcBef>
            </a:pPr>
            <a:r>
              <a:rPr lang="en-US" sz="1400" b="1" dirty="0">
                <a:solidFill>
                  <a:schemeClr val="accent4"/>
                </a:solidFill>
              </a:rPr>
              <a:t>181</a:t>
            </a:r>
            <a:endParaRPr lang="en-IN" sz="1400" b="1" dirty="0">
              <a:solidFill>
                <a:schemeClr val="accent4"/>
              </a:solidFill>
            </a:endParaRPr>
          </a:p>
        </p:txBody>
      </p:sp>
      <p:pic>
        <p:nvPicPr>
          <p:cNvPr id="15" name="Picture 92">
            <a:extLst>
              <a:ext uri="{FF2B5EF4-FFF2-40B4-BE49-F238E27FC236}">
                <a16:creationId xmlns:a16="http://schemas.microsoft.com/office/drawing/2014/main" id="{609A0F73-4B98-E35E-0F47-8F67507BD99C}"/>
              </a:ext>
            </a:extLst>
          </p:cNvPr>
          <p:cNvPicPr>
            <a:picLocks noChangeAspect="1" noChangeArrowheads="1"/>
          </p:cNvPicPr>
          <p:nvPr/>
        </p:nvPicPr>
        <p:blipFill>
          <a:blip r:embed="rId5" cstate="print">
            <a:extLst>
              <a:ext uri="{28A0092B-C50C-407E-A947-70E740481C1C}">
                <a14:useLocalDpi xmlns:a14="http://schemas.microsoft.com/office/drawing/2010/main"/>
              </a:ext>
            </a:extLst>
          </a:blip>
          <a:srcRect/>
          <a:stretch>
            <a:fillRect/>
          </a:stretch>
        </p:blipFill>
        <p:spPr bwMode="auto">
          <a:xfrm>
            <a:off x="7612066" y="1610575"/>
            <a:ext cx="1034915" cy="248560"/>
          </a:xfrm>
          <a:prstGeom prst="rect">
            <a:avLst/>
          </a:prstGeom>
          <a:noFill/>
          <a:extLst>
            <a:ext uri="{909E8E84-426E-40DD-AFC4-6F175D3DCCD1}">
              <a14:hiddenFill xmlns:a14="http://schemas.microsoft.com/office/drawing/2010/main">
                <a:solidFill>
                  <a:srgbClr val="FFFFFF"/>
                </a:solidFill>
              </a14:hiddenFill>
            </a:ext>
          </a:extLst>
        </p:spPr>
      </p:pic>
      <p:sp>
        <p:nvSpPr>
          <p:cNvPr id="16" name="TextBox 15">
            <a:extLst>
              <a:ext uri="{FF2B5EF4-FFF2-40B4-BE49-F238E27FC236}">
                <a16:creationId xmlns:a16="http://schemas.microsoft.com/office/drawing/2014/main" id="{0500809A-49D0-99A5-2784-4878C0EEBDE5}"/>
              </a:ext>
            </a:extLst>
          </p:cNvPr>
          <p:cNvSpPr txBox="1"/>
          <p:nvPr/>
        </p:nvSpPr>
        <p:spPr>
          <a:xfrm>
            <a:off x="8709374" y="1569820"/>
            <a:ext cx="489534" cy="309958"/>
          </a:xfrm>
          <a:prstGeom prst="rect">
            <a:avLst/>
          </a:prstGeom>
          <a:noFill/>
        </p:spPr>
        <p:txBody>
          <a:bodyPr vert="horz" wrap="none" lIns="90000" tIns="46800" rIns="90000" bIns="46800" rtlCol="0" anchor="ctr">
            <a:spAutoFit/>
          </a:bodyPr>
          <a:lstStyle/>
          <a:p>
            <a:pPr algn="l">
              <a:spcBef>
                <a:spcPct val="0"/>
              </a:spcBef>
            </a:pPr>
            <a:r>
              <a:rPr lang="en-IN" sz="1400" b="1" dirty="0">
                <a:solidFill>
                  <a:schemeClr val="accent6"/>
                </a:solidFill>
              </a:rPr>
              <a:t>179</a:t>
            </a:r>
          </a:p>
        </p:txBody>
      </p:sp>
      <p:sp>
        <p:nvSpPr>
          <p:cNvPr id="17" name="TextBox 16">
            <a:extLst>
              <a:ext uri="{FF2B5EF4-FFF2-40B4-BE49-F238E27FC236}">
                <a16:creationId xmlns:a16="http://schemas.microsoft.com/office/drawing/2014/main" id="{4C383AAC-4D32-54F1-8C00-75599ACA016A}"/>
              </a:ext>
            </a:extLst>
          </p:cNvPr>
          <p:cNvSpPr txBox="1"/>
          <p:nvPr/>
        </p:nvSpPr>
        <p:spPr>
          <a:xfrm>
            <a:off x="7758956" y="1774612"/>
            <a:ext cx="728382" cy="248402"/>
          </a:xfrm>
          <a:prstGeom prst="rect">
            <a:avLst/>
          </a:prstGeom>
          <a:noFill/>
        </p:spPr>
        <p:txBody>
          <a:bodyPr vert="horz" wrap="none" lIns="90000" tIns="46800" rIns="90000" bIns="46800" rtlCol="0" anchor="ctr">
            <a:spAutoFit/>
          </a:bodyPr>
          <a:lstStyle/>
          <a:p>
            <a:pPr algn="l">
              <a:spcBef>
                <a:spcPct val="0"/>
              </a:spcBef>
            </a:pPr>
            <a:r>
              <a:rPr lang="en-IN" sz="1000" b="1" dirty="0">
                <a:solidFill>
                  <a:schemeClr val="tx2">
                    <a:lumMod val="60000"/>
                    <a:lumOff val="40000"/>
                  </a:schemeClr>
                </a:solidFill>
              </a:rPr>
              <a:t>Germany</a:t>
            </a:r>
          </a:p>
        </p:txBody>
      </p:sp>
      <p:pic>
        <p:nvPicPr>
          <p:cNvPr id="18" name="Picture 17">
            <a:extLst>
              <a:ext uri="{FF2B5EF4-FFF2-40B4-BE49-F238E27FC236}">
                <a16:creationId xmlns:a16="http://schemas.microsoft.com/office/drawing/2014/main" id="{932E2DAF-0C7F-2D46-0E98-DB4382D1FC10}"/>
              </a:ext>
            </a:extLst>
          </p:cNvPr>
          <p:cNvPicPr>
            <a:picLocks noChangeAspect="1"/>
          </p:cNvPicPr>
          <p:nvPr/>
        </p:nvPicPr>
        <p:blipFill>
          <a:blip r:embed="rId6"/>
          <a:stretch>
            <a:fillRect/>
          </a:stretch>
        </p:blipFill>
        <p:spPr>
          <a:xfrm>
            <a:off x="8012848" y="2030532"/>
            <a:ext cx="529218" cy="248560"/>
          </a:xfrm>
          <a:prstGeom prst="rect">
            <a:avLst/>
          </a:prstGeom>
        </p:spPr>
      </p:pic>
      <p:sp>
        <p:nvSpPr>
          <p:cNvPr id="19" name="TextBox 18">
            <a:extLst>
              <a:ext uri="{FF2B5EF4-FFF2-40B4-BE49-F238E27FC236}">
                <a16:creationId xmlns:a16="http://schemas.microsoft.com/office/drawing/2014/main" id="{7596D021-0242-420D-D8BB-90BACC1BE116}"/>
              </a:ext>
            </a:extLst>
          </p:cNvPr>
          <p:cNvSpPr txBox="1"/>
          <p:nvPr/>
        </p:nvSpPr>
        <p:spPr>
          <a:xfrm>
            <a:off x="8280475" y="2127988"/>
            <a:ext cx="459994" cy="248402"/>
          </a:xfrm>
          <a:prstGeom prst="rect">
            <a:avLst/>
          </a:prstGeom>
          <a:noFill/>
        </p:spPr>
        <p:txBody>
          <a:bodyPr vert="horz" wrap="square" lIns="90000" tIns="46800" rIns="90000" bIns="46800" rtlCol="0" anchor="ctr">
            <a:spAutoFit/>
          </a:bodyPr>
          <a:lstStyle/>
          <a:p>
            <a:pPr algn="l">
              <a:spcBef>
                <a:spcPct val="0"/>
              </a:spcBef>
            </a:pPr>
            <a:r>
              <a:rPr lang="en-US" sz="1000" b="1" dirty="0">
                <a:solidFill>
                  <a:schemeClr val="tx2">
                    <a:lumMod val="60000"/>
                    <a:lumOff val="40000"/>
                  </a:schemeClr>
                </a:solidFill>
              </a:rPr>
              <a:t>U</a:t>
            </a:r>
            <a:r>
              <a:rPr lang="en-IN" sz="1000" b="1" dirty="0">
                <a:solidFill>
                  <a:schemeClr val="tx2">
                    <a:lumMod val="60000"/>
                    <a:lumOff val="40000"/>
                  </a:schemeClr>
                </a:solidFill>
              </a:rPr>
              <a:t>K</a:t>
            </a:r>
          </a:p>
        </p:txBody>
      </p:sp>
      <p:sp>
        <p:nvSpPr>
          <p:cNvPr id="20" name="TextBox 19">
            <a:extLst>
              <a:ext uri="{FF2B5EF4-FFF2-40B4-BE49-F238E27FC236}">
                <a16:creationId xmlns:a16="http://schemas.microsoft.com/office/drawing/2014/main" id="{5838DD4F-0F20-F9E2-6965-49DB6F7D30A5}"/>
              </a:ext>
            </a:extLst>
          </p:cNvPr>
          <p:cNvSpPr txBox="1"/>
          <p:nvPr/>
        </p:nvSpPr>
        <p:spPr>
          <a:xfrm>
            <a:off x="8709311" y="1977182"/>
            <a:ext cx="489534" cy="309958"/>
          </a:xfrm>
          <a:prstGeom prst="rect">
            <a:avLst/>
          </a:prstGeom>
          <a:noFill/>
        </p:spPr>
        <p:txBody>
          <a:bodyPr vert="horz" wrap="none" lIns="90000" tIns="46800" rIns="90000" bIns="46800" rtlCol="0" anchor="ctr">
            <a:spAutoFit/>
          </a:bodyPr>
          <a:lstStyle/>
          <a:p>
            <a:pPr algn="l">
              <a:spcBef>
                <a:spcPct val="0"/>
              </a:spcBef>
            </a:pPr>
            <a:r>
              <a:rPr lang="en-IN" sz="1400" b="1" dirty="0">
                <a:solidFill>
                  <a:schemeClr val="accent6"/>
                </a:solidFill>
              </a:rPr>
              <a:t>141</a:t>
            </a:r>
          </a:p>
        </p:txBody>
      </p:sp>
      <p:pic>
        <p:nvPicPr>
          <p:cNvPr id="22" name="Picture 94" descr="Orange Wordmark Logo Vector Download ...">
            <a:extLst>
              <a:ext uri="{FF2B5EF4-FFF2-40B4-BE49-F238E27FC236}">
                <a16:creationId xmlns:a16="http://schemas.microsoft.com/office/drawing/2014/main" id="{20D2B882-DA37-E7E7-470C-7F37048EFC68}"/>
              </a:ext>
            </a:extLst>
          </p:cNvPr>
          <p:cNvPicPr>
            <a:picLocks noChangeAspect="1" noChangeArrowheads="1"/>
          </p:cNvPicPr>
          <p:nvPr/>
        </p:nvPicPr>
        <p:blipFill rotWithShape="1">
          <a:blip r:embed="rId7" cstate="print">
            <a:extLst>
              <a:ext uri="{28A0092B-C50C-407E-A947-70E740481C1C}">
                <a14:useLocalDpi xmlns:a14="http://schemas.microsoft.com/office/drawing/2010/main"/>
              </a:ext>
            </a:extLst>
          </a:blip>
          <a:srcRect l="13904" t="35568" r="13196" b="35050"/>
          <a:stretch>
            <a:fillRect/>
          </a:stretch>
        </p:blipFill>
        <p:spPr bwMode="auto">
          <a:xfrm>
            <a:off x="4146140" y="3423585"/>
            <a:ext cx="866578" cy="248560"/>
          </a:xfrm>
          <a:prstGeom prst="rect">
            <a:avLst/>
          </a:prstGeom>
          <a:noFill/>
          <a:extLst>
            <a:ext uri="{909E8E84-426E-40DD-AFC4-6F175D3DCCD1}">
              <a14:hiddenFill xmlns:a14="http://schemas.microsoft.com/office/drawing/2010/main">
                <a:solidFill>
                  <a:srgbClr val="FFFFFF"/>
                </a:solidFill>
              </a14:hiddenFill>
            </a:ext>
          </a:extLst>
        </p:spPr>
      </p:pic>
      <p:sp>
        <p:nvSpPr>
          <p:cNvPr id="23" name="TextBox 22">
            <a:extLst>
              <a:ext uri="{FF2B5EF4-FFF2-40B4-BE49-F238E27FC236}">
                <a16:creationId xmlns:a16="http://schemas.microsoft.com/office/drawing/2014/main" id="{D4E51C12-8015-A543-585E-1ECDC0B78174}"/>
              </a:ext>
            </a:extLst>
          </p:cNvPr>
          <p:cNvSpPr txBox="1"/>
          <p:nvPr/>
        </p:nvSpPr>
        <p:spPr>
          <a:xfrm>
            <a:off x="5067980" y="3370838"/>
            <a:ext cx="489534" cy="309958"/>
          </a:xfrm>
          <a:prstGeom prst="rect">
            <a:avLst/>
          </a:prstGeom>
          <a:noFill/>
        </p:spPr>
        <p:txBody>
          <a:bodyPr vert="horz" wrap="none" lIns="90000" tIns="46800" rIns="90000" bIns="46800" rtlCol="0" anchor="ctr">
            <a:spAutoFit/>
          </a:bodyPr>
          <a:lstStyle/>
          <a:p>
            <a:pPr algn="l">
              <a:spcBef>
                <a:spcPct val="0"/>
              </a:spcBef>
            </a:pPr>
            <a:r>
              <a:rPr lang="en-IN" sz="1400" b="1" dirty="0">
                <a:solidFill>
                  <a:schemeClr val="accent2"/>
                </a:solidFill>
              </a:rPr>
              <a:t>133</a:t>
            </a:r>
          </a:p>
        </p:txBody>
      </p:sp>
      <p:pic>
        <p:nvPicPr>
          <p:cNvPr id="24" name="Picture 98" descr="NBN Co - Wikipedia">
            <a:extLst>
              <a:ext uri="{FF2B5EF4-FFF2-40B4-BE49-F238E27FC236}">
                <a16:creationId xmlns:a16="http://schemas.microsoft.com/office/drawing/2014/main" id="{A1697047-2618-5F3D-1AB8-04C0C0BC84A0}"/>
              </a:ext>
            </a:extLst>
          </p:cNvPr>
          <p:cNvPicPr>
            <a:picLocks noChangeAspect="1" noChangeArrowheads="1"/>
          </p:cNvPicPr>
          <p:nvPr/>
        </p:nvPicPr>
        <p:blipFill>
          <a:blip r:embed="rId8" cstate="print">
            <a:extLst>
              <a:ext uri="{28A0092B-C50C-407E-A947-70E740481C1C}">
                <a14:useLocalDpi xmlns:a14="http://schemas.microsoft.com/office/drawing/2010/main"/>
              </a:ext>
            </a:extLst>
          </a:blip>
          <a:srcRect/>
          <a:stretch>
            <a:fillRect/>
          </a:stretch>
        </p:blipFill>
        <p:spPr bwMode="auto">
          <a:xfrm>
            <a:off x="10330455" y="5545462"/>
            <a:ext cx="818420" cy="340463"/>
          </a:xfrm>
          <a:prstGeom prst="rect">
            <a:avLst/>
          </a:prstGeom>
          <a:noFill/>
          <a:extLst>
            <a:ext uri="{909E8E84-426E-40DD-AFC4-6F175D3DCCD1}">
              <a14:hiddenFill xmlns:a14="http://schemas.microsoft.com/office/drawing/2010/main">
                <a:solidFill>
                  <a:srgbClr val="FFFFFF"/>
                </a:solidFill>
              </a14:hiddenFill>
            </a:ext>
          </a:extLst>
        </p:spPr>
      </p:pic>
      <p:sp>
        <p:nvSpPr>
          <p:cNvPr id="25" name="TextBox 24">
            <a:extLst>
              <a:ext uri="{FF2B5EF4-FFF2-40B4-BE49-F238E27FC236}">
                <a16:creationId xmlns:a16="http://schemas.microsoft.com/office/drawing/2014/main" id="{9588A1A1-2D7A-90B2-325C-32EC03876FD7}"/>
              </a:ext>
            </a:extLst>
          </p:cNvPr>
          <p:cNvSpPr txBox="1"/>
          <p:nvPr/>
        </p:nvSpPr>
        <p:spPr>
          <a:xfrm>
            <a:off x="11177278" y="5487885"/>
            <a:ext cx="386942" cy="309958"/>
          </a:xfrm>
          <a:prstGeom prst="rect">
            <a:avLst/>
          </a:prstGeom>
          <a:noFill/>
        </p:spPr>
        <p:txBody>
          <a:bodyPr vert="horz" wrap="none" lIns="90000" tIns="46800" rIns="90000" bIns="46800" rtlCol="0" anchor="ctr">
            <a:spAutoFit/>
          </a:bodyPr>
          <a:lstStyle/>
          <a:p>
            <a:pPr algn="l">
              <a:spcBef>
                <a:spcPct val="0"/>
              </a:spcBef>
            </a:pPr>
            <a:r>
              <a:rPr lang="en-US" sz="1400" b="1" dirty="0">
                <a:solidFill>
                  <a:schemeClr val="accent5"/>
                </a:solidFill>
              </a:rPr>
              <a:t>99</a:t>
            </a:r>
            <a:endParaRPr lang="en-IN" sz="1400" b="1" dirty="0">
              <a:solidFill>
                <a:schemeClr val="accent5"/>
              </a:solidFill>
            </a:endParaRPr>
          </a:p>
        </p:txBody>
      </p:sp>
      <p:pic>
        <p:nvPicPr>
          <p:cNvPr id="26" name="Picture 25">
            <a:extLst>
              <a:ext uri="{FF2B5EF4-FFF2-40B4-BE49-F238E27FC236}">
                <a16:creationId xmlns:a16="http://schemas.microsoft.com/office/drawing/2014/main" id="{4A5FFB66-159E-061D-2C88-5D0E6DADECE9}"/>
              </a:ext>
            </a:extLst>
          </p:cNvPr>
          <p:cNvPicPr>
            <a:picLocks noChangeAspect="1"/>
          </p:cNvPicPr>
          <p:nvPr/>
        </p:nvPicPr>
        <p:blipFill>
          <a:blip r:embed="rId9"/>
          <a:stretch>
            <a:fillRect/>
          </a:stretch>
        </p:blipFill>
        <p:spPr>
          <a:xfrm>
            <a:off x="9656692" y="3796344"/>
            <a:ext cx="1391457" cy="237789"/>
          </a:xfrm>
          <a:prstGeom prst="rect">
            <a:avLst/>
          </a:prstGeom>
        </p:spPr>
      </p:pic>
      <p:sp>
        <p:nvSpPr>
          <p:cNvPr id="27" name="TextBox 26">
            <a:extLst>
              <a:ext uri="{FF2B5EF4-FFF2-40B4-BE49-F238E27FC236}">
                <a16:creationId xmlns:a16="http://schemas.microsoft.com/office/drawing/2014/main" id="{A9B9FDEE-0FFE-46BC-5F93-345A78DB2A26}"/>
              </a:ext>
            </a:extLst>
          </p:cNvPr>
          <p:cNvSpPr txBox="1"/>
          <p:nvPr/>
        </p:nvSpPr>
        <p:spPr>
          <a:xfrm>
            <a:off x="11092034" y="3746728"/>
            <a:ext cx="489534" cy="309958"/>
          </a:xfrm>
          <a:prstGeom prst="rect">
            <a:avLst/>
          </a:prstGeom>
          <a:noFill/>
        </p:spPr>
        <p:txBody>
          <a:bodyPr vert="horz" wrap="none" lIns="90000" tIns="46800" rIns="90000" bIns="46800" rtlCol="0" anchor="ctr">
            <a:spAutoFit/>
          </a:bodyPr>
          <a:lstStyle/>
          <a:p>
            <a:pPr algn="l">
              <a:spcBef>
                <a:spcPct val="0"/>
              </a:spcBef>
            </a:pPr>
            <a:r>
              <a:rPr lang="en-IN" sz="1400" b="1" dirty="0"/>
              <a:t>118</a:t>
            </a:r>
          </a:p>
        </p:txBody>
      </p:sp>
      <p:pic>
        <p:nvPicPr>
          <p:cNvPr id="31" name="Picture 72">
            <a:extLst>
              <a:ext uri="{FF2B5EF4-FFF2-40B4-BE49-F238E27FC236}">
                <a16:creationId xmlns:a16="http://schemas.microsoft.com/office/drawing/2014/main" id="{B10F37C7-D210-53CC-4701-755E1F9245C5}"/>
              </a:ext>
            </a:extLst>
          </p:cNvPr>
          <p:cNvPicPr>
            <a:picLocks noChangeAspect="1" noChangeArrowheads="1"/>
          </p:cNvPicPr>
          <p:nvPr/>
        </p:nvPicPr>
        <p:blipFill>
          <a:blip r:embed="rId10" cstate="print">
            <a:extLst>
              <a:ext uri="{28A0092B-C50C-407E-A947-70E740481C1C}">
                <a14:useLocalDpi xmlns:a14="http://schemas.microsoft.com/office/drawing/2010/main"/>
              </a:ext>
            </a:extLst>
          </a:blip>
          <a:srcRect/>
          <a:stretch>
            <a:fillRect/>
          </a:stretch>
        </p:blipFill>
        <p:spPr bwMode="auto">
          <a:xfrm>
            <a:off x="292721" y="3707313"/>
            <a:ext cx="899191" cy="181274"/>
          </a:xfrm>
          <a:prstGeom prst="rect">
            <a:avLst/>
          </a:prstGeom>
          <a:noFill/>
          <a:extLst>
            <a:ext uri="{909E8E84-426E-40DD-AFC4-6F175D3DCCD1}">
              <a14:hiddenFill xmlns:a14="http://schemas.microsoft.com/office/drawing/2010/main">
                <a:solidFill>
                  <a:srgbClr val="FFFFFF"/>
                </a:solidFill>
              </a14:hiddenFill>
            </a:ext>
          </a:extLst>
        </p:spPr>
      </p:pic>
      <p:sp>
        <p:nvSpPr>
          <p:cNvPr id="32" name="TextBox 31">
            <a:extLst>
              <a:ext uri="{FF2B5EF4-FFF2-40B4-BE49-F238E27FC236}">
                <a16:creationId xmlns:a16="http://schemas.microsoft.com/office/drawing/2014/main" id="{87A72AA1-6E80-C1DD-68E0-801597D73115}"/>
              </a:ext>
            </a:extLst>
          </p:cNvPr>
          <p:cNvSpPr txBox="1"/>
          <p:nvPr/>
        </p:nvSpPr>
        <p:spPr>
          <a:xfrm>
            <a:off x="1250146" y="3636201"/>
            <a:ext cx="489534" cy="309958"/>
          </a:xfrm>
          <a:prstGeom prst="rect">
            <a:avLst/>
          </a:prstGeom>
          <a:noFill/>
        </p:spPr>
        <p:txBody>
          <a:bodyPr vert="horz" wrap="none" lIns="90000" tIns="46800" rIns="90000" bIns="46800" rtlCol="0" anchor="ctr">
            <a:spAutoFit/>
          </a:bodyPr>
          <a:lstStyle/>
          <a:p>
            <a:pPr algn="l">
              <a:spcBef>
                <a:spcPct val="0"/>
              </a:spcBef>
            </a:pPr>
            <a:r>
              <a:rPr lang="en-IN" sz="1400" b="1" dirty="0">
                <a:solidFill>
                  <a:schemeClr val="accent4"/>
                </a:solidFill>
              </a:rPr>
              <a:t>124</a:t>
            </a:r>
          </a:p>
        </p:txBody>
      </p:sp>
      <p:pic>
        <p:nvPicPr>
          <p:cNvPr id="33" name="Picture 30" descr="ERICSSON Vector Logo - Download Free ...">
            <a:extLst>
              <a:ext uri="{FF2B5EF4-FFF2-40B4-BE49-F238E27FC236}">
                <a16:creationId xmlns:a16="http://schemas.microsoft.com/office/drawing/2014/main" id="{569ADFDC-0808-0B67-CE92-2F41547964F1}"/>
              </a:ext>
            </a:extLst>
          </p:cNvPr>
          <p:cNvPicPr>
            <a:picLocks noChangeAspect="1" noChangeArrowheads="1"/>
          </p:cNvPicPr>
          <p:nvPr/>
        </p:nvPicPr>
        <p:blipFill>
          <a:blip r:embed="rId11" cstate="print">
            <a:extLst>
              <a:ext uri="{28A0092B-C50C-407E-A947-70E740481C1C}">
                <a14:useLocalDpi xmlns:a14="http://schemas.microsoft.com/office/drawing/2010/main"/>
              </a:ext>
            </a:extLst>
          </a:blip>
          <a:srcRect/>
          <a:stretch>
            <a:fillRect/>
          </a:stretch>
        </p:blipFill>
        <p:spPr bwMode="auto">
          <a:xfrm>
            <a:off x="9830531" y="3476530"/>
            <a:ext cx="1163894" cy="237789"/>
          </a:xfrm>
          <a:prstGeom prst="rect">
            <a:avLst/>
          </a:prstGeom>
          <a:noFill/>
          <a:extLst>
            <a:ext uri="{909E8E84-426E-40DD-AFC4-6F175D3DCCD1}">
              <a14:hiddenFill xmlns:a14="http://schemas.microsoft.com/office/drawing/2010/main">
                <a:solidFill>
                  <a:srgbClr val="FFFFFF"/>
                </a:solidFill>
              </a14:hiddenFill>
            </a:ext>
          </a:extLst>
        </p:spPr>
      </p:pic>
      <p:sp>
        <p:nvSpPr>
          <p:cNvPr id="35" name="TextBox 34">
            <a:extLst>
              <a:ext uri="{FF2B5EF4-FFF2-40B4-BE49-F238E27FC236}">
                <a16:creationId xmlns:a16="http://schemas.microsoft.com/office/drawing/2014/main" id="{BB1E4240-CA45-95F9-83B9-81F55577E783}"/>
              </a:ext>
            </a:extLst>
          </p:cNvPr>
          <p:cNvSpPr txBox="1"/>
          <p:nvPr/>
        </p:nvSpPr>
        <p:spPr>
          <a:xfrm>
            <a:off x="11102859" y="3434799"/>
            <a:ext cx="489534" cy="309958"/>
          </a:xfrm>
          <a:prstGeom prst="rect">
            <a:avLst/>
          </a:prstGeom>
          <a:noFill/>
        </p:spPr>
        <p:txBody>
          <a:bodyPr vert="horz" wrap="none" lIns="90000" tIns="46800" rIns="90000" bIns="46800" rtlCol="0" anchor="ctr">
            <a:spAutoFit/>
          </a:bodyPr>
          <a:lstStyle/>
          <a:p>
            <a:pPr algn="l">
              <a:spcBef>
                <a:spcPct val="0"/>
              </a:spcBef>
            </a:pPr>
            <a:r>
              <a:rPr lang="en-IN" sz="1400" b="1" dirty="0"/>
              <a:t>172</a:t>
            </a:r>
          </a:p>
        </p:txBody>
      </p:sp>
      <p:pic>
        <p:nvPicPr>
          <p:cNvPr id="36" name="Picture 35">
            <a:extLst>
              <a:ext uri="{FF2B5EF4-FFF2-40B4-BE49-F238E27FC236}">
                <a16:creationId xmlns:a16="http://schemas.microsoft.com/office/drawing/2014/main" id="{FD9DE27F-6897-EB9C-7437-50BED7E1ADF6}"/>
              </a:ext>
            </a:extLst>
          </p:cNvPr>
          <p:cNvPicPr>
            <a:picLocks noChangeAspect="1"/>
          </p:cNvPicPr>
          <p:nvPr/>
        </p:nvPicPr>
        <p:blipFill>
          <a:blip r:embed="rId12" cstate="print">
            <a:extLst>
              <a:ext uri="{28A0092B-C50C-407E-A947-70E740481C1C}">
                <a14:useLocalDpi xmlns:a14="http://schemas.microsoft.com/office/drawing/2010/main"/>
              </a:ext>
            </a:extLst>
          </a:blip>
          <a:stretch>
            <a:fillRect/>
          </a:stretch>
        </p:blipFill>
        <p:spPr>
          <a:xfrm>
            <a:off x="301317" y="2840631"/>
            <a:ext cx="793913" cy="363542"/>
          </a:xfrm>
          <a:prstGeom prst="rect">
            <a:avLst/>
          </a:prstGeom>
        </p:spPr>
      </p:pic>
      <p:sp>
        <p:nvSpPr>
          <p:cNvPr id="37" name="TextBox 36">
            <a:extLst>
              <a:ext uri="{FF2B5EF4-FFF2-40B4-BE49-F238E27FC236}">
                <a16:creationId xmlns:a16="http://schemas.microsoft.com/office/drawing/2014/main" id="{1069B730-C6E0-10F0-224D-DD90165A8726}"/>
              </a:ext>
            </a:extLst>
          </p:cNvPr>
          <p:cNvSpPr txBox="1"/>
          <p:nvPr/>
        </p:nvSpPr>
        <p:spPr>
          <a:xfrm>
            <a:off x="1259950" y="2877536"/>
            <a:ext cx="489534" cy="309958"/>
          </a:xfrm>
          <a:prstGeom prst="rect">
            <a:avLst/>
          </a:prstGeom>
          <a:noFill/>
        </p:spPr>
        <p:txBody>
          <a:bodyPr vert="horz" wrap="none" lIns="90000" tIns="46800" rIns="90000" bIns="46800" rtlCol="0" anchor="ctr">
            <a:spAutoFit/>
          </a:bodyPr>
          <a:lstStyle/>
          <a:p>
            <a:pPr algn="l">
              <a:spcBef>
                <a:spcPct val="0"/>
              </a:spcBef>
            </a:pPr>
            <a:r>
              <a:rPr lang="en-IN" sz="1400" b="1" dirty="0">
                <a:solidFill>
                  <a:schemeClr val="accent4"/>
                </a:solidFill>
              </a:rPr>
              <a:t>197</a:t>
            </a:r>
          </a:p>
        </p:txBody>
      </p:sp>
      <p:sp>
        <p:nvSpPr>
          <p:cNvPr id="13" name="Rectangle 12">
            <a:extLst>
              <a:ext uri="{FF2B5EF4-FFF2-40B4-BE49-F238E27FC236}">
                <a16:creationId xmlns:a16="http://schemas.microsoft.com/office/drawing/2014/main" id="{74389CC8-93D5-F6A1-1D3D-507300B6AE3D}"/>
              </a:ext>
            </a:extLst>
          </p:cNvPr>
          <p:cNvSpPr/>
          <p:nvPr/>
        </p:nvSpPr>
        <p:spPr>
          <a:xfrm>
            <a:off x="4011930" y="6071088"/>
            <a:ext cx="6333814" cy="521561"/>
          </a:xfrm>
          <a:prstGeom prst="rect">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defTabSz="1219170"/>
            <a:r>
              <a:rPr lang="en-US" sz="1400" dirty="0">
                <a:solidFill>
                  <a:schemeClr val="accent1"/>
                </a:solidFill>
                <a:latin typeface="Ubuntu" panose="020B0504030602030204" pitchFamily="34" charset="0"/>
                <a:ea typeface="Calibri" pitchFamily="34" charset="-122"/>
                <a:cs typeface="Calibri" pitchFamily="34" charset="-120"/>
              </a:rPr>
              <a:t>Opportunities in Stages 6 and 7 Comprises of </a:t>
            </a:r>
            <a:r>
              <a:rPr lang="en-US" sz="1400" b="1" dirty="0">
                <a:solidFill>
                  <a:schemeClr val="accent1"/>
                </a:solidFill>
                <a:latin typeface="Ubuntu" panose="020B0504030602030204" pitchFamily="34" charset="0"/>
                <a:ea typeface="Calibri" pitchFamily="34" charset="-122"/>
                <a:cs typeface="Calibri" pitchFamily="34" charset="-120"/>
              </a:rPr>
              <a:t>Total 3803 KE (73% of TCV)</a:t>
            </a:r>
          </a:p>
        </p:txBody>
      </p:sp>
    </p:spTree>
    <p:extLst>
      <p:ext uri="{BB962C8B-B14F-4D97-AF65-F5344CB8AC3E}">
        <p14:creationId xmlns:p14="http://schemas.microsoft.com/office/powerpoint/2010/main" val="1847389593"/>
      </p:ext>
    </p:extLst>
  </p:cSld>
  <p:clrMapOvr>
    <a:masterClrMapping/>
  </p:clrMapOvr>
  <p:transition spd="med">
    <p:pull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5DA2E4-6822-C3F9-EB3A-F11FC572992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41F63899-A212-96C5-406D-E807EEF564D6}"/>
              </a:ext>
            </a:extLst>
          </p:cNvPr>
          <p:cNvSpPr>
            <a:spLocks noGrp="1"/>
          </p:cNvSpPr>
          <p:nvPr>
            <p:ph type="title"/>
          </p:nvPr>
        </p:nvSpPr>
        <p:spPr>
          <a:xfrm>
            <a:off x="550863" y="608268"/>
            <a:ext cx="11090938" cy="930372"/>
          </a:xfrm>
        </p:spPr>
        <p:txBody>
          <a:bodyPr/>
          <a:lstStyle/>
          <a:p>
            <a:r>
              <a:rPr lang="en-US" dirty="0"/>
              <a:t>Revenue | ARVE | Inter CM</a:t>
            </a:r>
          </a:p>
        </p:txBody>
      </p:sp>
      <p:sp>
        <p:nvSpPr>
          <p:cNvPr id="17" name="Date Placeholder 16">
            <a:extLst>
              <a:ext uri="{FF2B5EF4-FFF2-40B4-BE49-F238E27FC236}">
                <a16:creationId xmlns:a16="http://schemas.microsoft.com/office/drawing/2014/main" id="{AB6010A1-04FA-DD87-7F09-C015B76E539A}"/>
              </a:ext>
            </a:extLst>
          </p:cNvPr>
          <p:cNvSpPr>
            <a:spLocks noGrp="1"/>
          </p:cNvSpPr>
          <p:nvPr>
            <p:ph type="dt" sz="half" idx="10"/>
          </p:nvPr>
        </p:nvSpPr>
        <p:spPr/>
        <p:txBody>
          <a:bodyPr/>
          <a:lstStyle/>
          <a:p>
            <a:pPr marL="0" marR="0" lvl="0" indent="0" algn="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sz="800" b="0" i="0" u="none" strike="noStrike" kern="1200" cap="none" spc="0" normalizeH="0" baseline="0" noProof="0">
                <a:ln>
                  <a:noFill/>
                </a:ln>
                <a:solidFill>
                  <a:srgbClr val="FFFFFF">
                    <a:lumMod val="65000"/>
                  </a:srgbClr>
                </a:solidFill>
                <a:effectLst/>
                <a:uLnTx/>
                <a:uFillTx/>
                <a:latin typeface="Ubuntu"/>
                <a:ea typeface="+mn-ea"/>
                <a:cs typeface="+mn-cs"/>
              </a:rPr>
              <a:t>Company Confidential © Capgemini 2026. All rights reserved.</a:t>
            </a:r>
          </a:p>
        </p:txBody>
      </p:sp>
      <p:sp>
        <p:nvSpPr>
          <p:cNvPr id="18" name="Footer Placeholder 17">
            <a:extLst>
              <a:ext uri="{FF2B5EF4-FFF2-40B4-BE49-F238E27FC236}">
                <a16:creationId xmlns:a16="http://schemas.microsoft.com/office/drawing/2014/main" id="{482E73B8-3CF9-3966-D37B-8ACEB02B0690}"/>
              </a:ext>
            </a:extLst>
          </p:cNvPr>
          <p:cNvSpPr>
            <a:spLocks noGrp="1"/>
          </p:cNvSpPr>
          <p:nvPr>
            <p:ph type="ftr" sz="quarter" idx="11"/>
          </p:nvPr>
        </p:nvSpPr>
        <p:spPr/>
        <p:txBody>
          <a:bodyPr/>
          <a:lstStyle/>
          <a:p>
            <a:pPr>
              <a:spcBef>
                <a:spcPts val="1000"/>
              </a:spcBef>
              <a:buFont typeface="Arial" panose="020B0604020202020204" pitchFamily="34" charset="0"/>
              <a:buNone/>
            </a:pPr>
            <a:r>
              <a:rPr lang="en-US"/>
              <a:t>TMT Monthly Update |  July 2026</a:t>
            </a:r>
          </a:p>
        </p:txBody>
      </p:sp>
      <p:sp>
        <p:nvSpPr>
          <p:cNvPr id="19" name="Slide Number Placeholder 18">
            <a:extLst>
              <a:ext uri="{FF2B5EF4-FFF2-40B4-BE49-F238E27FC236}">
                <a16:creationId xmlns:a16="http://schemas.microsoft.com/office/drawing/2014/main" id="{C4E53933-0941-6299-5128-01C4EB435077}"/>
              </a:ext>
            </a:extLst>
          </p:cNvPr>
          <p:cNvSpPr>
            <a:spLocks noGrp="1"/>
          </p:cNvSpPr>
          <p:nvPr>
            <p:ph type="sldNum" sz="quarter" idx="12"/>
          </p:nvPr>
        </p:nvSpPr>
        <p:spPr>
          <a:xfrm>
            <a:off x="11653954" y="6650661"/>
            <a:ext cx="357053" cy="185533"/>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9A5160-6218-4E5A-B9E6-B93E3DAE377C}" type="slidenum">
              <a:rPr kumimoji="0" lang="en-US" sz="800" b="0" i="0" u="none" strike="noStrike" kern="1200" cap="none" spc="0" normalizeH="0" baseline="0" noProof="0" smtClean="0">
                <a:ln>
                  <a:noFill/>
                </a:ln>
                <a:solidFill>
                  <a:srgbClr val="FFFFFF">
                    <a:lumMod val="65000"/>
                  </a:srgbClr>
                </a:solidFill>
                <a:effectLst/>
                <a:uLnTx/>
                <a:uFillTx/>
                <a:latin typeface="Ubuntu"/>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800" b="0" i="0" u="none" strike="noStrike" kern="1200" cap="none" spc="0" normalizeH="0" baseline="0" noProof="0">
              <a:ln>
                <a:noFill/>
              </a:ln>
              <a:solidFill>
                <a:srgbClr val="FFFFFF">
                  <a:lumMod val="65000"/>
                </a:srgbClr>
              </a:solidFill>
              <a:effectLst/>
              <a:uLnTx/>
              <a:uFillTx/>
              <a:latin typeface="Ubuntu"/>
              <a:ea typeface="+mn-ea"/>
              <a:cs typeface="Arial" panose="020B0604020202020204" pitchFamily="34" charset="0"/>
            </a:endParaRPr>
          </a:p>
        </p:txBody>
      </p:sp>
      <p:cxnSp>
        <p:nvCxnSpPr>
          <p:cNvPr id="333" name="Straight Connector 332">
            <a:extLst>
              <a:ext uri="{FF2B5EF4-FFF2-40B4-BE49-F238E27FC236}">
                <a16:creationId xmlns:a16="http://schemas.microsoft.com/office/drawing/2014/main" id="{2D84EAAF-7FFB-BD0A-0CC9-7A28C8E9095F}"/>
              </a:ext>
            </a:extLst>
          </p:cNvPr>
          <p:cNvCxnSpPr>
            <a:cxnSpLocks/>
          </p:cNvCxnSpPr>
          <p:nvPr/>
        </p:nvCxnSpPr>
        <p:spPr>
          <a:xfrm>
            <a:off x="4314470" y="1934244"/>
            <a:ext cx="0" cy="4244254"/>
          </a:xfrm>
          <a:prstGeom prst="line">
            <a:avLst/>
          </a:prstGeom>
          <a:ln w="38100">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FFAF8121-624A-8F03-29E4-C9445852EA0E}"/>
              </a:ext>
            </a:extLst>
          </p:cNvPr>
          <p:cNvGrpSpPr/>
          <p:nvPr/>
        </p:nvGrpSpPr>
        <p:grpSpPr>
          <a:xfrm>
            <a:off x="925665" y="2181906"/>
            <a:ext cx="3191596" cy="2859994"/>
            <a:chOff x="514077" y="2485490"/>
            <a:chExt cx="1945444" cy="1945443"/>
          </a:xfrm>
          <a:effectLst>
            <a:outerShdw blurRad="63500" sx="102000" sy="102000" algn="ctr" rotWithShape="0">
              <a:prstClr val="black">
                <a:alpha val="40000"/>
              </a:prstClr>
            </a:outerShdw>
          </a:effectLst>
        </p:grpSpPr>
        <p:sp>
          <p:nvSpPr>
            <p:cNvPr id="2" name="Freeform: Shape 1">
              <a:extLst>
                <a:ext uri="{FF2B5EF4-FFF2-40B4-BE49-F238E27FC236}">
                  <a16:creationId xmlns:a16="http://schemas.microsoft.com/office/drawing/2014/main" id="{03E7B90D-9594-6BE9-6FF6-BA739A647756}"/>
                </a:ext>
              </a:extLst>
            </p:cNvPr>
            <p:cNvSpPr/>
            <p:nvPr/>
          </p:nvSpPr>
          <p:spPr>
            <a:xfrm>
              <a:off x="514077" y="2485490"/>
              <a:ext cx="1945444" cy="1945443"/>
            </a:xfrm>
            <a:custGeom>
              <a:avLst/>
              <a:gdLst>
                <a:gd name="connsiteX0" fmla="*/ 3086591 w 3086591"/>
                <a:gd name="connsiteY0" fmla="*/ 1543295 h 3086590"/>
                <a:gd name="connsiteX1" fmla="*/ 1543296 w 3086591"/>
                <a:gd name="connsiteY1" fmla="*/ 3086591 h 3086590"/>
                <a:gd name="connsiteX2" fmla="*/ 0 w 3086591"/>
                <a:gd name="connsiteY2" fmla="*/ 1543295 h 3086590"/>
                <a:gd name="connsiteX3" fmla="*/ 1543296 w 3086591"/>
                <a:gd name="connsiteY3" fmla="*/ 0 h 3086590"/>
                <a:gd name="connsiteX4" fmla="*/ 3086591 w 3086591"/>
                <a:gd name="connsiteY4" fmla="*/ 1543295 h 3086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86591" h="3086590">
                  <a:moveTo>
                    <a:pt x="3086591" y="1543295"/>
                  </a:moveTo>
                  <a:cubicBezTo>
                    <a:pt x="3086591" y="2395634"/>
                    <a:pt x="2395634" y="3086591"/>
                    <a:pt x="1543296" y="3086591"/>
                  </a:cubicBezTo>
                  <a:cubicBezTo>
                    <a:pt x="690957" y="3086591"/>
                    <a:pt x="0" y="2395634"/>
                    <a:pt x="0" y="1543295"/>
                  </a:cubicBezTo>
                  <a:cubicBezTo>
                    <a:pt x="0" y="690957"/>
                    <a:pt x="690957" y="0"/>
                    <a:pt x="1543296" y="0"/>
                  </a:cubicBezTo>
                  <a:cubicBezTo>
                    <a:pt x="2395634" y="0"/>
                    <a:pt x="3086591" y="690957"/>
                    <a:pt x="3086591" y="1543295"/>
                  </a:cubicBezTo>
                  <a:close/>
                </a:path>
              </a:pathLst>
            </a:custGeom>
            <a:gradFill>
              <a:gsLst>
                <a:gs pos="0">
                  <a:srgbClr val="3AAAFF">
                    <a:alpha val="14000"/>
                  </a:srgbClr>
                </a:gs>
                <a:gs pos="100000">
                  <a:srgbClr val="044FA3">
                    <a:alpha val="14000"/>
                  </a:srgbClr>
                </a:gs>
              </a:gsLst>
              <a:lin ang="5400000" scaled="1"/>
            </a:gradFill>
            <a:ln w="12700" cap="flat">
              <a:noFill/>
              <a:prstDash val="solid"/>
              <a:miter/>
            </a:ln>
          </p:spPr>
          <p:txBody>
            <a:bodyPr rtlCol="0" anchor="ctr"/>
            <a:lstStyle/>
            <a:p>
              <a:endParaRPr lang="en-US"/>
            </a:p>
          </p:txBody>
        </p:sp>
        <p:grpSp>
          <p:nvGrpSpPr>
            <p:cNvPr id="11" name="Group 10">
              <a:extLst>
                <a:ext uri="{FF2B5EF4-FFF2-40B4-BE49-F238E27FC236}">
                  <a16:creationId xmlns:a16="http://schemas.microsoft.com/office/drawing/2014/main" id="{1BC71D72-B5AD-C305-6967-5339952FB1AE}"/>
                </a:ext>
              </a:extLst>
            </p:cNvPr>
            <p:cNvGrpSpPr/>
            <p:nvPr/>
          </p:nvGrpSpPr>
          <p:grpSpPr>
            <a:xfrm>
              <a:off x="662131" y="2633543"/>
              <a:ext cx="1649336" cy="1649337"/>
              <a:chOff x="773264" y="979665"/>
              <a:chExt cx="1649336" cy="1649337"/>
            </a:xfrm>
            <a:solidFill>
              <a:schemeClr val="bg1"/>
            </a:solidFill>
          </p:grpSpPr>
          <p:sp>
            <p:nvSpPr>
              <p:cNvPr id="28" name="Freeform: Shape 27">
                <a:extLst>
                  <a:ext uri="{FF2B5EF4-FFF2-40B4-BE49-F238E27FC236}">
                    <a16:creationId xmlns:a16="http://schemas.microsoft.com/office/drawing/2014/main" id="{6F5167A6-8653-2A1A-2942-87AEACA92F1B}"/>
                  </a:ext>
                </a:extLst>
              </p:cNvPr>
              <p:cNvSpPr/>
              <p:nvPr/>
            </p:nvSpPr>
            <p:spPr>
              <a:xfrm>
                <a:off x="1539176" y="979665"/>
                <a:ext cx="117506" cy="117506"/>
              </a:xfrm>
              <a:custGeom>
                <a:avLst/>
                <a:gdLst>
                  <a:gd name="connsiteX0" fmla="*/ 155151 w 155151"/>
                  <a:gd name="connsiteY0" fmla="*/ 77576 h 155151"/>
                  <a:gd name="connsiteX1" fmla="*/ 77575 w 155151"/>
                  <a:gd name="connsiteY1" fmla="*/ 155151 h 155151"/>
                  <a:gd name="connsiteX2" fmla="*/ 0 w 155151"/>
                  <a:gd name="connsiteY2" fmla="*/ 77576 h 155151"/>
                  <a:gd name="connsiteX3" fmla="*/ 77575 w 155151"/>
                  <a:gd name="connsiteY3" fmla="*/ 0 h 155151"/>
                  <a:gd name="connsiteX4" fmla="*/ 155151 w 155151"/>
                  <a:gd name="connsiteY4" fmla="*/ 77576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6"/>
                    </a:moveTo>
                    <a:cubicBezTo>
                      <a:pt x="155151" y="120419"/>
                      <a:pt x="120419" y="155151"/>
                      <a:pt x="77575" y="155151"/>
                    </a:cubicBezTo>
                    <a:cubicBezTo>
                      <a:pt x="34732" y="155151"/>
                      <a:pt x="0" y="120419"/>
                      <a:pt x="0" y="77576"/>
                    </a:cubicBezTo>
                    <a:cubicBezTo>
                      <a:pt x="0" y="34732"/>
                      <a:pt x="34732" y="0"/>
                      <a:pt x="77575" y="0"/>
                    </a:cubicBezTo>
                    <a:cubicBezTo>
                      <a:pt x="120419" y="0"/>
                      <a:pt x="155151" y="34732"/>
                      <a:pt x="155151" y="77576"/>
                    </a:cubicBezTo>
                    <a:close/>
                  </a:path>
                </a:pathLst>
              </a:custGeom>
              <a:grpFill/>
              <a:ln w="1257"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4C16B310-5178-F7D3-323C-1525987288AC}"/>
                  </a:ext>
                </a:extLst>
              </p:cNvPr>
              <p:cNvSpPr/>
              <p:nvPr/>
            </p:nvSpPr>
            <p:spPr>
              <a:xfrm>
                <a:off x="1297088" y="1018708"/>
                <a:ext cx="117506" cy="117506"/>
              </a:xfrm>
              <a:custGeom>
                <a:avLst/>
                <a:gdLst>
                  <a:gd name="connsiteX0" fmla="*/ 155151 w 155151"/>
                  <a:gd name="connsiteY0" fmla="*/ 77576 h 155151"/>
                  <a:gd name="connsiteX1" fmla="*/ 77576 w 155151"/>
                  <a:gd name="connsiteY1" fmla="*/ 155151 h 155151"/>
                  <a:gd name="connsiteX2" fmla="*/ 0 w 155151"/>
                  <a:gd name="connsiteY2" fmla="*/ 77576 h 155151"/>
                  <a:gd name="connsiteX3" fmla="*/ 77576 w 155151"/>
                  <a:gd name="connsiteY3" fmla="*/ 0 h 155151"/>
                  <a:gd name="connsiteX4" fmla="*/ 155151 w 155151"/>
                  <a:gd name="connsiteY4" fmla="*/ 77576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6"/>
                    </a:moveTo>
                    <a:cubicBezTo>
                      <a:pt x="155151" y="120419"/>
                      <a:pt x="120419" y="155151"/>
                      <a:pt x="77576" y="155151"/>
                    </a:cubicBezTo>
                    <a:cubicBezTo>
                      <a:pt x="34732" y="155151"/>
                      <a:pt x="0" y="120419"/>
                      <a:pt x="0" y="77576"/>
                    </a:cubicBezTo>
                    <a:cubicBezTo>
                      <a:pt x="0" y="34732"/>
                      <a:pt x="34732" y="0"/>
                      <a:pt x="77576" y="0"/>
                    </a:cubicBezTo>
                    <a:cubicBezTo>
                      <a:pt x="120419" y="0"/>
                      <a:pt x="155151" y="34732"/>
                      <a:pt x="155151" y="77576"/>
                    </a:cubicBezTo>
                    <a:close/>
                  </a:path>
                </a:pathLst>
              </a:custGeom>
              <a:grpFill/>
              <a:ln w="1257"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42E1B4DF-FCF9-E7EC-E256-4506131DD786}"/>
                  </a:ext>
                </a:extLst>
              </p:cNvPr>
              <p:cNvSpPr/>
              <p:nvPr/>
            </p:nvSpPr>
            <p:spPr>
              <a:xfrm>
                <a:off x="1086838" y="1127439"/>
                <a:ext cx="117506" cy="117506"/>
              </a:xfrm>
              <a:custGeom>
                <a:avLst/>
                <a:gdLst>
                  <a:gd name="connsiteX0" fmla="*/ 155151 w 155151"/>
                  <a:gd name="connsiteY0" fmla="*/ 77575 h 155151"/>
                  <a:gd name="connsiteX1" fmla="*/ 77576 w 155151"/>
                  <a:gd name="connsiteY1" fmla="*/ 155151 h 155151"/>
                  <a:gd name="connsiteX2" fmla="*/ 0 w 155151"/>
                  <a:gd name="connsiteY2" fmla="*/ 77575 h 155151"/>
                  <a:gd name="connsiteX3" fmla="*/ 77576 w 155151"/>
                  <a:gd name="connsiteY3" fmla="*/ 0 h 155151"/>
                  <a:gd name="connsiteX4" fmla="*/ 155151 w 155151"/>
                  <a:gd name="connsiteY4" fmla="*/ 77575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5"/>
                    </a:moveTo>
                    <a:cubicBezTo>
                      <a:pt x="155151" y="120419"/>
                      <a:pt x="120419" y="155151"/>
                      <a:pt x="77576" y="155151"/>
                    </a:cubicBezTo>
                    <a:cubicBezTo>
                      <a:pt x="34732" y="155151"/>
                      <a:pt x="0" y="120419"/>
                      <a:pt x="0" y="77575"/>
                    </a:cubicBezTo>
                    <a:cubicBezTo>
                      <a:pt x="0" y="34732"/>
                      <a:pt x="34732" y="0"/>
                      <a:pt x="77576" y="0"/>
                    </a:cubicBezTo>
                    <a:cubicBezTo>
                      <a:pt x="120419" y="0"/>
                      <a:pt x="155151" y="34732"/>
                      <a:pt x="155151" y="77575"/>
                    </a:cubicBezTo>
                    <a:close/>
                  </a:path>
                </a:pathLst>
              </a:custGeom>
              <a:grpFill/>
              <a:ln w="1257" cap="flat">
                <a:noFill/>
                <a:prstDash val="solid"/>
                <a:miter/>
              </a:ln>
            </p:spPr>
            <p:txBody>
              <a:bodyPr rtlCol="0" anchor="ctr"/>
              <a:lstStyle/>
              <a:p>
                <a:endParaRPr lang="en-US"/>
              </a:p>
            </p:txBody>
          </p:sp>
          <p:sp>
            <p:nvSpPr>
              <p:cNvPr id="106" name="Freeform: Shape 105">
                <a:extLst>
                  <a:ext uri="{FF2B5EF4-FFF2-40B4-BE49-F238E27FC236}">
                    <a16:creationId xmlns:a16="http://schemas.microsoft.com/office/drawing/2014/main" id="{FD15D54D-E7F3-2107-2E93-6591D255E3AD}"/>
                  </a:ext>
                </a:extLst>
              </p:cNvPr>
              <p:cNvSpPr/>
              <p:nvPr/>
            </p:nvSpPr>
            <p:spPr>
              <a:xfrm>
                <a:off x="921038" y="1293239"/>
                <a:ext cx="117506" cy="117506"/>
              </a:xfrm>
              <a:custGeom>
                <a:avLst/>
                <a:gdLst>
                  <a:gd name="connsiteX0" fmla="*/ 155151 w 155151"/>
                  <a:gd name="connsiteY0" fmla="*/ 77575 h 155151"/>
                  <a:gd name="connsiteX1" fmla="*/ 77576 w 155151"/>
                  <a:gd name="connsiteY1" fmla="*/ 155151 h 155151"/>
                  <a:gd name="connsiteX2" fmla="*/ 0 w 155151"/>
                  <a:gd name="connsiteY2" fmla="*/ 77575 h 155151"/>
                  <a:gd name="connsiteX3" fmla="*/ 77576 w 155151"/>
                  <a:gd name="connsiteY3" fmla="*/ 0 h 155151"/>
                  <a:gd name="connsiteX4" fmla="*/ 155151 w 155151"/>
                  <a:gd name="connsiteY4" fmla="*/ 77575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5"/>
                    </a:moveTo>
                    <a:cubicBezTo>
                      <a:pt x="155151" y="120419"/>
                      <a:pt x="120419" y="155151"/>
                      <a:pt x="77576" y="155151"/>
                    </a:cubicBezTo>
                    <a:cubicBezTo>
                      <a:pt x="34732" y="155151"/>
                      <a:pt x="0" y="120419"/>
                      <a:pt x="0" y="77575"/>
                    </a:cubicBezTo>
                    <a:cubicBezTo>
                      <a:pt x="0" y="34732"/>
                      <a:pt x="34732" y="0"/>
                      <a:pt x="77576" y="0"/>
                    </a:cubicBezTo>
                    <a:cubicBezTo>
                      <a:pt x="120419" y="0"/>
                      <a:pt x="155151" y="34732"/>
                      <a:pt x="155151" y="77575"/>
                    </a:cubicBezTo>
                    <a:close/>
                  </a:path>
                </a:pathLst>
              </a:custGeom>
              <a:grpFill/>
              <a:ln w="1257" cap="flat">
                <a:noFill/>
                <a:prstDash val="solid"/>
                <a:miter/>
              </a:ln>
            </p:spPr>
            <p:txBody>
              <a:bodyPr rtlCol="0" anchor="ctr"/>
              <a:lstStyle/>
              <a:p>
                <a:endParaRPr lang="en-US"/>
              </a:p>
            </p:txBody>
          </p:sp>
          <p:sp>
            <p:nvSpPr>
              <p:cNvPr id="114" name="Freeform: Shape 113">
                <a:extLst>
                  <a:ext uri="{FF2B5EF4-FFF2-40B4-BE49-F238E27FC236}">
                    <a16:creationId xmlns:a16="http://schemas.microsoft.com/office/drawing/2014/main" id="{C9F072A6-BE2A-FFA0-A511-DEDACF315F53}"/>
                  </a:ext>
                </a:extLst>
              </p:cNvPr>
              <p:cNvSpPr/>
              <p:nvPr/>
            </p:nvSpPr>
            <p:spPr>
              <a:xfrm>
                <a:off x="812307" y="1503490"/>
                <a:ext cx="117506" cy="117506"/>
              </a:xfrm>
              <a:custGeom>
                <a:avLst/>
                <a:gdLst>
                  <a:gd name="connsiteX0" fmla="*/ 155151 w 155151"/>
                  <a:gd name="connsiteY0" fmla="*/ 77575 h 155151"/>
                  <a:gd name="connsiteX1" fmla="*/ 77576 w 155151"/>
                  <a:gd name="connsiteY1" fmla="*/ 155151 h 155151"/>
                  <a:gd name="connsiteX2" fmla="*/ 0 w 155151"/>
                  <a:gd name="connsiteY2" fmla="*/ 77575 h 155151"/>
                  <a:gd name="connsiteX3" fmla="*/ 77576 w 155151"/>
                  <a:gd name="connsiteY3" fmla="*/ 0 h 155151"/>
                  <a:gd name="connsiteX4" fmla="*/ 155151 w 155151"/>
                  <a:gd name="connsiteY4" fmla="*/ 77575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5"/>
                    </a:moveTo>
                    <a:cubicBezTo>
                      <a:pt x="155151" y="120419"/>
                      <a:pt x="120419" y="155151"/>
                      <a:pt x="77576" y="155151"/>
                    </a:cubicBezTo>
                    <a:cubicBezTo>
                      <a:pt x="34732" y="155151"/>
                      <a:pt x="0" y="120419"/>
                      <a:pt x="0" y="77575"/>
                    </a:cubicBezTo>
                    <a:cubicBezTo>
                      <a:pt x="0" y="34732"/>
                      <a:pt x="34732" y="0"/>
                      <a:pt x="77576" y="0"/>
                    </a:cubicBezTo>
                    <a:cubicBezTo>
                      <a:pt x="120419" y="0"/>
                      <a:pt x="155151" y="34732"/>
                      <a:pt x="155151" y="77575"/>
                    </a:cubicBezTo>
                    <a:close/>
                  </a:path>
                </a:pathLst>
              </a:custGeom>
              <a:grpFill/>
              <a:ln w="1257" cap="flat">
                <a:noFill/>
                <a:prstDash val="solid"/>
                <a:miter/>
              </a:ln>
            </p:spPr>
            <p:txBody>
              <a:bodyPr rtlCol="0" anchor="ctr"/>
              <a:lstStyle/>
              <a:p>
                <a:endParaRPr lang="en-US"/>
              </a:p>
            </p:txBody>
          </p:sp>
          <p:sp>
            <p:nvSpPr>
              <p:cNvPr id="115" name="Freeform: Shape 114">
                <a:extLst>
                  <a:ext uri="{FF2B5EF4-FFF2-40B4-BE49-F238E27FC236}">
                    <a16:creationId xmlns:a16="http://schemas.microsoft.com/office/drawing/2014/main" id="{B41EA73F-E881-82DD-1231-F8EE48E29E5C}"/>
                  </a:ext>
                </a:extLst>
              </p:cNvPr>
              <p:cNvSpPr/>
              <p:nvPr/>
            </p:nvSpPr>
            <p:spPr>
              <a:xfrm>
                <a:off x="773264" y="1745584"/>
                <a:ext cx="117506" cy="117506"/>
              </a:xfrm>
              <a:custGeom>
                <a:avLst/>
                <a:gdLst>
                  <a:gd name="connsiteX0" fmla="*/ 155151 w 155151"/>
                  <a:gd name="connsiteY0" fmla="*/ 77576 h 155151"/>
                  <a:gd name="connsiteX1" fmla="*/ 77576 w 155151"/>
                  <a:gd name="connsiteY1" fmla="*/ 155151 h 155151"/>
                  <a:gd name="connsiteX2" fmla="*/ 0 w 155151"/>
                  <a:gd name="connsiteY2" fmla="*/ 77576 h 155151"/>
                  <a:gd name="connsiteX3" fmla="*/ 77576 w 155151"/>
                  <a:gd name="connsiteY3" fmla="*/ 0 h 155151"/>
                  <a:gd name="connsiteX4" fmla="*/ 155151 w 155151"/>
                  <a:gd name="connsiteY4" fmla="*/ 77576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6"/>
                    </a:moveTo>
                    <a:cubicBezTo>
                      <a:pt x="155151" y="120419"/>
                      <a:pt x="120419" y="155151"/>
                      <a:pt x="77576" y="155151"/>
                    </a:cubicBezTo>
                    <a:cubicBezTo>
                      <a:pt x="34732" y="155151"/>
                      <a:pt x="0" y="120420"/>
                      <a:pt x="0" y="77576"/>
                    </a:cubicBezTo>
                    <a:cubicBezTo>
                      <a:pt x="0" y="34732"/>
                      <a:pt x="34732" y="0"/>
                      <a:pt x="77576" y="0"/>
                    </a:cubicBezTo>
                    <a:cubicBezTo>
                      <a:pt x="120419" y="0"/>
                      <a:pt x="155151" y="34732"/>
                      <a:pt x="155151" y="77576"/>
                    </a:cubicBezTo>
                    <a:close/>
                  </a:path>
                </a:pathLst>
              </a:custGeom>
              <a:grpFill/>
              <a:ln w="1257" cap="flat">
                <a:noFill/>
                <a:prstDash val="solid"/>
                <a:miter/>
              </a:ln>
            </p:spPr>
            <p:txBody>
              <a:bodyPr rtlCol="0" anchor="ctr"/>
              <a:lstStyle/>
              <a:p>
                <a:endParaRPr lang="en-US"/>
              </a:p>
            </p:txBody>
          </p:sp>
          <p:sp>
            <p:nvSpPr>
              <p:cNvPr id="116" name="Freeform: Shape 115">
                <a:extLst>
                  <a:ext uri="{FF2B5EF4-FFF2-40B4-BE49-F238E27FC236}">
                    <a16:creationId xmlns:a16="http://schemas.microsoft.com/office/drawing/2014/main" id="{0AB833FA-A5CA-2302-5903-E059AC22F90B}"/>
                  </a:ext>
                </a:extLst>
              </p:cNvPr>
              <p:cNvSpPr/>
              <p:nvPr/>
            </p:nvSpPr>
            <p:spPr>
              <a:xfrm>
                <a:off x="812307" y="1987672"/>
                <a:ext cx="117506" cy="117506"/>
              </a:xfrm>
              <a:custGeom>
                <a:avLst/>
                <a:gdLst>
                  <a:gd name="connsiteX0" fmla="*/ 155151 w 155151"/>
                  <a:gd name="connsiteY0" fmla="*/ 77575 h 155151"/>
                  <a:gd name="connsiteX1" fmla="*/ 77576 w 155151"/>
                  <a:gd name="connsiteY1" fmla="*/ 155151 h 155151"/>
                  <a:gd name="connsiteX2" fmla="*/ 0 w 155151"/>
                  <a:gd name="connsiteY2" fmla="*/ 77575 h 155151"/>
                  <a:gd name="connsiteX3" fmla="*/ 77576 w 155151"/>
                  <a:gd name="connsiteY3" fmla="*/ 0 h 155151"/>
                  <a:gd name="connsiteX4" fmla="*/ 155151 w 155151"/>
                  <a:gd name="connsiteY4" fmla="*/ 77575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5"/>
                    </a:moveTo>
                    <a:cubicBezTo>
                      <a:pt x="155151" y="120419"/>
                      <a:pt x="120419" y="155151"/>
                      <a:pt x="77576" y="155151"/>
                    </a:cubicBezTo>
                    <a:cubicBezTo>
                      <a:pt x="34732" y="155151"/>
                      <a:pt x="0" y="120420"/>
                      <a:pt x="0" y="77575"/>
                    </a:cubicBezTo>
                    <a:cubicBezTo>
                      <a:pt x="0" y="34732"/>
                      <a:pt x="34732" y="0"/>
                      <a:pt x="77576" y="0"/>
                    </a:cubicBezTo>
                    <a:cubicBezTo>
                      <a:pt x="120419" y="0"/>
                      <a:pt x="155151" y="34731"/>
                      <a:pt x="155151" y="77575"/>
                    </a:cubicBezTo>
                    <a:close/>
                  </a:path>
                </a:pathLst>
              </a:custGeom>
              <a:grpFill/>
              <a:ln w="1257" cap="flat">
                <a:noFill/>
                <a:prstDash val="solid"/>
                <a:miter/>
              </a:ln>
            </p:spPr>
            <p:txBody>
              <a:bodyPr rtlCol="0" anchor="ctr"/>
              <a:lstStyle/>
              <a:p>
                <a:endParaRPr lang="en-US"/>
              </a:p>
            </p:txBody>
          </p:sp>
          <p:sp>
            <p:nvSpPr>
              <p:cNvPr id="117" name="Freeform: Shape 116">
                <a:extLst>
                  <a:ext uri="{FF2B5EF4-FFF2-40B4-BE49-F238E27FC236}">
                    <a16:creationId xmlns:a16="http://schemas.microsoft.com/office/drawing/2014/main" id="{375E630B-3D42-A679-3344-60D2B668BB5D}"/>
                  </a:ext>
                </a:extLst>
              </p:cNvPr>
              <p:cNvSpPr/>
              <p:nvPr/>
            </p:nvSpPr>
            <p:spPr>
              <a:xfrm>
                <a:off x="921038" y="2197922"/>
                <a:ext cx="117506" cy="117506"/>
              </a:xfrm>
              <a:custGeom>
                <a:avLst/>
                <a:gdLst>
                  <a:gd name="connsiteX0" fmla="*/ 155151 w 155151"/>
                  <a:gd name="connsiteY0" fmla="*/ 77575 h 155151"/>
                  <a:gd name="connsiteX1" fmla="*/ 77576 w 155151"/>
                  <a:gd name="connsiteY1" fmla="*/ 155151 h 155151"/>
                  <a:gd name="connsiteX2" fmla="*/ 0 w 155151"/>
                  <a:gd name="connsiteY2" fmla="*/ 77575 h 155151"/>
                  <a:gd name="connsiteX3" fmla="*/ 77576 w 155151"/>
                  <a:gd name="connsiteY3" fmla="*/ 0 h 155151"/>
                  <a:gd name="connsiteX4" fmla="*/ 155151 w 155151"/>
                  <a:gd name="connsiteY4" fmla="*/ 77575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5"/>
                    </a:moveTo>
                    <a:cubicBezTo>
                      <a:pt x="155151" y="120419"/>
                      <a:pt x="120419" y="155151"/>
                      <a:pt x="77576" y="155151"/>
                    </a:cubicBezTo>
                    <a:cubicBezTo>
                      <a:pt x="34732" y="155151"/>
                      <a:pt x="0" y="120420"/>
                      <a:pt x="0" y="77575"/>
                    </a:cubicBezTo>
                    <a:cubicBezTo>
                      <a:pt x="0" y="34732"/>
                      <a:pt x="34732" y="0"/>
                      <a:pt x="77576" y="0"/>
                    </a:cubicBezTo>
                    <a:cubicBezTo>
                      <a:pt x="120419" y="0"/>
                      <a:pt x="155151" y="34731"/>
                      <a:pt x="155151" y="77575"/>
                    </a:cubicBezTo>
                    <a:close/>
                  </a:path>
                </a:pathLst>
              </a:custGeom>
              <a:grpFill/>
              <a:ln w="1257" cap="flat">
                <a:noFill/>
                <a:prstDash val="solid"/>
                <a:miter/>
              </a:ln>
            </p:spPr>
            <p:txBody>
              <a:bodyPr rtlCol="0" anchor="ctr"/>
              <a:lstStyle/>
              <a:p>
                <a:endParaRPr lang="en-US"/>
              </a:p>
            </p:txBody>
          </p:sp>
          <p:sp>
            <p:nvSpPr>
              <p:cNvPr id="118" name="Freeform: Shape 117">
                <a:extLst>
                  <a:ext uri="{FF2B5EF4-FFF2-40B4-BE49-F238E27FC236}">
                    <a16:creationId xmlns:a16="http://schemas.microsoft.com/office/drawing/2014/main" id="{2DE279A0-8A5C-2E5C-C6C2-B1295DEFAC2A}"/>
                  </a:ext>
                </a:extLst>
              </p:cNvPr>
              <p:cNvSpPr/>
              <p:nvPr/>
            </p:nvSpPr>
            <p:spPr>
              <a:xfrm>
                <a:off x="1086838" y="2363722"/>
                <a:ext cx="117506" cy="117506"/>
              </a:xfrm>
              <a:custGeom>
                <a:avLst/>
                <a:gdLst>
                  <a:gd name="connsiteX0" fmla="*/ 155151 w 155151"/>
                  <a:gd name="connsiteY0" fmla="*/ 77575 h 155151"/>
                  <a:gd name="connsiteX1" fmla="*/ 77576 w 155151"/>
                  <a:gd name="connsiteY1" fmla="*/ 155151 h 155151"/>
                  <a:gd name="connsiteX2" fmla="*/ 0 w 155151"/>
                  <a:gd name="connsiteY2" fmla="*/ 77575 h 155151"/>
                  <a:gd name="connsiteX3" fmla="*/ 77576 w 155151"/>
                  <a:gd name="connsiteY3" fmla="*/ 0 h 155151"/>
                  <a:gd name="connsiteX4" fmla="*/ 155151 w 155151"/>
                  <a:gd name="connsiteY4" fmla="*/ 77575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5"/>
                    </a:moveTo>
                    <a:cubicBezTo>
                      <a:pt x="155151" y="120419"/>
                      <a:pt x="120419" y="155151"/>
                      <a:pt x="77576" y="155151"/>
                    </a:cubicBezTo>
                    <a:cubicBezTo>
                      <a:pt x="34732" y="155151"/>
                      <a:pt x="0" y="120420"/>
                      <a:pt x="0" y="77575"/>
                    </a:cubicBezTo>
                    <a:cubicBezTo>
                      <a:pt x="0" y="34732"/>
                      <a:pt x="34732" y="0"/>
                      <a:pt x="77576" y="0"/>
                    </a:cubicBezTo>
                    <a:cubicBezTo>
                      <a:pt x="120419" y="0"/>
                      <a:pt x="155151" y="34731"/>
                      <a:pt x="155151" y="77575"/>
                    </a:cubicBezTo>
                    <a:close/>
                  </a:path>
                </a:pathLst>
              </a:custGeom>
              <a:grpFill/>
              <a:ln w="1257" cap="flat">
                <a:noFill/>
                <a:prstDash val="solid"/>
                <a:miter/>
              </a:ln>
            </p:spPr>
            <p:txBody>
              <a:bodyPr rtlCol="0" anchor="ctr"/>
              <a:lstStyle/>
              <a:p>
                <a:endParaRPr lang="en-US"/>
              </a:p>
            </p:txBody>
          </p:sp>
          <p:sp>
            <p:nvSpPr>
              <p:cNvPr id="119" name="Freeform: Shape 118">
                <a:extLst>
                  <a:ext uri="{FF2B5EF4-FFF2-40B4-BE49-F238E27FC236}">
                    <a16:creationId xmlns:a16="http://schemas.microsoft.com/office/drawing/2014/main" id="{AC7A5F3E-72D2-0D73-A1BA-F5A8F0835699}"/>
                  </a:ext>
                </a:extLst>
              </p:cNvPr>
              <p:cNvSpPr/>
              <p:nvPr/>
            </p:nvSpPr>
            <p:spPr>
              <a:xfrm>
                <a:off x="1297088" y="2472453"/>
                <a:ext cx="117506" cy="117506"/>
              </a:xfrm>
              <a:custGeom>
                <a:avLst/>
                <a:gdLst>
                  <a:gd name="connsiteX0" fmla="*/ 155151 w 155151"/>
                  <a:gd name="connsiteY0" fmla="*/ 77576 h 155151"/>
                  <a:gd name="connsiteX1" fmla="*/ 77576 w 155151"/>
                  <a:gd name="connsiteY1" fmla="*/ 155151 h 155151"/>
                  <a:gd name="connsiteX2" fmla="*/ 0 w 155151"/>
                  <a:gd name="connsiteY2" fmla="*/ 77576 h 155151"/>
                  <a:gd name="connsiteX3" fmla="*/ 77576 w 155151"/>
                  <a:gd name="connsiteY3" fmla="*/ 0 h 155151"/>
                  <a:gd name="connsiteX4" fmla="*/ 155151 w 155151"/>
                  <a:gd name="connsiteY4" fmla="*/ 77576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6"/>
                    </a:moveTo>
                    <a:cubicBezTo>
                      <a:pt x="155151" y="120419"/>
                      <a:pt x="120419" y="155151"/>
                      <a:pt x="77576" y="155151"/>
                    </a:cubicBezTo>
                    <a:cubicBezTo>
                      <a:pt x="34732" y="155151"/>
                      <a:pt x="0" y="120420"/>
                      <a:pt x="0" y="77576"/>
                    </a:cubicBezTo>
                    <a:cubicBezTo>
                      <a:pt x="0" y="34732"/>
                      <a:pt x="34732" y="0"/>
                      <a:pt x="77576" y="0"/>
                    </a:cubicBezTo>
                    <a:cubicBezTo>
                      <a:pt x="120419" y="0"/>
                      <a:pt x="155151" y="34731"/>
                      <a:pt x="155151" y="77576"/>
                    </a:cubicBezTo>
                    <a:close/>
                  </a:path>
                </a:pathLst>
              </a:custGeom>
              <a:grpFill/>
              <a:ln w="1257" cap="flat">
                <a:noFill/>
                <a:prstDash val="solid"/>
                <a:miter/>
              </a:ln>
            </p:spPr>
            <p:txBody>
              <a:bodyPr rtlCol="0" anchor="ctr"/>
              <a:lstStyle/>
              <a:p>
                <a:endParaRPr lang="en-US"/>
              </a:p>
            </p:txBody>
          </p:sp>
          <p:sp>
            <p:nvSpPr>
              <p:cNvPr id="120" name="Freeform: Shape 119">
                <a:extLst>
                  <a:ext uri="{FF2B5EF4-FFF2-40B4-BE49-F238E27FC236}">
                    <a16:creationId xmlns:a16="http://schemas.microsoft.com/office/drawing/2014/main" id="{AE838AE8-16D6-C2B1-8740-2A86ED7FF6D5}"/>
                  </a:ext>
                </a:extLst>
              </p:cNvPr>
              <p:cNvSpPr/>
              <p:nvPr/>
            </p:nvSpPr>
            <p:spPr>
              <a:xfrm>
                <a:off x="1539176" y="2511496"/>
                <a:ext cx="117506" cy="117506"/>
              </a:xfrm>
              <a:custGeom>
                <a:avLst/>
                <a:gdLst>
                  <a:gd name="connsiteX0" fmla="*/ 155151 w 155151"/>
                  <a:gd name="connsiteY0" fmla="*/ 77575 h 155151"/>
                  <a:gd name="connsiteX1" fmla="*/ 77575 w 155151"/>
                  <a:gd name="connsiteY1" fmla="*/ 155151 h 155151"/>
                  <a:gd name="connsiteX2" fmla="*/ 0 w 155151"/>
                  <a:gd name="connsiteY2" fmla="*/ 77575 h 155151"/>
                  <a:gd name="connsiteX3" fmla="*/ 77575 w 155151"/>
                  <a:gd name="connsiteY3" fmla="*/ 0 h 155151"/>
                  <a:gd name="connsiteX4" fmla="*/ 155151 w 155151"/>
                  <a:gd name="connsiteY4" fmla="*/ 77575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5"/>
                    </a:moveTo>
                    <a:cubicBezTo>
                      <a:pt x="155151" y="120419"/>
                      <a:pt x="120419" y="155151"/>
                      <a:pt x="77575" y="155151"/>
                    </a:cubicBezTo>
                    <a:cubicBezTo>
                      <a:pt x="34732" y="155151"/>
                      <a:pt x="0" y="120419"/>
                      <a:pt x="0" y="77575"/>
                    </a:cubicBezTo>
                    <a:cubicBezTo>
                      <a:pt x="0" y="34732"/>
                      <a:pt x="34732" y="0"/>
                      <a:pt x="77575" y="0"/>
                    </a:cubicBezTo>
                    <a:cubicBezTo>
                      <a:pt x="120419" y="0"/>
                      <a:pt x="155151" y="34731"/>
                      <a:pt x="155151" y="77575"/>
                    </a:cubicBezTo>
                    <a:close/>
                  </a:path>
                </a:pathLst>
              </a:custGeom>
              <a:grpFill/>
              <a:ln w="1257" cap="flat">
                <a:noFill/>
                <a:prstDash val="solid"/>
                <a:miter/>
              </a:ln>
            </p:spPr>
            <p:txBody>
              <a:bodyPr rtlCol="0" anchor="ctr"/>
              <a:lstStyle/>
              <a:p>
                <a:endParaRPr lang="en-US"/>
              </a:p>
            </p:txBody>
          </p:sp>
          <p:sp>
            <p:nvSpPr>
              <p:cNvPr id="122" name="Freeform: Shape 121">
                <a:extLst>
                  <a:ext uri="{FF2B5EF4-FFF2-40B4-BE49-F238E27FC236}">
                    <a16:creationId xmlns:a16="http://schemas.microsoft.com/office/drawing/2014/main" id="{B92032DE-6A45-532F-19A8-81539D769150}"/>
                  </a:ext>
                </a:extLst>
              </p:cNvPr>
              <p:cNvSpPr/>
              <p:nvPr/>
            </p:nvSpPr>
            <p:spPr>
              <a:xfrm>
                <a:off x="1781270" y="2472453"/>
                <a:ext cx="117506" cy="117506"/>
              </a:xfrm>
              <a:custGeom>
                <a:avLst/>
                <a:gdLst>
                  <a:gd name="connsiteX0" fmla="*/ 155151 w 155151"/>
                  <a:gd name="connsiteY0" fmla="*/ 77576 h 155151"/>
                  <a:gd name="connsiteX1" fmla="*/ 77575 w 155151"/>
                  <a:gd name="connsiteY1" fmla="*/ 155151 h 155151"/>
                  <a:gd name="connsiteX2" fmla="*/ 0 w 155151"/>
                  <a:gd name="connsiteY2" fmla="*/ 77576 h 155151"/>
                  <a:gd name="connsiteX3" fmla="*/ 77575 w 155151"/>
                  <a:gd name="connsiteY3" fmla="*/ 0 h 155151"/>
                  <a:gd name="connsiteX4" fmla="*/ 155151 w 155151"/>
                  <a:gd name="connsiteY4" fmla="*/ 77576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6"/>
                    </a:moveTo>
                    <a:cubicBezTo>
                      <a:pt x="155151" y="120419"/>
                      <a:pt x="120419" y="155151"/>
                      <a:pt x="77575" y="155151"/>
                    </a:cubicBezTo>
                    <a:cubicBezTo>
                      <a:pt x="34732" y="155151"/>
                      <a:pt x="0" y="120420"/>
                      <a:pt x="0" y="77576"/>
                    </a:cubicBezTo>
                    <a:cubicBezTo>
                      <a:pt x="0" y="34732"/>
                      <a:pt x="34732" y="0"/>
                      <a:pt x="77575" y="0"/>
                    </a:cubicBezTo>
                    <a:cubicBezTo>
                      <a:pt x="120419" y="0"/>
                      <a:pt x="155151" y="34731"/>
                      <a:pt x="155151" y="77576"/>
                    </a:cubicBezTo>
                    <a:close/>
                  </a:path>
                </a:pathLst>
              </a:custGeom>
              <a:grpFill/>
              <a:ln w="1257" cap="flat">
                <a:noFill/>
                <a:prstDash val="solid"/>
                <a:miter/>
              </a:ln>
            </p:spPr>
            <p:txBody>
              <a:bodyPr rtlCol="0" anchor="ctr"/>
              <a:lstStyle/>
              <a:p>
                <a:endParaRPr lang="en-US"/>
              </a:p>
            </p:txBody>
          </p:sp>
          <p:sp>
            <p:nvSpPr>
              <p:cNvPr id="123" name="Freeform: Shape 122">
                <a:extLst>
                  <a:ext uri="{FF2B5EF4-FFF2-40B4-BE49-F238E27FC236}">
                    <a16:creationId xmlns:a16="http://schemas.microsoft.com/office/drawing/2014/main" id="{1668AEC3-8E19-EF61-9FA7-D464A8896F13}"/>
                  </a:ext>
                </a:extLst>
              </p:cNvPr>
              <p:cNvSpPr/>
              <p:nvPr/>
            </p:nvSpPr>
            <p:spPr>
              <a:xfrm>
                <a:off x="1991521" y="2363722"/>
                <a:ext cx="117506" cy="117506"/>
              </a:xfrm>
              <a:custGeom>
                <a:avLst/>
                <a:gdLst>
                  <a:gd name="connsiteX0" fmla="*/ 155151 w 155151"/>
                  <a:gd name="connsiteY0" fmla="*/ 77575 h 155151"/>
                  <a:gd name="connsiteX1" fmla="*/ 77575 w 155151"/>
                  <a:gd name="connsiteY1" fmla="*/ 155151 h 155151"/>
                  <a:gd name="connsiteX2" fmla="*/ 0 w 155151"/>
                  <a:gd name="connsiteY2" fmla="*/ 77575 h 155151"/>
                  <a:gd name="connsiteX3" fmla="*/ 77575 w 155151"/>
                  <a:gd name="connsiteY3" fmla="*/ 0 h 155151"/>
                  <a:gd name="connsiteX4" fmla="*/ 155151 w 155151"/>
                  <a:gd name="connsiteY4" fmla="*/ 77575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5"/>
                    </a:moveTo>
                    <a:cubicBezTo>
                      <a:pt x="155151" y="120419"/>
                      <a:pt x="120419" y="155151"/>
                      <a:pt x="77575" y="155151"/>
                    </a:cubicBezTo>
                    <a:cubicBezTo>
                      <a:pt x="34732" y="155151"/>
                      <a:pt x="0" y="120420"/>
                      <a:pt x="0" y="77575"/>
                    </a:cubicBezTo>
                    <a:cubicBezTo>
                      <a:pt x="0" y="34732"/>
                      <a:pt x="34732" y="0"/>
                      <a:pt x="77575" y="0"/>
                    </a:cubicBezTo>
                    <a:cubicBezTo>
                      <a:pt x="120419" y="0"/>
                      <a:pt x="155151" y="34731"/>
                      <a:pt x="155151" y="77575"/>
                    </a:cubicBezTo>
                    <a:close/>
                  </a:path>
                </a:pathLst>
              </a:custGeom>
              <a:grpFill/>
              <a:ln w="1257" cap="flat">
                <a:noFill/>
                <a:prstDash val="solid"/>
                <a:miter/>
              </a:ln>
            </p:spPr>
            <p:txBody>
              <a:bodyPr rtlCol="0" anchor="ctr"/>
              <a:lstStyle/>
              <a:p>
                <a:endParaRPr lang="en-US"/>
              </a:p>
            </p:txBody>
          </p:sp>
          <p:sp>
            <p:nvSpPr>
              <p:cNvPr id="320" name="Freeform: Shape 319">
                <a:extLst>
                  <a:ext uri="{FF2B5EF4-FFF2-40B4-BE49-F238E27FC236}">
                    <a16:creationId xmlns:a16="http://schemas.microsoft.com/office/drawing/2014/main" id="{15481596-B83D-7582-766E-02E4FD9A0BB8}"/>
                  </a:ext>
                </a:extLst>
              </p:cNvPr>
              <p:cNvSpPr/>
              <p:nvPr/>
            </p:nvSpPr>
            <p:spPr>
              <a:xfrm>
                <a:off x="2157320" y="2197922"/>
                <a:ext cx="117506" cy="117506"/>
              </a:xfrm>
              <a:custGeom>
                <a:avLst/>
                <a:gdLst>
                  <a:gd name="connsiteX0" fmla="*/ 155151 w 155151"/>
                  <a:gd name="connsiteY0" fmla="*/ 77575 h 155151"/>
                  <a:gd name="connsiteX1" fmla="*/ 77576 w 155151"/>
                  <a:gd name="connsiteY1" fmla="*/ 155151 h 155151"/>
                  <a:gd name="connsiteX2" fmla="*/ 0 w 155151"/>
                  <a:gd name="connsiteY2" fmla="*/ 77575 h 155151"/>
                  <a:gd name="connsiteX3" fmla="*/ 77576 w 155151"/>
                  <a:gd name="connsiteY3" fmla="*/ 0 h 155151"/>
                  <a:gd name="connsiteX4" fmla="*/ 155151 w 155151"/>
                  <a:gd name="connsiteY4" fmla="*/ 77575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5"/>
                    </a:moveTo>
                    <a:cubicBezTo>
                      <a:pt x="155151" y="120419"/>
                      <a:pt x="120419" y="155151"/>
                      <a:pt x="77576" y="155151"/>
                    </a:cubicBezTo>
                    <a:cubicBezTo>
                      <a:pt x="34732" y="155151"/>
                      <a:pt x="0" y="120420"/>
                      <a:pt x="0" y="77575"/>
                    </a:cubicBezTo>
                    <a:cubicBezTo>
                      <a:pt x="0" y="34732"/>
                      <a:pt x="34732" y="0"/>
                      <a:pt x="77576" y="0"/>
                    </a:cubicBezTo>
                    <a:cubicBezTo>
                      <a:pt x="120420" y="0"/>
                      <a:pt x="155151" y="34731"/>
                      <a:pt x="155151" y="77575"/>
                    </a:cubicBezTo>
                    <a:close/>
                  </a:path>
                </a:pathLst>
              </a:custGeom>
              <a:grpFill/>
              <a:ln w="1257" cap="flat">
                <a:noFill/>
                <a:prstDash val="solid"/>
                <a:miter/>
              </a:ln>
            </p:spPr>
            <p:txBody>
              <a:bodyPr rtlCol="0" anchor="ctr"/>
              <a:lstStyle/>
              <a:p>
                <a:endParaRPr lang="en-US"/>
              </a:p>
            </p:txBody>
          </p:sp>
          <p:sp>
            <p:nvSpPr>
              <p:cNvPr id="321" name="Freeform: Shape 320">
                <a:extLst>
                  <a:ext uri="{FF2B5EF4-FFF2-40B4-BE49-F238E27FC236}">
                    <a16:creationId xmlns:a16="http://schemas.microsoft.com/office/drawing/2014/main" id="{A70D86D3-58AC-68D8-D498-27792930DD01}"/>
                  </a:ext>
                </a:extLst>
              </p:cNvPr>
              <p:cNvSpPr/>
              <p:nvPr/>
            </p:nvSpPr>
            <p:spPr>
              <a:xfrm>
                <a:off x="2266045" y="1987672"/>
                <a:ext cx="117506" cy="117506"/>
              </a:xfrm>
              <a:custGeom>
                <a:avLst/>
                <a:gdLst>
                  <a:gd name="connsiteX0" fmla="*/ 155151 w 155151"/>
                  <a:gd name="connsiteY0" fmla="*/ 77575 h 155151"/>
                  <a:gd name="connsiteX1" fmla="*/ 77576 w 155151"/>
                  <a:gd name="connsiteY1" fmla="*/ 155151 h 155151"/>
                  <a:gd name="connsiteX2" fmla="*/ 0 w 155151"/>
                  <a:gd name="connsiteY2" fmla="*/ 77575 h 155151"/>
                  <a:gd name="connsiteX3" fmla="*/ 77576 w 155151"/>
                  <a:gd name="connsiteY3" fmla="*/ 0 h 155151"/>
                  <a:gd name="connsiteX4" fmla="*/ 155151 w 155151"/>
                  <a:gd name="connsiteY4" fmla="*/ 77575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5"/>
                    </a:moveTo>
                    <a:cubicBezTo>
                      <a:pt x="155151" y="120419"/>
                      <a:pt x="120419" y="155151"/>
                      <a:pt x="77576" y="155151"/>
                    </a:cubicBezTo>
                    <a:cubicBezTo>
                      <a:pt x="34732" y="155151"/>
                      <a:pt x="0" y="120420"/>
                      <a:pt x="0" y="77575"/>
                    </a:cubicBezTo>
                    <a:cubicBezTo>
                      <a:pt x="0" y="34732"/>
                      <a:pt x="34732" y="0"/>
                      <a:pt x="77576" y="0"/>
                    </a:cubicBezTo>
                    <a:cubicBezTo>
                      <a:pt x="120420" y="0"/>
                      <a:pt x="155151" y="34731"/>
                      <a:pt x="155151" y="77575"/>
                    </a:cubicBezTo>
                    <a:close/>
                  </a:path>
                </a:pathLst>
              </a:custGeom>
              <a:grpFill/>
              <a:ln w="1257" cap="flat">
                <a:noFill/>
                <a:prstDash val="solid"/>
                <a:miter/>
              </a:ln>
            </p:spPr>
            <p:txBody>
              <a:bodyPr rtlCol="0" anchor="ctr"/>
              <a:lstStyle/>
              <a:p>
                <a:endParaRPr lang="en-US"/>
              </a:p>
            </p:txBody>
          </p:sp>
          <p:sp>
            <p:nvSpPr>
              <p:cNvPr id="322" name="Freeform: Shape 321">
                <a:extLst>
                  <a:ext uri="{FF2B5EF4-FFF2-40B4-BE49-F238E27FC236}">
                    <a16:creationId xmlns:a16="http://schemas.microsoft.com/office/drawing/2014/main" id="{11ADC23A-BC3D-6E30-E017-31EC833B88F9}"/>
                  </a:ext>
                </a:extLst>
              </p:cNvPr>
              <p:cNvSpPr/>
              <p:nvPr/>
            </p:nvSpPr>
            <p:spPr>
              <a:xfrm>
                <a:off x="2305094" y="1745584"/>
                <a:ext cx="117506" cy="117506"/>
              </a:xfrm>
              <a:custGeom>
                <a:avLst/>
                <a:gdLst>
                  <a:gd name="connsiteX0" fmla="*/ 155151 w 155151"/>
                  <a:gd name="connsiteY0" fmla="*/ 77576 h 155151"/>
                  <a:gd name="connsiteX1" fmla="*/ 77576 w 155151"/>
                  <a:gd name="connsiteY1" fmla="*/ 155151 h 155151"/>
                  <a:gd name="connsiteX2" fmla="*/ 0 w 155151"/>
                  <a:gd name="connsiteY2" fmla="*/ 77576 h 155151"/>
                  <a:gd name="connsiteX3" fmla="*/ 77576 w 155151"/>
                  <a:gd name="connsiteY3" fmla="*/ 0 h 155151"/>
                  <a:gd name="connsiteX4" fmla="*/ 155151 w 155151"/>
                  <a:gd name="connsiteY4" fmla="*/ 77576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6"/>
                    </a:moveTo>
                    <a:cubicBezTo>
                      <a:pt x="155151" y="120419"/>
                      <a:pt x="120419" y="155151"/>
                      <a:pt x="77576" y="155151"/>
                    </a:cubicBezTo>
                    <a:cubicBezTo>
                      <a:pt x="34732" y="155151"/>
                      <a:pt x="0" y="120420"/>
                      <a:pt x="0" y="77576"/>
                    </a:cubicBezTo>
                    <a:cubicBezTo>
                      <a:pt x="0" y="34732"/>
                      <a:pt x="34732" y="0"/>
                      <a:pt x="77576" y="0"/>
                    </a:cubicBezTo>
                    <a:cubicBezTo>
                      <a:pt x="120419" y="0"/>
                      <a:pt x="155151" y="34732"/>
                      <a:pt x="155151" y="77576"/>
                    </a:cubicBezTo>
                    <a:close/>
                  </a:path>
                </a:pathLst>
              </a:custGeom>
              <a:grpFill/>
              <a:ln w="1257" cap="flat">
                <a:noFill/>
                <a:prstDash val="solid"/>
                <a:miter/>
              </a:ln>
            </p:spPr>
            <p:txBody>
              <a:bodyPr rtlCol="0" anchor="ctr"/>
              <a:lstStyle/>
              <a:p>
                <a:endParaRPr lang="en-US"/>
              </a:p>
            </p:txBody>
          </p:sp>
          <p:sp>
            <p:nvSpPr>
              <p:cNvPr id="323" name="Freeform: Shape 322">
                <a:extLst>
                  <a:ext uri="{FF2B5EF4-FFF2-40B4-BE49-F238E27FC236}">
                    <a16:creationId xmlns:a16="http://schemas.microsoft.com/office/drawing/2014/main" id="{A4E1B90C-52D6-27FE-E5E2-154763E66A0B}"/>
                  </a:ext>
                </a:extLst>
              </p:cNvPr>
              <p:cNvSpPr/>
              <p:nvPr/>
            </p:nvSpPr>
            <p:spPr>
              <a:xfrm>
                <a:off x="2266045" y="1503490"/>
                <a:ext cx="117506" cy="117506"/>
              </a:xfrm>
              <a:custGeom>
                <a:avLst/>
                <a:gdLst>
                  <a:gd name="connsiteX0" fmla="*/ 155151 w 155151"/>
                  <a:gd name="connsiteY0" fmla="*/ 77575 h 155151"/>
                  <a:gd name="connsiteX1" fmla="*/ 77576 w 155151"/>
                  <a:gd name="connsiteY1" fmla="*/ 155151 h 155151"/>
                  <a:gd name="connsiteX2" fmla="*/ 0 w 155151"/>
                  <a:gd name="connsiteY2" fmla="*/ 77575 h 155151"/>
                  <a:gd name="connsiteX3" fmla="*/ 77576 w 155151"/>
                  <a:gd name="connsiteY3" fmla="*/ 0 h 155151"/>
                  <a:gd name="connsiteX4" fmla="*/ 155151 w 155151"/>
                  <a:gd name="connsiteY4" fmla="*/ 77575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5"/>
                    </a:moveTo>
                    <a:cubicBezTo>
                      <a:pt x="155151" y="120419"/>
                      <a:pt x="120419" y="155151"/>
                      <a:pt x="77576" y="155151"/>
                    </a:cubicBezTo>
                    <a:cubicBezTo>
                      <a:pt x="34732" y="155151"/>
                      <a:pt x="0" y="120419"/>
                      <a:pt x="0" y="77575"/>
                    </a:cubicBezTo>
                    <a:cubicBezTo>
                      <a:pt x="0" y="34732"/>
                      <a:pt x="34732" y="0"/>
                      <a:pt x="77576" y="0"/>
                    </a:cubicBezTo>
                    <a:cubicBezTo>
                      <a:pt x="120420" y="0"/>
                      <a:pt x="155151" y="34732"/>
                      <a:pt x="155151" y="77575"/>
                    </a:cubicBezTo>
                    <a:close/>
                  </a:path>
                </a:pathLst>
              </a:custGeom>
              <a:grpFill/>
              <a:ln w="1257" cap="flat">
                <a:noFill/>
                <a:prstDash val="solid"/>
                <a:miter/>
              </a:ln>
            </p:spPr>
            <p:txBody>
              <a:bodyPr rtlCol="0" anchor="ctr"/>
              <a:lstStyle/>
              <a:p>
                <a:endParaRPr lang="en-US"/>
              </a:p>
            </p:txBody>
          </p:sp>
          <p:sp>
            <p:nvSpPr>
              <p:cNvPr id="324" name="Freeform: Shape 323">
                <a:extLst>
                  <a:ext uri="{FF2B5EF4-FFF2-40B4-BE49-F238E27FC236}">
                    <a16:creationId xmlns:a16="http://schemas.microsoft.com/office/drawing/2014/main" id="{709D0BD8-5BBA-40E0-ABC5-2007DC03F0E9}"/>
                  </a:ext>
                </a:extLst>
              </p:cNvPr>
              <p:cNvSpPr/>
              <p:nvPr/>
            </p:nvSpPr>
            <p:spPr>
              <a:xfrm>
                <a:off x="2157320" y="1293239"/>
                <a:ext cx="117506" cy="117506"/>
              </a:xfrm>
              <a:custGeom>
                <a:avLst/>
                <a:gdLst>
                  <a:gd name="connsiteX0" fmla="*/ 155151 w 155151"/>
                  <a:gd name="connsiteY0" fmla="*/ 77575 h 155151"/>
                  <a:gd name="connsiteX1" fmla="*/ 77576 w 155151"/>
                  <a:gd name="connsiteY1" fmla="*/ 155151 h 155151"/>
                  <a:gd name="connsiteX2" fmla="*/ 0 w 155151"/>
                  <a:gd name="connsiteY2" fmla="*/ 77575 h 155151"/>
                  <a:gd name="connsiteX3" fmla="*/ 77576 w 155151"/>
                  <a:gd name="connsiteY3" fmla="*/ 0 h 155151"/>
                  <a:gd name="connsiteX4" fmla="*/ 155151 w 155151"/>
                  <a:gd name="connsiteY4" fmla="*/ 77575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5"/>
                    </a:moveTo>
                    <a:cubicBezTo>
                      <a:pt x="155151" y="120419"/>
                      <a:pt x="120419" y="155151"/>
                      <a:pt x="77576" y="155151"/>
                    </a:cubicBezTo>
                    <a:cubicBezTo>
                      <a:pt x="34732" y="155151"/>
                      <a:pt x="0" y="120419"/>
                      <a:pt x="0" y="77575"/>
                    </a:cubicBezTo>
                    <a:cubicBezTo>
                      <a:pt x="0" y="34732"/>
                      <a:pt x="34732" y="0"/>
                      <a:pt x="77576" y="0"/>
                    </a:cubicBezTo>
                    <a:cubicBezTo>
                      <a:pt x="120420" y="0"/>
                      <a:pt x="155151" y="34732"/>
                      <a:pt x="155151" y="77575"/>
                    </a:cubicBezTo>
                    <a:close/>
                  </a:path>
                </a:pathLst>
              </a:custGeom>
              <a:grpFill/>
              <a:ln w="1257" cap="flat">
                <a:noFill/>
                <a:prstDash val="solid"/>
                <a:miter/>
              </a:ln>
            </p:spPr>
            <p:txBody>
              <a:bodyPr rtlCol="0" anchor="ctr"/>
              <a:lstStyle/>
              <a:p>
                <a:endParaRPr lang="en-US"/>
              </a:p>
            </p:txBody>
          </p:sp>
          <p:sp>
            <p:nvSpPr>
              <p:cNvPr id="325" name="Freeform: Shape 324">
                <a:extLst>
                  <a:ext uri="{FF2B5EF4-FFF2-40B4-BE49-F238E27FC236}">
                    <a16:creationId xmlns:a16="http://schemas.microsoft.com/office/drawing/2014/main" id="{F8D63786-86C0-3A91-4535-7920AAF9941D}"/>
                  </a:ext>
                </a:extLst>
              </p:cNvPr>
              <p:cNvSpPr/>
              <p:nvPr/>
            </p:nvSpPr>
            <p:spPr>
              <a:xfrm>
                <a:off x="1991521" y="1127439"/>
                <a:ext cx="117506" cy="117506"/>
              </a:xfrm>
              <a:custGeom>
                <a:avLst/>
                <a:gdLst>
                  <a:gd name="connsiteX0" fmla="*/ 155151 w 155151"/>
                  <a:gd name="connsiteY0" fmla="*/ 77575 h 155151"/>
                  <a:gd name="connsiteX1" fmla="*/ 77575 w 155151"/>
                  <a:gd name="connsiteY1" fmla="*/ 155151 h 155151"/>
                  <a:gd name="connsiteX2" fmla="*/ 0 w 155151"/>
                  <a:gd name="connsiteY2" fmla="*/ 77575 h 155151"/>
                  <a:gd name="connsiteX3" fmla="*/ 77575 w 155151"/>
                  <a:gd name="connsiteY3" fmla="*/ 0 h 155151"/>
                  <a:gd name="connsiteX4" fmla="*/ 155151 w 155151"/>
                  <a:gd name="connsiteY4" fmla="*/ 77575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5"/>
                    </a:moveTo>
                    <a:cubicBezTo>
                      <a:pt x="155151" y="120419"/>
                      <a:pt x="120419" y="155151"/>
                      <a:pt x="77575" y="155151"/>
                    </a:cubicBezTo>
                    <a:cubicBezTo>
                      <a:pt x="34732" y="155151"/>
                      <a:pt x="0" y="120419"/>
                      <a:pt x="0" y="77575"/>
                    </a:cubicBezTo>
                    <a:cubicBezTo>
                      <a:pt x="0" y="34732"/>
                      <a:pt x="34732" y="0"/>
                      <a:pt x="77575" y="0"/>
                    </a:cubicBezTo>
                    <a:cubicBezTo>
                      <a:pt x="120419" y="0"/>
                      <a:pt x="155151" y="34732"/>
                      <a:pt x="155151" y="77575"/>
                    </a:cubicBezTo>
                    <a:close/>
                  </a:path>
                </a:pathLst>
              </a:custGeom>
              <a:grpFill/>
              <a:ln w="1257" cap="flat">
                <a:noFill/>
                <a:prstDash val="solid"/>
                <a:miter/>
              </a:ln>
            </p:spPr>
            <p:txBody>
              <a:bodyPr rtlCol="0" anchor="ctr"/>
              <a:lstStyle/>
              <a:p>
                <a:endParaRPr lang="en-US"/>
              </a:p>
            </p:txBody>
          </p:sp>
          <p:sp>
            <p:nvSpPr>
              <p:cNvPr id="326" name="Freeform: Shape 325">
                <a:extLst>
                  <a:ext uri="{FF2B5EF4-FFF2-40B4-BE49-F238E27FC236}">
                    <a16:creationId xmlns:a16="http://schemas.microsoft.com/office/drawing/2014/main" id="{6FF4E5E2-9998-5E2C-BB99-3AE718E137C6}"/>
                  </a:ext>
                </a:extLst>
              </p:cNvPr>
              <p:cNvSpPr/>
              <p:nvPr/>
            </p:nvSpPr>
            <p:spPr>
              <a:xfrm>
                <a:off x="1781270" y="1018708"/>
                <a:ext cx="117506" cy="117506"/>
              </a:xfrm>
              <a:custGeom>
                <a:avLst/>
                <a:gdLst>
                  <a:gd name="connsiteX0" fmla="*/ 155151 w 155151"/>
                  <a:gd name="connsiteY0" fmla="*/ 77576 h 155151"/>
                  <a:gd name="connsiteX1" fmla="*/ 77575 w 155151"/>
                  <a:gd name="connsiteY1" fmla="*/ 155151 h 155151"/>
                  <a:gd name="connsiteX2" fmla="*/ 0 w 155151"/>
                  <a:gd name="connsiteY2" fmla="*/ 77576 h 155151"/>
                  <a:gd name="connsiteX3" fmla="*/ 77575 w 155151"/>
                  <a:gd name="connsiteY3" fmla="*/ 0 h 155151"/>
                  <a:gd name="connsiteX4" fmla="*/ 155151 w 155151"/>
                  <a:gd name="connsiteY4" fmla="*/ 77576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6"/>
                    </a:moveTo>
                    <a:cubicBezTo>
                      <a:pt x="155151" y="120419"/>
                      <a:pt x="120419" y="155151"/>
                      <a:pt x="77575" y="155151"/>
                    </a:cubicBezTo>
                    <a:cubicBezTo>
                      <a:pt x="34732" y="155151"/>
                      <a:pt x="0" y="120419"/>
                      <a:pt x="0" y="77576"/>
                    </a:cubicBezTo>
                    <a:cubicBezTo>
                      <a:pt x="0" y="34732"/>
                      <a:pt x="34732" y="0"/>
                      <a:pt x="77575" y="0"/>
                    </a:cubicBezTo>
                    <a:cubicBezTo>
                      <a:pt x="120419" y="0"/>
                      <a:pt x="155151" y="34732"/>
                      <a:pt x="155151" y="77576"/>
                    </a:cubicBezTo>
                    <a:close/>
                  </a:path>
                </a:pathLst>
              </a:custGeom>
              <a:grpFill/>
              <a:ln w="1257" cap="flat">
                <a:noFill/>
                <a:prstDash val="solid"/>
                <a:miter/>
              </a:ln>
            </p:spPr>
            <p:txBody>
              <a:bodyPr rtlCol="0" anchor="ctr"/>
              <a:lstStyle/>
              <a:p>
                <a:endParaRPr lang="en-US"/>
              </a:p>
            </p:txBody>
          </p:sp>
        </p:grpSp>
        <p:sp>
          <p:nvSpPr>
            <p:cNvPr id="327" name="Arc 326">
              <a:extLst>
                <a:ext uri="{FF2B5EF4-FFF2-40B4-BE49-F238E27FC236}">
                  <a16:creationId xmlns:a16="http://schemas.microsoft.com/office/drawing/2014/main" id="{5B00E96E-2697-6AE9-EEAA-1F641B872855}"/>
                </a:ext>
              </a:extLst>
            </p:cNvPr>
            <p:cNvSpPr/>
            <p:nvPr/>
          </p:nvSpPr>
          <p:spPr>
            <a:xfrm>
              <a:off x="728622" y="2684394"/>
              <a:ext cx="1531837" cy="1531837"/>
            </a:xfrm>
            <a:prstGeom prst="arc">
              <a:avLst>
                <a:gd name="adj1" fmla="val 16116558"/>
                <a:gd name="adj2" fmla="val 4441905"/>
              </a:avLst>
            </a:prstGeom>
            <a:noFill/>
            <a:ln w="139700" cap="rnd">
              <a:solidFill>
                <a:schemeClr val="accent5"/>
              </a:solidFill>
              <a:prstDash val="solid"/>
              <a:miter/>
            </a:ln>
          </p:spPr>
          <p:txBody>
            <a:bodyPr rtlCol="0" anchor="ctr"/>
            <a:lstStyle/>
            <a:p>
              <a:endParaRPr lang="en-US"/>
            </a:p>
          </p:txBody>
        </p:sp>
        <p:sp>
          <p:nvSpPr>
            <p:cNvPr id="328" name="Freeform: Shape 327">
              <a:extLst>
                <a:ext uri="{FF2B5EF4-FFF2-40B4-BE49-F238E27FC236}">
                  <a16:creationId xmlns:a16="http://schemas.microsoft.com/office/drawing/2014/main" id="{941879E6-41C0-0B2B-58A0-A7817230FC22}"/>
                </a:ext>
              </a:extLst>
            </p:cNvPr>
            <p:cNvSpPr/>
            <p:nvPr/>
          </p:nvSpPr>
          <p:spPr>
            <a:xfrm>
              <a:off x="947111" y="2921066"/>
              <a:ext cx="1079376" cy="1079372"/>
            </a:xfrm>
            <a:custGeom>
              <a:avLst/>
              <a:gdLst>
                <a:gd name="connsiteX0" fmla="*/ 3086591 w 3086591"/>
                <a:gd name="connsiteY0" fmla="*/ 1543295 h 3086590"/>
                <a:gd name="connsiteX1" fmla="*/ 1543296 w 3086591"/>
                <a:gd name="connsiteY1" fmla="*/ 3086591 h 3086590"/>
                <a:gd name="connsiteX2" fmla="*/ 0 w 3086591"/>
                <a:gd name="connsiteY2" fmla="*/ 1543295 h 3086590"/>
                <a:gd name="connsiteX3" fmla="*/ 1543296 w 3086591"/>
                <a:gd name="connsiteY3" fmla="*/ 0 h 3086590"/>
                <a:gd name="connsiteX4" fmla="*/ 3086591 w 3086591"/>
                <a:gd name="connsiteY4" fmla="*/ 1543295 h 3086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86591" h="3086590">
                  <a:moveTo>
                    <a:pt x="3086591" y="1543295"/>
                  </a:moveTo>
                  <a:cubicBezTo>
                    <a:pt x="3086591" y="2395634"/>
                    <a:pt x="2395634" y="3086591"/>
                    <a:pt x="1543296" y="3086591"/>
                  </a:cubicBezTo>
                  <a:cubicBezTo>
                    <a:pt x="690957" y="3086591"/>
                    <a:pt x="0" y="2395634"/>
                    <a:pt x="0" y="1543295"/>
                  </a:cubicBezTo>
                  <a:cubicBezTo>
                    <a:pt x="0" y="690957"/>
                    <a:pt x="690957" y="0"/>
                    <a:pt x="1543296" y="0"/>
                  </a:cubicBezTo>
                  <a:cubicBezTo>
                    <a:pt x="2395634" y="0"/>
                    <a:pt x="3086591" y="690957"/>
                    <a:pt x="3086591" y="1543295"/>
                  </a:cubicBezTo>
                  <a:close/>
                </a:path>
              </a:pathLst>
            </a:custGeom>
            <a:solidFill>
              <a:schemeClr val="bg1"/>
            </a:solidFill>
            <a:ln w="12700" cap="flat">
              <a:noFill/>
              <a:prstDash val="solid"/>
              <a:miter/>
            </a:ln>
          </p:spPr>
          <p:txBody>
            <a:bodyPr rtlCol="0" anchor="ctr"/>
            <a:lstStyle/>
            <a:p>
              <a:endParaRPr lang="en-US"/>
            </a:p>
          </p:txBody>
        </p:sp>
        <p:sp>
          <p:nvSpPr>
            <p:cNvPr id="329" name="TextBox 328">
              <a:extLst>
                <a:ext uri="{FF2B5EF4-FFF2-40B4-BE49-F238E27FC236}">
                  <a16:creationId xmlns:a16="http://schemas.microsoft.com/office/drawing/2014/main" id="{694B52B0-86C3-C91F-12CE-E5131950BC98}"/>
                </a:ext>
              </a:extLst>
            </p:cNvPr>
            <p:cNvSpPr txBox="1"/>
            <p:nvPr/>
          </p:nvSpPr>
          <p:spPr>
            <a:xfrm>
              <a:off x="1017759" y="3083502"/>
              <a:ext cx="938078" cy="345664"/>
            </a:xfrm>
            <a:prstGeom prst="rect">
              <a:avLst/>
            </a:prstGeom>
            <a:noFill/>
          </p:spPr>
          <p:txBody>
            <a:bodyPr wrap="square" lIns="91440" tIns="45720" rIns="91440" bIns="45720" rtlCol="0" anchor="t">
              <a:spAutoFit/>
            </a:bodyPr>
            <a:lstStyle/>
            <a:p>
              <a:pPr algn="ctr"/>
              <a:r>
                <a:rPr lang="en-US" sz="2000" b="1">
                  <a:solidFill>
                    <a:schemeClr val="accent5"/>
                  </a:solidFill>
                </a:rPr>
                <a:t>46%</a:t>
              </a:r>
            </a:p>
          </p:txBody>
        </p:sp>
        <p:sp>
          <p:nvSpPr>
            <p:cNvPr id="330" name="TextBox 329">
              <a:extLst>
                <a:ext uri="{FF2B5EF4-FFF2-40B4-BE49-F238E27FC236}">
                  <a16:creationId xmlns:a16="http://schemas.microsoft.com/office/drawing/2014/main" id="{EF69BB83-A17B-CD3E-638E-C415C65B416A}"/>
                </a:ext>
              </a:extLst>
            </p:cNvPr>
            <p:cNvSpPr txBox="1"/>
            <p:nvPr/>
          </p:nvSpPr>
          <p:spPr>
            <a:xfrm>
              <a:off x="641559" y="3390682"/>
              <a:ext cx="1697581" cy="558380"/>
            </a:xfrm>
            <a:prstGeom prst="rect">
              <a:avLst/>
            </a:prstGeom>
            <a:noFill/>
          </p:spPr>
          <p:txBody>
            <a:bodyPr wrap="square" lIns="91440" tIns="45720" rIns="91440" bIns="45720" rtlCol="0" anchor="t">
              <a:spAutoFit/>
            </a:bodyPr>
            <a:lstStyle/>
            <a:p>
              <a:pPr algn="ctr"/>
              <a:r>
                <a:rPr lang="en-US" sz="1200" b="1" dirty="0"/>
                <a:t>1109 KE Revenue</a:t>
              </a:r>
            </a:p>
            <a:p>
              <a:pPr algn="ctr"/>
              <a:r>
                <a:rPr lang="en-US" sz="1200" dirty="0"/>
                <a:t>(Target (1.2 ME) </a:t>
              </a:r>
            </a:p>
            <a:p>
              <a:pPr algn="ctr"/>
              <a:r>
                <a:rPr lang="en-US" sz="1200" dirty="0"/>
                <a:t>-  50%)</a:t>
              </a:r>
              <a:endParaRPr lang="en-US" sz="1200" b="1" dirty="0"/>
            </a:p>
          </p:txBody>
        </p:sp>
      </p:grpSp>
      <p:sp>
        <p:nvSpPr>
          <p:cNvPr id="370" name="TextBox 369">
            <a:extLst>
              <a:ext uri="{FF2B5EF4-FFF2-40B4-BE49-F238E27FC236}">
                <a16:creationId xmlns:a16="http://schemas.microsoft.com/office/drawing/2014/main" id="{B1EAE0E0-368C-ACED-5CF4-21F060832EFF}"/>
              </a:ext>
            </a:extLst>
          </p:cNvPr>
          <p:cNvSpPr txBox="1"/>
          <p:nvPr/>
        </p:nvSpPr>
        <p:spPr>
          <a:xfrm>
            <a:off x="1714298" y="5280697"/>
            <a:ext cx="1592186" cy="556179"/>
          </a:xfrm>
          <a:prstGeom prst="rect">
            <a:avLst/>
          </a:prstGeom>
          <a:noFill/>
        </p:spPr>
        <p:txBody>
          <a:bodyPr vert="horz" wrap="square" lIns="90000" tIns="46800" rIns="90000" bIns="46800" rtlCol="0" anchor="ctr">
            <a:spAutoFit/>
          </a:bodyPr>
          <a:lstStyle/>
          <a:p>
            <a:pPr algn="ctr">
              <a:spcBef>
                <a:spcPct val="0"/>
              </a:spcBef>
            </a:pPr>
            <a:r>
              <a:rPr lang="en-IN" b="1" dirty="0"/>
              <a:t>REVENUE</a:t>
            </a:r>
          </a:p>
          <a:p>
            <a:pPr algn="ctr">
              <a:spcBef>
                <a:spcPct val="0"/>
              </a:spcBef>
            </a:pPr>
            <a:r>
              <a:rPr lang="en-IN" sz="1200" b="1" dirty="0"/>
              <a:t>as of Jun</a:t>
            </a:r>
            <a:endParaRPr lang="en-IN" b="1" dirty="0"/>
          </a:p>
        </p:txBody>
      </p:sp>
      <p:grpSp>
        <p:nvGrpSpPr>
          <p:cNvPr id="9" name="Group 8">
            <a:extLst>
              <a:ext uri="{FF2B5EF4-FFF2-40B4-BE49-F238E27FC236}">
                <a16:creationId xmlns:a16="http://schemas.microsoft.com/office/drawing/2014/main" id="{0314D6C4-0705-536E-7C0C-0E8EF8B08F9E}"/>
              </a:ext>
            </a:extLst>
          </p:cNvPr>
          <p:cNvGrpSpPr/>
          <p:nvPr/>
        </p:nvGrpSpPr>
        <p:grpSpPr>
          <a:xfrm>
            <a:off x="4522008" y="2181906"/>
            <a:ext cx="3191596" cy="2859994"/>
            <a:chOff x="3877236" y="2517089"/>
            <a:chExt cx="1945444" cy="1945443"/>
          </a:xfrm>
          <a:effectLst>
            <a:outerShdw blurRad="63500" sx="102000" sy="102000" algn="ctr" rotWithShape="0">
              <a:prstClr val="black">
                <a:alpha val="40000"/>
              </a:prstClr>
            </a:outerShdw>
          </a:effectLst>
        </p:grpSpPr>
        <p:sp>
          <p:nvSpPr>
            <p:cNvPr id="371" name="Freeform: Shape 370">
              <a:extLst>
                <a:ext uri="{FF2B5EF4-FFF2-40B4-BE49-F238E27FC236}">
                  <a16:creationId xmlns:a16="http://schemas.microsoft.com/office/drawing/2014/main" id="{B592FC73-78E0-1A89-5DA1-56128F34AFD0}"/>
                </a:ext>
              </a:extLst>
            </p:cNvPr>
            <p:cNvSpPr/>
            <p:nvPr/>
          </p:nvSpPr>
          <p:spPr>
            <a:xfrm>
              <a:off x="3877236" y="2517089"/>
              <a:ext cx="1945444" cy="1945443"/>
            </a:xfrm>
            <a:custGeom>
              <a:avLst/>
              <a:gdLst>
                <a:gd name="connsiteX0" fmla="*/ 3086591 w 3086591"/>
                <a:gd name="connsiteY0" fmla="*/ 1543295 h 3086590"/>
                <a:gd name="connsiteX1" fmla="*/ 1543296 w 3086591"/>
                <a:gd name="connsiteY1" fmla="*/ 3086591 h 3086590"/>
                <a:gd name="connsiteX2" fmla="*/ 0 w 3086591"/>
                <a:gd name="connsiteY2" fmla="*/ 1543295 h 3086590"/>
                <a:gd name="connsiteX3" fmla="*/ 1543296 w 3086591"/>
                <a:gd name="connsiteY3" fmla="*/ 0 h 3086590"/>
                <a:gd name="connsiteX4" fmla="*/ 3086591 w 3086591"/>
                <a:gd name="connsiteY4" fmla="*/ 1543295 h 3086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86591" h="3086590">
                  <a:moveTo>
                    <a:pt x="3086591" y="1543295"/>
                  </a:moveTo>
                  <a:cubicBezTo>
                    <a:pt x="3086591" y="2395634"/>
                    <a:pt x="2395634" y="3086591"/>
                    <a:pt x="1543296" y="3086591"/>
                  </a:cubicBezTo>
                  <a:cubicBezTo>
                    <a:pt x="690957" y="3086591"/>
                    <a:pt x="0" y="2395634"/>
                    <a:pt x="0" y="1543295"/>
                  </a:cubicBezTo>
                  <a:cubicBezTo>
                    <a:pt x="0" y="690957"/>
                    <a:pt x="690957" y="0"/>
                    <a:pt x="1543296" y="0"/>
                  </a:cubicBezTo>
                  <a:cubicBezTo>
                    <a:pt x="2395634" y="0"/>
                    <a:pt x="3086591" y="690957"/>
                    <a:pt x="3086591" y="1543295"/>
                  </a:cubicBezTo>
                  <a:close/>
                </a:path>
              </a:pathLst>
            </a:custGeom>
            <a:gradFill>
              <a:gsLst>
                <a:gs pos="0">
                  <a:srgbClr val="3AAAFF">
                    <a:alpha val="14000"/>
                  </a:srgbClr>
                </a:gs>
                <a:gs pos="100000">
                  <a:srgbClr val="044FA3">
                    <a:alpha val="14000"/>
                  </a:srgbClr>
                </a:gs>
              </a:gsLst>
              <a:lin ang="5400000" scaled="1"/>
            </a:gradFill>
            <a:ln w="12700" cap="flat">
              <a:noFill/>
              <a:prstDash val="solid"/>
              <a:miter/>
            </a:ln>
          </p:spPr>
          <p:txBody>
            <a:bodyPr rtlCol="0" anchor="ctr"/>
            <a:lstStyle/>
            <a:p>
              <a:endParaRPr lang="en-US"/>
            </a:p>
          </p:txBody>
        </p:sp>
        <p:grpSp>
          <p:nvGrpSpPr>
            <p:cNvPr id="372" name="Group 371">
              <a:extLst>
                <a:ext uri="{FF2B5EF4-FFF2-40B4-BE49-F238E27FC236}">
                  <a16:creationId xmlns:a16="http://schemas.microsoft.com/office/drawing/2014/main" id="{29AB0732-EAB9-E859-A1C1-9BA7584F90E9}"/>
                </a:ext>
              </a:extLst>
            </p:cNvPr>
            <p:cNvGrpSpPr/>
            <p:nvPr/>
          </p:nvGrpSpPr>
          <p:grpSpPr>
            <a:xfrm>
              <a:off x="4025290" y="2665142"/>
              <a:ext cx="1649336" cy="1649337"/>
              <a:chOff x="773264" y="979665"/>
              <a:chExt cx="1649336" cy="1649337"/>
            </a:xfrm>
            <a:solidFill>
              <a:schemeClr val="bg1"/>
            </a:solidFill>
          </p:grpSpPr>
          <p:sp>
            <p:nvSpPr>
              <p:cNvPr id="374" name="Freeform: Shape 373">
                <a:extLst>
                  <a:ext uri="{FF2B5EF4-FFF2-40B4-BE49-F238E27FC236}">
                    <a16:creationId xmlns:a16="http://schemas.microsoft.com/office/drawing/2014/main" id="{286EE58C-F97F-2095-1447-456362F3F3B1}"/>
                  </a:ext>
                </a:extLst>
              </p:cNvPr>
              <p:cNvSpPr/>
              <p:nvPr/>
            </p:nvSpPr>
            <p:spPr>
              <a:xfrm>
                <a:off x="1539176" y="979665"/>
                <a:ext cx="117506" cy="117506"/>
              </a:xfrm>
              <a:custGeom>
                <a:avLst/>
                <a:gdLst>
                  <a:gd name="connsiteX0" fmla="*/ 155151 w 155151"/>
                  <a:gd name="connsiteY0" fmla="*/ 77576 h 155151"/>
                  <a:gd name="connsiteX1" fmla="*/ 77575 w 155151"/>
                  <a:gd name="connsiteY1" fmla="*/ 155151 h 155151"/>
                  <a:gd name="connsiteX2" fmla="*/ 0 w 155151"/>
                  <a:gd name="connsiteY2" fmla="*/ 77576 h 155151"/>
                  <a:gd name="connsiteX3" fmla="*/ 77575 w 155151"/>
                  <a:gd name="connsiteY3" fmla="*/ 0 h 155151"/>
                  <a:gd name="connsiteX4" fmla="*/ 155151 w 155151"/>
                  <a:gd name="connsiteY4" fmla="*/ 77576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6"/>
                    </a:moveTo>
                    <a:cubicBezTo>
                      <a:pt x="155151" y="120419"/>
                      <a:pt x="120419" y="155151"/>
                      <a:pt x="77575" y="155151"/>
                    </a:cubicBezTo>
                    <a:cubicBezTo>
                      <a:pt x="34732" y="155151"/>
                      <a:pt x="0" y="120419"/>
                      <a:pt x="0" y="77576"/>
                    </a:cubicBezTo>
                    <a:cubicBezTo>
                      <a:pt x="0" y="34732"/>
                      <a:pt x="34732" y="0"/>
                      <a:pt x="77575" y="0"/>
                    </a:cubicBezTo>
                    <a:cubicBezTo>
                      <a:pt x="120419" y="0"/>
                      <a:pt x="155151" y="34732"/>
                      <a:pt x="155151" y="77576"/>
                    </a:cubicBezTo>
                    <a:close/>
                  </a:path>
                </a:pathLst>
              </a:custGeom>
              <a:grpFill/>
              <a:ln w="1257" cap="flat">
                <a:noFill/>
                <a:prstDash val="solid"/>
                <a:miter/>
              </a:ln>
            </p:spPr>
            <p:txBody>
              <a:bodyPr rtlCol="0" anchor="ctr"/>
              <a:lstStyle/>
              <a:p>
                <a:endParaRPr lang="en-US"/>
              </a:p>
            </p:txBody>
          </p:sp>
          <p:sp>
            <p:nvSpPr>
              <p:cNvPr id="375" name="Freeform: Shape 374">
                <a:extLst>
                  <a:ext uri="{FF2B5EF4-FFF2-40B4-BE49-F238E27FC236}">
                    <a16:creationId xmlns:a16="http://schemas.microsoft.com/office/drawing/2014/main" id="{A85EE381-69ED-490E-3D93-E0CD029ED23C}"/>
                  </a:ext>
                </a:extLst>
              </p:cNvPr>
              <p:cNvSpPr/>
              <p:nvPr/>
            </p:nvSpPr>
            <p:spPr>
              <a:xfrm>
                <a:off x="1297088" y="1018708"/>
                <a:ext cx="117506" cy="117506"/>
              </a:xfrm>
              <a:custGeom>
                <a:avLst/>
                <a:gdLst>
                  <a:gd name="connsiteX0" fmla="*/ 155151 w 155151"/>
                  <a:gd name="connsiteY0" fmla="*/ 77576 h 155151"/>
                  <a:gd name="connsiteX1" fmla="*/ 77576 w 155151"/>
                  <a:gd name="connsiteY1" fmla="*/ 155151 h 155151"/>
                  <a:gd name="connsiteX2" fmla="*/ 0 w 155151"/>
                  <a:gd name="connsiteY2" fmla="*/ 77576 h 155151"/>
                  <a:gd name="connsiteX3" fmla="*/ 77576 w 155151"/>
                  <a:gd name="connsiteY3" fmla="*/ 0 h 155151"/>
                  <a:gd name="connsiteX4" fmla="*/ 155151 w 155151"/>
                  <a:gd name="connsiteY4" fmla="*/ 77576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6"/>
                    </a:moveTo>
                    <a:cubicBezTo>
                      <a:pt x="155151" y="120419"/>
                      <a:pt x="120419" y="155151"/>
                      <a:pt x="77576" y="155151"/>
                    </a:cubicBezTo>
                    <a:cubicBezTo>
                      <a:pt x="34732" y="155151"/>
                      <a:pt x="0" y="120419"/>
                      <a:pt x="0" y="77576"/>
                    </a:cubicBezTo>
                    <a:cubicBezTo>
                      <a:pt x="0" y="34732"/>
                      <a:pt x="34732" y="0"/>
                      <a:pt x="77576" y="0"/>
                    </a:cubicBezTo>
                    <a:cubicBezTo>
                      <a:pt x="120419" y="0"/>
                      <a:pt x="155151" y="34732"/>
                      <a:pt x="155151" y="77576"/>
                    </a:cubicBezTo>
                    <a:close/>
                  </a:path>
                </a:pathLst>
              </a:custGeom>
              <a:grpFill/>
              <a:ln w="1257" cap="flat">
                <a:noFill/>
                <a:prstDash val="solid"/>
                <a:miter/>
              </a:ln>
            </p:spPr>
            <p:txBody>
              <a:bodyPr rtlCol="0" anchor="ctr"/>
              <a:lstStyle/>
              <a:p>
                <a:endParaRPr lang="en-US"/>
              </a:p>
            </p:txBody>
          </p:sp>
          <p:sp>
            <p:nvSpPr>
              <p:cNvPr id="376" name="Freeform: Shape 375">
                <a:extLst>
                  <a:ext uri="{FF2B5EF4-FFF2-40B4-BE49-F238E27FC236}">
                    <a16:creationId xmlns:a16="http://schemas.microsoft.com/office/drawing/2014/main" id="{E4EB45EA-3D4E-07E0-DBAC-511BF5431522}"/>
                  </a:ext>
                </a:extLst>
              </p:cNvPr>
              <p:cNvSpPr/>
              <p:nvPr/>
            </p:nvSpPr>
            <p:spPr>
              <a:xfrm>
                <a:off x="1086838" y="1127439"/>
                <a:ext cx="117506" cy="117506"/>
              </a:xfrm>
              <a:custGeom>
                <a:avLst/>
                <a:gdLst>
                  <a:gd name="connsiteX0" fmla="*/ 155151 w 155151"/>
                  <a:gd name="connsiteY0" fmla="*/ 77575 h 155151"/>
                  <a:gd name="connsiteX1" fmla="*/ 77576 w 155151"/>
                  <a:gd name="connsiteY1" fmla="*/ 155151 h 155151"/>
                  <a:gd name="connsiteX2" fmla="*/ 0 w 155151"/>
                  <a:gd name="connsiteY2" fmla="*/ 77575 h 155151"/>
                  <a:gd name="connsiteX3" fmla="*/ 77576 w 155151"/>
                  <a:gd name="connsiteY3" fmla="*/ 0 h 155151"/>
                  <a:gd name="connsiteX4" fmla="*/ 155151 w 155151"/>
                  <a:gd name="connsiteY4" fmla="*/ 77575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5"/>
                    </a:moveTo>
                    <a:cubicBezTo>
                      <a:pt x="155151" y="120419"/>
                      <a:pt x="120419" y="155151"/>
                      <a:pt x="77576" y="155151"/>
                    </a:cubicBezTo>
                    <a:cubicBezTo>
                      <a:pt x="34732" y="155151"/>
                      <a:pt x="0" y="120419"/>
                      <a:pt x="0" y="77575"/>
                    </a:cubicBezTo>
                    <a:cubicBezTo>
                      <a:pt x="0" y="34732"/>
                      <a:pt x="34732" y="0"/>
                      <a:pt x="77576" y="0"/>
                    </a:cubicBezTo>
                    <a:cubicBezTo>
                      <a:pt x="120419" y="0"/>
                      <a:pt x="155151" y="34732"/>
                      <a:pt x="155151" y="77575"/>
                    </a:cubicBezTo>
                    <a:close/>
                  </a:path>
                </a:pathLst>
              </a:custGeom>
              <a:grpFill/>
              <a:ln w="1257" cap="flat">
                <a:noFill/>
                <a:prstDash val="solid"/>
                <a:miter/>
              </a:ln>
            </p:spPr>
            <p:txBody>
              <a:bodyPr rtlCol="0" anchor="ctr"/>
              <a:lstStyle/>
              <a:p>
                <a:endParaRPr lang="en-US"/>
              </a:p>
            </p:txBody>
          </p:sp>
          <p:sp>
            <p:nvSpPr>
              <p:cNvPr id="377" name="Freeform: Shape 376">
                <a:extLst>
                  <a:ext uri="{FF2B5EF4-FFF2-40B4-BE49-F238E27FC236}">
                    <a16:creationId xmlns:a16="http://schemas.microsoft.com/office/drawing/2014/main" id="{50B04D90-6931-840F-9F47-73D4E905368C}"/>
                  </a:ext>
                </a:extLst>
              </p:cNvPr>
              <p:cNvSpPr/>
              <p:nvPr/>
            </p:nvSpPr>
            <p:spPr>
              <a:xfrm>
                <a:off x="921038" y="1293239"/>
                <a:ext cx="117506" cy="117506"/>
              </a:xfrm>
              <a:custGeom>
                <a:avLst/>
                <a:gdLst>
                  <a:gd name="connsiteX0" fmla="*/ 155151 w 155151"/>
                  <a:gd name="connsiteY0" fmla="*/ 77575 h 155151"/>
                  <a:gd name="connsiteX1" fmla="*/ 77576 w 155151"/>
                  <a:gd name="connsiteY1" fmla="*/ 155151 h 155151"/>
                  <a:gd name="connsiteX2" fmla="*/ 0 w 155151"/>
                  <a:gd name="connsiteY2" fmla="*/ 77575 h 155151"/>
                  <a:gd name="connsiteX3" fmla="*/ 77576 w 155151"/>
                  <a:gd name="connsiteY3" fmla="*/ 0 h 155151"/>
                  <a:gd name="connsiteX4" fmla="*/ 155151 w 155151"/>
                  <a:gd name="connsiteY4" fmla="*/ 77575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5"/>
                    </a:moveTo>
                    <a:cubicBezTo>
                      <a:pt x="155151" y="120419"/>
                      <a:pt x="120419" y="155151"/>
                      <a:pt x="77576" y="155151"/>
                    </a:cubicBezTo>
                    <a:cubicBezTo>
                      <a:pt x="34732" y="155151"/>
                      <a:pt x="0" y="120419"/>
                      <a:pt x="0" y="77575"/>
                    </a:cubicBezTo>
                    <a:cubicBezTo>
                      <a:pt x="0" y="34732"/>
                      <a:pt x="34732" y="0"/>
                      <a:pt x="77576" y="0"/>
                    </a:cubicBezTo>
                    <a:cubicBezTo>
                      <a:pt x="120419" y="0"/>
                      <a:pt x="155151" y="34732"/>
                      <a:pt x="155151" y="77575"/>
                    </a:cubicBezTo>
                    <a:close/>
                  </a:path>
                </a:pathLst>
              </a:custGeom>
              <a:grpFill/>
              <a:ln w="1257" cap="flat">
                <a:noFill/>
                <a:prstDash val="solid"/>
                <a:miter/>
              </a:ln>
            </p:spPr>
            <p:txBody>
              <a:bodyPr rtlCol="0" anchor="ctr"/>
              <a:lstStyle/>
              <a:p>
                <a:endParaRPr lang="en-US"/>
              </a:p>
            </p:txBody>
          </p:sp>
          <p:sp>
            <p:nvSpPr>
              <p:cNvPr id="378" name="Freeform: Shape 377">
                <a:extLst>
                  <a:ext uri="{FF2B5EF4-FFF2-40B4-BE49-F238E27FC236}">
                    <a16:creationId xmlns:a16="http://schemas.microsoft.com/office/drawing/2014/main" id="{C6661B9C-16EF-DF90-885B-9612EA84C3AD}"/>
                  </a:ext>
                </a:extLst>
              </p:cNvPr>
              <p:cNvSpPr/>
              <p:nvPr/>
            </p:nvSpPr>
            <p:spPr>
              <a:xfrm>
                <a:off x="812307" y="1503490"/>
                <a:ext cx="117506" cy="117506"/>
              </a:xfrm>
              <a:custGeom>
                <a:avLst/>
                <a:gdLst>
                  <a:gd name="connsiteX0" fmla="*/ 155151 w 155151"/>
                  <a:gd name="connsiteY0" fmla="*/ 77575 h 155151"/>
                  <a:gd name="connsiteX1" fmla="*/ 77576 w 155151"/>
                  <a:gd name="connsiteY1" fmla="*/ 155151 h 155151"/>
                  <a:gd name="connsiteX2" fmla="*/ 0 w 155151"/>
                  <a:gd name="connsiteY2" fmla="*/ 77575 h 155151"/>
                  <a:gd name="connsiteX3" fmla="*/ 77576 w 155151"/>
                  <a:gd name="connsiteY3" fmla="*/ 0 h 155151"/>
                  <a:gd name="connsiteX4" fmla="*/ 155151 w 155151"/>
                  <a:gd name="connsiteY4" fmla="*/ 77575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5"/>
                    </a:moveTo>
                    <a:cubicBezTo>
                      <a:pt x="155151" y="120419"/>
                      <a:pt x="120419" y="155151"/>
                      <a:pt x="77576" y="155151"/>
                    </a:cubicBezTo>
                    <a:cubicBezTo>
                      <a:pt x="34732" y="155151"/>
                      <a:pt x="0" y="120419"/>
                      <a:pt x="0" y="77575"/>
                    </a:cubicBezTo>
                    <a:cubicBezTo>
                      <a:pt x="0" y="34732"/>
                      <a:pt x="34732" y="0"/>
                      <a:pt x="77576" y="0"/>
                    </a:cubicBezTo>
                    <a:cubicBezTo>
                      <a:pt x="120419" y="0"/>
                      <a:pt x="155151" y="34732"/>
                      <a:pt x="155151" y="77575"/>
                    </a:cubicBezTo>
                    <a:close/>
                  </a:path>
                </a:pathLst>
              </a:custGeom>
              <a:grpFill/>
              <a:ln w="1257" cap="flat">
                <a:noFill/>
                <a:prstDash val="solid"/>
                <a:miter/>
              </a:ln>
            </p:spPr>
            <p:txBody>
              <a:bodyPr rtlCol="0" anchor="ctr"/>
              <a:lstStyle/>
              <a:p>
                <a:endParaRPr lang="en-US"/>
              </a:p>
            </p:txBody>
          </p:sp>
          <p:sp>
            <p:nvSpPr>
              <p:cNvPr id="379" name="Freeform: Shape 378">
                <a:extLst>
                  <a:ext uri="{FF2B5EF4-FFF2-40B4-BE49-F238E27FC236}">
                    <a16:creationId xmlns:a16="http://schemas.microsoft.com/office/drawing/2014/main" id="{368893F3-571B-E840-743E-C878420DCC1A}"/>
                  </a:ext>
                </a:extLst>
              </p:cNvPr>
              <p:cNvSpPr/>
              <p:nvPr/>
            </p:nvSpPr>
            <p:spPr>
              <a:xfrm>
                <a:off x="773264" y="1745584"/>
                <a:ext cx="117506" cy="117506"/>
              </a:xfrm>
              <a:custGeom>
                <a:avLst/>
                <a:gdLst>
                  <a:gd name="connsiteX0" fmla="*/ 155151 w 155151"/>
                  <a:gd name="connsiteY0" fmla="*/ 77576 h 155151"/>
                  <a:gd name="connsiteX1" fmla="*/ 77576 w 155151"/>
                  <a:gd name="connsiteY1" fmla="*/ 155151 h 155151"/>
                  <a:gd name="connsiteX2" fmla="*/ 0 w 155151"/>
                  <a:gd name="connsiteY2" fmla="*/ 77576 h 155151"/>
                  <a:gd name="connsiteX3" fmla="*/ 77576 w 155151"/>
                  <a:gd name="connsiteY3" fmla="*/ 0 h 155151"/>
                  <a:gd name="connsiteX4" fmla="*/ 155151 w 155151"/>
                  <a:gd name="connsiteY4" fmla="*/ 77576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6"/>
                    </a:moveTo>
                    <a:cubicBezTo>
                      <a:pt x="155151" y="120419"/>
                      <a:pt x="120419" y="155151"/>
                      <a:pt x="77576" y="155151"/>
                    </a:cubicBezTo>
                    <a:cubicBezTo>
                      <a:pt x="34732" y="155151"/>
                      <a:pt x="0" y="120420"/>
                      <a:pt x="0" y="77576"/>
                    </a:cubicBezTo>
                    <a:cubicBezTo>
                      <a:pt x="0" y="34732"/>
                      <a:pt x="34732" y="0"/>
                      <a:pt x="77576" y="0"/>
                    </a:cubicBezTo>
                    <a:cubicBezTo>
                      <a:pt x="120419" y="0"/>
                      <a:pt x="155151" y="34732"/>
                      <a:pt x="155151" y="77576"/>
                    </a:cubicBezTo>
                    <a:close/>
                  </a:path>
                </a:pathLst>
              </a:custGeom>
              <a:grpFill/>
              <a:ln w="1257" cap="flat">
                <a:noFill/>
                <a:prstDash val="solid"/>
                <a:miter/>
              </a:ln>
            </p:spPr>
            <p:txBody>
              <a:bodyPr rtlCol="0" anchor="ctr"/>
              <a:lstStyle/>
              <a:p>
                <a:endParaRPr lang="en-US"/>
              </a:p>
            </p:txBody>
          </p:sp>
          <p:sp>
            <p:nvSpPr>
              <p:cNvPr id="380" name="Freeform: Shape 379">
                <a:extLst>
                  <a:ext uri="{FF2B5EF4-FFF2-40B4-BE49-F238E27FC236}">
                    <a16:creationId xmlns:a16="http://schemas.microsoft.com/office/drawing/2014/main" id="{D59B73D6-625E-DD72-3D12-E09F3F56F164}"/>
                  </a:ext>
                </a:extLst>
              </p:cNvPr>
              <p:cNvSpPr/>
              <p:nvPr/>
            </p:nvSpPr>
            <p:spPr>
              <a:xfrm>
                <a:off x="812307" y="1987672"/>
                <a:ext cx="117506" cy="117506"/>
              </a:xfrm>
              <a:custGeom>
                <a:avLst/>
                <a:gdLst>
                  <a:gd name="connsiteX0" fmla="*/ 155151 w 155151"/>
                  <a:gd name="connsiteY0" fmla="*/ 77575 h 155151"/>
                  <a:gd name="connsiteX1" fmla="*/ 77576 w 155151"/>
                  <a:gd name="connsiteY1" fmla="*/ 155151 h 155151"/>
                  <a:gd name="connsiteX2" fmla="*/ 0 w 155151"/>
                  <a:gd name="connsiteY2" fmla="*/ 77575 h 155151"/>
                  <a:gd name="connsiteX3" fmla="*/ 77576 w 155151"/>
                  <a:gd name="connsiteY3" fmla="*/ 0 h 155151"/>
                  <a:gd name="connsiteX4" fmla="*/ 155151 w 155151"/>
                  <a:gd name="connsiteY4" fmla="*/ 77575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5"/>
                    </a:moveTo>
                    <a:cubicBezTo>
                      <a:pt x="155151" y="120419"/>
                      <a:pt x="120419" y="155151"/>
                      <a:pt x="77576" y="155151"/>
                    </a:cubicBezTo>
                    <a:cubicBezTo>
                      <a:pt x="34732" y="155151"/>
                      <a:pt x="0" y="120420"/>
                      <a:pt x="0" y="77575"/>
                    </a:cubicBezTo>
                    <a:cubicBezTo>
                      <a:pt x="0" y="34732"/>
                      <a:pt x="34732" y="0"/>
                      <a:pt x="77576" y="0"/>
                    </a:cubicBezTo>
                    <a:cubicBezTo>
                      <a:pt x="120419" y="0"/>
                      <a:pt x="155151" y="34731"/>
                      <a:pt x="155151" y="77575"/>
                    </a:cubicBezTo>
                    <a:close/>
                  </a:path>
                </a:pathLst>
              </a:custGeom>
              <a:grpFill/>
              <a:ln w="1257" cap="flat">
                <a:noFill/>
                <a:prstDash val="solid"/>
                <a:miter/>
              </a:ln>
            </p:spPr>
            <p:txBody>
              <a:bodyPr rtlCol="0" anchor="ctr"/>
              <a:lstStyle/>
              <a:p>
                <a:endParaRPr lang="en-US"/>
              </a:p>
            </p:txBody>
          </p:sp>
          <p:sp>
            <p:nvSpPr>
              <p:cNvPr id="381" name="Freeform: Shape 380">
                <a:extLst>
                  <a:ext uri="{FF2B5EF4-FFF2-40B4-BE49-F238E27FC236}">
                    <a16:creationId xmlns:a16="http://schemas.microsoft.com/office/drawing/2014/main" id="{15BEBC1F-C993-89AD-668E-A4FC81A7728A}"/>
                  </a:ext>
                </a:extLst>
              </p:cNvPr>
              <p:cNvSpPr/>
              <p:nvPr/>
            </p:nvSpPr>
            <p:spPr>
              <a:xfrm>
                <a:off x="921038" y="2197922"/>
                <a:ext cx="117506" cy="117506"/>
              </a:xfrm>
              <a:custGeom>
                <a:avLst/>
                <a:gdLst>
                  <a:gd name="connsiteX0" fmla="*/ 155151 w 155151"/>
                  <a:gd name="connsiteY0" fmla="*/ 77575 h 155151"/>
                  <a:gd name="connsiteX1" fmla="*/ 77576 w 155151"/>
                  <a:gd name="connsiteY1" fmla="*/ 155151 h 155151"/>
                  <a:gd name="connsiteX2" fmla="*/ 0 w 155151"/>
                  <a:gd name="connsiteY2" fmla="*/ 77575 h 155151"/>
                  <a:gd name="connsiteX3" fmla="*/ 77576 w 155151"/>
                  <a:gd name="connsiteY3" fmla="*/ 0 h 155151"/>
                  <a:gd name="connsiteX4" fmla="*/ 155151 w 155151"/>
                  <a:gd name="connsiteY4" fmla="*/ 77575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5"/>
                    </a:moveTo>
                    <a:cubicBezTo>
                      <a:pt x="155151" y="120419"/>
                      <a:pt x="120419" y="155151"/>
                      <a:pt x="77576" y="155151"/>
                    </a:cubicBezTo>
                    <a:cubicBezTo>
                      <a:pt x="34732" y="155151"/>
                      <a:pt x="0" y="120420"/>
                      <a:pt x="0" y="77575"/>
                    </a:cubicBezTo>
                    <a:cubicBezTo>
                      <a:pt x="0" y="34732"/>
                      <a:pt x="34732" y="0"/>
                      <a:pt x="77576" y="0"/>
                    </a:cubicBezTo>
                    <a:cubicBezTo>
                      <a:pt x="120419" y="0"/>
                      <a:pt x="155151" y="34731"/>
                      <a:pt x="155151" y="77575"/>
                    </a:cubicBezTo>
                    <a:close/>
                  </a:path>
                </a:pathLst>
              </a:custGeom>
              <a:grpFill/>
              <a:ln w="1257" cap="flat">
                <a:noFill/>
                <a:prstDash val="solid"/>
                <a:miter/>
              </a:ln>
            </p:spPr>
            <p:txBody>
              <a:bodyPr rtlCol="0" anchor="ctr"/>
              <a:lstStyle/>
              <a:p>
                <a:endParaRPr lang="en-US"/>
              </a:p>
            </p:txBody>
          </p:sp>
          <p:sp>
            <p:nvSpPr>
              <p:cNvPr id="382" name="Freeform: Shape 381">
                <a:extLst>
                  <a:ext uri="{FF2B5EF4-FFF2-40B4-BE49-F238E27FC236}">
                    <a16:creationId xmlns:a16="http://schemas.microsoft.com/office/drawing/2014/main" id="{D9C88E23-E1F8-9FC2-9257-06586177E169}"/>
                  </a:ext>
                </a:extLst>
              </p:cNvPr>
              <p:cNvSpPr/>
              <p:nvPr/>
            </p:nvSpPr>
            <p:spPr>
              <a:xfrm>
                <a:off x="1086838" y="2363722"/>
                <a:ext cx="117506" cy="117506"/>
              </a:xfrm>
              <a:custGeom>
                <a:avLst/>
                <a:gdLst>
                  <a:gd name="connsiteX0" fmla="*/ 155151 w 155151"/>
                  <a:gd name="connsiteY0" fmla="*/ 77575 h 155151"/>
                  <a:gd name="connsiteX1" fmla="*/ 77576 w 155151"/>
                  <a:gd name="connsiteY1" fmla="*/ 155151 h 155151"/>
                  <a:gd name="connsiteX2" fmla="*/ 0 w 155151"/>
                  <a:gd name="connsiteY2" fmla="*/ 77575 h 155151"/>
                  <a:gd name="connsiteX3" fmla="*/ 77576 w 155151"/>
                  <a:gd name="connsiteY3" fmla="*/ 0 h 155151"/>
                  <a:gd name="connsiteX4" fmla="*/ 155151 w 155151"/>
                  <a:gd name="connsiteY4" fmla="*/ 77575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5"/>
                    </a:moveTo>
                    <a:cubicBezTo>
                      <a:pt x="155151" y="120419"/>
                      <a:pt x="120419" y="155151"/>
                      <a:pt x="77576" y="155151"/>
                    </a:cubicBezTo>
                    <a:cubicBezTo>
                      <a:pt x="34732" y="155151"/>
                      <a:pt x="0" y="120420"/>
                      <a:pt x="0" y="77575"/>
                    </a:cubicBezTo>
                    <a:cubicBezTo>
                      <a:pt x="0" y="34732"/>
                      <a:pt x="34732" y="0"/>
                      <a:pt x="77576" y="0"/>
                    </a:cubicBezTo>
                    <a:cubicBezTo>
                      <a:pt x="120419" y="0"/>
                      <a:pt x="155151" y="34731"/>
                      <a:pt x="155151" y="77575"/>
                    </a:cubicBezTo>
                    <a:close/>
                  </a:path>
                </a:pathLst>
              </a:custGeom>
              <a:grpFill/>
              <a:ln w="1257" cap="flat">
                <a:noFill/>
                <a:prstDash val="solid"/>
                <a:miter/>
              </a:ln>
            </p:spPr>
            <p:txBody>
              <a:bodyPr rtlCol="0" anchor="ctr"/>
              <a:lstStyle/>
              <a:p>
                <a:endParaRPr lang="en-US"/>
              </a:p>
            </p:txBody>
          </p:sp>
          <p:sp>
            <p:nvSpPr>
              <p:cNvPr id="383" name="Freeform: Shape 382">
                <a:extLst>
                  <a:ext uri="{FF2B5EF4-FFF2-40B4-BE49-F238E27FC236}">
                    <a16:creationId xmlns:a16="http://schemas.microsoft.com/office/drawing/2014/main" id="{981FAAB2-3EEE-5D4E-AB62-552CF6013A2E}"/>
                  </a:ext>
                </a:extLst>
              </p:cNvPr>
              <p:cNvSpPr/>
              <p:nvPr/>
            </p:nvSpPr>
            <p:spPr>
              <a:xfrm>
                <a:off x="1297088" y="2472453"/>
                <a:ext cx="117506" cy="117506"/>
              </a:xfrm>
              <a:custGeom>
                <a:avLst/>
                <a:gdLst>
                  <a:gd name="connsiteX0" fmla="*/ 155151 w 155151"/>
                  <a:gd name="connsiteY0" fmla="*/ 77576 h 155151"/>
                  <a:gd name="connsiteX1" fmla="*/ 77576 w 155151"/>
                  <a:gd name="connsiteY1" fmla="*/ 155151 h 155151"/>
                  <a:gd name="connsiteX2" fmla="*/ 0 w 155151"/>
                  <a:gd name="connsiteY2" fmla="*/ 77576 h 155151"/>
                  <a:gd name="connsiteX3" fmla="*/ 77576 w 155151"/>
                  <a:gd name="connsiteY3" fmla="*/ 0 h 155151"/>
                  <a:gd name="connsiteX4" fmla="*/ 155151 w 155151"/>
                  <a:gd name="connsiteY4" fmla="*/ 77576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6"/>
                    </a:moveTo>
                    <a:cubicBezTo>
                      <a:pt x="155151" y="120419"/>
                      <a:pt x="120419" y="155151"/>
                      <a:pt x="77576" y="155151"/>
                    </a:cubicBezTo>
                    <a:cubicBezTo>
                      <a:pt x="34732" y="155151"/>
                      <a:pt x="0" y="120420"/>
                      <a:pt x="0" y="77576"/>
                    </a:cubicBezTo>
                    <a:cubicBezTo>
                      <a:pt x="0" y="34732"/>
                      <a:pt x="34732" y="0"/>
                      <a:pt x="77576" y="0"/>
                    </a:cubicBezTo>
                    <a:cubicBezTo>
                      <a:pt x="120419" y="0"/>
                      <a:pt x="155151" y="34731"/>
                      <a:pt x="155151" y="77576"/>
                    </a:cubicBezTo>
                    <a:close/>
                  </a:path>
                </a:pathLst>
              </a:custGeom>
              <a:grpFill/>
              <a:ln w="1257" cap="flat">
                <a:noFill/>
                <a:prstDash val="solid"/>
                <a:miter/>
              </a:ln>
            </p:spPr>
            <p:txBody>
              <a:bodyPr rtlCol="0" anchor="ctr"/>
              <a:lstStyle/>
              <a:p>
                <a:endParaRPr lang="en-US"/>
              </a:p>
            </p:txBody>
          </p:sp>
          <p:sp>
            <p:nvSpPr>
              <p:cNvPr id="3072" name="Freeform: Shape 3071">
                <a:extLst>
                  <a:ext uri="{FF2B5EF4-FFF2-40B4-BE49-F238E27FC236}">
                    <a16:creationId xmlns:a16="http://schemas.microsoft.com/office/drawing/2014/main" id="{BE12D65D-7053-B83C-E9D2-C8909C4E347C}"/>
                  </a:ext>
                </a:extLst>
              </p:cNvPr>
              <p:cNvSpPr/>
              <p:nvPr/>
            </p:nvSpPr>
            <p:spPr>
              <a:xfrm>
                <a:off x="1539176" y="2511496"/>
                <a:ext cx="117506" cy="117506"/>
              </a:xfrm>
              <a:custGeom>
                <a:avLst/>
                <a:gdLst>
                  <a:gd name="connsiteX0" fmla="*/ 155151 w 155151"/>
                  <a:gd name="connsiteY0" fmla="*/ 77575 h 155151"/>
                  <a:gd name="connsiteX1" fmla="*/ 77575 w 155151"/>
                  <a:gd name="connsiteY1" fmla="*/ 155151 h 155151"/>
                  <a:gd name="connsiteX2" fmla="*/ 0 w 155151"/>
                  <a:gd name="connsiteY2" fmla="*/ 77575 h 155151"/>
                  <a:gd name="connsiteX3" fmla="*/ 77575 w 155151"/>
                  <a:gd name="connsiteY3" fmla="*/ 0 h 155151"/>
                  <a:gd name="connsiteX4" fmla="*/ 155151 w 155151"/>
                  <a:gd name="connsiteY4" fmla="*/ 77575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5"/>
                    </a:moveTo>
                    <a:cubicBezTo>
                      <a:pt x="155151" y="120419"/>
                      <a:pt x="120419" y="155151"/>
                      <a:pt x="77575" y="155151"/>
                    </a:cubicBezTo>
                    <a:cubicBezTo>
                      <a:pt x="34732" y="155151"/>
                      <a:pt x="0" y="120419"/>
                      <a:pt x="0" y="77575"/>
                    </a:cubicBezTo>
                    <a:cubicBezTo>
                      <a:pt x="0" y="34732"/>
                      <a:pt x="34732" y="0"/>
                      <a:pt x="77575" y="0"/>
                    </a:cubicBezTo>
                    <a:cubicBezTo>
                      <a:pt x="120419" y="0"/>
                      <a:pt x="155151" y="34731"/>
                      <a:pt x="155151" y="77575"/>
                    </a:cubicBezTo>
                    <a:close/>
                  </a:path>
                </a:pathLst>
              </a:custGeom>
              <a:grpFill/>
              <a:ln w="1257" cap="flat">
                <a:noFill/>
                <a:prstDash val="solid"/>
                <a:miter/>
              </a:ln>
            </p:spPr>
            <p:txBody>
              <a:bodyPr rtlCol="0" anchor="ctr"/>
              <a:lstStyle/>
              <a:p>
                <a:endParaRPr lang="en-US"/>
              </a:p>
            </p:txBody>
          </p:sp>
          <p:sp>
            <p:nvSpPr>
              <p:cNvPr id="3073" name="Freeform: Shape 3072">
                <a:extLst>
                  <a:ext uri="{FF2B5EF4-FFF2-40B4-BE49-F238E27FC236}">
                    <a16:creationId xmlns:a16="http://schemas.microsoft.com/office/drawing/2014/main" id="{7F9D9E2E-DE13-B72B-040E-990800B9E2AF}"/>
                  </a:ext>
                </a:extLst>
              </p:cNvPr>
              <p:cNvSpPr/>
              <p:nvPr/>
            </p:nvSpPr>
            <p:spPr>
              <a:xfrm>
                <a:off x="1781270" y="2472453"/>
                <a:ext cx="117506" cy="117506"/>
              </a:xfrm>
              <a:custGeom>
                <a:avLst/>
                <a:gdLst>
                  <a:gd name="connsiteX0" fmla="*/ 155151 w 155151"/>
                  <a:gd name="connsiteY0" fmla="*/ 77576 h 155151"/>
                  <a:gd name="connsiteX1" fmla="*/ 77575 w 155151"/>
                  <a:gd name="connsiteY1" fmla="*/ 155151 h 155151"/>
                  <a:gd name="connsiteX2" fmla="*/ 0 w 155151"/>
                  <a:gd name="connsiteY2" fmla="*/ 77576 h 155151"/>
                  <a:gd name="connsiteX3" fmla="*/ 77575 w 155151"/>
                  <a:gd name="connsiteY3" fmla="*/ 0 h 155151"/>
                  <a:gd name="connsiteX4" fmla="*/ 155151 w 155151"/>
                  <a:gd name="connsiteY4" fmla="*/ 77576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6"/>
                    </a:moveTo>
                    <a:cubicBezTo>
                      <a:pt x="155151" y="120419"/>
                      <a:pt x="120419" y="155151"/>
                      <a:pt x="77575" y="155151"/>
                    </a:cubicBezTo>
                    <a:cubicBezTo>
                      <a:pt x="34732" y="155151"/>
                      <a:pt x="0" y="120420"/>
                      <a:pt x="0" y="77576"/>
                    </a:cubicBezTo>
                    <a:cubicBezTo>
                      <a:pt x="0" y="34732"/>
                      <a:pt x="34732" y="0"/>
                      <a:pt x="77575" y="0"/>
                    </a:cubicBezTo>
                    <a:cubicBezTo>
                      <a:pt x="120419" y="0"/>
                      <a:pt x="155151" y="34731"/>
                      <a:pt x="155151" y="77576"/>
                    </a:cubicBezTo>
                    <a:close/>
                  </a:path>
                </a:pathLst>
              </a:custGeom>
              <a:grpFill/>
              <a:ln w="1257" cap="flat">
                <a:noFill/>
                <a:prstDash val="solid"/>
                <a:miter/>
              </a:ln>
            </p:spPr>
            <p:txBody>
              <a:bodyPr rtlCol="0" anchor="ctr"/>
              <a:lstStyle/>
              <a:p>
                <a:endParaRPr lang="en-US"/>
              </a:p>
            </p:txBody>
          </p:sp>
          <p:sp>
            <p:nvSpPr>
              <p:cNvPr id="3074" name="Freeform: Shape 3073">
                <a:extLst>
                  <a:ext uri="{FF2B5EF4-FFF2-40B4-BE49-F238E27FC236}">
                    <a16:creationId xmlns:a16="http://schemas.microsoft.com/office/drawing/2014/main" id="{284384FC-ADD5-7079-4543-029153C08CFA}"/>
                  </a:ext>
                </a:extLst>
              </p:cNvPr>
              <p:cNvSpPr/>
              <p:nvPr/>
            </p:nvSpPr>
            <p:spPr>
              <a:xfrm>
                <a:off x="1991521" y="2363722"/>
                <a:ext cx="117506" cy="117506"/>
              </a:xfrm>
              <a:custGeom>
                <a:avLst/>
                <a:gdLst>
                  <a:gd name="connsiteX0" fmla="*/ 155151 w 155151"/>
                  <a:gd name="connsiteY0" fmla="*/ 77575 h 155151"/>
                  <a:gd name="connsiteX1" fmla="*/ 77575 w 155151"/>
                  <a:gd name="connsiteY1" fmla="*/ 155151 h 155151"/>
                  <a:gd name="connsiteX2" fmla="*/ 0 w 155151"/>
                  <a:gd name="connsiteY2" fmla="*/ 77575 h 155151"/>
                  <a:gd name="connsiteX3" fmla="*/ 77575 w 155151"/>
                  <a:gd name="connsiteY3" fmla="*/ 0 h 155151"/>
                  <a:gd name="connsiteX4" fmla="*/ 155151 w 155151"/>
                  <a:gd name="connsiteY4" fmla="*/ 77575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5"/>
                    </a:moveTo>
                    <a:cubicBezTo>
                      <a:pt x="155151" y="120419"/>
                      <a:pt x="120419" y="155151"/>
                      <a:pt x="77575" y="155151"/>
                    </a:cubicBezTo>
                    <a:cubicBezTo>
                      <a:pt x="34732" y="155151"/>
                      <a:pt x="0" y="120420"/>
                      <a:pt x="0" y="77575"/>
                    </a:cubicBezTo>
                    <a:cubicBezTo>
                      <a:pt x="0" y="34732"/>
                      <a:pt x="34732" y="0"/>
                      <a:pt x="77575" y="0"/>
                    </a:cubicBezTo>
                    <a:cubicBezTo>
                      <a:pt x="120419" y="0"/>
                      <a:pt x="155151" y="34731"/>
                      <a:pt x="155151" y="77575"/>
                    </a:cubicBezTo>
                    <a:close/>
                  </a:path>
                </a:pathLst>
              </a:custGeom>
              <a:grpFill/>
              <a:ln w="1257" cap="flat">
                <a:noFill/>
                <a:prstDash val="solid"/>
                <a:miter/>
              </a:ln>
            </p:spPr>
            <p:txBody>
              <a:bodyPr rtlCol="0" anchor="ctr"/>
              <a:lstStyle/>
              <a:p>
                <a:endParaRPr lang="en-US"/>
              </a:p>
            </p:txBody>
          </p:sp>
          <p:sp>
            <p:nvSpPr>
              <p:cNvPr id="3075" name="Freeform: Shape 3074">
                <a:extLst>
                  <a:ext uri="{FF2B5EF4-FFF2-40B4-BE49-F238E27FC236}">
                    <a16:creationId xmlns:a16="http://schemas.microsoft.com/office/drawing/2014/main" id="{BD6A6225-5CFC-E412-1B60-27FDAAF09133}"/>
                  </a:ext>
                </a:extLst>
              </p:cNvPr>
              <p:cNvSpPr/>
              <p:nvPr/>
            </p:nvSpPr>
            <p:spPr>
              <a:xfrm>
                <a:off x="2157320" y="2197922"/>
                <a:ext cx="117506" cy="117506"/>
              </a:xfrm>
              <a:custGeom>
                <a:avLst/>
                <a:gdLst>
                  <a:gd name="connsiteX0" fmla="*/ 155151 w 155151"/>
                  <a:gd name="connsiteY0" fmla="*/ 77575 h 155151"/>
                  <a:gd name="connsiteX1" fmla="*/ 77576 w 155151"/>
                  <a:gd name="connsiteY1" fmla="*/ 155151 h 155151"/>
                  <a:gd name="connsiteX2" fmla="*/ 0 w 155151"/>
                  <a:gd name="connsiteY2" fmla="*/ 77575 h 155151"/>
                  <a:gd name="connsiteX3" fmla="*/ 77576 w 155151"/>
                  <a:gd name="connsiteY3" fmla="*/ 0 h 155151"/>
                  <a:gd name="connsiteX4" fmla="*/ 155151 w 155151"/>
                  <a:gd name="connsiteY4" fmla="*/ 77575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5"/>
                    </a:moveTo>
                    <a:cubicBezTo>
                      <a:pt x="155151" y="120419"/>
                      <a:pt x="120419" y="155151"/>
                      <a:pt x="77576" y="155151"/>
                    </a:cubicBezTo>
                    <a:cubicBezTo>
                      <a:pt x="34732" y="155151"/>
                      <a:pt x="0" y="120420"/>
                      <a:pt x="0" y="77575"/>
                    </a:cubicBezTo>
                    <a:cubicBezTo>
                      <a:pt x="0" y="34732"/>
                      <a:pt x="34732" y="0"/>
                      <a:pt x="77576" y="0"/>
                    </a:cubicBezTo>
                    <a:cubicBezTo>
                      <a:pt x="120420" y="0"/>
                      <a:pt x="155151" y="34731"/>
                      <a:pt x="155151" y="77575"/>
                    </a:cubicBezTo>
                    <a:close/>
                  </a:path>
                </a:pathLst>
              </a:custGeom>
              <a:grpFill/>
              <a:ln w="1257" cap="flat">
                <a:noFill/>
                <a:prstDash val="solid"/>
                <a:miter/>
              </a:ln>
            </p:spPr>
            <p:txBody>
              <a:bodyPr rtlCol="0" anchor="ctr"/>
              <a:lstStyle/>
              <a:p>
                <a:endParaRPr lang="en-US"/>
              </a:p>
            </p:txBody>
          </p:sp>
          <p:sp>
            <p:nvSpPr>
              <p:cNvPr id="3076" name="Freeform: Shape 3075">
                <a:extLst>
                  <a:ext uri="{FF2B5EF4-FFF2-40B4-BE49-F238E27FC236}">
                    <a16:creationId xmlns:a16="http://schemas.microsoft.com/office/drawing/2014/main" id="{9CC97F93-592F-7B14-87C0-A650827C2C6C}"/>
                  </a:ext>
                </a:extLst>
              </p:cNvPr>
              <p:cNvSpPr/>
              <p:nvPr/>
            </p:nvSpPr>
            <p:spPr>
              <a:xfrm>
                <a:off x="2266045" y="1987672"/>
                <a:ext cx="117506" cy="117506"/>
              </a:xfrm>
              <a:custGeom>
                <a:avLst/>
                <a:gdLst>
                  <a:gd name="connsiteX0" fmla="*/ 155151 w 155151"/>
                  <a:gd name="connsiteY0" fmla="*/ 77575 h 155151"/>
                  <a:gd name="connsiteX1" fmla="*/ 77576 w 155151"/>
                  <a:gd name="connsiteY1" fmla="*/ 155151 h 155151"/>
                  <a:gd name="connsiteX2" fmla="*/ 0 w 155151"/>
                  <a:gd name="connsiteY2" fmla="*/ 77575 h 155151"/>
                  <a:gd name="connsiteX3" fmla="*/ 77576 w 155151"/>
                  <a:gd name="connsiteY3" fmla="*/ 0 h 155151"/>
                  <a:gd name="connsiteX4" fmla="*/ 155151 w 155151"/>
                  <a:gd name="connsiteY4" fmla="*/ 77575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5"/>
                    </a:moveTo>
                    <a:cubicBezTo>
                      <a:pt x="155151" y="120419"/>
                      <a:pt x="120419" y="155151"/>
                      <a:pt x="77576" y="155151"/>
                    </a:cubicBezTo>
                    <a:cubicBezTo>
                      <a:pt x="34732" y="155151"/>
                      <a:pt x="0" y="120420"/>
                      <a:pt x="0" y="77575"/>
                    </a:cubicBezTo>
                    <a:cubicBezTo>
                      <a:pt x="0" y="34732"/>
                      <a:pt x="34732" y="0"/>
                      <a:pt x="77576" y="0"/>
                    </a:cubicBezTo>
                    <a:cubicBezTo>
                      <a:pt x="120420" y="0"/>
                      <a:pt x="155151" y="34731"/>
                      <a:pt x="155151" y="77575"/>
                    </a:cubicBezTo>
                    <a:close/>
                  </a:path>
                </a:pathLst>
              </a:custGeom>
              <a:grpFill/>
              <a:ln w="1257" cap="flat">
                <a:noFill/>
                <a:prstDash val="solid"/>
                <a:miter/>
              </a:ln>
            </p:spPr>
            <p:txBody>
              <a:bodyPr rtlCol="0" anchor="ctr"/>
              <a:lstStyle/>
              <a:p>
                <a:endParaRPr lang="en-US"/>
              </a:p>
            </p:txBody>
          </p:sp>
          <p:sp>
            <p:nvSpPr>
              <p:cNvPr id="3078" name="Freeform: Shape 3077">
                <a:extLst>
                  <a:ext uri="{FF2B5EF4-FFF2-40B4-BE49-F238E27FC236}">
                    <a16:creationId xmlns:a16="http://schemas.microsoft.com/office/drawing/2014/main" id="{35961BD8-117D-C895-84C8-D31B87D453B5}"/>
                  </a:ext>
                </a:extLst>
              </p:cNvPr>
              <p:cNvSpPr/>
              <p:nvPr/>
            </p:nvSpPr>
            <p:spPr>
              <a:xfrm>
                <a:off x="2305094" y="1745584"/>
                <a:ext cx="117506" cy="117506"/>
              </a:xfrm>
              <a:custGeom>
                <a:avLst/>
                <a:gdLst>
                  <a:gd name="connsiteX0" fmla="*/ 155151 w 155151"/>
                  <a:gd name="connsiteY0" fmla="*/ 77576 h 155151"/>
                  <a:gd name="connsiteX1" fmla="*/ 77576 w 155151"/>
                  <a:gd name="connsiteY1" fmla="*/ 155151 h 155151"/>
                  <a:gd name="connsiteX2" fmla="*/ 0 w 155151"/>
                  <a:gd name="connsiteY2" fmla="*/ 77576 h 155151"/>
                  <a:gd name="connsiteX3" fmla="*/ 77576 w 155151"/>
                  <a:gd name="connsiteY3" fmla="*/ 0 h 155151"/>
                  <a:gd name="connsiteX4" fmla="*/ 155151 w 155151"/>
                  <a:gd name="connsiteY4" fmla="*/ 77576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6"/>
                    </a:moveTo>
                    <a:cubicBezTo>
                      <a:pt x="155151" y="120419"/>
                      <a:pt x="120419" y="155151"/>
                      <a:pt x="77576" y="155151"/>
                    </a:cubicBezTo>
                    <a:cubicBezTo>
                      <a:pt x="34732" y="155151"/>
                      <a:pt x="0" y="120420"/>
                      <a:pt x="0" y="77576"/>
                    </a:cubicBezTo>
                    <a:cubicBezTo>
                      <a:pt x="0" y="34732"/>
                      <a:pt x="34732" y="0"/>
                      <a:pt x="77576" y="0"/>
                    </a:cubicBezTo>
                    <a:cubicBezTo>
                      <a:pt x="120419" y="0"/>
                      <a:pt x="155151" y="34732"/>
                      <a:pt x="155151" y="77576"/>
                    </a:cubicBezTo>
                    <a:close/>
                  </a:path>
                </a:pathLst>
              </a:custGeom>
              <a:grpFill/>
              <a:ln w="1257" cap="flat">
                <a:noFill/>
                <a:prstDash val="solid"/>
                <a:miter/>
              </a:ln>
            </p:spPr>
            <p:txBody>
              <a:bodyPr rtlCol="0" anchor="ctr"/>
              <a:lstStyle/>
              <a:p>
                <a:endParaRPr lang="en-US"/>
              </a:p>
            </p:txBody>
          </p:sp>
          <p:sp>
            <p:nvSpPr>
              <p:cNvPr id="3079" name="Freeform: Shape 3078">
                <a:extLst>
                  <a:ext uri="{FF2B5EF4-FFF2-40B4-BE49-F238E27FC236}">
                    <a16:creationId xmlns:a16="http://schemas.microsoft.com/office/drawing/2014/main" id="{B5544232-2505-20C6-FDF2-3B031F204E6E}"/>
                  </a:ext>
                </a:extLst>
              </p:cNvPr>
              <p:cNvSpPr/>
              <p:nvPr/>
            </p:nvSpPr>
            <p:spPr>
              <a:xfrm>
                <a:off x="2266045" y="1503490"/>
                <a:ext cx="117506" cy="117506"/>
              </a:xfrm>
              <a:custGeom>
                <a:avLst/>
                <a:gdLst>
                  <a:gd name="connsiteX0" fmla="*/ 155151 w 155151"/>
                  <a:gd name="connsiteY0" fmla="*/ 77575 h 155151"/>
                  <a:gd name="connsiteX1" fmla="*/ 77576 w 155151"/>
                  <a:gd name="connsiteY1" fmla="*/ 155151 h 155151"/>
                  <a:gd name="connsiteX2" fmla="*/ 0 w 155151"/>
                  <a:gd name="connsiteY2" fmla="*/ 77575 h 155151"/>
                  <a:gd name="connsiteX3" fmla="*/ 77576 w 155151"/>
                  <a:gd name="connsiteY3" fmla="*/ 0 h 155151"/>
                  <a:gd name="connsiteX4" fmla="*/ 155151 w 155151"/>
                  <a:gd name="connsiteY4" fmla="*/ 77575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5"/>
                    </a:moveTo>
                    <a:cubicBezTo>
                      <a:pt x="155151" y="120419"/>
                      <a:pt x="120419" y="155151"/>
                      <a:pt x="77576" y="155151"/>
                    </a:cubicBezTo>
                    <a:cubicBezTo>
                      <a:pt x="34732" y="155151"/>
                      <a:pt x="0" y="120419"/>
                      <a:pt x="0" y="77575"/>
                    </a:cubicBezTo>
                    <a:cubicBezTo>
                      <a:pt x="0" y="34732"/>
                      <a:pt x="34732" y="0"/>
                      <a:pt x="77576" y="0"/>
                    </a:cubicBezTo>
                    <a:cubicBezTo>
                      <a:pt x="120420" y="0"/>
                      <a:pt x="155151" y="34732"/>
                      <a:pt x="155151" y="77575"/>
                    </a:cubicBezTo>
                    <a:close/>
                  </a:path>
                </a:pathLst>
              </a:custGeom>
              <a:grpFill/>
              <a:ln w="1257" cap="flat">
                <a:noFill/>
                <a:prstDash val="solid"/>
                <a:miter/>
              </a:ln>
            </p:spPr>
            <p:txBody>
              <a:bodyPr rtlCol="0" anchor="ctr"/>
              <a:lstStyle/>
              <a:p>
                <a:endParaRPr lang="en-US"/>
              </a:p>
            </p:txBody>
          </p:sp>
          <p:sp>
            <p:nvSpPr>
              <p:cNvPr id="3080" name="Freeform: Shape 3079">
                <a:extLst>
                  <a:ext uri="{FF2B5EF4-FFF2-40B4-BE49-F238E27FC236}">
                    <a16:creationId xmlns:a16="http://schemas.microsoft.com/office/drawing/2014/main" id="{17FA859E-0B29-14BF-8552-364D419D776B}"/>
                  </a:ext>
                </a:extLst>
              </p:cNvPr>
              <p:cNvSpPr/>
              <p:nvPr/>
            </p:nvSpPr>
            <p:spPr>
              <a:xfrm>
                <a:off x="2157320" y="1293239"/>
                <a:ext cx="117506" cy="117506"/>
              </a:xfrm>
              <a:custGeom>
                <a:avLst/>
                <a:gdLst>
                  <a:gd name="connsiteX0" fmla="*/ 155151 w 155151"/>
                  <a:gd name="connsiteY0" fmla="*/ 77575 h 155151"/>
                  <a:gd name="connsiteX1" fmla="*/ 77576 w 155151"/>
                  <a:gd name="connsiteY1" fmla="*/ 155151 h 155151"/>
                  <a:gd name="connsiteX2" fmla="*/ 0 w 155151"/>
                  <a:gd name="connsiteY2" fmla="*/ 77575 h 155151"/>
                  <a:gd name="connsiteX3" fmla="*/ 77576 w 155151"/>
                  <a:gd name="connsiteY3" fmla="*/ 0 h 155151"/>
                  <a:gd name="connsiteX4" fmla="*/ 155151 w 155151"/>
                  <a:gd name="connsiteY4" fmla="*/ 77575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5"/>
                    </a:moveTo>
                    <a:cubicBezTo>
                      <a:pt x="155151" y="120419"/>
                      <a:pt x="120419" y="155151"/>
                      <a:pt x="77576" y="155151"/>
                    </a:cubicBezTo>
                    <a:cubicBezTo>
                      <a:pt x="34732" y="155151"/>
                      <a:pt x="0" y="120419"/>
                      <a:pt x="0" y="77575"/>
                    </a:cubicBezTo>
                    <a:cubicBezTo>
                      <a:pt x="0" y="34732"/>
                      <a:pt x="34732" y="0"/>
                      <a:pt x="77576" y="0"/>
                    </a:cubicBezTo>
                    <a:cubicBezTo>
                      <a:pt x="120420" y="0"/>
                      <a:pt x="155151" y="34732"/>
                      <a:pt x="155151" y="77575"/>
                    </a:cubicBezTo>
                    <a:close/>
                  </a:path>
                </a:pathLst>
              </a:custGeom>
              <a:grpFill/>
              <a:ln w="1257" cap="flat">
                <a:noFill/>
                <a:prstDash val="solid"/>
                <a:miter/>
              </a:ln>
            </p:spPr>
            <p:txBody>
              <a:bodyPr rtlCol="0" anchor="ctr"/>
              <a:lstStyle/>
              <a:p>
                <a:endParaRPr lang="en-US"/>
              </a:p>
            </p:txBody>
          </p:sp>
          <p:sp>
            <p:nvSpPr>
              <p:cNvPr id="3081" name="Freeform: Shape 3080">
                <a:extLst>
                  <a:ext uri="{FF2B5EF4-FFF2-40B4-BE49-F238E27FC236}">
                    <a16:creationId xmlns:a16="http://schemas.microsoft.com/office/drawing/2014/main" id="{B0A89278-37E0-D9B7-9184-34AF72B9592B}"/>
                  </a:ext>
                </a:extLst>
              </p:cNvPr>
              <p:cNvSpPr/>
              <p:nvPr/>
            </p:nvSpPr>
            <p:spPr>
              <a:xfrm>
                <a:off x="1991521" y="1127439"/>
                <a:ext cx="117506" cy="117506"/>
              </a:xfrm>
              <a:custGeom>
                <a:avLst/>
                <a:gdLst>
                  <a:gd name="connsiteX0" fmla="*/ 155151 w 155151"/>
                  <a:gd name="connsiteY0" fmla="*/ 77575 h 155151"/>
                  <a:gd name="connsiteX1" fmla="*/ 77575 w 155151"/>
                  <a:gd name="connsiteY1" fmla="*/ 155151 h 155151"/>
                  <a:gd name="connsiteX2" fmla="*/ 0 w 155151"/>
                  <a:gd name="connsiteY2" fmla="*/ 77575 h 155151"/>
                  <a:gd name="connsiteX3" fmla="*/ 77575 w 155151"/>
                  <a:gd name="connsiteY3" fmla="*/ 0 h 155151"/>
                  <a:gd name="connsiteX4" fmla="*/ 155151 w 155151"/>
                  <a:gd name="connsiteY4" fmla="*/ 77575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5"/>
                    </a:moveTo>
                    <a:cubicBezTo>
                      <a:pt x="155151" y="120419"/>
                      <a:pt x="120419" y="155151"/>
                      <a:pt x="77575" y="155151"/>
                    </a:cubicBezTo>
                    <a:cubicBezTo>
                      <a:pt x="34732" y="155151"/>
                      <a:pt x="0" y="120419"/>
                      <a:pt x="0" y="77575"/>
                    </a:cubicBezTo>
                    <a:cubicBezTo>
                      <a:pt x="0" y="34732"/>
                      <a:pt x="34732" y="0"/>
                      <a:pt x="77575" y="0"/>
                    </a:cubicBezTo>
                    <a:cubicBezTo>
                      <a:pt x="120419" y="0"/>
                      <a:pt x="155151" y="34732"/>
                      <a:pt x="155151" y="77575"/>
                    </a:cubicBezTo>
                    <a:close/>
                  </a:path>
                </a:pathLst>
              </a:custGeom>
              <a:grpFill/>
              <a:ln w="1257" cap="flat">
                <a:noFill/>
                <a:prstDash val="solid"/>
                <a:miter/>
              </a:ln>
            </p:spPr>
            <p:txBody>
              <a:bodyPr rtlCol="0" anchor="ctr"/>
              <a:lstStyle/>
              <a:p>
                <a:endParaRPr lang="en-US"/>
              </a:p>
            </p:txBody>
          </p:sp>
          <p:sp>
            <p:nvSpPr>
              <p:cNvPr id="3082" name="Freeform: Shape 3081">
                <a:extLst>
                  <a:ext uri="{FF2B5EF4-FFF2-40B4-BE49-F238E27FC236}">
                    <a16:creationId xmlns:a16="http://schemas.microsoft.com/office/drawing/2014/main" id="{A92769FB-305D-658D-9A61-3198663B0C13}"/>
                  </a:ext>
                </a:extLst>
              </p:cNvPr>
              <p:cNvSpPr/>
              <p:nvPr/>
            </p:nvSpPr>
            <p:spPr>
              <a:xfrm>
                <a:off x="1781270" y="1018708"/>
                <a:ext cx="117506" cy="117506"/>
              </a:xfrm>
              <a:custGeom>
                <a:avLst/>
                <a:gdLst>
                  <a:gd name="connsiteX0" fmla="*/ 155151 w 155151"/>
                  <a:gd name="connsiteY0" fmla="*/ 77576 h 155151"/>
                  <a:gd name="connsiteX1" fmla="*/ 77575 w 155151"/>
                  <a:gd name="connsiteY1" fmla="*/ 155151 h 155151"/>
                  <a:gd name="connsiteX2" fmla="*/ 0 w 155151"/>
                  <a:gd name="connsiteY2" fmla="*/ 77576 h 155151"/>
                  <a:gd name="connsiteX3" fmla="*/ 77575 w 155151"/>
                  <a:gd name="connsiteY3" fmla="*/ 0 h 155151"/>
                  <a:gd name="connsiteX4" fmla="*/ 155151 w 155151"/>
                  <a:gd name="connsiteY4" fmla="*/ 77576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6"/>
                    </a:moveTo>
                    <a:cubicBezTo>
                      <a:pt x="155151" y="120419"/>
                      <a:pt x="120419" y="155151"/>
                      <a:pt x="77575" y="155151"/>
                    </a:cubicBezTo>
                    <a:cubicBezTo>
                      <a:pt x="34732" y="155151"/>
                      <a:pt x="0" y="120419"/>
                      <a:pt x="0" y="77576"/>
                    </a:cubicBezTo>
                    <a:cubicBezTo>
                      <a:pt x="0" y="34732"/>
                      <a:pt x="34732" y="0"/>
                      <a:pt x="77575" y="0"/>
                    </a:cubicBezTo>
                    <a:cubicBezTo>
                      <a:pt x="120419" y="0"/>
                      <a:pt x="155151" y="34732"/>
                      <a:pt x="155151" y="77576"/>
                    </a:cubicBezTo>
                    <a:close/>
                  </a:path>
                </a:pathLst>
              </a:custGeom>
              <a:grpFill/>
              <a:ln w="1257" cap="flat">
                <a:noFill/>
                <a:prstDash val="solid"/>
                <a:miter/>
              </a:ln>
            </p:spPr>
            <p:txBody>
              <a:bodyPr rtlCol="0" anchor="ctr"/>
              <a:lstStyle/>
              <a:p>
                <a:endParaRPr lang="en-US"/>
              </a:p>
            </p:txBody>
          </p:sp>
        </p:grpSp>
        <p:sp>
          <p:nvSpPr>
            <p:cNvPr id="3083" name="Arc 3082">
              <a:extLst>
                <a:ext uri="{FF2B5EF4-FFF2-40B4-BE49-F238E27FC236}">
                  <a16:creationId xmlns:a16="http://schemas.microsoft.com/office/drawing/2014/main" id="{E9AE1E9A-E7AC-6AED-C85D-C4CF971C1CBE}"/>
                </a:ext>
              </a:extLst>
            </p:cNvPr>
            <p:cNvSpPr/>
            <p:nvPr/>
          </p:nvSpPr>
          <p:spPr>
            <a:xfrm>
              <a:off x="4084040" y="2715993"/>
              <a:ext cx="1531837" cy="1531837"/>
            </a:xfrm>
            <a:prstGeom prst="arc">
              <a:avLst>
                <a:gd name="adj1" fmla="val 15986439"/>
                <a:gd name="adj2" fmla="val 10102801"/>
              </a:avLst>
            </a:prstGeom>
            <a:noFill/>
            <a:ln w="139700" cap="rnd">
              <a:solidFill>
                <a:srgbClr val="00B050"/>
              </a:solidFill>
              <a:prstDash val="solid"/>
              <a:miter/>
            </a:ln>
          </p:spPr>
          <p:txBody>
            <a:bodyPr rtlCol="0" anchor="ctr"/>
            <a:lstStyle/>
            <a:p>
              <a:endParaRPr lang="en-US"/>
            </a:p>
          </p:txBody>
        </p:sp>
        <p:sp>
          <p:nvSpPr>
            <p:cNvPr id="3084" name="Freeform: Shape 3083">
              <a:extLst>
                <a:ext uri="{FF2B5EF4-FFF2-40B4-BE49-F238E27FC236}">
                  <a16:creationId xmlns:a16="http://schemas.microsoft.com/office/drawing/2014/main" id="{A155F6F1-D68D-20C0-B620-879BBF297270}"/>
                </a:ext>
              </a:extLst>
            </p:cNvPr>
            <p:cNvSpPr/>
            <p:nvPr/>
          </p:nvSpPr>
          <p:spPr>
            <a:xfrm>
              <a:off x="4310270" y="2950125"/>
              <a:ext cx="1079376" cy="1079372"/>
            </a:xfrm>
            <a:custGeom>
              <a:avLst/>
              <a:gdLst>
                <a:gd name="connsiteX0" fmla="*/ 3086591 w 3086591"/>
                <a:gd name="connsiteY0" fmla="*/ 1543295 h 3086590"/>
                <a:gd name="connsiteX1" fmla="*/ 1543296 w 3086591"/>
                <a:gd name="connsiteY1" fmla="*/ 3086591 h 3086590"/>
                <a:gd name="connsiteX2" fmla="*/ 0 w 3086591"/>
                <a:gd name="connsiteY2" fmla="*/ 1543295 h 3086590"/>
                <a:gd name="connsiteX3" fmla="*/ 1543296 w 3086591"/>
                <a:gd name="connsiteY3" fmla="*/ 0 h 3086590"/>
                <a:gd name="connsiteX4" fmla="*/ 3086591 w 3086591"/>
                <a:gd name="connsiteY4" fmla="*/ 1543295 h 3086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86591" h="3086590">
                  <a:moveTo>
                    <a:pt x="3086591" y="1543295"/>
                  </a:moveTo>
                  <a:cubicBezTo>
                    <a:pt x="3086591" y="2395634"/>
                    <a:pt x="2395634" y="3086591"/>
                    <a:pt x="1543296" y="3086591"/>
                  </a:cubicBezTo>
                  <a:cubicBezTo>
                    <a:pt x="690957" y="3086591"/>
                    <a:pt x="0" y="2395634"/>
                    <a:pt x="0" y="1543295"/>
                  </a:cubicBezTo>
                  <a:cubicBezTo>
                    <a:pt x="0" y="690957"/>
                    <a:pt x="690957" y="0"/>
                    <a:pt x="1543296" y="0"/>
                  </a:cubicBezTo>
                  <a:cubicBezTo>
                    <a:pt x="2395634" y="0"/>
                    <a:pt x="3086591" y="690957"/>
                    <a:pt x="3086591" y="1543295"/>
                  </a:cubicBezTo>
                  <a:close/>
                </a:path>
              </a:pathLst>
            </a:custGeom>
            <a:solidFill>
              <a:schemeClr val="bg1"/>
            </a:solidFill>
            <a:ln w="12700" cap="flat">
              <a:noFill/>
              <a:prstDash val="solid"/>
              <a:miter/>
            </a:ln>
          </p:spPr>
          <p:txBody>
            <a:bodyPr rtlCol="0" anchor="ctr"/>
            <a:lstStyle/>
            <a:p>
              <a:endParaRPr lang="en-US"/>
            </a:p>
          </p:txBody>
        </p:sp>
        <p:sp>
          <p:nvSpPr>
            <p:cNvPr id="3085" name="TextBox 3084">
              <a:extLst>
                <a:ext uri="{FF2B5EF4-FFF2-40B4-BE49-F238E27FC236}">
                  <a16:creationId xmlns:a16="http://schemas.microsoft.com/office/drawing/2014/main" id="{3DE12386-7F2D-8C6B-EEBB-E8FBF4CB4887}"/>
                </a:ext>
              </a:extLst>
            </p:cNvPr>
            <p:cNvSpPr txBox="1"/>
            <p:nvPr/>
          </p:nvSpPr>
          <p:spPr>
            <a:xfrm>
              <a:off x="4575504" y="3115101"/>
              <a:ext cx="548909" cy="345664"/>
            </a:xfrm>
            <a:prstGeom prst="rect">
              <a:avLst/>
            </a:prstGeom>
            <a:noFill/>
          </p:spPr>
          <p:txBody>
            <a:bodyPr wrap="none" lIns="91440" tIns="45720" rIns="91440" bIns="45720" rtlCol="0" anchor="t">
              <a:spAutoFit/>
            </a:bodyPr>
            <a:lstStyle/>
            <a:p>
              <a:pPr algn="ctr"/>
              <a:r>
                <a:rPr lang="en-US" sz="2000" b="1">
                  <a:solidFill>
                    <a:schemeClr val="accent5"/>
                  </a:solidFill>
                </a:rPr>
                <a:t>73%</a:t>
              </a:r>
            </a:p>
          </p:txBody>
        </p:sp>
        <p:sp>
          <p:nvSpPr>
            <p:cNvPr id="3086" name="TextBox 3085">
              <a:extLst>
                <a:ext uri="{FF2B5EF4-FFF2-40B4-BE49-F238E27FC236}">
                  <a16:creationId xmlns:a16="http://schemas.microsoft.com/office/drawing/2014/main" id="{E3D7E115-C06A-6E1A-0EEE-31F70E987CC7}"/>
                </a:ext>
              </a:extLst>
            </p:cNvPr>
            <p:cNvSpPr txBox="1"/>
            <p:nvPr/>
          </p:nvSpPr>
          <p:spPr>
            <a:xfrm>
              <a:off x="4392481" y="3422280"/>
              <a:ext cx="838068" cy="398843"/>
            </a:xfrm>
            <a:prstGeom prst="rect">
              <a:avLst/>
            </a:prstGeom>
            <a:noFill/>
          </p:spPr>
          <p:txBody>
            <a:bodyPr wrap="none" rtlCol="0">
              <a:spAutoFit/>
            </a:bodyPr>
            <a:lstStyle/>
            <a:p>
              <a:pPr algn="ctr"/>
              <a:r>
                <a:rPr lang="en-US" sz="1200" b="1"/>
                <a:t>ARVE%</a:t>
              </a:r>
            </a:p>
            <a:p>
              <a:pPr algn="ctr"/>
              <a:r>
                <a:rPr lang="en-US" sz="1200"/>
                <a:t>(Target 70%)</a:t>
              </a:r>
            </a:p>
          </p:txBody>
        </p:sp>
      </p:grpSp>
      <p:sp>
        <p:nvSpPr>
          <p:cNvPr id="3087" name="TextBox 3086">
            <a:extLst>
              <a:ext uri="{FF2B5EF4-FFF2-40B4-BE49-F238E27FC236}">
                <a16:creationId xmlns:a16="http://schemas.microsoft.com/office/drawing/2014/main" id="{EE2D0763-6012-8E50-962B-FDF0A6CF8ED5}"/>
              </a:ext>
            </a:extLst>
          </p:cNvPr>
          <p:cNvSpPr txBox="1"/>
          <p:nvPr/>
        </p:nvSpPr>
        <p:spPr>
          <a:xfrm>
            <a:off x="5409678" y="5275573"/>
            <a:ext cx="1290122" cy="556179"/>
          </a:xfrm>
          <a:prstGeom prst="rect">
            <a:avLst/>
          </a:prstGeom>
          <a:noFill/>
        </p:spPr>
        <p:txBody>
          <a:bodyPr vert="horz" wrap="square" lIns="90000" tIns="46800" rIns="90000" bIns="46800" rtlCol="0" anchor="ctr">
            <a:spAutoFit/>
          </a:bodyPr>
          <a:lstStyle/>
          <a:p>
            <a:pPr algn="ctr">
              <a:spcBef>
                <a:spcPct val="0"/>
              </a:spcBef>
            </a:pPr>
            <a:r>
              <a:rPr lang="en-IN" b="1" dirty="0"/>
              <a:t>ARVE%</a:t>
            </a:r>
          </a:p>
          <a:p>
            <a:pPr algn="ctr">
              <a:spcBef>
                <a:spcPct val="0"/>
              </a:spcBef>
            </a:pPr>
            <a:r>
              <a:rPr lang="en-IN" sz="1200" b="1" dirty="0"/>
              <a:t>as of Jun</a:t>
            </a:r>
          </a:p>
        </p:txBody>
      </p:sp>
      <p:grpSp>
        <p:nvGrpSpPr>
          <p:cNvPr id="42" name="Group 41">
            <a:extLst>
              <a:ext uri="{FF2B5EF4-FFF2-40B4-BE49-F238E27FC236}">
                <a16:creationId xmlns:a16="http://schemas.microsoft.com/office/drawing/2014/main" id="{7FD5F63C-EF6D-EE00-7FA8-636A4189BF2A}"/>
              </a:ext>
            </a:extLst>
          </p:cNvPr>
          <p:cNvGrpSpPr/>
          <p:nvPr/>
        </p:nvGrpSpPr>
        <p:grpSpPr>
          <a:xfrm>
            <a:off x="8213004" y="2181906"/>
            <a:ext cx="3191596" cy="2859994"/>
            <a:chOff x="7157938" y="2392814"/>
            <a:chExt cx="1945444" cy="1945443"/>
          </a:xfrm>
          <a:effectLst>
            <a:outerShdw blurRad="63500" sx="102000" sy="102000" algn="ctr" rotWithShape="0">
              <a:prstClr val="black">
                <a:alpha val="40000"/>
              </a:prstClr>
            </a:outerShdw>
          </a:effectLst>
        </p:grpSpPr>
        <p:sp>
          <p:nvSpPr>
            <p:cNvPr id="3113" name="Freeform: Shape 3112">
              <a:extLst>
                <a:ext uri="{FF2B5EF4-FFF2-40B4-BE49-F238E27FC236}">
                  <a16:creationId xmlns:a16="http://schemas.microsoft.com/office/drawing/2014/main" id="{A0D8E5E2-DC71-0BB7-0597-6F2ED3F48A97}"/>
                </a:ext>
              </a:extLst>
            </p:cNvPr>
            <p:cNvSpPr/>
            <p:nvPr/>
          </p:nvSpPr>
          <p:spPr>
            <a:xfrm>
              <a:off x="7157938" y="2392814"/>
              <a:ext cx="1945444" cy="1945443"/>
            </a:xfrm>
            <a:custGeom>
              <a:avLst/>
              <a:gdLst>
                <a:gd name="connsiteX0" fmla="*/ 3086591 w 3086591"/>
                <a:gd name="connsiteY0" fmla="*/ 1543295 h 3086590"/>
                <a:gd name="connsiteX1" fmla="*/ 1543296 w 3086591"/>
                <a:gd name="connsiteY1" fmla="*/ 3086591 h 3086590"/>
                <a:gd name="connsiteX2" fmla="*/ 0 w 3086591"/>
                <a:gd name="connsiteY2" fmla="*/ 1543295 h 3086590"/>
                <a:gd name="connsiteX3" fmla="*/ 1543296 w 3086591"/>
                <a:gd name="connsiteY3" fmla="*/ 0 h 3086590"/>
                <a:gd name="connsiteX4" fmla="*/ 3086591 w 3086591"/>
                <a:gd name="connsiteY4" fmla="*/ 1543295 h 3086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86591" h="3086590">
                  <a:moveTo>
                    <a:pt x="3086591" y="1543295"/>
                  </a:moveTo>
                  <a:cubicBezTo>
                    <a:pt x="3086591" y="2395634"/>
                    <a:pt x="2395634" y="3086591"/>
                    <a:pt x="1543296" y="3086591"/>
                  </a:cubicBezTo>
                  <a:cubicBezTo>
                    <a:pt x="690957" y="3086591"/>
                    <a:pt x="0" y="2395634"/>
                    <a:pt x="0" y="1543295"/>
                  </a:cubicBezTo>
                  <a:cubicBezTo>
                    <a:pt x="0" y="690957"/>
                    <a:pt x="690957" y="0"/>
                    <a:pt x="1543296" y="0"/>
                  </a:cubicBezTo>
                  <a:cubicBezTo>
                    <a:pt x="2395634" y="0"/>
                    <a:pt x="3086591" y="690957"/>
                    <a:pt x="3086591" y="1543295"/>
                  </a:cubicBezTo>
                  <a:close/>
                </a:path>
              </a:pathLst>
            </a:custGeom>
            <a:gradFill>
              <a:gsLst>
                <a:gs pos="0">
                  <a:srgbClr val="3AAAFF">
                    <a:alpha val="14000"/>
                  </a:srgbClr>
                </a:gs>
                <a:gs pos="100000">
                  <a:srgbClr val="044FA3">
                    <a:alpha val="14000"/>
                  </a:srgbClr>
                </a:gs>
              </a:gsLst>
              <a:lin ang="5400000" scaled="1"/>
            </a:gradFill>
            <a:ln w="12700" cap="flat">
              <a:noFill/>
              <a:prstDash val="solid"/>
              <a:miter/>
            </a:ln>
          </p:spPr>
          <p:txBody>
            <a:bodyPr rtlCol="0" anchor="ctr"/>
            <a:lstStyle/>
            <a:p>
              <a:endParaRPr lang="en-US"/>
            </a:p>
          </p:txBody>
        </p:sp>
        <p:grpSp>
          <p:nvGrpSpPr>
            <p:cNvPr id="3114" name="Group 3113">
              <a:extLst>
                <a:ext uri="{FF2B5EF4-FFF2-40B4-BE49-F238E27FC236}">
                  <a16:creationId xmlns:a16="http://schemas.microsoft.com/office/drawing/2014/main" id="{2FC98F6C-9088-57EA-4514-199AA59DE515}"/>
                </a:ext>
              </a:extLst>
            </p:cNvPr>
            <p:cNvGrpSpPr/>
            <p:nvPr/>
          </p:nvGrpSpPr>
          <p:grpSpPr>
            <a:xfrm>
              <a:off x="7305992" y="2540867"/>
              <a:ext cx="1649336" cy="1649337"/>
              <a:chOff x="773264" y="979665"/>
              <a:chExt cx="1649336" cy="1649337"/>
            </a:xfrm>
            <a:solidFill>
              <a:schemeClr val="bg1"/>
            </a:solidFill>
          </p:grpSpPr>
          <p:sp>
            <p:nvSpPr>
              <p:cNvPr id="3115" name="Freeform: Shape 3114">
                <a:extLst>
                  <a:ext uri="{FF2B5EF4-FFF2-40B4-BE49-F238E27FC236}">
                    <a16:creationId xmlns:a16="http://schemas.microsoft.com/office/drawing/2014/main" id="{32689509-2223-ADB0-DBFF-800F8FB4518E}"/>
                  </a:ext>
                </a:extLst>
              </p:cNvPr>
              <p:cNvSpPr/>
              <p:nvPr/>
            </p:nvSpPr>
            <p:spPr>
              <a:xfrm>
                <a:off x="1539176" y="979665"/>
                <a:ext cx="117506" cy="117506"/>
              </a:xfrm>
              <a:custGeom>
                <a:avLst/>
                <a:gdLst>
                  <a:gd name="connsiteX0" fmla="*/ 155151 w 155151"/>
                  <a:gd name="connsiteY0" fmla="*/ 77576 h 155151"/>
                  <a:gd name="connsiteX1" fmla="*/ 77575 w 155151"/>
                  <a:gd name="connsiteY1" fmla="*/ 155151 h 155151"/>
                  <a:gd name="connsiteX2" fmla="*/ 0 w 155151"/>
                  <a:gd name="connsiteY2" fmla="*/ 77576 h 155151"/>
                  <a:gd name="connsiteX3" fmla="*/ 77575 w 155151"/>
                  <a:gd name="connsiteY3" fmla="*/ 0 h 155151"/>
                  <a:gd name="connsiteX4" fmla="*/ 155151 w 155151"/>
                  <a:gd name="connsiteY4" fmla="*/ 77576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6"/>
                    </a:moveTo>
                    <a:cubicBezTo>
                      <a:pt x="155151" y="120419"/>
                      <a:pt x="120419" y="155151"/>
                      <a:pt x="77575" y="155151"/>
                    </a:cubicBezTo>
                    <a:cubicBezTo>
                      <a:pt x="34732" y="155151"/>
                      <a:pt x="0" y="120419"/>
                      <a:pt x="0" y="77576"/>
                    </a:cubicBezTo>
                    <a:cubicBezTo>
                      <a:pt x="0" y="34732"/>
                      <a:pt x="34732" y="0"/>
                      <a:pt x="77575" y="0"/>
                    </a:cubicBezTo>
                    <a:cubicBezTo>
                      <a:pt x="120419" y="0"/>
                      <a:pt x="155151" y="34732"/>
                      <a:pt x="155151" y="77576"/>
                    </a:cubicBezTo>
                    <a:close/>
                  </a:path>
                </a:pathLst>
              </a:custGeom>
              <a:grpFill/>
              <a:ln w="1257" cap="flat">
                <a:noFill/>
                <a:prstDash val="solid"/>
                <a:miter/>
              </a:ln>
            </p:spPr>
            <p:txBody>
              <a:bodyPr rtlCol="0" anchor="ctr"/>
              <a:lstStyle/>
              <a:p>
                <a:endParaRPr lang="en-US"/>
              </a:p>
            </p:txBody>
          </p:sp>
          <p:sp>
            <p:nvSpPr>
              <p:cNvPr id="3116" name="Freeform: Shape 3115">
                <a:extLst>
                  <a:ext uri="{FF2B5EF4-FFF2-40B4-BE49-F238E27FC236}">
                    <a16:creationId xmlns:a16="http://schemas.microsoft.com/office/drawing/2014/main" id="{14E1B951-8DC6-FB22-0C90-901889199B3F}"/>
                  </a:ext>
                </a:extLst>
              </p:cNvPr>
              <p:cNvSpPr/>
              <p:nvPr/>
            </p:nvSpPr>
            <p:spPr>
              <a:xfrm>
                <a:off x="1297088" y="1018708"/>
                <a:ext cx="117506" cy="117506"/>
              </a:xfrm>
              <a:custGeom>
                <a:avLst/>
                <a:gdLst>
                  <a:gd name="connsiteX0" fmla="*/ 155151 w 155151"/>
                  <a:gd name="connsiteY0" fmla="*/ 77576 h 155151"/>
                  <a:gd name="connsiteX1" fmla="*/ 77576 w 155151"/>
                  <a:gd name="connsiteY1" fmla="*/ 155151 h 155151"/>
                  <a:gd name="connsiteX2" fmla="*/ 0 w 155151"/>
                  <a:gd name="connsiteY2" fmla="*/ 77576 h 155151"/>
                  <a:gd name="connsiteX3" fmla="*/ 77576 w 155151"/>
                  <a:gd name="connsiteY3" fmla="*/ 0 h 155151"/>
                  <a:gd name="connsiteX4" fmla="*/ 155151 w 155151"/>
                  <a:gd name="connsiteY4" fmla="*/ 77576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6"/>
                    </a:moveTo>
                    <a:cubicBezTo>
                      <a:pt x="155151" y="120419"/>
                      <a:pt x="120419" y="155151"/>
                      <a:pt x="77576" y="155151"/>
                    </a:cubicBezTo>
                    <a:cubicBezTo>
                      <a:pt x="34732" y="155151"/>
                      <a:pt x="0" y="120419"/>
                      <a:pt x="0" y="77576"/>
                    </a:cubicBezTo>
                    <a:cubicBezTo>
                      <a:pt x="0" y="34732"/>
                      <a:pt x="34732" y="0"/>
                      <a:pt x="77576" y="0"/>
                    </a:cubicBezTo>
                    <a:cubicBezTo>
                      <a:pt x="120419" y="0"/>
                      <a:pt x="155151" y="34732"/>
                      <a:pt x="155151" y="77576"/>
                    </a:cubicBezTo>
                    <a:close/>
                  </a:path>
                </a:pathLst>
              </a:custGeom>
              <a:grpFill/>
              <a:ln w="1257" cap="flat">
                <a:noFill/>
                <a:prstDash val="solid"/>
                <a:miter/>
              </a:ln>
            </p:spPr>
            <p:txBody>
              <a:bodyPr rtlCol="0" anchor="ctr"/>
              <a:lstStyle/>
              <a:p>
                <a:endParaRPr lang="en-US"/>
              </a:p>
            </p:txBody>
          </p:sp>
          <p:sp>
            <p:nvSpPr>
              <p:cNvPr id="3117" name="Freeform: Shape 3116">
                <a:extLst>
                  <a:ext uri="{FF2B5EF4-FFF2-40B4-BE49-F238E27FC236}">
                    <a16:creationId xmlns:a16="http://schemas.microsoft.com/office/drawing/2014/main" id="{C2CC4F43-938B-EA13-E343-C2663E340491}"/>
                  </a:ext>
                </a:extLst>
              </p:cNvPr>
              <p:cNvSpPr/>
              <p:nvPr/>
            </p:nvSpPr>
            <p:spPr>
              <a:xfrm>
                <a:off x="1086838" y="1127439"/>
                <a:ext cx="117506" cy="117506"/>
              </a:xfrm>
              <a:custGeom>
                <a:avLst/>
                <a:gdLst>
                  <a:gd name="connsiteX0" fmla="*/ 155151 w 155151"/>
                  <a:gd name="connsiteY0" fmla="*/ 77575 h 155151"/>
                  <a:gd name="connsiteX1" fmla="*/ 77576 w 155151"/>
                  <a:gd name="connsiteY1" fmla="*/ 155151 h 155151"/>
                  <a:gd name="connsiteX2" fmla="*/ 0 w 155151"/>
                  <a:gd name="connsiteY2" fmla="*/ 77575 h 155151"/>
                  <a:gd name="connsiteX3" fmla="*/ 77576 w 155151"/>
                  <a:gd name="connsiteY3" fmla="*/ 0 h 155151"/>
                  <a:gd name="connsiteX4" fmla="*/ 155151 w 155151"/>
                  <a:gd name="connsiteY4" fmla="*/ 77575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5"/>
                    </a:moveTo>
                    <a:cubicBezTo>
                      <a:pt x="155151" y="120419"/>
                      <a:pt x="120419" y="155151"/>
                      <a:pt x="77576" y="155151"/>
                    </a:cubicBezTo>
                    <a:cubicBezTo>
                      <a:pt x="34732" y="155151"/>
                      <a:pt x="0" y="120419"/>
                      <a:pt x="0" y="77575"/>
                    </a:cubicBezTo>
                    <a:cubicBezTo>
                      <a:pt x="0" y="34732"/>
                      <a:pt x="34732" y="0"/>
                      <a:pt x="77576" y="0"/>
                    </a:cubicBezTo>
                    <a:cubicBezTo>
                      <a:pt x="120419" y="0"/>
                      <a:pt x="155151" y="34732"/>
                      <a:pt x="155151" y="77575"/>
                    </a:cubicBezTo>
                    <a:close/>
                  </a:path>
                </a:pathLst>
              </a:custGeom>
              <a:grpFill/>
              <a:ln w="1257" cap="flat">
                <a:noFill/>
                <a:prstDash val="solid"/>
                <a:miter/>
              </a:ln>
            </p:spPr>
            <p:txBody>
              <a:bodyPr rtlCol="0" anchor="ctr"/>
              <a:lstStyle/>
              <a:p>
                <a:endParaRPr lang="en-US"/>
              </a:p>
            </p:txBody>
          </p:sp>
          <p:sp>
            <p:nvSpPr>
              <p:cNvPr id="3118" name="Freeform: Shape 3117">
                <a:extLst>
                  <a:ext uri="{FF2B5EF4-FFF2-40B4-BE49-F238E27FC236}">
                    <a16:creationId xmlns:a16="http://schemas.microsoft.com/office/drawing/2014/main" id="{2947BA68-D56E-1148-45B6-02533D2845D6}"/>
                  </a:ext>
                </a:extLst>
              </p:cNvPr>
              <p:cNvSpPr/>
              <p:nvPr/>
            </p:nvSpPr>
            <p:spPr>
              <a:xfrm>
                <a:off x="921038" y="1293239"/>
                <a:ext cx="117506" cy="117506"/>
              </a:xfrm>
              <a:custGeom>
                <a:avLst/>
                <a:gdLst>
                  <a:gd name="connsiteX0" fmla="*/ 155151 w 155151"/>
                  <a:gd name="connsiteY0" fmla="*/ 77575 h 155151"/>
                  <a:gd name="connsiteX1" fmla="*/ 77576 w 155151"/>
                  <a:gd name="connsiteY1" fmla="*/ 155151 h 155151"/>
                  <a:gd name="connsiteX2" fmla="*/ 0 w 155151"/>
                  <a:gd name="connsiteY2" fmla="*/ 77575 h 155151"/>
                  <a:gd name="connsiteX3" fmla="*/ 77576 w 155151"/>
                  <a:gd name="connsiteY3" fmla="*/ 0 h 155151"/>
                  <a:gd name="connsiteX4" fmla="*/ 155151 w 155151"/>
                  <a:gd name="connsiteY4" fmla="*/ 77575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5"/>
                    </a:moveTo>
                    <a:cubicBezTo>
                      <a:pt x="155151" y="120419"/>
                      <a:pt x="120419" y="155151"/>
                      <a:pt x="77576" y="155151"/>
                    </a:cubicBezTo>
                    <a:cubicBezTo>
                      <a:pt x="34732" y="155151"/>
                      <a:pt x="0" y="120419"/>
                      <a:pt x="0" y="77575"/>
                    </a:cubicBezTo>
                    <a:cubicBezTo>
                      <a:pt x="0" y="34732"/>
                      <a:pt x="34732" y="0"/>
                      <a:pt x="77576" y="0"/>
                    </a:cubicBezTo>
                    <a:cubicBezTo>
                      <a:pt x="120419" y="0"/>
                      <a:pt x="155151" y="34732"/>
                      <a:pt x="155151" y="77575"/>
                    </a:cubicBezTo>
                    <a:close/>
                  </a:path>
                </a:pathLst>
              </a:custGeom>
              <a:grpFill/>
              <a:ln w="1257" cap="flat">
                <a:noFill/>
                <a:prstDash val="solid"/>
                <a:miter/>
              </a:ln>
            </p:spPr>
            <p:txBody>
              <a:bodyPr rtlCol="0" anchor="ctr"/>
              <a:lstStyle/>
              <a:p>
                <a:endParaRPr lang="en-US"/>
              </a:p>
            </p:txBody>
          </p:sp>
          <p:sp>
            <p:nvSpPr>
              <p:cNvPr id="3119" name="Freeform: Shape 3118">
                <a:extLst>
                  <a:ext uri="{FF2B5EF4-FFF2-40B4-BE49-F238E27FC236}">
                    <a16:creationId xmlns:a16="http://schemas.microsoft.com/office/drawing/2014/main" id="{22DC86A4-295D-E8C2-ECE5-347D75CF98D7}"/>
                  </a:ext>
                </a:extLst>
              </p:cNvPr>
              <p:cNvSpPr/>
              <p:nvPr/>
            </p:nvSpPr>
            <p:spPr>
              <a:xfrm>
                <a:off x="812307" y="1503490"/>
                <a:ext cx="117506" cy="117506"/>
              </a:xfrm>
              <a:custGeom>
                <a:avLst/>
                <a:gdLst>
                  <a:gd name="connsiteX0" fmla="*/ 155151 w 155151"/>
                  <a:gd name="connsiteY0" fmla="*/ 77575 h 155151"/>
                  <a:gd name="connsiteX1" fmla="*/ 77576 w 155151"/>
                  <a:gd name="connsiteY1" fmla="*/ 155151 h 155151"/>
                  <a:gd name="connsiteX2" fmla="*/ 0 w 155151"/>
                  <a:gd name="connsiteY2" fmla="*/ 77575 h 155151"/>
                  <a:gd name="connsiteX3" fmla="*/ 77576 w 155151"/>
                  <a:gd name="connsiteY3" fmla="*/ 0 h 155151"/>
                  <a:gd name="connsiteX4" fmla="*/ 155151 w 155151"/>
                  <a:gd name="connsiteY4" fmla="*/ 77575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5"/>
                    </a:moveTo>
                    <a:cubicBezTo>
                      <a:pt x="155151" y="120419"/>
                      <a:pt x="120419" y="155151"/>
                      <a:pt x="77576" y="155151"/>
                    </a:cubicBezTo>
                    <a:cubicBezTo>
                      <a:pt x="34732" y="155151"/>
                      <a:pt x="0" y="120419"/>
                      <a:pt x="0" y="77575"/>
                    </a:cubicBezTo>
                    <a:cubicBezTo>
                      <a:pt x="0" y="34732"/>
                      <a:pt x="34732" y="0"/>
                      <a:pt x="77576" y="0"/>
                    </a:cubicBezTo>
                    <a:cubicBezTo>
                      <a:pt x="120419" y="0"/>
                      <a:pt x="155151" y="34732"/>
                      <a:pt x="155151" y="77575"/>
                    </a:cubicBezTo>
                    <a:close/>
                  </a:path>
                </a:pathLst>
              </a:custGeom>
              <a:grpFill/>
              <a:ln w="1257" cap="flat">
                <a:noFill/>
                <a:prstDash val="solid"/>
                <a:miter/>
              </a:ln>
            </p:spPr>
            <p:txBody>
              <a:bodyPr rtlCol="0" anchor="ctr"/>
              <a:lstStyle/>
              <a:p>
                <a:endParaRPr lang="en-US"/>
              </a:p>
            </p:txBody>
          </p:sp>
          <p:sp>
            <p:nvSpPr>
              <p:cNvPr id="3120" name="Freeform: Shape 3119">
                <a:extLst>
                  <a:ext uri="{FF2B5EF4-FFF2-40B4-BE49-F238E27FC236}">
                    <a16:creationId xmlns:a16="http://schemas.microsoft.com/office/drawing/2014/main" id="{605985CD-E8B3-A5FE-F855-AD4F99D7F077}"/>
                  </a:ext>
                </a:extLst>
              </p:cNvPr>
              <p:cNvSpPr/>
              <p:nvPr/>
            </p:nvSpPr>
            <p:spPr>
              <a:xfrm>
                <a:off x="773264" y="1745584"/>
                <a:ext cx="117506" cy="117506"/>
              </a:xfrm>
              <a:custGeom>
                <a:avLst/>
                <a:gdLst>
                  <a:gd name="connsiteX0" fmla="*/ 155151 w 155151"/>
                  <a:gd name="connsiteY0" fmla="*/ 77576 h 155151"/>
                  <a:gd name="connsiteX1" fmla="*/ 77576 w 155151"/>
                  <a:gd name="connsiteY1" fmla="*/ 155151 h 155151"/>
                  <a:gd name="connsiteX2" fmla="*/ 0 w 155151"/>
                  <a:gd name="connsiteY2" fmla="*/ 77576 h 155151"/>
                  <a:gd name="connsiteX3" fmla="*/ 77576 w 155151"/>
                  <a:gd name="connsiteY3" fmla="*/ 0 h 155151"/>
                  <a:gd name="connsiteX4" fmla="*/ 155151 w 155151"/>
                  <a:gd name="connsiteY4" fmla="*/ 77576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6"/>
                    </a:moveTo>
                    <a:cubicBezTo>
                      <a:pt x="155151" y="120419"/>
                      <a:pt x="120419" y="155151"/>
                      <a:pt x="77576" y="155151"/>
                    </a:cubicBezTo>
                    <a:cubicBezTo>
                      <a:pt x="34732" y="155151"/>
                      <a:pt x="0" y="120420"/>
                      <a:pt x="0" y="77576"/>
                    </a:cubicBezTo>
                    <a:cubicBezTo>
                      <a:pt x="0" y="34732"/>
                      <a:pt x="34732" y="0"/>
                      <a:pt x="77576" y="0"/>
                    </a:cubicBezTo>
                    <a:cubicBezTo>
                      <a:pt x="120419" y="0"/>
                      <a:pt x="155151" y="34732"/>
                      <a:pt x="155151" y="77576"/>
                    </a:cubicBezTo>
                    <a:close/>
                  </a:path>
                </a:pathLst>
              </a:custGeom>
              <a:grpFill/>
              <a:ln w="1257" cap="flat">
                <a:noFill/>
                <a:prstDash val="solid"/>
                <a:miter/>
              </a:ln>
            </p:spPr>
            <p:txBody>
              <a:bodyPr rtlCol="0" anchor="ctr"/>
              <a:lstStyle/>
              <a:p>
                <a:endParaRPr lang="en-US"/>
              </a:p>
            </p:txBody>
          </p:sp>
          <p:sp>
            <p:nvSpPr>
              <p:cNvPr id="3121" name="Freeform: Shape 3120">
                <a:extLst>
                  <a:ext uri="{FF2B5EF4-FFF2-40B4-BE49-F238E27FC236}">
                    <a16:creationId xmlns:a16="http://schemas.microsoft.com/office/drawing/2014/main" id="{03EE3238-C26E-D63B-1C0C-5CC65BCA934A}"/>
                  </a:ext>
                </a:extLst>
              </p:cNvPr>
              <p:cNvSpPr/>
              <p:nvPr/>
            </p:nvSpPr>
            <p:spPr>
              <a:xfrm>
                <a:off x="812307" y="1987672"/>
                <a:ext cx="117506" cy="117506"/>
              </a:xfrm>
              <a:custGeom>
                <a:avLst/>
                <a:gdLst>
                  <a:gd name="connsiteX0" fmla="*/ 155151 w 155151"/>
                  <a:gd name="connsiteY0" fmla="*/ 77575 h 155151"/>
                  <a:gd name="connsiteX1" fmla="*/ 77576 w 155151"/>
                  <a:gd name="connsiteY1" fmla="*/ 155151 h 155151"/>
                  <a:gd name="connsiteX2" fmla="*/ 0 w 155151"/>
                  <a:gd name="connsiteY2" fmla="*/ 77575 h 155151"/>
                  <a:gd name="connsiteX3" fmla="*/ 77576 w 155151"/>
                  <a:gd name="connsiteY3" fmla="*/ 0 h 155151"/>
                  <a:gd name="connsiteX4" fmla="*/ 155151 w 155151"/>
                  <a:gd name="connsiteY4" fmla="*/ 77575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5"/>
                    </a:moveTo>
                    <a:cubicBezTo>
                      <a:pt x="155151" y="120419"/>
                      <a:pt x="120419" y="155151"/>
                      <a:pt x="77576" y="155151"/>
                    </a:cubicBezTo>
                    <a:cubicBezTo>
                      <a:pt x="34732" y="155151"/>
                      <a:pt x="0" y="120420"/>
                      <a:pt x="0" y="77575"/>
                    </a:cubicBezTo>
                    <a:cubicBezTo>
                      <a:pt x="0" y="34732"/>
                      <a:pt x="34732" y="0"/>
                      <a:pt x="77576" y="0"/>
                    </a:cubicBezTo>
                    <a:cubicBezTo>
                      <a:pt x="120419" y="0"/>
                      <a:pt x="155151" y="34731"/>
                      <a:pt x="155151" y="77575"/>
                    </a:cubicBezTo>
                    <a:close/>
                  </a:path>
                </a:pathLst>
              </a:custGeom>
              <a:grpFill/>
              <a:ln w="1257" cap="flat">
                <a:noFill/>
                <a:prstDash val="solid"/>
                <a:miter/>
              </a:ln>
            </p:spPr>
            <p:txBody>
              <a:bodyPr rtlCol="0" anchor="ctr"/>
              <a:lstStyle/>
              <a:p>
                <a:endParaRPr lang="en-US"/>
              </a:p>
            </p:txBody>
          </p:sp>
          <p:sp>
            <p:nvSpPr>
              <p:cNvPr id="3122" name="Freeform: Shape 3121">
                <a:extLst>
                  <a:ext uri="{FF2B5EF4-FFF2-40B4-BE49-F238E27FC236}">
                    <a16:creationId xmlns:a16="http://schemas.microsoft.com/office/drawing/2014/main" id="{5C9A41EB-129A-583F-1411-E8B15DCCFF01}"/>
                  </a:ext>
                </a:extLst>
              </p:cNvPr>
              <p:cNvSpPr/>
              <p:nvPr/>
            </p:nvSpPr>
            <p:spPr>
              <a:xfrm>
                <a:off x="921038" y="2197922"/>
                <a:ext cx="117506" cy="117506"/>
              </a:xfrm>
              <a:custGeom>
                <a:avLst/>
                <a:gdLst>
                  <a:gd name="connsiteX0" fmla="*/ 155151 w 155151"/>
                  <a:gd name="connsiteY0" fmla="*/ 77575 h 155151"/>
                  <a:gd name="connsiteX1" fmla="*/ 77576 w 155151"/>
                  <a:gd name="connsiteY1" fmla="*/ 155151 h 155151"/>
                  <a:gd name="connsiteX2" fmla="*/ 0 w 155151"/>
                  <a:gd name="connsiteY2" fmla="*/ 77575 h 155151"/>
                  <a:gd name="connsiteX3" fmla="*/ 77576 w 155151"/>
                  <a:gd name="connsiteY3" fmla="*/ 0 h 155151"/>
                  <a:gd name="connsiteX4" fmla="*/ 155151 w 155151"/>
                  <a:gd name="connsiteY4" fmla="*/ 77575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5"/>
                    </a:moveTo>
                    <a:cubicBezTo>
                      <a:pt x="155151" y="120419"/>
                      <a:pt x="120419" y="155151"/>
                      <a:pt x="77576" y="155151"/>
                    </a:cubicBezTo>
                    <a:cubicBezTo>
                      <a:pt x="34732" y="155151"/>
                      <a:pt x="0" y="120420"/>
                      <a:pt x="0" y="77575"/>
                    </a:cubicBezTo>
                    <a:cubicBezTo>
                      <a:pt x="0" y="34732"/>
                      <a:pt x="34732" y="0"/>
                      <a:pt x="77576" y="0"/>
                    </a:cubicBezTo>
                    <a:cubicBezTo>
                      <a:pt x="120419" y="0"/>
                      <a:pt x="155151" y="34731"/>
                      <a:pt x="155151" y="77575"/>
                    </a:cubicBezTo>
                    <a:close/>
                  </a:path>
                </a:pathLst>
              </a:custGeom>
              <a:grpFill/>
              <a:ln w="1257" cap="flat">
                <a:noFill/>
                <a:prstDash val="solid"/>
                <a:miter/>
              </a:ln>
            </p:spPr>
            <p:txBody>
              <a:bodyPr rtlCol="0" anchor="ctr"/>
              <a:lstStyle/>
              <a:p>
                <a:endParaRPr lang="en-US"/>
              </a:p>
            </p:txBody>
          </p:sp>
          <p:sp>
            <p:nvSpPr>
              <p:cNvPr id="3123" name="Freeform: Shape 3122">
                <a:extLst>
                  <a:ext uri="{FF2B5EF4-FFF2-40B4-BE49-F238E27FC236}">
                    <a16:creationId xmlns:a16="http://schemas.microsoft.com/office/drawing/2014/main" id="{4605F8E1-53B5-9C46-5067-4AD1C70EC509}"/>
                  </a:ext>
                </a:extLst>
              </p:cNvPr>
              <p:cNvSpPr/>
              <p:nvPr/>
            </p:nvSpPr>
            <p:spPr>
              <a:xfrm>
                <a:off x="1086838" y="2363722"/>
                <a:ext cx="117506" cy="117506"/>
              </a:xfrm>
              <a:custGeom>
                <a:avLst/>
                <a:gdLst>
                  <a:gd name="connsiteX0" fmla="*/ 155151 w 155151"/>
                  <a:gd name="connsiteY0" fmla="*/ 77575 h 155151"/>
                  <a:gd name="connsiteX1" fmla="*/ 77576 w 155151"/>
                  <a:gd name="connsiteY1" fmla="*/ 155151 h 155151"/>
                  <a:gd name="connsiteX2" fmla="*/ 0 w 155151"/>
                  <a:gd name="connsiteY2" fmla="*/ 77575 h 155151"/>
                  <a:gd name="connsiteX3" fmla="*/ 77576 w 155151"/>
                  <a:gd name="connsiteY3" fmla="*/ 0 h 155151"/>
                  <a:gd name="connsiteX4" fmla="*/ 155151 w 155151"/>
                  <a:gd name="connsiteY4" fmla="*/ 77575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5"/>
                    </a:moveTo>
                    <a:cubicBezTo>
                      <a:pt x="155151" y="120419"/>
                      <a:pt x="120419" y="155151"/>
                      <a:pt x="77576" y="155151"/>
                    </a:cubicBezTo>
                    <a:cubicBezTo>
                      <a:pt x="34732" y="155151"/>
                      <a:pt x="0" y="120420"/>
                      <a:pt x="0" y="77575"/>
                    </a:cubicBezTo>
                    <a:cubicBezTo>
                      <a:pt x="0" y="34732"/>
                      <a:pt x="34732" y="0"/>
                      <a:pt x="77576" y="0"/>
                    </a:cubicBezTo>
                    <a:cubicBezTo>
                      <a:pt x="120419" y="0"/>
                      <a:pt x="155151" y="34731"/>
                      <a:pt x="155151" y="77575"/>
                    </a:cubicBezTo>
                    <a:close/>
                  </a:path>
                </a:pathLst>
              </a:custGeom>
              <a:grpFill/>
              <a:ln w="1257" cap="flat">
                <a:noFill/>
                <a:prstDash val="solid"/>
                <a:miter/>
              </a:ln>
            </p:spPr>
            <p:txBody>
              <a:bodyPr rtlCol="0" anchor="ctr"/>
              <a:lstStyle/>
              <a:p>
                <a:endParaRPr lang="en-US"/>
              </a:p>
            </p:txBody>
          </p:sp>
          <p:sp>
            <p:nvSpPr>
              <p:cNvPr id="3124" name="Freeform: Shape 3123">
                <a:extLst>
                  <a:ext uri="{FF2B5EF4-FFF2-40B4-BE49-F238E27FC236}">
                    <a16:creationId xmlns:a16="http://schemas.microsoft.com/office/drawing/2014/main" id="{A03D7F40-1E5E-D102-2448-1BDF9D102D31}"/>
                  </a:ext>
                </a:extLst>
              </p:cNvPr>
              <p:cNvSpPr/>
              <p:nvPr/>
            </p:nvSpPr>
            <p:spPr>
              <a:xfrm>
                <a:off x="1297088" y="2472453"/>
                <a:ext cx="117506" cy="117506"/>
              </a:xfrm>
              <a:custGeom>
                <a:avLst/>
                <a:gdLst>
                  <a:gd name="connsiteX0" fmla="*/ 155151 w 155151"/>
                  <a:gd name="connsiteY0" fmla="*/ 77576 h 155151"/>
                  <a:gd name="connsiteX1" fmla="*/ 77576 w 155151"/>
                  <a:gd name="connsiteY1" fmla="*/ 155151 h 155151"/>
                  <a:gd name="connsiteX2" fmla="*/ 0 w 155151"/>
                  <a:gd name="connsiteY2" fmla="*/ 77576 h 155151"/>
                  <a:gd name="connsiteX3" fmla="*/ 77576 w 155151"/>
                  <a:gd name="connsiteY3" fmla="*/ 0 h 155151"/>
                  <a:gd name="connsiteX4" fmla="*/ 155151 w 155151"/>
                  <a:gd name="connsiteY4" fmla="*/ 77576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6"/>
                    </a:moveTo>
                    <a:cubicBezTo>
                      <a:pt x="155151" y="120419"/>
                      <a:pt x="120419" y="155151"/>
                      <a:pt x="77576" y="155151"/>
                    </a:cubicBezTo>
                    <a:cubicBezTo>
                      <a:pt x="34732" y="155151"/>
                      <a:pt x="0" y="120420"/>
                      <a:pt x="0" y="77576"/>
                    </a:cubicBezTo>
                    <a:cubicBezTo>
                      <a:pt x="0" y="34732"/>
                      <a:pt x="34732" y="0"/>
                      <a:pt x="77576" y="0"/>
                    </a:cubicBezTo>
                    <a:cubicBezTo>
                      <a:pt x="120419" y="0"/>
                      <a:pt x="155151" y="34731"/>
                      <a:pt x="155151" y="77576"/>
                    </a:cubicBezTo>
                    <a:close/>
                  </a:path>
                </a:pathLst>
              </a:custGeom>
              <a:grpFill/>
              <a:ln w="1257" cap="flat">
                <a:noFill/>
                <a:prstDash val="solid"/>
                <a:miter/>
              </a:ln>
            </p:spPr>
            <p:txBody>
              <a:bodyPr rtlCol="0" anchor="ctr"/>
              <a:lstStyle/>
              <a:p>
                <a:endParaRPr lang="en-US"/>
              </a:p>
            </p:txBody>
          </p:sp>
          <p:sp>
            <p:nvSpPr>
              <p:cNvPr id="3125" name="Freeform: Shape 3124">
                <a:extLst>
                  <a:ext uri="{FF2B5EF4-FFF2-40B4-BE49-F238E27FC236}">
                    <a16:creationId xmlns:a16="http://schemas.microsoft.com/office/drawing/2014/main" id="{0D96D8C2-CC6D-0D12-6BD6-EA33CEE8B95C}"/>
                  </a:ext>
                </a:extLst>
              </p:cNvPr>
              <p:cNvSpPr/>
              <p:nvPr/>
            </p:nvSpPr>
            <p:spPr>
              <a:xfrm>
                <a:off x="1539176" y="2511496"/>
                <a:ext cx="117506" cy="117506"/>
              </a:xfrm>
              <a:custGeom>
                <a:avLst/>
                <a:gdLst>
                  <a:gd name="connsiteX0" fmla="*/ 155151 w 155151"/>
                  <a:gd name="connsiteY0" fmla="*/ 77575 h 155151"/>
                  <a:gd name="connsiteX1" fmla="*/ 77575 w 155151"/>
                  <a:gd name="connsiteY1" fmla="*/ 155151 h 155151"/>
                  <a:gd name="connsiteX2" fmla="*/ 0 w 155151"/>
                  <a:gd name="connsiteY2" fmla="*/ 77575 h 155151"/>
                  <a:gd name="connsiteX3" fmla="*/ 77575 w 155151"/>
                  <a:gd name="connsiteY3" fmla="*/ 0 h 155151"/>
                  <a:gd name="connsiteX4" fmla="*/ 155151 w 155151"/>
                  <a:gd name="connsiteY4" fmla="*/ 77575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5"/>
                    </a:moveTo>
                    <a:cubicBezTo>
                      <a:pt x="155151" y="120419"/>
                      <a:pt x="120419" y="155151"/>
                      <a:pt x="77575" y="155151"/>
                    </a:cubicBezTo>
                    <a:cubicBezTo>
                      <a:pt x="34732" y="155151"/>
                      <a:pt x="0" y="120419"/>
                      <a:pt x="0" y="77575"/>
                    </a:cubicBezTo>
                    <a:cubicBezTo>
                      <a:pt x="0" y="34732"/>
                      <a:pt x="34732" y="0"/>
                      <a:pt x="77575" y="0"/>
                    </a:cubicBezTo>
                    <a:cubicBezTo>
                      <a:pt x="120419" y="0"/>
                      <a:pt x="155151" y="34731"/>
                      <a:pt x="155151" y="77575"/>
                    </a:cubicBezTo>
                    <a:close/>
                  </a:path>
                </a:pathLst>
              </a:custGeom>
              <a:grpFill/>
              <a:ln w="1257" cap="flat">
                <a:noFill/>
                <a:prstDash val="solid"/>
                <a:miter/>
              </a:ln>
            </p:spPr>
            <p:txBody>
              <a:bodyPr rtlCol="0" anchor="ctr"/>
              <a:lstStyle/>
              <a:p>
                <a:endParaRPr lang="en-US"/>
              </a:p>
            </p:txBody>
          </p:sp>
          <p:sp>
            <p:nvSpPr>
              <p:cNvPr id="3126" name="Freeform: Shape 3125">
                <a:extLst>
                  <a:ext uri="{FF2B5EF4-FFF2-40B4-BE49-F238E27FC236}">
                    <a16:creationId xmlns:a16="http://schemas.microsoft.com/office/drawing/2014/main" id="{1E59076D-79DF-586F-5274-E44C88CB6BBE}"/>
                  </a:ext>
                </a:extLst>
              </p:cNvPr>
              <p:cNvSpPr/>
              <p:nvPr/>
            </p:nvSpPr>
            <p:spPr>
              <a:xfrm>
                <a:off x="1781270" y="2472453"/>
                <a:ext cx="117506" cy="117506"/>
              </a:xfrm>
              <a:custGeom>
                <a:avLst/>
                <a:gdLst>
                  <a:gd name="connsiteX0" fmla="*/ 155151 w 155151"/>
                  <a:gd name="connsiteY0" fmla="*/ 77576 h 155151"/>
                  <a:gd name="connsiteX1" fmla="*/ 77575 w 155151"/>
                  <a:gd name="connsiteY1" fmla="*/ 155151 h 155151"/>
                  <a:gd name="connsiteX2" fmla="*/ 0 w 155151"/>
                  <a:gd name="connsiteY2" fmla="*/ 77576 h 155151"/>
                  <a:gd name="connsiteX3" fmla="*/ 77575 w 155151"/>
                  <a:gd name="connsiteY3" fmla="*/ 0 h 155151"/>
                  <a:gd name="connsiteX4" fmla="*/ 155151 w 155151"/>
                  <a:gd name="connsiteY4" fmla="*/ 77576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6"/>
                    </a:moveTo>
                    <a:cubicBezTo>
                      <a:pt x="155151" y="120419"/>
                      <a:pt x="120419" y="155151"/>
                      <a:pt x="77575" y="155151"/>
                    </a:cubicBezTo>
                    <a:cubicBezTo>
                      <a:pt x="34732" y="155151"/>
                      <a:pt x="0" y="120420"/>
                      <a:pt x="0" y="77576"/>
                    </a:cubicBezTo>
                    <a:cubicBezTo>
                      <a:pt x="0" y="34732"/>
                      <a:pt x="34732" y="0"/>
                      <a:pt x="77575" y="0"/>
                    </a:cubicBezTo>
                    <a:cubicBezTo>
                      <a:pt x="120419" y="0"/>
                      <a:pt x="155151" y="34731"/>
                      <a:pt x="155151" y="77576"/>
                    </a:cubicBezTo>
                    <a:close/>
                  </a:path>
                </a:pathLst>
              </a:custGeom>
              <a:grpFill/>
              <a:ln w="1257" cap="flat">
                <a:noFill/>
                <a:prstDash val="solid"/>
                <a:miter/>
              </a:ln>
            </p:spPr>
            <p:txBody>
              <a:bodyPr rtlCol="0" anchor="ctr"/>
              <a:lstStyle/>
              <a:p>
                <a:endParaRPr lang="en-US"/>
              </a:p>
            </p:txBody>
          </p:sp>
          <p:sp>
            <p:nvSpPr>
              <p:cNvPr id="3127" name="Freeform: Shape 3126">
                <a:extLst>
                  <a:ext uri="{FF2B5EF4-FFF2-40B4-BE49-F238E27FC236}">
                    <a16:creationId xmlns:a16="http://schemas.microsoft.com/office/drawing/2014/main" id="{CE1DB21E-04A8-19DA-602B-C7B25626AF71}"/>
                  </a:ext>
                </a:extLst>
              </p:cNvPr>
              <p:cNvSpPr/>
              <p:nvPr/>
            </p:nvSpPr>
            <p:spPr>
              <a:xfrm>
                <a:off x="1991521" y="2363722"/>
                <a:ext cx="117506" cy="117506"/>
              </a:xfrm>
              <a:custGeom>
                <a:avLst/>
                <a:gdLst>
                  <a:gd name="connsiteX0" fmla="*/ 155151 w 155151"/>
                  <a:gd name="connsiteY0" fmla="*/ 77575 h 155151"/>
                  <a:gd name="connsiteX1" fmla="*/ 77575 w 155151"/>
                  <a:gd name="connsiteY1" fmla="*/ 155151 h 155151"/>
                  <a:gd name="connsiteX2" fmla="*/ 0 w 155151"/>
                  <a:gd name="connsiteY2" fmla="*/ 77575 h 155151"/>
                  <a:gd name="connsiteX3" fmla="*/ 77575 w 155151"/>
                  <a:gd name="connsiteY3" fmla="*/ 0 h 155151"/>
                  <a:gd name="connsiteX4" fmla="*/ 155151 w 155151"/>
                  <a:gd name="connsiteY4" fmla="*/ 77575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5"/>
                    </a:moveTo>
                    <a:cubicBezTo>
                      <a:pt x="155151" y="120419"/>
                      <a:pt x="120419" y="155151"/>
                      <a:pt x="77575" y="155151"/>
                    </a:cubicBezTo>
                    <a:cubicBezTo>
                      <a:pt x="34732" y="155151"/>
                      <a:pt x="0" y="120420"/>
                      <a:pt x="0" y="77575"/>
                    </a:cubicBezTo>
                    <a:cubicBezTo>
                      <a:pt x="0" y="34732"/>
                      <a:pt x="34732" y="0"/>
                      <a:pt x="77575" y="0"/>
                    </a:cubicBezTo>
                    <a:cubicBezTo>
                      <a:pt x="120419" y="0"/>
                      <a:pt x="155151" y="34731"/>
                      <a:pt x="155151" y="77575"/>
                    </a:cubicBezTo>
                    <a:close/>
                  </a:path>
                </a:pathLst>
              </a:custGeom>
              <a:grpFill/>
              <a:ln w="1257" cap="flat">
                <a:noFill/>
                <a:prstDash val="solid"/>
                <a:miter/>
              </a:ln>
            </p:spPr>
            <p:txBody>
              <a:bodyPr rtlCol="0" anchor="ctr"/>
              <a:lstStyle/>
              <a:p>
                <a:endParaRPr lang="en-US"/>
              </a:p>
            </p:txBody>
          </p:sp>
          <p:sp>
            <p:nvSpPr>
              <p:cNvPr id="3128" name="Freeform: Shape 3127">
                <a:extLst>
                  <a:ext uri="{FF2B5EF4-FFF2-40B4-BE49-F238E27FC236}">
                    <a16:creationId xmlns:a16="http://schemas.microsoft.com/office/drawing/2014/main" id="{1B98C191-9B3E-724B-85BA-CF5B7A0E4CED}"/>
                  </a:ext>
                </a:extLst>
              </p:cNvPr>
              <p:cNvSpPr/>
              <p:nvPr/>
            </p:nvSpPr>
            <p:spPr>
              <a:xfrm>
                <a:off x="2157320" y="2197922"/>
                <a:ext cx="117506" cy="117506"/>
              </a:xfrm>
              <a:custGeom>
                <a:avLst/>
                <a:gdLst>
                  <a:gd name="connsiteX0" fmla="*/ 155151 w 155151"/>
                  <a:gd name="connsiteY0" fmla="*/ 77575 h 155151"/>
                  <a:gd name="connsiteX1" fmla="*/ 77576 w 155151"/>
                  <a:gd name="connsiteY1" fmla="*/ 155151 h 155151"/>
                  <a:gd name="connsiteX2" fmla="*/ 0 w 155151"/>
                  <a:gd name="connsiteY2" fmla="*/ 77575 h 155151"/>
                  <a:gd name="connsiteX3" fmla="*/ 77576 w 155151"/>
                  <a:gd name="connsiteY3" fmla="*/ 0 h 155151"/>
                  <a:gd name="connsiteX4" fmla="*/ 155151 w 155151"/>
                  <a:gd name="connsiteY4" fmla="*/ 77575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5"/>
                    </a:moveTo>
                    <a:cubicBezTo>
                      <a:pt x="155151" y="120419"/>
                      <a:pt x="120419" y="155151"/>
                      <a:pt x="77576" y="155151"/>
                    </a:cubicBezTo>
                    <a:cubicBezTo>
                      <a:pt x="34732" y="155151"/>
                      <a:pt x="0" y="120420"/>
                      <a:pt x="0" y="77575"/>
                    </a:cubicBezTo>
                    <a:cubicBezTo>
                      <a:pt x="0" y="34732"/>
                      <a:pt x="34732" y="0"/>
                      <a:pt x="77576" y="0"/>
                    </a:cubicBezTo>
                    <a:cubicBezTo>
                      <a:pt x="120420" y="0"/>
                      <a:pt x="155151" y="34731"/>
                      <a:pt x="155151" y="77575"/>
                    </a:cubicBezTo>
                    <a:close/>
                  </a:path>
                </a:pathLst>
              </a:custGeom>
              <a:grpFill/>
              <a:ln w="1257" cap="flat">
                <a:noFill/>
                <a:prstDash val="solid"/>
                <a:miter/>
              </a:ln>
            </p:spPr>
            <p:txBody>
              <a:bodyPr rtlCol="0" anchor="ctr"/>
              <a:lstStyle/>
              <a:p>
                <a:endParaRPr lang="en-US"/>
              </a:p>
            </p:txBody>
          </p:sp>
          <p:sp>
            <p:nvSpPr>
              <p:cNvPr id="3129" name="Freeform: Shape 3128">
                <a:extLst>
                  <a:ext uri="{FF2B5EF4-FFF2-40B4-BE49-F238E27FC236}">
                    <a16:creationId xmlns:a16="http://schemas.microsoft.com/office/drawing/2014/main" id="{8AD1E721-B195-D6CE-5E3E-D99D71D2DB1E}"/>
                  </a:ext>
                </a:extLst>
              </p:cNvPr>
              <p:cNvSpPr/>
              <p:nvPr/>
            </p:nvSpPr>
            <p:spPr>
              <a:xfrm>
                <a:off x="2266045" y="1987672"/>
                <a:ext cx="117506" cy="117506"/>
              </a:xfrm>
              <a:custGeom>
                <a:avLst/>
                <a:gdLst>
                  <a:gd name="connsiteX0" fmla="*/ 155151 w 155151"/>
                  <a:gd name="connsiteY0" fmla="*/ 77575 h 155151"/>
                  <a:gd name="connsiteX1" fmla="*/ 77576 w 155151"/>
                  <a:gd name="connsiteY1" fmla="*/ 155151 h 155151"/>
                  <a:gd name="connsiteX2" fmla="*/ 0 w 155151"/>
                  <a:gd name="connsiteY2" fmla="*/ 77575 h 155151"/>
                  <a:gd name="connsiteX3" fmla="*/ 77576 w 155151"/>
                  <a:gd name="connsiteY3" fmla="*/ 0 h 155151"/>
                  <a:gd name="connsiteX4" fmla="*/ 155151 w 155151"/>
                  <a:gd name="connsiteY4" fmla="*/ 77575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5"/>
                    </a:moveTo>
                    <a:cubicBezTo>
                      <a:pt x="155151" y="120419"/>
                      <a:pt x="120419" y="155151"/>
                      <a:pt x="77576" y="155151"/>
                    </a:cubicBezTo>
                    <a:cubicBezTo>
                      <a:pt x="34732" y="155151"/>
                      <a:pt x="0" y="120420"/>
                      <a:pt x="0" y="77575"/>
                    </a:cubicBezTo>
                    <a:cubicBezTo>
                      <a:pt x="0" y="34732"/>
                      <a:pt x="34732" y="0"/>
                      <a:pt x="77576" y="0"/>
                    </a:cubicBezTo>
                    <a:cubicBezTo>
                      <a:pt x="120420" y="0"/>
                      <a:pt x="155151" y="34731"/>
                      <a:pt x="155151" y="77575"/>
                    </a:cubicBezTo>
                    <a:close/>
                  </a:path>
                </a:pathLst>
              </a:custGeom>
              <a:grpFill/>
              <a:ln w="1257" cap="flat">
                <a:noFill/>
                <a:prstDash val="solid"/>
                <a:miter/>
              </a:ln>
            </p:spPr>
            <p:txBody>
              <a:bodyPr rtlCol="0" anchor="ctr"/>
              <a:lstStyle/>
              <a:p>
                <a:endParaRPr lang="en-US"/>
              </a:p>
            </p:txBody>
          </p:sp>
          <p:sp>
            <p:nvSpPr>
              <p:cNvPr id="3130" name="Freeform: Shape 3129">
                <a:extLst>
                  <a:ext uri="{FF2B5EF4-FFF2-40B4-BE49-F238E27FC236}">
                    <a16:creationId xmlns:a16="http://schemas.microsoft.com/office/drawing/2014/main" id="{DDE17FB3-DB16-5820-89EC-6C1497635927}"/>
                  </a:ext>
                </a:extLst>
              </p:cNvPr>
              <p:cNvSpPr/>
              <p:nvPr/>
            </p:nvSpPr>
            <p:spPr>
              <a:xfrm>
                <a:off x="2305094" y="1745584"/>
                <a:ext cx="117506" cy="117506"/>
              </a:xfrm>
              <a:custGeom>
                <a:avLst/>
                <a:gdLst>
                  <a:gd name="connsiteX0" fmla="*/ 155151 w 155151"/>
                  <a:gd name="connsiteY0" fmla="*/ 77576 h 155151"/>
                  <a:gd name="connsiteX1" fmla="*/ 77576 w 155151"/>
                  <a:gd name="connsiteY1" fmla="*/ 155151 h 155151"/>
                  <a:gd name="connsiteX2" fmla="*/ 0 w 155151"/>
                  <a:gd name="connsiteY2" fmla="*/ 77576 h 155151"/>
                  <a:gd name="connsiteX3" fmla="*/ 77576 w 155151"/>
                  <a:gd name="connsiteY3" fmla="*/ 0 h 155151"/>
                  <a:gd name="connsiteX4" fmla="*/ 155151 w 155151"/>
                  <a:gd name="connsiteY4" fmla="*/ 77576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6"/>
                    </a:moveTo>
                    <a:cubicBezTo>
                      <a:pt x="155151" y="120419"/>
                      <a:pt x="120419" y="155151"/>
                      <a:pt x="77576" y="155151"/>
                    </a:cubicBezTo>
                    <a:cubicBezTo>
                      <a:pt x="34732" y="155151"/>
                      <a:pt x="0" y="120420"/>
                      <a:pt x="0" y="77576"/>
                    </a:cubicBezTo>
                    <a:cubicBezTo>
                      <a:pt x="0" y="34732"/>
                      <a:pt x="34732" y="0"/>
                      <a:pt x="77576" y="0"/>
                    </a:cubicBezTo>
                    <a:cubicBezTo>
                      <a:pt x="120419" y="0"/>
                      <a:pt x="155151" y="34732"/>
                      <a:pt x="155151" y="77576"/>
                    </a:cubicBezTo>
                    <a:close/>
                  </a:path>
                </a:pathLst>
              </a:custGeom>
              <a:grpFill/>
              <a:ln w="1257" cap="flat">
                <a:noFill/>
                <a:prstDash val="solid"/>
                <a:miter/>
              </a:ln>
            </p:spPr>
            <p:txBody>
              <a:bodyPr rtlCol="0" anchor="ctr"/>
              <a:lstStyle/>
              <a:p>
                <a:endParaRPr lang="en-US"/>
              </a:p>
            </p:txBody>
          </p:sp>
          <p:sp>
            <p:nvSpPr>
              <p:cNvPr id="3131" name="Freeform: Shape 3130">
                <a:extLst>
                  <a:ext uri="{FF2B5EF4-FFF2-40B4-BE49-F238E27FC236}">
                    <a16:creationId xmlns:a16="http://schemas.microsoft.com/office/drawing/2014/main" id="{205855FF-5BF7-C30B-21DC-2734382DAC0F}"/>
                  </a:ext>
                </a:extLst>
              </p:cNvPr>
              <p:cNvSpPr/>
              <p:nvPr/>
            </p:nvSpPr>
            <p:spPr>
              <a:xfrm>
                <a:off x="2266045" y="1503490"/>
                <a:ext cx="117506" cy="117506"/>
              </a:xfrm>
              <a:custGeom>
                <a:avLst/>
                <a:gdLst>
                  <a:gd name="connsiteX0" fmla="*/ 155151 w 155151"/>
                  <a:gd name="connsiteY0" fmla="*/ 77575 h 155151"/>
                  <a:gd name="connsiteX1" fmla="*/ 77576 w 155151"/>
                  <a:gd name="connsiteY1" fmla="*/ 155151 h 155151"/>
                  <a:gd name="connsiteX2" fmla="*/ 0 w 155151"/>
                  <a:gd name="connsiteY2" fmla="*/ 77575 h 155151"/>
                  <a:gd name="connsiteX3" fmla="*/ 77576 w 155151"/>
                  <a:gd name="connsiteY3" fmla="*/ 0 h 155151"/>
                  <a:gd name="connsiteX4" fmla="*/ 155151 w 155151"/>
                  <a:gd name="connsiteY4" fmla="*/ 77575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5"/>
                    </a:moveTo>
                    <a:cubicBezTo>
                      <a:pt x="155151" y="120419"/>
                      <a:pt x="120419" y="155151"/>
                      <a:pt x="77576" y="155151"/>
                    </a:cubicBezTo>
                    <a:cubicBezTo>
                      <a:pt x="34732" y="155151"/>
                      <a:pt x="0" y="120419"/>
                      <a:pt x="0" y="77575"/>
                    </a:cubicBezTo>
                    <a:cubicBezTo>
                      <a:pt x="0" y="34732"/>
                      <a:pt x="34732" y="0"/>
                      <a:pt x="77576" y="0"/>
                    </a:cubicBezTo>
                    <a:cubicBezTo>
                      <a:pt x="120420" y="0"/>
                      <a:pt x="155151" y="34732"/>
                      <a:pt x="155151" y="77575"/>
                    </a:cubicBezTo>
                    <a:close/>
                  </a:path>
                </a:pathLst>
              </a:custGeom>
              <a:grpFill/>
              <a:ln w="1257" cap="flat">
                <a:noFill/>
                <a:prstDash val="solid"/>
                <a:miter/>
              </a:ln>
            </p:spPr>
            <p:txBody>
              <a:bodyPr rtlCol="0" anchor="ctr"/>
              <a:lstStyle/>
              <a:p>
                <a:endParaRPr lang="en-US"/>
              </a:p>
            </p:txBody>
          </p:sp>
          <p:sp>
            <p:nvSpPr>
              <p:cNvPr id="3132" name="Freeform: Shape 3131">
                <a:extLst>
                  <a:ext uri="{FF2B5EF4-FFF2-40B4-BE49-F238E27FC236}">
                    <a16:creationId xmlns:a16="http://schemas.microsoft.com/office/drawing/2014/main" id="{D6E0C661-B01A-5594-E9E2-158D1942A2EE}"/>
                  </a:ext>
                </a:extLst>
              </p:cNvPr>
              <p:cNvSpPr/>
              <p:nvPr/>
            </p:nvSpPr>
            <p:spPr>
              <a:xfrm>
                <a:off x="2157320" y="1293239"/>
                <a:ext cx="117506" cy="117506"/>
              </a:xfrm>
              <a:custGeom>
                <a:avLst/>
                <a:gdLst>
                  <a:gd name="connsiteX0" fmla="*/ 155151 w 155151"/>
                  <a:gd name="connsiteY0" fmla="*/ 77575 h 155151"/>
                  <a:gd name="connsiteX1" fmla="*/ 77576 w 155151"/>
                  <a:gd name="connsiteY1" fmla="*/ 155151 h 155151"/>
                  <a:gd name="connsiteX2" fmla="*/ 0 w 155151"/>
                  <a:gd name="connsiteY2" fmla="*/ 77575 h 155151"/>
                  <a:gd name="connsiteX3" fmla="*/ 77576 w 155151"/>
                  <a:gd name="connsiteY3" fmla="*/ 0 h 155151"/>
                  <a:gd name="connsiteX4" fmla="*/ 155151 w 155151"/>
                  <a:gd name="connsiteY4" fmla="*/ 77575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5"/>
                    </a:moveTo>
                    <a:cubicBezTo>
                      <a:pt x="155151" y="120419"/>
                      <a:pt x="120419" y="155151"/>
                      <a:pt x="77576" y="155151"/>
                    </a:cubicBezTo>
                    <a:cubicBezTo>
                      <a:pt x="34732" y="155151"/>
                      <a:pt x="0" y="120419"/>
                      <a:pt x="0" y="77575"/>
                    </a:cubicBezTo>
                    <a:cubicBezTo>
                      <a:pt x="0" y="34732"/>
                      <a:pt x="34732" y="0"/>
                      <a:pt x="77576" y="0"/>
                    </a:cubicBezTo>
                    <a:cubicBezTo>
                      <a:pt x="120420" y="0"/>
                      <a:pt x="155151" y="34732"/>
                      <a:pt x="155151" y="77575"/>
                    </a:cubicBezTo>
                    <a:close/>
                  </a:path>
                </a:pathLst>
              </a:custGeom>
              <a:grpFill/>
              <a:ln w="1257" cap="flat">
                <a:noFill/>
                <a:prstDash val="solid"/>
                <a:miter/>
              </a:ln>
            </p:spPr>
            <p:txBody>
              <a:bodyPr rtlCol="0" anchor="ctr"/>
              <a:lstStyle/>
              <a:p>
                <a:endParaRPr lang="en-US"/>
              </a:p>
            </p:txBody>
          </p:sp>
          <p:sp>
            <p:nvSpPr>
              <p:cNvPr id="3133" name="Freeform: Shape 3132">
                <a:extLst>
                  <a:ext uri="{FF2B5EF4-FFF2-40B4-BE49-F238E27FC236}">
                    <a16:creationId xmlns:a16="http://schemas.microsoft.com/office/drawing/2014/main" id="{311DF2FB-8276-2815-B156-EBAB4DF0A2C8}"/>
                  </a:ext>
                </a:extLst>
              </p:cNvPr>
              <p:cNvSpPr/>
              <p:nvPr/>
            </p:nvSpPr>
            <p:spPr>
              <a:xfrm>
                <a:off x="1991521" y="1127439"/>
                <a:ext cx="117506" cy="117506"/>
              </a:xfrm>
              <a:custGeom>
                <a:avLst/>
                <a:gdLst>
                  <a:gd name="connsiteX0" fmla="*/ 155151 w 155151"/>
                  <a:gd name="connsiteY0" fmla="*/ 77575 h 155151"/>
                  <a:gd name="connsiteX1" fmla="*/ 77575 w 155151"/>
                  <a:gd name="connsiteY1" fmla="*/ 155151 h 155151"/>
                  <a:gd name="connsiteX2" fmla="*/ 0 w 155151"/>
                  <a:gd name="connsiteY2" fmla="*/ 77575 h 155151"/>
                  <a:gd name="connsiteX3" fmla="*/ 77575 w 155151"/>
                  <a:gd name="connsiteY3" fmla="*/ 0 h 155151"/>
                  <a:gd name="connsiteX4" fmla="*/ 155151 w 155151"/>
                  <a:gd name="connsiteY4" fmla="*/ 77575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5"/>
                    </a:moveTo>
                    <a:cubicBezTo>
                      <a:pt x="155151" y="120419"/>
                      <a:pt x="120419" y="155151"/>
                      <a:pt x="77575" y="155151"/>
                    </a:cubicBezTo>
                    <a:cubicBezTo>
                      <a:pt x="34732" y="155151"/>
                      <a:pt x="0" y="120419"/>
                      <a:pt x="0" y="77575"/>
                    </a:cubicBezTo>
                    <a:cubicBezTo>
                      <a:pt x="0" y="34732"/>
                      <a:pt x="34732" y="0"/>
                      <a:pt x="77575" y="0"/>
                    </a:cubicBezTo>
                    <a:cubicBezTo>
                      <a:pt x="120419" y="0"/>
                      <a:pt x="155151" y="34732"/>
                      <a:pt x="155151" y="77575"/>
                    </a:cubicBezTo>
                    <a:close/>
                  </a:path>
                </a:pathLst>
              </a:custGeom>
              <a:grpFill/>
              <a:ln w="1257" cap="flat">
                <a:noFill/>
                <a:prstDash val="solid"/>
                <a:miter/>
              </a:ln>
            </p:spPr>
            <p:txBody>
              <a:bodyPr rtlCol="0" anchor="ctr"/>
              <a:lstStyle/>
              <a:p>
                <a:endParaRPr lang="en-US"/>
              </a:p>
            </p:txBody>
          </p:sp>
          <p:sp>
            <p:nvSpPr>
              <p:cNvPr id="3134" name="Freeform: Shape 3133">
                <a:extLst>
                  <a:ext uri="{FF2B5EF4-FFF2-40B4-BE49-F238E27FC236}">
                    <a16:creationId xmlns:a16="http://schemas.microsoft.com/office/drawing/2014/main" id="{0B4A2F92-57AA-4EC8-CFDA-B9314D25ACAB}"/>
                  </a:ext>
                </a:extLst>
              </p:cNvPr>
              <p:cNvSpPr/>
              <p:nvPr/>
            </p:nvSpPr>
            <p:spPr>
              <a:xfrm>
                <a:off x="1781270" y="1018708"/>
                <a:ext cx="117506" cy="117506"/>
              </a:xfrm>
              <a:custGeom>
                <a:avLst/>
                <a:gdLst>
                  <a:gd name="connsiteX0" fmla="*/ 155151 w 155151"/>
                  <a:gd name="connsiteY0" fmla="*/ 77576 h 155151"/>
                  <a:gd name="connsiteX1" fmla="*/ 77575 w 155151"/>
                  <a:gd name="connsiteY1" fmla="*/ 155151 h 155151"/>
                  <a:gd name="connsiteX2" fmla="*/ 0 w 155151"/>
                  <a:gd name="connsiteY2" fmla="*/ 77576 h 155151"/>
                  <a:gd name="connsiteX3" fmla="*/ 77575 w 155151"/>
                  <a:gd name="connsiteY3" fmla="*/ 0 h 155151"/>
                  <a:gd name="connsiteX4" fmla="*/ 155151 w 155151"/>
                  <a:gd name="connsiteY4" fmla="*/ 77576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6"/>
                    </a:moveTo>
                    <a:cubicBezTo>
                      <a:pt x="155151" y="120419"/>
                      <a:pt x="120419" y="155151"/>
                      <a:pt x="77575" y="155151"/>
                    </a:cubicBezTo>
                    <a:cubicBezTo>
                      <a:pt x="34732" y="155151"/>
                      <a:pt x="0" y="120419"/>
                      <a:pt x="0" y="77576"/>
                    </a:cubicBezTo>
                    <a:cubicBezTo>
                      <a:pt x="0" y="34732"/>
                      <a:pt x="34732" y="0"/>
                      <a:pt x="77575" y="0"/>
                    </a:cubicBezTo>
                    <a:cubicBezTo>
                      <a:pt x="120419" y="0"/>
                      <a:pt x="155151" y="34732"/>
                      <a:pt x="155151" y="77576"/>
                    </a:cubicBezTo>
                    <a:close/>
                  </a:path>
                </a:pathLst>
              </a:custGeom>
              <a:grpFill/>
              <a:ln w="1257" cap="flat">
                <a:noFill/>
                <a:prstDash val="solid"/>
                <a:miter/>
              </a:ln>
            </p:spPr>
            <p:txBody>
              <a:bodyPr rtlCol="0" anchor="ctr"/>
              <a:lstStyle/>
              <a:p>
                <a:endParaRPr lang="en-US"/>
              </a:p>
            </p:txBody>
          </p:sp>
        </p:grpSp>
        <p:sp>
          <p:nvSpPr>
            <p:cNvPr id="3135" name="Arc 3134">
              <a:extLst>
                <a:ext uri="{FF2B5EF4-FFF2-40B4-BE49-F238E27FC236}">
                  <a16:creationId xmlns:a16="http://schemas.microsoft.com/office/drawing/2014/main" id="{85E63327-2873-658A-8A35-D53BD79C78C9}"/>
                </a:ext>
              </a:extLst>
            </p:cNvPr>
            <p:cNvSpPr/>
            <p:nvPr/>
          </p:nvSpPr>
          <p:spPr>
            <a:xfrm>
              <a:off x="7364742" y="2591718"/>
              <a:ext cx="1531837" cy="1531837"/>
            </a:xfrm>
            <a:prstGeom prst="arc">
              <a:avLst>
                <a:gd name="adj1" fmla="val 16071759"/>
                <a:gd name="adj2" fmla="val 6107093"/>
              </a:avLst>
            </a:prstGeom>
            <a:noFill/>
            <a:ln w="139700" cap="rnd">
              <a:gradFill>
                <a:gsLst>
                  <a:gs pos="0">
                    <a:srgbClr val="37A6FA"/>
                  </a:gs>
                  <a:gs pos="50000">
                    <a:srgbClr val="2C83CA"/>
                  </a:gs>
                  <a:gs pos="100000">
                    <a:schemeClr val="tx2">
                      <a:lumMod val="75000"/>
                      <a:lumOff val="25000"/>
                    </a:schemeClr>
                  </a:gs>
                </a:gsLst>
                <a:lin ang="5400000" scaled="1"/>
              </a:gradFill>
              <a:prstDash val="solid"/>
              <a:miter/>
            </a:ln>
          </p:spPr>
          <p:txBody>
            <a:bodyPr rtlCol="0" anchor="ctr"/>
            <a:lstStyle/>
            <a:p>
              <a:endParaRPr lang="en-US"/>
            </a:p>
          </p:txBody>
        </p:sp>
        <p:sp>
          <p:nvSpPr>
            <p:cNvPr id="3136" name="Freeform: Shape 3135">
              <a:extLst>
                <a:ext uri="{FF2B5EF4-FFF2-40B4-BE49-F238E27FC236}">
                  <a16:creationId xmlns:a16="http://schemas.microsoft.com/office/drawing/2014/main" id="{65422528-4F06-26CA-544A-592B85B5AB36}"/>
                </a:ext>
              </a:extLst>
            </p:cNvPr>
            <p:cNvSpPr/>
            <p:nvPr/>
          </p:nvSpPr>
          <p:spPr>
            <a:xfrm>
              <a:off x="7590972" y="2825850"/>
              <a:ext cx="1079376" cy="1079372"/>
            </a:xfrm>
            <a:custGeom>
              <a:avLst/>
              <a:gdLst>
                <a:gd name="connsiteX0" fmla="*/ 3086591 w 3086591"/>
                <a:gd name="connsiteY0" fmla="*/ 1543295 h 3086590"/>
                <a:gd name="connsiteX1" fmla="*/ 1543296 w 3086591"/>
                <a:gd name="connsiteY1" fmla="*/ 3086591 h 3086590"/>
                <a:gd name="connsiteX2" fmla="*/ 0 w 3086591"/>
                <a:gd name="connsiteY2" fmla="*/ 1543295 h 3086590"/>
                <a:gd name="connsiteX3" fmla="*/ 1543296 w 3086591"/>
                <a:gd name="connsiteY3" fmla="*/ 0 h 3086590"/>
                <a:gd name="connsiteX4" fmla="*/ 3086591 w 3086591"/>
                <a:gd name="connsiteY4" fmla="*/ 1543295 h 3086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86591" h="3086590">
                  <a:moveTo>
                    <a:pt x="3086591" y="1543295"/>
                  </a:moveTo>
                  <a:cubicBezTo>
                    <a:pt x="3086591" y="2395634"/>
                    <a:pt x="2395634" y="3086591"/>
                    <a:pt x="1543296" y="3086591"/>
                  </a:cubicBezTo>
                  <a:cubicBezTo>
                    <a:pt x="690957" y="3086591"/>
                    <a:pt x="0" y="2395634"/>
                    <a:pt x="0" y="1543295"/>
                  </a:cubicBezTo>
                  <a:cubicBezTo>
                    <a:pt x="0" y="690957"/>
                    <a:pt x="690957" y="0"/>
                    <a:pt x="1543296" y="0"/>
                  </a:cubicBezTo>
                  <a:cubicBezTo>
                    <a:pt x="2395634" y="0"/>
                    <a:pt x="3086591" y="690957"/>
                    <a:pt x="3086591" y="1543295"/>
                  </a:cubicBezTo>
                  <a:close/>
                </a:path>
              </a:pathLst>
            </a:custGeom>
            <a:solidFill>
              <a:schemeClr val="bg1"/>
            </a:solidFill>
            <a:ln w="12700" cap="flat">
              <a:noFill/>
              <a:prstDash val="solid"/>
              <a:miter/>
            </a:ln>
          </p:spPr>
          <p:txBody>
            <a:bodyPr rtlCol="0" anchor="ctr"/>
            <a:lstStyle/>
            <a:p>
              <a:endParaRPr lang="en-US"/>
            </a:p>
          </p:txBody>
        </p:sp>
        <p:sp>
          <p:nvSpPr>
            <p:cNvPr id="3137" name="TextBox 3136">
              <a:extLst>
                <a:ext uri="{FF2B5EF4-FFF2-40B4-BE49-F238E27FC236}">
                  <a16:creationId xmlns:a16="http://schemas.microsoft.com/office/drawing/2014/main" id="{BE442BE5-5847-9F9D-4C3A-14A1AAA13664}"/>
                </a:ext>
              </a:extLst>
            </p:cNvPr>
            <p:cNvSpPr txBox="1"/>
            <p:nvPr/>
          </p:nvSpPr>
          <p:spPr>
            <a:xfrm>
              <a:off x="7856205" y="2990826"/>
              <a:ext cx="548909" cy="345664"/>
            </a:xfrm>
            <a:prstGeom prst="rect">
              <a:avLst/>
            </a:prstGeom>
            <a:noFill/>
          </p:spPr>
          <p:txBody>
            <a:bodyPr wrap="none" rtlCol="0">
              <a:spAutoFit/>
            </a:bodyPr>
            <a:lstStyle/>
            <a:p>
              <a:pPr algn="ctr"/>
              <a:r>
                <a:rPr lang="en-US" sz="2000" b="1">
                  <a:gradFill>
                    <a:gsLst>
                      <a:gs pos="0">
                        <a:srgbClr val="288CE1"/>
                      </a:gs>
                      <a:gs pos="100000">
                        <a:srgbClr val="044FA3"/>
                      </a:gs>
                    </a:gsLst>
                    <a:lin ang="5400000" scaled="1"/>
                  </a:gradFill>
                </a:rPr>
                <a:t>53%</a:t>
              </a:r>
            </a:p>
          </p:txBody>
        </p:sp>
        <p:sp>
          <p:nvSpPr>
            <p:cNvPr id="3138" name="TextBox 3137">
              <a:extLst>
                <a:ext uri="{FF2B5EF4-FFF2-40B4-BE49-F238E27FC236}">
                  <a16:creationId xmlns:a16="http://schemas.microsoft.com/office/drawing/2014/main" id="{1C25364F-2353-F185-3868-3F21A37A4AC9}"/>
                </a:ext>
              </a:extLst>
            </p:cNvPr>
            <p:cNvSpPr txBox="1"/>
            <p:nvPr/>
          </p:nvSpPr>
          <p:spPr>
            <a:xfrm>
              <a:off x="7711625" y="3298005"/>
              <a:ext cx="838068" cy="398843"/>
            </a:xfrm>
            <a:prstGeom prst="rect">
              <a:avLst/>
            </a:prstGeom>
            <a:noFill/>
          </p:spPr>
          <p:txBody>
            <a:bodyPr wrap="none" rtlCol="0">
              <a:spAutoFit/>
            </a:bodyPr>
            <a:lstStyle/>
            <a:p>
              <a:pPr algn="ctr"/>
              <a:r>
                <a:rPr lang="en-US" sz="1200" b="1"/>
                <a:t>CM% Inter </a:t>
              </a:r>
            </a:p>
            <a:p>
              <a:pPr algn="ctr"/>
              <a:r>
                <a:rPr lang="en-US" sz="1200"/>
                <a:t>(Target 46%)</a:t>
              </a:r>
            </a:p>
          </p:txBody>
        </p:sp>
      </p:grpSp>
      <p:sp>
        <p:nvSpPr>
          <p:cNvPr id="3165" name="TextBox 3164">
            <a:extLst>
              <a:ext uri="{FF2B5EF4-FFF2-40B4-BE49-F238E27FC236}">
                <a16:creationId xmlns:a16="http://schemas.microsoft.com/office/drawing/2014/main" id="{7B090E46-3BA4-8AB6-4E61-7276959B83A9}"/>
              </a:ext>
            </a:extLst>
          </p:cNvPr>
          <p:cNvSpPr txBox="1"/>
          <p:nvPr/>
        </p:nvSpPr>
        <p:spPr>
          <a:xfrm>
            <a:off x="8765494" y="5283606"/>
            <a:ext cx="2088865" cy="556179"/>
          </a:xfrm>
          <a:prstGeom prst="rect">
            <a:avLst/>
          </a:prstGeom>
          <a:noFill/>
        </p:spPr>
        <p:txBody>
          <a:bodyPr vert="horz" wrap="square" lIns="90000" tIns="46800" rIns="90000" bIns="46800" rtlCol="0" anchor="ctr">
            <a:spAutoFit/>
          </a:bodyPr>
          <a:lstStyle/>
          <a:p>
            <a:pPr algn="ctr">
              <a:spcBef>
                <a:spcPct val="0"/>
              </a:spcBef>
            </a:pPr>
            <a:r>
              <a:rPr lang="en-IN" b="1" dirty="0"/>
              <a:t>CM% (INTER)</a:t>
            </a:r>
          </a:p>
          <a:p>
            <a:pPr algn="ctr">
              <a:spcBef>
                <a:spcPct val="0"/>
              </a:spcBef>
            </a:pPr>
            <a:r>
              <a:rPr lang="en-IN" sz="1200" b="1" dirty="0"/>
              <a:t>as of Jun</a:t>
            </a:r>
            <a:endParaRPr lang="en-IN" b="1" dirty="0"/>
          </a:p>
        </p:txBody>
      </p:sp>
      <p:sp>
        <p:nvSpPr>
          <p:cNvPr id="3" name="TextBox 2">
            <a:extLst>
              <a:ext uri="{FF2B5EF4-FFF2-40B4-BE49-F238E27FC236}">
                <a16:creationId xmlns:a16="http://schemas.microsoft.com/office/drawing/2014/main" id="{925CC56D-DB04-546A-3E45-5AFC6ED84DD7}"/>
              </a:ext>
            </a:extLst>
          </p:cNvPr>
          <p:cNvSpPr txBox="1"/>
          <p:nvPr/>
        </p:nvSpPr>
        <p:spPr>
          <a:xfrm>
            <a:off x="116913" y="6101355"/>
            <a:ext cx="2912488" cy="433068"/>
          </a:xfrm>
          <a:prstGeom prst="rect">
            <a:avLst/>
          </a:prstGeom>
          <a:noFill/>
        </p:spPr>
        <p:txBody>
          <a:bodyPr rot="0" spcFirstLastPara="0" vertOverflow="overflow" horzOverflow="overflow" vert="horz" wrap="square" lIns="90000" tIns="46800" rIns="90000" bIns="46800" numCol="1" spcCol="0" rtlCol="0" fromWordArt="0" anchor="ctr" anchorCtr="0" forceAA="0" compatLnSpc="1">
            <a:prstTxWarp prst="textNoShape">
              <a:avLst/>
            </a:prstTxWarp>
            <a:spAutoFit/>
          </a:bodyPr>
          <a:lstStyle/>
          <a:p>
            <a:pPr>
              <a:spcBef>
                <a:spcPct val="0"/>
              </a:spcBef>
            </a:pPr>
            <a:r>
              <a:rPr lang="en-GB" sz="1100"/>
              <a:t>ARVE: Activity Rate (Vacation Excluded) </a:t>
            </a:r>
            <a:br>
              <a:rPr lang="en-GB" sz="1100"/>
            </a:br>
            <a:r>
              <a:rPr lang="en-GB" sz="1100"/>
              <a:t>CM: Contribution Margin</a:t>
            </a:r>
          </a:p>
        </p:txBody>
      </p:sp>
      <p:cxnSp>
        <p:nvCxnSpPr>
          <p:cNvPr id="6" name="Straight Connector 5">
            <a:extLst>
              <a:ext uri="{FF2B5EF4-FFF2-40B4-BE49-F238E27FC236}">
                <a16:creationId xmlns:a16="http://schemas.microsoft.com/office/drawing/2014/main" id="{B36A3D00-4A0B-B5CD-3839-29E96FE58C59}"/>
              </a:ext>
            </a:extLst>
          </p:cNvPr>
          <p:cNvCxnSpPr>
            <a:cxnSpLocks/>
          </p:cNvCxnSpPr>
          <p:nvPr/>
        </p:nvCxnSpPr>
        <p:spPr>
          <a:xfrm>
            <a:off x="7968263" y="1918184"/>
            <a:ext cx="0" cy="4244254"/>
          </a:xfrm>
          <a:prstGeom prst="line">
            <a:avLst/>
          </a:prstGeom>
          <a:ln w="38100">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sp>
        <p:nvSpPr>
          <p:cNvPr id="3147" name="Rectangle 3146">
            <a:extLst>
              <a:ext uri="{FF2B5EF4-FFF2-40B4-BE49-F238E27FC236}">
                <a16:creationId xmlns:a16="http://schemas.microsoft.com/office/drawing/2014/main" id="{89760BC0-4C87-13F4-FC7E-AD9A51BCCE78}"/>
              </a:ext>
            </a:extLst>
          </p:cNvPr>
          <p:cNvSpPr/>
          <p:nvPr/>
        </p:nvSpPr>
        <p:spPr>
          <a:xfrm>
            <a:off x="12093700" y="0"/>
            <a:ext cx="108000" cy="6858000"/>
          </a:xfrm>
          <a:prstGeom prst="rect">
            <a:avLst/>
          </a:prstGeom>
          <a:gradFill>
            <a:gsLst>
              <a:gs pos="0">
                <a:schemeClr val="accent1"/>
              </a:gs>
              <a:gs pos="56000">
                <a:schemeClr val="accent2"/>
              </a:gs>
              <a:gs pos="83000">
                <a:schemeClr val="accent4"/>
              </a:gs>
            </a:gsLst>
            <a:lin ang="5400000" scaled="1"/>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sz="1400" err="1">
              <a:solidFill>
                <a:schemeClr val="tx1"/>
              </a:solidFill>
            </a:endParaRPr>
          </a:p>
        </p:txBody>
      </p:sp>
      <p:sp>
        <p:nvSpPr>
          <p:cNvPr id="3148" name="Rectangle 3147">
            <a:extLst>
              <a:ext uri="{FF2B5EF4-FFF2-40B4-BE49-F238E27FC236}">
                <a16:creationId xmlns:a16="http://schemas.microsoft.com/office/drawing/2014/main" id="{9CFFC9CE-07CD-DC6F-D822-051E00B694DD}"/>
              </a:ext>
            </a:extLst>
          </p:cNvPr>
          <p:cNvSpPr/>
          <p:nvPr/>
        </p:nvSpPr>
        <p:spPr>
          <a:xfrm>
            <a:off x="-17978" y="0"/>
            <a:ext cx="108000" cy="6858000"/>
          </a:xfrm>
          <a:prstGeom prst="rect">
            <a:avLst/>
          </a:prstGeom>
          <a:gradFill>
            <a:gsLst>
              <a:gs pos="0">
                <a:schemeClr val="accent1"/>
              </a:gs>
              <a:gs pos="56000">
                <a:schemeClr val="accent2"/>
              </a:gs>
              <a:gs pos="83000">
                <a:schemeClr val="accent4"/>
              </a:gs>
            </a:gsLst>
            <a:lin ang="5400000" scaled="1"/>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sz="1400" err="1">
              <a:solidFill>
                <a:schemeClr val="tx1"/>
              </a:solidFill>
            </a:endParaRPr>
          </a:p>
        </p:txBody>
      </p:sp>
      <p:sp>
        <p:nvSpPr>
          <p:cNvPr id="4" name="Title 1">
            <a:extLst>
              <a:ext uri="{FF2B5EF4-FFF2-40B4-BE49-F238E27FC236}">
                <a16:creationId xmlns:a16="http://schemas.microsoft.com/office/drawing/2014/main" id="{A5B56F7A-4B35-CA3D-B3CA-FC8E630F2D0B}"/>
              </a:ext>
            </a:extLst>
          </p:cNvPr>
          <p:cNvSpPr txBox="1">
            <a:spLocks/>
          </p:cNvSpPr>
          <p:nvPr/>
        </p:nvSpPr>
        <p:spPr>
          <a:xfrm>
            <a:off x="578976" y="479834"/>
            <a:ext cx="11090938" cy="585573"/>
          </a:xfrm>
          <a:prstGeom prst="rect">
            <a:avLst/>
          </a:prstGeom>
        </p:spPr>
        <p:txBody>
          <a:bodyPr vert="horz" lIns="0" tIns="0" rIns="0" bIns="126000" rtlCol="0" anchor="b" anchorCtr="0">
            <a:no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de-DE" sz="3200" b="0" i="0" u="none" strike="noStrike" kern="1200" cap="none" spc="0" normalizeH="0" baseline="0" noProof="0" dirty="0">
                <a:ln>
                  <a:noFill/>
                </a:ln>
                <a:solidFill>
                  <a:schemeClr val="tx1"/>
                </a:solidFill>
                <a:effectLst/>
                <a:uLnTx/>
                <a:uFillTx/>
                <a:latin typeface="+mj-lt"/>
                <a:ea typeface="+mj-ea"/>
                <a:cs typeface="+mj-cs"/>
              </a:defRPr>
            </a:lvl1pPr>
          </a:lstStyle>
          <a:p>
            <a:r>
              <a:rPr lang="en-US"/>
              <a:t>June 2026</a:t>
            </a:r>
            <a:endParaRPr lang="en-IN"/>
          </a:p>
        </p:txBody>
      </p:sp>
    </p:spTree>
    <p:extLst>
      <p:ext uri="{BB962C8B-B14F-4D97-AF65-F5344CB8AC3E}">
        <p14:creationId xmlns:p14="http://schemas.microsoft.com/office/powerpoint/2010/main" val="1850967990"/>
      </p:ext>
    </p:extLst>
  </p:cSld>
  <p:clrMapOvr>
    <a:masterClrMapping/>
  </p:clrMapOvr>
  <p:transition spd="med">
    <p:pull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2475F6-127D-9C33-6D0A-226184A278CB}"/>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56B12A0B-5A34-9188-6AA3-700221C3A9E6}"/>
              </a:ext>
            </a:extLst>
          </p:cNvPr>
          <p:cNvSpPr/>
          <p:nvPr/>
        </p:nvSpPr>
        <p:spPr>
          <a:xfrm>
            <a:off x="12093700" y="0"/>
            <a:ext cx="108000" cy="6858000"/>
          </a:xfrm>
          <a:prstGeom prst="rect">
            <a:avLst/>
          </a:prstGeom>
          <a:gradFill>
            <a:gsLst>
              <a:gs pos="0">
                <a:schemeClr val="accent1"/>
              </a:gs>
              <a:gs pos="56000">
                <a:schemeClr val="accent2"/>
              </a:gs>
              <a:gs pos="83000">
                <a:schemeClr val="accent4"/>
              </a:gs>
            </a:gsLst>
            <a:lin ang="5400000" scaled="1"/>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sz="1400" err="1">
              <a:solidFill>
                <a:schemeClr val="tx1"/>
              </a:solidFill>
            </a:endParaRPr>
          </a:p>
        </p:txBody>
      </p:sp>
      <p:sp>
        <p:nvSpPr>
          <p:cNvPr id="19" name="Rectangle 18">
            <a:extLst>
              <a:ext uri="{FF2B5EF4-FFF2-40B4-BE49-F238E27FC236}">
                <a16:creationId xmlns:a16="http://schemas.microsoft.com/office/drawing/2014/main" id="{3C1793DF-57E0-B067-FA24-3E9BBF13F91F}"/>
              </a:ext>
            </a:extLst>
          </p:cNvPr>
          <p:cNvSpPr/>
          <p:nvPr/>
        </p:nvSpPr>
        <p:spPr>
          <a:xfrm>
            <a:off x="-17978" y="0"/>
            <a:ext cx="108000" cy="6858000"/>
          </a:xfrm>
          <a:prstGeom prst="rect">
            <a:avLst/>
          </a:prstGeom>
          <a:gradFill>
            <a:gsLst>
              <a:gs pos="0">
                <a:schemeClr val="accent1"/>
              </a:gs>
              <a:gs pos="56000">
                <a:schemeClr val="accent2"/>
              </a:gs>
              <a:gs pos="83000">
                <a:schemeClr val="accent4"/>
              </a:gs>
            </a:gsLst>
            <a:lin ang="5400000" scaled="1"/>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sz="1400" err="1">
              <a:solidFill>
                <a:schemeClr val="tx1"/>
              </a:solidFill>
            </a:endParaRPr>
          </a:p>
        </p:txBody>
      </p:sp>
      <p:sp>
        <p:nvSpPr>
          <p:cNvPr id="52" name="TextBox 51">
            <a:extLst>
              <a:ext uri="{FF2B5EF4-FFF2-40B4-BE49-F238E27FC236}">
                <a16:creationId xmlns:a16="http://schemas.microsoft.com/office/drawing/2014/main" id="{03BB2332-271D-8FC0-365A-FFA06B36BDC7}"/>
              </a:ext>
            </a:extLst>
          </p:cNvPr>
          <p:cNvSpPr txBox="1"/>
          <p:nvPr/>
        </p:nvSpPr>
        <p:spPr>
          <a:xfrm>
            <a:off x="426895" y="875995"/>
            <a:ext cx="3017234" cy="338554"/>
          </a:xfrm>
          <a:prstGeom prst="rect">
            <a:avLst/>
          </a:prstGeom>
          <a:noFill/>
        </p:spPr>
        <p:txBody>
          <a:bodyPr wrap="square" lIns="91440" tIns="45720" rIns="91440" bIns="45720" rtlCol="0" anchor="t">
            <a:spAutoFit/>
          </a:bodyPr>
          <a:lstStyle>
            <a:defPPr>
              <a:defRPr lang="de-DE"/>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a:lstStyle>
          <a:p>
            <a:pPr defTabSz="1097236">
              <a:defRPr/>
            </a:pPr>
            <a:r>
              <a:rPr lang="en-IN" sz="1600" dirty="0">
                <a:solidFill>
                  <a:srgbClr val="000000"/>
                </a:solidFill>
                <a:latin typeface="Ubuntu"/>
              </a:rPr>
              <a:t>Target Revenue : </a:t>
            </a:r>
            <a:r>
              <a:rPr lang="en-IN" sz="1600" b="1" dirty="0">
                <a:solidFill>
                  <a:schemeClr val="tx2"/>
                </a:solidFill>
                <a:latin typeface="Ubuntu"/>
              </a:rPr>
              <a:t>2400K</a:t>
            </a:r>
          </a:p>
        </p:txBody>
      </p:sp>
      <p:sp>
        <p:nvSpPr>
          <p:cNvPr id="55" name="TextBox 54">
            <a:extLst>
              <a:ext uri="{FF2B5EF4-FFF2-40B4-BE49-F238E27FC236}">
                <a16:creationId xmlns:a16="http://schemas.microsoft.com/office/drawing/2014/main" id="{1FFA129C-A607-0B58-2067-7B129CC9116C}"/>
              </a:ext>
            </a:extLst>
          </p:cNvPr>
          <p:cNvSpPr txBox="1"/>
          <p:nvPr/>
        </p:nvSpPr>
        <p:spPr>
          <a:xfrm>
            <a:off x="350468" y="1351394"/>
            <a:ext cx="9108443" cy="338554"/>
          </a:xfrm>
          <a:prstGeom prst="rect">
            <a:avLst/>
          </a:prstGeom>
          <a:noFill/>
        </p:spPr>
        <p:txBody>
          <a:bodyPr wrap="square" rtlCol="0">
            <a:spAutoFit/>
          </a:bodyPr>
          <a:lstStyle>
            <a:defPPr>
              <a:defRPr lang="de-DE"/>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a:lstStyle>
          <a:p>
            <a:pPr defTabSz="1097236">
              <a:defRPr/>
            </a:pPr>
            <a:r>
              <a:rPr lang="en-IN" sz="1400" b="1" dirty="0">
                <a:solidFill>
                  <a:srgbClr val="000000"/>
                </a:solidFill>
              </a:rPr>
              <a:t>CURRENT:</a:t>
            </a:r>
            <a:r>
              <a:rPr lang="en-IN" sz="1400" dirty="0">
                <a:solidFill>
                  <a:srgbClr val="000000"/>
                </a:solidFill>
              </a:rPr>
              <a:t> Resources: </a:t>
            </a:r>
            <a:r>
              <a:rPr lang="en-IN" sz="1600" b="1" dirty="0">
                <a:solidFill>
                  <a:schemeClr val="tx2"/>
                </a:solidFill>
              </a:rPr>
              <a:t>47</a:t>
            </a:r>
            <a:r>
              <a:rPr lang="en-IN" sz="1440" b="1" dirty="0">
                <a:solidFill>
                  <a:srgbClr val="000000"/>
                </a:solidFill>
              </a:rPr>
              <a:t> </a:t>
            </a:r>
            <a:r>
              <a:rPr lang="en-IN" sz="1600" b="1" dirty="0">
                <a:solidFill>
                  <a:srgbClr val="000000"/>
                </a:solidFill>
              </a:rPr>
              <a:t>|</a:t>
            </a:r>
            <a:r>
              <a:rPr lang="en-IN" sz="1440" b="1" dirty="0">
                <a:solidFill>
                  <a:srgbClr val="000000"/>
                </a:solidFill>
              </a:rPr>
              <a:t> </a:t>
            </a:r>
            <a:r>
              <a:rPr lang="en-IN" sz="1400" dirty="0">
                <a:solidFill>
                  <a:srgbClr val="000000"/>
                </a:solidFill>
                <a:latin typeface="Ubuntu"/>
              </a:rPr>
              <a:t>Bench: </a:t>
            </a:r>
            <a:r>
              <a:rPr lang="en-IN" sz="1600" b="1" dirty="0">
                <a:solidFill>
                  <a:schemeClr val="tx2"/>
                </a:solidFill>
                <a:latin typeface="Ubuntu"/>
              </a:rPr>
              <a:t>10</a:t>
            </a:r>
            <a:r>
              <a:rPr lang="en-IN" sz="1440" b="1" dirty="0">
                <a:solidFill>
                  <a:srgbClr val="000000"/>
                </a:solidFill>
                <a:latin typeface="Ubuntu"/>
              </a:rPr>
              <a:t> </a:t>
            </a:r>
            <a:r>
              <a:rPr lang="en-IN" sz="1600" b="1" dirty="0">
                <a:solidFill>
                  <a:srgbClr val="000000"/>
                </a:solidFill>
                <a:latin typeface="Ubuntu"/>
              </a:rPr>
              <a:t>|</a:t>
            </a:r>
            <a:r>
              <a:rPr lang="en-IN" sz="1440" b="1" dirty="0">
                <a:solidFill>
                  <a:srgbClr val="000000"/>
                </a:solidFill>
                <a:latin typeface="Ubuntu"/>
              </a:rPr>
              <a:t> </a:t>
            </a:r>
            <a:r>
              <a:rPr lang="en-IN" sz="1400" dirty="0">
                <a:solidFill>
                  <a:srgbClr val="000000"/>
                </a:solidFill>
              </a:rPr>
              <a:t>Inter Projects: </a:t>
            </a:r>
            <a:r>
              <a:rPr lang="en-IN" sz="1600" b="1" dirty="0">
                <a:solidFill>
                  <a:schemeClr val="tx2"/>
                </a:solidFill>
                <a:latin typeface="Ubuntu"/>
              </a:rPr>
              <a:t>52%</a:t>
            </a:r>
            <a:r>
              <a:rPr lang="en-IN" sz="1600" b="1" dirty="0">
                <a:solidFill>
                  <a:srgbClr val="000000"/>
                </a:solidFill>
              </a:rPr>
              <a:t> | </a:t>
            </a:r>
            <a:r>
              <a:rPr lang="en-IN" sz="1400" dirty="0">
                <a:solidFill>
                  <a:srgbClr val="000000"/>
                </a:solidFill>
              </a:rPr>
              <a:t>New Joiners Confirmed: </a:t>
            </a:r>
            <a:r>
              <a:rPr lang="en-IN" sz="1400" b="1" dirty="0">
                <a:solidFill>
                  <a:srgbClr val="000000"/>
                </a:solidFill>
              </a:rPr>
              <a:t>3 I </a:t>
            </a:r>
            <a:r>
              <a:rPr lang="en-IN" sz="1400" dirty="0">
                <a:solidFill>
                  <a:srgbClr val="000000"/>
                </a:solidFill>
              </a:rPr>
              <a:t>New Hires Planned: </a:t>
            </a:r>
            <a:r>
              <a:rPr lang="en-IN" sz="1400" b="1" dirty="0">
                <a:solidFill>
                  <a:srgbClr val="000000"/>
                </a:solidFill>
              </a:rPr>
              <a:t>4</a:t>
            </a:r>
          </a:p>
        </p:txBody>
      </p:sp>
      <p:sp>
        <p:nvSpPr>
          <p:cNvPr id="65" name="TextBox 64">
            <a:extLst>
              <a:ext uri="{FF2B5EF4-FFF2-40B4-BE49-F238E27FC236}">
                <a16:creationId xmlns:a16="http://schemas.microsoft.com/office/drawing/2014/main" id="{D6BE34D7-5437-BEEC-1487-61C3D146B7FD}"/>
              </a:ext>
            </a:extLst>
          </p:cNvPr>
          <p:cNvSpPr txBox="1"/>
          <p:nvPr/>
        </p:nvSpPr>
        <p:spPr>
          <a:xfrm>
            <a:off x="358746" y="243976"/>
            <a:ext cx="11474508" cy="584775"/>
          </a:xfrm>
          <a:prstGeom prst="rect">
            <a:avLst/>
          </a:prstGeom>
          <a:noFill/>
        </p:spPr>
        <p:txBody>
          <a:bodyPr wrap="square" lIns="91440" tIns="45720" rIns="91440" bIns="45720" anchor="t">
            <a:spAutoFit/>
          </a:bodyPr>
          <a:lstStyle>
            <a:defPPr>
              <a:defRPr lang="de-DE"/>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a:lstStyle>
          <a:p>
            <a:pPr defTabSz="1097236">
              <a:defRPr/>
            </a:pPr>
            <a:r>
              <a:rPr lang="en-IN" sz="3200" b="1" dirty="0">
                <a:solidFill>
                  <a:srgbClr val="000000"/>
                </a:solidFill>
                <a:latin typeface="Ubuntu Medium" panose="020B0604030602030204" pitchFamily="34" charset="0"/>
                <a:ea typeface="Aptos" panose="020B0004020202020204" pitchFamily="34" charset="0"/>
                <a:cs typeface="Times New Roman"/>
              </a:rPr>
              <a:t>Strategic Growth Approach</a:t>
            </a:r>
            <a:endParaRPr lang="en-IN" sz="3200" dirty="0">
              <a:solidFill>
                <a:srgbClr val="000000"/>
              </a:solidFill>
              <a:latin typeface="Ubuntu Medium" panose="020B0604030602030204" pitchFamily="34" charset="0"/>
              <a:cs typeface="Times New Roman"/>
            </a:endParaRPr>
          </a:p>
        </p:txBody>
      </p:sp>
      <p:sp>
        <p:nvSpPr>
          <p:cNvPr id="17" name="Footer Placeholder 17">
            <a:extLst>
              <a:ext uri="{FF2B5EF4-FFF2-40B4-BE49-F238E27FC236}">
                <a16:creationId xmlns:a16="http://schemas.microsoft.com/office/drawing/2014/main" id="{A2457177-6067-5D86-74D8-DE65BE92BD18}"/>
              </a:ext>
            </a:extLst>
          </p:cNvPr>
          <p:cNvSpPr>
            <a:spLocks noGrp="1"/>
          </p:cNvSpPr>
          <p:nvPr>
            <p:ph type="ftr" sz="quarter" idx="11"/>
          </p:nvPr>
        </p:nvSpPr>
        <p:spPr>
          <a:xfrm>
            <a:off x="550863" y="6650662"/>
            <a:ext cx="4716524" cy="123112"/>
          </a:xfrm>
        </p:spPr>
        <p:txBody>
          <a:bodyPr/>
          <a:lstStyle/>
          <a:p>
            <a:pPr defTabSz="914364">
              <a:spcBef>
                <a:spcPts val="1000"/>
              </a:spcBef>
              <a:defRPr/>
            </a:pPr>
            <a:r>
              <a:rPr lang="en-US">
                <a:solidFill>
                  <a:srgbClr val="FFFFFF">
                    <a:lumMod val="65000"/>
                  </a:srgbClr>
                </a:solidFill>
                <a:latin typeface="Ubuntu"/>
              </a:rPr>
              <a:t>TMT Monthly Update |  July 2026</a:t>
            </a:r>
          </a:p>
        </p:txBody>
      </p:sp>
      <p:sp>
        <p:nvSpPr>
          <p:cNvPr id="30" name="Rectangle 29">
            <a:extLst>
              <a:ext uri="{FF2B5EF4-FFF2-40B4-BE49-F238E27FC236}">
                <a16:creationId xmlns:a16="http://schemas.microsoft.com/office/drawing/2014/main" id="{05AF5B29-FF15-0D21-B569-719F10CB0E59}"/>
              </a:ext>
            </a:extLst>
          </p:cNvPr>
          <p:cNvSpPr/>
          <p:nvPr/>
        </p:nvSpPr>
        <p:spPr>
          <a:xfrm>
            <a:off x="-24000" y="6782398"/>
            <a:ext cx="12240000" cy="109034"/>
          </a:xfrm>
          <a:prstGeom prst="rect">
            <a:avLst/>
          </a:prstGeom>
          <a:solidFill>
            <a:srgbClr val="00828E"/>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sz="1400" err="1">
              <a:solidFill>
                <a:schemeClr val="tx1"/>
              </a:solidFill>
            </a:endParaRPr>
          </a:p>
        </p:txBody>
      </p:sp>
      <p:sp>
        <p:nvSpPr>
          <p:cNvPr id="31" name="Date Placeholder 16">
            <a:extLst>
              <a:ext uri="{FF2B5EF4-FFF2-40B4-BE49-F238E27FC236}">
                <a16:creationId xmlns:a16="http://schemas.microsoft.com/office/drawing/2014/main" id="{4D89AF0E-2003-6151-7114-9F21FE37E3F3}"/>
              </a:ext>
            </a:extLst>
          </p:cNvPr>
          <p:cNvSpPr>
            <a:spLocks noGrp="1"/>
          </p:cNvSpPr>
          <p:nvPr>
            <p:ph type="dt" sz="half" idx="10"/>
          </p:nvPr>
        </p:nvSpPr>
        <p:spPr>
          <a:xfrm>
            <a:off x="9809927" y="6650661"/>
            <a:ext cx="1831210" cy="123111"/>
          </a:xfrm>
        </p:spPr>
        <p:txBody>
          <a:bodyPr/>
          <a:lstStyle/>
          <a:p>
            <a:pPr marL="0" marR="0" lvl="0" indent="0" algn="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sz="800" b="0" i="0" u="none" strike="noStrike" kern="1200" cap="none" spc="0" normalizeH="0" baseline="0" noProof="0">
                <a:ln>
                  <a:noFill/>
                </a:ln>
                <a:solidFill>
                  <a:srgbClr val="FFFFFF">
                    <a:lumMod val="65000"/>
                  </a:srgbClr>
                </a:solidFill>
                <a:effectLst/>
                <a:uLnTx/>
                <a:uFillTx/>
                <a:latin typeface="Ubuntu"/>
                <a:ea typeface="+mn-ea"/>
                <a:cs typeface="+mn-cs"/>
              </a:rPr>
              <a:t>Company Confidential © Capgemini 2026. All rights reserved.</a:t>
            </a:r>
          </a:p>
        </p:txBody>
      </p:sp>
      <p:sp>
        <p:nvSpPr>
          <p:cNvPr id="32" name="Slide Number Placeholder 18">
            <a:extLst>
              <a:ext uri="{FF2B5EF4-FFF2-40B4-BE49-F238E27FC236}">
                <a16:creationId xmlns:a16="http://schemas.microsoft.com/office/drawing/2014/main" id="{B3EBEF06-8EE6-E98C-6DBA-9FBA77DFAC06}"/>
              </a:ext>
            </a:extLst>
          </p:cNvPr>
          <p:cNvSpPr>
            <a:spLocks noGrp="1"/>
          </p:cNvSpPr>
          <p:nvPr>
            <p:ph type="sldNum" sz="quarter" idx="12"/>
          </p:nvPr>
        </p:nvSpPr>
        <p:spPr>
          <a:xfrm>
            <a:off x="11778341" y="6650661"/>
            <a:ext cx="232665" cy="123111"/>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9A5160-6218-4E5A-B9E6-B93E3DAE377C}" type="slidenum">
              <a:rPr kumimoji="0" lang="en-US" sz="800" b="0" i="0" u="none" strike="noStrike" kern="1200" cap="none" spc="0" normalizeH="0" baseline="0" noProof="0" smtClean="0">
                <a:ln>
                  <a:noFill/>
                </a:ln>
                <a:solidFill>
                  <a:srgbClr val="FFFFFF">
                    <a:lumMod val="65000"/>
                  </a:srgbClr>
                </a:solidFill>
                <a:effectLst/>
                <a:uLnTx/>
                <a:uFillTx/>
                <a:latin typeface="Ubuntu"/>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800" b="0" i="0" u="none" strike="noStrike" kern="1200" cap="none" spc="0" normalizeH="0" baseline="0" noProof="0">
              <a:ln>
                <a:noFill/>
              </a:ln>
              <a:solidFill>
                <a:srgbClr val="FFFFFF">
                  <a:lumMod val="65000"/>
                </a:srgbClr>
              </a:solidFill>
              <a:effectLst/>
              <a:uLnTx/>
              <a:uFillTx/>
              <a:latin typeface="Ubuntu"/>
              <a:ea typeface="+mn-ea"/>
              <a:cs typeface="Arial" panose="020B0604020202020204" pitchFamily="34" charset="0"/>
            </a:endParaRPr>
          </a:p>
        </p:txBody>
      </p:sp>
      <p:sp>
        <p:nvSpPr>
          <p:cNvPr id="203" name="TextBox 202">
            <a:extLst>
              <a:ext uri="{FF2B5EF4-FFF2-40B4-BE49-F238E27FC236}">
                <a16:creationId xmlns:a16="http://schemas.microsoft.com/office/drawing/2014/main" id="{68648BAD-C0BB-C701-9A08-B4E3CCB0BC11}"/>
              </a:ext>
            </a:extLst>
          </p:cNvPr>
          <p:cNvSpPr txBox="1"/>
          <p:nvPr/>
        </p:nvSpPr>
        <p:spPr>
          <a:xfrm>
            <a:off x="3158710" y="869502"/>
            <a:ext cx="8093489" cy="340735"/>
          </a:xfrm>
          <a:prstGeom prst="rect">
            <a:avLst/>
          </a:prstGeom>
          <a:noFill/>
        </p:spPr>
        <p:txBody>
          <a:bodyPr vert="horz" wrap="square" lIns="90000" tIns="46800" rIns="90000" bIns="46800" rtlCol="0" anchor="ctr">
            <a:spAutoFit/>
          </a:bodyPr>
          <a:lstStyle/>
          <a:p>
            <a:pPr algn="l">
              <a:spcBef>
                <a:spcPct val="0"/>
              </a:spcBef>
            </a:pPr>
            <a:r>
              <a:rPr lang="en-IN" sz="1400" dirty="0"/>
              <a:t>Revenue Confirmed: </a:t>
            </a:r>
            <a:r>
              <a:rPr lang="en-IN" sz="1600" b="1" dirty="0">
                <a:solidFill>
                  <a:schemeClr val="tx2"/>
                </a:solidFill>
                <a:latin typeface="Ubuntu"/>
              </a:rPr>
              <a:t>1109 KE	</a:t>
            </a:r>
            <a:r>
              <a:rPr lang="en-IN" sz="1400" dirty="0"/>
              <a:t>Revenue %: </a:t>
            </a:r>
            <a:r>
              <a:rPr lang="en-IN" sz="1600" b="1" dirty="0">
                <a:solidFill>
                  <a:schemeClr val="tx2"/>
                </a:solidFill>
                <a:latin typeface="Ubuntu"/>
              </a:rPr>
              <a:t>46%	</a:t>
            </a:r>
            <a:r>
              <a:rPr lang="en-IN" sz="1400" dirty="0"/>
              <a:t>Current Gap:</a:t>
            </a:r>
            <a:r>
              <a:rPr lang="en-IN" sz="1600" b="1" dirty="0">
                <a:solidFill>
                  <a:schemeClr val="tx2"/>
                </a:solidFill>
                <a:latin typeface="Ubuntu"/>
              </a:rPr>
              <a:t> 1291K</a:t>
            </a:r>
          </a:p>
        </p:txBody>
      </p:sp>
      <p:sp>
        <p:nvSpPr>
          <p:cNvPr id="14" name="TextBox 13">
            <a:extLst>
              <a:ext uri="{FF2B5EF4-FFF2-40B4-BE49-F238E27FC236}">
                <a16:creationId xmlns:a16="http://schemas.microsoft.com/office/drawing/2014/main" id="{7B22BA92-3F49-DCBF-9288-C665C75A4035}"/>
              </a:ext>
            </a:extLst>
          </p:cNvPr>
          <p:cNvSpPr txBox="1"/>
          <p:nvPr/>
        </p:nvSpPr>
        <p:spPr>
          <a:xfrm>
            <a:off x="426895" y="2039354"/>
            <a:ext cx="9108443" cy="338554"/>
          </a:xfrm>
          <a:prstGeom prst="rect">
            <a:avLst/>
          </a:prstGeom>
          <a:noFill/>
        </p:spPr>
        <p:txBody>
          <a:bodyPr wrap="square" rtlCol="0">
            <a:spAutoFit/>
          </a:bodyPr>
          <a:lstStyle>
            <a:defPPr>
              <a:defRPr lang="de-DE"/>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a:lstStyle>
          <a:p>
            <a:pPr defTabSz="1097236">
              <a:defRPr/>
            </a:pPr>
            <a:r>
              <a:rPr lang="en-IN" sz="1600" b="1" dirty="0">
                <a:solidFill>
                  <a:srgbClr val="000000"/>
                </a:solidFill>
              </a:rPr>
              <a:t>Recommended Plan for Gap Reduction</a:t>
            </a:r>
          </a:p>
        </p:txBody>
      </p:sp>
      <p:sp>
        <p:nvSpPr>
          <p:cNvPr id="2" name="Arrow: Pentagon 1">
            <a:extLst>
              <a:ext uri="{FF2B5EF4-FFF2-40B4-BE49-F238E27FC236}">
                <a16:creationId xmlns:a16="http://schemas.microsoft.com/office/drawing/2014/main" id="{FF70DF9A-3434-A743-790E-DA9ACC9C9516}"/>
              </a:ext>
            </a:extLst>
          </p:cNvPr>
          <p:cNvSpPr/>
          <p:nvPr/>
        </p:nvSpPr>
        <p:spPr>
          <a:xfrm>
            <a:off x="1508760" y="2612001"/>
            <a:ext cx="9555482" cy="484632"/>
          </a:xfrm>
          <a:prstGeom prst="homePlate">
            <a:avLst/>
          </a:prstGeom>
          <a:solidFill>
            <a:srgbClr val="71609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3200" tIns="43200" rIns="43200" bIns="43200" numCol="1" spcCol="0" rtlCol="0" fromWordArt="0" anchor="ctr" anchorCtr="0" forceAA="0" compatLnSpc="1">
            <a:prstTxWarp prst="textNoShape">
              <a:avLst/>
            </a:prstTxWarp>
            <a:noAutofit/>
          </a:bodyPr>
          <a:lstStyle/>
          <a:p>
            <a:pPr>
              <a:spcAft>
                <a:spcPts val="720"/>
              </a:spcAft>
              <a:buClr>
                <a:schemeClr val="tx1"/>
              </a:buClr>
            </a:pPr>
            <a:r>
              <a:rPr lang="en-US" sz="1200" dirty="0">
                <a:solidFill>
                  <a:schemeClr val="bg1"/>
                </a:solidFill>
                <a:ea typeface="Calibri" pitchFamily="34" charset="-122"/>
                <a:cs typeface="Calibri" pitchFamily="34" charset="-120"/>
              </a:rPr>
              <a:t>Accelerate closure efforts for Inter Pipeline opportunities (Stages 6 &amp; 7)</a:t>
            </a:r>
          </a:p>
        </p:txBody>
      </p:sp>
      <p:sp>
        <p:nvSpPr>
          <p:cNvPr id="3" name="Arrow: Pentagon 2">
            <a:extLst>
              <a:ext uri="{FF2B5EF4-FFF2-40B4-BE49-F238E27FC236}">
                <a16:creationId xmlns:a16="http://schemas.microsoft.com/office/drawing/2014/main" id="{A5A09EA5-6B87-3C82-F282-8A3670479A3A}"/>
              </a:ext>
            </a:extLst>
          </p:cNvPr>
          <p:cNvSpPr/>
          <p:nvPr/>
        </p:nvSpPr>
        <p:spPr>
          <a:xfrm>
            <a:off x="1508758" y="3677585"/>
            <a:ext cx="9555482" cy="484632"/>
          </a:xfrm>
          <a:prstGeom prst="homePlate">
            <a:avLst/>
          </a:prstGeom>
          <a:solidFill>
            <a:srgbClr val="71609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3200" tIns="43200" rIns="43200" bIns="43200" numCol="1" spcCol="0" rtlCol="0" fromWordArt="0" anchor="ctr" anchorCtr="0" forceAA="0" compatLnSpc="1">
            <a:prstTxWarp prst="textNoShape">
              <a:avLst/>
            </a:prstTxWarp>
            <a:noAutofit/>
          </a:bodyPr>
          <a:lstStyle/>
          <a:p>
            <a:pPr>
              <a:spcAft>
                <a:spcPts val="720"/>
              </a:spcAft>
              <a:buClr>
                <a:schemeClr val="tx1"/>
              </a:buClr>
            </a:pPr>
            <a:r>
              <a:rPr lang="en-US" sz="1200" dirty="0">
                <a:solidFill>
                  <a:schemeClr val="bg1"/>
                </a:solidFill>
                <a:ea typeface="Calibri" pitchFamily="34" charset="-122"/>
                <a:cs typeface="Calibri" pitchFamily="34" charset="-120"/>
              </a:rPr>
              <a:t>Leverage bench resources to support RFP activities by aligning them to relevant bid codes (Source Bid Codes for RFP’s)</a:t>
            </a:r>
          </a:p>
        </p:txBody>
      </p:sp>
      <p:sp>
        <p:nvSpPr>
          <p:cNvPr id="4" name="Arrow: Pentagon 3">
            <a:extLst>
              <a:ext uri="{FF2B5EF4-FFF2-40B4-BE49-F238E27FC236}">
                <a16:creationId xmlns:a16="http://schemas.microsoft.com/office/drawing/2014/main" id="{B3263049-C847-108B-7A1C-C656AE5E7F5D}"/>
              </a:ext>
            </a:extLst>
          </p:cNvPr>
          <p:cNvSpPr/>
          <p:nvPr/>
        </p:nvSpPr>
        <p:spPr>
          <a:xfrm>
            <a:off x="1508760" y="3144793"/>
            <a:ext cx="9555482" cy="484632"/>
          </a:xfrm>
          <a:prstGeom prst="homePlate">
            <a:avLst/>
          </a:prstGeom>
          <a:solidFill>
            <a:srgbClr val="71609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3200" tIns="43200" rIns="43200" bIns="43200" numCol="1" spcCol="0" rtlCol="0" fromWordArt="0" anchor="ctr" anchorCtr="0" forceAA="0" compatLnSpc="1">
            <a:prstTxWarp prst="textNoShape">
              <a:avLst/>
            </a:prstTxWarp>
            <a:noAutofit/>
          </a:bodyPr>
          <a:lstStyle/>
          <a:p>
            <a:pPr>
              <a:spcAft>
                <a:spcPts val="720"/>
              </a:spcAft>
              <a:buClr>
                <a:schemeClr val="tx1"/>
              </a:buClr>
            </a:pPr>
            <a:r>
              <a:rPr lang="en-US" sz="1200" dirty="0">
                <a:solidFill>
                  <a:schemeClr val="bg1"/>
                </a:solidFill>
              </a:rPr>
              <a:t>Callout to Account owners managing INTER accounts, to explore new roles within existing engagements</a:t>
            </a:r>
          </a:p>
        </p:txBody>
      </p:sp>
      <p:sp>
        <p:nvSpPr>
          <p:cNvPr id="5" name="Arrow: Pentagon 4">
            <a:extLst>
              <a:ext uri="{FF2B5EF4-FFF2-40B4-BE49-F238E27FC236}">
                <a16:creationId xmlns:a16="http://schemas.microsoft.com/office/drawing/2014/main" id="{362DBEA9-BE7D-B4F9-BDEC-BB2AC28704D9}"/>
              </a:ext>
            </a:extLst>
          </p:cNvPr>
          <p:cNvSpPr/>
          <p:nvPr/>
        </p:nvSpPr>
        <p:spPr>
          <a:xfrm>
            <a:off x="1508758" y="4743169"/>
            <a:ext cx="9555482" cy="484632"/>
          </a:xfrm>
          <a:prstGeom prst="homePlate">
            <a:avLst/>
          </a:prstGeom>
          <a:solidFill>
            <a:srgbClr val="71609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3200" tIns="43200" rIns="43200" bIns="43200" numCol="1" spcCol="0" rtlCol="0" fromWordArt="0" anchor="ctr" anchorCtr="0" forceAA="0" compatLnSpc="1">
            <a:prstTxWarp prst="textNoShape">
              <a:avLst/>
            </a:prstTxWarp>
            <a:noAutofit/>
          </a:bodyPr>
          <a:lstStyle/>
          <a:p>
            <a:pPr>
              <a:spcAft>
                <a:spcPts val="720"/>
              </a:spcAft>
              <a:buClr>
                <a:schemeClr val="tx1"/>
              </a:buClr>
            </a:pPr>
            <a:r>
              <a:rPr lang="en-US" sz="1200" dirty="0">
                <a:solidFill>
                  <a:schemeClr val="bg1"/>
                </a:solidFill>
              </a:rPr>
              <a:t>3 new laterals to join in Aug’26. Plan for rapid deployment of three new lateral hires across active and pipeline opportunities</a:t>
            </a:r>
          </a:p>
        </p:txBody>
      </p:sp>
      <p:sp>
        <p:nvSpPr>
          <p:cNvPr id="6" name="Arrow: Pentagon 5">
            <a:extLst>
              <a:ext uri="{FF2B5EF4-FFF2-40B4-BE49-F238E27FC236}">
                <a16:creationId xmlns:a16="http://schemas.microsoft.com/office/drawing/2014/main" id="{FB7D50AA-F89A-DF75-B8A1-83DCF55D01D8}"/>
              </a:ext>
            </a:extLst>
          </p:cNvPr>
          <p:cNvSpPr/>
          <p:nvPr/>
        </p:nvSpPr>
        <p:spPr>
          <a:xfrm>
            <a:off x="1508757" y="5275961"/>
            <a:ext cx="9555482" cy="484632"/>
          </a:xfrm>
          <a:prstGeom prst="homePlate">
            <a:avLst/>
          </a:prstGeom>
          <a:solidFill>
            <a:srgbClr val="71609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3200" tIns="43200" rIns="43200" bIns="43200" numCol="1" spcCol="0" rtlCol="0" fromWordArt="0" anchor="ctr" anchorCtr="0" forceAA="0" compatLnSpc="1">
            <a:prstTxWarp prst="textNoShape">
              <a:avLst/>
            </a:prstTxWarp>
            <a:noAutofit/>
          </a:bodyPr>
          <a:lstStyle/>
          <a:p>
            <a:pPr>
              <a:spcAft>
                <a:spcPts val="720"/>
              </a:spcAft>
              <a:buClr>
                <a:schemeClr val="tx1"/>
              </a:buClr>
            </a:pPr>
            <a:r>
              <a:rPr lang="en-US" sz="1200" dirty="0">
                <a:solidFill>
                  <a:schemeClr val="bg1"/>
                </a:solidFill>
                <a:ea typeface="Calibri" pitchFamily="34" charset="-122"/>
                <a:cs typeface="Calibri" pitchFamily="34" charset="-120"/>
              </a:rPr>
              <a:t>Account Owners should prioritize immediate deployment of bench resources to projects that enable on-the-job learning and upskill through practical project exposure</a:t>
            </a:r>
            <a:endParaRPr lang="en-US" sz="1200" dirty="0">
              <a:solidFill>
                <a:schemeClr val="bg1"/>
              </a:solidFill>
            </a:endParaRPr>
          </a:p>
        </p:txBody>
      </p:sp>
      <p:sp>
        <p:nvSpPr>
          <p:cNvPr id="7" name="Arrow: Pentagon 6">
            <a:extLst>
              <a:ext uri="{FF2B5EF4-FFF2-40B4-BE49-F238E27FC236}">
                <a16:creationId xmlns:a16="http://schemas.microsoft.com/office/drawing/2014/main" id="{D3A2C143-67C3-DB23-865A-9E207DBBD6F7}"/>
              </a:ext>
            </a:extLst>
          </p:cNvPr>
          <p:cNvSpPr/>
          <p:nvPr/>
        </p:nvSpPr>
        <p:spPr>
          <a:xfrm>
            <a:off x="1508755" y="5808752"/>
            <a:ext cx="9555482" cy="484632"/>
          </a:xfrm>
          <a:prstGeom prst="homePlate">
            <a:avLst/>
          </a:prstGeom>
          <a:solidFill>
            <a:srgbClr val="71609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3200" tIns="43200" rIns="43200" bIns="43200" numCol="1" spcCol="0" rtlCol="0" fromWordArt="0" anchor="ctr" anchorCtr="0" forceAA="0" compatLnSpc="1">
            <a:prstTxWarp prst="textNoShape">
              <a:avLst/>
            </a:prstTxWarp>
            <a:noAutofit/>
          </a:bodyPr>
          <a:lstStyle/>
          <a:p>
            <a:pPr>
              <a:spcAft>
                <a:spcPts val="720"/>
              </a:spcAft>
              <a:buClr>
                <a:schemeClr val="tx1"/>
              </a:buClr>
            </a:pPr>
            <a:r>
              <a:rPr lang="en-US" sz="1200" dirty="0">
                <a:solidFill>
                  <a:schemeClr val="bg1"/>
                </a:solidFill>
              </a:rPr>
              <a:t>Resources build AI capabilities through self-paced learning, assigned trainings, and participate in “AI for Us, From Us” forums to become AI ready for upcoming opportunities</a:t>
            </a:r>
          </a:p>
        </p:txBody>
      </p:sp>
      <p:sp>
        <p:nvSpPr>
          <p:cNvPr id="8" name="Arrow: Pentagon 7">
            <a:extLst>
              <a:ext uri="{FF2B5EF4-FFF2-40B4-BE49-F238E27FC236}">
                <a16:creationId xmlns:a16="http://schemas.microsoft.com/office/drawing/2014/main" id="{E01D8AEC-AA2F-AE69-63F4-91B6CA77F666}"/>
              </a:ext>
            </a:extLst>
          </p:cNvPr>
          <p:cNvSpPr/>
          <p:nvPr/>
        </p:nvSpPr>
        <p:spPr>
          <a:xfrm>
            <a:off x="1508755" y="4210377"/>
            <a:ext cx="9555482" cy="484632"/>
          </a:xfrm>
          <a:prstGeom prst="homePlate">
            <a:avLst/>
          </a:prstGeom>
          <a:solidFill>
            <a:srgbClr val="71609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3200" tIns="43200" rIns="43200" bIns="43200" numCol="1" spcCol="0" rtlCol="0" fromWordArt="0" anchor="ctr" anchorCtr="0" forceAA="0" compatLnSpc="1">
            <a:prstTxWarp prst="textNoShape">
              <a:avLst/>
            </a:prstTxWarp>
            <a:noAutofit/>
          </a:bodyPr>
          <a:lstStyle/>
          <a:p>
            <a:pPr>
              <a:spcAft>
                <a:spcPts val="720"/>
              </a:spcAft>
              <a:buClr>
                <a:schemeClr val="tx1"/>
              </a:buClr>
            </a:pPr>
            <a:r>
              <a:rPr lang="en-US" sz="1200" dirty="0">
                <a:solidFill>
                  <a:schemeClr val="bg1"/>
                </a:solidFill>
                <a:ea typeface="Calibri" pitchFamily="34" charset="-122"/>
                <a:cs typeface="Calibri" pitchFamily="34" charset="-120"/>
              </a:rPr>
              <a:t>Encourage resources to take on cross-domain opportunities where skills and experience align</a:t>
            </a:r>
          </a:p>
        </p:txBody>
      </p:sp>
    </p:spTree>
    <p:extLst>
      <p:ext uri="{BB962C8B-B14F-4D97-AF65-F5344CB8AC3E}">
        <p14:creationId xmlns:p14="http://schemas.microsoft.com/office/powerpoint/2010/main" val="1394139859"/>
      </p:ext>
    </p:extLst>
  </p:cSld>
  <p:clrMapOvr>
    <a:masterClrMapping/>
  </p:clrMapOvr>
  <p:transition spd="med">
    <p:pull dir="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DEB269-E138-96A7-2595-6902390014E6}"/>
            </a:ext>
          </a:extLst>
        </p:cNvPr>
        <p:cNvGrpSpPr/>
        <p:nvPr/>
      </p:nvGrpSpPr>
      <p:grpSpPr>
        <a:xfrm>
          <a:off x="0" y="0"/>
          <a:ext cx="0" cy="0"/>
          <a:chOff x="0" y="0"/>
          <a:chExt cx="0" cy="0"/>
        </a:xfrm>
      </p:grpSpPr>
      <p:sp>
        <p:nvSpPr>
          <p:cNvPr id="14" name="Titre 13">
            <a:extLst>
              <a:ext uri="{FF2B5EF4-FFF2-40B4-BE49-F238E27FC236}">
                <a16:creationId xmlns:a16="http://schemas.microsoft.com/office/drawing/2014/main" id="{A7F9B4E0-E306-829A-FEE7-102CFB9B0724}"/>
              </a:ext>
            </a:extLst>
          </p:cNvPr>
          <p:cNvSpPr>
            <a:spLocks noGrp="1"/>
          </p:cNvSpPr>
          <p:nvPr>
            <p:ph type="title"/>
          </p:nvPr>
        </p:nvSpPr>
        <p:spPr/>
        <p:txBody>
          <a:bodyPr/>
          <a:lstStyle/>
          <a:p>
            <a:r>
              <a:rPr lang="en-US"/>
              <a:t>Agenda</a:t>
            </a:r>
          </a:p>
        </p:txBody>
      </p:sp>
      <p:graphicFrame>
        <p:nvGraphicFramePr>
          <p:cNvPr id="15" name="Table Placeholder 4">
            <a:extLst>
              <a:ext uri="{FF2B5EF4-FFF2-40B4-BE49-F238E27FC236}">
                <a16:creationId xmlns:a16="http://schemas.microsoft.com/office/drawing/2014/main" id="{C4B02E7A-A19B-D18E-11CE-54358D3097A5}"/>
              </a:ext>
            </a:extLst>
          </p:cNvPr>
          <p:cNvGraphicFramePr>
            <a:graphicFrameLocks/>
          </p:cNvGraphicFramePr>
          <p:nvPr>
            <p:extLst>
              <p:ext uri="{D42A27DB-BD31-4B8C-83A1-F6EECF244321}">
                <p14:modId xmlns:p14="http://schemas.microsoft.com/office/powerpoint/2010/main" val="4092600333"/>
              </p:ext>
            </p:extLst>
          </p:nvPr>
        </p:nvGraphicFramePr>
        <p:xfrm>
          <a:off x="550863" y="1866534"/>
          <a:ext cx="11089754" cy="3749643"/>
        </p:xfrm>
        <a:graphic>
          <a:graphicData uri="http://schemas.openxmlformats.org/drawingml/2006/table">
            <a:tbl>
              <a:tblPr>
                <a:tableStyleId>{5C22544A-7EE6-4342-B048-85BDC9FD1C3A}</a:tableStyleId>
              </a:tblPr>
              <a:tblGrid>
                <a:gridCol w="1006550">
                  <a:extLst>
                    <a:ext uri="{9D8B030D-6E8A-4147-A177-3AD203B41FA5}">
                      <a16:colId xmlns:a16="http://schemas.microsoft.com/office/drawing/2014/main" val="2607851620"/>
                    </a:ext>
                  </a:extLst>
                </a:gridCol>
                <a:gridCol w="10083204">
                  <a:extLst>
                    <a:ext uri="{9D8B030D-6E8A-4147-A177-3AD203B41FA5}">
                      <a16:colId xmlns:a16="http://schemas.microsoft.com/office/drawing/2014/main" val="1243403413"/>
                    </a:ext>
                  </a:extLst>
                </a:gridCol>
              </a:tblGrid>
              <a:tr h="661414">
                <a:tc>
                  <a:txBody>
                    <a:bodyPr/>
                    <a:lstStyle/>
                    <a:p>
                      <a:pPr algn="r"/>
                      <a:r>
                        <a:rPr lang="en-US" sz="1400" b="0" i="0" noProof="0">
                          <a:solidFill>
                            <a:schemeClr val="bg2"/>
                          </a:solidFill>
                          <a:latin typeface="+mn-lt"/>
                        </a:rPr>
                        <a:t>01</a:t>
                      </a:r>
                    </a:p>
                  </a:txBody>
                  <a:tcPr marL="45720" marR="360000" marT="108000" marB="180000">
                    <a:lnL w="12700" cmpd="sng">
                      <a:noFill/>
                    </a:lnL>
                    <a:lnR w="12700" cap="flat" cmpd="sng" algn="ctr">
                      <a:noFill/>
                      <a:prstDash val="solid"/>
                      <a:round/>
                      <a:headEnd type="none" w="med" len="med"/>
                      <a:tailEnd type="none" w="med" len="med"/>
                    </a:lnR>
                    <a:lnT w="38100" cap="flat" cmpd="sng" algn="ctr">
                      <a:solidFill>
                        <a:srgbClr val="FEB100"/>
                      </a:solidFill>
                      <a:prstDash val="solid"/>
                      <a:round/>
                      <a:headEnd type="none" w="med" len="med"/>
                      <a:tailEnd type="none" w="med" len="med"/>
                    </a:lnT>
                    <a:lnB w="38100" cap="flat" cmpd="sng" algn="ctr">
                      <a:solidFill>
                        <a:srgbClr val="FF816E"/>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ts val="1400"/>
                        </a:lnSpc>
                        <a:spcBef>
                          <a:spcPts val="0"/>
                        </a:spcBef>
                        <a:spcAft>
                          <a:spcPts val="0"/>
                        </a:spcAft>
                        <a:buClrTx/>
                        <a:buSzTx/>
                        <a:buFontTx/>
                        <a:buNone/>
                        <a:tabLst/>
                        <a:defRPr/>
                      </a:pPr>
                      <a:r>
                        <a:rPr lang="en-US" sz="1400" b="0" i="0" u="none" strike="noStrike" kern="1200" cap="none" spc="0" normalizeH="0" baseline="0" noProof="0">
                          <a:ln>
                            <a:noFill/>
                          </a:ln>
                          <a:solidFill>
                            <a:schemeClr val="bg2"/>
                          </a:solidFill>
                          <a:effectLst/>
                          <a:uLnTx/>
                          <a:uFillTx/>
                          <a:latin typeface="+mn-lt"/>
                          <a:ea typeface="+mn-ea"/>
                          <a:cs typeface="+mn-cs"/>
                        </a:rPr>
                        <a:t>People's Corner: Welcome New Member, Birthdays, Work Anniversaries and Celebrating Recognitions</a:t>
                      </a:r>
                      <a:endParaRPr kumimoji="0" lang="en-US" sz="1400"/>
                    </a:p>
                  </a:txBody>
                  <a:tcPr marL="360000" marR="45720" marT="144000" marB="180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38100" cap="flat" cmpd="sng" algn="ctr">
                      <a:solidFill>
                        <a:srgbClr val="FEB100"/>
                      </a:solidFill>
                      <a:prstDash val="solid"/>
                      <a:round/>
                      <a:headEnd type="none" w="med" len="med"/>
                      <a:tailEnd type="none" w="med" len="med"/>
                    </a:lnT>
                    <a:lnB w="38100" cap="flat" cmpd="sng" algn="ctr">
                      <a:solidFill>
                        <a:srgbClr val="FF816E"/>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85693833"/>
                  </a:ext>
                </a:extLst>
              </a:tr>
              <a:tr h="617646">
                <a:tc>
                  <a:txBody>
                    <a:bodyPr/>
                    <a:lstStyle/>
                    <a:p>
                      <a:pPr algn="r">
                        <a:lnSpc>
                          <a:spcPts val="1400"/>
                        </a:lnSpc>
                      </a:pPr>
                      <a:r>
                        <a:rPr lang="en-US" sz="1400" b="0" i="0" noProof="0">
                          <a:solidFill>
                            <a:schemeClr val="bg2"/>
                          </a:solidFill>
                          <a:latin typeface="+mn-lt"/>
                        </a:rPr>
                        <a:t>02</a:t>
                      </a:r>
                    </a:p>
                  </a:txBody>
                  <a:tcPr marL="45720" marR="360000" marT="144000" marB="180000">
                    <a:lnL w="12700" cmpd="sng">
                      <a:noFill/>
                    </a:lnL>
                    <a:lnR w="12700" cap="flat" cmpd="sng" algn="ctr">
                      <a:noFill/>
                      <a:prstDash val="solid"/>
                      <a:round/>
                      <a:headEnd type="none" w="med" len="med"/>
                      <a:tailEnd type="none" w="med" len="med"/>
                    </a:lnR>
                    <a:lnT w="38100" cap="flat" cmpd="sng" algn="ctr">
                      <a:solidFill>
                        <a:srgbClr val="FF816E"/>
                      </a:solidFill>
                      <a:prstDash val="solid"/>
                      <a:round/>
                      <a:headEnd type="none" w="med" len="med"/>
                      <a:tailEnd type="none" w="med" len="med"/>
                    </a:lnT>
                    <a:lnB w="38100" cap="flat" cmpd="sng" algn="ctr">
                      <a:solidFill>
                        <a:srgbClr val="FF816E"/>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ts val="1400"/>
                        </a:lnSpc>
                        <a:spcBef>
                          <a:spcPts val="0"/>
                        </a:spcBef>
                        <a:spcAft>
                          <a:spcPts val="0"/>
                        </a:spcAft>
                        <a:buClrTx/>
                        <a:buSzTx/>
                        <a:buFontTx/>
                        <a:buNone/>
                        <a:tabLst/>
                        <a:defRPr/>
                      </a:pPr>
                      <a:r>
                        <a:rPr lang="en-US" sz="1400" b="0" i="0" noProof="0" dirty="0">
                          <a:solidFill>
                            <a:schemeClr val="bg2"/>
                          </a:solidFill>
                          <a:latin typeface="+mn-lt"/>
                        </a:rPr>
                        <a:t>2026 Strategic  Ambition: Targets Achieved and The Final Goal</a:t>
                      </a:r>
                      <a:endParaRPr lang="en-US" sz="1400" dirty="0"/>
                    </a:p>
                  </a:txBody>
                  <a:tcPr marL="360000" marR="45720" marT="144000" marB="180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38100" cap="flat" cmpd="sng" algn="ctr">
                      <a:solidFill>
                        <a:srgbClr val="FF816E"/>
                      </a:solidFill>
                      <a:prstDash val="solid"/>
                      <a:round/>
                      <a:headEnd type="none" w="med" len="med"/>
                      <a:tailEnd type="none" w="med" len="med"/>
                    </a:lnT>
                    <a:lnB w="38100" cap="flat" cmpd="sng" algn="ctr">
                      <a:solidFill>
                        <a:srgbClr val="FF816E"/>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7627322"/>
                  </a:ext>
                </a:extLst>
              </a:tr>
              <a:tr h="617646">
                <a:tc>
                  <a:txBody>
                    <a:bodyPr/>
                    <a:lstStyle/>
                    <a:p>
                      <a:pPr algn="r">
                        <a:lnSpc>
                          <a:spcPts val="1400"/>
                        </a:lnSpc>
                      </a:pPr>
                      <a:r>
                        <a:rPr lang="en-US" sz="1400" b="0" i="0" noProof="0">
                          <a:solidFill>
                            <a:schemeClr val="bg2"/>
                          </a:solidFill>
                          <a:latin typeface="+mn-lt"/>
                        </a:rPr>
                        <a:t>03</a:t>
                      </a:r>
                    </a:p>
                  </a:txBody>
                  <a:tcPr marL="45720" marR="360000" marT="144000" marB="180000">
                    <a:lnL w="12700" cmpd="sng">
                      <a:noFill/>
                    </a:lnL>
                    <a:lnR w="12700" cap="flat" cmpd="sng" algn="ctr">
                      <a:noFill/>
                      <a:prstDash val="solid"/>
                      <a:round/>
                      <a:headEnd type="none" w="med" len="med"/>
                      <a:tailEnd type="none" w="med" len="med"/>
                    </a:lnR>
                    <a:lnT w="38100" cap="flat" cmpd="sng" algn="ctr">
                      <a:solidFill>
                        <a:srgbClr val="FF816E"/>
                      </a:solidFill>
                      <a:prstDash val="solid"/>
                      <a:round/>
                      <a:headEnd type="none" w="med" len="med"/>
                      <a:tailEnd type="none" w="med" len="med"/>
                    </a:lnT>
                    <a:lnB w="38100" cap="flat" cmpd="sng" algn="ctr">
                      <a:solidFill>
                        <a:srgbClr val="00D5D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ts val="1400"/>
                        </a:lnSpc>
                        <a:spcBef>
                          <a:spcPts val="0"/>
                        </a:spcBef>
                        <a:spcAft>
                          <a:spcPts val="0"/>
                        </a:spcAft>
                        <a:buClrTx/>
                        <a:buSzTx/>
                        <a:buFontTx/>
                        <a:buNone/>
                        <a:tabLst/>
                        <a:defRPr/>
                      </a:pPr>
                      <a:r>
                        <a:rPr lang="en-US" sz="1400" b="0" i="0" u="none" strike="noStrike" kern="1200" cap="none" spc="0" normalizeH="0" baseline="0" noProof="0" dirty="0">
                          <a:ln>
                            <a:noFill/>
                          </a:ln>
                          <a:solidFill>
                            <a:schemeClr val="bg2"/>
                          </a:solidFill>
                          <a:effectLst/>
                          <a:uLnTx/>
                          <a:uFillTx/>
                          <a:latin typeface="+mn-lt"/>
                          <a:ea typeface="+mn-ea"/>
                          <a:cs typeface="+mn-cs"/>
                        </a:rPr>
                        <a:t>Progress Snapshot: Where We Stand Today</a:t>
                      </a:r>
                      <a:endParaRPr kumimoji="0" lang="en-US" sz="1400" b="0" i="0" u="none" strike="noStrike" kern="1200" cap="none" spc="0" normalizeH="0" baseline="0" noProof="0" dirty="0">
                        <a:ln>
                          <a:noFill/>
                        </a:ln>
                        <a:solidFill>
                          <a:schemeClr val="bg2"/>
                        </a:solidFill>
                        <a:effectLst/>
                        <a:uLnTx/>
                        <a:uFillTx/>
                        <a:latin typeface="+mn-lt"/>
                        <a:ea typeface="+mn-ea"/>
                        <a:cs typeface="+mn-cs"/>
                      </a:endParaRPr>
                    </a:p>
                  </a:txBody>
                  <a:tcPr marL="360000" marR="45720" marT="144000" marB="180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38100" cap="flat" cmpd="sng" algn="ctr">
                      <a:solidFill>
                        <a:srgbClr val="FF816E"/>
                      </a:solidFill>
                      <a:prstDash val="solid"/>
                      <a:round/>
                      <a:headEnd type="none" w="med" len="med"/>
                      <a:tailEnd type="none" w="med" len="med"/>
                    </a:lnT>
                    <a:lnB w="38100" cap="flat" cmpd="sng" algn="ctr">
                      <a:solidFill>
                        <a:srgbClr val="00D5D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90348787"/>
                  </a:ext>
                </a:extLst>
              </a:tr>
              <a:tr h="617646">
                <a:tc>
                  <a:txBody>
                    <a:bodyPr/>
                    <a:lstStyle/>
                    <a:p>
                      <a:pPr algn="r">
                        <a:lnSpc>
                          <a:spcPts val="1400"/>
                        </a:lnSpc>
                      </a:pPr>
                      <a:r>
                        <a:rPr lang="en-US" sz="1400" b="0" i="0" noProof="0">
                          <a:solidFill>
                            <a:schemeClr val="bg2"/>
                          </a:solidFill>
                          <a:latin typeface="+mn-lt"/>
                        </a:rPr>
                        <a:t>04</a:t>
                      </a:r>
                    </a:p>
                  </a:txBody>
                  <a:tcPr marL="45720" marR="360000" marT="144000" marB="180000">
                    <a:lnL w="12700" cmpd="sng">
                      <a:noFill/>
                    </a:lnL>
                    <a:lnR w="12700" cap="flat" cmpd="sng" algn="ctr">
                      <a:noFill/>
                      <a:prstDash val="solid"/>
                      <a:round/>
                      <a:headEnd type="none" w="med" len="med"/>
                      <a:tailEnd type="none" w="med" len="med"/>
                    </a:lnR>
                    <a:lnT w="38100" cap="flat" cmpd="sng" algn="ctr">
                      <a:solidFill>
                        <a:srgbClr val="00D5D0"/>
                      </a:solidFill>
                      <a:prstDash val="solid"/>
                      <a:round/>
                      <a:headEnd type="none" w="med" len="med"/>
                      <a:tailEnd type="none" w="med" len="med"/>
                    </a:lnT>
                    <a:lnB w="38100" cap="flat" cmpd="sng" algn="ctr">
                      <a:solidFill>
                        <a:srgbClr val="D4D5F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ts val="1400"/>
                        </a:lnSpc>
                        <a:spcBef>
                          <a:spcPts val="0"/>
                        </a:spcBef>
                        <a:spcAft>
                          <a:spcPts val="0"/>
                        </a:spcAft>
                        <a:buClrTx/>
                        <a:buSzTx/>
                        <a:buFontTx/>
                        <a:buNone/>
                        <a:tabLst/>
                        <a:defRPr/>
                      </a:pPr>
                      <a:r>
                        <a:rPr lang="en-US" sz="1400" b="0" i="0" noProof="0" dirty="0">
                          <a:solidFill>
                            <a:schemeClr val="bg2"/>
                          </a:solidFill>
                          <a:latin typeface="+mn-lt"/>
                        </a:rPr>
                        <a:t>Execution Blueprint: Strategic Approach and Key Initiatives to Achieve Our Target</a:t>
                      </a:r>
                    </a:p>
                  </a:txBody>
                  <a:tcPr marL="360000" marR="45720" marT="144000" marB="180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38100" cap="flat" cmpd="sng" algn="ctr">
                      <a:solidFill>
                        <a:srgbClr val="00D5D0"/>
                      </a:solidFill>
                      <a:prstDash val="solid"/>
                      <a:round/>
                      <a:headEnd type="none" w="med" len="med"/>
                      <a:tailEnd type="none" w="med" len="med"/>
                    </a:lnT>
                    <a:lnB w="38100" cap="flat" cmpd="sng" algn="ctr">
                      <a:solidFill>
                        <a:srgbClr val="D4D5F2"/>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874772154"/>
                  </a:ext>
                </a:extLst>
              </a:tr>
              <a:tr h="617645">
                <a:tc>
                  <a:txBody>
                    <a:bodyPr/>
                    <a:lstStyle/>
                    <a:p>
                      <a:pPr lvl="0" algn="r">
                        <a:lnSpc>
                          <a:spcPts val="1400"/>
                        </a:lnSpc>
                        <a:buNone/>
                      </a:pPr>
                      <a:r>
                        <a:rPr lang="en-US" sz="1400" b="0" i="0" noProof="0">
                          <a:solidFill>
                            <a:schemeClr val="bg2"/>
                          </a:solidFill>
                          <a:latin typeface="+mn-lt"/>
                        </a:rPr>
                        <a:t>05</a:t>
                      </a:r>
                    </a:p>
                  </a:txBody>
                  <a:tcPr marL="45720" marR="360000" marT="144000" marB="180000">
                    <a:lnL w="0">
                      <a:noFill/>
                    </a:lnL>
                    <a:lnR w="0">
                      <a:noFill/>
                    </a:lnR>
                    <a:lnT w="38100" cap="flat" cmpd="sng" algn="ctr">
                      <a:solidFill>
                        <a:srgbClr val="D4D5F2"/>
                      </a:solidFill>
                      <a:prstDash val="solid"/>
                      <a:round/>
                      <a:headEnd type="none" w="med" len="med"/>
                      <a:tailEnd type="none" w="med" len="med"/>
                    </a:lnT>
                    <a:lnB w="38099">
                      <a:solidFill>
                        <a:srgbClr val="D4D5F2"/>
                      </a:solidFill>
                    </a:lnB>
                    <a:lnTlToBr w="0">
                      <a:noFill/>
                    </a:lnTlToBr>
                    <a:lnBlToTr w="0">
                      <a:noFill/>
                    </a:lnBlToTr>
                    <a:noFill/>
                  </a:tcPr>
                </a:tc>
                <a:tc>
                  <a:txBody>
                    <a:bodyPr/>
                    <a:lstStyle/>
                    <a:p>
                      <a:pPr marL="0" lvl="0" indent="0" algn="l">
                        <a:lnSpc>
                          <a:spcPts val="1400"/>
                        </a:lnSpc>
                        <a:spcBef>
                          <a:spcPts val="0"/>
                        </a:spcBef>
                        <a:spcAft>
                          <a:spcPts val="0"/>
                        </a:spcAft>
                        <a:buNone/>
                      </a:pPr>
                      <a:r>
                        <a:rPr lang="en-US" sz="1400" b="0" i="0" u="none" strike="noStrike" kern="1200" cap="none" spc="0" normalizeH="0" baseline="0" noProof="0" dirty="0">
                          <a:ln>
                            <a:noFill/>
                          </a:ln>
                          <a:solidFill>
                            <a:schemeClr val="bg2"/>
                          </a:solidFill>
                          <a:effectLst/>
                          <a:uLnTx/>
                          <a:uFillTx/>
                          <a:latin typeface="+mn-lt"/>
                          <a:ea typeface="+mn-ea"/>
                          <a:cs typeface="+mn-cs"/>
                        </a:rPr>
                        <a:t>TMT Focus Areas- Where We Are Investing Efforts and Driving Market Impact</a:t>
                      </a:r>
                      <a:endParaRPr kumimoji="0" lang="en-US" sz="1400" b="0" i="0" u="none" strike="noStrike" kern="1200" cap="none" spc="0" normalizeH="0" baseline="0" noProof="0" dirty="0">
                        <a:ln>
                          <a:noFill/>
                        </a:ln>
                        <a:solidFill>
                          <a:schemeClr val="bg2"/>
                        </a:solidFill>
                        <a:effectLst/>
                        <a:uLnTx/>
                        <a:uFillTx/>
                        <a:latin typeface="+mn-lt"/>
                        <a:ea typeface="+mn-ea"/>
                        <a:cs typeface="+mn-cs"/>
                      </a:endParaRPr>
                    </a:p>
                  </a:txBody>
                  <a:tcPr marL="360000" marR="45720" marT="144000" marB="180000">
                    <a:lnL w="0">
                      <a:noFill/>
                    </a:lnL>
                    <a:lnR w="0">
                      <a:noFill/>
                    </a:lnR>
                    <a:lnT w="38100" cap="flat" cmpd="sng" algn="ctr">
                      <a:solidFill>
                        <a:srgbClr val="D4D5F2"/>
                      </a:solidFill>
                      <a:prstDash val="solid"/>
                      <a:round/>
                      <a:headEnd type="none" w="med" len="med"/>
                      <a:tailEnd type="none" w="med" len="med"/>
                    </a:lnT>
                    <a:lnB w="38099">
                      <a:solidFill>
                        <a:srgbClr val="D4D5F2"/>
                      </a:solidFill>
                    </a:lnB>
                    <a:lnTlToBr w="0">
                      <a:noFill/>
                    </a:lnTlToBr>
                    <a:lnBlToTr w="0">
                      <a:noFill/>
                    </a:lnBlToTr>
                    <a:noFill/>
                  </a:tcPr>
                </a:tc>
                <a:extLst>
                  <a:ext uri="{0D108BD9-81ED-4DB2-BD59-A6C34878D82A}">
                    <a16:rowId xmlns:a16="http://schemas.microsoft.com/office/drawing/2014/main" val="2529927498"/>
                  </a:ext>
                </a:extLst>
              </a:tr>
              <a:tr h="617646">
                <a:tc>
                  <a:txBody>
                    <a:bodyPr/>
                    <a:lstStyle/>
                    <a:p>
                      <a:pPr algn="r">
                        <a:lnSpc>
                          <a:spcPts val="1400"/>
                        </a:lnSpc>
                      </a:pPr>
                      <a:r>
                        <a:rPr lang="en-US" sz="1400" b="0" i="0" noProof="0">
                          <a:solidFill>
                            <a:schemeClr val="bg2"/>
                          </a:solidFill>
                          <a:latin typeface="+mn-lt"/>
                        </a:rPr>
                        <a:t>06</a:t>
                      </a:r>
                    </a:p>
                  </a:txBody>
                  <a:tcPr marL="45720" marR="360000" marT="144000" marB="180000">
                    <a:lnL w="12700" cmpd="sng">
                      <a:noFill/>
                    </a:lnL>
                    <a:lnR w="12700" cap="flat" cmpd="sng" algn="ctr">
                      <a:noFill/>
                      <a:prstDash val="solid"/>
                      <a:round/>
                      <a:headEnd type="none" w="med" len="med"/>
                      <a:tailEnd type="none" w="med" len="med"/>
                    </a:lnR>
                    <a:lnT w="38099" cap="flat" cmpd="sng" algn="ctr">
                      <a:solidFill>
                        <a:srgbClr val="D4D5F2"/>
                      </a:solidFill>
                      <a:prstDash val="solid"/>
                      <a:round/>
                      <a:headEnd type="none" w="med" len="med"/>
                      <a:tailEnd type="none" w="med" len="med"/>
                    </a:lnT>
                    <a:lnB w="38100" cap="flat" cmpd="sng" algn="ctr">
                      <a:solidFill>
                        <a:srgbClr val="D4D5F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eaLnBrk="1" fontAlgn="auto" latinLnBrk="0" hangingPunct="1">
                        <a:lnSpc>
                          <a:spcPts val="1400"/>
                        </a:lnSpc>
                        <a:spcBef>
                          <a:spcPts val="0"/>
                        </a:spcBef>
                        <a:spcAft>
                          <a:spcPts val="0"/>
                        </a:spcAft>
                        <a:buClrTx/>
                        <a:buSzTx/>
                        <a:buFontTx/>
                        <a:buNone/>
                      </a:pPr>
                      <a:r>
                        <a:rPr lang="en-US" sz="1400" b="0" i="0" u="none" strike="noStrike" kern="1200" cap="none" spc="0" normalizeH="0" baseline="0" noProof="0" dirty="0">
                          <a:ln>
                            <a:noFill/>
                          </a:ln>
                          <a:solidFill>
                            <a:schemeClr val="bg2"/>
                          </a:solidFill>
                          <a:effectLst/>
                          <a:uLnTx/>
                          <a:uFillTx/>
                          <a:latin typeface="+mn-lt"/>
                          <a:ea typeface="+mn-ea"/>
                          <a:cs typeface="+mn-cs"/>
                        </a:rPr>
                        <a:t>Industry insights &amp; Knowledge Sharing : Demo of Co-pilot Driven Dashboard</a:t>
                      </a:r>
                      <a:endParaRPr kumimoji="0" lang="en-US" sz="1400" dirty="0"/>
                    </a:p>
                  </a:txBody>
                  <a:tcPr marL="360000" marR="45720" marT="144000" marB="180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38099" cap="flat" cmpd="sng" algn="ctr">
                      <a:solidFill>
                        <a:srgbClr val="D4D5F2"/>
                      </a:solidFill>
                      <a:prstDash val="solid"/>
                      <a:round/>
                      <a:headEnd type="none" w="med" len="med"/>
                      <a:tailEnd type="none" w="med" len="med"/>
                    </a:lnT>
                    <a:lnB w="38100" cap="flat" cmpd="sng" algn="ctr">
                      <a:solidFill>
                        <a:srgbClr val="D4D5F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67503373"/>
                  </a:ext>
                </a:extLst>
              </a:tr>
            </a:tbl>
          </a:graphicData>
        </a:graphic>
      </p:graphicFrame>
      <p:sp>
        <p:nvSpPr>
          <p:cNvPr id="9" name="Date Placeholder 8">
            <a:extLst>
              <a:ext uri="{FF2B5EF4-FFF2-40B4-BE49-F238E27FC236}">
                <a16:creationId xmlns:a16="http://schemas.microsoft.com/office/drawing/2014/main" id="{40E2834C-6405-1E9E-2EF0-200BD05BFAD5}"/>
              </a:ext>
            </a:extLst>
          </p:cNvPr>
          <p:cNvSpPr>
            <a:spLocks noGrp="1"/>
          </p:cNvSpPr>
          <p:nvPr>
            <p:ph type="dt" sz="half" idx="10"/>
          </p:nvPr>
        </p:nvSpPr>
        <p:spPr/>
        <p:txBody>
          <a:bodyPr/>
          <a:lstStyle/>
          <a:p>
            <a:pPr marL="0" marR="0" lvl="0" indent="0" algn="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de-DE" sz="800" b="0" i="0" u="none" strike="noStrike" kern="1200" cap="none" spc="0" normalizeH="0" baseline="0" noProof="0">
                <a:ln>
                  <a:noFill/>
                </a:ln>
                <a:solidFill>
                  <a:srgbClr val="FFFFFF">
                    <a:lumMod val="65000"/>
                  </a:srgbClr>
                </a:solidFill>
                <a:effectLst/>
                <a:uLnTx/>
                <a:uFillTx/>
                <a:latin typeface="Ubuntu"/>
                <a:ea typeface="+mn-ea"/>
                <a:cs typeface="+mn-cs"/>
              </a:rPr>
              <a:t>© Capgemini 2026. All rights reserved.</a:t>
            </a:r>
            <a:endParaRPr kumimoji="0" lang="en-US" sz="800" b="0" i="0" u="none" strike="noStrike" kern="1200" cap="none" spc="0" normalizeH="0" baseline="0" noProof="0">
              <a:ln>
                <a:noFill/>
              </a:ln>
              <a:solidFill>
                <a:srgbClr val="FFFFFF">
                  <a:lumMod val="65000"/>
                </a:srgbClr>
              </a:solidFill>
              <a:effectLst/>
              <a:uLnTx/>
              <a:uFillTx/>
              <a:latin typeface="Ubuntu"/>
              <a:ea typeface="+mn-ea"/>
              <a:cs typeface="+mn-cs"/>
            </a:endParaRPr>
          </a:p>
        </p:txBody>
      </p:sp>
      <p:sp>
        <p:nvSpPr>
          <p:cNvPr id="11" name="Slide Number Placeholder 10">
            <a:extLst>
              <a:ext uri="{FF2B5EF4-FFF2-40B4-BE49-F238E27FC236}">
                <a16:creationId xmlns:a16="http://schemas.microsoft.com/office/drawing/2014/main" id="{E24129AF-90CA-0305-C13D-64E6BD85ABA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9A5160-6218-4E5A-B9E6-B93E3DAE377C}" type="slidenum">
              <a:rPr kumimoji="0" lang="en-US" sz="800" b="0" i="0" u="none" strike="noStrike" kern="1200" cap="none" spc="0" normalizeH="0" baseline="0" noProof="0" smtClean="0">
                <a:ln>
                  <a:noFill/>
                </a:ln>
                <a:solidFill>
                  <a:srgbClr val="FFFFFF">
                    <a:lumMod val="65000"/>
                  </a:srgbClr>
                </a:solidFill>
                <a:effectLst/>
                <a:uLnTx/>
                <a:uFillTx/>
                <a:latin typeface="Ubuntu"/>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800" b="0" i="0" u="none" strike="noStrike" kern="1200" cap="none" spc="0" normalizeH="0" baseline="0" noProof="0">
              <a:ln>
                <a:noFill/>
              </a:ln>
              <a:solidFill>
                <a:srgbClr val="FFFFFF">
                  <a:lumMod val="65000"/>
                </a:srgbClr>
              </a:solidFill>
              <a:effectLst/>
              <a:uLnTx/>
              <a:uFillTx/>
              <a:latin typeface="Ubuntu"/>
              <a:ea typeface="+mn-ea"/>
              <a:cs typeface="Arial" panose="020B0604020202020204" pitchFamily="34" charset="0"/>
            </a:endParaRPr>
          </a:p>
        </p:txBody>
      </p:sp>
      <p:sp>
        <p:nvSpPr>
          <p:cNvPr id="2" name="Date Placeholder 16">
            <a:extLst>
              <a:ext uri="{FF2B5EF4-FFF2-40B4-BE49-F238E27FC236}">
                <a16:creationId xmlns:a16="http://schemas.microsoft.com/office/drawing/2014/main" id="{52A121BA-78CE-EE54-BB87-36D2ADF31726}"/>
              </a:ext>
            </a:extLst>
          </p:cNvPr>
          <p:cNvSpPr txBox="1">
            <a:spLocks/>
          </p:cNvSpPr>
          <p:nvPr/>
        </p:nvSpPr>
        <p:spPr>
          <a:xfrm>
            <a:off x="8803758" y="6650661"/>
            <a:ext cx="2837379" cy="123111"/>
          </a:xfrm>
          <a:prstGeom prst="rect">
            <a:avLst/>
          </a:prstGeom>
        </p:spPr>
        <p:txBody>
          <a:bodyPr wrap="none" lIns="0" tIns="0" rIns="0" bIns="0" anchor="ctr" anchorCtr="0">
            <a:noAutofit/>
          </a:bodyPr>
          <a:lstStyle>
            <a:defPPr>
              <a:defRPr lang="en-PL"/>
            </a:defPPr>
            <a:lvl1pPr marL="0" algn="r" defTabSz="914400" rtl="0" eaLnBrk="1" latinLnBrk="0" hangingPunct="1">
              <a:defRPr lang="de-DE" sz="800" kern="1200" smtClean="0">
                <a:solidFill>
                  <a:schemeClr val="bg1">
                    <a:lumMod val="6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ts val="1000"/>
              </a:spcBef>
              <a:buFont typeface="Arial" panose="020B0604020202020204" pitchFamily="34" charset="0"/>
              <a:buNone/>
              <a:defRPr/>
            </a:pPr>
            <a:r>
              <a:rPr lang="en-US">
                <a:solidFill>
                  <a:srgbClr val="FFFFFF">
                    <a:lumMod val="65000"/>
                  </a:srgbClr>
                </a:solidFill>
                <a:latin typeface="Ubuntu"/>
              </a:rPr>
              <a:t>Company Confidential © Capgemini 2026. All rights reserved.</a:t>
            </a:r>
          </a:p>
        </p:txBody>
      </p:sp>
      <p:sp>
        <p:nvSpPr>
          <p:cNvPr id="4" name="Footer Placeholder 17">
            <a:extLst>
              <a:ext uri="{FF2B5EF4-FFF2-40B4-BE49-F238E27FC236}">
                <a16:creationId xmlns:a16="http://schemas.microsoft.com/office/drawing/2014/main" id="{236870E3-BFD2-71E5-E071-B78CC7C3BF70}"/>
              </a:ext>
            </a:extLst>
          </p:cNvPr>
          <p:cNvSpPr>
            <a:spLocks noGrp="1"/>
          </p:cNvSpPr>
          <p:nvPr>
            <p:ph type="ftr" sz="quarter" idx="11"/>
          </p:nvPr>
        </p:nvSpPr>
        <p:spPr>
          <a:xfrm>
            <a:off x="550863" y="6650661"/>
            <a:ext cx="4716524" cy="123111"/>
          </a:xfrm>
        </p:spPr>
        <p:txBody>
          <a:bodyPr/>
          <a:lstStyle/>
          <a:p>
            <a:pPr>
              <a:spcBef>
                <a:spcPts val="1000"/>
              </a:spcBef>
              <a:buFont typeface="Arial" panose="020B0604020202020204" pitchFamily="34" charset="0"/>
              <a:buNone/>
            </a:pPr>
            <a:r>
              <a:rPr lang="en-US"/>
              <a:t>TMT Monthly Update |  July 2026</a:t>
            </a:r>
          </a:p>
        </p:txBody>
      </p:sp>
    </p:spTree>
    <p:extLst>
      <p:ext uri="{BB962C8B-B14F-4D97-AF65-F5344CB8AC3E}">
        <p14:creationId xmlns:p14="http://schemas.microsoft.com/office/powerpoint/2010/main" val="7571104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F81749-DEF4-5629-465D-022D60CB0A0B}"/>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9C433B69-E0B0-D189-1629-F0B2996E6333}"/>
              </a:ext>
            </a:extLst>
          </p:cNvPr>
          <p:cNvSpPr>
            <a:spLocks noGrp="1"/>
          </p:cNvSpPr>
          <p:nvPr>
            <p:ph type="title"/>
          </p:nvPr>
        </p:nvSpPr>
        <p:spPr>
          <a:xfrm>
            <a:off x="550863" y="307761"/>
            <a:ext cx="11090938" cy="930372"/>
          </a:xfrm>
        </p:spPr>
        <p:txBody>
          <a:bodyPr/>
          <a:lstStyle/>
          <a:p>
            <a:r>
              <a:rPr lang="en-US"/>
              <a:t>ENABLE: </a:t>
            </a:r>
          </a:p>
        </p:txBody>
      </p:sp>
      <p:sp>
        <p:nvSpPr>
          <p:cNvPr id="17" name="Date Placeholder 16">
            <a:extLst>
              <a:ext uri="{FF2B5EF4-FFF2-40B4-BE49-F238E27FC236}">
                <a16:creationId xmlns:a16="http://schemas.microsoft.com/office/drawing/2014/main" id="{22B9A39A-D3EE-50FA-7BD4-A16E0CBF66EE}"/>
              </a:ext>
            </a:extLst>
          </p:cNvPr>
          <p:cNvSpPr>
            <a:spLocks noGrp="1"/>
          </p:cNvSpPr>
          <p:nvPr>
            <p:ph type="dt" sz="half" idx="10"/>
          </p:nvPr>
        </p:nvSpPr>
        <p:spPr>
          <a:xfrm>
            <a:off x="8803758" y="6650661"/>
            <a:ext cx="2837379" cy="123111"/>
          </a:xfrm>
        </p:spPr>
        <p:txBody>
          <a:bodyPr/>
          <a:lstStyle/>
          <a:p>
            <a:pPr marL="0" marR="0" lvl="0" indent="0" algn="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sz="800" b="0" i="0" u="none" strike="noStrike" kern="1200" cap="none" spc="0" normalizeH="0" baseline="0" noProof="0">
                <a:ln>
                  <a:noFill/>
                </a:ln>
                <a:solidFill>
                  <a:srgbClr val="FFFFFF">
                    <a:lumMod val="65000"/>
                  </a:srgbClr>
                </a:solidFill>
                <a:effectLst/>
                <a:uLnTx/>
                <a:uFillTx/>
                <a:latin typeface="Ubuntu"/>
                <a:ea typeface="+mn-ea"/>
                <a:cs typeface="+mn-cs"/>
              </a:rPr>
              <a:t>Company Confidential © Capgemini 2026. All rights reserved.</a:t>
            </a:r>
          </a:p>
        </p:txBody>
      </p:sp>
      <p:sp>
        <p:nvSpPr>
          <p:cNvPr id="19" name="Slide Number Placeholder 18">
            <a:extLst>
              <a:ext uri="{FF2B5EF4-FFF2-40B4-BE49-F238E27FC236}">
                <a16:creationId xmlns:a16="http://schemas.microsoft.com/office/drawing/2014/main" id="{CB7F399E-D093-69BA-7EAF-1C110A1988D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9A5160-6218-4E5A-B9E6-B93E3DAE377C}" type="slidenum">
              <a:rPr kumimoji="0" lang="en-US" sz="800" b="0" i="0" u="none" strike="noStrike" kern="1200" cap="none" spc="0" normalizeH="0" baseline="0" noProof="0" smtClean="0">
                <a:ln>
                  <a:noFill/>
                </a:ln>
                <a:solidFill>
                  <a:srgbClr val="FFFFFF">
                    <a:lumMod val="65000"/>
                  </a:srgbClr>
                </a:solidFill>
                <a:effectLst/>
                <a:uLnTx/>
                <a:uFillTx/>
                <a:latin typeface="Ubuntu"/>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800" b="0" i="0" u="none" strike="noStrike" kern="1200" cap="none" spc="0" normalizeH="0" baseline="0" noProof="0">
              <a:ln>
                <a:noFill/>
              </a:ln>
              <a:solidFill>
                <a:srgbClr val="FFFFFF">
                  <a:lumMod val="65000"/>
                </a:srgbClr>
              </a:solidFill>
              <a:effectLst/>
              <a:uLnTx/>
              <a:uFillTx/>
              <a:latin typeface="Ubuntu"/>
              <a:ea typeface="+mn-ea"/>
              <a:cs typeface="Arial" panose="020B0604020202020204" pitchFamily="34" charset="0"/>
            </a:endParaRPr>
          </a:p>
        </p:txBody>
      </p:sp>
      <p:sp>
        <p:nvSpPr>
          <p:cNvPr id="121" name="Rectangle 120">
            <a:extLst>
              <a:ext uri="{FF2B5EF4-FFF2-40B4-BE49-F238E27FC236}">
                <a16:creationId xmlns:a16="http://schemas.microsoft.com/office/drawing/2014/main" id="{C42F063E-5C2A-CF2E-DAD6-8F0ECA7BF341}"/>
              </a:ext>
            </a:extLst>
          </p:cNvPr>
          <p:cNvSpPr/>
          <p:nvPr/>
        </p:nvSpPr>
        <p:spPr>
          <a:xfrm>
            <a:off x="-17978" y="-5872"/>
            <a:ext cx="12240000" cy="109034"/>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sz="1400" err="1">
              <a:solidFill>
                <a:schemeClr val="tx1"/>
              </a:solidFill>
            </a:endParaRPr>
          </a:p>
        </p:txBody>
      </p:sp>
      <p:sp>
        <p:nvSpPr>
          <p:cNvPr id="4" name="Rectangle 3">
            <a:extLst>
              <a:ext uri="{FF2B5EF4-FFF2-40B4-BE49-F238E27FC236}">
                <a16:creationId xmlns:a16="http://schemas.microsoft.com/office/drawing/2014/main" id="{3BB61DEA-EB0C-16A0-F882-F1D76EF60BC5}"/>
              </a:ext>
            </a:extLst>
          </p:cNvPr>
          <p:cNvSpPr/>
          <p:nvPr/>
        </p:nvSpPr>
        <p:spPr>
          <a:xfrm>
            <a:off x="12093700" y="0"/>
            <a:ext cx="108000" cy="6858000"/>
          </a:xfrm>
          <a:prstGeom prst="rect">
            <a:avLst/>
          </a:prstGeom>
          <a:gradFill>
            <a:gsLst>
              <a:gs pos="0">
                <a:schemeClr val="accent1"/>
              </a:gs>
              <a:gs pos="56000">
                <a:schemeClr val="accent2"/>
              </a:gs>
              <a:gs pos="83000">
                <a:schemeClr val="accent4"/>
              </a:gs>
            </a:gsLst>
            <a:lin ang="5400000" scaled="1"/>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sz="1400" err="1">
              <a:solidFill>
                <a:schemeClr val="tx1"/>
              </a:solidFill>
            </a:endParaRPr>
          </a:p>
        </p:txBody>
      </p:sp>
      <p:graphicFrame>
        <p:nvGraphicFramePr>
          <p:cNvPr id="8" name="Table 7">
            <a:extLst>
              <a:ext uri="{FF2B5EF4-FFF2-40B4-BE49-F238E27FC236}">
                <a16:creationId xmlns:a16="http://schemas.microsoft.com/office/drawing/2014/main" id="{FBBE2725-DAB0-18AE-A63A-A272B61F331A}"/>
              </a:ext>
            </a:extLst>
          </p:cNvPr>
          <p:cNvGraphicFramePr>
            <a:graphicFrameLocks noGrp="1"/>
          </p:cNvGraphicFramePr>
          <p:nvPr>
            <p:extLst>
              <p:ext uri="{D42A27DB-BD31-4B8C-83A1-F6EECF244321}">
                <p14:modId xmlns:p14="http://schemas.microsoft.com/office/powerpoint/2010/main" val="1247634157"/>
              </p:ext>
            </p:extLst>
          </p:nvPr>
        </p:nvGraphicFramePr>
        <p:xfrm>
          <a:off x="6368491" y="1647039"/>
          <a:ext cx="5272646" cy="4599634"/>
        </p:xfrm>
        <a:graphic>
          <a:graphicData uri="http://schemas.openxmlformats.org/drawingml/2006/table">
            <a:tbl>
              <a:tblPr firstRow="1" bandRow="1">
                <a:tableStyleId>{EB344D84-9AFB-497E-A393-DC336BA19D2E}</a:tableStyleId>
              </a:tblPr>
              <a:tblGrid>
                <a:gridCol w="1176829">
                  <a:extLst>
                    <a:ext uri="{9D8B030D-6E8A-4147-A177-3AD203B41FA5}">
                      <a16:colId xmlns:a16="http://schemas.microsoft.com/office/drawing/2014/main" val="393933310"/>
                    </a:ext>
                  </a:extLst>
                </a:gridCol>
                <a:gridCol w="1771208">
                  <a:extLst>
                    <a:ext uri="{9D8B030D-6E8A-4147-A177-3AD203B41FA5}">
                      <a16:colId xmlns:a16="http://schemas.microsoft.com/office/drawing/2014/main" val="498528641"/>
                    </a:ext>
                  </a:extLst>
                </a:gridCol>
                <a:gridCol w="1155940">
                  <a:extLst>
                    <a:ext uri="{9D8B030D-6E8A-4147-A177-3AD203B41FA5}">
                      <a16:colId xmlns:a16="http://schemas.microsoft.com/office/drawing/2014/main" val="3435290029"/>
                    </a:ext>
                  </a:extLst>
                </a:gridCol>
                <a:gridCol w="1168669">
                  <a:extLst>
                    <a:ext uri="{9D8B030D-6E8A-4147-A177-3AD203B41FA5}">
                      <a16:colId xmlns:a16="http://schemas.microsoft.com/office/drawing/2014/main" val="2066239532"/>
                    </a:ext>
                  </a:extLst>
                </a:gridCol>
              </a:tblGrid>
              <a:tr h="571137">
                <a:tc>
                  <a:txBody>
                    <a:bodyPr/>
                    <a:lstStyle/>
                    <a:p>
                      <a:pPr algn="ctr">
                        <a:buNone/>
                      </a:pPr>
                      <a:r>
                        <a:rPr lang="en-IN" sz="1000" b="1">
                          <a:effectLst/>
                        </a:rPr>
                        <a:t>FoP owner</a:t>
                      </a:r>
                      <a:endParaRPr lang="en-IN" sz="1000">
                        <a:latin typeface="+mn-lt"/>
                      </a:endParaRPr>
                    </a:p>
                  </a:txBody>
                  <a:tcPr anchor="ctr">
                    <a:solidFill>
                      <a:schemeClr val="accent1"/>
                    </a:solidFill>
                  </a:tcPr>
                </a:tc>
                <a:tc>
                  <a:txBody>
                    <a:bodyPr/>
                    <a:lstStyle/>
                    <a:p>
                      <a:pPr algn="ctr">
                        <a:buNone/>
                      </a:pPr>
                      <a:r>
                        <a:rPr lang="en-IN" sz="1000" b="1">
                          <a:effectLst/>
                        </a:rPr>
                        <a:t>FoP names</a:t>
                      </a:r>
                      <a:endParaRPr lang="en-IN" sz="1000">
                        <a:latin typeface="+mn-lt"/>
                      </a:endParaRPr>
                    </a:p>
                  </a:txBody>
                  <a:tcPr anchor="ctr">
                    <a:solidFill>
                      <a:schemeClr val="accent1"/>
                    </a:solidFill>
                  </a:tcPr>
                </a:tc>
                <a:tc>
                  <a:txBody>
                    <a:bodyPr/>
                    <a:lstStyle/>
                    <a:p>
                      <a:pPr algn="ctr">
                        <a:buNone/>
                      </a:pPr>
                      <a:r>
                        <a:rPr lang="en-US" sz="1000"/>
                        <a:t>FY26 Target</a:t>
                      </a:r>
                    </a:p>
                    <a:p>
                      <a:pPr algn="ctr">
                        <a:buNone/>
                      </a:pPr>
                      <a:r>
                        <a:rPr lang="en-US" sz="1000"/>
                        <a:t>(KE)</a:t>
                      </a:r>
                      <a:endParaRPr lang="en-IN" sz="1000">
                        <a:latin typeface="+mn-lt"/>
                      </a:endParaRPr>
                    </a:p>
                  </a:txBody>
                  <a:tcPr anchor="ctr">
                    <a:solidFill>
                      <a:schemeClr val="accent1"/>
                    </a:solidFill>
                  </a:tcPr>
                </a:tc>
                <a:tc>
                  <a:txBody>
                    <a:bodyPr/>
                    <a:lstStyle/>
                    <a:p>
                      <a:pPr algn="ctr">
                        <a:buNone/>
                      </a:pPr>
                      <a:r>
                        <a:rPr lang="en-US" sz="1000"/>
                        <a:t>Achieved (KE)</a:t>
                      </a:r>
                      <a:endParaRPr lang="en-IN" sz="1000">
                        <a:latin typeface="+mn-lt"/>
                      </a:endParaRPr>
                    </a:p>
                  </a:txBody>
                  <a:tcPr anchor="ctr">
                    <a:solidFill>
                      <a:schemeClr val="accent1"/>
                    </a:solidFill>
                  </a:tcPr>
                </a:tc>
                <a:extLst>
                  <a:ext uri="{0D108BD9-81ED-4DB2-BD59-A6C34878D82A}">
                    <a16:rowId xmlns:a16="http://schemas.microsoft.com/office/drawing/2014/main" val="584117272"/>
                  </a:ext>
                </a:extLst>
              </a:tr>
              <a:tr h="366227">
                <a:tc>
                  <a:txBody>
                    <a:bodyPr/>
                    <a:lstStyle/>
                    <a:p>
                      <a:pPr algn="ctr" fontAlgn="b">
                        <a:buNone/>
                      </a:pPr>
                      <a:r>
                        <a:rPr lang="en-IN" sz="1100" b="1" u="none" strike="noStrike">
                          <a:solidFill>
                            <a:srgbClr val="000000"/>
                          </a:solidFill>
                          <a:effectLst/>
                        </a:rPr>
                        <a:t>Amit</a:t>
                      </a:r>
                      <a:endParaRPr lang="en-IN" sz="1100" b="1" i="0" u="none" strike="noStrike">
                        <a:solidFill>
                          <a:srgbClr val="000000"/>
                        </a:solidFill>
                        <a:effectLst/>
                        <a:latin typeface="+mn-lt"/>
                      </a:endParaRPr>
                    </a:p>
                  </a:txBody>
                  <a:tcPr marL="6350" marR="6350" marT="6350" marB="0" anchor="ctr"/>
                </a:tc>
                <a:tc>
                  <a:txBody>
                    <a:bodyPr/>
                    <a:lstStyle/>
                    <a:p>
                      <a:pPr algn="ctr" fontAlgn="b">
                        <a:buNone/>
                      </a:pPr>
                      <a:r>
                        <a:rPr lang="en-IN" sz="1100" b="0" u="none" strike="noStrike">
                          <a:solidFill>
                            <a:srgbClr val="000000"/>
                          </a:solidFill>
                          <a:effectLst/>
                        </a:rPr>
                        <a:t>ET-BT (*interim coverage)</a:t>
                      </a:r>
                      <a:endParaRPr lang="en-IN" sz="1100" b="0" i="0" u="none" strike="noStrike">
                        <a:solidFill>
                          <a:srgbClr val="000000"/>
                        </a:solidFill>
                        <a:effectLst/>
                        <a:latin typeface="+mn-lt"/>
                      </a:endParaRPr>
                    </a:p>
                  </a:txBody>
                  <a:tcPr marL="6350" marR="6350" marT="6350" marB="0" anchor="ctr"/>
                </a:tc>
                <a:tc>
                  <a:txBody>
                    <a:bodyPr/>
                    <a:lstStyle/>
                    <a:p>
                      <a:pPr algn="ctr" fontAlgn="b">
                        <a:buNone/>
                      </a:pPr>
                      <a:r>
                        <a:rPr lang="en-IN" sz="1100" b="1" u="none" strike="noStrike">
                          <a:solidFill>
                            <a:schemeClr val="accent1"/>
                          </a:solidFill>
                          <a:effectLst/>
                        </a:rPr>
                        <a:t>1100</a:t>
                      </a:r>
                      <a:endParaRPr lang="en-IN" sz="1100" b="1" i="0" u="none" strike="noStrike">
                        <a:solidFill>
                          <a:schemeClr val="accent1"/>
                        </a:solidFill>
                        <a:effectLst/>
                        <a:latin typeface="+mn-lt"/>
                      </a:endParaRPr>
                    </a:p>
                  </a:txBody>
                  <a:tcPr marL="6350" marR="6350" marT="6350" marB="0" anchor="ctr"/>
                </a:tc>
                <a:tc>
                  <a:txBody>
                    <a:bodyPr/>
                    <a:lstStyle/>
                    <a:p>
                      <a:pPr algn="ctr" fontAlgn="b">
                        <a:buNone/>
                      </a:pPr>
                      <a:r>
                        <a:rPr lang="en-IN" sz="1100" b="1" u="none" strike="noStrike">
                          <a:solidFill>
                            <a:srgbClr val="00B050"/>
                          </a:solidFill>
                          <a:effectLst/>
                        </a:rPr>
                        <a:t>736</a:t>
                      </a:r>
                      <a:endParaRPr lang="en-IN" sz="1100" b="1" i="0" u="none" strike="noStrike">
                        <a:solidFill>
                          <a:srgbClr val="00B050"/>
                        </a:solidFill>
                        <a:effectLst/>
                        <a:latin typeface="+mn-lt"/>
                      </a:endParaRPr>
                    </a:p>
                  </a:txBody>
                  <a:tcPr marL="6350" marR="6350" marT="6350" marB="0" anchor="ctr"/>
                </a:tc>
                <a:extLst>
                  <a:ext uri="{0D108BD9-81ED-4DB2-BD59-A6C34878D82A}">
                    <a16:rowId xmlns:a16="http://schemas.microsoft.com/office/drawing/2014/main" val="3595751125"/>
                  </a:ext>
                </a:extLst>
              </a:tr>
              <a:tr h="366227">
                <a:tc>
                  <a:txBody>
                    <a:bodyPr/>
                    <a:lstStyle/>
                    <a:p>
                      <a:pPr algn="ctr" fontAlgn="b">
                        <a:buNone/>
                      </a:pPr>
                      <a:r>
                        <a:rPr lang="en-IN" sz="1100" b="1" u="none" strike="noStrike">
                          <a:solidFill>
                            <a:srgbClr val="000000"/>
                          </a:solidFill>
                          <a:effectLst/>
                        </a:rPr>
                        <a:t>Rajendra</a:t>
                      </a:r>
                      <a:endParaRPr lang="en-IN" sz="1100" b="1" i="0" u="none" strike="noStrike">
                        <a:solidFill>
                          <a:srgbClr val="000000"/>
                        </a:solidFill>
                        <a:effectLst/>
                        <a:latin typeface="+mn-lt"/>
                      </a:endParaRPr>
                    </a:p>
                  </a:txBody>
                  <a:tcPr marL="6350" marR="6350" marT="6350" marB="0" anchor="ctr"/>
                </a:tc>
                <a:tc>
                  <a:txBody>
                    <a:bodyPr/>
                    <a:lstStyle/>
                    <a:p>
                      <a:pPr algn="ctr" fontAlgn="b">
                        <a:buNone/>
                      </a:pPr>
                      <a:r>
                        <a:rPr lang="en-IN" sz="1100" b="0" u="none" strike="noStrike">
                          <a:solidFill>
                            <a:srgbClr val="000000"/>
                          </a:solidFill>
                          <a:effectLst/>
                        </a:rPr>
                        <a:t>EDA - DFRC</a:t>
                      </a:r>
                      <a:endParaRPr lang="en-IN" sz="1100" b="0" i="0" u="none" strike="noStrike">
                        <a:solidFill>
                          <a:srgbClr val="000000"/>
                        </a:solidFill>
                        <a:effectLst/>
                        <a:latin typeface="+mn-lt"/>
                      </a:endParaRPr>
                    </a:p>
                  </a:txBody>
                  <a:tcPr marL="6350" marR="6350" marT="6350" marB="0" anchor="ctr"/>
                </a:tc>
                <a:tc>
                  <a:txBody>
                    <a:bodyPr/>
                    <a:lstStyle/>
                    <a:p>
                      <a:pPr algn="ctr" fontAlgn="b">
                        <a:buNone/>
                      </a:pPr>
                      <a:r>
                        <a:rPr lang="en-IN" sz="1100" b="1" u="none" strike="noStrike">
                          <a:solidFill>
                            <a:schemeClr val="accent1"/>
                          </a:solidFill>
                          <a:effectLst/>
                        </a:rPr>
                        <a:t>600</a:t>
                      </a:r>
                      <a:endParaRPr lang="en-IN" sz="1100" b="1" i="0" u="none" strike="noStrike">
                        <a:solidFill>
                          <a:schemeClr val="accent1"/>
                        </a:solidFill>
                        <a:effectLst/>
                        <a:latin typeface="+mn-lt"/>
                      </a:endParaRPr>
                    </a:p>
                  </a:txBody>
                  <a:tcPr marL="6350" marR="6350" marT="6350" marB="0" anchor="ctr"/>
                </a:tc>
                <a:tc>
                  <a:txBody>
                    <a:bodyPr/>
                    <a:lstStyle/>
                    <a:p>
                      <a:pPr algn="ctr" fontAlgn="b">
                        <a:buNone/>
                      </a:pPr>
                      <a:r>
                        <a:rPr lang="en-IN" sz="1100" b="1" u="none" strike="noStrike">
                          <a:solidFill>
                            <a:srgbClr val="00B050"/>
                          </a:solidFill>
                          <a:effectLst/>
                        </a:rPr>
                        <a:t>421</a:t>
                      </a:r>
                      <a:endParaRPr lang="en-IN" sz="1100" b="1" i="0" u="none" strike="noStrike">
                        <a:solidFill>
                          <a:srgbClr val="00B050"/>
                        </a:solidFill>
                        <a:effectLst/>
                        <a:latin typeface="+mn-lt"/>
                      </a:endParaRPr>
                    </a:p>
                  </a:txBody>
                  <a:tcPr marL="6350" marR="6350" marT="6350" marB="0" anchor="ctr"/>
                </a:tc>
                <a:extLst>
                  <a:ext uri="{0D108BD9-81ED-4DB2-BD59-A6C34878D82A}">
                    <a16:rowId xmlns:a16="http://schemas.microsoft.com/office/drawing/2014/main" val="2997738828"/>
                  </a:ext>
                </a:extLst>
              </a:tr>
              <a:tr h="366227">
                <a:tc>
                  <a:txBody>
                    <a:bodyPr/>
                    <a:lstStyle/>
                    <a:p>
                      <a:pPr algn="ctr" fontAlgn="b">
                        <a:buNone/>
                      </a:pPr>
                      <a:r>
                        <a:rPr lang="en-IN" sz="1100" b="1" u="none" strike="noStrike">
                          <a:solidFill>
                            <a:srgbClr val="000000"/>
                          </a:solidFill>
                          <a:effectLst/>
                        </a:rPr>
                        <a:t>Prabhatha</a:t>
                      </a:r>
                      <a:endParaRPr lang="en-IN" sz="1100" b="1" i="0" u="none" strike="noStrike">
                        <a:solidFill>
                          <a:srgbClr val="000000"/>
                        </a:solidFill>
                        <a:effectLst/>
                        <a:latin typeface="+mn-lt"/>
                      </a:endParaRPr>
                    </a:p>
                  </a:txBody>
                  <a:tcPr marL="6350" marR="6350" marT="6350" marB="0" anchor="ctr"/>
                </a:tc>
                <a:tc>
                  <a:txBody>
                    <a:bodyPr/>
                    <a:lstStyle/>
                    <a:p>
                      <a:pPr algn="ctr" fontAlgn="b">
                        <a:buNone/>
                      </a:pPr>
                      <a:r>
                        <a:rPr lang="en-IN" sz="1100" b="0" u="none" strike="noStrike">
                          <a:solidFill>
                            <a:srgbClr val="000000"/>
                          </a:solidFill>
                          <a:effectLst/>
                        </a:rPr>
                        <a:t>II</a:t>
                      </a:r>
                      <a:endParaRPr lang="en-IN" sz="1100" b="0" i="0" u="none" strike="noStrike">
                        <a:solidFill>
                          <a:srgbClr val="000000"/>
                        </a:solidFill>
                        <a:effectLst/>
                        <a:latin typeface="+mn-lt"/>
                      </a:endParaRPr>
                    </a:p>
                  </a:txBody>
                  <a:tcPr marL="6350" marR="6350" marT="6350" marB="0" anchor="ctr"/>
                </a:tc>
                <a:tc>
                  <a:txBody>
                    <a:bodyPr/>
                    <a:lstStyle/>
                    <a:p>
                      <a:pPr algn="ctr" fontAlgn="b">
                        <a:buNone/>
                      </a:pPr>
                      <a:r>
                        <a:rPr lang="en-IN" sz="1100" b="1" u="none" strike="noStrike">
                          <a:solidFill>
                            <a:schemeClr val="accent1"/>
                          </a:solidFill>
                          <a:effectLst/>
                        </a:rPr>
                        <a:t>225</a:t>
                      </a:r>
                      <a:endParaRPr lang="en-IN" sz="1100" b="1" i="0" u="none" strike="noStrike">
                        <a:solidFill>
                          <a:schemeClr val="accent1"/>
                        </a:solidFill>
                        <a:effectLst/>
                        <a:latin typeface="+mn-lt"/>
                      </a:endParaRPr>
                    </a:p>
                  </a:txBody>
                  <a:tcPr marL="6350" marR="6350" marT="6350" marB="0" anchor="ctr"/>
                </a:tc>
                <a:tc>
                  <a:txBody>
                    <a:bodyPr/>
                    <a:lstStyle/>
                    <a:p>
                      <a:pPr marL="0" algn="ctr" defTabSz="914400" rtl="0" eaLnBrk="1" fontAlgn="b" latinLnBrk="0" hangingPunct="1">
                        <a:buNone/>
                      </a:pPr>
                      <a:r>
                        <a:rPr lang="en-IN" sz="1100" b="1" u="none" strike="noStrike" kern="1200">
                          <a:solidFill>
                            <a:srgbClr val="00B050"/>
                          </a:solidFill>
                          <a:effectLst/>
                        </a:rPr>
                        <a:t>316</a:t>
                      </a:r>
                      <a:endParaRPr lang="en-IN" sz="1100" b="1" i="0" u="none" strike="noStrike" kern="1200">
                        <a:solidFill>
                          <a:srgbClr val="00B050"/>
                        </a:solidFill>
                        <a:effectLst/>
                        <a:latin typeface="+mn-lt"/>
                        <a:ea typeface="+mn-ea"/>
                        <a:cs typeface="+mn-cs"/>
                      </a:endParaRPr>
                    </a:p>
                  </a:txBody>
                  <a:tcPr marL="6350" marR="6350" marT="6350" marB="0" anchor="ctr"/>
                </a:tc>
                <a:extLst>
                  <a:ext uri="{0D108BD9-81ED-4DB2-BD59-A6C34878D82A}">
                    <a16:rowId xmlns:a16="http://schemas.microsoft.com/office/drawing/2014/main" val="1924042997"/>
                  </a:ext>
                </a:extLst>
              </a:tr>
              <a:tr h="366227">
                <a:tc>
                  <a:txBody>
                    <a:bodyPr/>
                    <a:lstStyle/>
                    <a:p>
                      <a:pPr algn="ctr" fontAlgn="b">
                        <a:buNone/>
                      </a:pPr>
                      <a:r>
                        <a:rPr lang="en-IN" sz="1100" b="1" u="none" strike="noStrike">
                          <a:solidFill>
                            <a:srgbClr val="000000"/>
                          </a:solidFill>
                          <a:effectLst/>
                        </a:rPr>
                        <a:t>Shikha</a:t>
                      </a:r>
                      <a:endParaRPr lang="en-IN" sz="1100" b="1" i="0" u="none" strike="noStrike">
                        <a:solidFill>
                          <a:srgbClr val="000000"/>
                        </a:solidFill>
                        <a:effectLst/>
                        <a:latin typeface="+mn-lt"/>
                      </a:endParaRPr>
                    </a:p>
                  </a:txBody>
                  <a:tcPr marL="6350" marR="6350" marT="6350" marB="0" anchor="ctr"/>
                </a:tc>
                <a:tc>
                  <a:txBody>
                    <a:bodyPr/>
                    <a:lstStyle/>
                    <a:p>
                      <a:pPr algn="ctr" fontAlgn="b">
                        <a:buNone/>
                      </a:pPr>
                      <a:r>
                        <a:rPr lang="en-IN" sz="1100" b="0" u="none" strike="noStrike">
                          <a:solidFill>
                            <a:srgbClr val="000000"/>
                          </a:solidFill>
                          <a:effectLst/>
                        </a:rPr>
                        <a:t>EDA - DSF</a:t>
                      </a:r>
                      <a:endParaRPr lang="en-IN" sz="1100" b="0" i="0" u="none" strike="noStrike">
                        <a:solidFill>
                          <a:srgbClr val="000000"/>
                        </a:solidFill>
                        <a:effectLst/>
                        <a:latin typeface="+mn-lt"/>
                      </a:endParaRPr>
                    </a:p>
                  </a:txBody>
                  <a:tcPr marL="6350" marR="6350" marT="6350" marB="0" anchor="ctr"/>
                </a:tc>
                <a:tc>
                  <a:txBody>
                    <a:bodyPr/>
                    <a:lstStyle/>
                    <a:p>
                      <a:pPr algn="ctr" fontAlgn="b">
                        <a:buNone/>
                      </a:pPr>
                      <a:r>
                        <a:rPr lang="en-IN" sz="1100" b="1" u="none" strike="noStrike">
                          <a:solidFill>
                            <a:schemeClr val="accent1"/>
                          </a:solidFill>
                          <a:effectLst/>
                        </a:rPr>
                        <a:t>500</a:t>
                      </a:r>
                      <a:endParaRPr lang="en-IN" sz="1100" b="1" i="0" u="none" strike="noStrike">
                        <a:solidFill>
                          <a:schemeClr val="accent1"/>
                        </a:solidFill>
                        <a:effectLst/>
                        <a:latin typeface="+mn-lt"/>
                      </a:endParaRPr>
                    </a:p>
                  </a:txBody>
                  <a:tcPr marL="6350" marR="6350" marT="6350" marB="0" anchor="ctr"/>
                </a:tc>
                <a:tc>
                  <a:txBody>
                    <a:bodyPr/>
                    <a:lstStyle/>
                    <a:p>
                      <a:pPr algn="ctr" fontAlgn="b">
                        <a:buNone/>
                      </a:pPr>
                      <a:r>
                        <a:rPr lang="en-US" sz="1100" b="1" i="0" u="none" strike="noStrike">
                          <a:solidFill>
                            <a:srgbClr val="00B050"/>
                          </a:solidFill>
                          <a:effectLst/>
                          <a:latin typeface="+mn-lt"/>
                        </a:rPr>
                        <a:t>3</a:t>
                      </a:r>
                      <a:r>
                        <a:rPr lang="en-IN" sz="1100" b="1" i="0" u="none" strike="noStrike">
                          <a:solidFill>
                            <a:srgbClr val="00B050"/>
                          </a:solidFill>
                          <a:effectLst/>
                          <a:latin typeface="+mn-lt"/>
                        </a:rPr>
                        <a:t>47</a:t>
                      </a:r>
                    </a:p>
                  </a:txBody>
                  <a:tcPr marL="6350" marR="6350" marT="6350" marB="0" anchor="ctr"/>
                </a:tc>
                <a:extLst>
                  <a:ext uri="{0D108BD9-81ED-4DB2-BD59-A6C34878D82A}">
                    <a16:rowId xmlns:a16="http://schemas.microsoft.com/office/drawing/2014/main" val="3909890129"/>
                  </a:ext>
                </a:extLst>
              </a:tr>
              <a:tr h="366227">
                <a:tc>
                  <a:txBody>
                    <a:bodyPr/>
                    <a:lstStyle/>
                    <a:p>
                      <a:pPr algn="ctr" fontAlgn="b">
                        <a:buNone/>
                      </a:pPr>
                      <a:r>
                        <a:rPr lang="en-IN" sz="1100" b="1" u="none" strike="noStrike">
                          <a:solidFill>
                            <a:srgbClr val="000000"/>
                          </a:solidFill>
                          <a:effectLst/>
                        </a:rPr>
                        <a:t>Sameer</a:t>
                      </a:r>
                      <a:endParaRPr lang="en-IN" sz="1100" b="1" i="0" u="none" strike="noStrike">
                        <a:solidFill>
                          <a:srgbClr val="000000"/>
                        </a:solidFill>
                        <a:effectLst/>
                        <a:latin typeface="+mn-lt"/>
                      </a:endParaRPr>
                    </a:p>
                  </a:txBody>
                  <a:tcPr marL="6350" marR="6350" marT="6350" marB="0" anchor="ctr"/>
                </a:tc>
                <a:tc>
                  <a:txBody>
                    <a:bodyPr/>
                    <a:lstStyle/>
                    <a:p>
                      <a:pPr algn="ctr" fontAlgn="b">
                        <a:buNone/>
                      </a:pPr>
                      <a:r>
                        <a:rPr lang="en-IN" sz="1100" b="0" u="none" strike="noStrike">
                          <a:solidFill>
                            <a:srgbClr val="000000"/>
                          </a:solidFill>
                          <a:effectLst/>
                        </a:rPr>
                        <a:t>IPP (exc. Dell account)</a:t>
                      </a:r>
                      <a:endParaRPr lang="en-IN" sz="1100" b="0" i="0" u="none" strike="noStrike">
                        <a:solidFill>
                          <a:srgbClr val="000000"/>
                        </a:solidFill>
                        <a:effectLst/>
                        <a:latin typeface="+mn-lt"/>
                      </a:endParaRPr>
                    </a:p>
                  </a:txBody>
                  <a:tcPr marL="6350" marR="6350" marT="6350" marB="0" anchor="ctr"/>
                </a:tc>
                <a:tc>
                  <a:txBody>
                    <a:bodyPr/>
                    <a:lstStyle/>
                    <a:p>
                      <a:pPr algn="ctr" fontAlgn="b">
                        <a:buNone/>
                      </a:pPr>
                      <a:r>
                        <a:rPr lang="en-IN" sz="1100" b="1" u="none" strike="noStrike">
                          <a:solidFill>
                            <a:schemeClr val="accent1"/>
                          </a:solidFill>
                          <a:effectLst/>
                        </a:rPr>
                        <a:t>400</a:t>
                      </a:r>
                      <a:endParaRPr lang="en-IN" sz="1100" b="1" i="0" u="none" strike="noStrike">
                        <a:solidFill>
                          <a:schemeClr val="accent1"/>
                        </a:solidFill>
                        <a:effectLst/>
                        <a:latin typeface="+mn-lt"/>
                      </a:endParaRPr>
                    </a:p>
                  </a:txBody>
                  <a:tcPr marL="6350" marR="6350" marT="6350" marB="0" anchor="ctr"/>
                </a:tc>
                <a:tc>
                  <a:txBody>
                    <a:bodyPr/>
                    <a:lstStyle/>
                    <a:p>
                      <a:pPr algn="ctr" fontAlgn="b">
                        <a:buNone/>
                      </a:pPr>
                      <a:r>
                        <a:rPr lang="en-IN" sz="1100" b="1" u="none" strike="noStrike">
                          <a:solidFill>
                            <a:srgbClr val="00B050"/>
                          </a:solidFill>
                          <a:effectLst/>
                        </a:rPr>
                        <a:t>252</a:t>
                      </a:r>
                      <a:endParaRPr lang="en-IN" sz="1100" b="1" i="0" u="none" strike="noStrike">
                        <a:solidFill>
                          <a:srgbClr val="00B050"/>
                        </a:solidFill>
                        <a:effectLst/>
                        <a:latin typeface="+mn-lt"/>
                      </a:endParaRPr>
                    </a:p>
                  </a:txBody>
                  <a:tcPr marL="6350" marR="6350" marT="6350" marB="0" anchor="ctr"/>
                </a:tc>
                <a:extLst>
                  <a:ext uri="{0D108BD9-81ED-4DB2-BD59-A6C34878D82A}">
                    <a16:rowId xmlns:a16="http://schemas.microsoft.com/office/drawing/2014/main" val="2845049045"/>
                  </a:ext>
                </a:extLst>
              </a:tr>
              <a:tr h="366227">
                <a:tc>
                  <a:txBody>
                    <a:bodyPr/>
                    <a:lstStyle/>
                    <a:p>
                      <a:pPr algn="ctr" fontAlgn="b">
                        <a:buNone/>
                      </a:pPr>
                      <a:r>
                        <a:rPr lang="en-IN" sz="1100" b="1" u="none" strike="noStrike">
                          <a:solidFill>
                            <a:srgbClr val="000000"/>
                          </a:solidFill>
                          <a:effectLst/>
                        </a:rPr>
                        <a:t>Shripriya</a:t>
                      </a:r>
                      <a:endParaRPr lang="en-IN" sz="1100" b="1" i="0" u="none" strike="noStrike">
                        <a:solidFill>
                          <a:srgbClr val="000000"/>
                        </a:solidFill>
                        <a:effectLst/>
                        <a:latin typeface="+mn-lt"/>
                      </a:endParaRPr>
                    </a:p>
                  </a:txBody>
                  <a:tcPr marL="6350" marR="6350" marT="6350" marB="0" anchor="ctr"/>
                </a:tc>
                <a:tc>
                  <a:txBody>
                    <a:bodyPr/>
                    <a:lstStyle/>
                    <a:p>
                      <a:pPr algn="ctr" fontAlgn="b">
                        <a:buNone/>
                      </a:pPr>
                      <a:r>
                        <a:rPr lang="en-IN" sz="1100" b="0" u="none" strike="noStrike">
                          <a:solidFill>
                            <a:srgbClr val="000000"/>
                          </a:solidFill>
                          <a:effectLst/>
                        </a:rPr>
                        <a:t>KMCoE</a:t>
                      </a:r>
                      <a:endParaRPr lang="en-IN" sz="1100" b="0" i="0" u="none" strike="noStrike">
                        <a:solidFill>
                          <a:srgbClr val="000000"/>
                        </a:solidFill>
                        <a:effectLst/>
                        <a:latin typeface="+mn-lt"/>
                      </a:endParaRPr>
                    </a:p>
                  </a:txBody>
                  <a:tcPr marL="6350" marR="6350" marT="6350" marB="0" anchor="ctr"/>
                </a:tc>
                <a:tc>
                  <a:txBody>
                    <a:bodyPr/>
                    <a:lstStyle/>
                    <a:p>
                      <a:pPr algn="ctr" fontAlgn="b">
                        <a:buNone/>
                      </a:pPr>
                      <a:r>
                        <a:rPr lang="en-IN" sz="1100" b="1" u="none" strike="noStrike">
                          <a:solidFill>
                            <a:schemeClr val="accent1"/>
                          </a:solidFill>
                          <a:effectLst/>
                        </a:rPr>
                        <a:t>200</a:t>
                      </a:r>
                      <a:endParaRPr lang="en-IN" sz="1100" b="1" i="0" u="none" strike="noStrike">
                        <a:solidFill>
                          <a:schemeClr val="accent1"/>
                        </a:solidFill>
                        <a:effectLst/>
                        <a:latin typeface="+mn-lt"/>
                      </a:endParaRPr>
                    </a:p>
                  </a:txBody>
                  <a:tcPr marL="6350" marR="6350" marT="6350" marB="0" anchor="ctr"/>
                </a:tc>
                <a:tc>
                  <a:txBody>
                    <a:bodyPr/>
                    <a:lstStyle/>
                    <a:p>
                      <a:pPr algn="ctr" fontAlgn="b">
                        <a:buNone/>
                      </a:pPr>
                      <a:r>
                        <a:rPr lang="en-IN" sz="1100" b="1" u="none" strike="noStrike">
                          <a:solidFill>
                            <a:srgbClr val="00B050"/>
                          </a:solidFill>
                          <a:effectLst/>
                        </a:rPr>
                        <a:t>178</a:t>
                      </a:r>
                      <a:endParaRPr lang="en-IN" sz="1100" b="1" i="0" u="none" strike="noStrike">
                        <a:solidFill>
                          <a:srgbClr val="00B050"/>
                        </a:solidFill>
                        <a:effectLst/>
                        <a:latin typeface="+mn-lt"/>
                      </a:endParaRPr>
                    </a:p>
                  </a:txBody>
                  <a:tcPr marL="6350" marR="6350" marT="6350" marB="0" anchor="ctr"/>
                </a:tc>
                <a:extLst>
                  <a:ext uri="{0D108BD9-81ED-4DB2-BD59-A6C34878D82A}">
                    <a16:rowId xmlns:a16="http://schemas.microsoft.com/office/drawing/2014/main" val="3064316840"/>
                  </a:ext>
                </a:extLst>
              </a:tr>
              <a:tr h="366227">
                <a:tc>
                  <a:txBody>
                    <a:bodyPr/>
                    <a:lstStyle/>
                    <a:p>
                      <a:pPr algn="ctr" fontAlgn="b">
                        <a:buNone/>
                      </a:pPr>
                      <a:r>
                        <a:rPr lang="en-IN" sz="1100" b="1" u="none" strike="noStrike">
                          <a:solidFill>
                            <a:srgbClr val="000000"/>
                          </a:solidFill>
                          <a:effectLst/>
                        </a:rPr>
                        <a:t>Dipti</a:t>
                      </a:r>
                      <a:endParaRPr lang="en-IN" sz="1100" b="1" i="0" u="none" strike="noStrike">
                        <a:solidFill>
                          <a:srgbClr val="000000"/>
                        </a:solidFill>
                        <a:effectLst/>
                        <a:latin typeface="+mn-lt"/>
                      </a:endParaRPr>
                    </a:p>
                  </a:txBody>
                  <a:tcPr marL="6350" marR="6350" marT="6350" marB="0" anchor="ctr"/>
                </a:tc>
                <a:tc>
                  <a:txBody>
                    <a:bodyPr/>
                    <a:lstStyle/>
                    <a:p>
                      <a:pPr algn="ctr" fontAlgn="b">
                        <a:buNone/>
                      </a:pPr>
                      <a:r>
                        <a:rPr lang="en-IN" sz="1100" b="0" u="none" strike="noStrike">
                          <a:solidFill>
                            <a:srgbClr val="000000"/>
                          </a:solidFill>
                          <a:effectLst/>
                        </a:rPr>
                        <a:t>ET -W&amp;O</a:t>
                      </a:r>
                      <a:endParaRPr lang="en-IN" sz="1100" b="0" i="0" u="none" strike="noStrike">
                        <a:solidFill>
                          <a:srgbClr val="000000"/>
                        </a:solidFill>
                        <a:effectLst/>
                        <a:latin typeface="+mn-lt"/>
                      </a:endParaRPr>
                    </a:p>
                  </a:txBody>
                  <a:tcPr marL="6350" marR="6350" marT="6350" marB="0" anchor="ctr"/>
                </a:tc>
                <a:tc>
                  <a:txBody>
                    <a:bodyPr/>
                    <a:lstStyle/>
                    <a:p>
                      <a:pPr algn="ctr" fontAlgn="b">
                        <a:buNone/>
                      </a:pPr>
                      <a:r>
                        <a:rPr lang="en-IN" sz="1100" b="1" u="none" strike="noStrike">
                          <a:solidFill>
                            <a:schemeClr val="accent1"/>
                          </a:solidFill>
                          <a:effectLst/>
                        </a:rPr>
                        <a:t>300</a:t>
                      </a:r>
                      <a:endParaRPr lang="en-IN" sz="1100" b="1" i="0" u="none" strike="noStrike">
                        <a:solidFill>
                          <a:schemeClr val="accent1"/>
                        </a:solidFill>
                        <a:effectLst/>
                        <a:latin typeface="+mn-lt"/>
                      </a:endParaRPr>
                    </a:p>
                  </a:txBody>
                  <a:tcPr marL="6350" marR="6350" marT="6350" marB="0" anchor="ctr"/>
                </a:tc>
                <a:tc>
                  <a:txBody>
                    <a:bodyPr/>
                    <a:lstStyle/>
                    <a:p>
                      <a:pPr algn="ctr" fontAlgn="b">
                        <a:buNone/>
                      </a:pPr>
                      <a:r>
                        <a:rPr lang="en-US" sz="1100" b="1" i="0" u="none" strike="noStrike">
                          <a:solidFill>
                            <a:srgbClr val="00B050"/>
                          </a:solidFill>
                          <a:effectLst/>
                          <a:latin typeface="+mn-lt"/>
                        </a:rPr>
                        <a:t>5</a:t>
                      </a:r>
                      <a:r>
                        <a:rPr lang="en-IN" sz="1100" b="1" i="0" u="none" strike="noStrike">
                          <a:solidFill>
                            <a:srgbClr val="00B050"/>
                          </a:solidFill>
                          <a:effectLst/>
                          <a:latin typeface="+mn-lt"/>
                        </a:rPr>
                        <a:t>2</a:t>
                      </a:r>
                    </a:p>
                  </a:txBody>
                  <a:tcPr marL="6350" marR="6350" marT="6350" marB="0" anchor="ctr"/>
                </a:tc>
                <a:extLst>
                  <a:ext uri="{0D108BD9-81ED-4DB2-BD59-A6C34878D82A}">
                    <a16:rowId xmlns:a16="http://schemas.microsoft.com/office/drawing/2014/main" val="2993576447"/>
                  </a:ext>
                </a:extLst>
              </a:tr>
              <a:tr h="366227">
                <a:tc>
                  <a:txBody>
                    <a:bodyPr/>
                    <a:lstStyle/>
                    <a:p>
                      <a:pPr algn="ctr" fontAlgn="b">
                        <a:buNone/>
                      </a:pPr>
                      <a:r>
                        <a:rPr lang="en-IN" sz="1100" b="1" u="none" strike="noStrike">
                          <a:solidFill>
                            <a:srgbClr val="000000"/>
                          </a:solidFill>
                          <a:effectLst/>
                        </a:rPr>
                        <a:t>Chandamita</a:t>
                      </a:r>
                      <a:endParaRPr lang="en-IN" sz="1100" b="1" i="0" u="none" strike="noStrike">
                        <a:solidFill>
                          <a:srgbClr val="000000"/>
                        </a:solidFill>
                        <a:effectLst/>
                        <a:latin typeface="+mn-lt"/>
                      </a:endParaRPr>
                    </a:p>
                  </a:txBody>
                  <a:tcPr marL="6350" marR="6350" marT="6350" marB="0" anchor="ctr"/>
                </a:tc>
                <a:tc>
                  <a:txBody>
                    <a:bodyPr/>
                    <a:lstStyle/>
                    <a:p>
                      <a:pPr algn="ctr" fontAlgn="b">
                        <a:buNone/>
                      </a:pPr>
                      <a:r>
                        <a:rPr lang="en-IN" sz="1100" b="0" u="none" strike="noStrike">
                          <a:solidFill>
                            <a:srgbClr val="000000"/>
                          </a:solidFill>
                          <a:effectLst/>
                        </a:rPr>
                        <a:t>ET - CE + ET - PA</a:t>
                      </a:r>
                      <a:endParaRPr lang="en-IN" sz="1100" b="0" i="0" u="none" strike="noStrike">
                        <a:solidFill>
                          <a:srgbClr val="000000"/>
                        </a:solidFill>
                        <a:effectLst/>
                        <a:latin typeface="+mn-lt"/>
                      </a:endParaRPr>
                    </a:p>
                  </a:txBody>
                  <a:tcPr marL="6350" marR="6350" marT="6350" marB="0" anchor="ctr"/>
                </a:tc>
                <a:tc>
                  <a:txBody>
                    <a:bodyPr/>
                    <a:lstStyle/>
                    <a:p>
                      <a:pPr algn="ctr" fontAlgn="b">
                        <a:buNone/>
                      </a:pPr>
                      <a:r>
                        <a:rPr lang="en-IN" sz="1100" b="1" u="none" strike="noStrike">
                          <a:solidFill>
                            <a:schemeClr val="accent1"/>
                          </a:solidFill>
                          <a:effectLst/>
                        </a:rPr>
                        <a:t>300</a:t>
                      </a:r>
                      <a:endParaRPr lang="en-IN" sz="1100" b="1" i="0" u="none" strike="noStrike">
                        <a:solidFill>
                          <a:schemeClr val="accent1"/>
                        </a:solidFill>
                        <a:effectLst/>
                        <a:latin typeface="+mn-lt"/>
                      </a:endParaRPr>
                    </a:p>
                  </a:txBody>
                  <a:tcPr marL="6350" marR="6350" marT="6350" marB="0" anchor="ctr"/>
                </a:tc>
                <a:tc>
                  <a:txBody>
                    <a:bodyPr/>
                    <a:lstStyle/>
                    <a:p>
                      <a:pPr algn="ctr" fontAlgn="b">
                        <a:buNone/>
                      </a:pPr>
                      <a:r>
                        <a:rPr lang="en-IN" sz="1100" b="1" u="none" strike="noStrike">
                          <a:solidFill>
                            <a:srgbClr val="00B050"/>
                          </a:solidFill>
                          <a:effectLst/>
                        </a:rPr>
                        <a:t>33</a:t>
                      </a:r>
                      <a:endParaRPr lang="en-IN" sz="1100" b="1" i="0" u="none" strike="noStrike">
                        <a:solidFill>
                          <a:srgbClr val="00B050"/>
                        </a:solidFill>
                        <a:effectLst/>
                        <a:latin typeface="+mn-lt"/>
                      </a:endParaRPr>
                    </a:p>
                  </a:txBody>
                  <a:tcPr marL="6350" marR="6350" marT="6350" marB="0" anchor="ctr"/>
                </a:tc>
                <a:extLst>
                  <a:ext uri="{0D108BD9-81ED-4DB2-BD59-A6C34878D82A}">
                    <a16:rowId xmlns:a16="http://schemas.microsoft.com/office/drawing/2014/main" val="2784106395"/>
                  </a:ext>
                </a:extLst>
              </a:tr>
              <a:tr h="366227">
                <a:tc>
                  <a:txBody>
                    <a:bodyPr/>
                    <a:lstStyle/>
                    <a:p>
                      <a:pPr algn="ctr" fontAlgn="b">
                        <a:buNone/>
                      </a:pPr>
                      <a:r>
                        <a:rPr lang="en-IN" sz="1100" b="1" u="none" strike="noStrike">
                          <a:solidFill>
                            <a:srgbClr val="000000"/>
                          </a:solidFill>
                          <a:effectLst/>
                        </a:rPr>
                        <a:t>Gazal</a:t>
                      </a:r>
                      <a:endParaRPr lang="en-IN" sz="1100" b="1" i="0" u="none" strike="noStrike">
                        <a:solidFill>
                          <a:srgbClr val="000000"/>
                        </a:solidFill>
                        <a:effectLst/>
                        <a:latin typeface="+mn-lt"/>
                      </a:endParaRPr>
                    </a:p>
                  </a:txBody>
                  <a:tcPr marL="6350" marR="6350" marT="6350" marB="0" anchor="ctr"/>
                </a:tc>
                <a:tc>
                  <a:txBody>
                    <a:bodyPr/>
                    <a:lstStyle/>
                    <a:p>
                      <a:pPr algn="ctr" fontAlgn="b">
                        <a:buNone/>
                      </a:pPr>
                      <a:r>
                        <a:rPr lang="en-IN" sz="1100" b="0" u="none" strike="noStrike">
                          <a:solidFill>
                            <a:srgbClr val="000000"/>
                          </a:solidFill>
                          <a:effectLst/>
                        </a:rPr>
                        <a:t>frog</a:t>
                      </a:r>
                      <a:endParaRPr lang="en-IN" sz="1100" b="0" i="0" u="none" strike="noStrike">
                        <a:solidFill>
                          <a:srgbClr val="000000"/>
                        </a:solidFill>
                        <a:effectLst/>
                        <a:latin typeface="+mn-lt"/>
                      </a:endParaRPr>
                    </a:p>
                  </a:txBody>
                  <a:tcPr marL="6350" marR="6350" marT="6350" marB="0" anchor="ctr"/>
                </a:tc>
                <a:tc>
                  <a:txBody>
                    <a:bodyPr/>
                    <a:lstStyle/>
                    <a:p>
                      <a:pPr algn="ctr" fontAlgn="b">
                        <a:buNone/>
                      </a:pPr>
                      <a:r>
                        <a:rPr lang="en-IN" sz="1100" b="1" u="none" strike="noStrike">
                          <a:solidFill>
                            <a:schemeClr val="accent1"/>
                          </a:solidFill>
                          <a:effectLst/>
                        </a:rPr>
                        <a:t>350</a:t>
                      </a:r>
                      <a:endParaRPr lang="en-IN" sz="1100" b="1" i="0" u="none" strike="noStrike">
                        <a:solidFill>
                          <a:schemeClr val="accent1"/>
                        </a:solidFill>
                        <a:effectLst/>
                        <a:latin typeface="+mn-lt"/>
                      </a:endParaRPr>
                    </a:p>
                  </a:txBody>
                  <a:tcPr marL="6350" marR="6350" marT="6350" marB="0" anchor="ctr"/>
                </a:tc>
                <a:tc>
                  <a:txBody>
                    <a:bodyPr/>
                    <a:lstStyle/>
                    <a:p>
                      <a:pPr algn="ctr" fontAlgn="b">
                        <a:buNone/>
                      </a:pPr>
                      <a:r>
                        <a:rPr lang="en-IN" sz="1100" b="1" u="none" strike="noStrike">
                          <a:solidFill>
                            <a:srgbClr val="00B050"/>
                          </a:solidFill>
                          <a:effectLst/>
                        </a:rPr>
                        <a:t>17</a:t>
                      </a:r>
                      <a:endParaRPr lang="en-IN" sz="1100" b="1" i="0" u="none" strike="noStrike">
                        <a:solidFill>
                          <a:srgbClr val="00B050"/>
                        </a:solidFill>
                        <a:effectLst/>
                        <a:latin typeface="+mn-lt"/>
                      </a:endParaRPr>
                    </a:p>
                  </a:txBody>
                  <a:tcPr marL="6350" marR="6350" marT="6350" marB="0" anchor="ctr"/>
                </a:tc>
                <a:extLst>
                  <a:ext uri="{0D108BD9-81ED-4DB2-BD59-A6C34878D82A}">
                    <a16:rowId xmlns:a16="http://schemas.microsoft.com/office/drawing/2014/main" val="2127915911"/>
                  </a:ext>
                </a:extLst>
              </a:tr>
              <a:tr h="366227">
                <a:tc>
                  <a:txBody>
                    <a:bodyPr/>
                    <a:lstStyle/>
                    <a:p>
                      <a:pPr algn="ctr" fontAlgn="b">
                        <a:buNone/>
                      </a:pPr>
                      <a:r>
                        <a:rPr lang="en-IN" sz="1100" b="1" u="none" strike="noStrike">
                          <a:solidFill>
                            <a:srgbClr val="000000"/>
                          </a:solidFill>
                          <a:effectLst/>
                        </a:rPr>
                        <a:t>Nikita</a:t>
                      </a:r>
                      <a:endParaRPr lang="en-IN" sz="1100" b="1" i="0" u="none" strike="noStrike">
                        <a:solidFill>
                          <a:srgbClr val="000000"/>
                        </a:solidFill>
                        <a:effectLst/>
                        <a:latin typeface="+mn-lt"/>
                      </a:endParaRPr>
                    </a:p>
                  </a:txBody>
                  <a:tcPr marL="6350" marR="6350" marT="6350" marB="0" anchor="ctr">
                    <a:lnB w="12700" cap="flat" cmpd="sng" algn="ctr">
                      <a:solidFill>
                        <a:schemeClr val="tx1"/>
                      </a:solidFill>
                      <a:prstDash val="solid"/>
                      <a:round/>
                      <a:headEnd type="none" w="med" len="med"/>
                      <a:tailEnd type="none" w="med" len="med"/>
                    </a:lnB>
                  </a:tcPr>
                </a:tc>
                <a:tc>
                  <a:txBody>
                    <a:bodyPr/>
                    <a:lstStyle/>
                    <a:p>
                      <a:pPr algn="ctr" fontAlgn="b">
                        <a:buNone/>
                      </a:pPr>
                      <a:r>
                        <a:rPr lang="en-IN" sz="1100" b="0" u="none" strike="noStrike">
                          <a:solidFill>
                            <a:srgbClr val="000000"/>
                          </a:solidFill>
                          <a:effectLst/>
                        </a:rPr>
                        <a:t>Sustainability</a:t>
                      </a:r>
                      <a:endParaRPr lang="en-IN" sz="1100" b="0" i="0" u="none" strike="noStrike">
                        <a:solidFill>
                          <a:srgbClr val="000000"/>
                        </a:solidFill>
                        <a:effectLst/>
                        <a:latin typeface="+mn-lt"/>
                      </a:endParaRPr>
                    </a:p>
                  </a:txBody>
                  <a:tcPr marL="6350" marR="6350" marT="6350" marB="0" anchor="ctr">
                    <a:lnB w="12700" cap="flat" cmpd="sng" algn="ctr">
                      <a:solidFill>
                        <a:schemeClr val="tx1"/>
                      </a:solidFill>
                      <a:prstDash val="solid"/>
                      <a:round/>
                      <a:headEnd type="none" w="med" len="med"/>
                      <a:tailEnd type="none" w="med" len="med"/>
                    </a:lnB>
                  </a:tcPr>
                </a:tc>
                <a:tc>
                  <a:txBody>
                    <a:bodyPr/>
                    <a:lstStyle/>
                    <a:p>
                      <a:pPr algn="ctr" fontAlgn="b">
                        <a:buNone/>
                      </a:pPr>
                      <a:r>
                        <a:rPr lang="en-IN" sz="1100" b="1" u="none" strike="noStrike">
                          <a:solidFill>
                            <a:schemeClr val="accent1"/>
                          </a:solidFill>
                          <a:effectLst/>
                        </a:rPr>
                        <a:t>100</a:t>
                      </a:r>
                      <a:endParaRPr lang="en-IN" sz="1100" b="1" i="0" u="none" strike="noStrike">
                        <a:solidFill>
                          <a:schemeClr val="accent1"/>
                        </a:solidFill>
                        <a:effectLst/>
                        <a:latin typeface="+mn-lt"/>
                      </a:endParaRPr>
                    </a:p>
                  </a:txBody>
                  <a:tcPr marL="6350" marR="6350" marT="6350" marB="0" anchor="ctr">
                    <a:lnB w="12700" cap="flat" cmpd="sng" algn="ctr">
                      <a:solidFill>
                        <a:schemeClr val="tx1"/>
                      </a:solidFill>
                      <a:prstDash val="solid"/>
                      <a:round/>
                      <a:headEnd type="none" w="med" len="med"/>
                      <a:tailEnd type="none" w="med" len="med"/>
                    </a:lnB>
                  </a:tcPr>
                </a:tc>
                <a:tc>
                  <a:txBody>
                    <a:bodyPr/>
                    <a:lstStyle/>
                    <a:p>
                      <a:pPr algn="ctr" fontAlgn="b">
                        <a:buNone/>
                      </a:pPr>
                      <a:r>
                        <a:rPr lang="en-IN" sz="1100" b="1" u="none" strike="noStrike">
                          <a:solidFill>
                            <a:srgbClr val="00B050"/>
                          </a:solidFill>
                          <a:effectLst/>
                        </a:rPr>
                        <a:t>0</a:t>
                      </a:r>
                      <a:endParaRPr lang="en-IN" sz="1100" b="1" i="0" u="none" strike="noStrike">
                        <a:solidFill>
                          <a:srgbClr val="00B050"/>
                        </a:solidFill>
                        <a:effectLst/>
                        <a:latin typeface="+mn-lt"/>
                      </a:endParaRPr>
                    </a:p>
                  </a:txBody>
                  <a:tcPr marL="6350" marR="6350" marT="6350" marB="0"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83449646"/>
                  </a:ext>
                </a:extLst>
              </a:tr>
              <a:tr h="366227">
                <a:tc>
                  <a:txBody>
                    <a:bodyPr/>
                    <a:lstStyle/>
                    <a:p>
                      <a:pPr algn="ctr" fontAlgn="b">
                        <a:buNone/>
                      </a:pPr>
                      <a:r>
                        <a:rPr lang="en-US" sz="1600" b="1" i="0" u="none" strike="noStrike" kern="1200">
                          <a:solidFill>
                            <a:srgbClr val="000000"/>
                          </a:solidFill>
                          <a:effectLst/>
                          <a:latin typeface="+mn-lt"/>
                          <a:ea typeface="+mn-ea"/>
                          <a:cs typeface="+mn-cs"/>
                        </a:rPr>
                        <a:t>Total</a:t>
                      </a:r>
                      <a:endParaRPr lang="en-IN" sz="1600" b="1" i="0" u="none" strike="noStrike" kern="1200">
                        <a:solidFill>
                          <a:srgbClr val="000000"/>
                        </a:solidFill>
                        <a:effectLst/>
                        <a:latin typeface="+mn-lt"/>
                        <a:ea typeface="+mn-ea"/>
                        <a:cs typeface="+mn-cs"/>
                      </a:endParaRPr>
                    </a:p>
                  </a:txBody>
                  <a:tcPr marL="6350" marR="6350" marT="6350" marB="0" anchor="ctr">
                    <a:lnT w="12700" cap="flat" cmpd="sng" algn="ctr">
                      <a:solidFill>
                        <a:schemeClr val="tx1"/>
                      </a:solidFill>
                      <a:prstDash val="solid"/>
                      <a:round/>
                      <a:headEnd type="none" w="med" len="med"/>
                      <a:tailEnd type="none" w="med" len="med"/>
                    </a:lnT>
                  </a:tcPr>
                </a:tc>
                <a:tc>
                  <a:txBody>
                    <a:bodyPr/>
                    <a:lstStyle/>
                    <a:p>
                      <a:pPr algn="ctr" fontAlgn="b">
                        <a:buNone/>
                      </a:pPr>
                      <a:endParaRPr lang="en-IN" sz="1100" b="0" i="0" u="none" strike="noStrike">
                        <a:solidFill>
                          <a:srgbClr val="000000"/>
                        </a:solidFill>
                        <a:effectLst/>
                        <a:latin typeface="+mn-lt"/>
                      </a:endParaRPr>
                    </a:p>
                  </a:txBody>
                  <a:tcPr marL="6350" marR="6350" marT="6350" marB="0" anchor="ctr">
                    <a:lnT w="12700" cap="flat" cmpd="sng" algn="ctr">
                      <a:solidFill>
                        <a:schemeClr val="tx1"/>
                      </a:solidFill>
                      <a:prstDash val="solid"/>
                      <a:round/>
                      <a:headEnd type="none" w="med" len="med"/>
                      <a:tailEnd type="none" w="med" len="med"/>
                    </a:lnT>
                  </a:tcPr>
                </a:tc>
                <a:tc>
                  <a:txBody>
                    <a:bodyPr/>
                    <a:lstStyle/>
                    <a:p>
                      <a:pPr algn="ctr" fontAlgn="b">
                        <a:buNone/>
                      </a:pPr>
                      <a:r>
                        <a:rPr lang="en-US" sz="1100" b="1" i="0" u="none" strike="noStrike">
                          <a:solidFill>
                            <a:schemeClr val="accent1"/>
                          </a:solidFill>
                          <a:effectLst/>
                          <a:latin typeface="+mn-lt"/>
                        </a:rPr>
                        <a:t>4075</a:t>
                      </a:r>
                      <a:endParaRPr lang="en-IN" sz="1100" b="1" i="0" u="none" strike="noStrike">
                        <a:solidFill>
                          <a:schemeClr val="accent1"/>
                        </a:solidFill>
                        <a:effectLst/>
                        <a:latin typeface="+mn-lt"/>
                      </a:endParaRPr>
                    </a:p>
                  </a:txBody>
                  <a:tcPr marL="6350" marR="6350" marT="6350" marB="0" anchor="ctr">
                    <a:lnT w="12700" cap="flat" cmpd="sng" algn="ctr">
                      <a:solidFill>
                        <a:schemeClr val="tx1"/>
                      </a:solidFill>
                      <a:prstDash val="solid"/>
                      <a:round/>
                      <a:headEnd type="none" w="med" len="med"/>
                      <a:tailEnd type="none" w="med" len="med"/>
                    </a:lnT>
                  </a:tcPr>
                </a:tc>
                <a:tc>
                  <a:txBody>
                    <a:bodyPr/>
                    <a:lstStyle/>
                    <a:p>
                      <a:pPr algn="ctr" fontAlgn="b">
                        <a:buNone/>
                      </a:pPr>
                      <a:r>
                        <a:rPr lang="en-US" sz="1100" b="1" i="0" u="none" strike="noStrike">
                          <a:solidFill>
                            <a:srgbClr val="00B050"/>
                          </a:solidFill>
                          <a:effectLst/>
                          <a:latin typeface="+mn-lt"/>
                        </a:rPr>
                        <a:t>2352</a:t>
                      </a:r>
                      <a:endParaRPr lang="en-IN" sz="1100" b="1" i="0" u="none" strike="noStrike">
                        <a:solidFill>
                          <a:srgbClr val="00B050"/>
                        </a:solidFill>
                        <a:effectLst/>
                        <a:latin typeface="+mn-lt"/>
                      </a:endParaRPr>
                    </a:p>
                  </a:txBody>
                  <a:tcPr marL="6350" marR="6350" marT="6350" marB="0"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41783663"/>
                  </a:ext>
                </a:extLst>
              </a:tr>
            </a:tbl>
          </a:graphicData>
        </a:graphic>
      </p:graphicFrame>
      <p:sp>
        <p:nvSpPr>
          <p:cNvPr id="10" name="TextBox 9">
            <a:extLst>
              <a:ext uri="{FF2B5EF4-FFF2-40B4-BE49-F238E27FC236}">
                <a16:creationId xmlns:a16="http://schemas.microsoft.com/office/drawing/2014/main" id="{962CF694-8C2B-3E18-1392-2A03A3891B80}"/>
              </a:ext>
            </a:extLst>
          </p:cNvPr>
          <p:cNvSpPr txBox="1"/>
          <p:nvPr/>
        </p:nvSpPr>
        <p:spPr>
          <a:xfrm>
            <a:off x="7503975" y="1121637"/>
            <a:ext cx="3088003" cy="525401"/>
          </a:xfrm>
          <a:prstGeom prst="rect">
            <a:avLst/>
          </a:prstGeom>
          <a:noFill/>
        </p:spPr>
        <p:txBody>
          <a:bodyPr vert="horz" wrap="none" lIns="90000" tIns="46800" rIns="90000" bIns="46800" rtlCol="0" anchor="ctr">
            <a:spAutoFit/>
          </a:bodyPr>
          <a:lstStyle/>
          <a:p>
            <a:pPr algn="ctr">
              <a:spcBef>
                <a:spcPct val="0"/>
              </a:spcBef>
            </a:pPr>
            <a:r>
              <a:rPr lang="en-IN" sz="1400" b="1" err="1"/>
              <a:t>FoP</a:t>
            </a:r>
            <a:r>
              <a:rPr lang="en-IN" sz="1400" b="1"/>
              <a:t> Advisory Group: </a:t>
            </a:r>
          </a:p>
          <a:p>
            <a:pPr algn="ctr">
              <a:spcBef>
                <a:spcPct val="0"/>
              </a:spcBef>
            </a:pPr>
            <a:r>
              <a:rPr lang="en-IN" sz="1400" b="1"/>
              <a:t>Invent Capability-led enablement </a:t>
            </a:r>
          </a:p>
        </p:txBody>
      </p:sp>
      <p:sp>
        <p:nvSpPr>
          <p:cNvPr id="14" name="TextBox 13">
            <a:extLst>
              <a:ext uri="{FF2B5EF4-FFF2-40B4-BE49-F238E27FC236}">
                <a16:creationId xmlns:a16="http://schemas.microsoft.com/office/drawing/2014/main" id="{30627211-699D-FCFB-5619-D0122A152F54}"/>
              </a:ext>
            </a:extLst>
          </p:cNvPr>
          <p:cNvSpPr txBox="1"/>
          <p:nvPr/>
        </p:nvSpPr>
        <p:spPr>
          <a:xfrm>
            <a:off x="1524140" y="1121637"/>
            <a:ext cx="3187389" cy="525401"/>
          </a:xfrm>
          <a:prstGeom prst="rect">
            <a:avLst/>
          </a:prstGeom>
          <a:noFill/>
        </p:spPr>
        <p:txBody>
          <a:bodyPr vert="horz" wrap="none" lIns="90000" tIns="46800" rIns="90000" bIns="46800" rtlCol="0" anchor="ctr">
            <a:spAutoFit/>
          </a:bodyPr>
          <a:lstStyle/>
          <a:p>
            <a:pPr algn="ctr">
              <a:spcBef>
                <a:spcPct val="0"/>
              </a:spcBef>
            </a:pPr>
            <a:r>
              <a:rPr lang="en-IN" sz="1400" b="1"/>
              <a:t>Solution Advisory Group: </a:t>
            </a:r>
          </a:p>
          <a:p>
            <a:pPr algn="ctr">
              <a:spcBef>
                <a:spcPct val="0"/>
              </a:spcBef>
            </a:pPr>
            <a:r>
              <a:rPr lang="en-IN" sz="1400" b="1"/>
              <a:t>Shaping solution-led conversations</a:t>
            </a:r>
          </a:p>
        </p:txBody>
      </p:sp>
      <p:cxnSp>
        <p:nvCxnSpPr>
          <p:cNvPr id="15" name="Straight Connector 14">
            <a:extLst>
              <a:ext uri="{FF2B5EF4-FFF2-40B4-BE49-F238E27FC236}">
                <a16:creationId xmlns:a16="http://schemas.microsoft.com/office/drawing/2014/main" id="{79FCC40B-B820-C4B6-0089-468D88CB0718}"/>
              </a:ext>
            </a:extLst>
          </p:cNvPr>
          <p:cNvCxnSpPr>
            <a:cxnSpLocks/>
          </p:cNvCxnSpPr>
          <p:nvPr/>
        </p:nvCxnSpPr>
        <p:spPr>
          <a:xfrm>
            <a:off x="6096000" y="1091484"/>
            <a:ext cx="0" cy="5589546"/>
          </a:xfrm>
          <a:prstGeom prst="line">
            <a:avLst/>
          </a:prstGeom>
          <a:ln w="38100">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graphicFrame>
        <p:nvGraphicFramePr>
          <p:cNvPr id="2" name="Table 1">
            <a:extLst>
              <a:ext uri="{FF2B5EF4-FFF2-40B4-BE49-F238E27FC236}">
                <a16:creationId xmlns:a16="http://schemas.microsoft.com/office/drawing/2014/main" id="{0F255281-CFEC-8156-23D7-3FDA28D4A264}"/>
              </a:ext>
            </a:extLst>
          </p:cNvPr>
          <p:cNvGraphicFramePr>
            <a:graphicFrameLocks noGrp="1"/>
          </p:cNvGraphicFramePr>
          <p:nvPr>
            <p:extLst>
              <p:ext uri="{D42A27DB-BD31-4B8C-83A1-F6EECF244321}">
                <p14:modId xmlns:p14="http://schemas.microsoft.com/office/powerpoint/2010/main" val="786617149"/>
              </p:ext>
            </p:extLst>
          </p:nvPr>
        </p:nvGraphicFramePr>
        <p:xfrm>
          <a:off x="366652" y="1647431"/>
          <a:ext cx="5456856" cy="4686948"/>
        </p:xfrm>
        <a:graphic>
          <a:graphicData uri="http://schemas.openxmlformats.org/drawingml/2006/table">
            <a:tbl>
              <a:tblPr firstRow="1" bandRow="1">
                <a:tableStyleId>{6E25E649-3F16-4E02-A733-19D2CDBF48F0}</a:tableStyleId>
              </a:tblPr>
              <a:tblGrid>
                <a:gridCol w="1344369">
                  <a:extLst>
                    <a:ext uri="{9D8B030D-6E8A-4147-A177-3AD203B41FA5}">
                      <a16:colId xmlns:a16="http://schemas.microsoft.com/office/drawing/2014/main" val="3755230682"/>
                    </a:ext>
                  </a:extLst>
                </a:gridCol>
                <a:gridCol w="2520692">
                  <a:extLst>
                    <a:ext uri="{9D8B030D-6E8A-4147-A177-3AD203B41FA5}">
                      <a16:colId xmlns:a16="http://schemas.microsoft.com/office/drawing/2014/main" val="2336409234"/>
                    </a:ext>
                  </a:extLst>
                </a:gridCol>
                <a:gridCol w="1591795">
                  <a:extLst>
                    <a:ext uri="{9D8B030D-6E8A-4147-A177-3AD203B41FA5}">
                      <a16:colId xmlns:a16="http://schemas.microsoft.com/office/drawing/2014/main" val="1941054909"/>
                    </a:ext>
                  </a:extLst>
                </a:gridCol>
              </a:tblGrid>
              <a:tr h="584790">
                <a:tc>
                  <a:txBody>
                    <a:bodyPr/>
                    <a:lstStyle/>
                    <a:p>
                      <a:pPr algn="ctr">
                        <a:buNone/>
                      </a:pPr>
                      <a:r>
                        <a:rPr lang="en-IN" sz="1000">
                          <a:effectLst/>
                        </a:rPr>
                        <a:t>Solution Owner</a:t>
                      </a:r>
                      <a:endParaRPr lang="en-IN" sz="1000">
                        <a:effectLst/>
                        <a:latin typeface="+mn-lt"/>
                        <a:ea typeface="Aptos" panose="020B0004020202020204" pitchFamily="34" charset="0"/>
                        <a:cs typeface="Aptos" panose="020B0004020202020204" pitchFamily="34" charset="0"/>
                      </a:endParaRPr>
                    </a:p>
                  </a:txBody>
                  <a:tcPr marL="77764" marR="77764" marT="39179" marB="39179" anchor="ctr"/>
                </a:tc>
                <a:tc>
                  <a:txBody>
                    <a:bodyPr/>
                    <a:lstStyle/>
                    <a:p>
                      <a:pPr algn="ctr">
                        <a:buNone/>
                      </a:pPr>
                      <a:r>
                        <a:rPr lang="en-IN" sz="1000">
                          <a:effectLst/>
                        </a:rPr>
                        <a:t>Capability names</a:t>
                      </a:r>
                      <a:endParaRPr lang="en-IN" sz="1000">
                        <a:effectLst/>
                        <a:latin typeface="+mn-lt"/>
                        <a:ea typeface="Aptos" panose="020B0004020202020204" pitchFamily="34" charset="0"/>
                        <a:cs typeface="Aptos" panose="020B0004020202020204" pitchFamily="34" charset="0"/>
                      </a:endParaRPr>
                    </a:p>
                  </a:txBody>
                  <a:tcPr marL="77764" marR="77764" marT="39179" marB="39179" anchor="ctr"/>
                </a:tc>
                <a:tc>
                  <a:txBody>
                    <a:bodyPr/>
                    <a:lstStyle/>
                    <a:p>
                      <a:pPr algn="ctr">
                        <a:buNone/>
                      </a:pPr>
                      <a:r>
                        <a:rPr lang="en-US" sz="1000">
                          <a:effectLst/>
                        </a:rPr>
                        <a:t>FY26 target </a:t>
                      </a:r>
                      <a:endParaRPr lang="en-IN" sz="1000">
                        <a:effectLst/>
                      </a:endParaRPr>
                    </a:p>
                    <a:p>
                      <a:pPr algn="ctr">
                        <a:buNone/>
                      </a:pPr>
                      <a:r>
                        <a:rPr lang="en-US" sz="1000">
                          <a:effectLst/>
                        </a:rPr>
                        <a:t>(KE)</a:t>
                      </a:r>
                      <a:endParaRPr lang="en-IN" sz="1000">
                        <a:effectLst/>
                        <a:latin typeface="+mn-lt"/>
                        <a:ea typeface="Aptos" panose="020B0004020202020204" pitchFamily="34" charset="0"/>
                        <a:cs typeface="Aptos" panose="020B0004020202020204" pitchFamily="34" charset="0"/>
                      </a:endParaRPr>
                    </a:p>
                  </a:txBody>
                  <a:tcPr marL="8904" marR="8904" marT="8904" marB="0" anchor="ctr"/>
                </a:tc>
                <a:extLst>
                  <a:ext uri="{0D108BD9-81ED-4DB2-BD59-A6C34878D82A}">
                    <a16:rowId xmlns:a16="http://schemas.microsoft.com/office/drawing/2014/main" val="4070922678"/>
                  </a:ext>
                </a:extLst>
              </a:tr>
              <a:tr h="266549">
                <a:tc>
                  <a:txBody>
                    <a:bodyPr/>
                    <a:lstStyle/>
                    <a:p>
                      <a:pPr algn="ctr" fontAlgn="b">
                        <a:buNone/>
                      </a:pPr>
                      <a:r>
                        <a:rPr lang="en-IN" sz="1100" b="1" u="none" strike="noStrike">
                          <a:solidFill>
                            <a:srgbClr val="000000"/>
                          </a:solidFill>
                          <a:effectLst/>
                        </a:rPr>
                        <a:t>Abhishek</a:t>
                      </a:r>
                      <a:endParaRPr lang="en-IN" sz="1100" b="1" i="0" u="none" strike="noStrike">
                        <a:solidFill>
                          <a:srgbClr val="000000"/>
                        </a:solidFill>
                        <a:effectLst/>
                        <a:latin typeface="+mn-lt"/>
                      </a:endParaRPr>
                    </a:p>
                  </a:txBody>
                  <a:tcPr marL="6350" marR="6350" marT="6350" marB="0" anchor="ctr"/>
                </a:tc>
                <a:tc>
                  <a:txBody>
                    <a:bodyPr/>
                    <a:lstStyle/>
                    <a:p>
                      <a:pPr algn="ctr" fontAlgn="b">
                        <a:buNone/>
                      </a:pPr>
                      <a:r>
                        <a:rPr lang="en-IN" sz="1100" b="0" u="none" strike="noStrike">
                          <a:solidFill>
                            <a:srgbClr val="000000"/>
                          </a:solidFill>
                          <a:effectLst/>
                        </a:rPr>
                        <a:t>GenAI advisory</a:t>
                      </a:r>
                      <a:endParaRPr lang="en-IN" sz="1100" b="0" i="0" u="none" strike="noStrike">
                        <a:solidFill>
                          <a:srgbClr val="000000"/>
                        </a:solidFill>
                        <a:effectLst/>
                        <a:latin typeface="+mn-lt"/>
                      </a:endParaRPr>
                    </a:p>
                  </a:txBody>
                  <a:tcPr marL="6350" marR="6350" marT="6350" marB="0" anchor="ctr"/>
                </a:tc>
                <a:tc>
                  <a:txBody>
                    <a:bodyPr/>
                    <a:lstStyle/>
                    <a:p>
                      <a:pPr algn="ctr" fontAlgn="b">
                        <a:buNone/>
                      </a:pPr>
                      <a:r>
                        <a:rPr lang="en-IN" sz="1100" b="1" u="none" strike="noStrike">
                          <a:solidFill>
                            <a:schemeClr val="tx2"/>
                          </a:solidFill>
                          <a:effectLst/>
                        </a:rPr>
                        <a:t>100</a:t>
                      </a:r>
                      <a:endParaRPr lang="en-IN" sz="1100" b="1" i="0" u="none" strike="noStrike">
                        <a:solidFill>
                          <a:schemeClr val="tx2"/>
                        </a:solidFill>
                        <a:effectLst/>
                        <a:latin typeface="+mn-lt"/>
                      </a:endParaRPr>
                    </a:p>
                  </a:txBody>
                  <a:tcPr marL="6350" marR="6350" marT="6350" marB="0" anchor="ctr"/>
                </a:tc>
                <a:extLst>
                  <a:ext uri="{0D108BD9-81ED-4DB2-BD59-A6C34878D82A}">
                    <a16:rowId xmlns:a16="http://schemas.microsoft.com/office/drawing/2014/main" val="1730215304"/>
                  </a:ext>
                </a:extLst>
              </a:tr>
              <a:tr h="266549">
                <a:tc>
                  <a:txBody>
                    <a:bodyPr/>
                    <a:lstStyle/>
                    <a:p>
                      <a:pPr algn="ctr" fontAlgn="b">
                        <a:buNone/>
                      </a:pPr>
                      <a:r>
                        <a:rPr lang="en-IN" sz="1100" b="1" u="none" strike="noStrike">
                          <a:solidFill>
                            <a:srgbClr val="000000"/>
                          </a:solidFill>
                          <a:effectLst/>
                        </a:rPr>
                        <a:t>Shikha</a:t>
                      </a:r>
                      <a:endParaRPr lang="en-IN" sz="1100" b="1" i="0" u="none" strike="noStrike">
                        <a:solidFill>
                          <a:srgbClr val="000000"/>
                        </a:solidFill>
                        <a:effectLst/>
                        <a:latin typeface="+mn-lt"/>
                      </a:endParaRPr>
                    </a:p>
                  </a:txBody>
                  <a:tcPr marL="6350" marR="6350" marT="6350" marB="0" anchor="ctr"/>
                </a:tc>
                <a:tc>
                  <a:txBody>
                    <a:bodyPr/>
                    <a:lstStyle/>
                    <a:p>
                      <a:pPr algn="ctr" fontAlgn="b">
                        <a:buNone/>
                      </a:pPr>
                      <a:r>
                        <a:rPr lang="en-IN" sz="1100" b="0" u="none" strike="noStrike">
                          <a:solidFill>
                            <a:srgbClr val="000000"/>
                          </a:solidFill>
                          <a:effectLst/>
                        </a:rPr>
                        <a:t>Solution Design advisory - BSS</a:t>
                      </a:r>
                      <a:endParaRPr lang="en-IN" sz="1100" b="0" i="0" u="none" strike="noStrike">
                        <a:solidFill>
                          <a:srgbClr val="000000"/>
                        </a:solidFill>
                        <a:effectLst/>
                        <a:latin typeface="+mn-lt"/>
                      </a:endParaRPr>
                    </a:p>
                  </a:txBody>
                  <a:tcPr marL="6350" marR="6350" marT="6350" marB="0" anchor="ctr"/>
                </a:tc>
                <a:tc>
                  <a:txBody>
                    <a:bodyPr/>
                    <a:lstStyle/>
                    <a:p>
                      <a:pPr algn="ctr" fontAlgn="b">
                        <a:buNone/>
                      </a:pPr>
                      <a:r>
                        <a:rPr lang="en-IN" sz="1100" b="1" u="none" strike="noStrike">
                          <a:solidFill>
                            <a:schemeClr val="tx2"/>
                          </a:solidFill>
                          <a:effectLst/>
                        </a:rPr>
                        <a:t>200</a:t>
                      </a:r>
                      <a:endParaRPr lang="en-IN" sz="1100" b="1" i="0" u="none" strike="noStrike">
                        <a:solidFill>
                          <a:schemeClr val="tx2"/>
                        </a:solidFill>
                        <a:effectLst/>
                        <a:latin typeface="+mn-lt"/>
                      </a:endParaRPr>
                    </a:p>
                  </a:txBody>
                  <a:tcPr marL="6350" marR="6350" marT="6350" marB="0" anchor="ctr"/>
                </a:tc>
                <a:extLst>
                  <a:ext uri="{0D108BD9-81ED-4DB2-BD59-A6C34878D82A}">
                    <a16:rowId xmlns:a16="http://schemas.microsoft.com/office/drawing/2014/main" val="2572685255"/>
                  </a:ext>
                </a:extLst>
              </a:tr>
              <a:tr h="266549">
                <a:tc>
                  <a:txBody>
                    <a:bodyPr/>
                    <a:lstStyle/>
                    <a:p>
                      <a:pPr algn="ctr" fontAlgn="b">
                        <a:buNone/>
                      </a:pPr>
                      <a:r>
                        <a:rPr lang="en-IN" sz="1100" b="1" u="none" strike="noStrike">
                          <a:solidFill>
                            <a:srgbClr val="000000"/>
                          </a:solidFill>
                          <a:effectLst/>
                        </a:rPr>
                        <a:t>Nilesh</a:t>
                      </a:r>
                      <a:endParaRPr lang="en-IN" sz="1100" b="1" i="0" u="none" strike="noStrike">
                        <a:solidFill>
                          <a:srgbClr val="000000"/>
                        </a:solidFill>
                        <a:effectLst/>
                        <a:latin typeface="+mn-lt"/>
                      </a:endParaRPr>
                    </a:p>
                  </a:txBody>
                  <a:tcPr marL="6350" marR="6350" marT="6350" marB="0" anchor="ctr"/>
                </a:tc>
                <a:tc>
                  <a:txBody>
                    <a:bodyPr/>
                    <a:lstStyle/>
                    <a:p>
                      <a:pPr algn="ctr" fontAlgn="b">
                        <a:buNone/>
                      </a:pPr>
                      <a:r>
                        <a:rPr lang="en-IN" sz="1100" b="0" u="none" strike="noStrike">
                          <a:solidFill>
                            <a:srgbClr val="000000"/>
                          </a:solidFill>
                          <a:effectLst/>
                        </a:rPr>
                        <a:t>COTS advisory</a:t>
                      </a:r>
                      <a:endParaRPr lang="en-IN" sz="1100" b="0" i="0" u="none" strike="noStrike">
                        <a:solidFill>
                          <a:srgbClr val="000000"/>
                        </a:solidFill>
                        <a:effectLst/>
                        <a:latin typeface="+mn-lt"/>
                      </a:endParaRPr>
                    </a:p>
                  </a:txBody>
                  <a:tcPr marL="6350" marR="6350" marT="6350" marB="0" anchor="ctr"/>
                </a:tc>
                <a:tc>
                  <a:txBody>
                    <a:bodyPr/>
                    <a:lstStyle/>
                    <a:p>
                      <a:pPr algn="ctr" fontAlgn="b">
                        <a:buNone/>
                      </a:pPr>
                      <a:r>
                        <a:rPr lang="en-IN" sz="1100" b="1" u="none" strike="noStrike">
                          <a:solidFill>
                            <a:schemeClr val="tx2"/>
                          </a:solidFill>
                          <a:effectLst/>
                        </a:rPr>
                        <a:t>250</a:t>
                      </a:r>
                      <a:endParaRPr lang="en-IN" sz="1100" b="1" i="0" u="none" strike="noStrike">
                        <a:solidFill>
                          <a:schemeClr val="tx2"/>
                        </a:solidFill>
                        <a:effectLst/>
                        <a:latin typeface="+mn-lt"/>
                      </a:endParaRPr>
                    </a:p>
                  </a:txBody>
                  <a:tcPr marL="6350" marR="6350" marT="6350" marB="0" anchor="ctr"/>
                </a:tc>
                <a:extLst>
                  <a:ext uri="{0D108BD9-81ED-4DB2-BD59-A6C34878D82A}">
                    <a16:rowId xmlns:a16="http://schemas.microsoft.com/office/drawing/2014/main" val="3643954858"/>
                  </a:ext>
                </a:extLst>
              </a:tr>
              <a:tr h="266549">
                <a:tc>
                  <a:txBody>
                    <a:bodyPr/>
                    <a:lstStyle/>
                    <a:p>
                      <a:pPr algn="ctr" fontAlgn="b">
                        <a:buNone/>
                      </a:pPr>
                      <a:r>
                        <a:rPr lang="en-IN" sz="1100" b="1" u="none" strike="noStrike">
                          <a:solidFill>
                            <a:srgbClr val="000000"/>
                          </a:solidFill>
                          <a:effectLst/>
                        </a:rPr>
                        <a:t>Kaustubh</a:t>
                      </a:r>
                      <a:endParaRPr lang="en-IN" sz="1100" b="1" i="0" u="none" strike="noStrike">
                        <a:solidFill>
                          <a:srgbClr val="000000"/>
                        </a:solidFill>
                        <a:effectLst/>
                        <a:latin typeface="+mn-lt"/>
                      </a:endParaRPr>
                    </a:p>
                  </a:txBody>
                  <a:tcPr marL="6350" marR="6350" marT="6350" marB="0" anchor="ctr"/>
                </a:tc>
                <a:tc>
                  <a:txBody>
                    <a:bodyPr/>
                    <a:lstStyle/>
                    <a:p>
                      <a:pPr algn="ctr" fontAlgn="b">
                        <a:buNone/>
                      </a:pPr>
                      <a:r>
                        <a:rPr lang="en-IN" sz="1100" b="0" u="none" strike="noStrike">
                          <a:solidFill>
                            <a:srgbClr val="000000"/>
                          </a:solidFill>
                          <a:effectLst/>
                        </a:rPr>
                        <a:t>BA advisory</a:t>
                      </a:r>
                      <a:endParaRPr lang="en-IN" sz="1100" b="0" i="0" u="none" strike="noStrike">
                        <a:solidFill>
                          <a:srgbClr val="000000"/>
                        </a:solidFill>
                        <a:effectLst/>
                        <a:latin typeface="+mn-lt"/>
                      </a:endParaRPr>
                    </a:p>
                  </a:txBody>
                  <a:tcPr marL="6350" marR="6350" marT="6350" marB="0" anchor="ctr"/>
                </a:tc>
                <a:tc>
                  <a:txBody>
                    <a:bodyPr/>
                    <a:lstStyle/>
                    <a:p>
                      <a:pPr algn="ctr" fontAlgn="b">
                        <a:buNone/>
                      </a:pPr>
                      <a:r>
                        <a:rPr lang="en-IN" sz="1100" b="1" u="none" strike="noStrike">
                          <a:solidFill>
                            <a:schemeClr val="tx2"/>
                          </a:solidFill>
                          <a:effectLst/>
                        </a:rPr>
                        <a:t>350</a:t>
                      </a:r>
                      <a:endParaRPr lang="en-IN" sz="1100" b="1" i="0" u="none" strike="noStrike">
                        <a:solidFill>
                          <a:schemeClr val="tx2"/>
                        </a:solidFill>
                        <a:effectLst/>
                        <a:latin typeface="+mn-lt"/>
                      </a:endParaRPr>
                    </a:p>
                  </a:txBody>
                  <a:tcPr marL="6350" marR="6350" marT="6350" marB="0" anchor="ctr"/>
                </a:tc>
                <a:extLst>
                  <a:ext uri="{0D108BD9-81ED-4DB2-BD59-A6C34878D82A}">
                    <a16:rowId xmlns:a16="http://schemas.microsoft.com/office/drawing/2014/main" val="568730008"/>
                  </a:ext>
                </a:extLst>
              </a:tr>
              <a:tr h="266549">
                <a:tc>
                  <a:txBody>
                    <a:bodyPr/>
                    <a:lstStyle/>
                    <a:p>
                      <a:pPr algn="ctr" fontAlgn="b">
                        <a:buNone/>
                      </a:pPr>
                      <a:r>
                        <a:rPr lang="en-IN" sz="1100" b="1" u="none" strike="noStrike">
                          <a:solidFill>
                            <a:srgbClr val="000000"/>
                          </a:solidFill>
                          <a:effectLst/>
                        </a:rPr>
                        <a:t>Mayank</a:t>
                      </a:r>
                      <a:endParaRPr lang="en-IN" sz="1100" b="1" i="0" u="none" strike="noStrike">
                        <a:solidFill>
                          <a:srgbClr val="000000"/>
                        </a:solidFill>
                        <a:effectLst/>
                        <a:latin typeface="+mn-lt"/>
                      </a:endParaRPr>
                    </a:p>
                  </a:txBody>
                  <a:tcPr marL="6350" marR="6350" marT="6350" marB="0" anchor="ctr"/>
                </a:tc>
                <a:tc>
                  <a:txBody>
                    <a:bodyPr/>
                    <a:lstStyle/>
                    <a:p>
                      <a:pPr algn="ctr" fontAlgn="b">
                        <a:buNone/>
                      </a:pPr>
                      <a:r>
                        <a:rPr lang="en-IN" sz="1100" b="0" u="none" strike="noStrike">
                          <a:solidFill>
                            <a:srgbClr val="000000"/>
                          </a:solidFill>
                          <a:effectLst/>
                        </a:rPr>
                        <a:t>PM advisory</a:t>
                      </a:r>
                      <a:endParaRPr lang="en-IN" sz="1100" b="0" i="0" u="none" strike="noStrike">
                        <a:solidFill>
                          <a:srgbClr val="000000"/>
                        </a:solidFill>
                        <a:effectLst/>
                        <a:latin typeface="+mn-lt"/>
                      </a:endParaRPr>
                    </a:p>
                  </a:txBody>
                  <a:tcPr marL="6350" marR="6350" marT="6350" marB="0" anchor="ctr"/>
                </a:tc>
                <a:tc>
                  <a:txBody>
                    <a:bodyPr/>
                    <a:lstStyle/>
                    <a:p>
                      <a:pPr algn="ctr" fontAlgn="b">
                        <a:buNone/>
                      </a:pPr>
                      <a:r>
                        <a:rPr lang="en-IN" sz="1100" b="1" u="none" strike="noStrike">
                          <a:solidFill>
                            <a:schemeClr val="tx2"/>
                          </a:solidFill>
                          <a:effectLst/>
                        </a:rPr>
                        <a:t>300</a:t>
                      </a:r>
                      <a:endParaRPr lang="en-IN" sz="1100" b="1" i="0" u="none" strike="noStrike">
                        <a:solidFill>
                          <a:schemeClr val="tx2"/>
                        </a:solidFill>
                        <a:effectLst/>
                        <a:latin typeface="+mn-lt"/>
                      </a:endParaRPr>
                    </a:p>
                  </a:txBody>
                  <a:tcPr marL="6350" marR="6350" marT="6350" marB="0" anchor="ctr"/>
                </a:tc>
                <a:extLst>
                  <a:ext uri="{0D108BD9-81ED-4DB2-BD59-A6C34878D82A}">
                    <a16:rowId xmlns:a16="http://schemas.microsoft.com/office/drawing/2014/main" val="3035854491"/>
                  </a:ext>
                </a:extLst>
              </a:tr>
              <a:tr h="359167">
                <a:tc>
                  <a:txBody>
                    <a:bodyPr/>
                    <a:lstStyle/>
                    <a:p>
                      <a:pPr algn="ctr" fontAlgn="b">
                        <a:buNone/>
                      </a:pPr>
                      <a:r>
                        <a:rPr lang="en-IN" sz="1100" b="1" u="none" strike="noStrike">
                          <a:solidFill>
                            <a:srgbClr val="000000"/>
                          </a:solidFill>
                          <a:effectLst/>
                        </a:rPr>
                        <a:t>Sameer</a:t>
                      </a:r>
                      <a:endParaRPr lang="en-IN" sz="1100" b="1" i="0" u="none" strike="noStrike">
                        <a:solidFill>
                          <a:srgbClr val="000000"/>
                        </a:solidFill>
                        <a:effectLst/>
                        <a:latin typeface="+mn-lt"/>
                      </a:endParaRPr>
                    </a:p>
                  </a:txBody>
                  <a:tcPr marL="6350" marR="6350" marT="6350" marB="0" anchor="ctr"/>
                </a:tc>
                <a:tc>
                  <a:txBody>
                    <a:bodyPr/>
                    <a:lstStyle/>
                    <a:p>
                      <a:pPr algn="ctr" fontAlgn="b">
                        <a:buNone/>
                      </a:pPr>
                      <a:r>
                        <a:rPr lang="en-IN" sz="1100" b="0" u="none" strike="noStrike" dirty="0">
                          <a:solidFill>
                            <a:srgbClr val="000000"/>
                          </a:solidFill>
                          <a:effectLst/>
                        </a:rPr>
                        <a:t>Solution Arch Advisory</a:t>
                      </a:r>
                      <a:endParaRPr lang="en-IN" sz="1100" b="0" i="0" u="none" strike="noStrike" dirty="0">
                        <a:solidFill>
                          <a:srgbClr val="000000"/>
                        </a:solidFill>
                        <a:effectLst/>
                        <a:latin typeface="+mn-lt"/>
                      </a:endParaRPr>
                    </a:p>
                  </a:txBody>
                  <a:tcPr marL="6350" marR="6350" marT="6350" marB="0" anchor="ctr"/>
                </a:tc>
                <a:tc>
                  <a:txBody>
                    <a:bodyPr/>
                    <a:lstStyle/>
                    <a:p>
                      <a:pPr algn="ctr" fontAlgn="b">
                        <a:buNone/>
                      </a:pPr>
                      <a:r>
                        <a:rPr lang="en-IN" sz="1100" b="1" u="none" strike="noStrike" dirty="0">
                          <a:solidFill>
                            <a:schemeClr val="tx2"/>
                          </a:solidFill>
                          <a:effectLst/>
                        </a:rPr>
                        <a:t>100</a:t>
                      </a:r>
                      <a:endParaRPr lang="en-IN" sz="1100" b="1" i="0" u="none" strike="noStrike" dirty="0">
                        <a:solidFill>
                          <a:schemeClr val="tx2"/>
                        </a:solidFill>
                        <a:effectLst/>
                        <a:latin typeface="+mn-lt"/>
                      </a:endParaRPr>
                    </a:p>
                  </a:txBody>
                  <a:tcPr marL="6350" marR="6350" marT="6350" marB="0" anchor="ctr"/>
                </a:tc>
                <a:extLst>
                  <a:ext uri="{0D108BD9-81ED-4DB2-BD59-A6C34878D82A}">
                    <a16:rowId xmlns:a16="http://schemas.microsoft.com/office/drawing/2014/main" val="4081821872"/>
                  </a:ext>
                </a:extLst>
              </a:tr>
              <a:tr h="359167">
                <a:tc>
                  <a:txBody>
                    <a:bodyPr/>
                    <a:lstStyle/>
                    <a:p>
                      <a:pPr algn="ctr" fontAlgn="b">
                        <a:buNone/>
                      </a:pPr>
                      <a:r>
                        <a:rPr lang="en-IN" sz="1100" b="1" u="none" strike="noStrike">
                          <a:solidFill>
                            <a:srgbClr val="000000"/>
                          </a:solidFill>
                          <a:effectLst/>
                        </a:rPr>
                        <a:t>Prakash</a:t>
                      </a:r>
                      <a:endParaRPr lang="en-IN" sz="1100" b="1" i="0" u="none" strike="noStrike">
                        <a:solidFill>
                          <a:srgbClr val="000000"/>
                        </a:solidFill>
                        <a:effectLst/>
                        <a:latin typeface="+mn-lt"/>
                      </a:endParaRPr>
                    </a:p>
                  </a:txBody>
                  <a:tcPr marL="6350" marR="6350" marT="6350" marB="0" anchor="ctr"/>
                </a:tc>
                <a:tc>
                  <a:txBody>
                    <a:bodyPr/>
                    <a:lstStyle/>
                    <a:p>
                      <a:pPr algn="ctr" fontAlgn="b">
                        <a:buNone/>
                      </a:pPr>
                      <a:r>
                        <a:rPr lang="en-IN" sz="1100" b="0" u="none" strike="noStrike">
                          <a:solidFill>
                            <a:srgbClr val="000000"/>
                          </a:solidFill>
                          <a:effectLst/>
                        </a:rPr>
                        <a:t>SFDC advisory</a:t>
                      </a:r>
                      <a:endParaRPr lang="en-IN" sz="1100" b="0" i="0" u="none" strike="noStrike">
                        <a:solidFill>
                          <a:srgbClr val="000000"/>
                        </a:solidFill>
                        <a:effectLst/>
                        <a:latin typeface="+mn-lt"/>
                      </a:endParaRPr>
                    </a:p>
                  </a:txBody>
                  <a:tcPr marL="6350" marR="6350" marT="6350" marB="0" anchor="ctr"/>
                </a:tc>
                <a:tc>
                  <a:txBody>
                    <a:bodyPr/>
                    <a:lstStyle/>
                    <a:p>
                      <a:pPr algn="ctr" fontAlgn="b">
                        <a:buNone/>
                      </a:pPr>
                      <a:r>
                        <a:rPr lang="en-IN" sz="1100" b="1" u="none" strike="noStrike">
                          <a:solidFill>
                            <a:schemeClr val="tx2"/>
                          </a:solidFill>
                          <a:effectLst/>
                        </a:rPr>
                        <a:t>100</a:t>
                      </a:r>
                      <a:endParaRPr lang="en-IN" sz="1100" b="1" i="0" u="none" strike="noStrike">
                        <a:solidFill>
                          <a:schemeClr val="tx2"/>
                        </a:solidFill>
                        <a:effectLst/>
                        <a:latin typeface="+mn-lt"/>
                      </a:endParaRPr>
                    </a:p>
                  </a:txBody>
                  <a:tcPr marL="6350" marR="6350" marT="6350" marB="0" anchor="ctr"/>
                </a:tc>
                <a:extLst>
                  <a:ext uri="{0D108BD9-81ED-4DB2-BD59-A6C34878D82A}">
                    <a16:rowId xmlns:a16="http://schemas.microsoft.com/office/drawing/2014/main" val="2119122436"/>
                  </a:ext>
                </a:extLst>
              </a:tr>
              <a:tr h="359167">
                <a:tc>
                  <a:txBody>
                    <a:bodyPr/>
                    <a:lstStyle/>
                    <a:p>
                      <a:pPr algn="ctr" fontAlgn="b">
                        <a:buNone/>
                      </a:pPr>
                      <a:r>
                        <a:rPr lang="en-IN" sz="1100" b="1" u="none" strike="noStrike">
                          <a:solidFill>
                            <a:srgbClr val="000000"/>
                          </a:solidFill>
                          <a:effectLst/>
                        </a:rPr>
                        <a:t>Dipti</a:t>
                      </a:r>
                      <a:endParaRPr lang="en-IN" sz="1100" b="1" i="0" u="none" strike="noStrike">
                        <a:solidFill>
                          <a:srgbClr val="000000"/>
                        </a:solidFill>
                        <a:effectLst/>
                        <a:latin typeface="+mn-lt"/>
                      </a:endParaRPr>
                    </a:p>
                  </a:txBody>
                  <a:tcPr marL="6350" marR="6350" marT="6350" marB="0" anchor="ctr"/>
                </a:tc>
                <a:tc>
                  <a:txBody>
                    <a:bodyPr/>
                    <a:lstStyle/>
                    <a:p>
                      <a:pPr algn="ctr" fontAlgn="b">
                        <a:buNone/>
                      </a:pPr>
                      <a:r>
                        <a:rPr lang="en-IN" sz="1100" b="0" u="none" strike="noStrike">
                          <a:solidFill>
                            <a:srgbClr val="000000"/>
                          </a:solidFill>
                          <a:effectLst/>
                        </a:rPr>
                        <a:t>Process advisory</a:t>
                      </a:r>
                      <a:endParaRPr lang="en-IN" sz="1100" b="0" i="0" u="none" strike="noStrike">
                        <a:solidFill>
                          <a:srgbClr val="000000"/>
                        </a:solidFill>
                        <a:effectLst/>
                        <a:latin typeface="+mn-lt"/>
                      </a:endParaRPr>
                    </a:p>
                  </a:txBody>
                  <a:tcPr marL="6350" marR="6350" marT="6350" marB="0" anchor="ctr"/>
                </a:tc>
                <a:tc>
                  <a:txBody>
                    <a:bodyPr/>
                    <a:lstStyle/>
                    <a:p>
                      <a:pPr algn="ctr" fontAlgn="b">
                        <a:buNone/>
                      </a:pPr>
                      <a:r>
                        <a:rPr lang="en-IN" sz="1100" b="1" u="none" strike="noStrike">
                          <a:solidFill>
                            <a:schemeClr val="tx2"/>
                          </a:solidFill>
                          <a:effectLst/>
                        </a:rPr>
                        <a:t>250</a:t>
                      </a:r>
                      <a:endParaRPr lang="en-IN" sz="1100" b="1" i="0" u="none" strike="noStrike">
                        <a:solidFill>
                          <a:schemeClr val="tx2"/>
                        </a:solidFill>
                        <a:effectLst/>
                        <a:latin typeface="+mn-lt"/>
                      </a:endParaRPr>
                    </a:p>
                  </a:txBody>
                  <a:tcPr marL="6350" marR="6350" marT="6350" marB="0" anchor="ctr"/>
                </a:tc>
                <a:extLst>
                  <a:ext uri="{0D108BD9-81ED-4DB2-BD59-A6C34878D82A}">
                    <a16:rowId xmlns:a16="http://schemas.microsoft.com/office/drawing/2014/main" val="2380853106"/>
                  </a:ext>
                </a:extLst>
              </a:tr>
              <a:tr h="359167">
                <a:tc>
                  <a:txBody>
                    <a:bodyPr/>
                    <a:lstStyle/>
                    <a:p>
                      <a:pPr algn="ctr" fontAlgn="b">
                        <a:buNone/>
                      </a:pPr>
                      <a:r>
                        <a:rPr lang="en-IN" sz="1100" b="1" u="none" strike="noStrike">
                          <a:solidFill>
                            <a:srgbClr val="000000"/>
                          </a:solidFill>
                          <a:effectLst/>
                        </a:rPr>
                        <a:t>Pravin</a:t>
                      </a:r>
                      <a:endParaRPr lang="en-IN" sz="1100" b="1" i="0" u="none" strike="noStrike">
                        <a:solidFill>
                          <a:srgbClr val="000000"/>
                        </a:solidFill>
                        <a:effectLst/>
                        <a:latin typeface="+mn-lt"/>
                      </a:endParaRPr>
                    </a:p>
                  </a:txBody>
                  <a:tcPr marL="6350" marR="6350" marT="6350" marB="0" anchor="ctr"/>
                </a:tc>
                <a:tc>
                  <a:txBody>
                    <a:bodyPr/>
                    <a:lstStyle/>
                    <a:p>
                      <a:pPr algn="ctr" fontAlgn="b">
                        <a:buNone/>
                      </a:pPr>
                      <a:r>
                        <a:rPr lang="en-IN" sz="1100" b="0" u="none" strike="noStrike">
                          <a:solidFill>
                            <a:srgbClr val="000000"/>
                          </a:solidFill>
                          <a:effectLst/>
                        </a:rPr>
                        <a:t>EA advisory </a:t>
                      </a:r>
                      <a:endParaRPr lang="en-IN" sz="1100" b="0" i="0" u="none" strike="noStrike">
                        <a:solidFill>
                          <a:srgbClr val="000000"/>
                        </a:solidFill>
                        <a:effectLst/>
                        <a:latin typeface="+mn-lt"/>
                      </a:endParaRPr>
                    </a:p>
                  </a:txBody>
                  <a:tcPr marL="6350" marR="6350" marT="6350" marB="0" anchor="ctr"/>
                </a:tc>
                <a:tc>
                  <a:txBody>
                    <a:bodyPr/>
                    <a:lstStyle/>
                    <a:p>
                      <a:pPr algn="ctr" fontAlgn="b">
                        <a:buNone/>
                      </a:pPr>
                      <a:r>
                        <a:rPr lang="en-IN" sz="1100" b="1" u="none" strike="noStrike">
                          <a:solidFill>
                            <a:schemeClr val="tx2"/>
                          </a:solidFill>
                          <a:effectLst/>
                        </a:rPr>
                        <a:t>350</a:t>
                      </a:r>
                      <a:endParaRPr lang="en-IN" sz="1100" b="1" i="0" u="none" strike="noStrike">
                        <a:solidFill>
                          <a:schemeClr val="tx2"/>
                        </a:solidFill>
                        <a:effectLst/>
                        <a:latin typeface="+mn-lt"/>
                      </a:endParaRPr>
                    </a:p>
                  </a:txBody>
                  <a:tcPr marL="6350" marR="6350" marT="6350" marB="0" anchor="ctr"/>
                </a:tc>
                <a:extLst>
                  <a:ext uri="{0D108BD9-81ED-4DB2-BD59-A6C34878D82A}">
                    <a16:rowId xmlns:a16="http://schemas.microsoft.com/office/drawing/2014/main" val="1894042275"/>
                  </a:ext>
                </a:extLst>
              </a:tr>
              <a:tr h="266549">
                <a:tc>
                  <a:txBody>
                    <a:bodyPr/>
                    <a:lstStyle/>
                    <a:p>
                      <a:pPr algn="ctr" fontAlgn="b">
                        <a:buNone/>
                      </a:pPr>
                      <a:r>
                        <a:rPr lang="en-IN" sz="1100" b="1" u="none" strike="noStrike">
                          <a:solidFill>
                            <a:srgbClr val="000000"/>
                          </a:solidFill>
                          <a:effectLst/>
                        </a:rPr>
                        <a:t>Saurabh</a:t>
                      </a:r>
                      <a:endParaRPr lang="en-IN" sz="1100" b="1" i="0" u="none" strike="noStrike">
                        <a:solidFill>
                          <a:srgbClr val="000000"/>
                        </a:solidFill>
                        <a:effectLst/>
                        <a:latin typeface="+mn-lt"/>
                      </a:endParaRPr>
                    </a:p>
                  </a:txBody>
                  <a:tcPr marL="6350" marR="6350" marT="6350" marB="0" anchor="ctr"/>
                </a:tc>
                <a:tc>
                  <a:txBody>
                    <a:bodyPr/>
                    <a:lstStyle/>
                    <a:p>
                      <a:pPr algn="ctr" fontAlgn="b">
                        <a:buNone/>
                      </a:pPr>
                      <a:r>
                        <a:rPr lang="en-IN" sz="1100" b="0" u="none" strike="noStrike">
                          <a:solidFill>
                            <a:srgbClr val="000000"/>
                          </a:solidFill>
                          <a:effectLst/>
                        </a:rPr>
                        <a:t>SNOW advisory</a:t>
                      </a:r>
                      <a:endParaRPr lang="en-IN" sz="1100" b="0" i="0" u="none" strike="noStrike">
                        <a:solidFill>
                          <a:srgbClr val="000000"/>
                        </a:solidFill>
                        <a:effectLst/>
                        <a:latin typeface="+mn-lt"/>
                      </a:endParaRPr>
                    </a:p>
                  </a:txBody>
                  <a:tcPr marL="6350" marR="6350" marT="6350" marB="0" anchor="ctr"/>
                </a:tc>
                <a:tc>
                  <a:txBody>
                    <a:bodyPr/>
                    <a:lstStyle/>
                    <a:p>
                      <a:pPr algn="ctr" fontAlgn="b">
                        <a:buNone/>
                      </a:pPr>
                      <a:r>
                        <a:rPr lang="en-IN" sz="1100" b="1" u="none" strike="noStrike">
                          <a:solidFill>
                            <a:schemeClr val="tx2"/>
                          </a:solidFill>
                          <a:effectLst/>
                        </a:rPr>
                        <a:t>150</a:t>
                      </a:r>
                      <a:endParaRPr lang="en-IN" sz="1100" b="1" i="0" u="none" strike="noStrike">
                        <a:solidFill>
                          <a:schemeClr val="tx2"/>
                        </a:solidFill>
                        <a:effectLst/>
                        <a:latin typeface="+mn-lt"/>
                      </a:endParaRPr>
                    </a:p>
                  </a:txBody>
                  <a:tcPr marL="6350" marR="6350" marT="6350" marB="0" anchor="ctr"/>
                </a:tc>
                <a:extLst>
                  <a:ext uri="{0D108BD9-81ED-4DB2-BD59-A6C34878D82A}">
                    <a16:rowId xmlns:a16="http://schemas.microsoft.com/office/drawing/2014/main" val="3003450591"/>
                  </a:ext>
                </a:extLst>
              </a:tr>
              <a:tr h="266549">
                <a:tc>
                  <a:txBody>
                    <a:bodyPr/>
                    <a:lstStyle/>
                    <a:p>
                      <a:pPr algn="ctr" fontAlgn="b">
                        <a:buNone/>
                      </a:pPr>
                      <a:r>
                        <a:rPr lang="en-IN" sz="1100" b="1" u="none" strike="noStrike">
                          <a:solidFill>
                            <a:srgbClr val="000000"/>
                          </a:solidFill>
                          <a:effectLst/>
                        </a:rPr>
                        <a:t>Chandamita</a:t>
                      </a:r>
                      <a:endParaRPr lang="en-IN" sz="1100" b="1" i="0" u="none" strike="noStrike">
                        <a:solidFill>
                          <a:srgbClr val="000000"/>
                        </a:solidFill>
                        <a:effectLst/>
                        <a:latin typeface="+mn-lt"/>
                      </a:endParaRPr>
                    </a:p>
                  </a:txBody>
                  <a:tcPr marL="6350" marR="6350" marT="6350" marB="0" anchor="ctr"/>
                </a:tc>
                <a:tc>
                  <a:txBody>
                    <a:bodyPr/>
                    <a:lstStyle/>
                    <a:p>
                      <a:pPr algn="ctr" fontAlgn="b">
                        <a:buNone/>
                      </a:pPr>
                      <a:r>
                        <a:rPr lang="en-IN" sz="1100" b="0" u="none" strike="noStrike">
                          <a:solidFill>
                            <a:srgbClr val="000000"/>
                          </a:solidFill>
                          <a:effectLst/>
                        </a:rPr>
                        <a:t>Service Design Advisory</a:t>
                      </a:r>
                      <a:endParaRPr lang="en-IN" sz="1100" b="0" i="0" u="none" strike="noStrike">
                        <a:solidFill>
                          <a:srgbClr val="000000"/>
                        </a:solidFill>
                        <a:effectLst/>
                        <a:latin typeface="+mn-lt"/>
                      </a:endParaRPr>
                    </a:p>
                  </a:txBody>
                  <a:tcPr marL="6350" marR="6350" marT="6350" marB="0" anchor="ctr"/>
                </a:tc>
                <a:tc>
                  <a:txBody>
                    <a:bodyPr/>
                    <a:lstStyle/>
                    <a:p>
                      <a:pPr algn="ctr" fontAlgn="b">
                        <a:buNone/>
                      </a:pPr>
                      <a:r>
                        <a:rPr lang="en-IN" sz="1100" b="1" u="none" strike="noStrike">
                          <a:solidFill>
                            <a:schemeClr val="tx2"/>
                          </a:solidFill>
                          <a:effectLst/>
                        </a:rPr>
                        <a:t>200</a:t>
                      </a:r>
                      <a:endParaRPr lang="en-IN" sz="1100" b="1" i="0" u="none" strike="noStrike">
                        <a:solidFill>
                          <a:schemeClr val="tx2"/>
                        </a:solidFill>
                        <a:effectLst/>
                        <a:latin typeface="+mn-lt"/>
                      </a:endParaRPr>
                    </a:p>
                  </a:txBody>
                  <a:tcPr marL="6350" marR="6350" marT="6350" marB="0" anchor="ctr"/>
                </a:tc>
                <a:extLst>
                  <a:ext uri="{0D108BD9-81ED-4DB2-BD59-A6C34878D82A}">
                    <a16:rowId xmlns:a16="http://schemas.microsoft.com/office/drawing/2014/main" val="1012349276"/>
                  </a:ext>
                </a:extLst>
              </a:tr>
              <a:tr h="266549">
                <a:tc>
                  <a:txBody>
                    <a:bodyPr/>
                    <a:lstStyle/>
                    <a:p>
                      <a:pPr algn="ctr" fontAlgn="b">
                        <a:buNone/>
                      </a:pPr>
                      <a:r>
                        <a:rPr lang="en-IN" sz="1100" b="1" u="none" strike="noStrike" dirty="0">
                          <a:solidFill>
                            <a:srgbClr val="000000"/>
                          </a:solidFill>
                          <a:effectLst/>
                        </a:rPr>
                        <a:t>Parth</a:t>
                      </a:r>
                      <a:endParaRPr lang="en-IN" sz="1100" b="1" i="0" u="none" strike="noStrike" dirty="0">
                        <a:solidFill>
                          <a:srgbClr val="000000"/>
                        </a:solidFill>
                        <a:effectLst/>
                        <a:latin typeface="+mn-lt"/>
                      </a:endParaRPr>
                    </a:p>
                  </a:txBody>
                  <a:tcPr marL="6350" marR="6350" marT="6350" marB="0" anchor="ctr"/>
                </a:tc>
                <a:tc>
                  <a:txBody>
                    <a:bodyPr/>
                    <a:lstStyle/>
                    <a:p>
                      <a:pPr algn="ctr" fontAlgn="b">
                        <a:buNone/>
                      </a:pPr>
                      <a:r>
                        <a:rPr lang="en-IN" sz="1100" b="0" u="none" strike="noStrike" dirty="0">
                          <a:solidFill>
                            <a:srgbClr val="000000"/>
                          </a:solidFill>
                          <a:effectLst/>
                        </a:rPr>
                        <a:t>AN advisory</a:t>
                      </a:r>
                      <a:endParaRPr lang="en-IN" sz="1100" b="0" i="0" u="none" strike="noStrike" dirty="0">
                        <a:solidFill>
                          <a:srgbClr val="000000"/>
                        </a:solidFill>
                        <a:effectLst/>
                        <a:latin typeface="+mn-lt"/>
                      </a:endParaRPr>
                    </a:p>
                  </a:txBody>
                  <a:tcPr marL="6350" marR="6350" marT="6350" marB="0" anchor="ctr"/>
                </a:tc>
                <a:tc>
                  <a:txBody>
                    <a:bodyPr/>
                    <a:lstStyle/>
                    <a:p>
                      <a:pPr algn="ctr" fontAlgn="b">
                        <a:buNone/>
                      </a:pPr>
                      <a:r>
                        <a:rPr lang="en-IN" sz="1100" b="1" u="none" strike="noStrike" dirty="0">
                          <a:solidFill>
                            <a:schemeClr val="tx2"/>
                          </a:solidFill>
                          <a:effectLst/>
                        </a:rPr>
                        <a:t>100</a:t>
                      </a:r>
                      <a:endParaRPr lang="en-IN" sz="1100" b="1" i="0" u="none" strike="noStrike" dirty="0">
                        <a:solidFill>
                          <a:schemeClr val="tx2"/>
                        </a:solidFill>
                        <a:effectLst/>
                        <a:latin typeface="+mn-lt"/>
                      </a:endParaRPr>
                    </a:p>
                  </a:txBody>
                  <a:tcPr marL="6350" marR="6350" marT="6350" marB="0" anchor="ctr"/>
                </a:tc>
                <a:extLst>
                  <a:ext uri="{0D108BD9-81ED-4DB2-BD59-A6C34878D82A}">
                    <a16:rowId xmlns:a16="http://schemas.microsoft.com/office/drawing/2014/main" val="1373505468"/>
                  </a:ext>
                </a:extLst>
              </a:tr>
              <a:tr h="266549">
                <a:tc>
                  <a:txBody>
                    <a:bodyPr/>
                    <a:lstStyle/>
                    <a:p>
                      <a:pPr algn="ctr" fontAlgn="b">
                        <a:buNone/>
                      </a:pPr>
                      <a:r>
                        <a:rPr lang="en-IN" sz="1100" b="1" u="none" strike="noStrike" dirty="0">
                          <a:solidFill>
                            <a:srgbClr val="000000"/>
                          </a:solidFill>
                          <a:effectLst/>
                        </a:rPr>
                        <a:t>Shripriya</a:t>
                      </a:r>
                      <a:endParaRPr lang="en-IN" sz="1100" b="1" i="0" u="none" strike="noStrike" dirty="0">
                        <a:solidFill>
                          <a:srgbClr val="000000"/>
                        </a:solidFill>
                        <a:effectLst/>
                        <a:latin typeface="+mn-lt"/>
                      </a:endParaRPr>
                    </a:p>
                  </a:txBody>
                  <a:tcPr marL="6350" marR="6350" marT="6350" marB="0" anchor="ctr">
                    <a:lnB w="12700" cap="flat" cmpd="sng" algn="ctr">
                      <a:solidFill>
                        <a:schemeClr val="tx1"/>
                      </a:solidFill>
                      <a:prstDash val="solid"/>
                      <a:round/>
                      <a:headEnd type="none" w="med" len="med"/>
                      <a:tailEnd type="none" w="med" len="med"/>
                    </a:lnB>
                  </a:tcPr>
                </a:tc>
                <a:tc>
                  <a:txBody>
                    <a:bodyPr/>
                    <a:lstStyle/>
                    <a:p>
                      <a:pPr algn="ctr" fontAlgn="b">
                        <a:buNone/>
                      </a:pPr>
                      <a:r>
                        <a:rPr lang="en-IN" sz="1100" b="0" u="none" strike="noStrike" dirty="0">
                          <a:solidFill>
                            <a:srgbClr val="000000"/>
                          </a:solidFill>
                          <a:effectLst/>
                        </a:rPr>
                        <a:t>Solution Design advisory - OSS</a:t>
                      </a:r>
                      <a:endParaRPr lang="en-IN" sz="1100" b="0" i="0" u="none" strike="noStrike" dirty="0">
                        <a:solidFill>
                          <a:srgbClr val="000000"/>
                        </a:solidFill>
                        <a:effectLst/>
                        <a:latin typeface="+mn-lt"/>
                      </a:endParaRPr>
                    </a:p>
                  </a:txBody>
                  <a:tcPr marL="6350" marR="6350" marT="6350" marB="0" anchor="ctr">
                    <a:lnB w="12700" cap="flat" cmpd="sng" algn="ctr">
                      <a:solidFill>
                        <a:schemeClr val="tx1"/>
                      </a:solidFill>
                      <a:prstDash val="solid"/>
                      <a:round/>
                      <a:headEnd type="none" w="med" len="med"/>
                      <a:tailEnd type="none" w="med" len="med"/>
                    </a:lnB>
                  </a:tcPr>
                </a:tc>
                <a:tc>
                  <a:txBody>
                    <a:bodyPr/>
                    <a:lstStyle/>
                    <a:p>
                      <a:pPr algn="ctr" fontAlgn="b">
                        <a:buNone/>
                      </a:pPr>
                      <a:r>
                        <a:rPr lang="en-IN" sz="1100" b="1" u="none" strike="noStrike" dirty="0">
                          <a:solidFill>
                            <a:schemeClr val="tx2"/>
                          </a:solidFill>
                          <a:effectLst/>
                        </a:rPr>
                        <a:t>200</a:t>
                      </a:r>
                      <a:endParaRPr lang="en-IN" sz="1100" b="1" i="0" u="none" strike="noStrike" dirty="0">
                        <a:solidFill>
                          <a:schemeClr val="tx2"/>
                        </a:solidFill>
                        <a:effectLst/>
                        <a:latin typeface="+mn-lt"/>
                      </a:endParaRPr>
                    </a:p>
                  </a:txBody>
                  <a:tcPr marL="6350" marR="6350" marT="6350" marB="0"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32788533"/>
                  </a:ext>
                </a:extLst>
              </a:tr>
              <a:tr h="266549">
                <a:tc>
                  <a:txBody>
                    <a:bodyPr/>
                    <a:lstStyle/>
                    <a:p>
                      <a:pPr algn="ctr" fontAlgn="b">
                        <a:buNone/>
                      </a:pPr>
                      <a:r>
                        <a:rPr lang="en-US" sz="1600" b="1" i="0" u="none" strike="noStrike">
                          <a:solidFill>
                            <a:srgbClr val="000000"/>
                          </a:solidFill>
                          <a:effectLst/>
                          <a:latin typeface="+mn-lt"/>
                        </a:rPr>
                        <a:t>Total</a:t>
                      </a:r>
                      <a:endParaRPr lang="en-IN" sz="1100" b="1" i="0" u="none" strike="noStrike">
                        <a:solidFill>
                          <a:srgbClr val="000000"/>
                        </a:solidFill>
                        <a:effectLst/>
                        <a:latin typeface="+mn-lt"/>
                      </a:endParaRP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endParaRPr lang="en-IN" sz="1100" b="0" i="0" u="none" strike="noStrike">
                        <a:solidFill>
                          <a:srgbClr val="000000"/>
                        </a:solidFill>
                        <a:effectLst/>
                        <a:latin typeface="+mn-lt"/>
                      </a:endParaRP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100" b="1" i="0" u="none" strike="noStrike" dirty="0">
                          <a:solidFill>
                            <a:schemeClr val="tx2"/>
                          </a:solidFill>
                          <a:effectLst/>
                          <a:latin typeface="+mn-lt"/>
                        </a:rPr>
                        <a:t>2650</a:t>
                      </a:r>
                      <a:endParaRPr lang="en-IN" sz="1100" b="1" i="0" u="none" strike="noStrike" dirty="0">
                        <a:solidFill>
                          <a:schemeClr val="tx2"/>
                        </a:solidFill>
                        <a:effectLst/>
                        <a:latin typeface="+mn-lt"/>
                      </a:endParaRPr>
                    </a:p>
                  </a:txBody>
                  <a:tcPr marL="6350" marR="6350" marT="635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54698670"/>
                  </a:ext>
                </a:extLst>
              </a:tr>
            </a:tbl>
          </a:graphicData>
        </a:graphic>
      </p:graphicFrame>
      <p:sp>
        <p:nvSpPr>
          <p:cNvPr id="6" name="Footer Placeholder 17">
            <a:extLst>
              <a:ext uri="{FF2B5EF4-FFF2-40B4-BE49-F238E27FC236}">
                <a16:creationId xmlns:a16="http://schemas.microsoft.com/office/drawing/2014/main" id="{E09084F4-49EA-5008-3246-84749063C96C}"/>
              </a:ext>
            </a:extLst>
          </p:cNvPr>
          <p:cNvSpPr>
            <a:spLocks noGrp="1"/>
          </p:cNvSpPr>
          <p:nvPr>
            <p:ph type="ftr" sz="quarter" idx="11"/>
          </p:nvPr>
        </p:nvSpPr>
        <p:spPr>
          <a:xfrm>
            <a:off x="550863" y="6650661"/>
            <a:ext cx="4716524" cy="123111"/>
          </a:xfrm>
        </p:spPr>
        <p:txBody>
          <a:bodyPr/>
          <a:lstStyle/>
          <a:p>
            <a:pPr>
              <a:spcBef>
                <a:spcPts val="1000"/>
              </a:spcBef>
              <a:buFont typeface="Arial" panose="020B0604020202020204" pitchFamily="34" charset="0"/>
              <a:buNone/>
            </a:pPr>
            <a:r>
              <a:rPr lang="en-US"/>
              <a:t>TMT Monthly Update |  July 2026</a:t>
            </a:r>
          </a:p>
        </p:txBody>
      </p:sp>
      <p:sp>
        <p:nvSpPr>
          <p:cNvPr id="3" name="Rectangle 2">
            <a:extLst>
              <a:ext uri="{FF2B5EF4-FFF2-40B4-BE49-F238E27FC236}">
                <a16:creationId xmlns:a16="http://schemas.microsoft.com/office/drawing/2014/main" id="{6F4E6B20-8053-51BC-229B-416883FEB875}"/>
              </a:ext>
            </a:extLst>
          </p:cNvPr>
          <p:cNvSpPr/>
          <p:nvPr/>
        </p:nvSpPr>
        <p:spPr>
          <a:xfrm>
            <a:off x="-17978" y="0"/>
            <a:ext cx="108000" cy="6858000"/>
          </a:xfrm>
          <a:prstGeom prst="rect">
            <a:avLst/>
          </a:prstGeom>
          <a:gradFill>
            <a:gsLst>
              <a:gs pos="0">
                <a:schemeClr val="accent1"/>
              </a:gs>
              <a:gs pos="56000">
                <a:schemeClr val="accent2"/>
              </a:gs>
              <a:gs pos="83000">
                <a:schemeClr val="accent4"/>
              </a:gs>
            </a:gsLst>
            <a:lin ang="5400000" scaled="1"/>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sz="1400" err="1">
              <a:solidFill>
                <a:schemeClr val="tx1"/>
              </a:solidFill>
            </a:endParaRPr>
          </a:p>
        </p:txBody>
      </p:sp>
      <p:sp>
        <p:nvSpPr>
          <p:cNvPr id="7" name="Rectangle: Rounded Corners 6">
            <a:extLst>
              <a:ext uri="{FF2B5EF4-FFF2-40B4-BE49-F238E27FC236}">
                <a16:creationId xmlns:a16="http://schemas.microsoft.com/office/drawing/2014/main" id="{FD4B7740-5C24-B556-C383-7DC08A97B1D4}"/>
              </a:ext>
            </a:extLst>
          </p:cNvPr>
          <p:cNvSpPr/>
          <p:nvPr/>
        </p:nvSpPr>
        <p:spPr>
          <a:xfrm>
            <a:off x="366652" y="6324600"/>
            <a:ext cx="5456859" cy="225639"/>
          </a:xfrm>
          <a:prstGeom prst="roundRect">
            <a:avLst/>
          </a:prstGeom>
          <a:solidFill>
            <a:schemeClr val="tx2">
              <a:lumMod val="20000"/>
              <a:lumOff val="80000"/>
            </a:schemeClr>
          </a:solidFill>
          <a:ln w="9525">
            <a:solidFill>
              <a:schemeClr val="tx1">
                <a:lumMod val="75000"/>
                <a:lumOff val="2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b="1" dirty="0">
                <a:solidFill>
                  <a:schemeClr val="tx1"/>
                </a:solidFill>
              </a:rPr>
              <a:t>**</a:t>
            </a:r>
            <a:r>
              <a:rPr lang="en-US" sz="1400" b="1" dirty="0">
                <a:solidFill>
                  <a:srgbClr val="00B050"/>
                </a:solidFill>
              </a:rPr>
              <a:t>Achieved Numbers </a:t>
            </a:r>
            <a:r>
              <a:rPr lang="en-US" sz="1400" b="1" dirty="0">
                <a:solidFill>
                  <a:schemeClr val="tx1"/>
                </a:solidFill>
              </a:rPr>
              <a:t>to be Recalculated</a:t>
            </a:r>
            <a:endParaRPr lang="en-IN" sz="1400" b="1" dirty="0">
              <a:solidFill>
                <a:schemeClr val="tx1"/>
              </a:solidFill>
            </a:endParaRPr>
          </a:p>
        </p:txBody>
      </p:sp>
      <p:sp>
        <p:nvSpPr>
          <p:cNvPr id="9" name="Rectangle: Rounded Corners 8">
            <a:extLst>
              <a:ext uri="{FF2B5EF4-FFF2-40B4-BE49-F238E27FC236}">
                <a16:creationId xmlns:a16="http://schemas.microsoft.com/office/drawing/2014/main" id="{DBA737F5-9B0A-1DC7-DC10-0B00A6472215}"/>
              </a:ext>
            </a:extLst>
          </p:cNvPr>
          <p:cNvSpPr/>
          <p:nvPr/>
        </p:nvSpPr>
        <p:spPr>
          <a:xfrm>
            <a:off x="6368489" y="6335848"/>
            <a:ext cx="5272644" cy="214391"/>
          </a:xfrm>
          <a:prstGeom prst="roundRect">
            <a:avLst/>
          </a:prstGeom>
          <a:solidFill>
            <a:schemeClr val="tx2">
              <a:lumMod val="20000"/>
              <a:lumOff val="80000"/>
            </a:schemeClr>
          </a:solidFill>
          <a:ln w="9525">
            <a:solidFill>
              <a:schemeClr val="tx1">
                <a:lumMod val="75000"/>
                <a:lumOff val="2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a:solidFill>
                  <a:schemeClr val="tx1"/>
                </a:solidFill>
              </a:rPr>
              <a:t>Overall </a:t>
            </a:r>
            <a:r>
              <a:rPr lang="en-US" sz="1400" err="1">
                <a:solidFill>
                  <a:schemeClr val="tx1"/>
                </a:solidFill>
              </a:rPr>
              <a:t>FoP</a:t>
            </a:r>
            <a:r>
              <a:rPr lang="en-US" sz="1400">
                <a:solidFill>
                  <a:schemeClr val="tx1"/>
                </a:solidFill>
              </a:rPr>
              <a:t> Advisory Targets achieved – </a:t>
            </a:r>
            <a:r>
              <a:rPr lang="en-US" sz="1400" b="1">
                <a:solidFill>
                  <a:schemeClr val="tx1"/>
                </a:solidFill>
              </a:rPr>
              <a:t>58%</a:t>
            </a:r>
            <a:endParaRPr lang="en-IN" sz="1400" b="1">
              <a:solidFill>
                <a:schemeClr val="tx1"/>
              </a:solidFill>
            </a:endParaRPr>
          </a:p>
        </p:txBody>
      </p:sp>
    </p:spTree>
    <p:extLst>
      <p:ext uri="{BB962C8B-B14F-4D97-AF65-F5344CB8AC3E}">
        <p14:creationId xmlns:p14="http://schemas.microsoft.com/office/powerpoint/2010/main" val="1687771643"/>
      </p:ext>
    </p:extLst>
  </p:cSld>
  <p:clrMapOvr>
    <a:masterClrMapping/>
  </p:clrMapOvr>
  <p:transition spd="med">
    <p:pull/>
  </p:transition>
  <p:extLst>
    <p:ext uri="{6950BFC3-D8DA-4A85-94F7-54DA5524770B}">
      <p188:commentRel xmlns:p188="http://schemas.microsoft.com/office/powerpoint/2018/8/main" r:id="rId3"/>
    </p:ext>
  </p:extLs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C1D28FE-D06A-8FCD-265C-298E2A02568D}"/>
              </a:ext>
            </a:extLst>
          </p:cNvPr>
          <p:cNvSpPr>
            <a:spLocks noGrp="1"/>
          </p:cNvSpPr>
          <p:nvPr>
            <p:ph type="dt" sz="half" idx="10"/>
          </p:nvPr>
        </p:nvSpPr>
        <p:spPr/>
        <p:txBody>
          <a:bodyPr/>
          <a:lstStyle/>
          <a:p>
            <a:pPr>
              <a:spcBef>
                <a:spcPts val="1000"/>
              </a:spcBef>
              <a:buFont typeface="Arial" panose="020B0604020202020204" pitchFamily="34" charset="0"/>
              <a:buNone/>
            </a:pPr>
            <a:r>
              <a:rPr lang="pl-PL"/>
              <a:t>Company Confidential © Capgemini 2026. All rights reserved.</a:t>
            </a:r>
            <a:endParaRPr lang="en-US"/>
          </a:p>
        </p:txBody>
      </p:sp>
      <p:sp>
        <p:nvSpPr>
          <p:cNvPr id="3" name="Footer Placeholder 2">
            <a:extLst>
              <a:ext uri="{FF2B5EF4-FFF2-40B4-BE49-F238E27FC236}">
                <a16:creationId xmlns:a16="http://schemas.microsoft.com/office/drawing/2014/main" id="{7C849B7C-B390-EF1E-BDB7-09A32F8FB3B7}"/>
              </a:ext>
            </a:extLst>
          </p:cNvPr>
          <p:cNvSpPr>
            <a:spLocks noGrp="1"/>
          </p:cNvSpPr>
          <p:nvPr>
            <p:ph type="ftr" sz="quarter" idx="11"/>
          </p:nvPr>
        </p:nvSpPr>
        <p:spPr/>
        <p:txBody>
          <a:bodyPr/>
          <a:lstStyle/>
          <a:p>
            <a:pPr>
              <a:spcBef>
                <a:spcPts val="1000"/>
              </a:spcBef>
              <a:buFont typeface="Arial" panose="020B0604020202020204" pitchFamily="34" charset="0"/>
              <a:buNone/>
            </a:pPr>
            <a:r>
              <a:rPr lang="en-IN"/>
              <a:t>TMT Monthly Update |  July 2026</a:t>
            </a:r>
            <a:endParaRPr lang="en-US"/>
          </a:p>
        </p:txBody>
      </p:sp>
      <p:sp>
        <p:nvSpPr>
          <p:cNvPr id="4" name="Slide Number Placeholder 3">
            <a:extLst>
              <a:ext uri="{FF2B5EF4-FFF2-40B4-BE49-F238E27FC236}">
                <a16:creationId xmlns:a16="http://schemas.microsoft.com/office/drawing/2014/main" id="{98BE3271-7D71-A2ED-A339-5906B684E85E}"/>
              </a:ext>
            </a:extLst>
          </p:cNvPr>
          <p:cNvSpPr>
            <a:spLocks noGrp="1"/>
          </p:cNvSpPr>
          <p:nvPr>
            <p:ph type="sldNum" sz="quarter" idx="12"/>
          </p:nvPr>
        </p:nvSpPr>
        <p:spPr/>
        <p:txBody>
          <a:bodyPr/>
          <a:lstStyle/>
          <a:p>
            <a:pPr algn="r"/>
            <a:fld id="{5D9A5160-6218-4E5A-B9E6-B93E3DAE377C}" type="slidenum">
              <a:rPr lang="en-US" smtClean="0"/>
              <a:pPr algn="r"/>
              <a:t>18</a:t>
            </a:fld>
            <a:endParaRPr lang="en-US"/>
          </a:p>
        </p:txBody>
      </p:sp>
      <p:graphicFrame>
        <p:nvGraphicFramePr>
          <p:cNvPr id="8" name="Table 7">
            <a:extLst>
              <a:ext uri="{FF2B5EF4-FFF2-40B4-BE49-F238E27FC236}">
                <a16:creationId xmlns:a16="http://schemas.microsoft.com/office/drawing/2014/main" id="{DAD04175-1EAE-234B-0516-F300DDD64A72}"/>
              </a:ext>
            </a:extLst>
          </p:cNvPr>
          <p:cNvGraphicFramePr>
            <a:graphicFrameLocks noGrp="1"/>
          </p:cNvGraphicFramePr>
          <p:nvPr>
            <p:extLst>
              <p:ext uri="{D42A27DB-BD31-4B8C-83A1-F6EECF244321}">
                <p14:modId xmlns:p14="http://schemas.microsoft.com/office/powerpoint/2010/main" val="1118685494"/>
              </p:ext>
            </p:extLst>
          </p:nvPr>
        </p:nvGraphicFramePr>
        <p:xfrm>
          <a:off x="440371" y="1000168"/>
          <a:ext cx="11200767" cy="5544000"/>
        </p:xfrm>
        <a:graphic>
          <a:graphicData uri="http://schemas.openxmlformats.org/drawingml/2006/table">
            <a:tbl>
              <a:tblPr>
                <a:tableStyleId>{6E25E649-3F16-4E02-A733-19D2CDBF48F0}</a:tableStyleId>
              </a:tblPr>
              <a:tblGrid>
                <a:gridCol w="6424023">
                  <a:extLst>
                    <a:ext uri="{9D8B030D-6E8A-4147-A177-3AD203B41FA5}">
                      <a16:colId xmlns:a16="http://schemas.microsoft.com/office/drawing/2014/main" val="370778860"/>
                    </a:ext>
                  </a:extLst>
                </a:gridCol>
                <a:gridCol w="2388372">
                  <a:extLst>
                    <a:ext uri="{9D8B030D-6E8A-4147-A177-3AD203B41FA5}">
                      <a16:colId xmlns:a16="http://schemas.microsoft.com/office/drawing/2014/main" val="1669266165"/>
                    </a:ext>
                  </a:extLst>
                </a:gridCol>
                <a:gridCol w="2388372">
                  <a:extLst>
                    <a:ext uri="{9D8B030D-6E8A-4147-A177-3AD203B41FA5}">
                      <a16:colId xmlns:a16="http://schemas.microsoft.com/office/drawing/2014/main" val="3759519941"/>
                    </a:ext>
                  </a:extLst>
                </a:gridCol>
              </a:tblGrid>
              <a:tr h="396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600" b="1">
                          <a:solidFill>
                            <a:schemeClr val="tx1"/>
                          </a:solidFill>
                        </a:rPr>
                        <a:t>Praveen </a:t>
                      </a:r>
                      <a:endParaRPr lang="en-IN" sz="1600" b="1">
                        <a:solidFill>
                          <a:schemeClr val="tx1"/>
                        </a:solidFill>
                      </a:endParaRPr>
                    </a:p>
                  </a:txBody>
                  <a:tcPr anchor="ctr">
                    <a:lnB w="12700" cap="flat" cmpd="sng" algn="ctr">
                      <a:solidFill>
                        <a:schemeClr val="tx1"/>
                      </a:solidFill>
                      <a:prstDash val="sysDash"/>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600" b="1" dirty="0">
                          <a:solidFill>
                            <a:schemeClr val="accent1"/>
                          </a:solidFill>
                        </a:rPr>
                        <a:t>780</a:t>
                      </a:r>
                      <a:endParaRPr lang="en-IN" sz="1600" b="1" dirty="0">
                        <a:solidFill>
                          <a:schemeClr val="accent1"/>
                        </a:solidFill>
                      </a:endParaRPr>
                    </a:p>
                  </a:txBody>
                  <a:tcPr anchor="ctr">
                    <a:lnB w="12700" cap="flat" cmpd="sng" algn="ctr">
                      <a:solidFill>
                        <a:schemeClr val="tx1"/>
                      </a:solidFill>
                      <a:prstDash val="sysDash"/>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solidFill>
                            <a:srgbClr val="00B050"/>
                          </a:solidFill>
                        </a:rPr>
                        <a:t>610</a:t>
                      </a:r>
                      <a:endParaRPr lang="en-IN" sz="1600" b="1" dirty="0">
                        <a:solidFill>
                          <a:srgbClr val="00B050"/>
                        </a:solidFill>
                      </a:endParaRPr>
                    </a:p>
                  </a:txBody>
                  <a:tcPr anchor="ctr">
                    <a:lnB w="12700" cap="flat" cmpd="sng" algn="ctr">
                      <a:solidFill>
                        <a:schemeClr val="tx1"/>
                      </a:solidFill>
                      <a:prstDash val="sysDash"/>
                      <a:round/>
                      <a:headEnd type="none" w="med" len="med"/>
                      <a:tailEnd type="none" w="med" len="med"/>
                    </a:lnB>
                  </a:tcPr>
                </a:tc>
                <a:extLst>
                  <a:ext uri="{0D108BD9-81ED-4DB2-BD59-A6C34878D82A}">
                    <a16:rowId xmlns:a16="http://schemas.microsoft.com/office/drawing/2014/main" val="1136472146"/>
                  </a:ext>
                </a:extLst>
              </a:tr>
              <a:tr h="396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600" b="1">
                          <a:solidFill>
                            <a:schemeClr val="tx1"/>
                          </a:solidFill>
                        </a:rPr>
                        <a:t>Atanu</a:t>
                      </a:r>
                      <a:endParaRPr lang="en-IN" sz="1600" b="1">
                        <a:solidFill>
                          <a:schemeClr val="tx1"/>
                        </a:solidFill>
                      </a:endParaRPr>
                    </a:p>
                  </a:txBody>
                  <a:tcPr anchor="ct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tcPr>
                </a:tc>
                <a:tc>
                  <a:txBody>
                    <a:bodyPr/>
                    <a:lstStyle/>
                    <a:p>
                      <a:pPr marL="0" algn="ctr" defTabSz="914400" rtl="0" eaLnBrk="1" latinLnBrk="0" hangingPunct="1"/>
                      <a:r>
                        <a:rPr lang="en-GB" sz="1600" b="1" kern="1200">
                          <a:solidFill>
                            <a:schemeClr val="accent1"/>
                          </a:solidFill>
                        </a:rPr>
                        <a:t>675</a:t>
                      </a:r>
                      <a:endParaRPr lang="en-IN" sz="1600" b="1" kern="1200">
                        <a:solidFill>
                          <a:schemeClr val="accent1"/>
                        </a:solidFill>
                        <a:latin typeface="+mn-lt"/>
                        <a:ea typeface="+mn-ea"/>
                        <a:cs typeface="+mn-cs"/>
                      </a:endParaRPr>
                    </a:p>
                  </a:txBody>
                  <a:tcPr anchor="ct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tcPr>
                </a:tc>
                <a:tc>
                  <a:txBody>
                    <a:bodyPr/>
                    <a:lstStyle/>
                    <a:p>
                      <a:pPr marL="0" algn="ctr" defTabSz="914400" rtl="0" eaLnBrk="1" latinLnBrk="0" hangingPunct="1"/>
                      <a:r>
                        <a:rPr lang="en-IN" sz="1600" b="1" kern="1200" dirty="0">
                          <a:solidFill>
                            <a:srgbClr val="00B050"/>
                          </a:solidFill>
                        </a:rPr>
                        <a:t>459</a:t>
                      </a:r>
                      <a:endParaRPr lang="en-IN" sz="1600" b="1" kern="1200" dirty="0">
                        <a:solidFill>
                          <a:srgbClr val="00B050"/>
                        </a:solidFill>
                        <a:latin typeface="+mn-lt"/>
                        <a:ea typeface="+mn-ea"/>
                        <a:cs typeface="+mn-cs"/>
                      </a:endParaRPr>
                    </a:p>
                  </a:txBody>
                  <a:tcPr anchor="ct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tcPr>
                </a:tc>
                <a:extLst>
                  <a:ext uri="{0D108BD9-81ED-4DB2-BD59-A6C34878D82A}">
                    <a16:rowId xmlns:a16="http://schemas.microsoft.com/office/drawing/2014/main" val="425633424"/>
                  </a:ext>
                </a:extLst>
              </a:tr>
              <a:tr h="792000">
                <a:tc>
                  <a:txBody>
                    <a:bodyPr/>
                    <a:lstStyle/>
                    <a:p>
                      <a:pPr marL="0" algn="l" defTabSz="914400" rtl="0" eaLnBrk="1" latinLnBrk="0" hangingPunct="1"/>
                      <a:r>
                        <a:rPr lang="en-IN" sz="1600" b="1" kern="1200">
                          <a:solidFill>
                            <a:schemeClr val="tx1"/>
                          </a:solidFill>
                        </a:rPr>
                        <a:t>Subrata</a:t>
                      </a:r>
                      <a:endParaRPr lang="en-IN" sz="1600" b="1" kern="1200">
                        <a:solidFill>
                          <a:schemeClr val="tx1"/>
                        </a:solidFill>
                        <a:latin typeface="+mn-lt"/>
                        <a:ea typeface="+mn-ea"/>
                        <a:cs typeface="+mn-cs"/>
                      </a:endParaRPr>
                    </a:p>
                  </a:txBody>
                  <a:tcPr anchor="ct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kern="1200" dirty="0">
                          <a:solidFill>
                            <a:schemeClr val="accent1"/>
                          </a:solidFill>
                          <a:latin typeface="+mn-lt"/>
                          <a:ea typeface="+mn-ea"/>
                          <a:cs typeface="+mn-cs"/>
                        </a:rPr>
                        <a:t>1175</a:t>
                      </a:r>
                      <a:endParaRPr lang="en-IN" sz="1600" b="1" kern="1200" dirty="0">
                        <a:solidFill>
                          <a:schemeClr val="accent1"/>
                        </a:solidFill>
                        <a:latin typeface="+mn-lt"/>
                        <a:ea typeface="+mn-ea"/>
                        <a:cs typeface="+mn-cs"/>
                      </a:endParaRPr>
                    </a:p>
                  </a:txBody>
                  <a:tcPr anchor="ct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600" b="1" kern="1200" dirty="0">
                          <a:solidFill>
                            <a:srgbClr val="00B050"/>
                          </a:solidFill>
                        </a:rPr>
                        <a:t>346</a:t>
                      </a:r>
                      <a:endParaRPr lang="en-IN" sz="1600" b="1" kern="1200" dirty="0">
                        <a:solidFill>
                          <a:srgbClr val="00B050"/>
                        </a:solidFill>
                        <a:latin typeface="+mn-lt"/>
                        <a:ea typeface="+mn-ea"/>
                        <a:cs typeface="+mn-cs"/>
                      </a:endParaRPr>
                    </a:p>
                  </a:txBody>
                  <a:tcPr anchor="ct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tcPr>
                </a:tc>
                <a:extLst>
                  <a:ext uri="{0D108BD9-81ED-4DB2-BD59-A6C34878D82A}">
                    <a16:rowId xmlns:a16="http://schemas.microsoft.com/office/drawing/2014/main" val="1545279554"/>
                  </a:ext>
                </a:extLst>
              </a:tr>
              <a:tr h="396000">
                <a:tc>
                  <a:txBody>
                    <a:bodyPr/>
                    <a:lstStyle/>
                    <a:p>
                      <a:pPr marL="0" algn="l" defTabSz="914400" rtl="0" eaLnBrk="1" latinLnBrk="0" hangingPunct="1"/>
                      <a:r>
                        <a:rPr lang="en-GB" sz="1600" b="1">
                          <a:solidFill>
                            <a:schemeClr val="tx1"/>
                          </a:solidFill>
                        </a:rPr>
                        <a:t>Mayank</a:t>
                      </a:r>
                      <a:endParaRPr lang="en-IN" sz="1600" b="1" kern="1200">
                        <a:solidFill>
                          <a:schemeClr val="tx1"/>
                        </a:solidFill>
                        <a:latin typeface="+mn-lt"/>
                        <a:ea typeface="+mn-ea"/>
                        <a:cs typeface="+mn-cs"/>
                      </a:endParaRPr>
                    </a:p>
                  </a:txBody>
                  <a:tcPr anchor="ct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600" b="1" kern="1200">
                          <a:solidFill>
                            <a:schemeClr val="accent1"/>
                          </a:solidFill>
                        </a:rPr>
                        <a:t>215</a:t>
                      </a:r>
                      <a:endParaRPr lang="en-IN" sz="1600" b="1" kern="1200">
                        <a:solidFill>
                          <a:schemeClr val="accent1"/>
                        </a:solidFill>
                        <a:latin typeface="+mn-lt"/>
                        <a:ea typeface="+mn-ea"/>
                        <a:cs typeface="+mn-cs"/>
                      </a:endParaRPr>
                    </a:p>
                  </a:txBody>
                  <a:tcPr anchor="ct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600" b="1" kern="1200" dirty="0">
                          <a:solidFill>
                            <a:srgbClr val="00B050"/>
                          </a:solidFill>
                        </a:rPr>
                        <a:t>292</a:t>
                      </a:r>
                      <a:endParaRPr lang="en-IN" sz="1600" b="1" kern="1200" dirty="0">
                        <a:solidFill>
                          <a:srgbClr val="00B050"/>
                        </a:solidFill>
                        <a:latin typeface="+mn-lt"/>
                        <a:ea typeface="+mn-ea"/>
                        <a:cs typeface="+mn-cs"/>
                      </a:endParaRPr>
                    </a:p>
                  </a:txBody>
                  <a:tcPr anchor="ct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tcPr>
                </a:tc>
                <a:extLst>
                  <a:ext uri="{0D108BD9-81ED-4DB2-BD59-A6C34878D82A}">
                    <a16:rowId xmlns:a16="http://schemas.microsoft.com/office/drawing/2014/main" val="4281742542"/>
                  </a:ext>
                </a:extLst>
              </a:tr>
              <a:tr h="396000">
                <a:tc>
                  <a:txBody>
                    <a:bodyPr/>
                    <a:lstStyle/>
                    <a:p>
                      <a:pPr marL="0" algn="l" defTabSz="914400" rtl="0" eaLnBrk="1" latinLnBrk="0" hangingPunct="1"/>
                      <a:r>
                        <a:rPr lang="en-GB" sz="1600" b="1" kern="1200">
                          <a:solidFill>
                            <a:schemeClr val="tx1"/>
                          </a:solidFill>
                        </a:rPr>
                        <a:t>Rajendra</a:t>
                      </a:r>
                      <a:endParaRPr lang="en-IN" sz="1600" b="1" kern="1200">
                        <a:solidFill>
                          <a:schemeClr val="tx1"/>
                        </a:solidFill>
                        <a:latin typeface="+mn-lt"/>
                        <a:ea typeface="+mn-ea"/>
                        <a:cs typeface="+mn-cs"/>
                      </a:endParaRPr>
                    </a:p>
                  </a:txBody>
                  <a:tcPr anchor="ct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tcPr>
                </a:tc>
                <a:tc>
                  <a:txBody>
                    <a:bodyPr/>
                    <a:lstStyle/>
                    <a:p>
                      <a:pPr marL="0" algn="ctr" defTabSz="914400" rtl="0" eaLnBrk="1" latinLnBrk="0" hangingPunct="1"/>
                      <a:r>
                        <a:rPr lang="en-IN" sz="1600" b="1" kern="1200">
                          <a:solidFill>
                            <a:schemeClr val="accent1"/>
                          </a:solidFill>
                        </a:rPr>
                        <a:t>205</a:t>
                      </a:r>
                      <a:endParaRPr lang="en-IN" sz="1600" b="1" kern="1200">
                        <a:solidFill>
                          <a:schemeClr val="accent1"/>
                        </a:solidFill>
                        <a:latin typeface="+mn-lt"/>
                        <a:ea typeface="+mn-ea"/>
                        <a:cs typeface="+mn-cs"/>
                      </a:endParaRPr>
                    </a:p>
                  </a:txBody>
                  <a:tcPr anchor="ct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tcPr>
                </a:tc>
                <a:tc>
                  <a:txBody>
                    <a:bodyPr/>
                    <a:lstStyle/>
                    <a:p>
                      <a:pPr marL="0" algn="ctr" defTabSz="914400" rtl="0" eaLnBrk="1" latinLnBrk="0" hangingPunct="1"/>
                      <a:r>
                        <a:rPr lang="en-US" sz="1600" b="1" kern="1200" dirty="0">
                          <a:solidFill>
                            <a:srgbClr val="00B050"/>
                          </a:solidFill>
                          <a:latin typeface="+mn-lt"/>
                          <a:ea typeface="+mn-ea"/>
                          <a:cs typeface="+mn-cs"/>
                        </a:rPr>
                        <a:t>3</a:t>
                      </a:r>
                      <a:r>
                        <a:rPr lang="en-IN" sz="1600" b="1" kern="1200" dirty="0">
                          <a:solidFill>
                            <a:srgbClr val="00B050"/>
                          </a:solidFill>
                          <a:latin typeface="+mn-lt"/>
                          <a:ea typeface="+mn-ea"/>
                          <a:cs typeface="+mn-cs"/>
                        </a:rPr>
                        <a:t>93</a:t>
                      </a:r>
                    </a:p>
                  </a:txBody>
                  <a:tcPr anchor="ct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tcPr>
                </a:tc>
                <a:extLst>
                  <a:ext uri="{0D108BD9-81ED-4DB2-BD59-A6C34878D82A}">
                    <a16:rowId xmlns:a16="http://schemas.microsoft.com/office/drawing/2014/main" val="2253136940"/>
                  </a:ext>
                </a:extLst>
              </a:tr>
              <a:tr h="396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600" b="1" kern="1200" dirty="0">
                          <a:solidFill>
                            <a:schemeClr val="tx1"/>
                          </a:solidFill>
                        </a:rPr>
                        <a:t>Parth</a:t>
                      </a:r>
                      <a:endParaRPr lang="en-IN" sz="1600" b="1" kern="1200" dirty="0">
                        <a:solidFill>
                          <a:schemeClr val="tx1"/>
                        </a:solidFill>
                        <a:latin typeface="+mn-lt"/>
                        <a:ea typeface="+mn-ea"/>
                        <a:cs typeface="+mn-cs"/>
                      </a:endParaRPr>
                    </a:p>
                  </a:txBody>
                  <a:tcPr anchor="ct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600" b="1" kern="1200" dirty="0">
                          <a:solidFill>
                            <a:schemeClr val="accent1"/>
                          </a:solidFill>
                        </a:rPr>
                        <a:t>385</a:t>
                      </a:r>
                      <a:endParaRPr lang="en-IN" sz="1600" b="1" kern="1200" dirty="0">
                        <a:solidFill>
                          <a:schemeClr val="accent1"/>
                        </a:solidFill>
                        <a:latin typeface="+mn-lt"/>
                        <a:ea typeface="+mn-ea"/>
                        <a:cs typeface="+mn-cs"/>
                      </a:endParaRPr>
                    </a:p>
                  </a:txBody>
                  <a:tcPr anchor="ct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tcPr>
                </a:tc>
                <a:tc>
                  <a:txBody>
                    <a:bodyPr/>
                    <a:lstStyle/>
                    <a:p>
                      <a:pPr marL="0" algn="ctr" defTabSz="914400" rtl="0" eaLnBrk="1" latinLnBrk="0" hangingPunct="1"/>
                      <a:r>
                        <a:rPr lang="en-US" sz="1600" b="1" kern="1200" dirty="0">
                          <a:solidFill>
                            <a:srgbClr val="00B050"/>
                          </a:solidFill>
                          <a:latin typeface="+mn-lt"/>
                          <a:ea typeface="+mn-ea"/>
                          <a:cs typeface="+mn-cs"/>
                        </a:rPr>
                        <a:t>198</a:t>
                      </a:r>
                      <a:endParaRPr lang="en-IN" sz="1600" b="1" kern="1200" dirty="0">
                        <a:solidFill>
                          <a:srgbClr val="00B050"/>
                        </a:solidFill>
                        <a:latin typeface="+mn-lt"/>
                        <a:ea typeface="+mn-ea"/>
                        <a:cs typeface="+mn-cs"/>
                      </a:endParaRPr>
                    </a:p>
                  </a:txBody>
                  <a:tcPr anchor="ct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tcPr>
                </a:tc>
                <a:extLst>
                  <a:ext uri="{0D108BD9-81ED-4DB2-BD59-A6C34878D82A}">
                    <a16:rowId xmlns:a16="http://schemas.microsoft.com/office/drawing/2014/main" val="1585008715"/>
                  </a:ext>
                </a:extLst>
              </a:tr>
              <a:tr h="396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600" b="1" kern="1200" dirty="0">
                          <a:solidFill>
                            <a:schemeClr val="tx1"/>
                          </a:solidFill>
                        </a:rPr>
                        <a:t>Saurabh</a:t>
                      </a:r>
                      <a:endParaRPr lang="en-IN" sz="1600" b="1" kern="1200" dirty="0">
                        <a:solidFill>
                          <a:schemeClr val="tx1"/>
                        </a:solidFill>
                        <a:latin typeface="+mn-lt"/>
                        <a:ea typeface="+mn-ea"/>
                        <a:cs typeface="+mn-cs"/>
                      </a:endParaRPr>
                    </a:p>
                  </a:txBody>
                  <a:tcPr anchor="ct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tcPr>
                </a:tc>
                <a:tc>
                  <a:txBody>
                    <a:bodyPr/>
                    <a:lstStyle/>
                    <a:p>
                      <a:pPr marL="0" algn="ctr" defTabSz="914400" rtl="0" eaLnBrk="1" latinLnBrk="0" hangingPunct="1"/>
                      <a:r>
                        <a:rPr lang="en-IN" sz="1600" b="1" kern="1200">
                          <a:solidFill>
                            <a:schemeClr val="accent1"/>
                          </a:solidFill>
                        </a:rPr>
                        <a:t>375</a:t>
                      </a:r>
                      <a:endParaRPr lang="en-IN" sz="1600" b="1" kern="1200">
                        <a:solidFill>
                          <a:schemeClr val="accent1"/>
                        </a:solidFill>
                        <a:latin typeface="+mn-lt"/>
                        <a:ea typeface="+mn-ea"/>
                        <a:cs typeface="+mn-cs"/>
                      </a:endParaRPr>
                    </a:p>
                  </a:txBody>
                  <a:tcPr anchor="ct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tcPr>
                </a:tc>
                <a:tc>
                  <a:txBody>
                    <a:bodyPr/>
                    <a:lstStyle/>
                    <a:p>
                      <a:pPr marL="0" algn="ctr" defTabSz="914400" rtl="0" eaLnBrk="1" latinLnBrk="0" hangingPunct="1"/>
                      <a:r>
                        <a:rPr lang="en-IN" sz="1600" b="1" kern="1200" dirty="0">
                          <a:solidFill>
                            <a:srgbClr val="00B050"/>
                          </a:solidFill>
                          <a:latin typeface="+mn-lt"/>
                          <a:ea typeface="+mn-ea"/>
                          <a:cs typeface="+mn-cs"/>
                        </a:rPr>
                        <a:t>-</a:t>
                      </a:r>
                    </a:p>
                  </a:txBody>
                  <a:tcPr anchor="ct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tcPr>
                </a:tc>
                <a:extLst>
                  <a:ext uri="{0D108BD9-81ED-4DB2-BD59-A6C34878D82A}">
                    <a16:rowId xmlns:a16="http://schemas.microsoft.com/office/drawing/2014/main" val="2884562284"/>
                  </a:ext>
                </a:extLst>
              </a:tr>
              <a:tr h="396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600" b="1" kern="1200">
                          <a:solidFill>
                            <a:schemeClr val="tx1"/>
                          </a:solidFill>
                        </a:rPr>
                        <a:t>Kaustubh</a:t>
                      </a:r>
                      <a:endParaRPr lang="en-IN" sz="1600" b="1" kern="1200">
                        <a:solidFill>
                          <a:schemeClr val="tx1"/>
                        </a:solidFill>
                        <a:latin typeface="+mn-lt"/>
                        <a:ea typeface="+mn-ea"/>
                        <a:cs typeface="+mn-cs"/>
                      </a:endParaRPr>
                    </a:p>
                  </a:txBody>
                  <a:tcPr anchor="ct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tcPr>
                </a:tc>
                <a:tc>
                  <a:txBody>
                    <a:bodyPr/>
                    <a:lstStyle/>
                    <a:p>
                      <a:pPr marL="0" algn="ctr" defTabSz="914400" rtl="0" eaLnBrk="1" latinLnBrk="0" hangingPunct="1"/>
                      <a:r>
                        <a:rPr lang="en-IN" sz="1600" b="1" kern="1200">
                          <a:solidFill>
                            <a:schemeClr val="accent1"/>
                          </a:solidFill>
                        </a:rPr>
                        <a:t>400</a:t>
                      </a:r>
                      <a:endParaRPr lang="en-IN" sz="1600" b="1" kern="1200">
                        <a:solidFill>
                          <a:schemeClr val="accent1"/>
                        </a:solidFill>
                        <a:latin typeface="+mn-lt"/>
                        <a:ea typeface="+mn-ea"/>
                        <a:cs typeface="+mn-cs"/>
                      </a:endParaRPr>
                    </a:p>
                  </a:txBody>
                  <a:tcPr anchor="ct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tcPr>
                </a:tc>
                <a:tc>
                  <a:txBody>
                    <a:bodyPr/>
                    <a:lstStyle/>
                    <a:p>
                      <a:pPr marL="0" algn="ctr" defTabSz="914400" rtl="0" eaLnBrk="1" latinLnBrk="0" hangingPunct="1"/>
                      <a:r>
                        <a:rPr lang="en-IN" sz="1600" b="1" kern="1200" dirty="0">
                          <a:solidFill>
                            <a:srgbClr val="00B050"/>
                          </a:solidFill>
                        </a:rPr>
                        <a:t>185</a:t>
                      </a:r>
                      <a:endParaRPr lang="en-IN" sz="1600" b="1" kern="1200" dirty="0">
                        <a:solidFill>
                          <a:srgbClr val="00B050"/>
                        </a:solidFill>
                        <a:latin typeface="+mn-lt"/>
                        <a:ea typeface="+mn-ea"/>
                        <a:cs typeface="+mn-cs"/>
                      </a:endParaRPr>
                    </a:p>
                  </a:txBody>
                  <a:tcPr anchor="ct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tcPr>
                </a:tc>
                <a:extLst>
                  <a:ext uri="{0D108BD9-81ED-4DB2-BD59-A6C34878D82A}">
                    <a16:rowId xmlns:a16="http://schemas.microsoft.com/office/drawing/2014/main" val="3398609336"/>
                  </a:ext>
                </a:extLst>
              </a:tr>
              <a:tr h="396000">
                <a:tc>
                  <a:txBody>
                    <a:bodyPr/>
                    <a:lstStyle/>
                    <a:p>
                      <a:pPr marL="0" algn="l" defTabSz="914400" rtl="0" eaLnBrk="1" latinLnBrk="0" hangingPunct="1"/>
                      <a:r>
                        <a:rPr lang="en-GB" sz="1600" b="1" kern="1200">
                          <a:solidFill>
                            <a:schemeClr val="tx1"/>
                          </a:solidFill>
                        </a:rPr>
                        <a:t>Prabhatha</a:t>
                      </a:r>
                      <a:endParaRPr lang="en-IN" sz="1600" b="1" kern="1200">
                        <a:solidFill>
                          <a:schemeClr val="tx1"/>
                        </a:solidFill>
                        <a:latin typeface="+mn-lt"/>
                        <a:ea typeface="+mn-ea"/>
                        <a:cs typeface="+mn-cs"/>
                      </a:endParaRPr>
                    </a:p>
                  </a:txBody>
                  <a:tcPr anchor="ct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tcPr>
                </a:tc>
                <a:tc>
                  <a:txBody>
                    <a:bodyPr/>
                    <a:lstStyle/>
                    <a:p>
                      <a:pPr marL="0" algn="ctr" defTabSz="914400" rtl="0" eaLnBrk="1" latinLnBrk="0" hangingPunct="1"/>
                      <a:r>
                        <a:rPr lang="en-IN" sz="1600" b="1" kern="1200">
                          <a:solidFill>
                            <a:schemeClr val="accent1"/>
                          </a:solidFill>
                        </a:rPr>
                        <a:t>315</a:t>
                      </a:r>
                      <a:endParaRPr lang="en-IN" sz="1600" b="1" kern="1200">
                        <a:solidFill>
                          <a:schemeClr val="accent1"/>
                        </a:solidFill>
                        <a:latin typeface="+mn-lt"/>
                        <a:ea typeface="+mn-ea"/>
                        <a:cs typeface="+mn-cs"/>
                      </a:endParaRPr>
                    </a:p>
                  </a:txBody>
                  <a:tcPr anchor="ct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tcPr>
                </a:tc>
                <a:tc>
                  <a:txBody>
                    <a:bodyPr/>
                    <a:lstStyle/>
                    <a:p>
                      <a:pPr marL="0" algn="ctr" defTabSz="914400" rtl="0" eaLnBrk="1" latinLnBrk="0" hangingPunct="1"/>
                      <a:r>
                        <a:rPr lang="en-IN" sz="1600" b="1" kern="1200" dirty="0">
                          <a:solidFill>
                            <a:srgbClr val="00B050"/>
                          </a:solidFill>
                        </a:rPr>
                        <a:t>171</a:t>
                      </a:r>
                      <a:endParaRPr lang="en-IN" sz="1600" b="1" kern="1200" dirty="0">
                        <a:solidFill>
                          <a:srgbClr val="00B050"/>
                        </a:solidFill>
                        <a:latin typeface="+mn-lt"/>
                        <a:ea typeface="+mn-ea"/>
                        <a:cs typeface="+mn-cs"/>
                      </a:endParaRPr>
                    </a:p>
                  </a:txBody>
                  <a:tcPr anchor="ct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tcPr>
                </a:tc>
                <a:extLst>
                  <a:ext uri="{0D108BD9-81ED-4DB2-BD59-A6C34878D82A}">
                    <a16:rowId xmlns:a16="http://schemas.microsoft.com/office/drawing/2014/main" val="3110106036"/>
                  </a:ext>
                </a:extLst>
              </a:tr>
              <a:tr h="396000">
                <a:tc>
                  <a:txBody>
                    <a:bodyPr/>
                    <a:lstStyle/>
                    <a:p>
                      <a:pPr marL="0" algn="l" defTabSz="914400" rtl="0" eaLnBrk="1" latinLnBrk="0" hangingPunct="1"/>
                      <a:r>
                        <a:rPr lang="en-GB" sz="1600" b="1" kern="1200">
                          <a:solidFill>
                            <a:schemeClr val="tx1"/>
                          </a:solidFill>
                        </a:rPr>
                        <a:t>Kunal</a:t>
                      </a:r>
                      <a:endParaRPr lang="en-IN" sz="1600" b="1" kern="1200">
                        <a:solidFill>
                          <a:schemeClr val="tx1"/>
                        </a:solidFill>
                        <a:latin typeface="+mn-lt"/>
                        <a:ea typeface="+mn-ea"/>
                        <a:cs typeface="+mn-cs"/>
                      </a:endParaRPr>
                    </a:p>
                  </a:txBody>
                  <a:tcPr anchor="ct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tcPr>
                </a:tc>
                <a:tc>
                  <a:txBody>
                    <a:bodyPr/>
                    <a:lstStyle/>
                    <a:p>
                      <a:pPr marL="0" algn="ctr" defTabSz="914400" rtl="0" eaLnBrk="1" latinLnBrk="0" hangingPunct="1"/>
                      <a:r>
                        <a:rPr lang="en-IN" sz="1600" b="1" kern="1200">
                          <a:solidFill>
                            <a:schemeClr val="accent1"/>
                          </a:solidFill>
                        </a:rPr>
                        <a:t>155</a:t>
                      </a:r>
                      <a:endParaRPr lang="en-IN" sz="1600" b="1" kern="1200">
                        <a:solidFill>
                          <a:schemeClr val="accent1"/>
                        </a:solidFill>
                        <a:latin typeface="+mn-lt"/>
                        <a:ea typeface="+mn-ea"/>
                        <a:cs typeface="+mn-cs"/>
                      </a:endParaRPr>
                    </a:p>
                  </a:txBody>
                  <a:tcPr anchor="ct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tcPr>
                </a:tc>
                <a:tc>
                  <a:txBody>
                    <a:bodyPr/>
                    <a:lstStyle/>
                    <a:p>
                      <a:pPr marL="0" algn="ctr" defTabSz="914400" rtl="0" eaLnBrk="1" latinLnBrk="0" hangingPunct="1"/>
                      <a:r>
                        <a:rPr lang="en-IN" sz="1600" b="1" kern="1200" dirty="0">
                          <a:solidFill>
                            <a:srgbClr val="00B050"/>
                          </a:solidFill>
                        </a:rPr>
                        <a:t>165</a:t>
                      </a:r>
                      <a:endParaRPr lang="en-IN" sz="1600" b="1" kern="1200" dirty="0">
                        <a:solidFill>
                          <a:srgbClr val="00B050"/>
                        </a:solidFill>
                        <a:latin typeface="+mn-lt"/>
                        <a:ea typeface="+mn-ea"/>
                        <a:cs typeface="+mn-cs"/>
                      </a:endParaRPr>
                    </a:p>
                  </a:txBody>
                  <a:tcPr anchor="ct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tcPr>
                </a:tc>
                <a:extLst>
                  <a:ext uri="{0D108BD9-81ED-4DB2-BD59-A6C34878D82A}">
                    <a16:rowId xmlns:a16="http://schemas.microsoft.com/office/drawing/2014/main" val="3740157264"/>
                  </a:ext>
                </a:extLst>
              </a:tr>
              <a:tr h="396000">
                <a:tc>
                  <a:txBody>
                    <a:bodyPr/>
                    <a:lstStyle/>
                    <a:p>
                      <a:pPr marL="0" algn="l" defTabSz="914400" rtl="0" eaLnBrk="1" latinLnBrk="0" hangingPunct="1"/>
                      <a:r>
                        <a:rPr lang="en-GB" sz="1600" b="1" kern="1200">
                          <a:solidFill>
                            <a:schemeClr val="tx1"/>
                          </a:solidFill>
                        </a:rPr>
                        <a:t>Pragya</a:t>
                      </a:r>
                      <a:endParaRPr lang="en-IN" sz="1600" b="1" kern="1200">
                        <a:solidFill>
                          <a:schemeClr val="tx1"/>
                        </a:solidFill>
                        <a:latin typeface="+mn-lt"/>
                        <a:ea typeface="+mn-ea"/>
                        <a:cs typeface="+mn-cs"/>
                      </a:endParaRPr>
                    </a:p>
                  </a:txBody>
                  <a:tcPr anchor="ct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tcPr>
                </a:tc>
                <a:tc>
                  <a:txBody>
                    <a:bodyPr/>
                    <a:lstStyle/>
                    <a:p>
                      <a:pPr marL="0" algn="ctr" defTabSz="914400" rtl="0" eaLnBrk="1" latinLnBrk="0" hangingPunct="1"/>
                      <a:r>
                        <a:rPr lang="en-IN" sz="1600" b="1" kern="1200">
                          <a:solidFill>
                            <a:schemeClr val="accent1"/>
                          </a:solidFill>
                        </a:rPr>
                        <a:t>310</a:t>
                      </a:r>
                      <a:endParaRPr lang="en-IN" sz="1600" b="1" kern="1200">
                        <a:solidFill>
                          <a:schemeClr val="accent1"/>
                        </a:solidFill>
                        <a:latin typeface="+mn-lt"/>
                        <a:ea typeface="+mn-ea"/>
                        <a:cs typeface="+mn-cs"/>
                      </a:endParaRPr>
                    </a:p>
                  </a:txBody>
                  <a:tcPr anchor="ct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tcPr>
                </a:tc>
                <a:tc>
                  <a:txBody>
                    <a:bodyPr/>
                    <a:lstStyle/>
                    <a:p>
                      <a:pPr marL="0" algn="ctr" defTabSz="914400" rtl="0" eaLnBrk="1" latinLnBrk="0" hangingPunct="1"/>
                      <a:r>
                        <a:rPr lang="en-IN" sz="1600" b="1" kern="1200" dirty="0">
                          <a:solidFill>
                            <a:srgbClr val="00B050"/>
                          </a:solidFill>
                        </a:rPr>
                        <a:t>140</a:t>
                      </a:r>
                      <a:endParaRPr lang="en-IN" sz="1600" b="1" kern="1200" dirty="0">
                        <a:solidFill>
                          <a:srgbClr val="00B050"/>
                        </a:solidFill>
                        <a:latin typeface="+mn-lt"/>
                        <a:ea typeface="+mn-ea"/>
                        <a:cs typeface="+mn-cs"/>
                      </a:endParaRPr>
                    </a:p>
                  </a:txBody>
                  <a:tcPr anchor="ct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tcPr>
                </a:tc>
                <a:extLst>
                  <a:ext uri="{0D108BD9-81ED-4DB2-BD59-A6C34878D82A}">
                    <a16:rowId xmlns:a16="http://schemas.microsoft.com/office/drawing/2014/main" val="3606913223"/>
                  </a:ext>
                </a:extLst>
              </a:tr>
              <a:tr h="396000">
                <a:tc>
                  <a:txBody>
                    <a:bodyPr/>
                    <a:lstStyle/>
                    <a:p>
                      <a:pPr marL="0" algn="l" defTabSz="914400" rtl="0" eaLnBrk="1" latinLnBrk="0" hangingPunct="1"/>
                      <a:r>
                        <a:rPr lang="en-GB" sz="1600" b="1" kern="1200" dirty="0">
                          <a:solidFill>
                            <a:schemeClr val="tx1"/>
                          </a:solidFill>
                        </a:rPr>
                        <a:t>Amit</a:t>
                      </a:r>
                      <a:endParaRPr lang="en-IN" sz="1600" b="1" kern="1200" dirty="0">
                        <a:solidFill>
                          <a:schemeClr val="tx1"/>
                        </a:solidFill>
                        <a:latin typeface="+mn-lt"/>
                        <a:ea typeface="+mn-ea"/>
                        <a:cs typeface="+mn-cs"/>
                      </a:endParaRPr>
                    </a:p>
                  </a:txBody>
                  <a:tcPr anchor="ct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tcPr>
                </a:tc>
                <a:tc>
                  <a:txBody>
                    <a:bodyPr/>
                    <a:lstStyle/>
                    <a:p>
                      <a:pPr marL="0" algn="ctr" defTabSz="914400" rtl="0" eaLnBrk="1" latinLnBrk="0" hangingPunct="1"/>
                      <a:r>
                        <a:rPr lang="en-IN" sz="1600" b="1" kern="1200" dirty="0">
                          <a:solidFill>
                            <a:schemeClr val="accent1"/>
                          </a:solidFill>
                        </a:rPr>
                        <a:t>445</a:t>
                      </a:r>
                      <a:endParaRPr lang="en-IN" sz="1600" b="1" kern="1200" dirty="0">
                        <a:solidFill>
                          <a:schemeClr val="accent1"/>
                        </a:solidFill>
                        <a:latin typeface="+mn-lt"/>
                        <a:ea typeface="+mn-ea"/>
                        <a:cs typeface="+mn-cs"/>
                      </a:endParaRPr>
                    </a:p>
                  </a:txBody>
                  <a:tcPr anchor="ct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tcPr>
                </a:tc>
                <a:tc>
                  <a:txBody>
                    <a:bodyPr/>
                    <a:lstStyle/>
                    <a:p>
                      <a:pPr marL="0" algn="ctr" defTabSz="914400" rtl="0" eaLnBrk="1" latinLnBrk="0" hangingPunct="1"/>
                      <a:r>
                        <a:rPr lang="en-IN" sz="1600" b="1" kern="1200" dirty="0">
                          <a:solidFill>
                            <a:srgbClr val="00B050"/>
                          </a:solidFill>
                        </a:rPr>
                        <a:t>109</a:t>
                      </a:r>
                      <a:endParaRPr lang="en-IN" sz="1600" b="1" kern="1200" dirty="0">
                        <a:solidFill>
                          <a:srgbClr val="00B050"/>
                        </a:solidFill>
                        <a:latin typeface="+mn-lt"/>
                        <a:ea typeface="+mn-ea"/>
                        <a:cs typeface="+mn-cs"/>
                      </a:endParaRPr>
                    </a:p>
                  </a:txBody>
                  <a:tcPr anchor="ct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tcPr>
                </a:tc>
                <a:extLst>
                  <a:ext uri="{0D108BD9-81ED-4DB2-BD59-A6C34878D82A}">
                    <a16:rowId xmlns:a16="http://schemas.microsoft.com/office/drawing/2014/main" val="957165411"/>
                  </a:ext>
                </a:extLst>
              </a:tr>
              <a:tr h="396000">
                <a:tc>
                  <a:txBody>
                    <a:bodyPr/>
                    <a:lstStyle/>
                    <a:p>
                      <a:pPr marL="0" algn="l" defTabSz="914400" rtl="0" eaLnBrk="1" latinLnBrk="0" hangingPunct="1"/>
                      <a:r>
                        <a:rPr lang="en-GB" sz="1600" b="1" kern="1200">
                          <a:solidFill>
                            <a:schemeClr val="tx1"/>
                          </a:solidFill>
                        </a:rPr>
                        <a:t>Prakash</a:t>
                      </a:r>
                      <a:endParaRPr lang="en-IN" sz="1600" b="1" kern="1200">
                        <a:solidFill>
                          <a:schemeClr val="tx1"/>
                        </a:solidFill>
                        <a:latin typeface="+mn-lt"/>
                        <a:ea typeface="+mn-ea"/>
                        <a:cs typeface="+mn-cs"/>
                      </a:endParaRPr>
                    </a:p>
                  </a:txBody>
                  <a:tcPr anchor="ctr">
                    <a:lnT w="12700" cap="flat" cmpd="sng" algn="ctr">
                      <a:solidFill>
                        <a:schemeClr val="tx1"/>
                      </a:solidFill>
                      <a:prstDash val="sysDash"/>
                      <a:round/>
                      <a:headEnd type="none" w="med" len="med"/>
                      <a:tailEnd type="none" w="med" len="med"/>
                    </a:lnT>
                  </a:tcPr>
                </a:tc>
                <a:tc>
                  <a:txBody>
                    <a:bodyPr/>
                    <a:lstStyle/>
                    <a:p>
                      <a:pPr marL="0" algn="ctr" defTabSz="914400" rtl="0" eaLnBrk="1" latinLnBrk="0" hangingPunct="1"/>
                      <a:r>
                        <a:rPr lang="en-IN" sz="1600" b="1" kern="1200">
                          <a:solidFill>
                            <a:schemeClr val="accent1"/>
                          </a:solidFill>
                        </a:rPr>
                        <a:t>495</a:t>
                      </a:r>
                      <a:endParaRPr lang="en-IN" sz="1600" b="1" kern="1200">
                        <a:solidFill>
                          <a:schemeClr val="accent1"/>
                        </a:solidFill>
                        <a:latin typeface="+mn-lt"/>
                        <a:ea typeface="+mn-ea"/>
                        <a:cs typeface="+mn-cs"/>
                      </a:endParaRPr>
                    </a:p>
                  </a:txBody>
                  <a:tcPr anchor="ctr">
                    <a:lnT w="12700" cap="flat" cmpd="sng" algn="ctr">
                      <a:solidFill>
                        <a:schemeClr val="tx1"/>
                      </a:solidFill>
                      <a:prstDash val="sysDash"/>
                      <a:round/>
                      <a:headEnd type="none" w="med" len="med"/>
                      <a:tailEnd type="none" w="med" len="med"/>
                    </a:lnT>
                  </a:tcPr>
                </a:tc>
                <a:tc>
                  <a:txBody>
                    <a:bodyPr/>
                    <a:lstStyle/>
                    <a:p>
                      <a:pPr marL="0" algn="ctr" defTabSz="914400" rtl="0" eaLnBrk="1" latinLnBrk="0" hangingPunct="1"/>
                      <a:r>
                        <a:rPr lang="en-US" sz="1600" b="1" kern="1200" dirty="0">
                          <a:solidFill>
                            <a:srgbClr val="00B050"/>
                          </a:solidFill>
                          <a:latin typeface="+mn-lt"/>
                          <a:ea typeface="+mn-ea"/>
                          <a:cs typeface="+mn-cs"/>
                        </a:rPr>
                        <a:t>104</a:t>
                      </a:r>
                      <a:endParaRPr lang="en-IN" sz="1600" b="1" kern="1200" dirty="0">
                        <a:solidFill>
                          <a:srgbClr val="00B050"/>
                        </a:solidFill>
                        <a:latin typeface="+mn-lt"/>
                        <a:ea typeface="+mn-ea"/>
                        <a:cs typeface="+mn-cs"/>
                      </a:endParaRPr>
                    </a:p>
                  </a:txBody>
                  <a:tcPr anchor="ctr">
                    <a:lnT w="12700" cap="flat" cmpd="sng" algn="ctr">
                      <a:solidFill>
                        <a:schemeClr val="tx1"/>
                      </a:solidFill>
                      <a:prstDash val="sysDash"/>
                      <a:round/>
                      <a:headEnd type="none" w="med" len="med"/>
                      <a:tailEnd type="none" w="med" len="med"/>
                    </a:lnT>
                  </a:tcPr>
                </a:tc>
                <a:extLst>
                  <a:ext uri="{0D108BD9-81ED-4DB2-BD59-A6C34878D82A}">
                    <a16:rowId xmlns:a16="http://schemas.microsoft.com/office/drawing/2014/main" val="3838847648"/>
                  </a:ext>
                </a:extLst>
              </a:tr>
            </a:tbl>
          </a:graphicData>
        </a:graphic>
      </p:graphicFrame>
      <p:pic>
        <p:nvPicPr>
          <p:cNvPr id="9" name="Picture 20">
            <a:extLst>
              <a:ext uri="{FF2B5EF4-FFF2-40B4-BE49-F238E27FC236}">
                <a16:creationId xmlns:a16="http://schemas.microsoft.com/office/drawing/2014/main" id="{48A69F63-5565-B8E7-8193-6CB95B1852F1}"/>
              </a:ext>
            </a:extLst>
          </p:cNvPr>
          <p:cNvPicPr>
            <a:picLocks noChangeAspect="1" noChangeArrowheads="1"/>
          </p:cNvPicPr>
          <p:nvPr/>
        </p:nvPicPr>
        <p:blipFill>
          <a:blip r:embed="rId2" cstate="print">
            <a:extLst>
              <a:ext uri="{28A0092B-C50C-407E-A947-70E740481C1C}">
                <a14:useLocalDpi xmlns:a14="http://schemas.microsoft.com/office/drawing/2010/main"/>
              </a:ext>
            </a:extLst>
          </a:blip>
          <a:srcRect/>
          <a:stretch>
            <a:fillRect/>
          </a:stretch>
        </p:blipFill>
        <p:spPr bwMode="auto">
          <a:xfrm>
            <a:off x="1819735" y="1445364"/>
            <a:ext cx="777670" cy="273625"/>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2">
            <a:extLst>
              <a:ext uri="{FF2B5EF4-FFF2-40B4-BE49-F238E27FC236}">
                <a16:creationId xmlns:a16="http://schemas.microsoft.com/office/drawing/2014/main" id="{C4D3736F-D16A-C8AF-CB32-CA54E85D2A7B}"/>
              </a:ext>
            </a:extLst>
          </p:cNvPr>
          <p:cNvPicPr>
            <a:picLocks noChangeAspect="1" noChangeArrowheads="1"/>
          </p:cNvPicPr>
          <p:nvPr/>
        </p:nvPicPr>
        <p:blipFill>
          <a:blip r:embed="rId3" cstate="print">
            <a:extLst>
              <a:ext uri="{28A0092B-C50C-407E-A947-70E740481C1C}">
                <a14:useLocalDpi xmlns:a14="http://schemas.microsoft.com/office/drawing/2010/main"/>
              </a:ext>
            </a:extLst>
          </a:blip>
          <a:srcRect/>
          <a:stretch>
            <a:fillRect/>
          </a:stretch>
        </p:blipFill>
        <p:spPr bwMode="auto">
          <a:xfrm>
            <a:off x="2730324" y="1491311"/>
            <a:ext cx="807014" cy="180092"/>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24">
            <a:extLst>
              <a:ext uri="{FF2B5EF4-FFF2-40B4-BE49-F238E27FC236}">
                <a16:creationId xmlns:a16="http://schemas.microsoft.com/office/drawing/2014/main" id="{5373B3B7-60CA-1B06-3B89-F133979C28F9}"/>
              </a:ext>
            </a:extLst>
          </p:cNvPr>
          <p:cNvPicPr>
            <a:picLocks noChangeAspect="1" noChangeArrowheads="1"/>
          </p:cNvPicPr>
          <p:nvPr/>
        </p:nvPicPr>
        <p:blipFill>
          <a:blip r:embed="rId4" cstate="print">
            <a:extLst>
              <a:ext uri="{28A0092B-C50C-407E-A947-70E740481C1C}">
                <a14:useLocalDpi xmlns:a14="http://schemas.microsoft.com/office/drawing/2010/main"/>
              </a:ext>
            </a:extLst>
          </a:blip>
          <a:srcRect/>
          <a:stretch>
            <a:fillRect/>
          </a:stretch>
        </p:blipFill>
        <p:spPr bwMode="auto">
          <a:xfrm>
            <a:off x="3636574" y="1425599"/>
            <a:ext cx="777670" cy="319956"/>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26" descr="Download Proximus (Belgacom Mobile ...">
            <a:extLst>
              <a:ext uri="{FF2B5EF4-FFF2-40B4-BE49-F238E27FC236}">
                <a16:creationId xmlns:a16="http://schemas.microsoft.com/office/drawing/2014/main" id="{690CC633-9183-F26C-C194-C7F5B71FD608}"/>
              </a:ext>
            </a:extLst>
          </p:cNvPr>
          <p:cNvPicPr>
            <a:picLocks noChangeAspect="1" noChangeArrowheads="1"/>
          </p:cNvPicPr>
          <p:nvPr/>
        </p:nvPicPr>
        <p:blipFill rotWithShape="1">
          <a:blip r:embed="rId5" cstate="print">
            <a:extLst>
              <a:ext uri="{28A0092B-C50C-407E-A947-70E740481C1C}">
                <a14:useLocalDpi xmlns:a14="http://schemas.microsoft.com/office/drawing/2010/main"/>
              </a:ext>
            </a:extLst>
          </a:blip>
          <a:srcRect l="8716" t="35359" r="9724" b="34807"/>
          <a:stretch>
            <a:fillRect/>
          </a:stretch>
        </p:blipFill>
        <p:spPr bwMode="auto">
          <a:xfrm>
            <a:off x="4561410" y="1479577"/>
            <a:ext cx="1030378" cy="250816"/>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28" descr="The Walt Disney Company - Wikipedia">
            <a:extLst>
              <a:ext uri="{FF2B5EF4-FFF2-40B4-BE49-F238E27FC236}">
                <a16:creationId xmlns:a16="http://schemas.microsoft.com/office/drawing/2014/main" id="{22BEFB5F-AD8D-980C-3D13-0D0D81BCE099}"/>
              </a:ext>
            </a:extLst>
          </p:cNvPr>
          <p:cNvPicPr>
            <a:picLocks noChangeAspect="1" noChangeArrowheads="1"/>
          </p:cNvPicPr>
          <p:nvPr/>
        </p:nvPicPr>
        <p:blipFill>
          <a:blip r:embed="rId6" cstate="print">
            <a:extLst>
              <a:ext uri="{28A0092B-C50C-407E-A947-70E740481C1C}">
                <a14:useLocalDpi xmlns:a14="http://schemas.microsoft.com/office/drawing/2010/main"/>
              </a:ext>
            </a:extLst>
          </a:blip>
          <a:srcRect/>
          <a:stretch>
            <a:fillRect/>
          </a:stretch>
        </p:blipFill>
        <p:spPr bwMode="auto">
          <a:xfrm>
            <a:off x="5665215" y="1479577"/>
            <a:ext cx="690402" cy="264753"/>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92">
            <a:extLst>
              <a:ext uri="{FF2B5EF4-FFF2-40B4-BE49-F238E27FC236}">
                <a16:creationId xmlns:a16="http://schemas.microsoft.com/office/drawing/2014/main" id="{655FC23E-4769-FA4A-B6E0-6014DAAF621A}"/>
              </a:ext>
            </a:extLst>
          </p:cNvPr>
          <p:cNvPicPr>
            <a:picLocks noChangeAspect="1" noChangeArrowheads="1"/>
          </p:cNvPicPr>
          <p:nvPr/>
        </p:nvPicPr>
        <p:blipFill>
          <a:blip r:embed="rId7" cstate="print">
            <a:extLst>
              <a:ext uri="{28A0092B-C50C-407E-A947-70E740481C1C}">
                <a14:useLocalDpi xmlns:a14="http://schemas.microsoft.com/office/drawing/2010/main"/>
              </a:ext>
            </a:extLst>
          </a:blip>
          <a:srcRect/>
          <a:stretch>
            <a:fillRect/>
          </a:stretch>
        </p:blipFill>
        <p:spPr bwMode="auto">
          <a:xfrm>
            <a:off x="1819735" y="1044261"/>
            <a:ext cx="1034915" cy="248560"/>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94" descr="Orange Wordmark Logo Vector Download ...">
            <a:extLst>
              <a:ext uri="{FF2B5EF4-FFF2-40B4-BE49-F238E27FC236}">
                <a16:creationId xmlns:a16="http://schemas.microsoft.com/office/drawing/2014/main" id="{412860CD-181C-A903-A962-723F26655DC8}"/>
              </a:ext>
            </a:extLst>
          </p:cNvPr>
          <p:cNvPicPr>
            <a:picLocks noChangeAspect="1" noChangeArrowheads="1"/>
          </p:cNvPicPr>
          <p:nvPr/>
        </p:nvPicPr>
        <p:blipFill rotWithShape="1">
          <a:blip r:embed="rId8" cstate="print">
            <a:extLst>
              <a:ext uri="{28A0092B-C50C-407E-A947-70E740481C1C}">
                <a14:useLocalDpi xmlns:a14="http://schemas.microsoft.com/office/drawing/2010/main"/>
              </a:ext>
            </a:extLst>
          </a:blip>
          <a:srcRect l="13904" t="35568" r="13196" b="35050"/>
          <a:stretch>
            <a:fillRect/>
          </a:stretch>
        </p:blipFill>
        <p:spPr bwMode="auto">
          <a:xfrm>
            <a:off x="2940583" y="1016963"/>
            <a:ext cx="1115492" cy="319956"/>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96">
            <a:extLst>
              <a:ext uri="{FF2B5EF4-FFF2-40B4-BE49-F238E27FC236}">
                <a16:creationId xmlns:a16="http://schemas.microsoft.com/office/drawing/2014/main" id="{A3169366-2614-55F7-65B3-92B918A9A9B7}"/>
              </a:ext>
            </a:extLst>
          </p:cNvPr>
          <p:cNvPicPr>
            <a:picLocks noChangeAspect="1" noChangeArrowheads="1"/>
          </p:cNvPicPr>
          <p:nvPr/>
        </p:nvPicPr>
        <p:blipFill>
          <a:blip r:embed="rId9" cstate="print">
            <a:extLst>
              <a:ext uri="{28A0092B-C50C-407E-A947-70E740481C1C}">
                <a14:useLocalDpi xmlns:a14="http://schemas.microsoft.com/office/drawing/2010/main"/>
              </a:ext>
            </a:extLst>
          </a:blip>
          <a:srcRect/>
          <a:stretch>
            <a:fillRect/>
          </a:stretch>
        </p:blipFill>
        <p:spPr bwMode="auto">
          <a:xfrm>
            <a:off x="4217279" y="1044261"/>
            <a:ext cx="913698" cy="292658"/>
          </a:xfrm>
          <a:prstGeom prst="rect">
            <a:avLst/>
          </a:prstGeom>
          <a:noFill/>
          <a:extLst>
            <a:ext uri="{909E8E84-426E-40DD-AFC4-6F175D3DCCD1}">
              <a14:hiddenFill xmlns:a14="http://schemas.microsoft.com/office/drawing/2010/main">
                <a:solidFill>
                  <a:srgbClr val="FFFFFF"/>
                </a:solidFill>
              </a14:hiddenFill>
            </a:ext>
          </a:extLst>
        </p:spPr>
      </p:pic>
      <p:pic>
        <p:nvPicPr>
          <p:cNvPr id="40" name="Picture 116">
            <a:extLst>
              <a:ext uri="{FF2B5EF4-FFF2-40B4-BE49-F238E27FC236}">
                <a16:creationId xmlns:a16="http://schemas.microsoft.com/office/drawing/2014/main" id="{FE976587-F847-3ED6-3885-DF1F9194485C}"/>
              </a:ext>
            </a:extLst>
          </p:cNvPr>
          <p:cNvPicPr>
            <a:picLocks noChangeAspect="1" noChangeArrowheads="1"/>
          </p:cNvPicPr>
          <p:nvPr/>
        </p:nvPicPr>
        <p:blipFill>
          <a:blip r:embed="rId10" cstate="print">
            <a:extLst>
              <a:ext uri="{28A0092B-C50C-407E-A947-70E740481C1C}">
                <a14:useLocalDpi xmlns:a14="http://schemas.microsoft.com/office/drawing/2010/main"/>
              </a:ext>
            </a:extLst>
          </a:blip>
          <a:srcRect/>
          <a:stretch>
            <a:fillRect/>
          </a:stretch>
        </p:blipFill>
        <p:spPr bwMode="auto">
          <a:xfrm>
            <a:off x="1961372" y="1834152"/>
            <a:ext cx="739072" cy="233391"/>
          </a:xfrm>
          <a:prstGeom prst="rect">
            <a:avLst/>
          </a:prstGeom>
          <a:noFill/>
          <a:extLst>
            <a:ext uri="{909E8E84-426E-40DD-AFC4-6F175D3DCCD1}">
              <a14:hiddenFill xmlns:a14="http://schemas.microsoft.com/office/drawing/2010/main">
                <a:solidFill>
                  <a:srgbClr val="FFFFFF"/>
                </a:solidFill>
              </a14:hiddenFill>
            </a:ext>
          </a:extLst>
        </p:spPr>
      </p:pic>
      <p:pic>
        <p:nvPicPr>
          <p:cNvPr id="41" name="Picture 118" descr="Salesforce - Wikipedia">
            <a:extLst>
              <a:ext uri="{FF2B5EF4-FFF2-40B4-BE49-F238E27FC236}">
                <a16:creationId xmlns:a16="http://schemas.microsoft.com/office/drawing/2014/main" id="{BC55F6EE-4BF2-27EA-36C5-E6B3B7D7077A}"/>
              </a:ext>
            </a:extLst>
          </p:cNvPr>
          <p:cNvPicPr>
            <a:picLocks noChangeAspect="1" noChangeArrowheads="1"/>
          </p:cNvPicPr>
          <p:nvPr/>
        </p:nvPicPr>
        <p:blipFill>
          <a:blip r:embed="rId11" cstate="print">
            <a:extLst>
              <a:ext uri="{28A0092B-C50C-407E-A947-70E740481C1C}">
                <a14:useLocalDpi xmlns:a14="http://schemas.microsoft.com/office/drawing/2010/main"/>
              </a:ext>
            </a:extLst>
          </a:blip>
          <a:srcRect/>
          <a:stretch>
            <a:fillRect/>
          </a:stretch>
        </p:blipFill>
        <p:spPr bwMode="auto">
          <a:xfrm>
            <a:off x="2939716" y="1812435"/>
            <a:ext cx="394622" cy="276824"/>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120">
            <a:extLst>
              <a:ext uri="{FF2B5EF4-FFF2-40B4-BE49-F238E27FC236}">
                <a16:creationId xmlns:a16="http://schemas.microsoft.com/office/drawing/2014/main" id="{07693D72-112C-6C85-8274-E9B41DEA0B68}"/>
              </a:ext>
            </a:extLst>
          </p:cNvPr>
          <p:cNvPicPr>
            <a:picLocks noChangeAspect="1" noChangeArrowheads="1"/>
          </p:cNvPicPr>
          <p:nvPr/>
        </p:nvPicPr>
        <p:blipFill>
          <a:blip r:embed="rId12" cstate="print">
            <a:extLst>
              <a:ext uri="{28A0092B-C50C-407E-A947-70E740481C1C}">
                <a14:useLocalDpi xmlns:a14="http://schemas.microsoft.com/office/drawing/2010/main"/>
              </a:ext>
            </a:extLst>
          </a:blip>
          <a:srcRect/>
          <a:stretch>
            <a:fillRect/>
          </a:stretch>
        </p:blipFill>
        <p:spPr bwMode="auto">
          <a:xfrm>
            <a:off x="3576858" y="1840517"/>
            <a:ext cx="1004994" cy="176249"/>
          </a:xfrm>
          <a:prstGeom prst="rect">
            <a:avLst/>
          </a:prstGeom>
          <a:noFill/>
          <a:extLst>
            <a:ext uri="{909E8E84-426E-40DD-AFC4-6F175D3DCCD1}">
              <a14:hiddenFill xmlns:a14="http://schemas.microsoft.com/office/drawing/2010/main">
                <a:solidFill>
                  <a:srgbClr val="FFFFFF"/>
                </a:solidFill>
              </a14:hiddenFill>
            </a:ext>
          </a:extLst>
        </p:spPr>
      </p:pic>
      <p:pic>
        <p:nvPicPr>
          <p:cNvPr id="43" name="Picture 42">
            <a:extLst>
              <a:ext uri="{FF2B5EF4-FFF2-40B4-BE49-F238E27FC236}">
                <a16:creationId xmlns:a16="http://schemas.microsoft.com/office/drawing/2014/main" id="{EF25F3B3-799D-1BAE-69BC-D50C4BBC2E55}"/>
              </a:ext>
            </a:extLst>
          </p:cNvPr>
          <p:cNvPicPr>
            <a:picLocks noChangeAspect="1"/>
          </p:cNvPicPr>
          <p:nvPr/>
        </p:nvPicPr>
        <p:blipFill>
          <a:blip r:embed="rId13"/>
          <a:stretch>
            <a:fillRect/>
          </a:stretch>
        </p:blipFill>
        <p:spPr>
          <a:xfrm>
            <a:off x="4650627" y="1812435"/>
            <a:ext cx="1391457" cy="311274"/>
          </a:xfrm>
          <a:prstGeom prst="rect">
            <a:avLst/>
          </a:prstGeom>
        </p:spPr>
      </p:pic>
      <p:pic>
        <p:nvPicPr>
          <p:cNvPr id="48" name="Picture 8" descr="VOIS | Find or get answers from employees">
            <a:extLst>
              <a:ext uri="{FF2B5EF4-FFF2-40B4-BE49-F238E27FC236}">
                <a16:creationId xmlns:a16="http://schemas.microsoft.com/office/drawing/2014/main" id="{7A9025E9-3FA4-0166-181F-636D76CFE19D}"/>
              </a:ext>
            </a:extLst>
          </p:cNvPr>
          <p:cNvPicPr>
            <a:picLocks noChangeAspect="1" noChangeArrowheads="1"/>
          </p:cNvPicPr>
          <p:nvPr/>
        </p:nvPicPr>
        <p:blipFill>
          <a:blip r:embed="rId14" cstate="print">
            <a:extLst>
              <a:ext uri="{28A0092B-C50C-407E-A947-70E740481C1C}">
                <a14:useLocalDpi xmlns:a14="http://schemas.microsoft.com/office/drawing/2010/main"/>
              </a:ext>
            </a:extLst>
          </a:blip>
          <a:srcRect/>
          <a:stretch>
            <a:fillRect/>
          </a:stretch>
        </p:blipFill>
        <p:spPr bwMode="auto">
          <a:xfrm>
            <a:off x="1961372" y="2264086"/>
            <a:ext cx="556444" cy="166933"/>
          </a:xfrm>
          <a:prstGeom prst="rect">
            <a:avLst/>
          </a:prstGeom>
          <a:noFill/>
          <a:extLst>
            <a:ext uri="{909E8E84-426E-40DD-AFC4-6F175D3DCCD1}">
              <a14:hiddenFill xmlns:a14="http://schemas.microsoft.com/office/drawing/2010/main">
                <a:solidFill>
                  <a:srgbClr val="FFFFFF"/>
                </a:solidFill>
              </a14:hiddenFill>
            </a:ext>
          </a:extLst>
        </p:spPr>
      </p:pic>
      <p:pic>
        <p:nvPicPr>
          <p:cNvPr id="49" name="Picture 10" descr="Airtel Logo PNG Vectors Free Download">
            <a:extLst>
              <a:ext uri="{FF2B5EF4-FFF2-40B4-BE49-F238E27FC236}">
                <a16:creationId xmlns:a16="http://schemas.microsoft.com/office/drawing/2014/main" id="{139A779F-E126-5909-F456-4C5E1B60ABBE}"/>
              </a:ext>
            </a:extLst>
          </p:cNvPr>
          <p:cNvPicPr>
            <a:picLocks noChangeAspect="1" noChangeArrowheads="1"/>
          </p:cNvPicPr>
          <p:nvPr/>
        </p:nvPicPr>
        <p:blipFill rotWithShape="1">
          <a:blip r:embed="rId15" cstate="print">
            <a:extLst>
              <a:ext uri="{28A0092B-C50C-407E-A947-70E740481C1C}">
                <a14:useLocalDpi xmlns:a14="http://schemas.microsoft.com/office/drawing/2010/main"/>
              </a:ext>
            </a:extLst>
          </a:blip>
          <a:srcRect t="31306" b="31533"/>
          <a:stretch>
            <a:fillRect/>
          </a:stretch>
        </p:blipFill>
        <p:spPr bwMode="auto">
          <a:xfrm>
            <a:off x="2702091" y="2179665"/>
            <a:ext cx="903561" cy="335775"/>
          </a:xfrm>
          <a:prstGeom prst="rect">
            <a:avLst/>
          </a:prstGeom>
          <a:noFill/>
          <a:extLst>
            <a:ext uri="{909E8E84-426E-40DD-AFC4-6F175D3DCCD1}">
              <a14:hiddenFill xmlns:a14="http://schemas.microsoft.com/office/drawing/2010/main">
                <a:solidFill>
                  <a:srgbClr val="FFFFFF"/>
                </a:solidFill>
              </a14:hiddenFill>
            </a:ext>
          </a:extLst>
        </p:spPr>
      </p:pic>
      <p:pic>
        <p:nvPicPr>
          <p:cNvPr id="50" name="Picture 49">
            <a:extLst>
              <a:ext uri="{FF2B5EF4-FFF2-40B4-BE49-F238E27FC236}">
                <a16:creationId xmlns:a16="http://schemas.microsoft.com/office/drawing/2014/main" id="{0B56CDAE-5492-C0F7-3912-07AF5D9B738B}"/>
              </a:ext>
            </a:extLst>
          </p:cNvPr>
          <p:cNvPicPr>
            <a:picLocks noChangeAspect="1"/>
          </p:cNvPicPr>
          <p:nvPr/>
        </p:nvPicPr>
        <p:blipFill>
          <a:blip r:embed="rId16" cstate="print">
            <a:extLst>
              <a:ext uri="{28A0092B-C50C-407E-A947-70E740481C1C}">
                <a14:useLocalDpi xmlns:a14="http://schemas.microsoft.com/office/drawing/2010/main"/>
              </a:ext>
            </a:extLst>
          </a:blip>
          <a:stretch>
            <a:fillRect/>
          </a:stretch>
        </p:blipFill>
        <p:spPr>
          <a:xfrm>
            <a:off x="3789927" y="2169436"/>
            <a:ext cx="599656" cy="356232"/>
          </a:xfrm>
          <a:prstGeom prst="rect">
            <a:avLst/>
          </a:prstGeom>
        </p:spPr>
      </p:pic>
      <p:pic>
        <p:nvPicPr>
          <p:cNvPr id="51" name="Picture 14" descr="Jio - Wikipedia">
            <a:extLst>
              <a:ext uri="{FF2B5EF4-FFF2-40B4-BE49-F238E27FC236}">
                <a16:creationId xmlns:a16="http://schemas.microsoft.com/office/drawing/2014/main" id="{72CA1962-EECC-C2F6-185D-80B66A929BE3}"/>
              </a:ext>
            </a:extLst>
          </p:cNvPr>
          <p:cNvPicPr>
            <a:picLocks noChangeAspect="1" noChangeArrowheads="1"/>
          </p:cNvPicPr>
          <p:nvPr/>
        </p:nvPicPr>
        <p:blipFill>
          <a:blip r:embed="rId17" cstate="print">
            <a:extLst>
              <a:ext uri="{28A0092B-C50C-407E-A947-70E740481C1C}">
                <a14:useLocalDpi xmlns:a14="http://schemas.microsoft.com/office/drawing/2010/main"/>
              </a:ext>
            </a:extLst>
          </a:blip>
          <a:srcRect/>
          <a:stretch>
            <a:fillRect/>
          </a:stretch>
        </p:blipFill>
        <p:spPr bwMode="auto">
          <a:xfrm>
            <a:off x="4573858" y="2179665"/>
            <a:ext cx="335775" cy="335775"/>
          </a:xfrm>
          <a:prstGeom prst="rect">
            <a:avLst/>
          </a:prstGeom>
          <a:noFill/>
          <a:extLst>
            <a:ext uri="{909E8E84-426E-40DD-AFC4-6F175D3DCCD1}">
              <a14:hiddenFill xmlns:a14="http://schemas.microsoft.com/office/drawing/2010/main">
                <a:solidFill>
                  <a:srgbClr val="FFFFFF"/>
                </a:solidFill>
              </a14:hiddenFill>
            </a:ext>
          </a:extLst>
        </p:spPr>
      </p:pic>
      <p:pic>
        <p:nvPicPr>
          <p:cNvPr id="52" name="Picture 16" descr="Colt Technology Services - Wikipedia">
            <a:extLst>
              <a:ext uri="{FF2B5EF4-FFF2-40B4-BE49-F238E27FC236}">
                <a16:creationId xmlns:a16="http://schemas.microsoft.com/office/drawing/2014/main" id="{A59AEC59-00E2-204D-1E23-4D185C3D5726}"/>
              </a:ext>
            </a:extLst>
          </p:cNvPr>
          <p:cNvPicPr>
            <a:picLocks noChangeAspect="1" noChangeArrowheads="1"/>
          </p:cNvPicPr>
          <p:nvPr/>
        </p:nvPicPr>
        <p:blipFill>
          <a:blip r:embed="rId18" cstate="print">
            <a:extLst>
              <a:ext uri="{28A0092B-C50C-407E-A947-70E740481C1C}">
                <a14:useLocalDpi xmlns:a14="http://schemas.microsoft.com/office/drawing/2010/main"/>
              </a:ext>
            </a:extLst>
          </a:blip>
          <a:srcRect/>
          <a:stretch>
            <a:fillRect/>
          </a:stretch>
        </p:blipFill>
        <p:spPr bwMode="auto">
          <a:xfrm>
            <a:off x="5117284" y="2206361"/>
            <a:ext cx="594452" cy="228256"/>
          </a:xfrm>
          <a:prstGeom prst="rect">
            <a:avLst/>
          </a:prstGeom>
          <a:noFill/>
          <a:extLst>
            <a:ext uri="{909E8E84-426E-40DD-AFC4-6F175D3DCCD1}">
              <a14:hiddenFill xmlns:a14="http://schemas.microsoft.com/office/drawing/2010/main">
                <a:solidFill>
                  <a:srgbClr val="FFFFFF"/>
                </a:solidFill>
              </a14:hiddenFill>
            </a:ext>
          </a:extLst>
        </p:spPr>
      </p:pic>
      <p:sp>
        <p:nvSpPr>
          <p:cNvPr id="56" name="Title 4">
            <a:extLst>
              <a:ext uri="{FF2B5EF4-FFF2-40B4-BE49-F238E27FC236}">
                <a16:creationId xmlns:a16="http://schemas.microsoft.com/office/drawing/2014/main" id="{DFCEC343-FE57-079F-FA7E-CE247C97F868}"/>
              </a:ext>
            </a:extLst>
          </p:cNvPr>
          <p:cNvSpPr txBox="1">
            <a:spLocks/>
          </p:cNvSpPr>
          <p:nvPr/>
        </p:nvSpPr>
        <p:spPr>
          <a:xfrm>
            <a:off x="381646" y="50100"/>
            <a:ext cx="11090938" cy="522240"/>
          </a:xfrm>
          <a:prstGeom prst="rect">
            <a:avLst/>
          </a:prstGeom>
        </p:spPr>
        <p:txBody>
          <a:bodyPr/>
          <a:lstStyle>
            <a:lvl1pPr marL="0" marR="0" indent="0" algn="l" defTabSz="914400" rtl="0" eaLnBrk="1" fontAlgn="auto" latinLnBrk="0" hangingPunct="1">
              <a:lnSpc>
                <a:spcPct val="90000"/>
              </a:lnSpc>
              <a:spcBef>
                <a:spcPct val="0"/>
              </a:spcBef>
              <a:spcAft>
                <a:spcPts val="0"/>
              </a:spcAft>
              <a:buClrTx/>
              <a:buSzTx/>
              <a:buFontTx/>
              <a:buNone/>
              <a:tabLst/>
              <a:defRPr kumimoji="0" lang="de-DE" sz="3200" b="0" i="0" u="none" strike="noStrike" kern="1200" cap="none" spc="0" normalizeH="0" baseline="0" noProof="0" dirty="0">
                <a:ln>
                  <a:noFill/>
                </a:ln>
                <a:solidFill>
                  <a:schemeClr val="tx1"/>
                </a:solidFill>
                <a:effectLst/>
                <a:uLnTx/>
                <a:uFillTx/>
                <a:latin typeface="+mj-lt"/>
                <a:ea typeface="+mj-ea"/>
                <a:cs typeface="+mj-cs"/>
              </a:defRPr>
            </a:lvl1pPr>
          </a:lstStyle>
          <a:p>
            <a:r>
              <a:rPr lang="en-US"/>
              <a:t>GROW: </a:t>
            </a:r>
          </a:p>
        </p:txBody>
      </p:sp>
      <p:sp>
        <p:nvSpPr>
          <p:cNvPr id="57" name="TextBox 56">
            <a:extLst>
              <a:ext uri="{FF2B5EF4-FFF2-40B4-BE49-F238E27FC236}">
                <a16:creationId xmlns:a16="http://schemas.microsoft.com/office/drawing/2014/main" id="{F0A9A686-CE43-F720-6B12-53C8575BF558}"/>
              </a:ext>
            </a:extLst>
          </p:cNvPr>
          <p:cNvSpPr txBox="1"/>
          <p:nvPr/>
        </p:nvSpPr>
        <p:spPr>
          <a:xfrm>
            <a:off x="9703293" y="612215"/>
            <a:ext cx="1633491" cy="340735"/>
          </a:xfrm>
          <a:prstGeom prst="rect">
            <a:avLst/>
          </a:prstGeom>
          <a:noFill/>
        </p:spPr>
        <p:txBody>
          <a:bodyPr vert="horz" wrap="square" lIns="90000" tIns="46800" rIns="90000" bIns="46800" rtlCol="0" anchor="ctr">
            <a:spAutoFit/>
          </a:bodyPr>
          <a:lstStyle/>
          <a:p>
            <a:pPr algn="ctr">
              <a:spcBef>
                <a:spcPct val="0"/>
              </a:spcBef>
            </a:pPr>
            <a:r>
              <a:rPr lang="en-US" sz="1600" b="1">
                <a:solidFill>
                  <a:srgbClr val="00B050"/>
                </a:solidFill>
              </a:rPr>
              <a:t>Achieved (KE)</a:t>
            </a:r>
            <a:endParaRPr lang="en-IN" sz="1600" b="1">
              <a:solidFill>
                <a:srgbClr val="00B050"/>
              </a:solidFill>
            </a:endParaRPr>
          </a:p>
        </p:txBody>
      </p:sp>
      <p:sp>
        <p:nvSpPr>
          <p:cNvPr id="58" name="TextBox 57">
            <a:extLst>
              <a:ext uri="{FF2B5EF4-FFF2-40B4-BE49-F238E27FC236}">
                <a16:creationId xmlns:a16="http://schemas.microsoft.com/office/drawing/2014/main" id="{F1E859A1-D710-8239-753D-089ACA6D2622}"/>
              </a:ext>
            </a:extLst>
          </p:cNvPr>
          <p:cNvSpPr txBox="1"/>
          <p:nvPr/>
        </p:nvSpPr>
        <p:spPr>
          <a:xfrm>
            <a:off x="7225668" y="601378"/>
            <a:ext cx="1874520" cy="340735"/>
          </a:xfrm>
          <a:prstGeom prst="rect">
            <a:avLst/>
          </a:prstGeom>
          <a:noFill/>
        </p:spPr>
        <p:txBody>
          <a:bodyPr vert="horz" wrap="square" lIns="90000" tIns="46800" rIns="90000" bIns="46800" rtlCol="0" anchor="ctr">
            <a:spAutoFit/>
          </a:bodyPr>
          <a:lstStyle/>
          <a:p>
            <a:pPr algn="l">
              <a:spcBef>
                <a:spcPct val="0"/>
              </a:spcBef>
            </a:pPr>
            <a:r>
              <a:rPr lang="en-US" sz="1600" b="1">
                <a:solidFill>
                  <a:schemeClr val="accent1"/>
                </a:solidFill>
              </a:rPr>
              <a:t>FY26 Target (KE)</a:t>
            </a:r>
            <a:endParaRPr lang="en-IN" sz="1600" b="1">
              <a:solidFill>
                <a:schemeClr val="accent1"/>
              </a:solidFill>
            </a:endParaRPr>
          </a:p>
        </p:txBody>
      </p:sp>
      <p:sp>
        <p:nvSpPr>
          <p:cNvPr id="59" name="TextBox 58">
            <a:extLst>
              <a:ext uri="{FF2B5EF4-FFF2-40B4-BE49-F238E27FC236}">
                <a16:creationId xmlns:a16="http://schemas.microsoft.com/office/drawing/2014/main" id="{DD7E49D6-7287-55B4-95FD-82D7A895B83A}"/>
              </a:ext>
            </a:extLst>
          </p:cNvPr>
          <p:cNvSpPr txBox="1"/>
          <p:nvPr/>
        </p:nvSpPr>
        <p:spPr>
          <a:xfrm>
            <a:off x="595407" y="612216"/>
            <a:ext cx="3325247" cy="340735"/>
          </a:xfrm>
          <a:prstGeom prst="rect">
            <a:avLst/>
          </a:prstGeom>
          <a:noFill/>
        </p:spPr>
        <p:txBody>
          <a:bodyPr vert="horz" wrap="none" lIns="90000" tIns="46800" rIns="90000" bIns="46800" rtlCol="0" anchor="ctr">
            <a:spAutoFit/>
          </a:bodyPr>
          <a:lstStyle/>
          <a:p>
            <a:pPr algn="l">
              <a:spcBef>
                <a:spcPct val="0"/>
              </a:spcBef>
            </a:pPr>
            <a:r>
              <a:rPr lang="en-IN" sz="1600" b="1">
                <a:solidFill>
                  <a:schemeClr val="accent1"/>
                </a:solidFill>
              </a:rPr>
              <a:t>Unlocking opportunity pipelines</a:t>
            </a:r>
          </a:p>
        </p:txBody>
      </p:sp>
      <p:pic>
        <p:nvPicPr>
          <p:cNvPr id="5" name="Picture 52">
            <a:extLst>
              <a:ext uri="{FF2B5EF4-FFF2-40B4-BE49-F238E27FC236}">
                <a16:creationId xmlns:a16="http://schemas.microsoft.com/office/drawing/2014/main" id="{713B03F0-F572-758C-A5D6-E08D2A3EA7B2}"/>
              </a:ext>
            </a:extLst>
          </p:cNvPr>
          <p:cNvPicPr>
            <a:picLocks noChangeAspect="1" noChangeArrowheads="1"/>
          </p:cNvPicPr>
          <p:nvPr/>
        </p:nvPicPr>
        <p:blipFill>
          <a:blip r:embed="rId19" cstate="print">
            <a:extLst>
              <a:ext uri="{28A0092B-C50C-407E-A947-70E740481C1C}">
                <a14:useLocalDpi xmlns:a14="http://schemas.microsoft.com/office/drawing/2010/main"/>
              </a:ext>
            </a:extLst>
          </a:blip>
          <a:srcRect/>
          <a:stretch>
            <a:fillRect/>
          </a:stretch>
        </p:blipFill>
        <p:spPr bwMode="auto">
          <a:xfrm>
            <a:off x="1912086" y="2633960"/>
            <a:ext cx="1211460" cy="319536"/>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3BCF1A9B-7555-A1C7-1CDC-FB849B48874E}"/>
              </a:ext>
            </a:extLst>
          </p:cNvPr>
          <p:cNvSpPr txBox="1"/>
          <p:nvPr/>
        </p:nvSpPr>
        <p:spPr>
          <a:xfrm>
            <a:off x="3092797" y="2662190"/>
            <a:ext cx="1151575" cy="233014"/>
          </a:xfrm>
          <a:prstGeom prst="rect">
            <a:avLst/>
          </a:prstGeom>
          <a:noFill/>
        </p:spPr>
        <p:txBody>
          <a:bodyPr vert="horz" wrap="none" lIns="90000" tIns="46800" rIns="90000" bIns="46800" rtlCol="0" anchor="ctr">
            <a:sp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IN" sz="900" b="1" i="0" u="none" strike="noStrike" kern="1200" cap="none" spc="0" normalizeH="0" baseline="0" noProof="0">
                <a:ln>
                  <a:noFill/>
                </a:ln>
                <a:solidFill>
                  <a:srgbClr val="000000"/>
                </a:solidFill>
                <a:effectLst/>
                <a:uLnTx/>
                <a:uFillTx/>
                <a:latin typeface="Ubuntu"/>
                <a:ea typeface="+mn-ea"/>
                <a:cs typeface="+mn-cs"/>
              </a:rPr>
              <a:t>(Denmark &amp; Italy)</a:t>
            </a:r>
          </a:p>
        </p:txBody>
      </p:sp>
      <p:pic>
        <p:nvPicPr>
          <p:cNvPr id="7" name="Picture 54" descr="Telekom Logo, symbol, meaning, history ...">
            <a:extLst>
              <a:ext uri="{FF2B5EF4-FFF2-40B4-BE49-F238E27FC236}">
                <a16:creationId xmlns:a16="http://schemas.microsoft.com/office/drawing/2014/main" id="{6A3B7079-A869-2F93-31B2-453B93D0E37A}"/>
              </a:ext>
            </a:extLst>
          </p:cNvPr>
          <p:cNvPicPr>
            <a:picLocks noChangeAspect="1" noChangeArrowheads="1"/>
          </p:cNvPicPr>
          <p:nvPr/>
        </p:nvPicPr>
        <p:blipFill rotWithShape="1">
          <a:blip r:embed="rId20" cstate="print">
            <a:extLst>
              <a:ext uri="{28A0092B-C50C-407E-A947-70E740481C1C}">
                <a14:useLocalDpi xmlns:a14="http://schemas.microsoft.com/office/drawing/2010/main"/>
              </a:ext>
            </a:extLst>
          </a:blip>
          <a:srcRect t="26719" b="28553"/>
          <a:stretch>
            <a:fillRect/>
          </a:stretch>
        </p:blipFill>
        <p:spPr bwMode="auto">
          <a:xfrm>
            <a:off x="4438785" y="2633960"/>
            <a:ext cx="986298" cy="247040"/>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98" descr="NBN Co - Wikipedia">
            <a:extLst>
              <a:ext uri="{FF2B5EF4-FFF2-40B4-BE49-F238E27FC236}">
                <a16:creationId xmlns:a16="http://schemas.microsoft.com/office/drawing/2014/main" id="{132A87BF-711D-3469-4944-3FF28B941D00}"/>
              </a:ext>
            </a:extLst>
          </p:cNvPr>
          <p:cNvPicPr>
            <a:picLocks noChangeAspect="1" noChangeArrowheads="1"/>
          </p:cNvPicPr>
          <p:nvPr/>
        </p:nvPicPr>
        <p:blipFill>
          <a:blip r:embed="rId21" cstate="print">
            <a:extLst>
              <a:ext uri="{28A0092B-C50C-407E-A947-70E740481C1C}">
                <a14:useLocalDpi xmlns:a14="http://schemas.microsoft.com/office/drawing/2010/main"/>
              </a:ext>
            </a:extLst>
          </a:blip>
          <a:srcRect/>
          <a:stretch>
            <a:fillRect/>
          </a:stretch>
        </p:blipFill>
        <p:spPr bwMode="auto">
          <a:xfrm>
            <a:off x="1961372" y="3071532"/>
            <a:ext cx="818420" cy="247174"/>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100" descr="Logos">
            <a:extLst>
              <a:ext uri="{FF2B5EF4-FFF2-40B4-BE49-F238E27FC236}">
                <a16:creationId xmlns:a16="http://schemas.microsoft.com/office/drawing/2014/main" id="{511F9FEE-7647-20EA-FB97-E36F7406FA10}"/>
              </a:ext>
            </a:extLst>
          </p:cNvPr>
          <p:cNvPicPr>
            <a:picLocks noChangeAspect="1" noChangeArrowheads="1"/>
          </p:cNvPicPr>
          <p:nvPr/>
        </p:nvPicPr>
        <p:blipFill>
          <a:blip r:embed="rId22" cstate="print">
            <a:extLst>
              <a:ext uri="{28A0092B-C50C-407E-A947-70E740481C1C}">
                <a14:useLocalDpi xmlns:a14="http://schemas.microsoft.com/office/drawing/2010/main"/>
              </a:ext>
            </a:extLst>
          </a:blip>
          <a:srcRect/>
          <a:stretch>
            <a:fillRect/>
          </a:stretch>
        </p:blipFill>
        <p:spPr bwMode="auto">
          <a:xfrm>
            <a:off x="2815957" y="3084012"/>
            <a:ext cx="911808" cy="181274"/>
          </a:xfrm>
          <a:prstGeom prst="rect">
            <a:avLst/>
          </a:prstGeom>
          <a:noFill/>
          <a:extLst>
            <a:ext uri="{909E8E84-426E-40DD-AFC4-6F175D3DCCD1}">
              <a14:hiddenFill xmlns:a14="http://schemas.microsoft.com/office/drawing/2010/main">
                <a:solidFill>
                  <a:srgbClr val="FFFFFF"/>
                </a:solidFill>
              </a14:hiddenFill>
            </a:ext>
          </a:extLst>
        </p:spPr>
      </p:pic>
      <p:pic>
        <p:nvPicPr>
          <p:cNvPr id="60" name="Picture 104" descr="Telstra new logo transparent PNG - StickPNG">
            <a:extLst>
              <a:ext uri="{FF2B5EF4-FFF2-40B4-BE49-F238E27FC236}">
                <a16:creationId xmlns:a16="http://schemas.microsoft.com/office/drawing/2014/main" id="{E034ABF4-A3D1-E64B-DB60-9E6E5CBD9347}"/>
              </a:ext>
            </a:extLst>
          </p:cNvPr>
          <p:cNvPicPr>
            <a:picLocks noChangeAspect="1" noChangeArrowheads="1"/>
          </p:cNvPicPr>
          <p:nvPr/>
        </p:nvPicPr>
        <p:blipFill>
          <a:blip r:embed="rId23" cstate="print">
            <a:extLst>
              <a:ext uri="{28A0092B-C50C-407E-A947-70E740481C1C}">
                <a14:useLocalDpi xmlns:a14="http://schemas.microsoft.com/office/drawing/2010/main"/>
              </a:ext>
            </a:extLst>
          </a:blip>
          <a:srcRect/>
          <a:stretch>
            <a:fillRect/>
          </a:stretch>
        </p:blipFill>
        <p:spPr bwMode="auto">
          <a:xfrm>
            <a:off x="3852546" y="3084012"/>
            <a:ext cx="899191" cy="247908"/>
          </a:xfrm>
          <a:prstGeom prst="rect">
            <a:avLst/>
          </a:prstGeom>
          <a:noFill/>
          <a:extLst>
            <a:ext uri="{909E8E84-426E-40DD-AFC4-6F175D3DCCD1}">
              <a14:hiddenFill xmlns:a14="http://schemas.microsoft.com/office/drawing/2010/main">
                <a:solidFill>
                  <a:srgbClr val="FFFFFF"/>
                </a:solidFill>
              </a14:hiddenFill>
            </a:ext>
          </a:extLst>
        </p:spPr>
      </p:pic>
      <p:pic>
        <p:nvPicPr>
          <p:cNvPr id="61" name="Picture 106" descr="One NZ - Wikipedia">
            <a:extLst>
              <a:ext uri="{FF2B5EF4-FFF2-40B4-BE49-F238E27FC236}">
                <a16:creationId xmlns:a16="http://schemas.microsoft.com/office/drawing/2014/main" id="{71589361-6C45-3559-970C-C5B881D6E263}"/>
              </a:ext>
            </a:extLst>
          </p:cNvPr>
          <p:cNvPicPr>
            <a:picLocks noChangeAspect="1" noChangeArrowheads="1"/>
          </p:cNvPicPr>
          <p:nvPr/>
        </p:nvPicPr>
        <p:blipFill>
          <a:blip r:embed="rId24" cstate="print">
            <a:extLst>
              <a:ext uri="{28A0092B-C50C-407E-A947-70E740481C1C}">
                <a14:useLocalDpi xmlns:a14="http://schemas.microsoft.com/office/drawing/2010/main"/>
              </a:ext>
            </a:extLst>
          </a:blip>
          <a:srcRect/>
          <a:stretch>
            <a:fillRect/>
          </a:stretch>
        </p:blipFill>
        <p:spPr bwMode="auto">
          <a:xfrm>
            <a:off x="4905555" y="3012244"/>
            <a:ext cx="923145" cy="324810"/>
          </a:xfrm>
          <a:prstGeom prst="rect">
            <a:avLst/>
          </a:prstGeom>
          <a:noFill/>
          <a:extLst>
            <a:ext uri="{909E8E84-426E-40DD-AFC4-6F175D3DCCD1}">
              <a14:hiddenFill xmlns:a14="http://schemas.microsoft.com/office/drawing/2010/main">
                <a:solidFill>
                  <a:srgbClr val="FFFFFF"/>
                </a:solidFill>
              </a14:hiddenFill>
            </a:ext>
          </a:extLst>
        </p:spPr>
      </p:pic>
      <p:pic>
        <p:nvPicPr>
          <p:cNvPr id="62" name="Picture 110" descr="WESCO International - Wikipedia">
            <a:extLst>
              <a:ext uri="{FF2B5EF4-FFF2-40B4-BE49-F238E27FC236}">
                <a16:creationId xmlns:a16="http://schemas.microsoft.com/office/drawing/2014/main" id="{70F70D08-BCC8-D061-0988-74D27F90774A}"/>
              </a:ext>
            </a:extLst>
          </p:cNvPr>
          <p:cNvPicPr>
            <a:picLocks noChangeAspect="1" noChangeArrowheads="1"/>
          </p:cNvPicPr>
          <p:nvPr/>
        </p:nvPicPr>
        <p:blipFill>
          <a:blip r:embed="rId25" cstate="print">
            <a:extLst>
              <a:ext uri="{28A0092B-C50C-407E-A947-70E740481C1C}">
                <a14:useLocalDpi xmlns:a14="http://schemas.microsoft.com/office/drawing/2010/main"/>
              </a:ext>
            </a:extLst>
          </a:blip>
          <a:srcRect/>
          <a:stretch>
            <a:fillRect/>
          </a:stretch>
        </p:blipFill>
        <p:spPr bwMode="auto">
          <a:xfrm>
            <a:off x="2010381" y="3862765"/>
            <a:ext cx="350165" cy="269463"/>
          </a:xfrm>
          <a:prstGeom prst="rect">
            <a:avLst/>
          </a:prstGeom>
          <a:noFill/>
          <a:extLst>
            <a:ext uri="{909E8E84-426E-40DD-AFC4-6F175D3DCCD1}">
              <a14:hiddenFill xmlns:a14="http://schemas.microsoft.com/office/drawing/2010/main">
                <a:solidFill>
                  <a:srgbClr val="FFFFFF"/>
                </a:solidFill>
              </a14:hiddenFill>
            </a:ext>
          </a:extLst>
        </p:spPr>
      </p:pic>
      <p:pic>
        <p:nvPicPr>
          <p:cNvPr id="63" name="Picture 112" descr="Polamco / TE Connectivity - Product ...">
            <a:extLst>
              <a:ext uri="{FF2B5EF4-FFF2-40B4-BE49-F238E27FC236}">
                <a16:creationId xmlns:a16="http://schemas.microsoft.com/office/drawing/2014/main" id="{EEB091CD-A839-E00F-CEDF-F09364455A57}"/>
              </a:ext>
            </a:extLst>
          </p:cNvPr>
          <p:cNvPicPr>
            <a:picLocks noChangeAspect="1" noChangeArrowheads="1"/>
          </p:cNvPicPr>
          <p:nvPr/>
        </p:nvPicPr>
        <p:blipFill>
          <a:blip r:embed="rId26" cstate="print">
            <a:extLst>
              <a:ext uri="{28A0092B-C50C-407E-A947-70E740481C1C}">
                <a14:useLocalDpi xmlns:a14="http://schemas.microsoft.com/office/drawing/2010/main"/>
              </a:ext>
            </a:extLst>
          </a:blip>
          <a:srcRect/>
          <a:stretch>
            <a:fillRect/>
          </a:stretch>
        </p:blipFill>
        <p:spPr bwMode="auto">
          <a:xfrm>
            <a:off x="2604447" y="3851785"/>
            <a:ext cx="633644" cy="316822"/>
          </a:xfrm>
          <a:prstGeom prst="rect">
            <a:avLst/>
          </a:prstGeom>
          <a:noFill/>
          <a:extLst>
            <a:ext uri="{909E8E84-426E-40DD-AFC4-6F175D3DCCD1}">
              <a14:hiddenFill xmlns:a14="http://schemas.microsoft.com/office/drawing/2010/main">
                <a:solidFill>
                  <a:srgbClr val="FFFFFF"/>
                </a:solidFill>
              </a14:hiddenFill>
            </a:ext>
          </a:extLst>
        </p:spPr>
      </p:pic>
      <p:pic>
        <p:nvPicPr>
          <p:cNvPr id="2048" name="Picture 114" descr="ServiceNow logo transparent PNG - StickPNG">
            <a:extLst>
              <a:ext uri="{FF2B5EF4-FFF2-40B4-BE49-F238E27FC236}">
                <a16:creationId xmlns:a16="http://schemas.microsoft.com/office/drawing/2014/main" id="{E4C8C0A0-0B84-7C48-24AF-84CF3F86F084}"/>
              </a:ext>
            </a:extLst>
          </p:cNvPr>
          <p:cNvPicPr>
            <a:picLocks noChangeAspect="1" noChangeArrowheads="1"/>
          </p:cNvPicPr>
          <p:nvPr/>
        </p:nvPicPr>
        <p:blipFill>
          <a:blip r:embed="rId27" cstate="print">
            <a:extLst>
              <a:ext uri="{28A0092B-C50C-407E-A947-70E740481C1C}">
                <a14:useLocalDpi xmlns:a14="http://schemas.microsoft.com/office/drawing/2010/main"/>
              </a:ext>
            </a:extLst>
          </a:blip>
          <a:srcRect/>
          <a:stretch>
            <a:fillRect/>
          </a:stretch>
        </p:blipFill>
        <p:spPr bwMode="auto">
          <a:xfrm>
            <a:off x="3357650" y="3864358"/>
            <a:ext cx="1292977" cy="223093"/>
          </a:xfrm>
          <a:prstGeom prst="rect">
            <a:avLst/>
          </a:prstGeom>
          <a:noFill/>
          <a:extLst>
            <a:ext uri="{909E8E84-426E-40DD-AFC4-6F175D3DCCD1}">
              <a14:hiddenFill xmlns:a14="http://schemas.microsoft.com/office/drawing/2010/main">
                <a:solidFill>
                  <a:srgbClr val="FFFFFF"/>
                </a:solidFill>
              </a14:hiddenFill>
            </a:ext>
          </a:extLst>
        </p:spPr>
      </p:pic>
      <p:pic>
        <p:nvPicPr>
          <p:cNvPr id="2049" name="Picture 42">
            <a:extLst>
              <a:ext uri="{FF2B5EF4-FFF2-40B4-BE49-F238E27FC236}">
                <a16:creationId xmlns:a16="http://schemas.microsoft.com/office/drawing/2014/main" id="{EAC514FE-98B0-6CE2-B34F-C9C5CEE8ADD2}"/>
              </a:ext>
            </a:extLst>
          </p:cNvPr>
          <p:cNvPicPr>
            <a:picLocks noChangeAspect="1" noChangeArrowheads="1"/>
          </p:cNvPicPr>
          <p:nvPr/>
        </p:nvPicPr>
        <p:blipFill>
          <a:blip r:embed="rId28" cstate="print">
            <a:extLst>
              <a:ext uri="{28A0092B-C50C-407E-A947-70E740481C1C}">
                <a14:useLocalDpi xmlns:a14="http://schemas.microsoft.com/office/drawing/2010/main"/>
              </a:ext>
            </a:extLst>
          </a:blip>
          <a:srcRect/>
          <a:stretch>
            <a:fillRect/>
          </a:stretch>
        </p:blipFill>
        <p:spPr bwMode="auto">
          <a:xfrm>
            <a:off x="1980228" y="4305523"/>
            <a:ext cx="750096" cy="295429"/>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44">
            <a:extLst>
              <a:ext uri="{FF2B5EF4-FFF2-40B4-BE49-F238E27FC236}">
                <a16:creationId xmlns:a16="http://schemas.microsoft.com/office/drawing/2014/main" id="{4879EA07-3D16-A41A-A3F5-B8D149A774DC}"/>
              </a:ext>
            </a:extLst>
          </p:cNvPr>
          <p:cNvPicPr>
            <a:picLocks noChangeAspect="1" noChangeArrowheads="1"/>
          </p:cNvPicPr>
          <p:nvPr/>
        </p:nvPicPr>
        <p:blipFill>
          <a:blip r:embed="rId29" cstate="print">
            <a:extLst>
              <a:ext uri="{28A0092B-C50C-407E-A947-70E740481C1C}">
                <a14:useLocalDpi xmlns:a14="http://schemas.microsoft.com/office/drawing/2010/main"/>
              </a:ext>
            </a:extLst>
          </a:blip>
          <a:srcRect/>
          <a:stretch>
            <a:fillRect/>
          </a:stretch>
        </p:blipFill>
        <p:spPr bwMode="auto">
          <a:xfrm>
            <a:off x="2987118" y="4369526"/>
            <a:ext cx="860784" cy="167422"/>
          </a:xfrm>
          <a:prstGeom prst="rect">
            <a:avLst/>
          </a:prstGeom>
          <a:noFill/>
          <a:extLst>
            <a:ext uri="{909E8E84-426E-40DD-AFC4-6F175D3DCCD1}">
              <a14:hiddenFill xmlns:a14="http://schemas.microsoft.com/office/drawing/2010/main">
                <a:solidFill>
                  <a:srgbClr val="FFFFFF"/>
                </a:solidFill>
              </a14:hiddenFill>
            </a:ext>
          </a:extLst>
        </p:spPr>
      </p:pic>
      <p:pic>
        <p:nvPicPr>
          <p:cNvPr id="2051" name="Picture 80" descr="Nuuday Design Guide — nuuday Logo">
            <a:extLst>
              <a:ext uri="{FF2B5EF4-FFF2-40B4-BE49-F238E27FC236}">
                <a16:creationId xmlns:a16="http://schemas.microsoft.com/office/drawing/2014/main" id="{04E693FD-3FD7-B5FD-FD54-353E994018A7}"/>
              </a:ext>
            </a:extLst>
          </p:cNvPr>
          <p:cNvPicPr>
            <a:picLocks noChangeAspect="1" noChangeArrowheads="1"/>
          </p:cNvPicPr>
          <p:nvPr/>
        </p:nvPicPr>
        <p:blipFill rotWithShape="1">
          <a:blip r:embed="rId30" cstate="print">
            <a:extLst>
              <a:ext uri="{28A0092B-C50C-407E-A947-70E740481C1C}">
                <a14:useLocalDpi xmlns:a14="http://schemas.microsoft.com/office/drawing/2010/main"/>
              </a:ext>
            </a:extLst>
          </a:blip>
          <a:srcRect l="5554" t="23342" r="10739" b="11796"/>
          <a:stretch>
            <a:fillRect/>
          </a:stretch>
        </p:blipFill>
        <p:spPr bwMode="auto">
          <a:xfrm>
            <a:off x="2015588" y="4703127"/>
            <a:ext cx="1120848" cy="283599"/>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6" descr="Peerless Technologies Corp. | Fairborn OH">
            <a:extLst>
              <a:ext uri="{FF2B5EF4-FFF2-40B4-BE49-F238E27FC236}">
                <a16:creationId xmlns:a16="http://schemas.microsoft.com/office/drawing/2014/main" id="{5B9C635A-31BF-F4EF-6757-7A2AA176F9A0}"/>
              </a:ext>
            </a:extLst>
          </p:cNvPr>
          <p:cNvPicPr>
            <a:picLocks noChangeAspect="1" noChangeArrowheads="1"/>
          </p:cNvPicPr>
          <p:nvPr/>
        </p:nvPicPr>
        <p:blipFill rotWithShape="1">
          <a:blip r:embed="rId31" cstate="print">
            <a:extLst>
              <a:ext uri="{28A0092B-C50C-407E-A947-70E740481C1C}">
                <a14:useLocalDpi xmlns:a14="http://schemas.microsoft.com/office/drawing/2010/main"/>
              </a:ext>
            </a:extLst>
          </a:blip>
          <a:srcRect l="-275"/>
          <a:stretch>
            <a:fillRect/>
          </a:stretch>
        </p:blipFill>
        <p:spPr bwMode="auto">
          <a:xfrm>
            <a:off x="1949654" y="5074255"/>
            <a:ext cx="404997" cy="295430"/>
          </a:xfrm>
          <a:prstGeom prst="rect">
            <a:avLst/>
          </a:prstGeom>
          <a:noFill/>
          <a:extLst>
            <a:ext uri="{909E8E84-426E-40DD-AFC4-6F175D3DCCD1}">
              <a14:hiddenFill xmlns:a14="http://schemas.microsoft.com/office/drawing/2010/main">
                <a:solidFill>
                  <a:srgbClr val="FFFFFF"/>
                </a:solidFill>
              </a14:hiddenFill>
            </a:ext>
          </a:extLst>
        </p:spPr>
      </p:pic>
      <p:pic>
        <p:nvPicPr>
          <p:cNvPr id="2053" name="Picture 48">
            <a:extLst>
              <a:ext uri="{FF2B5EF4-FFF2-40B4-BE49-F238E27FC236}">
                <a16:creationId xmlns:a16="http://schemas.microsoft.com/office/drawing/2014/main" id="{9A056403-5540-3590-8902-7ECB423032D4}"/>
              </a:ext>
            </a:extLst>
          </p:cNvPr>
          <p:cNvPicPr>
            <a:picLocks noChangeAspect="1" noChangeArrowheads="1"/>
          </p:cNvPicPr>
          <p:nvPr/>
        </p:nvPicPr>
        <p:blipFill>
          <a:blip r:embed="rId32" cstate="print">
            <a:extLst>
              <a:ext uri="{28A0092B-C50C-407E-A947-70E740481C1C}">
                <a14:useLocalDpi xmlns:a14="http://schemas.microsoft.com/office/drawing/2010/main"/>
              </a:ext>
            </a:extLst>
          </a:blip>
          <a:srcRect/>
          <a:stretch>
            <a:fillRect/>
          </a:stretch>
        </p:blipFill>
        <p:spPr bwMode="auto">
          <a:xfrm>
            <a:off x="2583056" y="5109362"/>
            <a:ext cx="601003" cy="241080"/>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50" descr="STMicroelectronics logo in transparent ...">
            <a:extLst>
              <a:ext uri="{FF2B5EF4-FFF2-40B4-BE49-F238E27FC236}">
                <a16:creationId xmlns:a16="http://schemas.microsoft.com/office/drawing/2014/main" id="{32DBD9D7-6659-4C8C-4CBD-67BD8DAA8C83}"/>
              </a:ext>
            </a:extLst>
          </p:cNvPr>
          <p:cNvPicPr>
            <a:picLocks noChangeAspect="1" noChangeArrowheads="1"/>
          </p:cNvPicPr>
          <p:nvPr/>
        </p:nvPicPr>
        <p:blipFill>
          <a:blip r:embed="rId33" cstate="print">
            <a:extLst>
              <a:ext uri="{28A0092B-C50C-407E-A947-70E740481C1C}">
                <a14:useLocalDpi xmlns:a14="http://schemas.microsoft.com/office/drawing/2010/main"/>
              </a:ext>
            </a:extLst>
          </a:blip>
          <a:srcRect/>
          <a:stretch>
            <a:fillRect/>
          </a:stretch>
        </p:blipFill>
        <p:spPr bwMode="auto">
          <a:xfrm>
            <a:off x="3457378" y="5006343"/>
            <a:ext cx="563035" cy="299798"/>
          </a:xfrm>
          <a:prstGeom prst="rect">
            <a:avLst/>
          </a:prstGeom>
          <a:noFill/>
          <a:extLst>
            <a:ext uri="{909E8E84-426E-40DD-AFC4-6F175D3DCCD1}">
              <a14:hiddenFill xmlns:a14="http://schemas.microsoft.com/office/drawing/2010/main">
                <a:solidFill>
                  <a:srgbClr val="FFFFFF"/>
                </a:solidFill>
              </a14:hiddenFill>
            </a:ext>
          </a:extLst>
        </p:spPr>
      </p:pic>
      <p:pic>
        <p:nvPicPr>
          <p:cNvPr id="2055" name="Picture 82">
            <a:extLst>
              <a:ext uri="{FF2B5EF4-FFF2-40B4-BE49-F238E27FC236}">
                <a16:creationId xmlns:a16="http://schemas.microsoft.com/office/drawing/2014/main" id="{D6C7D3D6-5CAA-755F-20F4-8CBCAF575410}"/>
              </a:ext>
            </a:extLst>
          </p:cNvPr>
          <p:cNvPicPr>
            <a:picLocks noChangeAspect="1" noChangeArrowheads="1"/>
          </p:cNvPicPr>
          <p:nvPr/>
        </p:nvPicPr>
        <p:blipFill>
          <a:blip r:embed="rId34" cstate="print">
            <a:extLst>
              <a:ext uri="{28A0092B-C50C-407E-A947-70E740481C1C}">
                <a14:useLocalDpi xmlns:a14="http://schemas.microsoft.com/office/drawing/2010/main"/>
              </a:ext>
            </a:extLst>
          </a:blip>
          <a:srcRect/>
          <a:stretch>
            <a:fillRect/>
          </a:stretch>
        </p:blipFill>
        <p:spPr bwMode="auto">
          <a:xfrm>
            <a:off x="1953172" y="5426955"/>
            <a:ext cx="1292977" cy="291381"/>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4" descr="Tata Sons Ventures Into E-Commerce ...">
            <a:extLst>
              <a:ext uri="{FF2B5EF4-FFF2-40B4-BE49-F238E27FC236}">
                <a16:creationId xmlns:a16="http://schemas.microsoft.com/office/drawing/2014/main" id="{3EF5CA3F-B0C5-F9DE-1D4C-312CF0A9CF09}"/>
              </a:ext>
            </a:extLst>
          </p:cNvPr>
          <p:cNvPicPr>
            <a:picLocks noChangeAspect="1" noChangeArrowheads="1"/>
          </p:cNvPicPr>
          <p:nvPr/>
        </p:nvPicPr>
        <p:blipFill>
          <a:blip r:embed="rId35" cstate="print">
            <a:extLst>
              <a:ext uri="{28A0092B-C50C-407E-A947-70E740481C1C}">
                <a14:useLocalDpi xmlns:a14="http://schemas.microsoft.com/office/drawing/2010/main"/>
              </a:ext>
            </a:extLst>
          </a:blip>
          <a:srcRect/>
          <a:stretch>
            <a:fillRect/>
          </a:stretch>
        </p:blipFill>
        <p:spPr bwMode="auto">
          <a:xfrm>
            <a:off x="3462924" y="5426956"/>
            <a:ext cx="476099" cy="316822"/>
          </a:xfrm>
          <a:prstGeom prst="rect">
            <a:avLst/>
          </a:prstGeom>
          <a:noFill/>
          <a:extLst>
            <a:ext uri="{909E8E84-426E-40DD-AFC4-6F175D3DCCD1}">
              <a14:hiddenFill xmlns:a14="http://schemas.microsoft.com/office/drawing/2010/main">
                <a:solidFill>
                  <a:srgbClr val="FFFFFF"/>
                </a:solidFill>
              </a14:hiddenFill>
            </a:ext>
          </a:extLst>
        </p:spPr>
      </p:pic>
      <p:pic>
        <p:nvPicPr>
          <p:cNvPr id="2057" name="Picture 72">
            <a:extLst>
              <a:ext uri="{FF2B5EF4-FFF2-40B4-BE49-F238E27FC236}">
                <a16:creationId xmlns:a16="http://schemas.microsoft.com/office/drawing/2014/main" id="{8AA1BAC8-99E3-E397-2C74-EC6A5ACA842C}"/>
              </a:ext>
            </a:extLst>
          </p:cNvPr>
          <p:cNvPicPr>
            <a:picLocks noChangeAspect="1" noChangeArrowheads="1"/>
          </p:cNvPicPr>
          <p:nvPr/>
        </p:nvPicPr>
        <p:blipFill>
          <a:blip r:embed="rId36" cstate="print">
            <a:extLst>
              <a:ext uri="{28A0092B-C50C-407E-A947-70E740481C1C}">
                <a14:useLocalDpi xmlns:a14="http://schemas.microsoft.com/office/drawing/2010/main"/>
              </a:ext>
            </a:extLst>
          </a:blip>
          <a:srcRect/>
          <a:stretch>
            <a:fillRect/>
          </a:stretch>
        </p:blipFill>
        <p:spPr bwMode="auto">
          <a:xfrm>
            <a:off x="1961372" y="3486757"/>
            <a:ext cx="899191" cy="181274"/>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78">
            <a:extLst>
              <a:ext uri="{FF2B5EF4-FFF2-40B4-BE49-F238E27FC236}">
                <a16:creationId xmlns:a16="http://schemas.microsoft.com/office/drawing/2014/main" id="{6899386D-6303-2655-810E-8123A4166FDC}"/>
              </a:ext>
            </a:extLst>
          </p:cNvPr>
          <p:cNvPicPr>
            <a:picLocks noChangeAspect="1" noChangeArrowheads="1"/>
          </p:cNvPicPr>
          <p:nvPr/>
        </p:nvPicPr>
        <p:blipFill>
          <a:blip r:embed="rId37" cstate="print">
            <a:extLst>
              <a:ext uri="{28A0092B-C50C-407E-A947-70E740481C1C}">
                <a14:useLocalDpi xmlns:a14="http://schemas.microsoft.com/office/drawing/2010/main"/>
              </a:ext>
            </a:extLst>
          </a:blip>
          <a:srcRect/>
          <a:stretch>
            <a:fillRect/>
          </a:stretch>
        </p:blipFill>
        <p:spPr bwMode="auto">
          <a:xfrm>
            <a:off x="3138377" y="3485759"/>
            <a:ext cx="966149" cy="194773"/>
          </a:xfrm>
          <a:prstGeom prst="rect">
            <a:avLst/>
          </a:prstGeom>
          <a:noFill/>
          <a:extLst>
            <a:ext uri="{909E8E84-426E-40DD-AFC4-6F175D3DCCD1}">
              <a14:hiddenFill xmlns:a14="http://schemas.microsoft.com/office/drawing/2010/main">
                <a:solidFill>
                  <a:srgbClr val="FFFFFF"/>
                </a:solidFill>
              </a14:hiddenFill>
            </a:ext>
          </a:extLst>
        </p:spPr>
      </p:pic>
      <p:pic>
        <p:nvPicPr>
          <p:cNvPr id="2059" name="Picture 2058">
            <a:extLst>
              <a:ext uri="{FF2B5EF4-FFF2-40B4-BE49-F238E27FC236}">
                <a16:creationId xmlns:a16="http://schemas.microsoft.com/office/drawing/2014/main" id="{78F4A710-FA29-CF69-4EDA-C69E7380E66F}"/>
              </a:ext>
            </a:extLst>
          </p:cNvPr>
          <p:cNvPicPr>
            <a:picLocks noChangeAspect="1"/>
          </p:cNvPicPr>
          <p:nvPr/>
        </p:nvPicPr>
        <p:blipFill>
          <a:blip r:embed="rId38" cstate="print">
            <a:extLst>
              <a:ext uri="{28A0092B-C50C-407E-A947-70E740481C1C}">
                <a14:useLocalDpi xmlns:a14="http://schemas.microsoft.com/office/drawing/2010/main"/>
              </a:ext>
            </a:extLst>
          </a:blip>
          <a:stretch>
            <a:fillRect/>
          </a:stretch>
        </p:blipFill>
        <p:spPr>
          <a:xfrm>
            <a:off x="1919740" y="5807311"/>
            <a:ext cx="639707" cy="292929"/>
          </a:xfrm>
          <a:prstGeom prst="rect">
            <a:avLst/>
          </a:prstGeom>
        </p:spPr>
      </p:pic>
      <p:pic>
        <p:nvPicPr>
          <p:cNvPr id="2060" name="Picture 86" descr="HP Inc. - Wikipedia">
            <a:extLst>
              <a:ext uri="{FF2B5EF4-FFF2-40B4-BE49-F238E27FC236}">
                <a16:creationId xmlns:a16="http://schemas.microsoft.com/office/drawing/2014/main" id="{EAC1C7D5-3E1B-8633-18F8-1B484C454C99}"/>
              </a:ext>
            </a:extLst>
          </p:cNvPr>
          <p:cNvPicPr>
            <a:picLocks noChangeAspect="1" noChangeArrowheads="1"/>
          </p:cNvPicPr>
          <p:nvPr/>
        </p:nvPicPr>
        <p:blipFill>
          <a:blip r:embed="rId39" cstate="print">
            <a:extLst>
              <a:ext uri="{28A0092B-C50C-407E-A947-70E740481C1C}">
                <a14:useLocalDpi xmlns:a14="http://schemas.microsoft.com/office/drawing/2010/main"/>
              </a:ext>
            </a:extLst>
          </a:blip>
          <a:srcRect/>
          <a:stretch>
            <a:fillRect/>
          </a:stretch>
        </p:blipFill>
        <p:spPr bwMode="auto">
          <a:xfrm>
            <a:off x="1912086" y="6188932"/>
            <a:ext cx="290254" cy="288964"/>
          </a:xfrm>
          <a:prstGeom prst="rect">
            <a:avLst/>
          </a:prstGeom>
          <a:noFill/>
          <a:extLst>
            <a:ext uri="{909E8E84-426E-40DD-AFC4-6F175D3DCCD1}">
              <a14:hiddenFill xmlns:a14="http://schemas.microsoft.com/office/drawing/2010/main">
                <a:solidFill>
                  <a:srgbClr val="FFFFFF"/>
                </a:solidFill>
              </a14:hiddenFill>
            </a:ext>
          </a:extLst>
        </p:spPr>
      </p:pic>
      <p:pic>
        <p:nvPicPr>
          <p:cNvPr id="2061" name="Picture 88" descr="Canon Logo | Canon global">
            <a:extLst>
              <a:ext uri="{FF2B5EF4-FFF2-40B4-BE49-F238E27FC236}">
                <a16:creationId xmlns:a16="http://schemas.microsoft.com/office/drawing/2014/main" id="{680BE5A9-9F72-73AB-2B05-C2C62F5671AA}"/>
              </a:ext>
            </a:extLst>
          </p:cNvPr>
          <p:cNvPicPr>
            <a:picLocks noChangeAspect="1" noChangeArrowheads="1"/>
          </p:cNvPicPr>
          <p:nvPr/>
        </p:nvPicPr>
        <p:blipFill>
          <a:blip r:embed="rId40" cstate="print">
            <a:extLst>
              <a:ext uri="{28A0092B-C50C-407E-A947-70E740481C1C}">
                <a14:useLocalDpi xmlns:a14="http://schemas.microsoft.com/office/drawing/2010/main"/>
              </a:ext>
            </a:extLst>
          </a:blip>
          <a:srcRect/>
          <a:stretch>
            <a:fillRect/>
          </a:stretch>
        </p:blipFill>
        <p:spPr bwMode="auto">
          <a:xfrm>
            <a:off x="2340035" y="6184379"/>
            <a:ext cx="958518" cy="288965"/>
          </a:xfrm>
          <a:prstGeom prst="rect">
            <a:avLst/>
          </a:prstGeom>
          <a:noFill/>
          <a:extLst>
            <a:ext uri="{909E8E84-426E-40DD-AFC4-6F175D3DCCD1}">
              <a14:hiddenFill xmlns:a14="http://schemas.microsoft.com/office/drawing/2010/main">
                <a:solidFill>
                  <a:srgbClr val="FFFFFF"/>
                </a:solidFill>
              </a14:hiddenFill>
            </a:ext>
          </a:extLst>
        </p:spPr>
      </p:pic>
      <p:pic>
        <p:nvPicPr>
          <p:cNvPr id="2062" name="Picture 90">
            <a:extLst>
              <a:ext uri="{FF2B5EF4-FFF2-40B4-BE49-F238E27FC236}">
                <a16:creationId xmlns:a16="http://schemas.microsoft.com/office/drawing/2014/main" id="{95F5D077-8A40-E1DF-F7E9-615345606DE7}"/>
              </a:ext>
            </a:extLst>
          </p:cNvPr>
          <p:cNvPicPr>
            <a:picLocks noChangeAspect="1" noChangeArrowheads="1"/>
          </p:cNvPicPr>
          <p:nvPr/>
        </p:nvPicPr>
        <p:blipFill>
          <a:blip r:embed="rId41" cstate="print">
            <a:extLst>
              <a:ext uri="{28A0092B-C50C-407E-A947-70E740481C1C}">
                <a14:useLocalDpi xmlns:a14="http://schemas.microsoft.com/office/drawing/2010/main"/>
              </a:ext>
            </a:extLst>
          </a:blip>
          <a:srcRect/>
          <a:stretch>
            <a:fillRect/>
          </a:stretch>
        </p:blipFill>
        <p:spPr bwMode="auto">
          <a:xfrm>
            <a:off x="3415984" y="6259266"/>
            <a:ext cx="790165" cy="237629"/>
          </a:xfrm>
          <a:prstGeom prst="rect">
            <a:avLst/>
          </a:prstGeom>
          <a:noFill/>
          <a:extLst>
            <a:ext uri="{909E8E84-426E-40DD-AFC4-6F175D3DCCD1}">
              <a14:hiddenFill xmlns:a14="http://schemas.microsoft.com/office/drawing/2010/main">
                <a:solidFill>
                  <a:srgbClr val="FFFFFF"/>
                </a:solidFill>
              </a14:hiddenFill>
            </a:ext>
          </a:extLst>
        </p:spPr>
      </p:pic>
      <p:sp>
        <p:nvSpPr>
          <p:cNvPr id="2063" name="Rectangle 2062">
            <a:extLst>
              <a:ext uri="{FF2B5EF4-FFF2-40B4-BE49-F238E27FC236}">
                <a16:creationId xmlns:a16="http://schemas.microsoft.com/office/drawing/2014/main" id="{208D2960-F762-293B-653D-0FF80DD41E88}"/>
              </a:ext>
            </a:extLst>
          </p:cNvPr>
          <p:cNvSpPr/>
          <p:nvPr/>
        </p:nvSpPr>
        <p:spPr>
          <a:xfrm>
            <a:off x="12093700" y="0"/>
            <a:ext cx="108000" cy="6858000"/>
          </a:xfrm>
          <a:prstGeom prst="rect">
            <a:avLst/>
          </a:prstGeom>
          <a:gradFill>
            <a:gsLst>
              <a:gs pos="0">
                <a:schemeClr val="accent1"/>
              </a:gs>
              <a:gs pos="56000">
                <a:schemeClr val="accent2"/>
              </a:gs>
              <a:gs pos="83000">
                <a:schemeClr val="accent4"/>
              </a:gs>
            </a:gsLst>
            <a:lin ang="5400000" scaled="1"/>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sz="1400" err="1">
              <a:solidFill>
                <a:schemeClr val="tx1"/>
              </a:solidFill>
            </a:endParaRPr>
          </a:p>
        </p:txBody>
      </p:sp>
      <p:sp>
        <p:nvSpPr>
          <p:cNvPr id="2064" name="Rectangle 2063">
            <a:extLst>
              <a:ext uri="{FF2B5EF4-FFF2-40B4-BE49-F238E27FC236}">
                <a16:creationId xmlns:a16="http://schemas.microsoft.com/office/drawing/2014/main" id="{A3441C90-CC4B-4284-5650-A34A089CA959}"/>
              </a:ext>
            </a:extLst>
          </p:cNvPr>
          <p:cNvSpPr/>
          <p:nvPr/>
        </p:nvSpPr>
        <p:spPr>
          <a:xfrm>
            <a:off x="-17978" y="0"/>
            <a:ext cx="108000" cy="6858000"/>
          </a:xfrm>
          <a:prstGeom prst="rect">
            <a:avLst/>
          </a:prstGeom>
          <a:gradFill>
            <a:gsLst>
              <a:gs pos="0">
                <a:schemeClr val="accent1"/>
              </a:gs>
              <a:gs pos="56000">
                <a:schemeClr val="accent2"/>
              </a:gs>
              <a:gs pos="83000">
                <a:schemeClr val="accent4"/>
              </a:gs>
            </a:gsLst>
            <a:lin ang="5400000" scaled="1"/>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sz="1400" err="1">
              <a:solidFill>
                <a:schemeClr val="tx1"/>
              </a:solidFill>
            </a:endParaRPr>
          </a:p>
        </p:txBody>
      </p:sp>
      <p:pic>
        <p:nvPicPr>
          <p:cNvPr id="15" name="Picture 46" descr="Peerless Technologies Corp. | Fairborn OH">
            <a:extLst>
              <a:ext uri="{FF2B5EF4-FFF2-40B4-BE49-F238E27FC236}">
                <a16:creationId xmlns:a16="http://schemas.microsoft.com/office/drawing/2014/main" id="{B282A4EF-D16B-BB6F-6E8A-CF2D6EF1AB5E}"/>
              </a:ext>
            </a:extLst>
          </p:cNvPr>
          <p:cNvPicPr>
            <a:picLocks noChangeAspect="1" noChangeArrowheads="1"/>
          </p:cNvPicPr>
          <p:nvPr/>
        </p:nvPicPr>
        <p:blipFill rotWithShape="1">
          <a:blip r:embed="rId31" cstate="print">
            <a:extLst>
              <a:ext uri="{28A0092B-C50C-407E-A947-70E740481C1C}">
                <a14:useLocalDpi xmlns:a14="http://schemas.microsoft.com/office/drawing/2010/main"/>
              </a:ext>
            </a:extLst>
          </a:blip>
          <a:srcRect l="-275"/>
          <a:stretch>
            <a:fillRect/>
          </a:stretch>
        </p:blipFill>
        <p:spPr bwMode="auto">
          <a:xfrm>
            <a:off x="2003686" y="5038539"/>
            <a:ext cx="356870" cy="260323"/>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48">
            <a:extLst>
              <a:ext uri="{FF2B5EF4-FFF2-40B4-BE49-F238E27FC236}">
                <a16:creationId xmlns:a16="http://schemas.microsoft.com/office/drawing/2014/main" id="{1750232F-4F4E-C8BA-55D3-EB34834793ED}"/>
              </a:ext>
            </a:extLst>
          </p:cNvPr>
          <p:cNvPicPr>
            <a:picLocks noChangeAspect="1" noChangeArrowheads="1"/>
          </p:cNvPicPr>
          <p:nvPr/>
        </p:nvPicPr>
        <p:blipFill>
          <a:blip r:embed="rId32" cstate="print">
            <a:extLst>
              <a:ext uri="{28A0092B-C50C-407E-A947-70E740481C1C}">
                <a14:useLocalDpi xmlns:a14="http://schemas.microsoft.com/office/drawing/2010/main"/>
              </a:ext>
            </a:extLst>
          </a:blip>
          <a:srcRect/>
          <a:stretch>
            <a:fillRect/>
          </a:stretch>
        </p:blipFill>
        <p:spPr bwMode="auto">
          <a:xfrm>
            <a:off x="2637088" y="5049970"/>
            <a:ext cx="601003" cy="2410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12195393"/>
      </p:ext>
    </p:extLst>
  </p:cSld>
  <p:clrMapOvr>
    <a:masterClrMapping/>
  </p:clrMapOvr>
  <p:transition spd="med">
    <p:pull dir="u"/>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9" name="Rectangle 2068">
            <a:extLst>
              <a:ext uri="{FF2B5EF4-FFF2-40B4-BE49-F238E27FC236}">
                <a16:creationId xmlns:a16="http://schemas.microsoft.com/office/drawing/2014/main" id="{DEDD4240-2C39-50B7-19B5-F41D9D7BFB9C}"/>
              </a:ext>
            </a:extLst>
          </p:cNvPr>
          <p:cNvSpPr/>
          <p:nvPr/>
        </p:nvSpPr>
        <p:spPr>
          <a:xfrm>
            <a:off x="-24000" y="6782398"/>
            <a:ext cx="12240000" cy="109034"/>
          </a:xfrm>
          <a:prstGeom prst="rect">
            <a:avLst/>
          </a:prstGeom>
          <a:solidFill>
            <a:srgbClr val="00828E"/>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sz="1400" err="1">
              <a:solidFill>
                <a:schemeClr val="tx1"/>
              </a:solidFill>
            </a:endParaRPr>
          </a:p>
        </p:txBody>
      </p:sp>
      <p:sp>
        <p:nvSpPr>
          <p:cNvPr id="2" name="Date Placeholder 1">
            <a:extLst>
              <a:ext uri="{FF2B5EF4-FFF2-40B4-BE49-F238E27FC236}">
                <a16:creationId xmlns:a16="http://schemas.microsoft.com/office/drawing/2014/main" id="{A139A4FB-68F4-C220-B9D1-346FB0DFE86E}"/>
              </a:ext>
            </a:extLst>
          </p:cNvPr>
          <p:cNvSpPr>
            <a:spLocks noGrp="1"/>
          </p:cNvSpPr>
          <p:nvPr>
            <p:ph type="dt" sz="half" idx="10"/>
          </p:nvPr>
        </p:nvSpPr>
        <p:spPr/>
        <p:txBody>
          <a:bodyPr/>
          <a:lstStyle/>
          <a:p>
            <a:pPr>
              <a:spcBef>
                <a:spcPts val="1000"/>
              </a:spcBef>
              <a:buFont typeface="Arial" panose="020B0604020202020204" pitchFamily="34" charset="0"/>
              <a:buNone/>
            </a:pPr>
            <a:r>
              <a:rPr lang="pl-PL"/>
              <a:t>Company Confidential © Capgemini 2026. All rights reserved.</a:t>
            </a:r>
            <a:endParaRPr lang="en-US"/>
          </a:p>
        </p:txBody>
      </p:sp>
      <p:sp>
        <p:nvSpPr>
          <p:cNvPr id="3" name="Footer Placeholder 2">
            <a:extLst>
              <a:ext uri="{FF2B5EF4-FFF2-40B4-BE49-F238E27FC236}">
                <a16:creationId xmlns:a16="http://schemas.microsoft.com/office/drawing/2014/main" id="{E6B94A0C-E78D-C090-0438-419A1E66889F}"/>
              </a:ext>
            </a:extLst>
          </p:cNvPr>
          <p:cNvSpPr>
            <a:spLocks noGrp="1"/>
          </p:cNvSpPr>
          <p:nvPr>
            <p:ph type="ftr" sz="quarter" idx="11"/>
          </p:nvPr>
        </p:nvSpPr>
        <p:spPr>
          <a:xfrm>
            <a:off x="595407" y="6650661"/>
            <a:ext cx="4716524" cy="123111"/>
          </a:xfrm>
        </p:spPr>
        <p:txBody>
          <a:bodyPr/>
          <a:lstStyle/>
          <a:p>
            <a:pPr>
              <a:spcBef>
                <a:spcPts val="1000"/>
              </a:spcBef>
              <a:buFont typeface="Arial" panose="020B0604020202020204" pitchFamily="34" charset="0"/>
              <a:buNone/>
            </a:pPr>
            <a:r>
              <a:rPr lang="en-IN"/>
              <a:t>TMT Monthly Update |  July 2026</a:t>
            </a:r>
            <a:endParaRPr lang="en-US"/>
          </a:p>
        </p:txBody>
      </p:sp>
      <p:sp>
        <p:nvSpPr>
          <p:cNvPr id="4" name="Slide Number Placeholder 3">
            <a:extLst>
              <a:ext uri="{FF2B5EF4-FFF2-40B4-BE49-F238E27FC236}">
                <a16:creationId xmlns:a16="http://schemas.microsoft.com/office/drawing/2014/main" id="{0C7C2C92-395B-1CF3-90A9-8864D064AB2F}"/>
              </a:ext>
            </a:extLst>
          </p:cNvPr>
          <p:cNvSpPr>
            <a:spLocks noGrp="1"/>
          </p:cNvSpPr>
          <p:nvPr>
            <p:ph type="sldNum" sz="quarter" idx="12"/>
          </p:nvPr>
        </p:nvSpPr>
        <p:spPr/>
        <p:txBody>
          <a:bodyPr/>
          <a:lstStyle/>
          <a:p>
            <a:pPr algn="r"/>
            <a:fld id="{5D9A5160-6218-4E5A-B9E6-B93E3DAE377C}" type="slidenum">
              <a:rPr lang="en-US" smtClean="0"/>
              <a:pPr algn="r"/>
              <a:t>19</a:t>
            </a:fld>
            <a:endParaRPr lang="en-US"/>
          </a:p>
        </p:txBody>
      </p:sp>
      <p:graphicFrame>
        <p:nvGraphicFramePr>
          <p:cNvPr id="5" name="Table 4">
            <a:extLst>
              <a:ext uri="{FF2B5EF4-FFF2-40B4-BE49-F238E27FC236}">
                <a16:creationId xmlns:a16="http://schemas.microsoft.com/office/drawing/2014/main" id="{F0318BF9-4AC6-530C-1248-AF551CF6A571}"/>
              </a:ext>
            </a:extLst>
          </p:cNvPr>
          <p:cNvGraphicFramePr>
            <a:graphicFrameLocks noGrp="1"/>
          </p:cNvGraphicFramePr>
          <p:nvPr>
            <p:extLst>
              <p:ext uri="{D42A27DB-BD31-4B8C-83A1-F6EECF244321}">
                <p14:modId xmlns:p14="http://schemas.microsoft.com/office/powerpoint/2010/main" val="3164601286"/>
              </p:ext>
            </p:extLst>
          </p:nvPr>
        </p:nvGraphicFramePr>
        <p:xfrm>
          <a:off x="440371" y="1000168"/>
          <a:ext cx="11090938" cy="3960240"/>
        </p:xfrm>
        <a:graphic>
          <a:graphicData uri="http://schemas.openxmlformats.org/drawingml/2006/table">
            <a:tbl>
              <a:tblPr>
                <a:tableStyleId>{6E25E649-3F16-4E02-A733-19D2CDBF48F0}</a:tableStyleId>
              </a:tblPr>
              <a:tblGrid>
                <a:gridCol w="6361034">
                  <a:extLst>
                    <a:ext uri="{9D8B030D-6E8A-4147-A177-3AD203B41FA5}">
                      <a16:colId xmlns:a16="http://schemas.microsoft.com/office/drawing/2014/main" val="370778860"/>
                    </a:ext>
                  </a:extLst>
                </a:gridCol>
                <a:gridCol w="2364952">
                  <a:extLst>
                    <a:ext uri="{9D8B030D-6E8A-4147-A177-3AD203B41FA5}">
                      <a16:colId xmlns:a16="http://schemas.microsoft.com/office/drawing/2014/main" val="1669266165"/>
                    </a:ext>
                  </a:extLst>
                </a:gridCol>
                <a:gridCol w="2364952">
                  <a:extLst>
                    <a:ext uri="{9D8B030D-6E8A-4147-A177-3AD203B41FA5}">
                      <a16:colId xmlns:a16="http://schemas.microsoft.com/office/drawing/2014/main" val="1404698623"/>
                    </a:ext>
                  </a:extLst>
                </a:gridCol>
              </a:tblGrid>
              <a:tr h="396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600" b="1" kern="1200">
                          <a:solidFill>
                            <a:schemeClr val="tx1"/>
                          </a:solidFill>
                        </a:rPr>
                        <a:t>Abhishek</a:t>
                      </a:r>
                      <a:endParaRPr lang="en-IN" sz="1600" b="1">
                        <a:solidFill>
                          <a:schemeClr val="tx1"/>
                        </a:solidFill>
                      </a:endParaRPr>
                    </a:p>
                  </a:txBody>
                  <a:tcPr>
                    <a:lnB w="12700" cap="flat" cmpd="sng" algn="ctr">
                      <a:solidFill>
                        <a:schemeClr val="tx1"/>
                      </a:solidFill>
                      <a:prstDash val="sysDash"/>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600" b="1">
                          <a:solidFill>
                            <a:schemeClr val="accent1"/>
                          </a:solidFill>
                        </a:rPr>
                        <a:t>540</a:t>
                      </a:r>
                    </a:p>
                  </a:txBody>
                  <a:tcPr>
                    <a:lnB w="12700" cap="flat" cmpd="sng" algn="ctr">
                      <a:solidFill>
                        <a:schemeClr val="tx1"/>
                      </a:solidFill>
                      <a:prstDash val="sysDash"/>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solidFill>
                            <a:srgbClr val="00B050"/>
                          </a:solidFill>
                        </a:rPr>
                        <a:t>131</a:t>
                      </a:r>
                      <a:endParaRPr lang="en-IN" sz="1600" b="1" dirty="0">
                        <a:solidFill>
                          <a:srgbClr val="00B050"/>
                        </a:solidFill>
                      </a:endParaRPr>
                    </a:p>
                  </a:txBody>
                  <a:tcPr>
                    <a:lnB w="12700" cap="flat" cmpd="sng" algn="ctr">
                      <a:solidFill>
                        <a:schemeClr val="tx1"/>
                      </a:solidFill>
                      <a:prstDash val="sysDash"/>
                      <a:round/>
                      <a:headEnd type="none" w="med" len="med"/>
                      <a:tailEnd type="none" w="med" len="med"/>
                    </a:lnB>
                  </a:tcPr>
                </a:tc>
                <a:extLst>
                  <a:ext uri="{0D108BD9-81ED-4DB2-BD59-A6C34878D82A}">
                    <a16:rowId xmlns:a16="http://schemas.microsoft.com/office/drawing/2014/main" val="1136472146"/>
                  </a:ext>
                </a:extLst>
              </a:tr>
              <a:tr h="396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600" b="1" kern="1200">
                          <a:solidFill>
                            <a:schemeClr val="tx1"/>
                          </a:solidFill>
                        </a:rPr>
                        <a:t>Dipti</a:t>
                      </a:r>
                      <a:endParaRPr lang="en-IN" sz="1600" b="1">
                        <a:solidFill>
                          <a:schemeClr val="tx1"/>
                        </a:solidFill>
                      </a:endParaRPr>
                    </a:p>
                  </a:txBody>
                  <a:tcP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tcPr>
                </a:tc>
                <a:tc>
                  <a:txBody>
                    <a:bodyPr/>
                    <a:lstStyle/>
                    <a:p>
                      <a:pPr marL="0" algn="ctr" defTabSz="914400" rtl="0" eaLnBrk="1" latinLnBrk="0" hangingPunct="1"/>
                      <a:r>
                        <a:rPr lang="en-IN" sz="1600" b="1" kern="1200">
                          <a:solidFill>
                            <a:schemeClr val="accent1"/>
                          </a:solidFill>
                        </a:rPr>
                        <a:t>270</a:t>
                      </a:r>
                      <a:endParaRPr lang="en-IN" sz="1600" b="1" kern="1200">
                        <a:solidFill>
                          <a:schemeClr val="accent1"/>
                        </a:solidFill>
                        <a:latin typeface="+mn-lt"/>
                        <a:ea typeface="+mn-ea"/>
                        <a:cs typeface="+mn-cs"/>
                      </a:endParaRPr>
                    </a:p>
                  </a:txBody>
                  <a:tcP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tcPr>
                </a:tc>
                <a:tc>
                  <a:txBody>
                    <a:bodyPr/>
                    <a:lstStyle/>
                    <a:p>
                      <a:pPr marL="0" algn="ctr" defTabSz="914400" rtl="0" eaLnBrk="1" latinLnBrk="0" hangingPunct="1"/>
                      <a:r>
                        <a:rPr lang="en-US" sz="1600" b="1" kern="1200" dirty="0">
                          <a:solidFill>
                            <a:srgbClr val="00B050"/>
                          </a:solidFill>
                          <a:latin typeface="+mn-lt"/>
                          <a:ea typeface="+mn-ea"/>
                          <a:cs typeface="+mn-cs"/>
                        </a:rPr>
                        <a:t>107</a:t>
                      </a:r>
                      <a:endParaRPr lang="en-IN" sz="1600" b="1" kern="1200" dirty="0">
                        <a:solidFill>
                          <a:srgbClr val="00B050"/>
                        </a:solidFill>
                        <a:latin typeface="+mn-lt"/>
                        <a:ea typeface="+mn-ea"/>
                        <a:cs typeface="+mn-cs"/>
                      </a:endParaRPr>
                    </a:p>
                  </a:txBody>
                  <a:tcP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tcPr>
                </a:tc>
                <a:extLst>
                  <a:ext uri="{0D108BD9-81ED-4DB2-BD59-A6C34878D82A}">
                    <a16:rowId xmlns:a16="http://schemas.microsoft.com/office/drawing/2014/main" val="425633424"/>
                  </a:ext>
                </a:extLst>
              </a:tr>
              <a:tr h="396000">
                <a:tc>
                  <a:txBody>
                    <a:bodyPr/>
                    <a:lstStyle/>
                    <a:p>
                      <a:pPr marL="0" algn="l" defTabSz="914400" rtl="0" eaLnBrk="1" latinLnBrk="0" hangingPunct="1"/>
                      <a:r>
                        <a:rPr lang="en-GB" sz="1600" b="1" kern="1200">
                          <a:solidFill>
                            <a:schemeClr val="tx1"/>
                          </a:solidFill>
                        </a:rPr>
                        <a:t>Rajkamal</a:t>
                      </a:r>
                      <a:endParaRPr lang="en-IN" sz="1600" b="1" kern="1200">
                        <a:solidFill>
                          <a:schemeClr val="tx1"/>
                        </a:solidFill>
                        <a:latin typeface="+mn-lt"/>
                        <a:ea typeface="+mn-ea"/>
                        <a:cs typeface="+mn-cs"/>
                      </a:endParaRPr>
                    </a:p>
                  </a:txBody>
                  <a:tcP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600" b="1" kern="1200">
                          <a:solidFill>
                            <a:schemeClr val="accent1"/>
                          </a:solidFill>
                        </a:rPr>
                        <a:t>230</a:t>
                      </a:r>
                      <a:endParaRPr lang="en-IN" sz="1600" b="1" kern="1200">
                        <a:solidFill>
                          <a:schemeClr val="accent1"/>
                        </a:solidFill>
                        <a:latin typeface="+mn-lt"/>
                        <a:ea typeface="+mn-ea"/>
                        <a:cs typeface="+mn-cs"/>
                      </a:endParaRPr>
                    </a:p>
                  </a:txBody>
                  <a:tcP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kern="1200" dirty="0">
                          <a:solidFill>
                            <a:srgbClr val="00B050"/>
                          </a:solidFill>
                          <a:latin typeface="+mn-lt"/>
                          <a:ea typeface="+mn-ea"/>
                          <a:cs typeface="+mn-cs"/>
                        </a:rPr>
                        <a:t>120</a:t>
                      </a:r>
                      <a:endParaRPr lang="en-IN" sz="1600" b="1" kern="1200" dirty="0">
                        <a:solidFill>
                          <a:srgbClr val="00B050"/>
                        </a:solidFill>
                        <a:latin typeface="+mn-lt"/>
                        <a:ea typeface="+mn-ea"/>
                        <a:cs typeface="+mn-cs"/>
                      </a:endParaRPr>
                    </a:p>
                  </a:txBody>
                  <a:tcP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tcPr>
                </a:tc>
                <a:extLst>
                  <a:ext uri="{0D108BD9-81ED-4DB2-BD59-A6C34878D82A}">
                    <a16:rowId xmlns:a16="http://schemas.microsoft.com/office/drawing/2014/main" val="4281742542"/>
                  </a:ext>
                </a:extLst>
              </a:tr>
              <a:tr h="396000">
                <a:tc>
                  <a:txBody>
                    <a:bodyPr/>
                    <a:lstStyle/>
                    <a:p>
                      <a:pPr marL="0" algn="l" defTabSz="914400" rtl="0" eaLnBrk="1" latinLnBrk="0" hangingPunct="1"/>
                      <a:r>
                        <a:rPr lang="en-GB" sz="1600" b="1" kern="1200">
                          <a:solidFill>
                            <a:schemeClr val="tx1"/>
                          </a:solidFill>
                        </a:rPr>
                        <a:t>Himanshu</a:t>
                      </a:r>
                      <a:endParaRPr lang="en-IN" sz="1600" b="1" kern="1200">
                        <a:solidFill>
                          <a:schemeClr val="tx1"/>
                        </a:solidFill>
                        <a:latin typeface="+mn-lt"/>
                        <a:ea typeface="+mn-ea"/>
                        <a:cs typeface="+mn-cs"/>
                      </a:endParaRPr>
                    </a:p>
                  </a:txBody>
                  <a:tcP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tcPr>
                </a:tc>
                <a:tc>
                  <a:txBody>
                    <a:bodyPr/>
                    <a:lstStyle/>
                    <a:p>
                      <a:pPr marL="0" algn="ctr" defTabSz="914400" rtl="0" eaLnBrk="1" latinLnBrk="0" hangingPunct="1"/>
                      <a:r>
                        <a:rPr lang="en-IN" sz="1600" b="1" kern="1200">
                          <a:solidFill>
                            <a:schemeClr val="accent1"/>
                          </a:solidFill>
                        </a:rPr>
                        <a:t>135</a:t>
                      </a:r>
                      <a:endParaRPr lang="en-IN" sz="1600" b="1" kern="1200">
                        <a:solidFill>
                          <a:schemeClr val="accent1"/>
                        </a:solidFill>
                        <a:latin typeface="+mn-lt"/>
                        <a:ea typeface="+mn-ea"/>
                        <a:cs typeface="+mn-cs"/>
                      </a:endParaRPr>
                    </a:p>
                  </a:txBody>
                  <a:tcP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tcPr>
                </a:tc>
                <a:tc>
                  <a:txBody>
                    <a:bodyPr/>
                    <a:lstStyle/>
                    <a:p>
                      <a:pPr marL="0" algn="ctr" defTabSz="914400" rtl="0" eaLnBrk="1" latinLnBrk="0" hangingPunct="1"/>
                      <a:r>
                        <a:rPr lang="en-IN" sz="1600" b="1" kern="1200" dirty="0">
                          <a:solidFill>
                            <a:srgbClr val="00B050"/>
                          </a:solidFill>
                        </a:rPr>
                        <a:t>54</a:t>
                      </a:r>
                      <a:endParaRPr lang="en-IN" sz="1600" b="1" kern="1200" dirty="0">
                        <a:solidFill>
                          <a:srgbClr val="00B050"/>
                        </a:solidFill>
                        <a:latin typeface="+mn-lt"/>
                        <a:ea typeface="+mn-ea"/>
                        <a:cs typeface="+mn-cs"/>
                      </a:endParaRPr>
                    </a:p>
                  </a:txBody>
                  <a:tcP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tcPr>
                </a:tc>
                <a:extLst>
                  <a:ext uri="{0D108BD9-81ED-4DB2-BD59-A6C34878D82A}">
                    <a16:rowId xmlns:a16="http://schemas.microsoft.com/office/drawing/2014/main" val="2253136940"/>
                  </a:ext>
                </a:extLst>
              </a:tr>
              <a:tr h="396000">
                <a:tc>
                  <a:txBody>
                    <a:bodyPr/>
                    <a:lstStyle/>
                    <a:p>
                      <a:pPr marL="0" algn="l" defTabSz="914400" rtl="0" eaLnBrk="1" latinLnBrk="0" hangingPunct="1"/>
                      <a:r>
                        <a:rPr lang="en-GB" sz="1600" b="1" kern="1200" dirty="0">
                          <a:solidFill>
                            <a:schemeClr val="tx1"/>
                          </a:solidFill>
                        </a:rPr>
                        <a:t>Amruta</a:t>
                      </a:r>
                      <a:endParaRPr lang="en-IN" sz="1600" b="1" kern="1200" dirty="0">
                        <a:solidFill>
                          <a:schemeClr val="tx1"/>
                        </a:solidFill>
                        <a:latin typeface="+mn-lt"/>
                        <a:ea typeface="+mn-ea"/>
                        <a:cs typeface="+mn-cs"/>
                      </a:endParaRPr>
                    </a:p>
                  </a:txBody>
                  <a:tcP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tcPr>
                </a:tc>
                <a:tc>
                  <a:txBody>
                    <a:bodyPr/>
                    <a:lstStyle/>
                    <a:p>
                      <a:pPr marL="0" algn="ctr" defTabSz="914400" rtl="0" eaLnBrk="1" latinLnBrk="0" hangingPunct="1"/>
                      <a:r>
                        <a:rPr lang="en-IN" sz="1600" b="1" kern="1200">
                          <a:solidFill>
                            <a:schemeClr val="accent1"/>
                          </a:solidFill>
                        </a:rPr>
                        <a:t>300</a:t>
                      </a:r>
                      <a:endParaRPr lang="en-IN" sz="1600" b="1" kern="1200">
                        <a:solidFill>
                          <a:schemeClr val="accent1"/>
                        </a:solidFill>
                        <a:latin typeface="+mn-lt"/>
                        <a:ea typeface="+mn-ea"/>
                        <a:cs typeface="+mn-cs"/>
                      </a:endParaRPr>
                    </a:p>
                  </a:txBody>
                  <a:tcP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tcPr>
                </a:tc>
                <a:tc>
                  <a:txBody>
                    <a:bodyPr/>
                    <a:lstStyle/>
                    <a:p>
                      <a:pPr marL="0" algn="ctr" defTabSz="914400" rtl="0" eaLnBrk="1" latinLnBrk="0" hangingPunct="1"/>
                      <a:r>
                        <a:rPr lang="en-US" sz="1600" b="1" kern="1200" dirty="0">
                          <a:solidFill>
                            <a:srgbClr val="00B050"/>
                          </a:solidFill>
                          <a:latin typeface="+mn-lt"/>
                          <a:ea typeface="+mn-ea"/>
                          <a:cs typeface="+mn-cs"/>
                        </a:rPr>
                        <a:t>123</a:t>
                      </a:r>
                      <a:endParaRPr lang="en-IN" sz="1600" b="1" kern="1200" dirty="0">
                        <a:solidFill>
                          <a:srgbClr val="00B050"/>
                        </a:solidFill>
                        <a:latin typeface="+mn-lt"/>
                        <a:ea typeface="+mn-ea"/>
                        <a:cs typeface="+mn-cs"/>
                      </a:endParaRPr>
                    </a:p>
                  </a:txBody>
                  <a:tcP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tcPr>
                </a:tc>
                <a:extLst>
                  <a:ext uri="{0D108BD9-81ED-4DB2-BD59-A6C34878D82A}">
                    <a16:rowId xmlns:a16="http://schemas.microsoft.com/office/drawing/2014/main" val="2884562284"/>
                  </a:ext>
                </a:extLst>
              </a:tr>
              <a:tr h="396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600" b="1" kern="1200">
                          <a:solidFill>
                            <a:schemeClr val="tx1"/>
                          </a:solidFill>
                        </a:rPr>
                        <a:t>Vikas</a:t>
                      </a:r>
                      <a:endParaRPr lang="en-IN" sz="1600" b="1" kern="1200">
                        <a:solidFill>
                          <a:schemeClr val="tx1"/>
                        </a:solidFill>
                        <a:latin typeface="+mn-lt"/>
                        <a:ea typeface="+mn-ea"/>
                        <a:cs typeface="+mn-cs"/>
                      </a:endParaRPr>
                    </a:p>
                  </a:txBody>
                  <a:tcP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600" b="1" kern="1200">
                          <a:solidFill>
                            <a:schemeClr val="accent1"/>
                          </a:solidFill>
                        </a:rPr>
                        <a:t>185</a:t>
                      </a:r>
                      <a:endParaRPr lang="en-IN" sz="1600" b="1" kern="1200">
                        <a:solidFill>
                          <a:schemeClr val="accent1"/>
                        </a:solidFill>
                        <a:latin typeface="+mn-lt"/>
                        <a:ea typeface="+mn-ea"/>
                        <a:cs typeface="+mn-cs"/>
                      </a:endParaRPr>
                    </a:p>
                  </a:txBody>
                  <a:tcP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600" b="1" kern="1200" dirty="0">
                          <a:solidFill>
                            <a:srgbClr val="00B050"/>
                          </a:solidFill>
                        </a:rPr>
                        <a:t>41</a:t>
                      </a:r>
                      <a:endParaRPr lang="en-IN" sz="1600" b="1" kern="1200" dirty="0">
                        <a:solidFill>
                          <a:srgbClr val="00B050"/>
                        </a:solidFill>
                        <a:latin typeface="+mn-lt"/>
                        <a:ea typeface="+mn-ea"/>
                        <a:cs typeface="+mn-cs"/>
                      </a:endParaRPr>
                    </a:p>
                  </a:txBody>
                  <a:tcP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tcPr>
                </a:tc>
                <a:extLst>
                  <a:ext uri="{0D108BD9-81ED-4DB2-BD59-A6C34878D82A}">
                    <a16:rowId xmlns:a16="http://schemas.microsoft.com/office/drawing/2014/main" val="3398609336"/>
                  </a:ext>
                </a:extLst>
              </a:tr>
              <a:tr h="396000">
                <a:tc>
                  <a:txBody>
                    <a:bodyPr/>
                    <a:lstStyle/>
                    <a:p>
                      <a:pPr marL="0" algn="l" defTabSz="914400" rtl="0" eaLnBrk="1" latinLnBrk="0" hangingPunct="1"/>
                      <a:r>
                        <a:rPr lang="en-GB" sz="1600" b="1" kern="1200">
                          <a:solidFill>
                            <a:schemeClr val="tx1"/>
                          </a:solidFill>
                        </a:rPr>
                        <a:t>Nilesh</a:t>
                      </a:r>
                      <a:endParaRPr lang="en-IN" sz="1600" b="1" kern="1200">
                        <a:solidFill>
                          <a:schemeClr val="tx1"/>
                        </a:solidFill>
                        <a:latin typeface="+mn-lt"/>
                        <a:ea typeface="+mn-ea"/>
                        <a:cs typeface="+mn-cs"/>
                      </a:endParaRPr>
                    </a:p>
                  </a:txBody>
                  <a:tcP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tcPr>
                </a:tc>
                <a:tc>
                  <a:txBody>
                    <a:bodyPr/>
                    <a:lstStyle/>
                    <a:p>
                      <a:pPr marL="0" algn="ctr" defTabSz="914400" rtl="0" eaLnBrk="1" latinLnBrk="0" hangingPunct="1"/>
                      <a:r>
                        <a:rPr lang="en-US" sz="1600" b="1" kern="1200">
                          <a:solidFill>
                            <a:schemeClr val="accent1"/>
                          </a:solidFill>
                          <a:latin typeface="+mn-lt"/>
                          <a:ea typeface="+mn-ea"/>
                          <a:cs typeface="+mn-cs"/>
                        </a:rPr>
                        <a:t>3</a:t>
                      </a:r>
                      <a:r>
                        <a:rPr lang="en-IN" sz="1600" b="1" kern="1200">
                          <a:solidFill>
                            <a:schemeClr val="accent1"/>
                          </a:solidFill>
                          <a:latin typeface="+mn-lt"/>
                          <a:ea typeface="+mn-ea"/>
                          <a:cs typeface="+mn-cs"/>
                        </a:rPr>
                        <a:t>15</a:t>
                      </a:r>
                    </a:p>
                  </a:txBody>
                  <a:tcP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tcPr>
                </a:tc>
                <a:tc>
                  <a:txBody>
                    <a:bodyPr/>
                    <a:lstStyle/>
                    <a:p>
                      <a:pPr marL="0" algn="ctr" defTabSz="914400" rtl="0" eaLnBrk="1" latinLnBrk="0" hangingPunct="1"/>
                      <a:r>
                        <a:rPr lang="en-US" sz="1600" b="1" kern="1200" dirty="0">
                          <a:solidFill>
                            <a:srgbClr val="00B050"/>
                          </a:solidFill>
                          <a:latin typeface="+mn-lt"/>
                          <a:ea typeface="+mn-ea"/>
                          <a:cs typeface="+mn-cs"/>
                        </a:rPr>
                        <a:t>4</a:t>
                      </a:r>
                      <a:r>
                        <a:rPr lang="en-IN" sz="1600" b="1" kern="1200" dirty="0">
                          <a:solidFill>
                            <a:srgbClr val="00B050"/>
                          </a:solidFill>
                          <a:latin typeface="+mn-lt"/>
                          <a:ea typeface="+mn-ea"/>
                          <a:cs typeface="+mn-cs"/>
                        </a:rPr>
                        <a:t>9</a:t>
                      </a:r>
                    </a:p>
                  </a:txBody>
                  <a:tcP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tcPr>
                </a:tc>
                <a:extLst>
                  <a:ext uri="{0D108BD9-81ED-4DB2-BD59-A6C34878D82A}">
                    <a16:rowId xmlns:a16="http://schemas.microsoft.com/office/drawing/2014/main" val="3110106036"/>
                  </a:ext>
                </a:extLst>
              </a:tr>
              <a:tr h="396000">
                <a:tc>
                  <a:txBody>
                    <a:bodyPr/>
                    <a:lstStyle/>
                    <a:p>
                      <a:pPr marL="0" algn="l" defTabSz="914400" rtl="0" eaLnBrk="1" latinLnBrk="0" hangingPunct="1"/>
                      <a:r>
                        <a:rPr lang="en-GB" sz="1600" b="1" kern="1200">
                          <a:solidFill>
                            <a:schemeClr val="tx1"/>
                          </a:solidFill>
                        </a:rPr>
                        <a:t>Nikita</a:t>
                      </a:r>
                      <a:endParaRPr lang="en-IN" sz="1600" b="1" kern="1200">
                        <a:solidFill>
                          <a:schemeClr val="tx1"/>
                        </a:solidFill>
                        <a:latin typeface="+mn-lt"/>
                        <a:ea typeface="+mn-ea"/>
                        <a:cs typeface="+mn-cs"/>
                      </a:endParaRPr>
                    </a:p>
                  </a:txBody>
                  <a:tcP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tcPr>
                </a:tc>
                <a:tc>
                  <a:txBody>
                    <a:bodyPr/>
                    <a:lstStyle/>
                    <a:p>
                      <a:pPr marL="0" algn="ctr" defTabSz="914400" rtl="0" eaLnBrk="1" latinLnBrk="0" hangingPunct="1"/>
                      <a:r>
                        <a:rPr lang="en-GB" sz="1600" b="1" kern="1200">
                          <a:solidFill>
                            <a:schemeClr val="accent1"/>
                          </a:solidFill>
                        </a:rPr>
                        <a:t>225</a:t>
                      </a:r>
                      <a:endParaRPr lang="en-IN" sz="1600" b="1" kern="1200">
                        <a:solidFill>
                          <a:schemeClr val="accent1"/>
                        </a:solidFill>
                        <a:latin typeface="+mn-lt"/>
                        <a:ea typeface="+mn-ea"/>
                        <a:cs typeface="+mn-cs"/>
                      </a:endParaRPr>
                    </a:p>
                  </a:txBody>
                  <a:tcP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tcPr>
                </a:tc>
                <a:tc>
                  <a:txBody>
                    <a:bodyPr/>
                    <a:lstStyle/>
                    <a:p>
                      <a:pPr marL="0" algn="ctr" defTabSz="914400" rtl="0" eaLnBrk="1" latinLnBrk="0" hangingPunct="1"/>
                      <a:r>
                        <a:rPr lang="en-IN" sz="1600" b="1" kern="1200" dirty="0">
                          <a:solidFill>
                            <a:srgbClr val="00B050"/>
                          </a:solidFill>
                        </a:rPr>
                        <a:t>27</a:t>
                      </a:r>
                      <a:endParaRPr lang="en-IN" sz="1600" b="1" kern="1200" dirty="0">
                        <a:solidFill>
                          <a:srgbClr val="00B050"/>
                        </a:solidFill>
                        <a:latin typeface="+mn-lt"/>
                        <a:ea typeface="+mn-ea"/>
                        <a:cs typeface="+mn-cs"/>
                      </a:endParaRPr>
                    </a:p>
                  </a:txBody>
                  <a:tcP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tcPr>
                </a:tc>
                <a:extLst>
                  <a:ext uri="{0D108BD9-81ED-4DB2-BD59-A6C34878D82A}">
                    <a16:rowId xmlns:a16="http://schemas.microsoft.com/office/drawing/2014/main" val="3740157264"/>
                  </a:ext>
                </a:extLst>
              </a:tr>
              <a:tr h="396000">
                <a:tc>
                  <a:txBody>
                    <a:bodyPr/>
                    <a:lstStyle/>
                    <a:p>
                      <a:pPr marL="0" algn="l" defTabSz="914400" rtl="0" eaLnBrk="1" latinLnBrk="0" hangingPunct="1"/>
                      <a:r>
                        <a:rPr lang="en-GB" sz="1600" b="1" kern="1200">
                          <a:solidFill>
                            <a:schemeClr val="tx1"/>
                          </a:solidFill>
                          <a:latin typeface="+mn-lt"/>
                          <a:ea typeface="+mn-ea"/>
                          <a:cs typeface="+mn-cs"/>
                        </a:rPr>
                        <a:t>Gazal</a:t>
                      </a:r>
                      <a:endParaRPr lang="en-IN" sz="1600" b="1" kern="1200">
                        <a:solidFill>
                          <a:schemeClr val="tx1"/>
                        </a:solidFill>
                        <a:latin typeface="+mn-lt"/>
                        <a:ea typeface="+mn-ea"/>
                        <a:cs typeface="+mn-cs"/>
                      </a:endParaRPr>
                    </a:p>
                  </a:txBody>
                  <a:tcPr>
                    <a:lnT w="12700" cap="flat" cmpd="sng" algn="ctr">
                      <a:solidFill>
                        <a:schemeClr val="tx1"/>
                      </a:solidFill>
                      <a:prstDash val="sysDash"/>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600" b="1" kern="1200">
                          <a:solidFill>
                            <a:schemeClr val="accent1"/>
                          </a:solidFill>
                        </a:rPr>
                        <a:t>170</a:t>
                      </a:r>
                      <a:endParaRPr lang="en-IN" sz="1600" b="1" kern="1200">
                        <a:solidFill>
                          <a:schemeClr val="accent1"/>
                        </a:solidFill>
                        <a:latin typeface="+mn-lt"/>
                        <a:ea typeface="+mn-ea"/>
                        <a:cs typeface="+mn-cs"/>
                      </a:endParaRPr>
                    </a:p>
                  </a:txBody>
                  <a:tcPr>
                    <a:lnT w="12700" cap="flat" cmpd="sng" algn="ctr">
                      <a:solidFill>
                        <a:schemeClr val="tx1"/>
                      </a:solidFill>
                      <a:prstDash val="sysDash"/>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600" b="1" kern="1200">
                          <a:solidFill>
                            <a:srgbClr val="00B050"/>
                          </a:solidFill>
                        </a:rPr>
                        <a:t>15</a:t>
                      </a:r>
                      <a:endParaRPr lang="en-IN" sz="1600" b="1" kern="1200">
                        <a:solidFill>
                          <a:srgbClr val="00B050"/>
                        </a:solidFill>
                        <a:latin typeface="+mn-lt"/>
                        <a:ea typeface="+mn-ea"/>
                        <a:cs typeface="+mn-cs"/>
                      </a:endParaRPr>
                    </a:p>
                  </a:txBody>
                  <a:tcPr>
                    <a:lnT w="12700" cap="flat" cmpd="sng" algn="ctr">
                      <a:solidFill>
                        <a:schemeClr val="tx1"/>
                      </a:solidFill>
                      <a:prstDash val="sysDash"/>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1330085"/>
                  </a:ext>
                </a:extLst>
              </a:tr>
              <a:tr h="396000">
                <a:tc>
                  <a:txBody>
                    <a:bodyPr/>
                    <a:lstStyle/>
                    <a:p>
                      <a:pPr marL="0" algn="l" defTabSz="914400" rtl="0" eaLnBrk="1" latinLnBrk="0" hangingPunct="1"/>
                      <a:r>
                        <a:rPr lang="en-US" sz="2000" b="1" kern="1200">
                          <a:solidFill>
                            <a:schemeClr val="tx1"/>
                          </a:solidFill>
                          <a:latin typeface="+mn-lt"/>
                          <a:ea typeface="+mn-ea"/>
                          <a:cs typeface="+mn-cs"/>
                        </a:rPr>
                        <a:t>Total</a:t>
                      </a:r>
                      <a:endParaRPr lang="en-IN" sz="1600" b="1" kern="120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1" kern="1200" dirty="0">
                          <a:solidFill>
                            <a:schemeClr val="accent1"/>
                          </a:solidFill>
                          <a:latin typeface="+mn-lt"/>
                          <a:ea typeface="+mn-ea"/>
                          <a:cs typeface="+mn-cs"/>
                        </a:rPr>
                        <a:t>8300</a:t>
                      </a:r>
                      <a:endParaRPr lang="en-IN" sz="2000" b="1" kern="1200" dirty="0">
                        <a:solidFill>
                          <a:schemeClr val="accent1"/>
                        </a:solidFill>
                        <a:latin typeface="+mn-lt"/>
                        <a:ea typeface="+mn-ea"/>
                        <a:cs typeface="+mn-cs"/>
                      </a:endParaRPr>
                    </a:p>
                  </a:txBody>
                  <a:tcPr>
                    <a:lnT w="12700" cap="flat" cmpd="sng" algn="ctr">
                      <a:solidFill>
                        <a:schemeClr val="tx1"/>
                      </a:solidFill>
                      <a:prstDash val="solid"/>
                      <a:round/>
                      <a:headEnd type="none" w="med" len="med"/>
                      <a:tailEnd type="none" w="med" len="med"/>
                    </a:lnT>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1" kern="1200" dirty="0">
                          <a:solidFill>
                            <a:srgbClr val="00B050"/>
                          </a:solidFill>
                          <a:latin typeface="+mn-lt"/>
                          <a:ea typeface="+mn-ea"/>
                          <a:cs typeface="+mn-cs"/>
                        </a:rPr>
                        <a:t>3839</a:t>
                      </a:r>
                      <a:endParaRPr lang="en-IN" sz="2000" b="1" kern="1200" dirty="0">
                        <a:solidFill>
                          <a:srgbClr val="00B050"/>
                        </a:solidFill>
                        <a:latin typeface="+mn-lt"/>
                        <a:ea typeface="+mn-ea"/>
                        <a:cs typeface="+mn-cs"/>
                      </a:endParaRPr>
                    </a:p>
                  </a:txBody>
                  <a:tcP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925600235"/>
                  </a:ext>
                </a:extLst>
              </a:tr>
            </a:tbl>
          </a:graphicData>
        </a:graphic>
      </p:graphicFrame>
      <p:sp>
        <p:nvSpPr>
          <p:cNvPr id="11" name="TextBox 10">
            <a:extLst>
              <a:ext uri="{FF2B5EF4-FFF2-40B4-BE49-F238E27FC236}">
                <a16:creationId xmlns:a16="http://schemas.microsoft.com/office/drawing/2014/main" id="{C58D5418-EBDE-CF64-8B40-90CA6D5C46DE}"/>
              </a:ext>
            </a:extLst>
          </p:cNvPr>
          <p:cNvSpPr txBox="1"/>
          <p:nvPr/>
        </p:nvSpPr>
        <p:spPr>
          <a:xfrm>
            <a:off x="9445925" y="601379"/>
            <a:ext cx="1831210" cy="340735"/>
          </a:xfrm>
          <a:prstGeom prst="rect">
            <a:avLst/>
          </a:prstGeom>
          <a:noFill/>
        </p:spPr>
        <p:txBody>
          <a:bodyPr vert="horz" wrap="square" lIns="90000" tIns="46800" rIns="90000" bIns="46800" rtlCol="0" anchor="ctr">
            <a:spAutoFit/>
          </a:bodyPr>
          <a:lstStyle/>
          <a:p>
            <a:pPr algn="ctr">
              <a:spcBef>
                <a:spcPct val="0"/>
              </a:spcBef>
            </a:pPr>
            <a:r>
              <a:rPr lang="en-US" sz="1400">
                <a:solidFill>
                  <a:srgbClr val="00B050"/>
                </a:solidFill>
              </a:rPr>
              <a:t> </a:t>
            </a:r>
            <a:r>
              <a:rPr lang="en-US" sz="1600" b="1">
                <a:solidFill>
                  <a:srgbClr val="00B050"/>
                </a:solidFill>
              </a:rPr>
              <a:t>Achieved (KE)</a:t>
            </a:r>
            <a:endParaRPr lang="en-IN" sz="1600" b="1">
              <a:solidFill>
                <a:srgbClr val="00B050"/>
              </a:solidFill>
            </a:endParaRPr>
          </a:p>
        </p:txBody>
      </p:sp>
      <p:sp>
        <p:nvSpPr>
          <p:cNvPr id="12" name="TextBox 11">
            <a:extLst>
              <a:ext uri="{FF2B5EF4-FFF2-40B4-BE49-F238E27FC236}">
                <a16:creationId xmlns:a16="http://schemas.microsoft.com/office/drawing/2014/main" id="{9037AD91-6128-E837-E770-0B81B6477D7E}"/>
              </a:ext>
            </a:extLst>
          </p:cNvPr>
          <p:cNvSpPr txBox="1"/>
          <p:nvPr/>
        </p:nvSpPr>
        <p:spPr>
          <a:xfrm>
            <a:off x="7144848" y="601378"/>
            <a:ext cx="1874520" cy="340735"/>
          </a:xfrm>
          <a:prstGeom prst="rect">
            <a:avLst/>
          </a:prstGeom>
          <a:noFill/>
        </p:spPr>
        <p:txBody>
          <a:bodyPr vert="horz" wrap="square" lIns="90000" tIns="46800" rIns="90000" bIns="46800" rtlCol="0" anchor="ctr">
            <a:spAutoFit/>
          </a:bodyPr>
          <a:lstStyle/>
          <a:p>
            <a:pPr algn="l">
              <a:spcBef>
                <a:spcPct val="0"/>
              </a:spcBef>
            </a:pPr>
            <a:r>
              <a:rPr lang="en-US" sz="1600" b="1">
                <a:solidFill>
                  <a:schemeClr val="accent1"/>
                </a:solidFill>
              </a:rPr>
              <a:t>FY26 Target (KE)</a:t>
            </a:r>
            <a:endParaRPr lang="en-IN" sz="1600" b="1">
              <a:solidFill>
                <a:schemeClr val="accent1"/>
              </a:solidFill>
            </a:endParaRPr>
          </a:p>
        </p:txBody>
      </p:sp>
      <p:sp>
        <p:nvSpPr>
          <p:cNvPr id="14" name="TextBox 13">
            <a:extLst>
              <a:ext uri="{FF2B5EF4-FFF2-40B4-BE49-F238E27FC236}">
                <a16:creationId xmlns:a16="http://schemas.microsoft.com/office/drawing/2014/main" id="{9259383C-8641-DC3C-8CF2-358DAFA54B64}"/>
              </a:ext>
            </a:extLst>
          </p:cNvPr>
          <p:cNvSpPr txBox="1"/>
          <p:nvPr/>
        </p:nvSpPr>
        <p:spPr>
          <a:xfrm>
            <a:off x="595407" y="612216"/>
            <a:ext cx="3325247" cy="340735"/>
          </a:xfrm>
          <a:prstGeom prst="rect">
            <a:avLst/>
          </a:prstGeom>
          <a:noFill/>
        </p:spPr>
        <p:txBody>
          <a:bodyPr vert="horz" wrap="none" lIns="90000" tIns="46800" rIns="90000" bIns="46800" rtlCol="0" anchor="ctr">
            <a:spAutoFit/>
          </a:bodyPr>
          <a:lstStyle/>
          <a:p>
            <a:pPr algn="l">
              <a:spcBef>
                <a:spcPct val="0"/>
              </a:spcBef>
            </a:pPr>
            <a:r>
              <a:rPr lang="en-IN" sz="1600" b="1">
                <a:solidFill>
                  <a:schemeClr val="accent1"/>
                </a:solidFill>
              </a:rPr>
              <a:t>Unlocking opportunity pipelines</a:t>
            </a:r>
          </a:p>
        </p:txBody>
      </p:sp>
      <p:sp>
        <p:nvSpPr>
          <p:cNvPr id="15" name="Title 4">
            <a:extLst>
              <a:ext uri="{FF2B5EF4-FFF2-40B4-BE49-F238E27FC236}">
                <a16:creationId xmlns:a16="http://schemas.microsoft.com/office/drawing/2014/main" id="{B90B15E5-5EA6-6906-0A5A-D3CCDA89DA2D}"/>
              </a:ext>
            </a:extLst>
          </p:cNvPr>
          <p:cNvSpPr txBox="1">
            <a:spLocks/>
          </p:cNvSpPr>
          <p:nvPr/>
        </p:nvSpPr>
        <p:spPr>
          <a:xfrm>
            <a:off x="381646" y="50100"/>
            <a:ext cx="11090938" cy="522240"/>
          </a:xfrm>
          <a:prstGeom prst="rect">
            <a:avLst/>
          </a:prstGeom>
        </p:spPr>
        <p:txBody>
          <a:bodyPr/>
          <a:lstStyle>
            <a:lvl1pPr marL="0" marR="0" indent="0" algn="l" defTabSz="914400" rtl="0" eaLnBrk="1" fontAlgn="auto" latinLnBrk="0" hangingPunct="1">
              <a:lnSpc>
                <a:spcPct val="90000"/>
              </a:lnSpc>
              <a:spcBef>
                <a:spcPct val="0"/>
              </a:spcBef>
              <a:spcAft>
                <a:spcPts val="0"/>
              </a:spcAft>
              <a:buClrTx/>
              <a:buSzTx/>
              <a:buFontTx/>
              <a:buNone/>
              <a:tabLst/>
              <a:defRPr kumimoji="0" lang="de-DE" sz="3200" b="0" i="0" u="none" strike="noStrike" kern="1200" cap="none" spc="0" normalizeH="0" baseline="0" noProof="0" dirty="0">
                <a:ln>
                  <a:noFill/>
                </a:ln>
                <a:solidFill>
                  <a:schemeClr val="tx1"/>
                </a:solidFill>
                <a:effectLst/>
                <a:uLnTx/>
                <a:uFillTx/>
                <a:latin typeface="+mj-lt"/>
                <a:ea typeface="+mj-ea"/>
                <a:cs typeface="+mj-cs"/>
              </a:defRPr>
            </a:lvl1pPr>
          </a:lstStyle>
          <a:p>
            <a:r>
              <a:rPr lang="en-US"/>
              <a:t>GROW: </a:t>
            </a:r>
          </a:p>
        </p:txBody>
      </p:sp>
      <p:pic>
        <p:nvPicPr>
          <p:cNvPr id="25" name="Picture 2">
            <a:extLst>
              <a:ext uri="{FF2B5EF4-FFF2-40B4-BE49-F238E27FC236}">
                <a16:creationId xmlns:a16="http://schemas.microsoft.com/office/drawing/2014/main" id="{61F99DAF-A793-8B30-A250-2815D004700E}"/>
              </a:ext>
            </a:extLst>
          </p:cNvPr>
          <p:cNvPicPr>
            <a:picLocks noChangeAspect="1" noChangeArrowheads="1"/>
          </p:cNvPicPr>
          <p:nvPr/>
        </p:nvPicPr>
        <p:blipFill>
          <a:blip r:embed="rId2" cstate="print">
            <a:extLst>
              <a:ext uri="{28A0092B-C50C-407E-A947-70E740481C1C}">
                <a14:useLocalDpi xmlns:a14="http://schemas.microsoft.com/office/drawing/2010/main"/>
              </a:ext>
            </a:extLst>
          </a:blip>
          <a:srcRect/>
          <a:stretch>
            <a:fillRect/>
          </a:stretch>
        </p:blipFill>
        <p:spPr bwMode="auto">
          <a:xfrm>
            <a:off x="2030436" y="1086224"/>
            <a:ext cx="793913" cy="253334"/>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4" descr="T-Mobile Logo &amp; Brand Assets (SVG, PNG ...">
            <a:extLst>
              <a:ext uri="{FF2B5EF4-FFF2-40B4-BE49-F238E27FC236}">
                <a16:creationId xmlns:a16="http://schemas.microsoft.com/office/drawing/2014/main" id="{0CAFEE37-48EB-AB3C-9174-C957F81D4E42}"/>
              </a:ext>
            </a:extLst>
          </p:cNvPr>
          <p:cNvPicPr>
            <a:picLocks noChangeAspect="1" noChangeArrowheads="1"/>
          </p:cNvPicPr>
          <p:nvPr/>
        </p:nvPicPr>
        <p:blipFill>
          <a:blip r:embed="rId3" cstate="print">
            <a:extLst>
              <a:ext uri="{28A0092B-C50C-407E-A947-70E740481C1C}">
                <a14:useLocalDpi xmlns:a14="http://schemas.microsoft.com/office/drawing/2010/main"/>
              </a:ext>
            </a:extLst>
          </a:blip>
          <a:srcRect/>
          <a:stretch>
            <a:fillRect/>
          </a:stretch>
        </p:blipFill>
        <p:spPr bwMode="auto">
          <a:xfrm>
            <a:off x="3004552" y="1062421"/>
            <a:ext cx="926333" cy="300941"/>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6" descr="Clear Background ID 101571 Logo ...">
            <a:extLst>
              <a:ext uri="{FF2B5EF4-FFF2-40B4-BE49-F238E27FC236}">
                <a16:creationId xmlns:a16="http://schemas.microsoft.com/office/drawing/2014/main" id="{6883C26F-8DDE-B211-D70E-36DB4EBD81E0}"/>
              </a:ext>
            </a:extLst>
          </p:cNvPr>
          <p:cNvPicPr>
            <a:picLocks noChangeAspect="1" noChangeArrowheads="1"/>
          </p:cNvPicPr>
          <p:nvPr/>
        </p:nvPicPr>
        <p:blipFill>
          <a:blip r:embed="rId4" cstate="print">
            <a:extLst>
              <a:ext uri="{28A0092B-C50C-407E-A947-70E740481C1C}">
                <a14:useLocalDpi xmlns:a14="http://schemas.microsoft.com/office/drawing/2010/main"/>
              </a:ext>
            </a:extLst>
          </a:blip>
          <a:srcRect/>
          <a:stretch>
            <a:fillRect/>
          </a:stretch>
        </p:blipFill>
        <p:spPr bwMode="auto">
          <a:xfrm>
            <a:off x="4089717" y="1045004"/>
            <a:ext cx="335775" cy="335775"/>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30" descr="ERICSSON Vector Logo - Download Free ...">
            <a:extLst>
              <a:ext uri="{FF2B5EF4-FFF2-40B4-BE49-F238E27FC236}">
                <a16:creationId xmlns:a16="http://schemas.microsoft.com/office/drawing/2014/main" id="{769B463F-F767-62DD-9B4F-FFA4EE16ADDE}"/>
              </a:ext>
            </a:extLst>
          </p:cNvPr>
          <p:cNvPicPr>
            <a:picLocks noChangeAspect="1" noChangeArrowheads="1"/>
          </p:cNvPicPr>
          <p:nvPr/>
        </p:nvPicPr>
        <p:blipFill>
          <a:blip r:embed="rId5" cstate="print">
            <a:extLst>
              <a:ext uri="{28A0092B-C50C-407E-A947-70E740481C1C}">
                <a14:useLocalDpi xmlns:a14="http://schemas.microsoft.com/office/drawing/2010/main"/>
              </a:ext>
            </a:extLst>
          </a:blip>
          <a:srcRect/>
          <a:stretch>
            <a:fillRect/>
          </a:stretch>
        </p:blipFill>
        <p:spPr bwMode="auto">
          <a:xfrm>
            <a:off x="2030436" y="1550585"/>
            <a:ext cx="1163894" cy="163869"/>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32">
            <a:extLst>
              <a:ext uri="{FF2B5EF4-FFF2-40B4-BE49-F238E27FC236}">
                <a16:creationId xmlns:a16="http://schemas.microsoft.com/office/drawing/2014/main" id="{E90D41B3-D4B3-6DFA-765F-7CBBE05CB5ED}"/>
              </a:ext>
            </a:extLst>
          </p:cNvPr>
          <p:cNvPicPr>
            <a:picLocks noChangeAspect="1" noChangeArrowheads="1"/>
          </p:cNvPicPr>
          <p:nvPr/>
        </p:nvPicPr>
        <p:blipFill>
          <a:blip r:embed="rId6" cstate="print">
            <a:extLst>
              <a:ext uri="{28A0092B-C50C-407E-A947-70E740481C1C}">
                <a14:useLocalDpi xmlns:a14="http://schemas.microsoft.com/office/drawing/2010/main"/>
              </a:ext>
            </a:extLst>
          </a:blip>
          <a:srcRect/>
          <a:stretch>
            <a:fillRect/>
          </a:stretch>
        </p:blipFill>
        <p:spPr bwMode="auto">
          <a:xfrm>
            <a:off x="3467718" y="1496772"/>
            <a:ext cx="839340" cy="237629"/>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108">
            <a:extLst>
              <a:ext uri="{FF2B5EF4-FFF2-40B4-BE49-F238E27FC236}">
                <a16:creationId xmlns:a16="http://schemas.microsoft.com/office/drawing/2014/main" id="{C69AE45D-3EF9-D435-8132-C9F9557DCE57}"/>
              </a:ext>
            </a:extLst>
          </p:cNvPr>
          <p:cNvPicPr>
            <a:picLocks noChangeAspect="1" noChangeArrowheads="1"/>
          </p:cNvPicPr>
          <p:nvPr/>
        </p:nvPicPr>
        <p:blipFill>
          <a:blip r:embed="rId7" cstate="print">
            <a:extLst>
              <a:ext uri="{28A0092B-C50C-407E-A947-70E740481C1C}">
                <a14:useLocalDpi xmlns:a14="http://schemas.microsoft.com/office/drawing/2010/main"/>
              </a:ext>
            </a:extLst>
          </a:blip>
          <a:srcRect/>
          <a:stretch>
            <a:fillRect/>
          </a:stretch>
        </p:blipFill>
        <p:spPr bwMode="auto">
          <a:xfrm>
            <a:off x="2007311" y="1867210"/>
            <a:ext cx="844658" cy="257975"/>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18" descr="PRS for Music - Wikipedia">
            <a:extLst>
              <a:ext uri="{FF2B5EF4-FFF2-40B4-BE49-F238E27FC236}">
                <a16:creationId xmlns:a16="http://schemas.microsoft.com/office/drawing/2014/main" id="{9FACEFD8-C613-A4B4-2D2D-70FD24E268B4}"/>
              </a:ext>
            </a:extLst>
          </p:cNvPr>
          <p:cNvPicPr>
            <a:picLocks noChangeAspect="1" noChangeArrowheads="1"/>
          </p:cNvPicPr>
          <p:nvPr/>
        </p:nvPicPr>
        <p:blipFill>
          <a:blip r:embed="rId8" cstate="print">
            <a:extLst>
              <a:ext uri="{28A0092B-C50C-407E-A947-70E740481C1C}">
                <a14:useLocalDpi xmlns:a14="http://schemas.microsoft.com/office/drawing/2010/main"/>
              </a:ext>
            </a:extLst>
          </a:blip>
          <a:srcRect/>
          <a:stretch>
            <a:fillRect/>
          </a:stretch>
        </p:blipFill>
        <p:spPr bwMode="auto">
          <a:xfrm>
            <a:off x="2029429" y="2613126"/>
            <a:ext cx="457202" cy="338084"/>
          </a:xfrm>
          <a:prstGeom prst="rect">
            <a:avLst/>
          </a:prstGeom>
          <a:noFill/>
          <a:extLst>
            <a:ext uri="{909E8E84-426E-40DD-AFC4-6F175D3DCCD1}">
              <a14:hiddenFill xmlns:a14="http://schemas.microsoft.com/office/drawing/2010/main">
                <a:solidFill>
                  <a:srgbClr val="FFFFFF"/>
                </a:solidFill>
              </a14:hiddenFill>
            </a:ext>
          </a:extLst>
        </p:spPr>
      </p:pic>
      <p:pic>
        <p:nvPicPr>
          <p:cNvPr id="2048" name="Picture 38">
            <a:extLst>
              <a:ext uri="{FF2B5EF4-FFF2-40B4-BE49-F238E27FC236}">
                <a16:creationId xmlns:a16="http://schemas.microsoft.com/office/drawing/2014/main" id="{FC02E6A6-4C29-97C1-C88E-1B64DB9CD2BF}"/>
              </a:ext>
            </a:extLst>
          </p:cNvPr>
          <p:cNvPicPr>
            <a:picLocks noChangeAspect="1" noChangeArrowheads="1"/>
          </p:cNvPicPr>
          <p:nvPr/>
        </p:nvPicPr>
        <p:blipFill>
          <a:blip r:embed="rId9" cstate="print">
            <a:extLst>
              <a:ext uri="{28A0092B-C50C-407E-A947-70E740481C1C}">
                <a14:useLocalDpi xmlns:a14="http://schemas.microsoft.com/office/drawing/2010/main"/>
              </a:ext>
            </a:extLst>
          </a:blip>
          <a:srcRect/>
          <a:stretch>
            <a:fillRect/>
          </a:stretch>
        </p:blipFill>
        <p:spPr bwMode="auto">
          <a:xfrm>
            <a:off x="1990867" y="2268449"/>
            <a:ext cx="991528" cy="261527"/>
          </a:xfrm>
          <a:prstGeom prst="rect">
            <a:avLst/>
          </a:prstGeom>
          <a:noFill/>
          <a:extLst>
            <a:ext uri="{909E8E84-426E-40DD-AFC4-6F175D3DCCD1}">
              <a14:hiddenFill xmlns:a14="http://schemas.microsoft.com/office/drawing/2010/main">
                <a:solidFill>
                  <a:srgbClr val="FFFFFF"/>
                </a:solidFill>
              </a14:hiddenFill>
            </a:ext>
          </a:extLst>
        </p:spPr>
      </p:pic>
      <p:pic>
        <p:nvPicPr>
          <p:cNvPr id="2049" name="Picture 40" descr="Nokia Vector Logo - Download Free SVG ...">
            <a:extLst>
              <a:ext uri="{FF2B5EF4-FFF2-40B4-BE49-F238E27FC236}">
                <a16:creationId xmlns:a16="http://schemas.microsoft.com/office/drawing/2014/main" id="{1CC7D06A-C9D9-1C98-C805-DB96EBCD2380}"/>
              </a:ext>
            </a:extLst>
          </p:cNvPr>
          <p:cNvPicPr>
            <a:picLocks noChangeAspect="1" noChangeArrowheads="1"/>
          </p:cNvPicPr>
          <p:nvPr/>
        </p:nvPicPr>
        <p:blipFill>
          <a:blip r:embed="rId10" cstate="print">
            <a:extLst>
              <a:ext uri="{28A0092B-C50C-407E-A947-70E740481C1C}">
                <a14:useLocalDpi xmlns:a14="http://schemas.microsoft.com/office/drawing/2010/main"/>
              </a:ext>
            </a:extLst>
          </a:blip>
          <a:srcRect/>
          <a:stretch>
            <a:fillRect/>
          </a:stretch>
        </p:blipFill>
        <p:spPr bwMode="auto">
          <a:xfrm>
            <a:off x="3496272" y="2279215"/>
            <a:ext cx="1056353" cy="177344"/>
          </a:xfrm>
          <a:prstGeom prst="rect">
            <a:avLst/>
          </a:prstGeom>
          <a:noFill/>
          <a:extLst>
            <a:ext uri="{909E8E84-426E-40DD-AFC4-6F175D3DCCD1}">
              <a14:hiddenFill xmlns:a14="http://schemas.microsoft.com/office/drawing/2010/main">
                <a:solidFill>
                  <a:srgbClr val="FFFFFF"/>
                </a:solidFill>
              </a14:hiddenFill>
            </a:ext>
          </a:extLst>
        </p:spPr>
      </p:pic>
      <p:sp>
        <p:nvSpPr>
          <p:cNvPr id="2051" name="TextBox 2050">
            <a:extLst>
              <a:ext uri="{FF2B5EF4-FFF2-40B4-BE49-F238E27FC236}">
                <a16:creationId xmlns:a16="http://schemas.microsoft.com/office/drawing/2014/main" id="{E385F417-A2A8-CD9D-67B7-179B484B7464}"/>
              </a:ext>
            </a:extLst>
          </p:cNvPr>
          <p:cNvSpPr txBox="1"/>
          <p:nvPr/>
        </p:nvSpPr>
        <p:spPr>
          <a:xfrm>
            <a:off x="2982395" y="2268449"/>
            <a:ext cx="425414" cy="233014"/>
          </a:xfrm>
          <a:prstGeom prst="rect">
            <a:avLst/>
          </a:prstGeom>
          <a:noFill/>
        </p:spPr>
        <p:txBody>
          <a:bodyPr vert="horz" wrap="none" lIns="90000" tIns="46800" rIns="90000" bIns="46800" rtlCol="0" anchor="ctr">
            <a:sp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IN" sz="900" b="1" i="0" u="none" strike="noStrike" kern="1200" cap="none" spc="0" normalizeH="0" baseline="0" noProof="0">
                <a:ln>
                  <a:noFill/>
                </a:ln>
                <a:solidFill>
                  <a:srgbClr val="000000"/>
                </a:solidFill>
                <a:effectLst/>
                <a:uLnTx/>
                <a:uFillTx/>
                <a:latin typeface="Ubuntu"/>
                <a:ea typeface="+mn-ea"/>
                <a:cs typeface="+mn-cs"/>
              </a:rPr>
              <a:t>(UK)</a:t>
            </a:r>
          </a:p>
        </p:txBody>
      </p:sp>
      <p:pic>
        <p:nvPicPr>
          <p:cNvPr id="2053" name="Picture 122">
            <a:extLst>
              <a:ext uri="{FF2B5EF4-FFF2-40B4-BE49-F238E27FC236}">
                <a16:creationId xmlns:a16="http://schemas.microsoft.com/office/drawing/2014/main" id="{C26656D6-5D66-6D6D-71F1-B806B85849F4}"/>
              </a:ext>
            </a:extLst>
          </p:cNvPr>
          <p:cNvPicPr>
            <a:picLocks noChangeAspect="1" noChangeArrowheads="1"/>
          </p:cNvPicPr>
          <p:nvPr/>
        </p:nvPicPr>
        <p:blipFill>
          <a:blip r:embed="rId11" cstate="print">
            <a:extLst>
              <a:ext uri="{28A0092B-C50C-407E-A947-70E740481C1C}">
                <a14:useLocalDpi xmlns:a14="http://schemas.microsoft.com/office/drawing/2010/main"/>
              </a:ext>
            </a:extLst>
          </a:blip>
          <a:srcRect/>
          <a:stretch>
            <a:fillRect/>
          </a:stretch>
        </p:blipFill>
        <p:spPr bwMode="auto">
          <a:xfrm>
            <a:off x="1990867" y="3023621"/>
            <a:ext cx="602187" cy="298262"/>
          </a:xfrm>
          <a:prstGeom prst="rect">
            <a:avLst/>
          </a:prstGeom>
          <a:noFill/>
          <a:extLst>
            <a:ext uri="{909E8E84-426E-40DD-AFC4-6F175D3DCCD1}">
              <a14:hiddenFill xmlns:a14="http://schemas.microsoft.com/office/drawing/2010/main">
                <a:solidFill>
                  <a:srgbClr val="FFFFFF"/>
                </a:solidFill>
              </a14:hiddenFill>
            </a:ext>
          </a:extLst>
        </p:spPr>
      </p:pic>
      <p:pic>
        <p:nvPicPr>
          <p:cNvPr id="2055" name="Picture 2054">
            <a:extLst>
              <a:ext uri="{FF2B5EF4-FFF2-40B4-BE49-F238E27FC236}">
                <a16:creationId xmlns:a16="http://schemas.microsoft.com/office/drawing/2014/main" id="{086D66AA-AAF2-A1E5-6530-735FCE0A0052}"/>
              </a:ext>
            </a:extLst>
          </p:cNvPr>
          <p:cNvPicPr>
            <a:picLocks noChangeAspect="1"/>
          </p:cNvPicPr>
          <p:nvPr/>
        </p:nvPicPr>
        <p:blipFill>
          <a:blip r:embed="rId12"/>
          <a:stretch>
            <a:fillRect/>
          </a:stretch>
        </p:blipFill>
        <p:spPr>
          <a:xfrm>
            <a:off x="3745072" y="3004856"/>
            <a:ext cx="653970" cy="367858"/>
          </a:xfrm>
          <a:prstGeom prst="rect">
            <a:avLst/>
          </a:prstGeom>
        </p:spPr>
      </p:pic>
      <p:pic>
        <p:nvPicPr>
          <p:cNvPr id="2056" name="Picture 2055">
            <a:extLst>
              <a:ext uri="{FF2B5EF4-FFF2-40B4-BE49-F238E27FC236}">
                <a16:creationId xmlns:a16="http://schemas.microsoft.com/office/drawing/2014/main" id="{980646C7-B163-4DC6-5478-B1F3AEC7A206}"/>
              </a:ext>
            </a:extLst>
          </p:cNvPr>
          <p:cNvPicPr>
            <a:picLocks noChangeAspect="1"/>
          </p:cNvPicPr>
          <p:nvPr/>
        </p:nvPicPr>
        <p:blipFill>
          <a:blip r:embed="rId13"/>
          <a:stretch>
            <a:fillRect/>
          </a:stretch>
        </p:blipFill>
        <p:spPr>
          <a:xfrm>
            <a:off x="2797829" y="2994611"/>
            <a:ext cx="653840" cy="367859"/>
          </a:xfrm>
          <a:prstGeom prst="rect">
            <a:avLst/>
          </a:prstGeom>
        </p:spPr>
      </p:pic>
      <p:pic>
        <p:nvPicPr>
          <p:cNvPr id="2057" name="Picture 62" descr="Virgin Media O2 - Wikipedia">
            <a:extLst>
              <a:ext uri="{FF2B5EF4-FFF2-40B4-BE49-F238E27FC236}">
                <a16:creationId xmlns:a16="http://schemas.microsoft.com/office/drawing/2014/main" id="{7AA6A264-2B3C-2C5C-9191-C1E731480448}"/>
              </a:ext>
            </a:extLst>
          </p:cNvPr>
          <p:cNvPicPr>
            <a:picLocks noChangeAspect="1" noChangeArrowheads="1"/>
          </p:cNvPicPr>
          <p:nvPr/>
        </p:nvPicPr>
        <p:blipFill>
          <a:blip r:embed="rId14" cstate="print">
            <a:extLst>
              <a:ext uri="{28A0092B-C50C-407E-A947-70E740481C1C}">
                <a14:useLocalDpi xmlns:a14="http://schemas.microsoft.com/office/drawing/2010/main"/>
              </a:ext>
            </a:extLst>
          </a:blip>
          <a:srcRect/>
          <a:stretch>
            <a:fillRect/>
          </a:stretch>
        </p:blipFill>
        <p:spPr bwMode="auto">
          <a:xfrm>
            <a:off x="1884444" y="3432040"/>
            <a:ext cx="602187" cy="283599"/>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64">
            <a:extLst>
              <a:ext uri="{FF2B5EF4-FFF2-40B4-BE49-F238E27FC236}">
                <a16:creationId xmlns:a16="http://schemas.microsoft.com/office/drawing/2014/main" id="{B48F01F0-99F6-08EB-D146-FF99CEF4811A}"/>
              </a:ext>
            </a:extLst>
          </p:cNvPr>
          <p:cNvPicPr>
            <a:picLocks noChangeAspect="1" noChangeArrowheads="1"/>
          </p:cNvPicPr>
          <p:nvPr/>
        </p:nvPicPr>
        <p:blipFill>
          <a:blip r:embed="rId15" cstate="print">
            <a:extLst>
              <a:ext uri="{28A0092B-C50C-407E-A947-70E740481C1C}">
                <a14:useLocalDpi xmlns:a14="http://schemas.microsoft.com/office/drawing/2010/main"/>
              </a:ext>
            </a:extLst>
          </a:blip>
          <a:srcRect/>
          <a:stretch>
            <a:fillRect/>
          </a:stretch>
        </p:blipFill>
        <p:spPr bwMode="auto">
          <a:xfrm>
            <a:off x="2625551" y="3422812"/>
            <a:ext cx="899191" cy="302054"/>
          </a:xfrm>
          <a:prstGeom prst="rect">
            <a:avLst/>
          </a:prstGeom>
          <a:noFill/>
          <a:extLst>
            <a:ext uri="{909E8E84-426E-40DD-AFC4-6F175D3DCCD1}">
              <a14:hiddenFill xmlns:a14="http://schemas.microsoft.com/office/drawing/2010/main">
                <a:solidFill>
                  <a:srgbClr val="FFFFFF"/>
                </a:solidFill>
              </a14:hiddenFill>
            </a:ext>
          </a:extLst>
        </p:spPr>
      </p:pic>
      <p:pic>
        <p:nvPicPr>
          <p:cNvPr id="2059" name="Picture 66" descr="SEIKO EPSON Real Time Clock Module ...">
            <a:extLst>
              <a:ext uri="{FF2B5EF4-FFF2-40B4-BE49-F238E27FC236}">
                <a16:creationId xmlns:a16="http://schemas.microsoft.com/office/drawing/2014/main" id="{F7A5B7C3-8049-2564-5C11-3E8705C9145C}"/>
              </a:ext>
            </a:extLst>
          </p:cNvPr>
          <p:cNvPicPr>
            <a:picLocks noChangeAspect="1" noChangeArrowheads="1"/>
          </p:cNvPicPr>
          <p:nvPr/>
        </p:nvPicPr>
        <p:blipFill rotWithShape="1">
          <a:blip r:embed="rId16" cstate="print">
            <a:extLst>
              <a:ext uri="{28A0092B-C50C-407E-A947-70E740481C1C}">
                <a14:useLocalDpi xmlns:a14="http://schemas.microsoft.com/office/drawing/2010/main"/>
              </a:ext>
            </a:extLst>
          </a:blip>
          <a:srcRect l="10225" t="28390" r="11212" b="28305"/>
          <a:stretch>
            <a:fillRect/>
          </a:stretch>
        </p:blipFill>
        <p:spPr bwMode="auto">
          <a:xfrm>
            <a:off x="3675198" y="3422812"/>
            <a:ext cx="761210" cy="302054"/>
          </a:xfrm>
          <a:prstGeom prst="rect">
            <a:avLst/>
          </a:prstGeom>
          <a:noFill/>
          <a:extLst>
            <a:ext uri="{909E8E84-426E-40DD-AFC4-6F175D3DCCD1}">
              <a14:hiddenFill xmlns:a14="http://schemas.microsoft.com/office/drawing/2010/main">
                <a:solidFill>
                  <a:srgbClr val="FFFFFF"/>
                </a:solidFill>
              </a14:hiddenFill>
            </a:ext>
          </a:extLst>
        </p:spPr>
      </p:pic>
      <p:pic>
        <p:nvPicPr>
          <p:cNvPr id="2060" name="Picture 68">
            <a:extLst>
              <a:ext uri="{FF2B5EF4-FFF2-40B4-BE49-F238E27FC236}">
                <a16:creationId xmlns:a16="http://schemas.microsoft.com/office/drawing/2014/main" id="{85F7A694-71B3-9E29-79B7-20B4111F1A20}"/>
              </a:ext>
            </a:extLst>
          </p:cNvPr>
          <p:cNvPicPr>
            <a:picLocks noChangeAspect="1" noChangeArrowheads="1"/>
          </p:cNvPicPr>
          <p:nvPr/>
        </p:nvPicPr>
        <p:blipFill>
          <a:blip r:embed="rId17" cstate="print">
            <a:extLst>
              <a:ext uri="{28A0092B-C50C-407E-A947-70E740481C1C}">
                <a14:useLocalDpi xmlns:a14="http://schemas.microsoft.com/office/drawing/2010/main"/>
              </a:ext>
            </a:extLst>
          </a:blip>
          <a:srcRect/>
          <a:stretch>
            <a:fillRect/>
          </a:stretch>
        </p:blipFill>
        <p:spPr bwMode="auto">
          <a:xfrm>
            <a:off x="4512215" y="3490864"/>
            <a:ext cx="1049774" cy="165950"/>
          </a:xfrm>
          <a:prstGeom prst="rect">
            <a:avLst/>
          </a:prstGeom>
          <a:noFill/>
          <a:extLst>
            <a:ext uri="{909E8E84-426E-40DD-AFC4-6F175D3DCCD1}">
              <a14:hiddenFill xmlns:a14="http://schemas.microsoft.com/office/drawing/2010/main">
                <a:solidFill>
                  <a:srgbClr val="FFFFFF"/>
                </a:solidFill>
              </a14:hiddenFill>
            </a:ext>
          </a:extLst>
        </p:spPr>
      </p:pic>
      <p:pic>
        <p:nvPicPr>
          <p:cNvPr id="2061" name="Picture 70" descr="NIELSENIQ Interview Preparation: A ...">
            <a:extLst>
              <a:ext uri="{FF2B5EF4-FFF2-40B4-BE49-F238E27FC236}">
                <a16:creationId xmlns:a16="http://schemas.microsoft.com/office/drawing/2014/main" id="{445924E7-0615-F863-43FB-A869DC816820}"/>
              </a:ext>
            </a:extLst>
          </p:cNvPr>
          <p:cNvPicPr>
            <a:picLocks noChangeAspect="1" noChangeArrowheads="1"/>
          </p:cNvPicPr>
          <p:nvPr/>
        </p:nvPicPr>
        <p:blipFill rotWithShape="1">
          <a:blip r:embed="rId18" cstate="print">
            <a:extLst>
              <a:ext uri="{28A0092B-C50C-407E-A947-70E740481C1C}">
                <a14:useLocalDpi xmlns:a14="http://schemas.microsoft.com/office/drawing/2010/main"/>
              </a:ext>
            </a:extLst>
          </a:blip>
          <a:srcRect l="1851" t="33127" r="-1851" b="29164"/>
          <a:stretch>
            <a:fillRect/>
          </a:stretch>
        </p:blipFill>
        <p:spPr bwMode="auto">
          <a:xfrm>
            <a:off x="5701413" y="3467592"/>
            <a:ext cx="1127017" cy="212494"/>
          </a:xfrm>
          <a:prstGeom prst="rect">
            <a:avLst/>
          </a:prstGeom>
          <a:noFill/>
          <a:extLst>
            <a:ext uri="{909E8E84-426E-40DD-AFC4-6F175D3DCCD1}">
              <a14:hiddenFill xmlns:a14="http://schemas.microsoft.com/office/drawing/2010/main">
                <a:solidFill>
                  <a:srgbClr val="FFFFFF"/>
                </a:solidFill>
              </a14:hiddenFill>
            </a:ext>
          </a:extLst>
        </p:spPr>
      </p:pic>
      <p:pic>
        <p:nvPicPr>
          <p:cNvPr id="2062" name="Picture 56">
            <a:extLst>
              <a:ext uri="{FF2B5EF4-FFF2-40B4-BE49-F238E27FC236}">
                <a16:creationId xmlns:a16="http://schemas.microsoft.com/office/drawing/2014/main" id="{88D2D17F-108E-82BE-8FEC-683A43CE740C}"/>
              </a:ext>
            </a:extLst>
          </p:cNvPr>
          <p:cNvPicPr>
            <a:picLocks noChangeAspect="1" noChangeArrowheads="1"/>
          </p:cNvPicPr>
          <p:nvPr/>
        </p:nvPicPr>
        <p:blipFill>
          <a:blip r:embed="rId19" cstate="print">
            <a:extLst>
              <a:ext uri="{28A0092B-C50C-407E-A947-70E740481C1C}">
                <a14:useLocalDpi xmlns:a14="http://schemas.microsoft.com/office/drawing/2010/main"/>
              </a:ext>
            </a:extLst>
          </a:blip>
          <a:srcRect/>
          <a:stretch>
            <a:fillRect/>
          </a:stretch>
        </p:blipFill>
        <p:spPr bwMode="auto">
          <a:xfrm>
            <a:off x="1995094" y="3899293"/>
            <a:ext cx="983073" cy="165950"/>
          </a:xfrm>
          <a:prstGeom prst="rect">
            <a:avLst/>
          </a:prstGeom>
          <a:noFill/>
          <a:extLst>
            <a:ext uri="{909E8E84-426E-40DD-AFC4-6F175D3DCCD1}">
              <a14:hiddenFill xmlns:a14="http://schemas.microsoft.com/office/drawing/2010/main">
                <a:solidFill>
                  <a:srgbClr val="FFFFFF"/>
                </a:solidFill>
              </a14:hiddenFill>
            </a:ext>
          </a:extLst>
        </p:spPr>
      </p:pic>
      <p:pic>
        <p:nvPicPr>
          <p:cNvPr id="2063" name="Picture 58" descr="Zebra Technologies logo in transparent ...">
            <a:extLst>
              <a:ext uri="{FF2B5EF4-FFF2-40B4-BE49-F238E27FC236}">
                <a16:creationId xmlns:a16="http://schemas.microsoft.com/office/drawing/2014/main" id="{481B6423-2FD3-1B2B-C9F1-CE4A18E7D889}"/>
              </a:ext>
            </a:extLst>
          </p:cNvPr>
          <p:cNvPicPr>
            <a:picLocks noChangeAspect="1" noChangeArrowheads="1"/>
          </p:cNvPicPr>
          <p:nvPr/>
        </p:nvPicPr>
        <p:blipFill>
          <a:blip r:embed="rId20" cstate="print">
            <a:extLst>
              <a:ext uri="{28A0092B-C50C-407E-A947-70E740481C1C}">
                <a14:useLocalDpi xmlns:a14="http://schemas.microsoft.com/office/drawing/2010/main"/>
              </a:ext>
            </a:extLst>
          </a:blip>
          <a:srcRect/>
          <a:stretch>
            <a:fillRect/>
          </a:stretch>
        </p:blipFill>
        <p:spPr bwMode="auto">
          <a:xfrm>
            <a:off x="3213206" y="3817582"/>
            <a:ext cx="971411" cy="312327"/>
          </a:xfrm>
          <a:prstGeom prst="rect">
            <a:avLst/>
          </a:prstGeom>
          <a:noFill/>
          <a:extLst>
            <a:ext uri="{909E8E84-426E-40DD-AFC4-6F175D3DCCD1}">
              <a14:hiddenFill xmlns:a14="http://schemas.microsoft.com/office/drawing/2010/main">
                <a:solidFill>
                  <a:srgbClr val="FFFFFF"/>
                </a:solidFill>
              </a14:hiddenFill>
            </a:ext>
          </a:extLst>
        </p:spPr>
      </p:pic>
      <p:pic>
        <p:nvPicPr>
          <p:cNvPr id="2064" name="Picture 60">
            <a:extLst>
              <a:ext uri="{FF2B5EF4-FFF2-40B4-BE49-F238E27FC236}">
                <a16:creationId xmlns:a16="http://schemas.microsoft.com/office/drawing/2014/main" id="{60454AF2-3EC6-8608-7B30-85A76C5EA6F8}"/>
              </a:ext>
            </a:extLst>
          </p:cNvPr>
          <p:cNvPicPr>
            <a:picLocks noChangeAspect="1" noChangeArrowheads="1"/>
          </p:cNvPicPr>
          <p:nvPr/>
        </p:nvPicPr>
        <p:blipFill>
          <a:blip r:embed="rId21" cstate="print">
            <a:extLst>
              <a:ext uri="{28A0092B-C50C-407E-A947-70E740481C1C}">
                <a14:useLocalDpi xmlns:a14="http://schemas.microsoft.com/office/drawing/2010/main"/>
              </a:ext>
            </a:extLst>
          </a:blip>
          <a:srcRect/>
          <a:stretch>
            <a:fillRect/>
          </a:stretch>
        </p:blipFill>
        <p:spPr bwMode="auto">
          <a:xfrm>
            <a:off x="4533397" y="3873932"/>
            <a:ext cx="765841" cy="215449"/>
          </a:xfrm>
          <a:prstGeom prst="rect">
            <a:avLst/>
          </a:prstGeom>
          <a:noFill/>
          <a:extLst>
            <a:ext uri="{909E8E84-426E-40DD-AFC4-6F175D3DCCD1}">
              <a14:hiddenFill xmlns:a14="http://schemas.microsoft.com/office/drawing/2010/main">
                <a:solidFill>
                  <a:srgbClr val="FFFFFF"/>
                </a:solidFill>
              </a14:hiddenFill>
            </a:ext>
          </a:extLst>
        </p:spPr>
      </p:pic>
      <p:pic>
        <p:nvPicPr>
          <p:cNvPr id="2065" name="Picture 34">
            <a:extLst>
              <a:ext uri="{FF2B5EF4-FFF2-40B4-BE49-F238E27FC236}">
                <a16:creationId xmlns:a16="http://schemas.microsoft.com/office/drawing/2014/main" id="{05E8CAE0-68A0-ECC9-6E4C-8B7A4F553B8B}"/>
              </a:ext>
            </a:extLst>
          </p:cNvPr>
          <p:cNvPicPr>
            <a:picLocks noChangeAspect="1" noChangeArrowheads="1"/>
          </p:cNvPicPr>
          <p:nvPr/>
        </p:nvPicPr>
        <p:blipFill>
          <a:blip r:embed="rId22" cstate="print">
            <a:extLst>
              <a:ext uri="{28A0092B-C50C-407E-A947-70E740481C1C}">
                <a14:useLocalDpi xmlns:a14="http://schemas.microsoft.com/office/drawing/2010/main"/>
              </a:ext>
            </a:extLst>
          </a:blip>
          <a:srcRect/>
          <a:stretch>
            <a:fillRect/>
          </a:stretch>
        </p:blipFill>
        <p:spPr bwMode="auto">
          <a:xfrm>
            <a:off x="1959500" y="4225381"/>
            <a:ext cx="560746" cy="236158"/>
          </a:xfrm>
          <a:prstGeom prst="rect">
            <a:avLst/>
          </a:prstGeom>
          <a:noFill/>
          <a:extLst>
            <a:ext uri="{909E8E84-426E-40DD-AFC4-6F175D3DCCD1}">
              <a14:hiddenFill xmlns:a14="http://schemas.microsoft.com/office/drawing/2010/main">
                <a:solidFill>
                  <a:srgbClr val="FFFFFF"/>
                </a:solidFill>
              </a14:hiddenFill>
            </a:ext>
          </a:extLst>
        </p:spPr>
      </p:pic>
      <p:pic>
        <p:nvPicPr>
          <p:cNvPr id="2066" name="Picture 36" descr="Aramco announces first quarter 2021 ...">
            <a:extLst>
              <a:ext uri="{FF2B5EF4-FFF2-40B4-BE49-F238E27FC236}">
                <a16:creationId xmlns:a16="http://schemas.microsoft.com/office/drawing/2014/main" id="{3973CB54-2B8D-48E3-BA1D-6AC676493A5B}"/>
              </a:ext>
            </a:extLst>
          </p:cNvPr>
          <p:cNvPicPr>
            <a:picLocks noChangeAspect="1" noChangeArrowheads="1"/>
          </p:cNvPicPr>
          <p:nvPr/>
        </p:nvPicPr>
        <p:blipFill rotWithShape="1">
          <a:blip r:embed="rId23" cstate="print">
            <a:extLst>
              <a:ext uri="{28A0092B-C50C-407E-A947-70E740481C1C}">
                <a14:useLocalDpi xmlns:a14="http://schemas.microsoft.com/office/drawing/2010/main"/>
              </a:ext>
            </a:extLst>
          </a:blip>
          <a:srcRect/>
          <a:stretch>
            <a:fillRect/>
          </a:stretch>
        </p:blipFill>
        <p:spPr bwMode="auto">
          <a:xfrm>
            <a:off x="2769194" y="4213263"/>
            <a:ext cx="903561" cy="294026"/>
          </a:xfrm>
          <a:prstGeom prst="rect">
            <a:avLst/>
          </a:prstGeom>
          <a:noFill/>
          <a:extLst>
            <a:ext uri="{909E8E84-426E-40DD-AFC4-6F175D3DCCD1}">
              <a14:hiddenFill xmlns:a14="http://schemas.microsoft.com/office/drawing/2010/main">
                <a:solidFill>
                  <a:srgbClr val="FFFFFF"/>
                </a:solidFill>
              </a14:hiddenFill>
            </a:ext>
          </a:extLst>
        </p:spPr>
      </p:pic>
      <p:sp>
        <p:nvSpPr>
          <p:cNvPr id="2067" name="Rectangle 2066">
            <a:extLst>
              <a:ext uri="{FF2B5EF4-FFF2-40B4-BE49-F238E27FC236}">
                <a16:creationId xmlns:a16="http://schemas.microsoft.com/office/drawing/2014/main" id="{F937C389-2990-D40C-CF78-C580E97810A2}"/>
              </a:ext>
            </a:extLst>
          </p:cNvPr>
          <p:cNvSpPr/>
          <p:nvPr/>
        </p:nvSpPr>
        <p:spPr>
          <a:xfrm>
            <a:off x="12093700" y="0"/>
            <a:ext cx="108000" cy="6858000"/>
          </a:xfrm>
          <a:prstGeom prst="rect">
            <a:avLst/>
          </a:prstGeom>
          <a:gradFill>
            <a:gsLst>
              <a:gs pos="0">
                <a:schemeClr val="accent1"/>
              </a:gs>
              <a:gs pos="56000">
                <a:schemeClr val="accent2"/>
              </a:gs>
              <a:gs pos="83000">
                <a:schemeClr val="accent4"/>
              </a:gs>
            </a:gsLst>
            <a:lin ang="5400000" scaled="1"/>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sz="1400" err="1">
              <a:solidFill>
                <a:schemeClr val="tx1"/>
              </a:solidFill>
            </a:endParaRPr>
          </a:p>
        </p:txBody>
      </p:sp>
      <p:sp>
        <p:nvSpPr>
          <p:cNvPr id="2068" name="Rectangle 2067">
            <a:extLst>
              <a:ext uri="{FF2B5EF4-FFF2-40B4-BE49-F238E27FC236}">
                <a16:creationId xmlns:a16="http://schemas.microsoft.com/office/drawing/2014/main" id="{672A6704-049F-70FA-E338-C066FEF670AA}"/>
              </a:ext>
            </a:extLst>
          </p:cNvPr>
          <p:cNvSpPr/>
          <p:nvPr/>
        </p:nvSpPr>
        <p:spPr>
          <a:xfrm>
            <a:off x="-17978" y="0"/>
            <a:ext cx="108000" cy="6858000"/>
          </a:xfrm>
          <a:prstGeom prst="rect">
            <a:avLst/>
          </a:prstGeom>
          <a:gradFill>
            <a:gsLst>
              <a:gs pos="0">
                <a:schemeClr val="accent1"/>
              </a:gs>
              <a:gs pos="56000">
                <a:schemeClr val="accent2"/>
              </a:gs>
              <a:gs pos="83000">
                <a:schemeClr val="accent4"/>
              </a:gs>
            </a:gsLst>
            <a:lin ang="5400000" scaled="1"/>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sz="1400" err="1">
              <a:solidFill>
                <a:schemeClr val="tx1"/>
              </a:solidFill>
            </a:endParaRPr>
          </a:p>
        </p:txBody>
      </p:sp>
      <p:sp>
        <p:nvSpPr>
          <p:cNvPr id="6" name="Rectangle: Rounded Corners 5">
            <a:extLst>
              <a:ext uri="{FF2B5EF4-FFF2-40B4-BE49-F238E27FC236}">
                <a16:creationId xmlns:a16="http://schemas.microsoft.com/office/drawing/2014/main" id="{96C383EE-BEB1-D051-E811-4ED20447B826}"/>
              </a:ext>
            </a:extLst>
          </p:cNvPr>
          <p:cNvSpPr/>
          <p:nvPr/>
        </p:nvSpPr>
        <p:spPr>
          <a:xfrm>
            <a:off x="435924" y="5040357"/>
            <a:ext cx="11036660" cy="303259"/>
          </a:xfrm>
          <a:prstGeom prst="roundRect">
            <a:avLst/>
          </a:prstGeom>
          <a:solidFill>
            <a:schemeClr val="tx2">
              <a:lumMod val="20000"/>
              <a:lumOff val="80000"/>
            </a:schemeClr>
          </a:solidFill>
          <a:ln w="9525">
            <a:solidFill>
              <a:schemeClr val="tx1">
                <a:lumMod val="75000"/>
                <a:lumOff val="2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600" b="1" dirty="0">
                <a:solidFill>
                  <a:schemeClr val="tx1"/>
                </a:solidFill>
              </a:rPr>
              <a:t>Opportunity Pipelines Targets achieved </a:t>
            </a:r>
            <a:r>
              <a:rPr lang="en-US" dirty="0">
                <a:solidFill>
                  <a:schemeClr val="tx1"/>
                </a:solidFill>
              </a:rPr>
              <a:t>– </a:t>
            </a:r>
            <a:r>
              <a:rPr lang="en-US" b="1" dirty="0">
                <a:solidFill>
                  <a:schemeClr val="tx1"/>
                </a:solidFill>
              </a:rPr>
              <a:t>46%</a:t>
            </a:r>
            <a:endParaRPr lang="en-IN" b="1" dirty="0">
              <a:solidFill>
                <a:schemeClr val="tx1"/>
              </a:solidFill>
            </a:endParaRPr>
          </a:p>
        </p:txBody>
      </p:sp>
    </p:spTree>
    <p:extLst>
      <p:ext uri="{BB962C8B-B14F-4D97-AF65-F5344CB8AC3E}">
        <p14:creationId xmlns:p14="http://schemas.microsoft.com/office/powerpoint/2010/main" val="1704115268"/>
      </p:ext>
    </p:extLst>
  </p:cSld>
  <p:clrMapOvr>
    <a:masterClrMapping/>
  </p:clrMapOvr>
  <p:transition spd="med">
    <p:pull dir="u"/>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A517F6-9B15-CBBE-F4DC-2FD98D4B86BC}"/>
            </a:ext>
          </a:extLst>
        </p:cNvPr>
        <p:cNvGrpSpPr/>
        <p:nvPr/>
      </p:nvGrpSpPr>
      <p:grpSpPr>
        <a:xfrm>
          <a:off x="0" y="0"/>
          <a:ext cx="0" cy="0"/>
          <a:chOff x="0" y="0"/>
          <a:chExt cx="0" cy="0"/>
        </a:xfrm>
      </p:grpSpPr>
      <p:sp>
        <p:nvSpPr>
          <p:cNvPr id="14" name="Titre 13">
            <a:extLst>
              <a:ext uri="{FF2B5EF4-FFF2-40B4-BE49-F238E27FC236}">
                <a16:creationId xmlns:a16="http://schemas.microsoft.com/office/drawing/2014/main" id="{28325249-0BF5-1A3E-23A2-B31B6AB17612}"/>
              </a:ext>
            </a:extLst>
          </p:cNvPr>
          <p:cNvSpPr>
            <a:spLocks noGrp="1"/>
          </p:cNvSpPr>
          <p:nvPr>
            <p:ph type="title"/>
          </p:nvPr>
        </p:nvSpPr>
        <p:spPr/>
        <p:txBody>
          <a:bodyPr/>
          <a:lstStyle/>
          <a:p>
            <a:r>
              <a:rPr lang="en-US"/>
              <a:t>Agenda</a:t>
            </a:r>
          </a:p>
        </p:txBody>
      </p:sp>
      <p:graphicFrame>
        <p:nvGraphicFramePr>
          <p:cNvPr id="15" name="Table Placeholder 4">
            <a:extLst>
              <a:ext uri="{FF2B5EF4-FFF2-40B4-BE49-F238E27FC236}">
                <a16:creationId xmlns:a16="http://schemas.microsoft.com/office/drawing/2014/main" id="{989D7BB7-5BBB-580D-301E-280AB7D62429}"/>
              </a:ext>
            </a:extLst>
          </p:cNvPr>
          <p:cNvGraphicFramePr>
            <a:graphicFrameLocks/>
          </p:cNvGraphicFramePr>
          <p:nvPr>
            <p:extLst>
              <p:ext uri="{D42A27DB-BD31-4B8C-83A1-F6EECF244321}">
                <p14:modId xmlns:p14="http://schemas.microsoft.com/office/powerpoint/2010/main" val="3461115165"/>
              </p:ext>
            </p:extLst>
          </p:nvPr>
        </p:nvGraphicFramePr>
        <p:xfrm>
          <a:off x="550863" y="1866534"/>
          <a:ext cx="11089754" cy="3749643"/>
        </p:xfrm>
        <a:graphic>
          <a:graphicData uri="http://schemas.openxmlformats.org/drawingml/2006/table">
            <a:tbl>
              <a:tblPr>
                <a:tableStyleId>{5C22544A-7EE6-4342-B048-85BDC9FD1C3A}</a:tableStyleId>
              </a:tblPr>
              <a:tblGrid>
                <a:gridCol w="1006550">
                  <a:extLst>
                    <a:ext uri="{9D8B030D-6E8A-4147-A177-3AD203B41FA5}">
                      <a16:colId xmlns:a16="http://schemas.microsoft.com/office/drawing/2014/main" val="2607851620"/>
                    </a:ext>
                  </a:extLst>
                </a:gridCol>
                <a:gridCol w="10083204">
                  <a:extLst>
                    <a:ext uri="{9D8B030D-6E8A-4147-A177-3AD203B41FA5}">
                      <a16:colId xmlns:a16="http://schemas.microsoft.com/office/drawing/2014/main" val="1243403413"/>
                    </a:ext>
                  </a:extLst>
                </a:gridCol>
              </a:tblGrid>
              <a:tr h="661414">
                <a:tc>
                  <a:txBody>
                    <a:bodyPr/>
                    <a:lstStyle/>
                    <a:p>
                      <a:pPr algn="r"/>
                      <a:r>
                        <a:rPr lang="en-US" sz="1400" b="0" i="0" noProof="0">
                          <a:solidFill>
                            <a:schemeClr val="bg2"/>
                          </a:solidFill>
                          <a:latin typeface="+mn-lt"/>
                        </a:rPr>
                        <a:t>01</a:t>
                      </a:r>
                    </a:p>
                  </a:txBody>
                  <a:tcPr marL="45720" marR="360000" marT="108000" marB="180000">
                    <a:lnL w="12700" cmpd="sng">
                      <a:noFill/>
                    </a:lnL>
                    <a:lnR w="12700" cap="flat" cmpd="sng" algn="ctr">
                      <a:noFill/>
                      <a:prstDash val="solid"/>
                      <a:round/>
                      <a:headEnd type="none" w="med" len="med"/>
                      <a:tailEnd type="none" w="med" len="med"/>
                    </a:lnR>
                    <a:lnT w="38100" cap="flat" cmpd="sng" algn="ctr">
                      <a:solidFill>
                        <a:srgbClr val="FEB100"/>
                      </a:solidFill>
                      <a:prstDash val="solid"/>
                      <a:round/>
                      <a:headEnd type="none" w="med" len="med"/>
                      <a:tailEnd type="none" w="med" len="med"/>
                    </a:lnT>
                    <a:lnB w="38100" cap="flat" cmpd="sng" algn="ctr">
                      <a:solidFill>
                        <a:srgbClr val="FF816E"/>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ts val="1400"/>
                        </a:lnSpc>
                        <a:spcBef>
                          <a:spcPts val="0"/>
                        </a:spcBef>
                        <a:spcAft>
                          <a:spcPts val="0"/>
                        </a:spcAft>
                        <a:buClrTx/>
                        <a:buSzTx/>
                        <a:buFontTx/>
                        <a:buNone/>
                        <a:tabLst/>
                        <a:defRPr/>
                      </a:pPr>
                      <a:r>
                        <a:rPr lang="en-US" sz="1400" b="0" i="0" u="none" strike="noStrike" kern="1200" cap="none" spc="0" normalizeH="0" baseline="0" noProof="0">
                          <a:ln>
                            <a:noFill/>
                          </a:ln>
                          <a:solidFill>
                            <a:schemeClr val="bg2"/>
                          </a:solidFill>
                          <a:effectLst/>
                          <a:uLnTx/>
                          <a:uFillTx/>
                          <a:latin typeface="+mn-lt"/>
                          <a:ea typeface="+mn-ea"/>
                          <a:cs typeface="+mn-cs"/>
                        </a:rPr>
                        <a:t>People's Corner: Welcome New Member, Birthdays, Work Anniversaries and Celebrating Recognitions</a:t>
                      </a:r>
                      <a:endParaRPr kumimoji="0" lang="en-US" sz="1400"/>
                    </a:p>
                  </a:txBody>
                  <a:tcPr marL="360000" marR="45720" marT="144000" marB="180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38100" cap="flat" cmpd="sng" algn="ctr">
                      <a:solidFill>
                        <a:srgbClr val="FEB100"/>
                      </a:solidFill>
                      <a:prstDash val="solid"/>
                      <a:round/>
                      <a:headEnd type="none" w="med" len="med"/>
                      <a:tailEnd type="none" w="med" len="med"/>
                    </a:lnT>
                    <a:lnB w="38100" cap="flat" cmpd="sng" algn="ctr">
                      <a:solidFill>
                        <a:srgbClr val="FF816E"/>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85693833"/>
                  </a:ext>
                </a:extLst>
              </a:tr>
              <a:tr h="617646">
                <a:tc>
                  <a:txBody>
                    <a:bodyPr/>
                    <a:lstStyle/>
                    <a:p>
                      <a:pPr algn="r">
                        <a:lnSpc>
                          <a:spcPts val="1400"/>
                        </a:lnSpc>
                      </a:pPr>
                      <a:r>
                        <a:rPr lang="en-US" sz="1400" b="0" i="0" noProof="0">
                          <a:solidFill>
                            <a:schemeClr val="bg2"/>
                          </a:solidFill>
                          <a:latin typeface="+mn-lt"/>
                        </a:rPr>
                        <a:t>02</a:t>
                      </a:r>
                    </a:p>
                  </a:txBody>
                  <a:tcPr marL="45720" marR="360000" marT="144000" marB="180000">
                    <a:lnL w="12700" cmpd="sng">
                      <a:noFill/>
                    </a:lnL>
                    <a:lnR w="12700" cap="flat" cmpd="sng" algn="ctr">
                      <a:noFill/>
                      <a:prstDash val="solid"/>
                      <a:round/>
                      <a:headEnd type="none" w="med" len="med"/>
                      <a:tailEnd type="none" w="med" len="med"/>
                    </a:lnR>
                    <a:lnT w="38100" cap="flat" cmpd="sng" algn="ctr">
                      <a:solidFill>
                        <a:srgbClr val="FF816E"/>
                      </a:solidFill>
                      <a:prstDash val="solid"/>
                      <a:round/>
                      <a:headEnd type="none" w="med" len="med"/>
                      <a:tailEnd type="none" w="med" len="med"/>
                    </a:lnT>
                    <a:lnB w="38100" cap="flat" cmpd="sng" algn="ctr">
                      <a:solidFill>
                        <a:srgbClr val="FF816E"/>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ts val="1400"/>
                        </a:lnSpc>
                        <a:spcBef>
                          <a:spcPts val="0"/>
                        </a:spcBef>
                        <a:spcAft>
                          <a:spcPts val="0"/>
                        </a:spcAft>
                        <a:buClrTx/>
                        <a:buSzTx/>
                        <a:buFontTx/>
                        <a:buNone/>
                        <a:tabLst/>
                        <a:defRPr/>
                      </a:pPr>
                      <a:r>
                        <a:rPr lang="en-US" sz="1400" b="0" i="0" noProof="0" dirty="0">
                          <a:solidFill>
                            <a:schemeClr val="bg2"/>
                          </a:solidFill>
                          <a:latin typeface="+mn-lt"/>
                        </a:rPr>
                        <a:t>2026 Strategic  Ambition: Targets Achieved and The Final Goal</a:t>
                      </a:r>
                      <a:endParaRPr lang="en-US" sz="1400" dirty="0"/>
                    </a:p>
                  </a:txBody>
                  <a:tcPr marL="360000" marR="45720" marT="144000" marB="180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38100" cap="flat" cmpd="sng" algn="ctr">
                      <a:solidFill>
                        <a:srgbClr val="FF816E"/>
                      </a:solidFill>
                      <a:prstDash val="solid"/>
                      <a:round/>
                      <a:headEnd type="none" w="med" len="med"/>
                      <a:tailEnd type="none" w="med" len="med"/>
                    </a:lnT>
                    <a:lnB w="38100" cap="flat" cmpd="sng" algn="ctr">
                      <a:solidFill>
                        <a:srgbClr val="FF816E"/>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7627322"/>
                  </a:ext>
                </a:extLst>
              </a:tr>
              <a:tr h="617646">
                <a:tc>
                  <a:txBody>
                    <a:bodyPr/>
                    <a:lstStyle/>
                    <a:p>
                      <a:pPr algn="r">
                        <a:lnSpc>
                          <a:spcPts val="1400"/>
                        </a:lnSpc>
                      </a:pPr>
                      <a:r>
                        <a:rPr lang="en-US" sz="1400" b="0" i="0" noProof="0">
                          <a:solidFill>
                            <a:schemeClr val="bg2"/>
                          </a:solidFill>
                          <a:latin typeface="+mn-lt"/>
                        </a:rPr>
                        <a:t>03</a:t>
                      </a:r>
                    </a:p>
                  </a:txBody>
                  <a:tcPr marL="45720" marR="360000" marT="144000" marB="180000">
                    <a:lnL w="12700" cmpd="sng">
                      <a:noFill/>
                    </a:lnL>
                    <a:lnR w="12700" cap="flat" cmpd="sng" algn="ctr">
                      <a:noFill/>
                      <a:prstDash val="solid"/>
                      <a:round/>
                      <a:headEnd type="none" w="med" len="med"/>
                      <a:tailEnd type="none" w="med" len="med"/>
                    </a:lnR>
                    <a:lnT w="38100" cap="flat" cmpd="sng" algn="ctr">
                      <a:solidFill>
                        <a:srgbClr val="FF816E"/>
                      </a:solidFill>
                      <a:prstDash val="solid"/>
                      <a:round/>
                      <a:headEnd type="none" w="med" len="med"/>
                      <a:tailEnd type="none" w="med" len="med"/>
                    </a:lnT>
                    <a:lnB w="38100" cap="flat" cmpd="sng" algn="ctr">
                      <a:solidFill>
                        <a:srgbClr val="00D5D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ts val="1400"/>
                        </a:lnSpc>
                        <a:spcBef>
                          <a:spcPts val="0"/>
                        </a:spcBef>
                        <a:spcAft>
                          <a:spcPts val="0"/>
                        </a:spcAft>
                        <a:buClrTx/>
                        <a:buSzTx/>
                        <a:buFontTx/>
                        <a:buNone/>
                        <a:tabLst/>
                        <a:defRPr/>
                      </a:pPr>
                      <a:r>
                        <a:rPr lang="en-US" sz="1400" b="0" i="0" u="none" strike="noStrike" kern="1200" cap="none" spc="0" normalizeH="0" baseline="0" noProof="0" dirty="0">
                          <a:ln>
                            <a:noFill/>
                          </a:ln>
                          <a:solidFill>
                            <a:schemeClr val="bg2"/>
                          </a:solidFill>
                          <a:effectLst/>
                          <a:uLnTx/>
                          <a:uFillTx/>
                          <a:latin typeface="+mn-lt"/>
                          <a:ea typeface="+mn-ea"/>
                          <a:cs typeface="+mn-cs"/>
                        </a:rPr>
                        <a:t>Progress Snapshot: Where We Stand Today</a:t>
                      </a:r>
                      <a:endParaRPr kumimoji="0" lang="en-US" sz="1400" b="0" i="0" u="none" strike="noStrike" kern="1200" cap="none" spc="0" normalizeH="0" baseline="0" noProof="0" dirty="0">
                        <a:ln>
                          <a:noFill/>
                        </a:ln>
                        <a:solidFill>
                          <a:schemeClr val="bg2"/>
                        </a:solidFill>
                        <a:effectLst/>
                        <a:uLnTx/>
                        <a:uFillTx/>
                        <a:latin typeface="+mn-lt"/>
                        <a:ea typeface="+mn-ea"/>
                        <a:cs typeface="+mn-cs"/>
                      </a:endParaRPr>
                    </a:p>
                  </a:txBody>
                  <a:tcPr marL="360000" marR="45720" marT="144000" marB="180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38100" cap="flat" cmpd="sng" algn="ctr">
                      <a:solidFill>
                        <a:srgbClr val="FF816E"/>
                      </a:solidFill>
                      <a:prstDash val="solid"/>
                      <a:round/>
                      <a:headEnd type="none" w="med" len="med"/>
                      <a:tailEnd type="none" w="med" len="med"/>
                    </a:lnT>
                    <a:lnB w="38100" cap="flat" cmpd="sng" algn="ctr">
                      <a:solidFill>
                        <a:srgbClr val="00D5D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90348787"/>
                  </a:ext>
                </a:extLst>
              </a:tr>
              <a:tr h="617646">
                <a:tc>
                  <a:txBody>
                    <a:bodyPr/>
                    <a:lstStyle/>
                    <a:p>
                      <a:pPr algn="r">
                        <a:lnSpc>
                          <a:spcPts val="1400"/>
                        </a:lnSpc>
                      </a:pPr>
                      <a:r>
                        <a:rPr lang="en-US" sz="1400" b="0" i="0" noProof="0">
                          <a:solidFill>
                            <a:schemeClr val="bg2"/>
                          </a:solidFill>
                          <a:latin typeface="+mn-lt"/>
                        </a:rPr>
                        <a:t>04</a:t>
                      </a:r>
                    </a:p>
                  </a:txBody>
                  <a:tcPr marL="45720" marR="360000" marT="144000" marB="180000">
                    <a:lnL w="12700" cmpd="sng">
                      <a:noFill/>
                    </a:lnL>
                    <a:lnR w="12700" cap="flat" cmpd="sng" algn="ctr">
                      <a:noFill/>
                      <a:prstDash val="solid"/>
                      <a:round/>
                      <a:headEnd type="none" w="med" len="med"/>
                      <a:tailEnd type="none" w="med" len="med"/>
                    </a:lnR>
                    <a:lnT w="38100" cap="flat" cmpd="sng" algn="ctr">
                      <a:solidFill>
                        <a:srgbClr val="00D5D0"/>
                      </a:solidFill>
                      <a:prstDash val="solid"/>
                      <a:round/>
                      <a:headEnd type="none" w="med" len="med"/>
                      <a:tailEnd type="none" w="med" len="med"/>
                    </a:lnT>
                    <a:lnB w="38100" cap="flat" cmpd="sng" algn="ctr">
                      <a:solidFill>
                        <a:srgbClr val="D4D5F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ts val="1400"/>
                        </a:lnSpc>
                        <a:spcBef>
                          <a:spcPts val="0"/>
                        </a:spcBef>
                        <a:spcAft>
                          <a:spcPts val="0"/>
                        </a:spcAft>
                        <a:buClrTx/>
                        <a:buSzTx/>
                        <a:buFontTx/>
                        <a:buNone/>
                        <a:tabLst/>
                        <a:defRPr/>
                      </a:pPr>
                      <a:r>
                        <a:rPr lang="en-US" sz="1400" b="0" i="0" noProof="0" dirty="0">
                          <a:solidFill>
                            <a:schemeClr val="bg2"/>
                          </a:solidFill>
                          <a:latin typeface="+mn-lt"/>
                        </a:rPr>
                        <a:t>Execution Blueprint: Strategic Approach and Key Initiatives to Achieve Our Target</a:t>
                      </a:r>
                    </a:p>
                  </a:txBody>
                  <a:tcPr marL="360000" marR="45720" marT="144000" marB="180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38100" cap="flat" cmpd="sng" algn="ctr">
                      <a:solidFill>
                        <a:srgbClr val="00D5D0"/>
                      </a:solidFill>
                      <a:prstDash val="solid"/>
                      <a:round/>
                      <a:headEnd type="none" w="med" len="med"/>
                      <a:tailEnd type="none" w="med" len="med"/>
                    </a:lnT>
                    <a:lnB w="38100" cap="flat" cmpd="sng" algn="ctr">
                      <a:solidFill>
                        <a:srgbClr val="D4D5F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74772154"/>
                  </a:ext>
                </a:extLst>
              </a:tr>
              <a:tr h="617645">
                <a:tc>
                  <a:txBody>
                    <a:bodyPr/>
                    <a:lstStyle/>
                    <a:p>
                      <a:pPr lvl="0" algn="r">
                        <a:lnSpc>
                          <a:spcPts val="1400"/>
                        </a:lnSpc>
                        <a:buNone/>
                      </a:pPr>
                      <a:r>
                        <a:rPr lang="en-US" sz="1400" b="0" i="0" noProof="0">
                          <a:solidFill>
                            <a:schemeClr val="bg2"/>
                          </a:solidFill>
                          <a:latin typeface="+mn-lt"/>
                        </a:rPr>
                        <a:t>05</a:t>
                      </a:r>
                    </a:p>
                  </a:txBody>
                  <a:tcPr marL="45720" marR="360000" marT="144000" marB="180000">
                    <a:lnL w="0">
                      <a:noFill/>
                    </a:lnL>
                    <a:lnR w="0">
                      <a:noFill/>
                    </a:lnR>
                    <a:lnT w="38100" cap="flat" cmpd="sng" algn="ctr">
                      <a:solidFill>
                        <a:srgbClr val="D4D5F2"/>
                      </a:solidFill>
                      <a:prstDash val="solid"/>
                      <a:round/>
                      <a:headEnd type="none" w="med" len="med"/>
                      <a:tailEnd type="none" w="med" len="med"/>
                    </a:lnT>
                    <a:lnB w="38099">
                      <a:solidFill>
                        <a:srgbClr val="D4D5F2"/>
                      </a:solidFill>
                    </a:lnB>
                    <a:lnTlToBr w="0">
                      <a:noFill/>
                    </a:lnTlToBr>
                    <a:lnBlToTr w="0">
                      <a:noFill/>
                    </a:lnBlToTr>
                    <a:noFill/>
                  </a:tcPr>
                </a:tc>
                <a:tc>
                  <a:txBody>
                    <a:bodyPr/>
                    <a:lstStyle/>
                    <a:p>
                      <a:pPr marL="0" lvl="0" indent="0" algn="l">
                        <a:lnSpc>
                          <a:spcPts val="1400"/>
                        </a:lnSpc>
                        <a:spcBef>
                          <a:spcPts val="0"/>
                        </a:spcBef>
                        <a:spcAft>
                          <a:spcPts val="0"/>
                        </a:spcAft>
                        <a:buNone/>
                      </a:pPr>
                      <a:r>
                        <a:rPr lang="en-US" sz="1400" b="0" i="0" u="none" strike="noStrike" kern="1200" cap="none" spc="0" normalizeH="0" baseline="0" noProof="0" dirty="0">
                          <a:ln>
                            <a:noFill/>
                          </a:ln>
                          <a:solidFill>
                            <a:schemeClr val="bg2"/>
                          </a:solidFill>
                          <a:effectLst/>
                          <a:uLnTx/>
                          <a:uFillTx/>
                          <a:latin typeface="+mn-lt"/>
                          <a:ea typeface="+mn-ea"/>
                          <a:cs typeface="+mn-cs"/>
                        </a:rPr>
                        <a:t>TMT Focus Areas- Where We Are Investing Efforts and Driving Market Impact</a:t>
                      </a:r>
                      <a:endParaRPr kumimoji="0" lang="en-US" sz="1400" b="0" i="0" u="none" strike="noStrike" kern="1200" cap="none" spc="0" normalizeH="0" baseline="0" noProof="0" dirty="0">
                        <a:ln>
                          <a:noFill/>
                        </a:ln>
                        <a:solidFill>
                          <a:schemeClr val="bg2"/>
                        </a:solidFill>
                        <a:effectLst/>
                        <a:uLnTx/>
                        <a:uFillTx/>
                        <a:latin typeface="+mn-lt"/>
                        <a:ea typeface="+mn-ea"/>
                        <a:cs typeface="+mn-cs"/>
                      </a:endParaRPr>
                    </a:p>
                  </a:txBody>
                  <a:tcPr marL="360000" marR="45720" marT="144000" marB="180000">
                    <a:lnL w="0">
                      <a:noFill/>
                    </a:lnL>
                    <a:lnR w="0">
                      <a:noFill/>
                    </a:lnR>
                    <a:lnT w="38100" cap="flat" cmpd="sng" algn="ctr">
                      <a:solidFill>
                        <a:srgbClr val="D4D5F2"/>
                      </a:solidFill>
                      <a:prstDash val="solid"/>
                      <a:round/>
                      <a:headEnd type="none" w="med" len="med"/>
                      <a:tailEnd type="none" w="med" len="med"/>
                    </a:lnT>
                    <a:lnB w="38099">
                      <a:solidFill>
                        <a:srgbClr val="D4D5F2"/>
                      </a:solidFill>
                    </a:lnB>
                    <a:lnTlToBr w="0">
                      <a:noFill/>
                    </a:lnTlToBr>
                    <a:lnBlToTr w="0">
                      <a:noFill/>
                    </a:lnBlToTr>
                    <a:solidFill>
                      <a:schemeClr val="accent1"/>
                    </a:solidFill>
                  </a:tcPr>
                </a:tc>
                <a:extLst>
                  <a:ext uri="{0D108BD9-81ED-4DB2-BD59-A6C34878D82A}">
                    <a16:rowId xmlns:a16="http://schemas.microsoft.com/office/drawing/2014/main" val="2529927498"/>
                  </a:ext>
                </a:extLst>
              </a:tr>
              <a:tr h="617646">
                <a:tc>
                  <a:txBody>
                    <a:bodyPr/>
                    <a:lstStyle/>
                    <a:p>
                      <a:pPr algn="r">
                        <a:lnSpc>
                          <a:spcPts val="1400"/>
                        </a:lnSpc>
                      </a:pPr>
                      <a:r>
                        <a:rPr lang="en-US" sz="1400" b="0" i="0" noProof="0">
                          <a:solidFill>
                            <a:schemeClr val="bg2"/>
                          </a:solidFill>
                          <a:latin typeface="+mn-lt"/>
                        </a:rPr>
                        <a:t>06</a:t>
                      </a:r>
                    </a:p>
                  </a:txBody>
                  <a:tcPr marL="45720" marR="360000" marT="144000" marB="180000">
                    <a:lnL w="12700" cmpd="sng">
                      <a:noFill/>
                    </a:lnL>
                    <a:lnR w="12700" cap="flat" cmpd="sng" algn="ctr">
                      <a:noFill/>
                      <a:prstDash val="solid"/>
                      <a:round/>
                      <a:headEnd type="none" w="med" len="med"/>
                      <a:tailEnd type="none" w="med" len="med"/>
                    </a:lnR>
                    <a:lnT w="38099" cap="flat" cmpd="sng" algn="ctr">
                      <a:solidFill>
                        <a:srgbClr val="D4D5F2"/>
                      </a:solidFill>
                      <a:prstDash val="solid"/>
                      <a:round/>
                      <a:headEnd type="none" w="med" len="med"/>
                      <a:tailEnd type="none" w="med" len="med"/>
                    </a:lnT>
                    <a:lnB w="38100" cap="flat" cmpd="sng" algn="ctr">
                      <a:solidFill>
                        <a:srgbClr val="D4D5F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eaLnBrk="1" fontAlgn="auto" latinLnBrk="0" hangingPunct="1">
                        <a:lnSpc>
                          <a:spcPts val="1400"/>
                        </a:lnSpc>
                        <a:spcBef>
                          <a:spcPts val="0"/>
                        </a:spcBef>
                        <a:spcAft>
                          <a:spcPts val="0"/>
                        </a:spcAft>
                        <a:buClrTx/>
                        <a:buSzTx/>
                        <a:buFontTx/>
                        <a:buNone/>
                      </a:pPr>
                      <a:r>
                        <a:rPr lang="en-US" sz="1400" b="0" i="0" u="none" strike="noStrike" kern="1200" cap="none" spc="0" normalizeH="0" baseline="0" noProof="0" dirty="0">
                          <a:ln>
                            <a:noFill/>
                          </a:ln>
                          <a:solidFill>
                            <a:schemeClr val="bg2"/>
                          </a:solidFill>
                          <a:effectLst/>
                          <a:uLnTx/>
                          <a:uFillTx/>
                          <a:latin typeface="+mn-lt"/>
                          <a:ea typeface="+mn-ea"/>
                          <a:cs typeface="+mn-cs"/>
                        </a:rPr>
                        <a:t>Industry insights &amp; Knowledge Sharing : Demo of Co-pilot Driven Dashboard</a:t>
                      </a:r>
                      <a:endParaRPr kumimoji="0" lang="en-US" sz="1400" dirty="0"/>
                    </a:p>
                  </a:txBody>
                  <a:tcPr marL="360000" marR="45720" marT="144000" marB="180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38099" cap="flat" cmpd="sng" algn="ctr">
                      <a:solidFill>
                        <a:srgbClr val="D4D5F2"/>
                      </a:solidFill>
                      <a:prstDash val="solid"/>
                      <a:round/>
                      <a:headEnd type="none" w="med" len="med"/>
                      <a:tailEnd type="none" w="med" len="med"/>
                    </a:lnT>
                    <a:lnB w="38100" cap="flat" cmpd="sng" algn="ctr">
                      <a:solidFill>
                        <a:srgbClr val="D4D5F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67503373"/>
                  </a:ext>
                </a:extLst>
              </a:tr>
            </a:tbl>
          </a:graphicData>
        </a:graphic>
      </p:graphicFrame>
      <p:sp>
        <p:nvSpPr>
          <p:cNvPr id="11" name="Slide Number Placeholder 10">
            <a:extLst>
              <a:ext uri="{FF2B5EF4-FFF2-40B4-BE49-F238E27FC236}">
                <a16:creationId xmlns:a16="http://schemas.microsoft.com/office/drawing/2014/main" id="{F95235D1-349F-7574-2696-02D3953C248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9A5160-6218-4E5A-B9E6-B93E3DAE377C}" type="slidenum">
              <a:rPr kumimoji="0" lang="en-US" sz="800" b="0" i="0" u="none" strike="noStrike" kern="1200" cap="none" spc="0" normalizeH="0" baseline="0" noProof="0" smtClean="0">
                <a:ln>
                  <a:noFill/>
                </a:ln>
                <a:solidFill>
                  <a:srgbClr val="FFFFFF">
                    <a:lumMod val="65000"/>
                  </a:srgbClr>
                </a:solidFill>
                <a:effectLst/>
                <a:uLnTx/>
                <a:uFillTx/>
                <a:latin typeface="Ubuntu"/>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800" b="0" i="0" u="none" strike="noStrike" kern="1200" cap="none" spc="0" normalizeH="0" baseline="0" noProof="0">
              <a:ln>
                <a:noFill/>
              </a:ln>
              <a:solidFill>
                <a:srgbClr val="FFFFFF">
                  <a:lumMod val="65000"/>
                </a:srgbClr>
              </a:solidFill>
              <a:effectLst/>
              <a:uLnTx/>
              <a:uFillTx/>
              <a:latin typeface="Ubuntu"/>
              <a:ea typeface="+mn-ea"/>
              <a:cs typeface="Arial" panose="020B0604020202020204" pitchFamily="34" charset="0"/>
            </a:endParaRPr>
          </a:p>
        </p:txBody>
      </p:sp>
      <p:sp>
        <p:nvSpPr>
          <p:cNvPr id="2" name="Date Placeholder 2">
            <a:extLst>
              <a:ext uri="{FF2B5EF4-FFF2-40B4-BE49-F238E27FC236}">
                <a16:creationId xmlns:a16="http://schemas.microsoft.com/office/drawing/2014/main" id="{615EDDD7-EDA0-5998-5436-82735BD16A0E}"/>
              </a:ext>
            </a:extLst>
          </p:cNvPr>
          <p:cNvSpPr>
            <a:spLocks noGrp="1"/>
          </p:cNvSpPr>
          <p:nvPr>
            <p:ph type="dt" sz="half" idx="10"/>
          </p:nvPr>
        </p:nvSpPr>
        <p:spPr>
          <a:xfrm>
            <a:off x="8823960" y="6650661"/>
            <a:ext cx="2817177" cy="123111"/>
          </a:xfrm>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17">
            <a:extLst>
              <a:ext uri="{FF2B5EF4-FFF2-40B4-BE49-F238E27FC236}">
                <a16:creationId xmlns:a16="http://schemas.microsoft.com/office/drawing/2014/main" id="{6E8AACB0-9CEC-3294-6B3A-73D219F01F12}"/>
              </a:ext>
            </a:extLst>
          </p:cNvPr>
          <p:cNvSpPr txBox="1">
            <a:spLocks/>
          </p:cNvSpPr>
          <p:nvPr/>
        </p:nvSpPr>
        <p:spPr>
          <a:xfrm>
            <a:off x="558423" y="6608608"/>
            <a:ext cx="4716524" cy="123111"/>
          </a:xfrm>
          <a:prstGeom prst="rect">
            <a:avLst/>
          </a:prstGeom>
        </p:spPr>
        <p:txBody>
          <a:bodyPr wrap="none" lIns="0" tIns="0" rIns="0" bIns="0" anchor="ctr" anchorCtr="0">
            <a:noAutofit/>
          </a:bodyPr>
          <a:lstStyle>
            <a:defPPr>
              <a:defRPr lang="en-PL"/>
            </a:defPPr>
            <a:lvl1pPr marL="0" algn="l" defTabSz="914400" rtl="0" eaLnBrk="1" latinLnBrk="0" hangingPunct="1">
              <a:defRPr lang="de-DE" sz="800" kern="1200">
                <a:solidFill>
                  <a:schemeClr val="bg1">
                    <a:lumMod val="6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ts val="1000"/>
              </a:spcBef>
              <a:buFont typeface="Arial" panose="020B0604020202020204" pitchFamily="34" charset="0"/>
              <a:buNone/>
            </a:pPr>
            <a:r>
              <a:rPr lang="en-US"/>
              <a:t>TMT Monthly Update |  July 2026</a:t>
            </a:r>
          </a:p>
        </p:txBody>
      </p:sp>
    </p:spTree>
    <p:extLst>
      <p:ext uri="{BB962C8B-B14F-4D97-AF65-F5344CB8AC3E}">
        <p14:creationId xmlns:p14="http://schemas.microsoft.com/office/powerpoint/2010/main" val="14586657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D57403-F781-3D06-3C7B-7E34CD0E2831}"/>
            </a:ext>
          </a:extLst>
        </p:cNvPr>
        <p:cNvGrpSpPr/>
        <p:nvPr/>
      </p:nvGrpSpPr>
      <p:grpSpPr>
        <a:xfrm>
          <a:off x="0" y="0"/>
          <a:ext cx="0" cy="0"/>
          <a:chOff x="0" y="0"/>
          <a:chExt cx="0" cy="0"/>
        </a:xfrm>
      </p:grpSpPr>
      <p:sp>
        <p:nvSpPr>
          <p:cNvPr id="8" name="Title 88">
            <a:extLst>
              <a:ext uri="{FF2B5EF4-FFF2-40B4-BE49-F238E27FC236}">
                <a16:creationId xmlns:a16="http://schemas.microsoft.com/office/drawing/2014/main" id="{A202D7C4-C31C-0570-CF16-F899C01ECDCD}"/>
              </a:ext>
            </a:extLst>
          </p:cNvPr>
          <p:cNvSpPr>
            <a:spLocks noGrp="1"/>
          </p:cNvSpPr>
          <p:nvPr>
            <p:ph type="title"/>
          </p:nvPr>
        </p:nvSpPr>
        <p:spPr>
          <a:xfrm>
            <a:off x="402713" y="232940"/>
            <a:ext cx="10947772" cy="716711"/>
          </a:xfrm>
        </p:spPr>
        <p:txBody>
          <a:bodyPr/>
          <a:lstStyle/>
          <a:p>
            <a:r>
              <a:rPr lang="en-IN" sz="2800">
                <a:solidFill>
                  <a:schemeClr val="tx1"/>
                </a:solidFill>
              </a:rPr>
              <a:t>RFPs &amp; Proactive Pitches</a:t>
            </a:r>
            <a:endParaRPr lang="en-US"/>
          </a:p>
        </p:txBody>
      </p:sp>
      <p:sp>
        <p:nvSpPr>
          <p:cNvPr id="6" name="Date Placeholder 2">
            <a:extLst>
              <a:ext uri="{FF2B5EF4-FFF2-40B4-BE49-F238E27FC236}">
                <a16:creationId xmlns:a16="http://schemas.microsoft.com/office/drawing/2014/main" id="{5125860F-EBCB-0272-0CB9-AD4939F84AF9}"/>
              </a:ext>
            </a:extLst>
          </p:cNvPr>
          <p:cNvSpPr>
            <a:spLocks noGrp="1"/>
          </p:cNvSpPr>
          <p:nvPr>
            <p:ph type="dt" sz="half" idx="10"/>
          </p:nvPr>
        </p:nvSpPr>
        <p:spPr>
          <a:xfrm>
            <a:off x="9177452" y="6627476"/>
            <a:ext cx="2817177" cy="123111"/>
          </a:xfrm>
        </p:spPr>
        <p:txBody>
          <a:bodyPr/>
          <a:lstStyle/>
          <a:p>
            <a:pPr>
              <a:spcBef>
                <a:spcPts val="1000"/>
              </a:spcBef>
              <a:buFont typeface="Arial" panose="020B0604020202020204" pitchFamily="34" charset="0"/>
              <a:buNone/>
            </a:pPr>
            <a:r>
              <a:rPr lang="en-US" sz="900"/>
              <a:t>Company Confidential © Capgemini 2026. All rights reserved.</a:t>
            </a:r>
          </a:p>
        </p:txBody>
      </p:sp>
      <p:sp>
        <p:nvSpPr>
          <p:cNvPr id="10" name="Footer Placeholder 17">
            <a:extLst>
              <a:ext uri="{FF2B5EF4-FFF2-40B4-BE49-F238E27FC236}">
                <a16:creationId xmlns:a16="http://schemas.microsoft.com/office/drawing/2014/main" id="{058D88CD-1E8D-2E5D-CD41-1D141E617B80}"/>
              </a:ext>
            </a:extLst>
          </p:cNvPr>
          <p:cNvSpPr txBox="1">
            <a:spLocks/>
          </p:cNvSpPr>
          <p:nvPr/>
        </p:nvSpPr>
        <p:spPr>
          <a:xfrm>
            <a:off x="190234" y="6565921"/>
            <a:ext cx="4716524" cy="123111"/>
          </a:xfrm>
          <a:prstGeom prst="rect">
            <a:avLst/>
          </a:prstGeom>
        </p:spPr>
        <p:txBody>
          <a:bodyPr wrap="none" lIns="0" tIns="0" rIns="0" bIns="0" anchor="ctr" anchorCtr="0">
            <a:noAutofit/>
          </a:bodyPr>
          <a:lstStyle>
            <a:defPPr>
              <a:defRPr lang="en-PL"/>
            </a:defPPr>
            <a:lvl1pPr marL="0" algn="l" defTabSz="914400" rtl="0" eaLnBrk="1" latinLnBrk="0" hangingPunct="1">
              <a:defRPr lang="de-DE" sz="800" kern="1200">
                <a:solidFill>
                  <a:schemeClr val="bg1">
                    <a:lumMod val="6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ts val="1000"/>
              </a:spcBef>
              <a:buFont typeface="Arial" panose="020B0604020202020204" pitchFamily="34" charset="0"/>
              <a:buNone/>
            </a:pPr>
            <a:r>
              <a:rPr lang="en-US" sz="900">
                <a:solidFill>
                  <a:schemeClr val="tx1"/>
                </a:solidFill>
              </a:rPr>
              <a:t>TMT Monthly Update |  July 2026</a:t>
            </a:r>
          </a:p>
        </p:txBody>
      </p:sp>
      <p:sp>
        <p:nvSpPr>
          <p:cNvPr id="3" name="Rectangle 2">
            <a:extLst>
              <a:ext uri="{FF2B5EF4-FFF2-40B4-BE49-F238E27FC236}">
                <a16:creationId xmlns:a16="http://schemas.microsoft.com/office/drawing/2014/main" id="{25EDF085-63A9-69AD-9047-869DAF2D604E}"/>
              </a:ext>
            </a:extLst>
          </p:cNvPr>
          <p:cNvSpPr/>
          <p:nvPr/>
        </p:nvSpPr>
        <p:spPr>
          <a:xfrm>
            <a:off x="12093700" y="0"/>
            <a:ext cx="108000" cy="6858000"/>
          </a:xfrm>
          <a:prstGeom prst="rect">
            <a:avLst/>
          </a:prstGeom>
          <a:gradFill>
            <a:gsLst>
              <a:gs pos="0">
                <a:schemeClr val="accent1"/>
              </a:gs>
              <a:gs pos="56000">
                <a:schemeClr val="accent2"/>
              </a:gs>
              <a:gs pos="83000">
                <a:schemeClr val="accent4"/>
              </a:gs>
            </a:gsLst>
            <a:lin ang="5400000" scaled="1"/>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sz="1400" err="1">
              <a:solidFill>
                <a:schemeClr val="tx1"/>
              </a:solidFill>
            </a:endParaRPr>
          </a:p>
        </p:txBody>
      </p:sp>
      <p:sp>
        <p:nvSpPr>
          <p:cNvPr id="25" name="Rectangle 24">
            <a:extLst>
              <a:ext uri="{FF2B5EF4-FFF2-40B4-BE49-F238E27FC236}">
                <a16:creationId xmlns:a16="http://schemas.microsoft.com/office/drawing/2014/main" id="{667CC6AD-07E4-458B-C5A2-43127D2F4A27}"/>
              </a:ext>
            </a:extLst>
          </p:cNvPr>
          <p:cNvSpPr/>
          <p:nvPr/>
        </p:nvSpPr>
        <p:spPr>
          <a:xfrm>
            <a:off x="-17978" y="0"/>
            <a:ext cx="108000" cy="6858000"/>
          </a:xfrm>
          <a:prstGeom prst="rect">
            <a:avLst/>
          </a:prstGeom>
          <a:gradFill>
            <a:gsLst>
              <a:gs pos="0">
                <a:schemeClr val="accent1"/>
              </a:gs>
              <a:gs pos="56000">
                <a:schemeClr val="accent2"/>
              </a:gs>
              <a:gs pos="83000">
                <a:schemeClr val="accent4"/>
              </a:gs>
            </a:gsLst>
            <a:lin ang="5400000" scaled="1"/>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sz="1400" err="1">
              <a:solidFill>
                <a:schemeClr val="tx1"/>
              </a:solidFill>
            </a:endParaRPr>
          </a:p>
        </p:txBody>
      </p:sp>
      <p:sp>
        <p:nvSpPr>
          <p:cNvPr id="30" name="Rectangle 29">
            <a:extLst>
              <a:ext uri="{FF2B5EF4-FFF2-40B4-BE49-F238E27FC236}">
                <a16:creationId xmlns:a16="http://schemas.microsoft.com/office/drawing/2014/main" id="{166976A3-46FF-2126-A31A-1D9F4A2CAECB}"/>
              </a:ext>
            </a:extLst>
          </p:cNvPr>
          <p:cNvSpPr/>
          <p:nvPr/>
        </p:nvSpPr>
        <p:spPr>
          <a:xfrm>
            <a:off x="-17978" y="-5872"/>
            <a:ext cx="12240000" cy="109034"/>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sz="1400" err="1">
              <a:solidFill>
                <a:schemeClr val="tx1"/>
              </a:solidFill>
            </a:endParaRPr>
          </a:p>
        </p:txBody>
      </p:sp>
      <p:sp>
        <p:nvSpPr>
          <p:cNvPr id="58" name="Rounded Rectangle 5">
            <a:extLst>
              <a:ext uri="{FF2B5EF4-FFF2-40B4-BE49-F238E27FC236}">
                <a16:creationId xmlns:a16="http://schemas.microsoft.com/office/drawing/2014/main" id="{DA33E378-8967-DCD8-B07D-2C145FDE71BF}"/>
              </a:ext>
            </a:extLst>
          </p:cNvPr>
          <p:cNvSpPr/>
          <p:nvPr/>
        </p:nvSpPr>
        <p:spPr>
          <a:xfrm>
            <a:off x="2846064" y="3629569"/>
            <a:ext cx="1906135" cy="2289049"/>
          </a:xfrm>
          <a:prstGeom prst="roundRect">
            <a:avLst>
              <a:gd name="adj" fmla="val 17713"/>
            </a:avLst>
          </a:prstGeom>
          <a:solidFill>
            <a:schemeClr val="bg1">
              <a:lumMod val="85000"/>
            </a:schemeClr>
          </a:solidFill>
          <a:ln>
            <a:noFill/>
          </a:ln>
          <a:effectLst>
            <a:glow rad="63500">
              <a:schemeClr val="accent1">
                <a:satMod val="175000"/>
                <a:alpha val="40000"/>
              </a:schemeClr>
            </a:glow>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554">
              <a:defRPr/>
            </a:pPr>
            <a:endParaRPr lang="en-US">
              <a:solidFill>
                <a:schemeClr val="tx1"/>
              </a:solidFill>
            </a:endParaRPr>
          </a:p>
        </p:txBody>
      </p:sp>
      <p:sp>
        <p:nvSpPr>
          <p:cNvPr id="61" name="Rounded Rectangle 6">
            <a:extLst>
              <a:ext uri="{FF2B5EF4-FFF2-40B4-BE49-F238E27FC236}">
                <a16:creationId xmlns:a16="http://schemas.microsoft.com/office/drawing/2014/main" id="{38298E42-A57A-0473-FD52-70C5D204CBE8}"/>
              </a:ext>
            </a:extLst>
          </p:cNvPr>
          <p:cNvSpPr/>
          <p:nvPr/>
        </p:nvSpPr>
        <p:spPr>
          <a:xfrm>
            <a:off x="2683070" y="4224013"/>
            <a:ext cx="2170437" cy="271248"/>
          </a:xfrm>
          <a:prstGeom prst="roundRect">
            <a:avLst>
              <a:gd name="adj" fmla="val 50000"/>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554">
              <a:defRPr/>
            </a:pPr>
            <a:r>
              <a:rPr lang="en-US" sz="1600" err="1">
                <a:solidFill>
                  <a:srgbClr val="FFFFFF"/>
                </a:solidFill>
              </a:rPr>
              <a:t>Tuatahi</a:t>
            </a:r>
            <a:endParaRPr lang="en-US" sz="1600">
              <a:solidFill>
                <a:srgbClr val="FFFFFF"/>
              </a:solidFill>
            </a:endParaRPr>
          </a:p>
        </p:txBody>
      </p:sp>
      <p:sp>
        <p:nvSpPr>
          <p:cNvPr id="63" name="Rectangle 62">
            <a:extLst>
              <a:ext uri="{FF2B5EF4-FFF2-40B4-BE49-F238E27FC236}">
                <a16:creationId xmlns:a16="http://schemas.microsoft.com/office/drawing/2014/main" id="{AE40FB31-A646-ACD3-4E62-85F065FCA18A}"/>
              </a:ext>
            </a:extLst>
          </p:cNvPr>
          <p:cNvSpPr/>
          <p:nvPr/>
        </p:nvSpPr>
        <p:spPr>
          <a:xfrm>
            <a:off x="2846064" y="4495261"/>
            <a:ext cx="1906135" cy="1277273"/>
          </a:xfrm>
          <a:prstGeom prst="rect">
            <a:avLst/>
          </a:prstGeom>
        </p:spPr>
        <p:txBody>
          <a:bodyPr wrap="square">
            <a:spAutoFit/>
          </a:bodyPr>
          <a:lstStyle/>
          <a:p>
            <a:pPr algn="ctr" defTabSz="228554">
              <a:defRPr/>
            </a:pPr>
            <a:r>
              <a:rPr lang="en-IN" sz="1100"/>
              <a:t>Leading OSS and product‑rationalization transformation using ServiceNow, ArcGIS, Salesforce, MACD automation and PLM with Invent, DCX and Sogeti</a:t>
            </a:r>
          </a:p>
        </p:txBody>
      </p:sp>
      <p:pic>
        <p:nvPicPr>
          <p:cNvPr id="1024" name="Picture 2" descr="Tuatahi First Fibre 2026 Company Profile: Valuation, Funding ...">
            <a:extLst>
              <a:ext uri="{FF2B5EF4-FFF2-40B4-BE49-F238E27FC236}">
                <a16:creationId xmlns:a16="http://schemas.microsoft.com/office/drawing/2014/main" id="{E0A23C78-0D0F-E602-36C7-1A8A88177CF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a:stretch>
            <a:fillRect/>
          </a:stretch>
        </p:blipFill>
        <p:spPr bwMode="auto">
          <a:xfrm>
            <a:off x="3529131" y="3667347"/>
            <a:ext cx="540000" cy="540000"/>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72" name="Rounded Rectangle 5">
            <a:extLst>
              <a:ext uri="{FF2B5EF4-FFF2-40B4-BE49-F238E27FC236}">
                <a16:creationId xmlns:a16="http://schemas.microsoft.com/office/drawing/2014/main" id="{64ECB357-29AE-A78A-0432-BF071B4D7422}"/>
              </a:ext>
            </a:extLst>
          </p:cNvPr>
          <p:cNvSpPr/>
          <p:nvPr/>
        </p:nvSpPr>
        <p:spPr>
          <a:xfrm>
            <a:off x="7168744" y="3642269"/>
            <a:ext cx="1906135" cy="2289049"/>
          </a:xfrm>
          <a:prstGeom prst="roundRect">
            <a:avLst>
              <a:gd name="adj" fmla="val 17713"/>
            </a:avLst>
          </a:prstGeom>
          <a:solidFill>
            <a:schemeClr val="bg1">
              <a:lumMod val="85000"/>
            </a:schemeClr>
          </a:solidFill>
          <a:ln>
            <a:noFill/>
          </a:ln>
          <a:effectLst>
            <a:glow rad="63500">
              <a:schemeClr val="accent1">
                <a:satMod val="175000"/>
                <a:alpha val="40000"/>
              </a:schemeClr>
            </a:glow>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554"/>
            <a:endParaRPr lang="en-US">
              <a:solidFill>
                <a:srgbClr val="FFFFFF"/>
              </a:solidFill>
            </a:endParaRPr>
          </a:p>
        </p:txBody>
      </p:sp>
      <p:sp>
        <p:nvSpPr>
          <p:cNvPr id="1073" name="Rounded Rectangle 6">
            <a:extLst>
              <a:ext uri="{FF2B5EF4-FFF2-40B4-BE49-F238E27FC236}">
                <a16:creationId xmlns:a16="http://schemas.microsoft.com/office/drawing/2014/main" id="{DEF0C5BB-470C-0723-B337-F9F7865AA9DB}"/>
              </a:ext>
            </a:extLst>
          </p:cNvPr>
          <p:cNvSpPr/>
          <p:nvPr/>
        </p:nvSpPr>
        <p:spPr>
          <a:xfrm>
            <a:off x="7005750" y="4236713"/>
            <a:ext cx="2170437" cy="271248"/>
          </a:xfrm>
          <a:prstGeom prst="roundRect">
            <a:avLst>
              <a:gd name="adj" fmla="val 50000"/>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554"/>
            <a:r>
              <a:rPr lang="en-US" sz="1600">
                <a:solidFill>
                  <a:srgbClr val="FFFFFF"/>
                </a:solidFill>
              </a:rPr>
              <a:t>Telia</a:t>
            </a:r>
          </a:p>
        </p:txBody>
      </p:sp>
      <p:sp>
        <p:nvSpPr>
          <p:cNvPr id="1074" name="Rectangle 1073">
            <a:extLst>
              <a:ext uri="{FF2B5EF4-FFF2-40B4-BE49-F238E27FC236}">
                <a16:creationId xmlns:a16="http://schemas.microsoft.com/office/drawing/2014/main" id="{D671FC56-40B9-F06F-D33C-B9FFA96641F6}"/>
              </a:ext>
            </a:extLst>
          </p:cNvPr>
          <p:cNvSpPr/>
          <p:nvPr/>
        </p:nvSpPr>
        <p:spPr>
          <a:xfrm>
            <a:off x="7107058" y="4507961"/>
            <a:ext cx="2046570" cy="1446550"/>
          </a:xfrm>
          <a:prstGeom prst="rect">
            <a:avLst/>
          </a:prstGeom>
        </p:spPr>
        <p:txBody>
          <a:bodyPr wrap="square" lIns="91440" tIns="45720" rIns="91440" bIns="45720" anchor="t">
            <a:spAutoFit/>
          </a:bodyPr>
          <a:lstStyle/>
          <a:p>
            <a:pPr algn="ctr" defTabSz="228554">
              <a:defRPr/>
            </a:pPr>
            <a:r>
              <a:rPr lang="en-IN" sz="1100"/>
              <a:t>Proactive Agentic workflow for L2OAccelerating Agentic AI‑powered finance modernization across FP&amp;A, forecasting, fraud management, and planning with tailored AI use‑case development</a:t>
            </a:r>
            <a:endParaRPr lang="en-US"/>
          </a:p>
        </p:txBody>
      </p:sp>
      <p:sp>
        <p:nvSpPr>
          <p:cNvPr id="1075" name="Rounded Rectangle 5">
            <a:extLst>
              <a:ext uri="{FF2B5EF4-FFF2-40B4-BE49-F238E27FC236}">
                <a16:creationId xmlns:a16="http://schemas.microsoft.com/office/drawing/2014/main" id="{D8D252E1-98BC-F57F-7CC6-AA363188E3C4}"/>
              </a:ext>
            </a:extLst>
          </p:cNvPr>
          <p:cNvSpPr/>
          <p:nvPr/>
        </p:nvSpPr>
        <p:spPr>
          <a:xfrm>
            <a:off x="5006642" y="1076268"/>
            <a:ext cx="1906135" cy="2289049"/>
          </a:xfrm>
          <a:prstGeom prst="roundRect">
            <a:avLst>
              <a:gd name="adj" fmla="val 17713"/>
            </a:avLst>
          </a:prstGeom>
          <a:solidFill>
            <a:schemeClr val="bg1">
              <a:lumMod val="85000"/>
            </a:schemeClr>
          </a:solidFill>
          <a:ln>
            <a:noFill/>
          </a:ln>
          <a:effectLst>
            <a:glow rad="63500">
              <a:schemeClr val="accent1">
                <a:satMod val="175000"/>
                <a:alpha val="40000"/>
              </a:schemeClr>
            </a:glow>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554"/>
            <a:endParaRPr lang="en-US">
              <a:solidFill>
                <a:srgbClr val="FFFFFF"/>
              </a:solidFill>
            </a:endParaRPr>
          </a:p>
        </p:txBody>
      </p:sp>
      <p:sp>
        <p:nvSpPr>
          <p:cNvPr id="1076" name="Rounded Rectangle 6">
            <a:extLst>
              <a:ext uri="{FF2B5EF4-FFF2-40B4-BE49-F238E27FC236}">
                <a16:creationId xmlns:a16="http://schemas.microsoft.com/office/drawing/2014/main" id="{C01D548D-4084-F64C-82E1-D2D43AC39D3C}"/>
              </a:ext>
            </a:extLst>
          </p:cNvPr>
          <p:cNvSpPr/>
          <p:nvPr/>
        </p:nvSpPr>
        <p:spPr>
          <a:xfrm>
            <a:off x="4843648" y="1670712"/>
            <a:ext cx="2170437" cy="271248"/>
          </a:xfrm>
          <a:prstGeom prst="roundRect">
            <a:avLst>
              <a:gd name="adj" fmla="val 50000"/>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554"/>
            <a:r>
              <a:rPr lang="en-US" sz="1600">
                <a:solidFill>
                  <a:srgbClr val="FFFFFF"/>
                </a:solidFill>
              </a:rPr>
              <a:t>T-Mobile</a:t>
            </a:r>
          </a:p>
        </p:txBody>
      </p:sp>
      <p:sp>
        <p:nvSpPr>
          <p:cNvPr id="1078" name="Rounded Rectangle 5">
            <a:extLst>
              <a:ext uri="{FF2B5EF4-FFF2-40B4-BE49-F238E27FC236}">
                <a16:creationId xmlns:a16="http://schemas.microsoft.com/office/drawing/2014/main" id="{245F65F9-9DAE-85B4-1401-CB340667A088}"/>
              </a:ext>
            </a:extLst>
          </p:cNvPr>
          <p:cNvSpPr/>
          <p:nvPr/>
        </p:nvSpPr>
        <p:spPr>
          <a:xfrm>
            <a:off x="7174842" y="1076269"/>
            <a:ext cx="1906135" cy="2289049"/>
          </a:xfrm>
          <a:prstGeom prst="roundRect">
            <a:avLst>
              <a:gd name="adj" fmla="val 17713"/>
            </a:avLst>
          </a:prstGeom>
          <a:solidFill>
            <a:schemeClr val="bg1">
              <a:lumMod val="85000"/>
            </a:schemeClr>
          </a:solidFill>
          <a:ln>
            <a:noFill/>
          </a:ln>
          <a:effectLst>
            <a:glow rad="63500">
              <a:schemeClr val="accent1">
                <a:satMod val="175000"/>
                <a:alpha val="40000"/>
              </a:schemeClr>
            </a:glow>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554"/>
            <a:endParaRPr lang="en-US">
              <a:solidFill>
                <a:srgbClr val="FFFFFF"/>
              </a:solidFill>
            </a:endParaRPr>
          </a:p>
        </p:txBody>
      </p:sp>
      <p:sp>
        <p:nvSpPr>
          <p:cNvPr id="1079" name="Rounded Rectangle 6">
            <a:extLst>
              <a:ext uri="{FF2B5EF4-FFF2-40B4-BE49-F238E27FC236}">
                <a16:creationId xmlns:a16="http://schemas.microsoft.com/office/drawing/2014/main" id="{551434B5-4BA1-98DC-0454-A14448A15A94}"/>
              </a:ext>
            </a:extLst>
          </p:cNvPr>
          <p:cNvSpPr/>
          <p:nvPr/>
        </p:nvSpPr>
        <p:spPr>
          <a:xfrm>
            <a:off x="7011848" y="1670713"/>
            <a:ext cx="2170437" cy="271248"/>
          </a:xfrm>
          <a:prstGeom prst="roundRect">
            <a:avLst>
              <a:gd name="adj" fmla="val 50000"/>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554"/>
            <a:r>
              <a:rPr lang="en-US" sz="1600">
                <a:solidFill>
                  <a:srgbClr val="FFFFFF"/>
                </a:solidFill>
              </a:rPr>
              <a:t>Vodafone</a:t>
            </a:r>
          </a:p>
        </p:txBody>
      </p:sp>
      <p:sp>
        <p:nvSpPr>
          <p:cNvPr id="1081" name="Rounded Rectangle 5">
            <a:extLst>
              <a:ext uri="{FF2B5EF4-FFF2-40B4-BE49-F238E27FC236}">
                <a16:creationId xmlns:a16="http://schemas.microsoft.com/office/drawing/2014/main" id="{8B7DC9D7-AB02-CAD4-339A-CF961C00882D}"/>
              </a:ext>
            </a:extLst>
          </p:cNvPr>
          <p:cNvSpPr/>
          <p:nvPr/>
        </p:nvSpPr>
        <p:spPr>
          <a:xfrm>
            <a:off x="9343042" y="1076269"/>
            <a:ext cx="1906135" cy="2289049"/>
          </a:xfrm>
          <a:prstGeom prst="roundRect">
            <a:avLst>
              <a:gd name="adj" fmla="val 17713"/>
            </a:avLst>
          </a:prstGeom>
          <a:solidFill>
            <a:schemeClr val="bg1">
              <a:lumMod val="85000"/>
            </a:schemeClr>
          </a:solidFill>
          <a:ln>
            <a:noFill/>
          </a:ln>
          <a:effectLst>
            <a:glow rad="63500">
              <a:schemeClr val="accent1">
                <a:satMod val="175000"/>
                <a:alpha val="40000"/>
              </a:schemeClr>
            </a:glow>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554"/>
            <a:endParaRPr lang="en-US">
              <a:solidFill>
                <a:schemeClr val="tx1"/>
              </a:solidFill>
            </a:endParaRPr>
          </a:p>
        </p:txBody>
      </p:sp>
      <p:sp>
        <p:nvSpPr>
          <p:cNvPr id="1082" name="Rounded Rectangle 6">
            <a:extLst>
              <a:ext uri="{FF2B5EF4-FFF2-40B4-BE49-F238E27FC236}">
                <a16:creationId xmlns:a16="http://schemas.microsoft.com/office/drawing/2014/main" id="{B74DAB71-98CA-1EBD-B795-F028B0EDA029}"/>
              </a:ext>
            </a:extLst>
          </p:cNvPr>
          <p:cNvSpPr/>
          <p:nvPr/>
        </p:nvSpPr>
        <p:spPr>
          <a:xfrm>
            <a:off x="9180048" y="1670713"/>
            <a:ext cx="2170437" cy="271248"/>
          </a:xfrm>
          <a:prstGeom prst="roundRect">
            <a:avLst>
              <a:gd name="adj" fmla="val 50000"/>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554"/>
            <a:endParaRPr lang="en-US" sz="1600">
              <a:solidFill>
                <a:srgbClr val="FFFFFF"/>
              </a:solidFill>
            </a:endParaRPr>
          </a:p>
        </p:txBody>
      </p:sp>
      <p:sp>
        <p:nvSpPr>
          <p:cNvPr id="1087" name="Rounded Rectangle 5">
            <a:extLst>
              <a:ext uri="{FF2B5EF4-FFF2-40B4-BE49-F238E27FC236}">
                <a16:creationId xmlns:a16="http://schemas.microsoft.com/office/drawing/2014/main" id="{7DED4D5B-91BE-C5D6-5B0D-D67F83491F24}"/>
              </a:ext>
            </a:extLst>
          </p:cNvPr>
          <p:cNvSpPr/>
          <p:nvPr/>
        </p:nvSpPr>
        <p:spPr>
          <a:xfrm>
            <a:off x="695217" y="1071063"/>
            <a:ext cx="1906135" cy="2289049"/>
          </a:xfrm>
          <a:prstGeom prst="roundRect">
            <a:avLst>
              <a:gd name="adj" fmla="val 17713"/>
            </a:avLst>
          </a:prstGeom>
          <a:solidFill>
            <a:schemeClr val="bg1">
              <a:lumMod val="85000"/>
            </a:schemeClr>
          </a:solidFill>
          <a:ln>
            <a:noFill/>
          </a:ln>
          <a:effectLst>
            <a:glow rad="63500">
              <a:schemeClr val="accent1">
                <a:satMod val="175000"/>
                <a:alpha val="40000"/>
              </a:schemeClr>
            </a:glow>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554"/>
            <a:endParaRPr lang="en-US">
              <a:solidFill>
                <a:srgbClr val="FFFFFF"/>
              </a:solidFill>
            </a:endParaRPr>
          </a:p>
        </p:txBody>
      </p:sp>
      <p:sp>
        <p:nvSpPr>
          <p:cNvPr id="1088" name="Rounded Rectangle 6">
            <a:extLst>
              <a:ext uri="{FF2B5EF4-FFF2-40B4-BE49-F238E27FC236}">
                <a16:creationId xmlns:a16="http://schemas.microsoft.com/office/drawing/2014/main" id="{C9F93626-7528-36F9-347B-9D45BAAF7FF6}"/>
              </a:ext>
            </a:extLst>
          </p:cNvPr>
          <p:cNvSpPr/>
          <p:nvPr/>
        </p:nvSpPr>
        <p:spPr>
          <a:xfrm>
            <a:off x="532223" y="1665507"/>
            <a:ext cx="2170437" cy="271248"/>
          </a:xfrm>
          <a:prstGeom prst="roundRect">
            <a:avLst>
              <a:gd name="adj" fmla="val 50000"/>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554"/>
            <a:r>
              <a:rPr lang="en-US" sz="1600">
                <a:solidFill>
                  <a:srgbClr val="FFFFFF"/>
                </a:solidFill>
              </a:rPr>
              <a:t>CWS</a:t>
            </a:r>
          </a:p>
        </p:txBody>
      </p:sp>
      <p:sp>
        <p:nvSpPr>
          <p:cNvPr id="1090" name="Rounded Rectangle 5">
            <a:extLst>
              <a:ext uri="{FF2B5EF4-FFF2-40B4-BE49-F238E27FC236}">
                <a16:creationId xmlns:a16="http://schemas.microsoft.com/office/drawing/2014/main" id="{16EAA50E-50C6-325C-E9BC-90B152A1F61B}"/>
              </a:ext>
            </a:extLst>
          </p:cNvPr>
          <p:cNvSpPr/>
          <p:nvPr/>
        </p:nvSpPr>
        <p:spPr>
          <a:xfrm>
            <a:off x="2854046" y="1078751"/>
            <a:ext cx="1906135" cy="2289049"/>
          </a:xfrm>
          <a:prstGeom prst="roundRect">
            <a:avLst>
              <a:gd name="adj" fmla="val 17713"/>
            </a:avLst>
          </a:prstGeom>
          <a:solidFill>
            <a:schemeClr val="bg1">
              <a:lumMod val="85000"/>
            </a:schemeClr>
          </a:solidFill>
          <a:ln>
            <a:noFill/>
          </a:ln>
          <a:effectLst>
            <a:glow rad="63500">
              <a:schemeClr val="accent1">
                <a:satMod val="175000"/>
                <a:alpha val="40000"/>
              </a:schemeClr>
            </a:glow>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554"/>
            <a:endParaRPr lang="en-US">
              <a:solidFill>
                <a:srgbClr val="FFFFFF"/>
              </a:solidFill>
            </a:endParaRPr>
          </a:p>
        </p:txBody>
      </p:sp>
      <p:sp>
        <p:nvSpPr>
          <p:cNvPr id="1091" name="Rounded Rectangle 6">
            <a:extLst>
              <a:ext uri="{FF2B5EF4-FFF2-40B4-BE49-F238E27FC236}">
                <a16:creationId xmlns:a16="http://schemas.microsoft.com/office/drawing/2014/main" id="{7BCE2EFA-743D-C55B-FF40-E7AA330DAA89}"/>
              </a:ext>
            </a:extLst>
          </p:cNvPr>
          <p:cNvSpPr/>
          <p:nvPr/>
        </p:nvSpPr>
        <p:spPr>
          <a:xfrm>
            <a:off x="2691052" y="1673195"/>
            <a:ext cx="2170437" cy="271248"/>
          </a:xfrm>
          <a:prstGeom prst="roundRect">
            <a:avLst>
              <a:gd name="adj" fmla="val 50000"/>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554"/>
            <a:r>
              <a:rPr lang="en-US" sz="1600">
                <a:solidFill>
                  <a:srgbClr val="FFFFFF"/>
                </a:solidFill>
              </a:rPr>
              <a:t>Nokia</a:t>
            </a:r>
          </a:p>
        </p:txBody>
      </p:sp>
      <p:sp>
        <p:nvSpPr>
          <p:cNvPr id="1093" name="Rounded Rectangle 5">
            <a:extLst>
              <a:ext uri="{FF2B5EF4-FFF2-40B4-BE49-F238E27FC236}">
                <a16:creationId xmlns:a16="http://schemas.microsoft.com/office/drawing/2014/main" id="{D88E8569-C8F4-B0D7-0C46-4C77DE1DC099}"/>
              </a:ext>
            </a:extLst>
          </p:cNvPr>
          <p:cNvSpPr/>
          <p:nvPr/>
        </p:nvSpPr>
        <p:spPr>
          <a:xfrm>
            <a:off x="5006642" y="3644151"/>
            <a:ext cx="1906135" cy="2289049"/>
          </a:xfrm>
          <a:prstGeom prst="roundRect">
            <a:avLst>
              <a:gd name="adj" fmla="val 17713"/>
            </a:avLst>
          </a:prstGeom>
          <a:solidFill>
            <a:schemeClr val="bg1">
              <a:lumMod val="85000"/>
            </a:schemeClr>
          </a:solidFill>
          <a:ln>
            <a:noFill/>
          </a:ln>
          <a:effectLst>
            <a:glow rad="63500">
              <a:schemeClr val="accent1">
                <a:satMod val="175000"/>
                <a:alpha val="40000"/>
              </a:schemeClr>
            </a:glow>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554"/>
            <a:endParaRPr lang="en-US">
              <a:solidFill>
                <a:srgbClr val="FFFFFF"/>
              </a:solidFill>
            </a:endParaRPr>
          </a:p>
        </p:txBody>
      </p:sp>
      <p:sp>
        <p:nvSpPr>
          <p:cNvPr id="1094" name="Rounded Rectangle 6">
            <a:extLst>
              <a:ext uri="{FF2B5EF4-FFF2-40B4-BE49-F238E27FC236}">
                <a16:creationId xmlns:a16="http://schemas.microsoft.com/office/drawing/2014/main" id="{13826A9E-1BD9-CF91-5779-90B8086A9CDB}"/>
              </a:ext>
            </a:extLst>
          </p:cNvPr>
          <p:cNvSpPr/>
          <p:nvPr/>
        </p:nvSpPr>
        <p:spPr>
          <a:xfrm>
            <a:off x="4843648" y="4238595"/>
            <a:ext cx="2170437" cy="271248"/>
          </a:xfrm>
          <a:prstGeom prst="roundRect">
            <a:avLst>
              <a:gd name="adj" fmla="val 50000"/>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554"/>
            <a:r>
              <a:rPr lang="en-US" sz="1600" err="1">
                <a:solidFill>
                  <a:srgbClr val="FFFFFF"/>
                </a:solidFill>
              </a:rPr>
              <a:t>Fastweb</a:t>
            </a:r>
            <a:r>
              <a:rPr lang="en-US" sz="1600">
                <a:solidFill>
                  <a:srgbClr val="FFFFFF"/>
                </a:solidFill>
              </a:rPr>
              <a:t> + Vodafone</a:t>
            </a:r>
          </a:p>
        </p:txBody>
      </p:sp>
      <p:sp>
        <p:nvSpPr>
          <p:cNvPr id="1095" name="Rectangle 1094">
            <a:extLst>
              <a:ext uri="{FF2B5EF4-FFF2-40B4-BE49-F238E27FC236}">
                <a16:creationId xmlns:a16="http://schemas.microsoft.com/office/drawing/2014/main" id="{90618CB7-9C5B-3060-0BA3-616D267DCDD6}"/>
              </a:ext>
            </a:extLst>
          </p:cNvPr>
          <p:cNvSpPr/>
          <p:nvPr/>
        </p:nvSpPr>
        <p:spPr>
          <a:xfrm>
            <a:off x="5006642" y="4509843"/>
            <a:ext cx="1906135" cy="1446550"/>
          </a:xfrm>
          <a:prstGeom prst="rect">
            <a:avLst/>
          </a:prstGeom>
        </p:spPr>
        <p:txBody>
          <a:bodyPr wrap="square">
            <a:spAutoFit/>
          </a:bodyPr>
          <a:lstStyle/>
          <a:p>
            <a:pPr algn="ctr" defTabSz="228554">
              <a:defRPr/>
            </a:pPr>
            <a:r>
              <a:rPr lang="en-IN" sz="1100" err="1"/>
              <a:t>Fastweb</a:t>
            </a:r>
            <a:r>
              <a:rPr lang="en-IN" sz="1100"/>
              <a:t> and Vodafone will consolidate vendors and automate operations to cut overlap, reduce costs, improve efficiency, and scale through centralization and harmonization</a:t>
            </a:r>
          </a:p>
        </p:txBody>
      </p:sp>
      <p:sp>
        <p:nvSpPr>
          <p:cNvPr id="1104" name="Oval 1103">
            <a:extLst>
              <a:ext uri="{FF2B5EF4-FFF2-40B4-BE49-F238E27FC236}">
                <a16:creationId xmlns:a16="http://schemas.microsoft.com/office/drawing/2014/main" id="{7DA58C21-3F6B-7737-B646-04C675D76FA3}"/>
              </a:ext>
            </a:extLst>
          </p:cNvPr>
          <p:cNvSpPr>
            <a:spLocks noChangeAspect="1"/>
          </p:cNvSpPr>
          <p:nvPr/>
        </p:nvSpPr>
        <p:spPr>
          <a:xfrm>
            <a:off x="1332489" y="1134591"/>
            <a:ext cx="540000" cy="540000"/>
          </a:xfrm>
          <a:prstGeom prst="ellipse">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ea typeface="+mn-ea"/>
              <a:cs typeface="+mn-cs"/>
            </a:endParaRPr>
          </a:p>
        </p:txBody>
      </p:sp>
      <p:sp>
        <p:nvSpPr>
          <p:cNvPr id="1105" name="Oval 1104">
            <a:extLst>
              <a:ext uri="{FF2B5EF4-FFF2-40B4-BE49-F238E27FC236}">
                <a16:creationId xmlns:a16="http://schemas.microsoft.com/office/drawing/2014/main" id="{92B93A37-B329-7B0D-3821-34DF45835B08}"/>
              </a:ext>
            </a:extLst>
          </p:cNvPr>
          <p:cNvSpPr>
            <a:spLocks noChangeAspect="1"/>
          </p:cNvSpPr>
          <p:nvPr/>
        </p:nvSpPr>
        <p:spPr>
          <a:xfrm>
            <a:off x="7820968" y="3658614"/>
            <a:ext cx="540000" cy="540000"/>
          </a:xfrm>
          <a:prstGeom prst="ellipse">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ea typeface="+mn-ea"/>
              <a:cs typeface="+mn-cs"/>
            </a:endParaRPr>
          </a:p>
        </p:txBody>
      </p:sp>
      <p:sp>
        <p:nvSpPr>
          <p:cNvPr id="1106" name="Oval 1105">
            <a:extLst>
              <a:ext uri="{FF2B5EF4-FFF2-40B4-BE49-F238E27FC236}">
                <a16:creationId xmlns:a16="http://schemas.microsoft.com/office/drawing/2014/main" id="{A0A13059-0068-C269-510A-9CE9425E111E}"/>
              </a:ext>
            </a:extLst>
          </p:cNvPr>
          <p:cNvSpPr>
            <a:spLocks noChangeAspect="1"/>
          </p:cNvSpPr>
          <p:nvPr/>
        </p:nvSpPr>
        <p:spPr>
          <a:xfrm>
            <a:off x="3506270" y="1104087"/>
            <a:ext cx="540000" cy="540000"/>
          </a:xfrm>
          <a:prstGeom prst="ellipse">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ea typeface="+mn-ea"/>
              <a:cs typeface="+mn-cs"/>
            </a:endParaRPr>
          </a:p>
        </p:txBody>
      </p:sp>
      <p:sp>
        <p:nvSpPr>
          <p:cNvPr id="1107" name="Oval 1106">
            <a:extLst>
              <a:ext uri="{FF2B5EF4-FFF2-40B4-BE49-F238E27FC236}">
                <a16:creationId xmlns:a16="http://schemas.microsoft.com/office/drawing/2014/main" id="{EF290E30-B87E-A1C2-AD96-FAB5E4DB509B}"/>
              </a:ext>
            </a:extLst>
          </p:cNvPr>
          <p:cNvSpPr>
            <a:spLocks noChangeAspect="1"/>
          </p:cNvSpPr>
          <p:nvPr/>
        </p:nvSpPr>
        <p:spPr>
          <a:xfrm>
            <a:off x="5663961" y="1092614"/>
            <a:ext cx="540000" cy="540000"/>
          </a:xfrm>
          <a:prstGeom prst="ellipse">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ea typeface="+mn-ea"/>
              <a:cs typeface="+mn-cs"/>
            </a:endParaRPr>
          </a:p>
        </p:txBody>
      </p:sp>
      <p:sp>
        <p:nvSpPr>
          <p:cNvPr id="1108" name="Oval 1107">
            <a:extLst>
              <a:ext uri="{FF2B5EF4-FFF2-40B4-BE49-F238E27FC236}">
                <a16:creationId xmlns:a16="http://schemas.microsoft.com/office/drawing/2014/main" id="{B2BA27F7-EA35-9383-2FDA-39C01E08F9FF}"/>
              </a:ext>
            </a:extLst>
          </p:cNvPr>
          <p:cNvSpPr>
            <a:spLocks noChangeAspect="1"/>
          </p:cNvSpPr>
          <p:nvPr/>
        </p:nvSpPr>
        <p:spPr>
          <a:xfrm>
            <a:off x="5663961" y="3669488"/>
            <a:ext cx="540000" cy="540000"/>
          </a:xfrm>
          <a:prstGeom prst="ellipse">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ea typeface="+mn-ea"/>
              <a:cs typeface="+mn-cs"/>
            </a:endParaRPr>
          </a:p>
        </p:txBody>
      </p:sp>
      <p:sp>
        <p:nvSpPr>
          <p:cNvPr id="1109" name="Oval 1108">
            <a:extLst>
              <a:ext uri="{FF2B5EF4-FFF2-40B4-BE49-F238E27FC236}">
                <a16:creationId xmlns:a16="http://schemas.microsoft.com/office/drawing/2014/main" id="{7DBE7987-9C7A-3264-D436-A6CC4FA1FEED}"/>
              </a:ext>
            </a:extLst>
          </p:cNvPr>
          <p:cNvSpPr>
            <a:spLocks noChangeAspect="1"/>
          </p:cNvSpPr>
          <p:nvPr/>
        </p:nvSpPr>
        <p:spPr>
          <a:xfrm>
            <a:off x="7825937" y="1114047"/>
            <a:ext cx="540000" cy="540000"/>
          </a:xfrm>
          <a:prstGeom prst="ellipse">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ea typeface="+mn-ea"/>
              <a:cs typeface="+mn-cs"/>
            </a:endParaRPr>
          </a:p>
        </p:txBody>
      </p:sp>
      <p:sp>
        <p:nvSpPr>
          <p:cNvPr id="1111" name="Oval 1110">
            <a:extLst>
              <a:ext uri="{FF2B5EF4-FFF2-40B4-BE49-F238E27FC236}">
                <a16:creationId xmlns:a16="http://schemas.microsoft.com/office/drawing/2014/main" id="{62464B1C-604B-7966-1005-C9EADAEF66AC}"/>
              </a:ext>
            </a:extLst>
          </p:cNvPr>
          <p:cNvSpPr>
            <a:spLocks noChangeAspect="1"/>
          </p:cNvSpPr>
          <p:nvPr/>
        </p:nvSpPr>
        <p:spPr>
          <a:xfrm>
            <a:off x="9999232" y="1114047"/>
            <a:ext cx="540000" cy="540000"/>
          </a:xfrm>
          <a:prstGeom prst="ellipse">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ea typeface="+mn-ea"/>
              <a:cs typeface="+mn-cs"/>
            </a:endParaRPr>
          </a:p>
        </p:txBody>
      </p:sp>
      <p:pic>
        <p:nvPicPr>
          <p:cNvPr id="1113" name="Picture 1112" descr="A purple logo with black background&#10;&#10;Description automatically generated">
            <a:extLst>
              <a:ext uri="{FF2B5EF4-FFF2-40B4-BE49-F238E27FC236}">
                <a16:creationId xmlns:a16="http://schemas.microsoft.com/office/drawing/2014/main" id="{C315AFAF-EB84-3C3B-DB4C-09DB0804E6B8}"/>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7864788" y="3831012"/>
            <a:ext cx="452360" cy="178683"/>
          </a:xfrm>
          <a:prstGeom prst="rect">
            <a:avLst/>
          </a:prstGeom>
        </p:spPr>
      </p:pic>
      <p:cxnSp>
        <p:nvCxnSpPr>
          <p:cNvPr id="2" name="Straight Connector 1">
            <a:extLst>
              <a:ext uri="{FF2B5EF4-FFF2-40B4-BE49-F238E27FC236}">
                <a16:creationId xmlns:a16="http://schemas.microsoft.com/office/drawing/2014/main" id="{1820C4FA-B642-47C8-37DE-1047F5137454}"/>
              </a:ext>
            </a:extLst>
          </p:cNvPr>
          <p:cNvCxnSpPr>
            <a:cxnSpLocks/>
          </p:cNvCxnSpPr>
          <p:nvPr/>
        </p:nvCxnSpPr>
        <p:spPr>
          <a:xfrm>
            <a:off x="569343" y="3508002"/>
            <a:ext cx="10781142" cy="0"/>
          </a:xfrm>
          <a:prstGeom prst="line">
            <a:avLst/>
          </a:prstGeom>
          <a:ln w="38100">
            <a:solidFill>
              <a:schemeClr val="accent2">
                <a:lumMod val="75000"/>
              </a:schemeClr>
            </a:solidFill>
            <a:prstDash val="dash"/>
          </a:ln>
        </p:spPr>
        <p:style>
          <a:lnRef idx="1">
            <a:schemeClr val="accent1"/>
          </a:lnRef>
          <a:fillRef idx="0">
            <a:schemeClr val="accent1"/>
          </a:fillRef>
          <a:effectRef idx="0">
            <a:schemeClr val="accent1"/>
          </a:effectRef>
          <a:fontRef idx="minor">
            <a:schemeClr val="tx1"/>
          </a:fontRef>
        </p:style>
      </p:cxnSp>
      <p:pic>
        <p:nvPicPr>
          <p:cNvPr id="1026" name="Picture 2">
            <a:extLst>
              <a:ext uri="{FF2B5EF4-FFF2-40B4-BE49-F238E27FC236}">
                <a16:creationId xmlns:a16="http://schemas.microsoft.com/office/drawing/2014/main" id="{EFF7C5A2-7179-E6A1-9036-1E535299ED6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39778" y="3842160"/>
            <a:ext cx="597730" cy="229588"/>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2D101E4C-8E87-4398-B9B7-34924467AFC4}"/>
              </a:ext>
            </a:extLst>
          </p:cNvPr>
          <p:cNvSpPr/>
          <p:nvPr/>
        </p:nvSpPr>
        <p:spPr>
          <a:xfrm>
            <a:off x="9312198" y="1949636"/>
            <a:ext cx="1906135" cy="1446550"/>
          </a:xfrm>
          <a:prstGeom prst="rect">
            <a:avLst/>
          </a:prstGeom>
        </p:spPr>
        <p:txBody>
          <a:bodyPr wrap="square">
            <a:spAutoFit/>
          </a:bodyPr>
          <a:lstStyle/>
          <a:p>
            <a:pPr algn="ctr" defTabSz="228554">
              <a:defRPr/>
            </a:pPr>
            <a:r>
              <a:rPr lang="en-US" sz="1100"/>
              <a:t> Submitted a four-week proposal to O2 Business to establish AI Governance foundations, including policy recommendations, risk classification, and guardrails for existing </a:t>
            </a:r>
            <a:r>
              <a:rPr lang="en-US" sz="1100" err="1"/>
              <a:t>PoCs</a:t>
            </a:r>
            <a:r>
              <a:rPr lang="en-US" sz="1100"/>
              <a:t>.</a:t>
            </a:r>
            <a:endParaRPr lang="en-IN" sz="1100"/>
          </a:p>
        </p:txBody>
      </p:sp>
      <p:sp>
        <p:nvSpPr>
          <p:cNvPr id="13" name="TextBox 12">
            <a:extLst>
              <a:ext uri="{FF2B5EF4-FFF2-40B4-BE49-F238E27FC236}">
                <a16:creationId xmlns:a16="http://schemas.microsoft.com/office/drawing/2014/main" id="{5759C450-7DA9-A1DE-2FF2-170375669428}"/>
              </a:ext>
            </a:extLst>
          </p:cNvPr>
          <p:cNvSpPr txBox="1"/>
          <p:nvPr/>
        </p:nvSpPr>
        <p:spPr>
          <a:xfrm>
            <a:off x="9251318" y="1617083"/>
            <a:ext cx="2040593" cy="376339"/>
          </a:xfrm>
          <a:prstGeom prst="rect">
            <a:avLst/>
          </a:prstGeom>
          <a:noFill/>
        </p:spPr>
        <p:txBody>
          <a:bodyPr wrap="square">
            <a:spAutoFit/>
          </a:bodyPr>
          <a:lstStyle/>
          <a:p>
            <a:pPr algn="ctr" defTabSz="228554"/>
            <a:r>
              <a:rPr lang="en-US">
                <a:solidFill>
                  <a:srgbClr val="FFFFFF"/>
                </a:solidFill>
              </a:rPr>
              <a:t>VMO2</a:t>
            </a:r>
            <a:endParaRPr lang="en-US" sz="1800">
              <a:solidFill>
                <a:srgbClr val="FFFFFF"/>
              </a:solidFill>
            </a:endParaRPr>
          </a:p>
        </p:txBody>
      </p:sp>
      <p:pic>
        <p:nvPicPr>
          <p:cNvPr id="15" name="Picture 14">
            <a:extLst>
              <a:ext uri="{FF2B5EF4-FFF2-40B4-BE49-F238E27FC236}">
                <a16:creationId xmlns:a16="http://schemas.microsoft.com/office/drawing/2014/main" id="{1E99850B-D995-0737-1915-AF48863A865F}"/>
              </a:ext>
            </a:extLst>
          </p:cNvPr>
          <p:cNvPicPr>
            <a:picLocks noChangeAspect="1"/>
          </p:cNvPicPr>
          <p:nvPr/>
        </p:nvPicPr>
        <p:blipFill>
          <a:blip r:embed="rId6"/>
          <a:srcRect l="27680" t="27359" r="26377" b="18390"/>
          <a:stretch>
            <a:fillRect/>
          </a:stretch>
        </p:blipFill>
        <p:spPr>
          <a:xfrm>
            <a:off x="10048987" y="1278932"/>
            <a:ext cx="420041" cy="264744"/>
          </a:xfrm>
          <a:prstGeom prst="rect">
            <a:avLst/>
          </a:prstGeom>
        </p:spPr>
      </p:pic>
      <p:sp>
        <p:nvSpPr>
          <p:cNvPr id="17" name="Rectangle 16">
            <a:extLst>
              <a:ext uri="{FF2B5EF4-FFF2-40B4-BE49-F238E27FC236}">
                <a16:creationId xmlns:a16="http://schemas.microsoft.com/office/drawing/2014/main" id="{E7629EFF-44E4-3D42-5A6C-D06622C36CA6}"/>
              </a:ext>
            </a:extLst>
          </p:cNvPr>
          <p:cNvSpPr/>
          <p:nvPr/>
        </p:nvSpPr>
        <p:spPr>
          <a:xfrm>
            <a:off x="7083118" y="1917068"/>
            <a:ext cx="2086520" cy="1446550"/>
          </a:xfrm>
          <a:prstGeom prst="rect">
            <a:avLst/>
          </a:prstGeom>
        </p:spPr>
        <p:txBody>
          <a:bodyPr wrap="square">
            <a:spAutoFit/>
          </a:bodyPr>
          <a:lstStyle/>
          <a:p>
            <a:pPr algn="ctr" defTabSz="228554">
              <a:defRPr/>
            </a:pPr>
            <a:r>
              <a:rPr lang="en-US" sz="1100"/>
              <a:t>The engagement includes maturity assessments, target-state architecture, and a phased transformation roadmap based on TM Forum ANL and IAADE frameworks to simplify network and reduce costs</a:t>
            </a:r>
            <a:endParaRPr lang="en-IN" sz="1100"/>
          </a:p>
        </p:txBody>
      </p:sp>
      <p:pic>
        <p:nvPicPr>
          <p:cNvPr id="2052" name="Picture 4" descr="Logo Vodafone – Logos PNG">
            <a:extLst>
              <a:ext uri="{FF2B5EF4-FFF2-40B4-BE49-F238E27FC236}">
                <a16:creationId xmlns:a16="http://schemas.microsoft.com/office/drawing/2014/main" id="{E06F32A7-7FCA-26FF-7FAD-DD443505127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857399" y="1133383"/>
            <a:ext cx="477074" cy="477074"/>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6">
            <a:extLst>
              <a:ext uri="{FF2B5EF4-FFF2-40B4-BE49-F238E27FC236}">
                <a16:creationId xmlns:a16="http://schemas.microsoft.com/office/drawing/2014/main" id="{42B807E5-3CBD-5762-8C0B-A68B977E75C6}"/>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726991" y="1310082"/>
            <a:ext cx="423304" cy="88541"/>
          </a:xfrm>
          <a:prstGeom prst="rect">
            <a:avLst/>
          </a:prstGeom>
          <a:noFill/>
          <a:extLst>
            <a:ext uri="{909E8E84-426E-40DD-AFC4-6F175D3DCCD1}">
              <a14:hiddenFill xmlns:a14="http://schemas.microsoft.com/office/drawing/2010/main">
                <a:solidFill>
                  <a:srgbClr val="FFFFFF"/>
                </a:solidFill>
              </a14:hiddenFill>
            </a:ext>
          </a:extLst>
        </p:spPr>
      </p:pic>
      <p:sp>
        <p:nvSpPr>
          <p:cNvPr id="26" name="Rectangle 25">
            <a:extLst>
              <a:ext uri="{FF2B5EF4-FFF2-40B4-BE49-F238E27FC236}">
                <a16:creationId xmlns:a16="http://schemas.microsoft.com/office/drawing/2014/main" id="{39695BE8-5854-8CB2-2B78-94A77312A75A}"/>
              </a:ext>
            </a:extLst>
          </p:cNvPr>
          <p:cNvSpPr/>
          <p:nvPr/>
        </p:nvSpPr>
        <p:spPr>
          <a:xfrm>
            <a:off x="4920938" y="1961694"/>
            <a:ext cx="2046570" cy="1107996"/>
          </a:xfrm>
          <a:prstGeom prst="rect">
            <a:avLst/>
          </a:prstGeom>
        </p:spPr>
        <p:txBody>
          <a:bodyPr wrap="square" lIns="91440" tIns="45720" rIns="91440" bIns="45720" anchor="t">
            <a:spAutoFit/>
          </a:bodyPr>
          <a:lstStyle/>
          <a:p>
            <a:pPr algn="ctr" defTabSz="228554">
              <a:defRPr/>
            </a:pPr>
            <a:r>
              <a:rPr lang="en-US" sz="1100"/>
              <a:t>Discussions with account team to formulate a AN Assessment and Advisory strategy to be proposed to </a:t>
            </a:r>
            <a:r>
              <a:rPr lang="en-US" sz="1100" err="1"/>
              <a:t>T-mobile</a:t>
            </a:r>
            <a:r>
              <a:rPr lang="en-US" sz="1100"/>
              <a:t> Chief Network Officer</a:t>
            </a:r>
            <a:endParaRPr lang="en-US"/>
          </a:p>
        </p:txBody>
      </p:sp>
      <p:pic>
        <p:nvPicPr>
          <p:cNvPr id="28" name="Picture 27">
            <a:extLst>
              <a:ext uri="{FF2B5EF4-FFF2-40B4-BE49-F238E27FC236}">
                <a16:creationId xmlns:a16="http://schemas.microsoft.com/office/drawing/2014/main" id="{75EE93A6-F4A3-EA1A-221F-0BCE194C73A4}"/>
              </a:ext>
            </a:extLst>
          </p:cNvPr>
          <p:cNvPicPr>
            <a:picLocks noChangeAspect="1"/>
          </p:cNvPicPr>
          <p:nvPr/>
        </p:nvPicPr>
        <p:blipFill>
          <a:blip r:embed="rId9"/>
          <a:stretch>
            <a:fillRect/>
          </a:stretch>
        </p:blipFill>
        <p:spPr>
          <a:xfrm>
            <a:off x="3519099" y="1276759"/>
            <a:ext cx="483351" cy="271248"/>
          </a:xfrm>
          <a:prstGeom prst="rect">
            <a:avLst/>
          </a:prstGeom>
        </p:spPr>
      </p:pic>
      <p:sp>
        <p:nvSpPr>
          <p:cNvPr id="31" name="Rectangle 30">
            <a:extLst>
              <a:ext uri="{FF2B5EF4-FFF2-40B4-BE49-F238E27FC236}">
                <a16:creationId xmlns:a16="http://schemas.microsoft.com/office/drawing/2014/main" id="{E95D04E3-22A1-1375-5EB0-9C4E6159DC57}"/>
              </a:ext>
            </a:extLst>
          </p:cNvPr>
          <p:cNvSpPr/>
          <p:nvPr/>
        </p:nvSpPr>
        <p:spPr>
          <a:xfrm>
            <a:off x="2769801" y="1944442"/>
            <a:ext cx="2046570" cy="769441"/>
          </a:xfrm>
          <a:prstGeom prst="rect">
            <a:avLst/>
          </a:prstGeom>
        </p:spPr>
        <p:txBody>
          <a:bodyPr wrap="square" lIns="91440" tIns="45720" rIns="91440" bIns="45720" anchor="t">
            <a:spAutoFit/>
          </a:bodyPr>
          <a:lstStyle/>
          <a:p>
            <a:pPr algn="ctr" defTabSz="228554">
              <a:defRPr/>
            </a:pPr>
            <a:r>
              <a:rPr lang="en-US" sz="1100">
                <a:ea typeface="+mn-lt"/>
                <a:cs typeface="+mn-lt"/>
              </a:rPr>
              <a:t>Enterprise stack agentic AI  transformation and modernization deploying agentic control pane</a:t>
            </a:r>
            <a:endParaRPr lang="en-US" sz="1100"/>
          </a:p>
        </p:txBody>
      </p:sp>
      <p:sp>
        <p:nvSpPr>
          <p:cNvPr id="32" name="Rectangle 31">
            <a:extLst>
              <a:ext uri="{FF2B5EF4-FFF2-40B4-BE49-F238E27FC236}">
                <a16:creationId xmlns:a16="http://schemas.microsoft.com/office/drawing/2014/main" id="{9D7CB87F-5C5B-8AD5-C3D2-2FD51B9A685B}"/>
              </a:ext>
            </a:extLst>
          </p:cNvPr>
          <p:cNvSpPr/>
          <p:nvPr/>
        </p:nvSpPr>
        <p:spPr>
          <a:xfrm>
            <a:off x="603493" y="1974624"/>
            <a:ext cx="2046570" cy="1277273"/>
          </a:xfrm>
          <a:prstGeom prst="rect">
            <a:avLst/>
          </a:prstGeom>
        </p:spPr>
        <p:txBody>
          <a:bodyPr wrap="square" lIns="91440" tIns="45720" rIns="91440" bIns="45720" anchor="t">
            <a:spAutoFit/>
          </a:bodyPr>
          <a:lstStyle/>
          <a:p>
            <a:pPr algn="ctr" defTabSz="228554">
              <a:defRPr/>
            </a:pPr>
            <a:r>
              <a:rPr lang="en-US" sz="1100"/>
              <a:t>Design a comprehensive, enterprise-wide 3-year Digitalization and Artificial Intelligence Strategy to produce a pragmatic, execution-ready, and actionable roadmap</a:t>
            </a:r>
            <a:endParaRPr lang="en-US"/>
          </a:p>
        </p:txBody>
      </p:sp>
      <p:pic>
        <p:nvPicPr>
          <p:cNvPr id="2066" name="Picture 18">
            <a:extLst>
              <a:ext uri="{FF2B5EF4-FFF2-40B4-BE49-F238E27FC236}">
                <a16:creationId xmlns:a16="http://schemas.microsoft.com/office/drawing/2014/main" id="{31FE6277-7DDD-3794-AB9F-B3AA3E2DC74A}"/>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360507" y="1216589"/>
            <a:ext cx="475248" cy="3407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84725250"/>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BB0B27-582E-A488-94F8-DBF7A0A8AFBA}"/>
            </a:ext>
          </a:extLst>
        </p:cNvPr>
        <p:cNvGrpSpPr/>
        <p:nvPr/>
      </p:nvGrpSpPr>
      <p:grpSpPr>
        <a:xfrm>
          <a:off x="0" y="0"/>
          <a:ext cx="0" cy="0"/>
          <a:chOff x="0" y="0"/>
          <a:chExt cx="0" cy="0"/>
        </a:xfrm>
      </p:grpSpPr>
      <p:sp>
        <p:nvSpPr>
          <p:cNvPr id="8" name="Title 88">
            <a:extLst>
              <a:ext uri="{FF2B5EF4-FFF2-40B4-BE49-F238E27FC236}">
                <a16:creationId xmlns:a16="http://schemas.microsoft.com/office/drawing/2014/main" id="{2B55C2F2-5261-3D1C-A83F-800C727023F6}"/>
              </a:ext>
            </a:extLst>
          </p:cNvPr>
          <p:cNvSpPr>
            <a:spLocks noGrp="1"/>
          </p:cNvSpPr>
          <p:nvPr>
            <p:ph type="title"/>
          </p:nvPr>
        </p:nvSpPr>
        <p:spPr>
          <a:xfrm>
            <a:off x="402713" y="200378"/>
            <a:ext cx="10947772" cy="716711"/>
          </a:xfrm>
        </p:spPr>
        <p:txBody>
          <a:bodyPr/>
          <a:lstStyle/>
          <a:p>
            <a:r>
              <a:rPr lang="en-IN" sz="2800" dirty="0">
                <a:solidFill>
                  <a:schemeClr val="tx1"/>
                </a:solidFill>
              </a:rPr>
              <a:t>Ongoing Assignments</a:t>
            </a:r>
          </a:p>
        </p:txBody>
      </p:sp>
      <p:sp>
        <p:nvSpPr>
          <p:cNvPr id="2" name="Date Placeholder 2">
            <a:extLst>
              <a:ext uri="{FF2B5EF4-FFF2-40B4-BE49-F238E27FC236}">
                <a16:creationId xmlns:a16="http://schemas.microsoft.com/office/drawing/2014/main" id="{7DFEF79C-1591-F09B-C4AB-307063B6D4D5}"/>
              </a:ext>
            </a:extLst>
          </p:cNvPr>
          <p:cNvSpPr>
            <a:spLocks noGrp="1"/>
          </p:cNvSpPr>
          <p:nvPr>
            <p:ph type="dt" sz="half" idx="10"/>
          </p:nvPr>
        </p:nvSpPr>
        <p:spPr>
          <a:xfrm>
            <a:off x="7896860" y="6650661"/>
            <a:ext cx="2817177" cy="123111"/>
          </a:xfrm>
        </p:spPr>
        <p:txBody>
          <a:bodyPr/>
          <a:lstStyle/>
          <a:p>
            <a:pPr>
              <a:spcBef>
                <a:spcPts val="1000"/>
              </a:spcBef>
              <a:buFont typeface="Arial" panose="020B0604020202020204" pitchFamily="34" charset="0"/>
              <a:buNone/>
            </a:pPr>
            <a:r>
              <a:rPr lang="en-US"/>
              <a:t>Company Confidential © Capgemini 2026. All rights reserved.</a:t>
            </a:r>
          </a:p>
        </p:txBody>
      </p:sp>
      <p:sp>
        <p:nvSpPr>
          <p:cNvPr id="14" name="Footer Placeholder 17">
            <a:extLst>
              <a:ext uri="{FF2B5EF4-FFF2-40B4-BE49-F238E27FC236}">
                <a16:creationId xmlns:a16="http://schemas.microsoft.com/office/drawing/2014/main" id="{A0892BD1-96BE-195C-0D04-51E5A621A70D}"/>
              </a:ext>
            </a:extLst>
          </p:cNvPr>
          <p:cNvSpPr txBox="1">
            <a:spLocks/>
          </p:cNvSpPr>
          <p:nvPr/>
        </p:nvSpPr>
        <p:spPr>
          <a:xfrm>
            <a:off x="558423" y="6608608"/>
            <a:ext cx="4716524" cy="123111"/>
          </a:xfrm>
          <a:prstGeom prst="rect">
            <a:avLst/>
          </a:prstGeom>
        </p:spPr>
        <p:txBody>
          <a:bodyPr wrap="none" lIns="0" tIns="0" rIns="0" bIns="0" anchor="ctr" anchorCtr="0">
            <a:noAutofit/>
          </a:bodyPr>
          <a:lstStyle>
            <a:defPPr>
              <a:defRPr lang="en-PL"/>
            </a:defPPr>
            <a:lvl1pPr marL="0" algn="l" defTabSz="914400" rtl="0" eaLnBrk="1" latinLnBrk="0" hangingPunct="1">
              <a:defRPr lang="de-DE" sz="800" kern="1200">
                <a:solidFill>
                  <a:schemeClr val="bg1">
                    <a:lumMod val="6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ts val="1000"/>
              </a:spcBef>
              <a:buFont typeface="Arial" panose="020B0604020202020204" pitchFamily="34" charset="0"/>
              <a:buNone/>
            </a:pPr>
            <a:r>
              <a:rPr lang="en-US"/>
              <a:t>TMT Monthly Update |  July 2026</a:t>
            </a:r>
          </a:p>
        </p:txBody>
      </p:sp>
      <p:sp>
        <p:nvSpPr>
          <p:cNvPr id="18" name="Rectangle 17">
            <a:extLst>
              <a:ext uri="{FF2B5EF4-FFF2-40B4-BE49-F238E27FC236}">
                <a16:creationId xmlns:a16="http://schemas.microsoft.com/office/drawing/2014/main" id="{D1CC9C62-0CB3-E288-D6AD-6652C30D212F}"/>
              </a:ext>
            </a:extLst>
          </p:cNvPr>
          <p:cNvSpPr/>
          <p:nvPr/>
        </p:nvSpPr>
        <p:spPr>
          <a:xfrm>
            <a:off x="12093700" y="0"/>
            <a:ext cx="108000" cy="6858000"/>
          </a:xfrm>
          <a:prstGeom prst="rect">
            <a:avLst/>
          </a:prstGeom>
          <a:gradFill>
            <a:gsLst>
              <a:gs pos="0">
                <a:schemeClr val="accent1"/>
              </a:gs>
              <a:gs pos="56000">
                <a:schemeClr val="accent2"/>
              </a:gs>
              <a:gs pos="83000">
                <a:schemeClr val="accent4"/>
              </a:gs>
            </a:gsLst>
            <a:lin ang="5400000" scaled="1"/>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sz="1400" err="1">
              <a:solidFill>
                <a:schemeClr val="tx1"/>
              </a:solidFill>
            </a:endParaRPr>
          </a:p>
        </p:txBody>
      </p:sp>
      <p:sp>
        <p:nvSpPr>
          <p:cNvPr id="24" name="Rectangle 23">
            <a:extLst>
              <a:ext uri="{FF2B5EF4-FFF2-40B4-BE49-F238E27FC236}">
                <a16:creationId xmlns:a16="http://schemas.microsoft.com/office/drawing/2014/main" id="{EB036937-26A0-4FE5-9E43-EC67C22E5CE2}"/>
              </a:ext>
            </a:extLst>
          </p:cNvPr>
          <p:cNvSpPr/>
          <p:nvPr/>
        </p:nvSpPr>
        <p:spPr>
          <a:xfrm>
            <a:off x="-17978" y="0"/>
            <a:ext cx="108000" cy="6858000"/>
          </a:xfrm>
          <a:prstGeom prst="rect">
            <a:avLst/>
          </a:prstGeom>
          <a:gradFill>
            <a:gsLst>
              <a:gs pos="0">
                <a:schemeClr val="accent1"/>
              </a:gs>
              <a:gs pos="56000">
                <a:schemeClr val="accent2"/>
              </a:gs>
              <a:gs pos="83000">
                <a:schemeClr val="accent4"/>
              </a:gs>
            </a:gsLst>
            <a:lin ang="5400000" scaled="1"/>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sz="1400" err="1">
              <a:solidFill>
                <a:schemeClr val="tx1"/>
              </a:solidFill>
            </a:endParaRPr>
          </a:p>
        </p:txBody>
      </p:sp>
      <p:sp>
        <p:nvSpPr>
          <p:cNvPr id="25" name="Rectangle 24">
            <a:extLst>
              <a:ext uri="{FF2B5EF4-FFF2-40B4-BE49-F238E27FC236}">
                <a16:creationId xmlns:a16="http://schemas.microsoft.com/office/drawing/2014/main" id="{05BA0133-36BA-E0DF-EE3D-B47B2D7EBB29}"/>
              </a:ext>
            </a:extLst>
          </p:cNvPr>
          <p:cNvSpPr/>
          <p:nvPr/>
        </p:nvSpPr>
        <p:spPr>
          <a:xfrm>
            <a:off x="-24000" y="6782398"/>
            <a:ext cx="12240000" cy="109034"/>
          </a:xfrm>
          <a:prstGeom prst="rect">
            <a:avLst/>
          </a:prstGeom>
          <a:solidFill>
            <a:srgbClr val="00828E"/>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sz="1400" err="1">
              <a:solidFill>
                <a:schemeClr val="tx1"/>
              </a:solidFill>
            </a:endParaRPr>
          </a:p>
        </p:txBody>
      </p:sp>
      <p:sp>
        <p:nvSpPr>
          <p:cNvPr id="2072" name="Oval 2071">
            <a:extLst>
              <a:ext uri="{FF2B5EF4-FFF2-40B4-BE49-F238E27FC236}">
                <a16:creationId xmlns:a16="http://schemas.microsoft.com/office/drawing/2014/main" id="{942145A2-5A3F-B7CA-CD55-F892B723A6DD}"/>
              </a:ext>
            </a:extLst>
          </p:cNvPr>
          <p:cNvSpPr>
            <a:spLocks noChangeAspect="1"/>
          </p:cNvSpPr>
          <p:nvPr/>
        </p:nvSpPr>
        <p:spPr>
          <a:xfrm>
            <a:off x="10455347" y="4147333"/>
            <a:ext cx="540000" cy="540000"/>
          </a:xfrm>
          <a:prstGeom prst="ellipse">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ea typeface="+mn-ea"/>
              <a:cs typeface="+mn-cs"/>
            </a:endParaRPr>
          </a:p>
        </p:txBody>
      </p:sp>
      <p:sp>
        <p:nvSpPr>
          <p:cNvPr id="2074" name="Oval 2073">
            <a:extLst>
              <a:ext uri="{FF2B5EF4-FFF2-40B4-BE49-F238E27FC236}">
                <a16:creationId xmlns:a16="http://schemas.microsoft.com/office/drawing/2014/main" id="{CD8CE254-9E58-316D-F814-CAAD86CE2D9F}"/>
              </a:ext>
            </a:extLst>
          </p:cNvPr>
          <p:cNvSpPr>
            <a:spLocks noChangeAspect="1"/>
          </p:cNvSpPr>
          <p:nvPr/>
        </p:nvSpPr>
        <p:spPr>
          <a:xfrm>
            <a:off x="5702061" y="1092614"/>
            <a:ext cx="540000" cy="540000"/>
          </a:xfrm>
          <a:prstGeom prst="ellipse">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ea typeface="+mn-ea"/>
              <a:cs typeface="+mn-cs"/>
            </a:endParaRPr>
          </a:p>
        </p:txBody>
      </p:sp>
      <p:sp>
        <p:nvSpPr>
          <p:cNvPr id="2075" name="Oval 2074">
            <a:extLst>
              <a:ext uri="{FF2B5EF4-FFF2-40B4-BE49-F238E27FC236}">
                <a16:creationId xmlns:a16="http://schemas.microsoft.com/office/drawing/2014/main" id="{6A8834FD-AE17-8C94-B66B-5FDB623CB156}"/>
              </a:ext>
            </a:extLst>
          </p:cNvPr>
          <p:cNvSpPr>
            <a:spLocks noChangeAspect="1"/>
          </p:cNvSpPr>
          <p:nvPr/>
        </p:nvSpPr>
        <p:spPr>
          <a:xfrm>
            <a:off x="5663961" y="3669488"/>
            <a:ext cx="540000" cy="540000"/>
          </a:xfrm>
          <a:prstGeom prst="ellipse">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ea typeface="+mn-ea"/>
              <a:cs typeface="+mn-cs"/>
            </a:endParaRPr>
          </a:p>
        </p:txBody>
      </p:sp>
      <p:sp>
        <p:nvSpPr>
          <p:cNvPr id="2076" name="Oval 2075">
            <a:extLst>
              <a:ext uri="{FF2B5EF4-FFF2-40B4-BE49-F238E27FC236}">
                <a16:creationId xmlns:a16="http://schemas.microsoft.com/office/drawing/2014/main" id="{C277183A-CD0B-1318-2AD6-CB156A334FCD}"/>
              </a:ext>
            </a:extLst>
          </p:cNvPr>
          <p:cNvSpPr>
            <a:spLocks noChangeAspect="1"/>
          </p:cNvSpPr>
          <p:nvPr/>
        </p:nvSpPr>
        <p:spPr>
          <a:xfrm>
            <a:off x="7864037" y="1114047"/>
            <a:ext cx="540000" cy="540000"/>
          </a:xfrm>
          <a:prstGeom prst="ellipse">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ea typeface="+mn-ea"/>
              <a:cs typeface="+mn-cs"/>
            </a:endParaRPr>
          </a:p>
        </p:txBody>
      </p:sp>
      <p:sp>
        <p:nvSpPr>
          <p:cNvPr id="2077" name="Oval 2076">
            <a:extLst>
              <a:ext uri="{FF2B5EF4-FFF2-40B4-BE49-F238E27FC236}">
                <a16:creationId xmlns:a16="http://schemas.microsoft.com/office/drawing/2014/main" id="{E62EDEA2-86DA-09F6-88DB-B93256D6C069}"/>
              </a:ext>
            </a:extLst>
          </p:cNvPr>
          <p:cNvSpPr>
            <a:spLocks noChangeAspect="1"/>
          </p:cNvSpPr>
          <p:nvPr/>
        </p:nvSpPr>
        <p:spPr>
          <a:xfrm>
            <a:off x="7825937" y="3690921"/>
            <a:ext cx="540000" cy="540000"/>
          </a:xfrm>
          <a:prstGeom prst="ellipse">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ea typeface="+mn-ea"/>
              <a:cs typeface="+mn-cs"/>
            </a:endParaRPr>
          </a:p>
        </p:txBody>
      </p:sp>
      <p:sp>
        <p:nvSpPr>
          <p:cNvPr id="2079" name="Oval 2078">
            <a:extLst>
              <a:ext uri="{FF2B5EF4-FFF2-40B4-BE49-F238E27FC236}">
                <a16:creationId xmlns:a16="http://schemas.microsoft.com/office/drawing/2014/main" id="{E7A430EB-A7CE-EC8F-CCAF-E09E556BA069}"/>
              </a:ext>
            </a:extLst>
          </p:cNvPr>
          <p:cNvSpPr>
            <a:spLocks noChangeAspect="1"/>
          </p:cNvSpPr>
          <p:nvPr/>
        </p:nvSpPr>
        <p:spPr>
          <a:xfrm>
            <a:off x="9999232" y="3690921"/>
            <a:ext cx="540000" cy="540000"/>
          </a:xfrm>
          <a:prstGeom prst="ellipse">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ea typeface="+mn-ea"/>
              <a:cs typeface="+mn-cs"/>
            </a:endParaRPr>
          </a:p>
        </p:txBody>
      </p:sp>
      <p:sp>
        <p:nvSpPr>
          <p:cNvPr id="1049" name="Oval 1048">
            <a:extLst>
              <a:ext uri="{FF2B5EF4-FFF2-40B4-BE49-F238E27FC236}">
                <a16:creationId xmlns:a16="http://schemas.microsoft.com/office/drawing/2014/main" id="{856C7DF6-E83C-4BDA-2A3D-2265E0F15ABC}"/>
              </a:ext>
            </a:extLst>
          </p:cNvPr>
          <p:cNvSpPr>
            <a:spLocks noChangeAspect="1"/>
          </p:cNvSpPr>
          <p:nvPr/>
        </p:nvSpPr>
        <p:spPr>
          <a:xfrm>
            <a:off x="8278918" y="4161853"/>
            <a:ext cx="540000" cy="540000"/>
          </a:xfrm>
          <a:prstGeom prst="ellipse">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ea typeface="+mn-ea"/>
              <a:cs typeface="+mn-cs"/>
            </a:endParaRPr>
          </a:p>
        </p:txBody>
      </p:sp>
      <p:sp>
        <p:nvSpPr>
          <p:cNvPr id="19" name="Oval 18">
            <a:extLst>
              <a:ext uri="{FF2B5EF4-FFF2-40B4-BE49-F238E27FC236}">
                <a16:creationId xmlns:a16="http://schemas.microsoft.com/office/drawing/2014/main" id="{85756CBD-AE63-EC7E-677D-B562DF9A5D66}"/>
              </a:ext>
            </a:extLst>
          </p:cNvPr>
          <p:cNvSpPr>
            <a:spLocks noChangeAspect="1"/>
          </p:cNvSpPr>
          <p:nvPr/>
        </p:nvSpPr>
        <p:spPr>
          <a:xfrm>
            <a:off x="10509617" y="4168766"/>
            <a:ext cx="540000" cy="540000"/>
          </a:xfrm>
          <a:prstGeom prst="ellipse">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ea typeface="+mn-ea"/>
              <a:cs typeface="+mn-cs"/>
            </a:endParaRPr>
          </a:p>
        </p:txBody>
      </p:sp>
      <p:sp>
        <p:nvSpPr>
          <p:cNvPr id="6" name="Rounded Rectangle 5">
            <a:extLst>
              <a:ext uri="{FF2B5EF4-FFF2-40B4-BE49-F238E27FC236}">
                <a16:creationId xmlns:a16="http://schemas.microsoft.com/office/drawing/2014/main" id="{51536AFA-5047-8F77-9044-3A89D903173C}"/>
              </a:ext>
            </a:extLst>
          </p:cNvPr>
          <p:cNvSpPr/>
          <p:nvPr/>
        </p:nvSpPr>
        <p:spPr>
          <a:xfrm>
            <a:off x="2248652" y="1197135"/>
            <a:ext cx="1722473" cy="2289049"/>
          </a:xfrm>
          <a:prstGeom prst="roundRect">
            <a:avLst>
              <a:gd name="adj" fmla="val 17713"/>
            </a:avLst>
          </a:prstGeom>
          <a:solidFill>
            <a:schemeClr val="bg1">
              <a:lumMod val="85000"/>
            </a:schemeClr>
          </a:solidFill>
          <a:ln>
            <a:noFill/>
          </a:ln>
          <a:effectLst>
            <a:glow rad="63500">
              <a:schemeClr val="accent2">
                <a:satMod val="175000"/>
                <a:alpha val="40000"/>
              </a:schemeClr>
            </a:glow>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554">
              <a:defRPr/>
            </a:pPr>
            <a:endParaRPr lang="en-US">
              <a:solidFill>
                <a:srgbClr val="FFFFFF"/>
              </a:solidFill>
            </a:endParaRPr>
          </a:p>
        </p:txBody>
      </p:sp>
      <p:sp>
        <p:nvSpPr>
          <p:cNvPr id="11" name="Rounded Rectangle 5">
            <a:extLst>
              <a:ext uri="{FF2B5EF4-FFF2-40B4-BE49-F238E27FC236}">
                <a16:creationId xmlns:a16="http://schemas.microsoft.com/office/drawing/2014/main" id="{B76C8831-C5AB-20E9-CB31-F016C2A1BCAB}"/>
              </a:ext>
            </a:extLst>
          </p:cNvPr>
          <p:cNvSpPr/>
          <p:nvPr/>
        </p:nvSpPr>
        <p:spPr>
          <a:xfrm>
            <a:off x="1291265" y="4241140"/>
            <a:ext cx="1722473" cy="2289049"/>
          </a:xfrm>
          <a:prstGeom prst="roundRect">
            <a:avLst>
              <a:gd name="adj" fmla="val 17713"/>
            </a:avLst>
          </a:prstGeom>
          <a:solidFill>
            <a:schemeClr val="bg1">
              <a:lumMod val="85000"/>
            </a:schemeClr>
          </a:solidFill>
          <a:ln>
            <a:noFill/>
          </a:ln>
          <a:effectLst>
            <a:glow rad="63500">
              <a:schemeClr val="accent2">
                <a:satMod val="175000"/>
                <a:alpha val="40000"/>
              </a:schemeClr>
            </a:glow>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554">
              <a:defRPr/>
            </a:pPr>
            <a:endParaRPr lang="en-US">
              <a:solidFill>
                <a:srgbClr val="FFFFFF"/>
              </a:solidFill>
            </a:endParaRPr>
          </a:p>
        </p:txBody>
      </p:sp>
      <p:sp>
        <p:nvSpPr>
          <p:cNvPr id="12" name="Rounded Rectangle 5">
            <a:extLst>
              <a:ext uri="{FF2B5EF4-FFF2-40B4-BE49-F238E27FC236}">
                <a16:creationId xmlns:a16="http://schemas.microsoft.com/office/drawing/2014/main" id="{1072D4F1-C451-5AF7-7D68-0B31F78FBE0D}"/>
              </a:ext>
            </a:extLst>
          </p:cNvPr>
          <p:cNvSpPr/>
          <p:nvPr/>
        </p:nvSpPr>
        <p:spPr>
          <a:xfrm>
            <a:off x="3261132" y="4234711"/>
            <a:ext cx="1722473" cy="2289049"/>
          </a:xfrm>
          <a:prstGeom prst="roundRect">
            <a:avLst>
              <a:gd name="adj" fmla="val 17713"/>
            </a:avLst>
          </a:prstGeom>
          <a:solidFill>
            <a:schemeClr val="bg1">
              <a:lumMod val="85000"/>
            </a:schemeClr>
          </a:solidFill>
          <a:ln>
            <a:noFill/>
          </a:ln>
          <a:effectLst>
            <a:glow rad="63500">
              <a:schemeClr val="accent2">
                <a:satMod val="175000"/>
                <a:alpha val="40000"/>
              </a:schemeClr>
            </a:glow>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554">
              <a:defRPr/>
            </a:pPr>
            <a:endParaRPr lang="en-US">
              <a:solidFill>
                <a:srgbClr val="FFFFFF"/>
              </a:solidFill>
            </a:endParaRPr>
          </a:p>
        </p:txBody>
      </p:sp>
      <p:sp>
        <p:nvSpPr>
          <p:cNvPr id="13" name="Rounded Rectangle 5">
            <a:extLst>
              <a:ext uri="{FF2B5EF4-FFF2-40B4-BE49-F238E27FC236}">
                <a16:creationId xmlns:a16="http://schemas.microsoft.com/office/drawing/2014/main" id="{FD5EB468-3CBC-3F29-93B3-6D6E4FA4C491}"/>
              </a:ext>
            </a:extLst>
          </p:cNvPr>
          <p:cNvSpPr/>
          <p:nvPr/>
        </p:nvSpPr>
        <p:spPr>
          <a:xfrm>
            <a:off x="5241396" y="4226956"/>
            <a:ext cx="1722473" cy="2289049"/>
          </a:xfrm>
          <a:prstGeom prst="roundRect">
            <a:avLst>
              <a:gd name="adj" fmla="val 17713"/>
            </a:avLst>
          </a:prstGeom>
          <a:solidFill>
            <a:schemeClr val="bg1">
              <a:lumMod val="85000"/>
            </a:schemeClr>
          </a:solidFill>
          <a:ln>
            <a:noFill/>
          </a:ln>
          <a:effectLst>
            <a:glow rad="63500">
              <a:schemeClr val="accent2">
                <a:satMod val="175000"/>
                <a:alpha val="40000"/>
              </a:schemeClr>
            </a:glow>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554">
              <a:defRPr/>
            </a:pPr>
            <a:endParaRPr lang="en-US">
              <a:solidFill>
                <a:srgbClr val="FFFFFF"/>
              </a:solidFill>
            </a:endParaRPr>
          </a:p>
        </p:txBody>
      </p:sp>
      <p:sp>
        <p:nvSpPr>
          <p:cNvPr id="22" name="Rounded Rectangle 5">
            <a:extLst>
              <a:ext uri="{FF2B5EF4-FFF2-40B4-BE49-F238E27FC236}">
                <a16:creationId xmlns:a16="http://schemas.microsoft.com/office/drawing/2014/main" id="{4C6D21DB-8FD2-4469-2AFD-B6255A90FAB4}"/>
              </a:ext>
            </a:extLst>
          </p:cNvPr>
          <p:cNvSpPr/>
          <p:nvPr/>
        </p:nvSpPr>
        <p:spPr>
          <a:xfrm>
            <a:off x="241922" y="1197135"/>
            <a:ext cx="1722473" cy="2289049"/>
          </a:xfrm>
          <a:prstGeom prst="roundRect">
            <a:avLst>
              <a:gd name="adj" fmla="val 17713"/>
            </a:avLst>
          </a:prstGeom>
          <a:solidFill>
            <a:schemeClr val="bg1">
              <a:lumMod val="85000"/>
            </a:schemeClr>
          </a:solidFill>
          <a:ln>
            <a:noFill/>
          </a:ln>
          <a:effectLst>
            <a:glow rad="63500">
              <a:schemeClr val="accent2">
                <a:satMod val="175000"/>
                <a:alpha val="40000"/>
              </a:schemeClr>
            </a:glow>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554">
              <a:defRPr/>
            </a:pPr>
            <a:endParaRPr lang="en-US">
              <a:solidFill>
                <a:srgbClr val="FFFFFF"/>
              </a:solidFill>
            </a:endParaRPr>
          </a:p>
        </p:txBody>
      </p:sp>
      <p:sp>
        <p:nvSpPr>
          <p:cNvPr id="26" name="Oval 25">
            <a:extLst>
              <a:ext uri="{FF2B5EF4-FFF2-40B4-BE49-F238E27FC236}">
                <a16:creationId xmlns:a16="http://schemas.microsoft.com/office/drawing/2014/main" id="{741CFA93-354B-B6EF-30C6-39C689D1D2A8}"/>
              </a:ext>
            </a:extLst>
          </p:cNvPr>
          <p:cNvSpPr>
            <a:spLocks noChangeAspect="1"/>
          </p:cNvSpPr>
          <p:nvPr/>
        </p:nvSpPr>
        <p:spPr>
          <a:xfrm>
            <a:off x="9849366" y="4234711"/>
            <a:ext cx="540000" cy="540000"/>
          </a:xfrm>
          <a:prstGeom prst="ellipse">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ea typeface="+mn-ea"/>
              <a:cs typeface="+mn-cs"/>
            </a:endParaRPr>
          </a:p>
        </p:txBody>
      </p:sp>
      <p:sp>
        <p:nvSpPr>
          <p:cNvPr id="27" name="Oval 26">
            <a:extLst>
              <a:ext uri="{FF2B5EF4-FFF2-40B4-BE49-F238E27FC236}">
                <a16:creationId xmlns:a16="http://schemas.microsoft.com/office/drawing/2014/main" id="{4854B840-CF08-DDD6-999D-7D68486834D6}"/>
              </a:ext>
            </a:extLst>
          </p:cNvPr>
          <p:cNvSpPr>
            <a:spLocks noChangeAspect="1"/>
          </p:cNvSpPr>
          <p:nvPr/>
        </p:nvSpPr>
        <p:spPr>
          <a:xfrm>
            <a:off x="798632" y="1261143"/>
            <a:ext cx="540000" cy="540000"/>
          </a:xfrm>
          <a:prstGeom prst="ellipse">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ea typeface="+mn-ea"/>
              <a:cs typeface="+mn-cs"/>
            </a:endParaRPr>
          </a:p>
        </p:txBody>
      </p:sp>
      <p:sp>
        <p:nvSpPr>
          <p:cNvPr id="31" name="Oval 30">
            <a:extLst>
              <a:ext uri="{FF2B5EF4-FFF2-40B4-BE49-F238E27FC236}">
                <a16:creationId xmlns:a16="http://schemas.microsoft.com/office/drawing/2014/main" id="{13F65453-D4AA-67AE-7952-71D7B04C5A42}"/>
              </a:ext>
            </a:extLst>
          </p:cNvPr>
          <p:cNvSpPr>
            <a:spLocks noChangeAspect="1"/>
          </p:cNvSpPr>
          <p:nvPr/>
        </p:nvSpPr>
        <p:spPr>
          <a:xfrm>
            <a:off x="5793164" y="4298719"/>
            <a:ext cx="540000" cy="540000"/>
          </a:xfrm>
          <a:prstGeom prst="ellipse">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ea typeface="+mn-ea"/>
              <a:cs typeface="+mn-cs"/>
            </a:endParaRPr>
          </a:p>
        </p:txBody>
      </p:sp>
      <p:sp>
        <p:nvSpPr>
          <p:cNvPr id="32" name="Oval 31">
            <a:extLst>
              <a:ext uri="{FF2B5EF4-FFF2-40B4-BE49-F238E27FC236}">
                <a16:creationId xmlns:a16="http://schemas.microsoft.com/office/drawing/2014/main" id="{4F914C5D-EEE2-08CD-5399-0C1668929F07}"/>
              </a:ext>
            </a:extLst>
          </p:cNvPr>
          <p:cNvSpPr>
            <a:spLocks noChangeAspect="1"/>
          </p:cNvSpPr>
          <p:nvPr/>
        </p:nvSpPr>
        <p:spPr>
          <a:xfrm>
            <a:off x="3820798" y="4298719"/>
            <a:ext cx="540000" cy="540000"/>
          </a:xfrm>
          <a:prstGeom prst="ellipse">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ea typeface="+mn-ea"/>
              <a:cs typeface="+mn-cs"/>
            </a:endParaRPr>
          </a:p>
        </p:txBody>
      </p:sp>
      <p:sp>
        <p:nvSpPr>
          <p:cNvPr id="33" name="Oval 32">
            <a:extLst>
              <a:ext uri="{FF2B5EF4-FFF2-40B4-BE49-F238E27FC236}">
                <a16:creationId xmlns:a16="http://schemas.microsoft.com/office/drawing/2014/main" id="{6CF39B63-6732-0239-7643-472C34F11A2F}"/>
              </a:ext>
            </a:extLst>
          </p:cNvPr>
          <p:cNvSpPr>
            <a:spLocks noChangeAspect="1"/>
          </p:cNvSpPr>
          <p:nvPr/>
        </p:nvSpPr>
        <p:spPr>
          <a:xfrm>
            <a:off x="2797744" y="1277740"/>
            <a:ext cx="540000" cy="540000"/>
          </a:xfrm>
          <a:prstGeom prst="ellipse">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ea typeface="+mn-ea"/>
              <a:cs typeface="+mn-cs"/>
            </a:endParaRPr>
          </a:p>
        </p:txBody>
      </p:sp>
      <p:sp>
        <p:nvSpPr>
          <p:cNvPr id="34" name="Oval 33">
            <a:extLst>
              <a:ext uri="{FF2B5EF4-FFF2-40B4-BE49-F238E27FC236}">
                <a16:creationId xmlns:a16="http://schemas.microsoft.com/office/drawing/2014/main" id="{5B608B5D-FA1D-DE54-B052-76BFCB0CDF1F}"/>
              </a:ext>
            </a:extLst>
          </p:cNvPr>
          <p:cNvSpPr>
            <a:spLocks noChangeAspect="1"/>
          </p:cNvSpPr>
          <p:nvPr/>
        </p:nvSpPr>
        <p:spPr>
          <a:xfrm>
            <a:off x="1844384" y="4335879"/>
            <a:ext cx="540000" cy="540000"/>
          </a:xfrm>
          <a:prstGeom prst="ellipse">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ea typeface="+mn-ea"/>
              <a:cs typeface="+mn-cs"/>
            </a:endParaRPr>
          </a:p>
        </p:txBody>
      </p:sp>
      <p:sp>
        <p:nvSpPr>
          <p:cNvPr id="37" name="Rounded Rectangle 6">
            <a:extLst>
              <a:ext uri="{FF2B5EF4-FFF2-40B4-BE49-F238E27FC236}">
                <a16:creationId xmlns:a16="http://schemas.microsoft.com/office/drawing/2014/main" id="{5BD0DA95-8C26-1E1D-AC01-8171A96351CD}"/>
              </a:ext>
            </a:extLst>
          </p:cNvPr>
          <p:cNvSpPr/>
          <p:nvPr/>
        </p:nvSpPr>
        <p:spPr>
          <a:xfrm>
            <a:off x="81112" y="1815327"/>
            <a:ext cx="2024922" cy="252209"/>
          </a:xfrm>
          <a:prstGeom prst="roundRect">
            <a:avLst>
              <a:gd name="adj" fmla="val 50000"/>
            </a:avLst>
          </a:prstGeom>
          <a:solidFill>
            <a:srgbClr val="0082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554">
              <a:defRPr/>
            </a:pPr>
            <a:r>
              <a:rPr lang="en-US" sz="1600">
                <a:solidFill>
                  <a:srgbClr val="FFFFFF"/>
                </a:solidFill>
              </a:rPr>
              <a:t>Lead BA</a:t>
            </a:r>
          </a:p>
        </p:txBody>
      </p:sp>
      <p:sp>
        <p:nvSpPr>
          <p:cNvPr id="40" name="Rounded Rectangle 6">
            <a:extLst>
              <a:ext uri="{FF2B5EF4-FFF2-40B4-BE49-F238E27FC236}">
                <a16:creationId xmlns:a16="http://schemas.microsoft.com/office/drawing/2014/main" id="{37CAB40F-A2A1-EEA6-8BAA-81B244035A02}"/>
              </a:ext>
            </a:extLst>
          </p:cNvPr>
          <p:cNvSpPr/>
          <p:nvPr/>
        </p:nvSpPr>
        <p:spPr>
          <a:xfrm>
            <a:off x="5078815" y="4859329"/>
            <a:ext cx="2027316" cy="252209"/>
          </a:xfrm>
          <a:prstGeom prst="roundRect">
            <a:avLst>
              <a:gd name="adj" fmla="val 50000"/>
            </a:avLst>
          </a:prstGeom>
          <a:solidFill>
            <a:srgbClr val="0082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554">
              <a:defRPr/>
            </a:pPr>
            <a:r>
              <a:rPr lang="en-US" sz="1600" dirty="0">
                <a:solidFill>
                  <a:srgbClr val="FFFFFF"/>
                </a:solidFill>
              </a:rPr>
              <a:t>BA/PO</a:t>
            </a:r>
          </a:p>
        </p:txBody>
      </p:sp>
      <p:sp>
        <p:nvSpPr>
          <p:cNvPr id="41" name="Rounded Rectangle 6">
            <a:extLst>
              <a:ext uri="{FF2B5EF4-FFF2-40B4-BE49-F238E27FC236}">
                <a16:creationId xmlns:a16="http://schemas.microsoft.com/office/drawing/2014/main" id="{1C30380A-03A6-47DC-3F3D-C24627FA69AB}"/>
              </a:ext>
            </a:extLst>
          </p:cNvPr>
          <p:cNvSpPr/>
          <p:nvPr/>
        </p:nvSpPr>
        <p:spPr>
          <a:xfrm>
            <a:off x="3115004" y="4845145"/>
            <a:ext cx="1972245" cy="252209"/>
          </a:xfrm>
          <a:prstGeom prst="roundRect">
            <a:avLst>
              <a:gd name="adj" fmla="val 50000"/>
            </a:avLst>
          </a:prstGeom>
          <a:solidFill>
            <a:srgbClr val="0082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554">
              <a:defRPr/>
            </a:pPr>
            <a:r>
              <a:rPr lang="en-US" sz="1400">
                <a:solidFill>
                  <a:srgbClr val="FFFFFF"/>
                </a:solidFill>
              </a:rPr>
              <a:t>Program Mgmt.</a:t>
            </a:r>
          </a:p>
        </p:txBody>
      </p:sp>
      <p:sp>
        <p:nvSpPr>
          <p:cNvPr id="42" name="Rounded Rectangle 6">
            <a:extLst>
              <a:ext uri="{FF2B5EF4-FFF2-40B4-BE49-F238E27FC236}">
                <a16:creationId xmlns:a16="http://schemas.microsoft.com/office/drawing/2014/main" id="{CBE2622C-3AA4-CF99-7BBF-7308D52CC9C5}"/>
              </a:ext>
            </a:extLst>
          </p:cNvPr>
          <p:cNvSpPr/>
          <p:nvPr/>
        </p:nvSpPr>
        <p:spPr>
          <a:xfrm>
            <a:off x="2115838" y="1824166"/>
            <a:ext cx="1989509" cy="252209"/>
          </a:xfrm>
          <a:prstGeom prst="roundRect">
            <a:avLst>
              <a:gd name="adj" fmla="val 50000"/>
            </a:avLst>
          </a:prstGeom>
          <a:solidFill>
            <a:srgbClr val="0082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554">
              <a:defRPr/>
            </a:pPr>
            <a:r>
              <a:rPr lang="en-US" sz="1600" dirty="0">
                <a:solidFill>
                  <a:srgbClr val="FFFFFF"/>
                </a:solidFill>
              </a:rPr>
              <a:t>Business Analyst</a:t>
            </a:r>
          </a:p>
        </p:txBody>
      </p:sp>
      <p:sp>
        <p:nvSpPr>
          <p:cNvPr id="43" name="Rounded Rectangle 6">
            <a:extLst>
              <a:ext uri="{FF2B5EF4-FFF2-40B4-BE49-F238E27FC236}">
                <a16:creationId xmlns:a16="http://schemas.microsoft.com/office/drawing/2014/main" id="{AC1C7CCA-FE40-0DA7-1388-6A14B8C6C023}"/>
              </a:ext>
            </a:extLst>
          </p:cNvPr>
          <p:cNvSpPr/>
          <p:nvPr/>
        </p:nvSpPr>
        <p:spPr>
          <a:xfrm>
            <a:off x="1196515" y="4880762"/>
            <a:ext cx="1908028" cy="252209"/>
          </a:xfrm>
          <a:prstGeom prst="roundRect">
            <a:avLst>
              <a:gd name="adj" fmla="val 50000"/>
            </a:avLst>
          </a:prstGeom>
          <a:solidFill>
            <a:srgbClr val="0082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554">
              <a:defRPr/>
            </a:pPr>
            <a:r>
              <a:rPr lang="en-US" sz="1600" dirty="0">
                <a:solidFill>
                  <a:srgbClr val="FFFFFF"/>
                </a:solidFill>
              </a:rPr>
              <a:t>Process Designer</a:t>
            </a:r>
          </a:p>
        </p:txBody>
      </p:sp>
      <p:pic>
        <p:nvPicPr>
          <p:cNvPr id="45" name="Picture 44">
            <a:extLst>
              <a:ext uri="{FF2B5EF4-FFF2-40B4-BE49-F238E27FC236}">
                <a16:creationId xmlns:a16="http://schemas.microsoft.com/office/drawing/2014/main" id="{80B60C49-A2EC-0186-C79D-1881597F28A0}"/>
              </a:ext>
            </a:extLst>
          </p:cNvPr>
          <p:cNvPicPr>
            <a:picLocks noChangeAspect="1"/>
          </p:cNvPicPr>
          <p:nvPr/>
        </p:nvPicPr>
        <p:blipFill>
          <a:blip r:embed="rId3"/>
          <a:stretch>
            <a:fillRect/>
          </a:stretch>
        </p:blipFill>
        <p:spPr>
          <a:xfrm>
            <a:off x="946561" y="1347439"/>
            <a:ext cx="306040" cy="306040"/>
          </a:xfrm>
          <a:prstGeom prst="rect">
            <a:avLst/>
          </a:prstGeom>
        </p:spPr>
      </p:pic>
      <p:sp>
        <p:nvSpPr>
          <p:cNvPr id="46" name="Rectangle 45">
            <a:extLst>
              <a:ext uri="{FF2B5EF4-FFF2-40B4-BE49-F238E27FC236}">
                <a16:creationId xmlns:a16="http://schemas.microsoft.com/office/drawing/2014/main" id="{9D4817C0-D0A2-4884-7FC1-432EEF746F54}"/>
              </a:ext>
            </a:extLst>
          </p:cNvPr>
          <p:cNvSpPr/>
          <p:nvPr/>
        </p:nvSpPr>
        <p:spPr>
          <a:xfrm>
            <a:off x="160250" y="2027935"/>
            <a:ext cx="1878274" cy="1384995"/>
          </a:xfrm>
          <a:prstGeom prst="rect">
            <a:avLst/>
          </a:prstGeom>
        </p:spPr>
        <p:txBody>
          <a:bodyPr wrap="square">
            <a:spAutoFit/>
          </a:bodyPr>
          <a:lstStyle/>
          <a:p>
            <a:pPr algn="ctr" defTabSz="228554">
              <a:defRPr/>
            </a:pPr>
            <a:r>
              <a:rPr lang="en-IN" sz="1050" dirty="0"/>
              <a:t>To support a billing-transformation initiative through Requirements Framework, reference data model and Target Operating model, including technology gap assessment for Kenan and Oracle BRM</a:t>
            </a:r>
          </a:p>
        </p:txBody>
      </p:sp>
      <p:sp>
        <p:nvSpPr>
          <p:cNvPr id="47" name="Rounded Rectangle 5">
            <a:extLst>
              <a:ext uri="{FF2B5EF4-FFF2-40B4-BE49-F238E27FC236}">
                <a16:creationId xmlns:a16="http://schemas.microsoft.com/office/drawing/2014/main" id="{94398749-A183-B903-93FF-C04A9D7C11B2}"/>
              </a:ext>
            </a:extLst>
          </p:cNvPr>
          <p:cNvSpPr/>
          <p:nvPr/>
        </p:nvSpPr>
        <p:spPr>
          <a:xfrm>
            <a:off x="7214764" y="4246429"/>
            <a:ext cx="1722473" cy="2289049"/>
          </a:xfrm>
          <a:prstGeom prst="roundRect">
            <a:avLst>
              <a:gd name="adj" fmla="val 17713"/>
            </a:avLst>
          </a:prstGeom>
          <a:solidFill>
            <a:schemeClr val="bg1">
              <a:lumMod val="85000"/>
            </a:schemeClr>
          </a:solidFill>
          <a:ln>
            <a:noFill/>
          </a:ln>
          <a:effectLst>
            <a:glow rad="63500">
              <a:schemeClr val="accent2">
                <a:satMod val="175000"/>
                <a:alpha val="40000"/>
              </a:schemeClr>
            </a:glow>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554">
              <a:defRPr/>
            </a:pPr>
            <a:endParaRPr lang="en-US">
              <a:solidFill>
                <a:srgbClr val="FFFFFF"/>
              </a:solidFill>
            </a:endParaRPr>
          </a:p>
        </p:txBody>
      </p:sp>
      <p:sp>
        <p:nvSpPr>
          <p:cNvPr id="48" name="Rounded Rectangle 5">
            <a:extLst>
              <a:ext uri="{FF2B5EF4-FFF2-40B4-BE49-F238E27FC236}">
                <a16:creationId xmlns:a16="http://schemas.microsoft.com/office/drawing/2014/main" id="{6F9ABDD9-48DF-4D03-3F65-EE38A4B0B825}"/>
              </a:ext>
            </a:extLst>
          </p:cNvPr>
          <p:cNvSpPr/>
          <p:nvPr/>
        </p:nvSpPr>
        <p:spPr>
          <a:xfrm>
            <a:off x="9150871" y="4259634"/>
            <a:ext cx="1722473" cy="2289049"/>
          </a:xfrm>
          <a:prstGeom prst="roundRect">
            <a:avLst>
              <a:gd name="adj" fmla="val 17713"/>
            </a:avLst>
          </a:prstGeom>
          <a:solidFill>
            <a:schemeClr val="bg1">
              <a:lumMod val="85000"/>
            </a:schemeClr>
          </a:solidFill>
          <a:ln>
            <a:noFill/>
          </a:ln>
          <a:effectLst>
            <a:glow rad="63500">
              <a:schemeClr val="accent2">
                <a:satMod val="175000"/>
                <a:alpha val="40000"/>
              </a:schemeClr>
            </a:glow>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554">
              <a:defRPr/>
            </a:pPr>
            <a:endParaRPr lang="en-US">
              <a:solidFill>
                <a:srgbClr val="FFFFFF"/>
              </a:solidFill>
            </a:endParaRPr>
          </a:p>
        </p:txBody>
      </p:sp>
      <p:sp>
        <p:nvSpPr>
          <p:cNvPr id="49" name="Rounded Rectangle 5">
            <a:extLst>
              <a:ext uri="{FF2B5EF4-FFF2-40B4-BE49-F238E27FC236}">
                <a16:creationId xmlns:a16="http://schemas.microsoft.com/office/drawing/2014/main" id="{AD2CB3FD-726F-AA5A-4BAC-D2F0C88FB460}"/>
              </a:ext>
            </a:extLst>
          </p:cNvPr>
          <p:cNvSpPr/>
          <p:nvPr/>
        </p:nvSpPr>
        <p:spPr>
          <a:xfrm>
            <a:off x="4226331" y="1214493"/>
            <a:ext cx="1722473" cy="2289049"/>
          </a:xfrm>
          <a:prstGeom prst="roundRect">
            <a:avLst>
              <a:gd name="adj" fmla="val 17713"/>
            </a:avLst>
          </a:prstGeom>
          <a:solidFill>
            <a:schemeClr val="bg1">
              <a:lumMod val="85000"/>
            </a:schemeClr>
          </a:solidFill>
          <a:ln>
            <a:noFill/>
          </a:ln>
          <a:effectLst>
            <a:glow rad="63500">
              <a:schemeClr val="accent2">
                <a:satMod val="175000"/>
                <a:alpha val="40000"/>
              </a:schemeClr>
            </a:glow>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554">
              <a:defRPr/>
            </a:pPr>
            <a:endParaRPr lang="en-US">
              <a:solidFill>
                <a:srgbClr val="FFFFFF"/>
              </a:solidFill>
            </a:endParaRPr>
          </a:p>
        </p:txBody>
      </p:sp>
      <p:sp>
        <p:nvSpPr>
          <p:cNvPr id="50" name="Rounded Rectangle 5">
            <a:extLst>
              <a:ext uri="{FF2B5EF4-FFF2-40B4-BE49-F238E27FC236}">
                <a16:creationId xmlns:a16="http://schemas.microsoft.com/office/drawing/2014/main" id="{2A82B4C5-C7C9-08B2-15C6-C52EA3B7903C}"/>
              </a:ext>
            </a:extLst>
          </p:cNvPr>
          <p:cNvSpPr/>
          <p:nvPr/>
        </p:nvSpPr>
        <p:spPr>
          <a:xfrm>
            <a:off x="6210844" y="1229803"/>
            <a:ext cx="1722473" cy="2289049"/>
          </a:xfrm>
          <a:prstGeom prst="roundRect">
            <a:avLst>
              <a:gd name="adj" fmla="val 17713"/>
            </a:avLst>
          </a:prstGeom>
          <a:solidFill>
            <a:schemeClr val="bg1">
              <a:lumMod val="85000"/>
            </a:schemeClr>
          </a:solidFill>
          <a:ln>
            <a:noFill/>
          </a:ln>
          <a:effectLst>
            <a:glow rad="63500">
              <a:schemeClr val="accent2">
                <a:satMod val="175000"/>
                <a:alpha val="40000"/>
              </a:schemeClr>
            </a:glow>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554">
              <a:defRPr/>
            </a:pPr>
            <a:endParaRPr lang="en-US">
              <a:solidFill>
                <a:srgbClr val="FFFFFF"/>
              </a:solidFill>
            </a:endParaRPr>
          </a:p>
        </p:txBody>
      </p:sp>
      <p:sp>
        <p:nvSpPr>
          <p:cNvPr id="51" name="Rounded Rectangle 5">
            <a:extLst>
              <a:ext uri="{FF2B5EF4-FFF2-40B4-BE49-F238E27FC236}">
                <a16:creationId xmlns:a16="http://schemas.microsoft.com/office/drawing/2014/main" id="{682B8205-4DC1-A870-D5B1-9D0BD539A95D}"/>
              </a:ext>
            </a:extLst>
          </p:cNvPr>
          <p:cNvSpPr/>
          <p:nvPr/>
        </p:nvSpPr>
        <p:spPr>
          <a:xfrm>
            <a:off x="8200226" y="1229803"/>
            <a:ext cx="1722473" cy="2289049"/>
          </a:xfrm>
          <a:prstGeom prst="roundRect">
            <a:avLst>
              <a:gd name="adj" fmla="val 17713"/>
            </a:avLst>
          </a:prstGeom>
          <a:solidFill>
            <a:schemeClr val="bg1">
              <a:lumMod val="85000"/>
            </a:schemeClr>
          </a:solidFill>
          <a:ln>
            <a:noFill/>
          </a:ln>
          <a:effectLst>
            <a:glow rad="63500">
              <a:schemeClr val="accent2">
                <a:satMod val="175000"/>
                <a:alpha val="40000"/>
              </a:schemeClr>
            </a:glow>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554">
              <a:defRPr/>
            </a:pPr>
            <a:endParaRPr lang="en-US">
              <a:solidFill>
                <a:srgbClr val="FFFFFF"/>
              </a:solidFill>
            </a:endParaRPr>
          </a:p>
        </p:txBody>
      </p:sp>
      <p:sp>
        <p:nvSpPr>
          <p:cNvPr id="52" name="Rounded Rectangle 5">
            <a:extLst>
              <a:ext uri="{FF2B5EF4-FFF2-40B4-BE49-F238E27FC236}">
                <a16:creationId xmlns:a16="http://schemas.microsoft.com/office/drawing/2014/main" id="{A9A035A1-816B-E0A8-9877-811B70518AF8}"/>
              </a:ext>
            </a:extLst>
          </p:cNvPr>
          <p:cNvSpPr/>
          <p:nvPr/>
        </p:nvSpPr>
        <p:spPr>
          <a:xfrm>
            <a:off x="10198263" y="1214492"/>
            <a:ext cx="1722473" cy="2289049"/>
          </a:xfrm>
          <a:prstGeom prst="roundRect">
            <a:avLst>
              <a:gd name="adj" fmla="val 17713"/>
            </a:avLst>
          </a:prstGeom>
          <a:solidFill>
            <a:schemeClr val="bg1">
              <a:lumMod val="85000"/>
            </a:schemeClr>
          </a:solidFill>
          <a:ln>
            <a:noFill/>
          </a:ln>
          <a:effectLst>
            <a:glow rad="63500">
              <a:schemeClr val="accent2">
                <a:satMod val="175000"/>
                <a:alpha val="40000"/>
              </a:schemeClr>
            </a:glow>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554">
              <a:defRPr/>
            </a:pPr>
            <a:endParaRPr lang="en-US">
              <a:solidFill>
                <a:srgbClr val="FFFFFF"/>
              </a:solidFill>
            </a:endParaRPr>
          </a:p>
        </p:txBody>
      </p:sp>
      <p:sp>
        <p:nvSpPr>
          <p:cNvPr id="53" name="Rounded Rectangle 6">
            <a:extLst>
              <a:ext uri="{FF2B5EF4-FFF2-40B4-BE49-F238E27FC236}">
                <a16:creationId xmlns:a16="http://schemas.microsoft.com/office/drawing/2014/main" id="{75998751-1881-F16D-0BD2-CA4F47B0BBB9}"/>
              </a:ext>
            </a:extLst>
          </p:cNvPr>
          <p:cNvSpPr/>
          <p:nvPr/>
        </p:nvSpPr>
        <p:spPr>
          <a:xfrm>
            <a:off x="7119188" y="4844914"/>
            <a:ext cx="1923948" cy="252209"/>
          </a:xfrm>
          <a:prstGeom prst="roundRect">
            <a:avLst>
              <a:gd name="adj" fmla="val 50000"/>
            </a:avLst>
          </a:prstGeom>
          <a:solidFill>
            <a:srgbClr val="0082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554">
              <a:defRPr/>
            </a:pPr>
            <a:r>
              <a:rPr lang="en-US" sz="1600" dirty="0">
                <a:solidFill>
                  <a:srgbClr val="FFFFFF"/>
                </a:solidFill>
              </a:rPr>
              <a:t>Business Analyst</a:t>
            </a:r>
          </a:p>
        </p:txBody>
      </p:sp>
      <p:sp>
        <p:nvSpPr>
          <p:cNvPr id="54" name="Oval 53">
            <a:extLst>
              <a:ext uri="{FF2B5EF4-FFF2-40B4-BE49-F238E27FC236}">
                <a16:creationId xmlns:a16="http://schemas.microsoft.com/office/drawing/2014/main" id="{6F7F3981-3974-8E9A-AE34-2399A7503C71}"/>
              </a:ext>
            </a:extLst>
          </p:cNvPr>
          <p:cNvSpPr>
            <a:spLocks noChangeAspect="1"/>
          </p:cNvSpPr>
          <p:nvPr/>
        </p:nvSpPr>
        <p:spPr>
          <a:xfrm>
            <a:off x="7768007" y="4254235"/>
            <a:ext cx="540000" cy="540000"/>
          </a:xfrm>
          <a:prstGeom prst="ellipse">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ea typeface="+mn-ea"/>
              <a:cs typeface="+mn-cs"/>
            </a:endParaRPr>
          </a:p>
        </p:txBody>
      </p:sp>
      <p:sp>
        <p:nvSpPr>
          <p:cNvPr id="55" name="Oval 54">
            <a:extLst>
              <a:ext uri="{FF2B5EF4-FFF2-40B4-BE49-F238E27FC236}">
                <a16:creationId xmlns:a16="http://schemas.microsoft.com/office/drawing/2014/main" id="{3529F0A1-6B56-85D1-8FE5-06135CB50193}"/>
              </a:ext>
            </a:extLst>
          </p:cNvPr>
          <p:cNvSpPr>
            <a:spLocks noChangeAspect="1"/>
          </p:cNvSpPr>
          <p:nvPr/>
        </p:nvSpPr>
        <p:spPr>
          <a:xfrm>
            <a:off x="9711331" y="4282693"/>
            <a:ext cx="540000" cy="540000"/>
          </a:xfrm>
          <a:prstGeom prst="ellipse">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ea typeface="+mn-ea"/>
              <a:cs typeface="+mn-cs"/>
            </a:endParaRPr>
          </a:p>
        </p:txBody>
      </p:sp>
      <p:sp>
        <p:nvSpPr>
          <p:cNvPr id="56" name="Oval 55">
            <a:extLst>
              <a:ext uri="{FF2B5EF4-FFF2-40B4-BE49-F238E27FC236}">
                <a16:creationId xmlns:a16="http://schemas.microsoft.com/office/drawing/2014/main" id="{B25250F3-3EFF-C81E-02E9-E7EF6898DA80}"/>
              </a:ext>
            </a:extLst>
          </p:cNvPr>
          <p:cNvSpPr>
            <a:spLocks noChangeAspect="1"/>
          </p:cNvSpPr>
          <p:nvPr/>
        </p:nvSpPr>
        <p:spPr>
          <a:xfrm>
            <a:off x="4781313" y="1227974"/>
            <a:ext cx="540000" cy="540000"/>
          </a:xfrm>
          <a:prstGeom prst="ellipse">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ea typeface="+mn-ea"/>
              <a:cs typeface="+mn-cs"/>
            </a:endParaRPr>
          </a:p>
        </p:txBody>
      </p:sp>
      <p:sp>
        <p:nvSpPr>
          <p:cNvPr id="57" name="Oval 56">
            <a:extLst>
              <a:ext uri="{FF2B5EF4-FFF2-40B4-BE49-F238E27FC236}">
                <a16:creationId xmlns:a16="http://schemas.microsoft.com/office/drawing/2014/main" id="{21F72704-B65A-64FB-EB36-FC96005C4306}"/>
              </a:ext>
            </a:extLst>
          </p:cNvPr>
          <p:cNvSpPr>
            <a:spLocks noChangeAspect="1"/>
          </p:cNvSpPr>
          <p:nvPr/>
        </p:nvSpPr>
        <p:spPr>
          <a:xfrm>
            <a:off x="6795026" y="1245707"/>
            <a:ext cx="540000" cy="540000"/>
          </a:xfrm>
          <a:prstGeom prst="ellipse">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ea typeface="+mn-ea"/>
              <a:cs typeface="+mn-cs"/>
            </a:endParaRPr>
          </a:p>
        </p:txBody>
      </p:sp>
      <p:sp>
        <p:nvSpPr>
          <p:cNvPr id="58" name="Oval 57">
            <a:extLst>
              <a:ext uri="{FF2B5EF4-FFF2-40B4-BE49-F238E27FC236}">
                <a16:creationId xmlns:a16="http://schemas.microsoft.com/office/drawing/2014/main" id="{1C8CA8A9-1C97-FED9-C5BB-07409A4AFC2C}"/>
              </a:ext>
            </a:extLst>
          </p:cNvPr>
          <p:cNvSpPr>
            <a:spLocks noChangeAspect="1"/>
          </p:cNvSpPr>
          <p:nvPr/>
        </p:nvSpPr>
        <p:spPr>
          <a:xfrm>
            <a:off x="8809493" y="1229803"/>
            <a:ext cx="540000" cy="540000"/>
          </a:xfrm>
          <a:prstGeom prst="ellipse">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ea typeface="+mn-ea"/>
              <a:cs typeface="+mn-cs"/>
            </a:endParaRPr>
          </a:p>
        </p:txBody>
      </p:sp>
      <p:sp>
        <p:nvSpPr>
          <p:cNvPr id="59" name="Oval 58">
            <a:extLst>
              <a:ext uri="{FF2B5EF4-FFF2-40B4-BE49-F238E27FC236}">
                <a16:creationId xmlns:a16="http://schemas.microsoft.com/office/drawing/2014/main" id="{592E08BA-4EB9-EA45-2BAB-7DD9E6AAACCE}"/>
              </a:ext>
            </a:extLst>
          </p:cNvPr>
          <p:cNvSpPr>
            <a:spLocks noChangeAspect="1"/>
          </p:cNvSpPr>
          <p:nvPr/>
        </p:nvSpPr>
        <p:spPr>
          <a:xfrm>
            <a:off x="10765516" y="1244152"/>
            <a:ext cx="540000" cy="540000"/>
          </a:xfrm>
          <a:prstGeom prst="ellipse">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ea typeface="+mn-ea"/>
              <a:cs typeface="+mn-cs"/>
            </a:endParaRPr>
          </a:p>
        </p:txBody>
      </p:sp>
      <p:sp>
        <p:nvSpPr>
          <p:cNvPr id="61" name="Rounded Rectangle 6">
            <a:extLst>
              <a:ext uri="{FF2B5EF4-FFF2-40B4-BE49-F238E27FC236}">
                <a16:creationId xmlns:a16="http://schemas.microsoft.com/office/drawing/2014/main" id="{A21385BC-8D93-D3A8-564F-C6692AC3BC5E}"/>
              </a:ext>
            </a:extLst>
          </p:cNvPr>
          <p:cNvSpPr/>
          <p:nvPr/>
        </p:nvSpPr>
        <p:spPr>
          <a:xfrm>
            <a:off x="9029426" y="4852345"/>
            <a:ext cx="1965364" cy="252209"/>
          </a:xfrm>
          <a:prstGeom prst="roundRect">
            <a:avLst>
              <a:gd name="adj" fmla="val 50000"/>
            </a:avLst>
          </a:prstGeom>
          <a:solidFill>
            <a:srgbClr val="0082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554"/>
            <a:r>
              <a:rPr lang="en-US" sz="1600" dirty="0">
                <a:solidFill>
                  <a:srgbClr val="FFFFFF"/>
                </a:solidFill>
              </a:rPr>
              <a:t>SD and </a:t>
            </a:r>
            <a:r>
              <a:rPr lang="en-US" sz="1600" dirty="0" err="1">
                <a:solidFill>
                  <a:srgbClr val="FFFFFF"/>
                </a:solidFill>
              </a:rPr>
              <a:t>PgM</a:t>
            </a:r>
            <a:endParaRPr lang="en-US" sz="1600" dirty="0">
              <a:solidFill>
                <a:srgbClr val="FFFFFF"/>
              </a:solidFill>
            </a:endParaRPr>
          </a:p>
        </p:txBody>
      </p:sp>
      <p:sp>
        <p:nvSpPr>
          <p:cNvPr id="62" name="Rounded Rectangle 6">
            <a:extLst>
              <a:ext uri="{FF2B5EF4-FFF2-40B4-BE49-F238E27FC236}">
                <a16:creationId xmlns:a16="http://schemas.microsoft.com/office/drawing/2014/main" id="{45AA9CB1-A516-8FFD-A43A-DCD74C5EC6B0}"/>
              </a:ext>
            </a:extLst>
          </p:cNvPr>
          <p:cNvSpPr/>
          <p:nvPr/>
        </p:nvSpPr>
        <p:spPr>
          <a:xfrm>
            <a:off x="4068208" y="1814399"/>
            <a:ext cx="1965364" cy="252209"/>
          </a:xfrm>
          <a:prstGeom prst="roundRect">
            <a:avLst>
              <a:gd name="adj" fmla="val 50000"/>
            </a:avLst>
          </a:prstGeom>
          <a:solidFill>
            <a:srgbClr val="0082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554"/>
            <a:r>
              <a:rPr lang="en-US" sz="1600" dirty="0">
                <a:solidFill>
                  <a:srgbClr val="FFFFFF"/>
                </a:solidFill>
              </a:rPr>
              <a:t>Solution Arch.</a:t>
            </a:r>
          </a:p>
        </p:txBody>
      </p:sp>
      <p:sp>
        <p:nvSpPr>
          <p:cNvPr id="63" name="Rounded Rectangle 6">
            <a:extLst>
              <a:ext uri="{FF2B5EF4-FFF2-40B4-BE49-F238E27FC236}">
                <a16:creationId xmlns:a16="http://schemas.microsoft.com/office/drawing/2014/main" id="{7289070F-FEC1-F26C-9135-F06CCE2729C2}"/>
              </a:ext>
            </a:extLst>
          </p:cNvPr>
          <p:cNvSpPr/>
          <p:nvPr/>
        </p:nvSpPr>
        <p:spPr>
          <a:xfrm>
            <a:off x="6034628" y="1797626"/>
            <a:ext cx="2010343" cy="252209"/>
          </a:xfrm>
          <a:prstGeom prst="roundRect">
            <a:avLst>
              <a:gd name="adj" fmla="val 50000"/>
            </a:avLst>
          </a:prstGeom>
          <a:solidFill>
            <a:srgbClr val="0082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554"/>
            <a:r>
              <a:rPr lang="en-US" sz="1600" dirty="0">
                <a:solidFill>
                  <a:srgbClr val="FFFFFF"/>
                </a:solidFill>
              </a:rPr>
              <a:t>Business Analyst</a:t>
            </a:r>
          </a:p>
        </p:txBody>
      </p:sp>
      <p:sp>
        <p:nvSpPr>
          <p:cNvPr id="1024" name="Rounded Rectangle 6">
            <a:extLst>
              <a:ext uri="{FF2B5EF4-FFF2-40B4-BE49-F238E27FC236}">
                <a16:creationId xmlns:a16="http://schemas.microsoft.com/office/drawing/2014/main" id="{DF4A8F99-B73D-2772-776F-F23F3EE6BC28}"/>
              </a:ext>
            </a:extLst>
          </p:cNvPr>
          <p:cNvSpPr/>
          <p:nvPr/>
        </p:nvSpPr>
        <p:spPr>
          <a:xfrm>
            <a:off x="8044971" y="1789839"/>
            <a:ext cx="2069045" cy="252209"/>
          </a:xfrm>
          <a:prstGeom prst="roundRect">
            <a:avLst>
              <a:gd name="adj" fmla="val 50000"/>
            </a:avLst>
          </a:prstGeom>
          <a:solidFill>
            <a:srgbClr val="0082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554"/>
            <a:r>
              <a:rPr lang="en-US" sz="1600" dirty="0">
                <a:solidFill>
                  <a:srgbClr val="FFFFFF"/>
                </a:solidFill>
              </a:rPr>
              <a:t>Epic Owner</a:t>
            </a:r>
          </a:p>
        </p:txBody>
      </p:sp>
      <p:sp>
        <p:nvSpPr>
          <p:cNvPr id="1025" name="Rounded Rectangle 6">
            <a:extLst>
              <a:ext uri="{FF2B5EF4-FFF2-40B4-BE49-F238E27FC236}">
                <a16:creationId xmlns:a16="http://schemas.microsoft.com/office/drawing/2014/main" id="{77DD9D07-2494-C965-879B-707940738FF9}"/>
              </a:ext>
            </a:extLst>
          </p:cNvPr>
          <p:cNvSpPr/>
          <p:nvPr/>
        </p:nvSpPr>
        <p:spPr>
          <a:xfrm>
            <a:off x="10101951" y="1798808"/>
            <a:ext cx="1965364" cy="252209"/>
          </a:xfrm>
          <a:prstGeom prst="roundRect">
            <a:avLst>
              <a:gd name="adj" fmla="val 50000"/>
            </a:avLst>
          </a:prstGeom>
          <a:solidFill>
            <a:srgbClr val="0082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554">
              <a:defRPr/>
            </a:pPr>
            <a:r>
              <a:rPr lang="en-US" sz="1600" dirty="0">
                <a:solidFill>
                  <a:srgbClr val="FFFFFF"/>
                </a:solidFill>
              </a:rPr>
              <a:t>BA/SD &amp; TPM</a:t>
            </a:r>
          </a:p>
        </p:txBody>
      </p:sp>
      <p:pic>
        <p:nvPicPr>
          <p:cNvPr id="1026" name="Picture 1025" descr="A logo with a flower&#10;&#10;AI-generated content may be incorrect.">
            <a:extLst>
              <a:ext uri="{FF2B5EF4-FFF2-40B4-BE49-F238E27FC236}">
                <a16:creationId xmlns:a16="http://schemas.microsoft.com/office/drawing/2014/main" id="{F04BAE1E-5B67-DE90-19A2-216D1BBFFB29}"/>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5878311" y="4368067"/>
            <a:ext cx="333821" cy="405268"/>
          </a:xfrm>
          <a:prstGeom prst="rect">
            <a:avLst/>
          </a:prstGeom>
        </p:spPr>
      </p:pic>
      <p:sp>
        <p:nvSpPr>
          <p:cNvPr id="1027" name="Rectangle 1026">
            <a:extLst>
              <a:ext uri="{FF2B5EF4-FFF2-40B4-BE49-F238E27FC236}">
                <a16:creationId xmlns:a16="http://schemas.microsoft.com/office/drawing/2014/main" id="{D4018E5F-6665-3763-077C-C500F0FAE153}"/>
              </a:ext>
            </a:extLst>
          </p:cNvPr>
          <p:cNvSpPr/>
          <p:nvPr/>
        </p:nvSpPr>
        <p:spPr>
          <a:xfrm>
            <a:off x="5188515" y="5083639"/>
            <a:ext cx="1906135" cy="1446550"/>
          </a:xfrm>
          <a:prstGeom prst="rect">
            <a:avLst/>
          </a:prstGeom>
        </p:spPr>
        <p:txBody>
          <a:bodyPr wrap="square">
            <a:spAutoFit/>
          </a:bodyPr>
          <a:lstStyle/>
          <a:p>
            <a:pPr algn="ctr" defTabSz="228554">
              <a:defRPr/>
            </a:pPr>
            <a:r>
              <a:rPr lang="en-IN" sz="1100" dirty="0"/>
              <a:t>Service Manager Migration, implementing WOA for Feasibility Check and New Service Provisioning (incl. MACD) in Colombia and scaling WOA and integrations across LATAM</a:t>
            </a:r>
          </a:p>
        </p:txBody>
      </p:sp>
      <p:sp>
        <p:nvSpPr>
          <p:cNvPr id="1028" name="Rectangle 1027">
            <a:extLst>
              <a:ext uri="{FF2B5EF4-FFF2-40B4-BE49-F238E27FC236}">
                <a16:creationId xmlns:a16="http://schemas.microsoft.com/office/drawing/2014/main" id="{3C9F1F80-6D68-43D4-1FF3-CD5805C4BE46}"/>
              </a:ext>
            </a:extLst>
          </p:cNvPr>
          <p:cNvSpPr/>
          <p:nvPr/>
        </p:nvSpPr>
        <p:spPr>
          <a:xfrm>
            <a:off x="3288849" y="5160666"/>
            <a:ext cx="1660650" cy="1277273"/>
          </a:xfrm>
          <a:prstGeom prst="rect">
            <a:avLst/>
          </a:prstGeom>
        </p:spPr>
        <p:txBody>
          <a:bodyPr wrap="square">
            <a:spAutoFit/>
          </a:bodyPr>
          <a:lstStyle/>
          <a:p>
            <a:pPr algn="ctr" defTabSz="228554">
              <a:defRPr/>
            </a:pPr>
            <a:r>
              <a:rPr lang="en-IN" sz="1100" dirty="0"/>
              <a:t>Program Management </a:t>
            </a:r>
            <a:r>
              <a:rPr lang="en-IN" sz="1100"/>
              <a:t>and client engagement </a:t>
            </a:r>
            <a:r>
              <a:rPr lang="en-IN" sz="1100" dirty="0"/>
              <a:t>for CMA CGM’s R&amp;D Hub </a:t>
            </a:r>
            <a:r>
              <a:rPr lang="en-IN" sz="1100"/>
              <a:t>(GCC engagement) focusing </a:t>
            </a:r>
            <a:r>
              <a:rPr lang="en-IN" sz="1100" dirty="0"/>
              <a:t>on </a:t>
            </a:r>
            <a:r>
              <a:rPr lang="en-IN" sz="1100"/>
              <a:t>AI, Robotics, Digital Twins and R&amp;D Tools</a:t>
            </a:r>
            <a:endParaRPr lang="en-IN" sz="1100" dirty="0"/>
          </a:p>
        </p:txBody>
      </p:sp>
      <p:pic>
        <p:nvPicPr>
          <p:cNvPr id="1029" name="Picture 6" descr="CMA CGM - Wikipedia">
            <a:extLst>
              <a:ext uri="{FF2B5EF4-FFF2-40B4-BE49-F238E27FC236}">
                <a16:creationId xmlns:a16="http://schemas.microsoft.com/office/drawing/2014/main" id="{43F64AD4-1C02-B3A7-295D-BAE08A22024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63718" y="4429120"/>
            <a:ext cx="427149" cy="260457"/>
          </a:xfrm>
          <a:prstGeom prst="rect">
            <a:avLst/>
          </a:prstGeom>
          <a:noFill/>
          <a:extLst>
            <a:ext uri="{909E8E84-426E-40DD-AFC4-6F175D3DCCD1}">
              <a14:hiddenFill xmlns:a14="http://schemas.microsoft.com/office/drawing/2010/main">
                <a:solidFill>
                  <a:srgbClr val="FFFFFF"/>
                </a:solidFill>
              </a14:hiddenFill>
            </a:ext>
          </a:extLst>
        </p:spPr>
      </p:pic>
      <p:sp>
        <p:nvSpPr>
          <p:cNvPr id="1032" name="Rectangle 1031">
            <a:extLst>
              <a:ext uri="{FF2B5EF4-FFF2-40B4-BE49-F238E27FC236}">
                <a16:creationId xmlns:a16="http://schemas.microsoft.com/office/drawing/2014/main" id="{51562005-F260-D9A5-1346-D25B50F5D4FB}"/>
              </a:ext>
            </a:extLst>
          </p:cNvPr>
          <p:cNvSpPr/>
          <p:nvPr/>
        </p:nvSpPr>
        <p:spPr>
          <a:xfrm>
            <a:off x="2189659" y="2029562"/>
            <a:ext cx="1810445" cy="1446550"/>
          </a:xfrm>
          <a:prstGeom prst="rect">
            <a:avLst/>
          </a:prstGeom>
        </p:spPr>
        <p:txBody>
          <a:bodyPr wrap="square">
            <a:spAutoFit/>
          </a:bodyPr>
          <a:lstStyle/>
          <a:p>
            <a:pPr algn="ctr" defTabSz="228554">
              <a:defRPr/>
            </a:pPr>
            <a:r>
              <a:rPr lang="en-IN" sz="1100" i="1" dirty="0"/>
              <a:t>(Telefonica Germany)</a:t>
            </a:r>
          </a:p>
          <a:p>
            <a:pPr algn="ctr" defTabSz="228554">
              <a:defRPr/>
            </a:pPr>
            <a:r>
              <a:rPr lang="en-IN" sz="1100" dirty="0"/>
              <a:t>Focused on translating business requirements into clear, actionable inputs for developers, supporting data-driven solutions using Data Lake technologies in the OSS</a:t>
            </a:r>
          </a:p>
        </p:txBody>
      </p:sp>
      <p:pic>
        <p:nvPicPr>
          <p:cNvPr id="1033" name="Picture 1032" descr="transparent PNG and vectorized SVG ...">
            <a:extLst>
              <a:ext uri="{FF2B5EF4-FFF2-40B4-BE49-F238E27FC236}">
                <a16:creationId xmlns:a16="http://schemas.microsoft.com/office/drawing/2014/main" id="{851F5A28-423D-B8F0-733D-5AB0FA62543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12992" y="1396239"/>
            <a:ext cx="271248" cy="271248"/>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33" descr="transparent PNG and vectorized SVG ...">
            <a:extLst>
              <a:ext uri="{FF2B5EF4-FFF2-40B4-BE49-F238E27FC236}">
                <a16:creationId xmlns:a16="http://schemas.microsoft.com/office/drawing/2014/main" id="{5354CA3C-61C0-9A42-C0B8-4926B1F30E8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52218" y="4469577"/>
            <a:ext cx="271248" cy="271248"/>
          </a:xfrm>
          <a:prstGeom prst="rect">
            <a:avLst/>
          </a:prstGeom>
          <a:noFill/>
          <a:extLst>
            <a:ext uri="{909E8E84-426E-40DD-AFC4-6F175D3DCCD1}">
              <a14:hiddenFill xmlns:a14="http://schemas.microsoft.com/office/drawing/2010/main">
                <a:solidFill>
                  <a:srgbClr val="FFFFFF"/>
                </a:solidFill>
              </a14:hiddenFill>
            </a:ext>
          </a:extLst>
        </p:spPr>
      </p:pic>
      <p:sp>
        <p:nvSpPr>
          <p:cNvPr id="1037" name="Rectangle 1036">
            <a:extLst>
              <a:ext uri="{FF2B5EF4-FFF2-40B4-BE49-F238E27FC236}">
                <a16:creationId xmlns:a16="http://schemas.microsoft.com/office/drawing/2014/main" id="{24B0671B-349C-A7EB-C050-128A9941F3CA}"/>
              </a:ext>
            </a:extLst>
          </p:cNvPr>
          <p:cNvSpPr/>
          <p:nvPr/>
        </p:nvSpPr>
        <p:spPr>
          <a:xfrm>
            <a:off x="1157940" y="5132971"/>
            <a:ext cx="2046570" cy="1107996"/>
          </a:xfrm>
          <a:prstGeom prst="rect">
            <a:avLst/>
          </a:prstGeom>
        </p:spPr>
        <p:txBody>
          <a:bodyPr wrap="square">
            <a:spAutoFit/>
          </a:bodyPr>
          <a:lstStyle/>
          <a:p>
            <a:pPr algn="ctr" defTabSz="228554">
              <a:defRPr/>
            </a:pPr>
            <a:r>
              <a:rPr lang="en-IN" sz="1100" i="1" dirty="0"/>
              <a:t>(Telefonica Spain)</a:t>
            </a:r>
          </a:p>
          <a:p>
            <a:pPr algn="ctr" defTabSz="228554">
              <a:defRPr/>
            </a:pPr>
            <a:r>
              <a:rPr lang="en-IN" sz="1100" dirty="0"/>
              <a:t>Leading end‑to‑end capability design and delivery to enable a more integrated, scalable and efficient operating model</a:t>
            </a:r>
          </a:p>
        </p:txBody>
      </p:sp>
      <p:sp>
        <p:nvSpPr>
          <p:cNvPr id="1038" name="Rectangle 1037">
            <a:extLst>
              <a:ext uri="{FF2B5EF4-FFF2-40B4-BE49-F238E27FC236}">
                <a16:creationId xmlns:a16="http://schemas.microsoft.com/office/drawing/2014/main" id="{74A5B3A8-4A1B-4C77-F7C4-38D10DC37733}"/>
              </a:ext>
            </a:extLst>
          </p:cNvPr>
          <p:cNvSpPr/>
          <p:nvPr/>
        </p:nvSpPr>
        <p:spPr>
          <a:xfrm>
            <a:off x="10142418" y="2088396"/>
            <a:ext cx="1837599" cy="1446550"/>
          </a:xfrm>
          <a:prstGeom prst="rect">
            <a:avLst/>
          </a:prstGeom>
        </p:spPr>
        <p:txBody>
          <a:bodyPr wrap="square">
            <a:spAutoFit/>
          </a:bodyPr>
          <a:lstStyle/>
          <a:p>
            <a:pPr algn="ctr" defTabSz="228554">
              <a:defRPr/>
            </a:pPr>
            <a:r>
              <a:rPr lang="en-IN" sz="1100" dirty="0"/>
              <a:t>Comcast’s XTO Experience Transformation program, supporting a multi‑year initiative to overhaul customer service and overall customer experience</a:t>
            </a:r>
          </a:p>
        </p:txBody>
      </p:sp>
      <p:pic>
        <p:nvPicPr>
          <p:cNvPr id="1039" name="Picture 1038" descr="List of assets owned by Comcast - Wikipedia">
            <a:extLst>
              <a:ext uri="{FF2B5EF4-FFF2-40B4-BE49-F238E27FC236}">
                <a16:creationId xmlns:a16="http://schemas.microsoft.com/office/drawing/2014/main" id="{01D26A1F-A03A-E6BC-76E5-DA423639E38D}"/>
              </a:ext>
            </a:extLst>
          </p:cNvPr>
          <p:cNvPicPr>
            <a:picLocks noChangeAspect="1" noChangeArrowheads="1"/>
          </p:cNvPicPr>
          <p:nvPr/>
        </p:nvPicPr>
        <p:blipFill>
          <a:blip r:embed="rId7" cstate="screen">
            <a:extLst>
              <a:ext uri="{28A0092B-C50C-407E-A947-70E740481C1C}">
                <a14:useLocalDpi xmlns:a14="http://schemas.microsoft.com/office/drawing/2010/main"/>
              </a:ext>
            </a:extLst>
          </a:blip>
          <a:srcRect/>
          <a:stretch>
            <a:fillRect/>
          </a:stretch>
        </p:blipFill>
        <p:spPr bwMode="auto">
          <a:xfrm>
            <a:off x="10838422" y="1430193"/>
            <a:ext cx="421079" cy="152914"/>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2" descr="Orange Logo, symbol, meaning, history, PNG, brand">
            <a:extLst>
              <a:ext uri="{FF2B5EF4-FFF2-40B4-BE49-F238E27FC236}">
                <a16:creationId xmlns:a16="http://schemas.microsoft.com/office/drawing/2014/main" id="{EDC97F1D-314D-E25C-E114-2494C065A498}"/>
              </a:ext>
            </a:extLst>
          </p:cNvPr>
          <p:cNvPicPr>
            <a:picLocks noChangeAspect="1" noChangeArrowheads="1"/>
          </p:cNvPicPr>
          <p:nvPr/>
        </p:nvPicPr>
        <p:blipFill>
          <a:blip r:embed="rId8" cstate="screen">
            <a:extLst>
              <a:ext uri="{28A0092B-C50C-407E-A947-70E740481C1C}">
                <a14:useLocalDpi xmlns:a14="http://schemas.microsoft.com/office/drawing/2010/main"/>
              </a:ext>
            </a:extLst>
          </a:blip>
          <a:srcRect/>
          <a:stretch>
            <a:fillRect/>
          </a:stretch>
        </p:blipFill>
        <p:spPr bwMode="auto">
          <a:xfrm>
            <a:off x="8870024" y="1381970"/>
            <a:ext cx="440279" cy="247657"/>
          </a:xfrm>
          <a:prstGeom prst="rect">
            <a:avLst/>
          </a:prstGeom>
          <a:noFill/>
          <a:extLst>
            <a:ext uri="{909E8E84-426E-40DD-AFC4-6F175D3DCCD1}">
              <a14:hiddenFill xmlns:a14="http://schemas.microsoft.com/office/drawing/2010/main">
                <a:solidFill>
                  <a:srgbClr val="FFFFFF"/>
                </a:solidFill>
              </a14:hiddenFill>
            </a:ext>
          </a:extLst>
        </p:spPr>
      </p:pic>
      <p:sp>
        <p:nvSpPr>
          <p:cNvPr id="1041" name="Rectangle 1040">
            <a:extLst>
              <a:ext uri="{FF2B5EF4-FFF2-40B4-BE49-F238E27FC236}">
                <a16:creationId xmlns:a16="http://schemas.microsoft.com/office/drawing/2014/main" id="{4855150A-D77F-0639-F6F4-E92CE5964090}"/>
              </a:ext>
            </a:extLst>
          </p:cNvPr>
          <p:cNvSpPr/>
          <p:nvPr/>
        </p:nvSpPr>
        <p:spPr>
          <a:xfrm>
            <a:off x="8117990" y="2128344"/>
            <a:ext cx="1906135" cy="1107996"/>
          </a:xfrm>
          <a:prstGeom prst="rect">
            <a:avLst/>
          </a:prstGeom>
        </p:spPr>
        <p:txBody>
          <a:bodyPr wrap="square">
            <a:spAutoFit/>
          </a:bodyPr>
          <a:lstStyle/>
          <a:p>
            <a:pPr algn="ctr" defTabSz="228554">
              <a:defRPr/>
            </a:pPr>
            <a:r>
              <a:rPr lang="en-IN" sz="1100" dirty="0"/>
              <a:t>Leading strategic capability definition and delivery through integrated business analysis and solution design</a:t>
            </a:r>
          </a:p>
        </p:txBody>
      </p:sp>
      <p:pic>
        <p:nvPicPr>
          <p:cNvPr id="1042" name="Picture 1041" descr="A purple logo with black background&#10;&#10;Description automatically generated">
            <a:extLst>
              <a:ext uri="{FF2B5EF4-FFF2-40B4-BE49-F238E27FC236}">
                <a16:creationId xmlns:a16="http://schemas.microsoft.com/office/drawing/2014/main" id="{84DD5F9F-1502-9A1F-B57E-6048A600449E}"/>
              </a:ext>
            </a:extLst>
          </p:cNvPr>
          <p:cNvPicPr>
            <a:picLocks noChangeAspect="1"/>
          </p:cNvPicPr>
          <p:nvPr/>
        </p:nvPicPr>
        <p:blipFill>
          <a:blip r:embed="rId9" cstate="screen">
            <a:extLst>
              <a:ext uri="{28A0092B-C50C-407E-A947-70E740481C1C}">
                <a14:useLocalDpi xmlns:a14="http://schemas.microsoft.com/office/drawing/2010/main"/>
              </a:ext>
            </a:extLst>
          </a:blip>
          <a:stretch>
            <a:fillRect/>
          </a:stretch>
        </p:blipFill>
        <p:spPr>
          <a:xfrm>
            <a:off x="6837448" y="1416423"/>
            <a:ext cx="469263" cy="185359"/>
          </a:xfrm>
          <a:prstGeom prst="rect">
            <a:avLst/>
          </a:prstGeom>
        </p:spPr>
      </p:pic>
      <p:sp>
        <p:nvSpPr>
          <p:cNvPr id="1043" name="Rectangle 1042">
            <a:extLst>
              <a:ext uri="{FF2B5EF4-FFF2-40B4-BE49-F238E27FC236}">
                <a16:creationId xmlns:a16="http://schemas.microsoft.com/office/drawing/2014/main" id="{2014004D-ECF4-304C-131C-D3D5C928909E}"/>
              </a:ext>
            </a:extLst>
          </p:cNvPr>
          <p:cNvSpPr/>
          <p:nvPr/>
        </p:nvSpPr>
        <p:spPr>
          <a:xfrm>
            <a:off x="6134100" y="2153524"/>
            <a:ext cx="1906135" cy="938719"/>
          </a:xfrm>
          <a:prstGeom prst="rect">
            <a:avLst/>
          </a:prstGeom>
        </p:spPr>
        <p:txBody>
          <a:bodyPr wrap="square">
            <a:spAutoFit/>
          </a:bodyPr>
          <a:lstStyle/>
          <a:p>
            <a:pPr algn="ctr" defTabSz="228554">
              <a:defRPr/>
            </a:pPr>
            <a:r>
              <a:rPr lang="en-IN" sz="1100" dirty="0"/>
              <a:t>Responsible for business analysis and solution design within a large‑scale B2B transformation program</a:t>
            </a:r>
          </a:p>
        </p:txBody>
      </p:sp>
      <p:pic>
        <p:nvPicPr>
          <p:cNvPr id="1044" name="Picture 4">
            <a:extLst>
              <a:ext uri="{FF2B5EF4-FFF2-40B4-BE49-F238E27FC236}">
                <a16:creationId xmlns:a16="http://schemas.microsoft.com/office/drawing/2014/main" id="{70AA2E3B-3B44-6E99-BFAA-005592AFA632}"/>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801919" y="1404555"/>
            <a:ext cx="481415" cy="153617"/>
          </a:xfrm>
          <a:prstGeom prst="rect">
            <a:avLst/>
          </a:prstGeom>
          <a:noFill/>
          <a:extLst>
            <a:ext uri="{909E8E84-426E-40DD-AFC4-6F175D3DCCD1}">
              <a14:hiddenFill xmlns:a14="http://schemas.microsoft.com/office/drawing/2010/main">
                <a:solidFill>
                  <a:srgbClr val="FFFFFF"/>
                </a:solidFill>
              </a14:hiddenFill>
            </a:ext>
          </a:extLst>
        </p:spPr>
      </p:pic>
      <p:sp>
        <p:nvSpPr>
          <p:cNvPr id="1047" name="Rectangle 1046">
            <a:extLst>
              <a:ext uri="{FF2B5EF4-FFF2-40B4-BE49-F238E27FC236}">
                <a16:creationId xmlns:a16="http://schemas.microsoft.com/office/drawing/2014/main" id="{5D924207-EA70-CEF0-7B98-9D0F838BFCFD}"/>
              </a:ext>
            </a:extLst>
          </p:cNvPr>
          <p:cNvSpPr/>
          <p:nvPr/>
        </p:nvSpPr>
        <p:spPr>
          <a:xfrm>
            <a:off x="4134934" y="2150306"/>
            <a:ext cx="1868146" cy="1107996"/>
          </a:xfrm>
          <a:prstGeom prst="rect">
            <a:avLst/>
          </a:prstGeom>
        </p:spPr>
        <p:txBody>
          <a:bodyPr wrap="square">
            <a:spAutoFit/>
          </a:bodyPr>
          <a:lstStyle/>
          <a:p>
            <a:pPr algn="ctr" defTabSz="228554">
              <a:defRPr/>
            </a:pPr>
            <a:r>
              <a:rPr lang="en-IN" sz="1100" dirty="0"/>
              <a:t>Bridges the gap between business, architecture, and development to ensure smooth, efficient, and accurate delivery of technical solutions</a:t>
            </a:r>
          </a:p>
        </p:txBody>
      </p:sp>
      <p:sp>
        <p:nvSpPr>
          <p:cNvPr id="1048" name="Rectangle 1047">
            <a:extLst>
              <a:ext uri="{FF2B5EF4-FFF2-40B4-BE49-F238E27FC236}">
                <a16:creationId xmlns:a16="http://schemas.microsoft.com/office/drawing/2014/main" id="{67A197DC-071B-0922-D93D-E6844625A175}"/>
              </a:ext>
            </a:extLst>
          </p:cNvPr>
          <p:cNvSpPr/>
          <p:nvPr/>
        </p:nvSpPr>
        <p:spPr>
          <a:xfrm>
            <a:off x="9074100" y="5198990"/>
            <a:ext cx="1835632" cy="1107996"/>
          </a:xfrm>
          <a:prstGeom prst="rect">
            <a:avLst/>
          </a:prstGeom>
        </p:spPr>
        <p:txBody>
          <a:bodyPr wrap="square">
            <a:spAutoFit/>
          </a:bodyPr>
          <a:lstStyle/>
          <a:p>
            <a:pPr algn="ctr" defTabSz="228554">
              <a:defRPr/>
            </a:pPr>
            <a:r>
              <a:rPr lang="en-IN" sz="1100" dirty="0"/>
              <a:t>Responsible for creating </a:t>
            </a:r>
            <a:r>
              <a:rPr lang="en-IN" sz="1100" dirty="0" err="1"/>
              <a:t>Nuuday’s</a:t>
            </a:r>
            <a:r>
              <a:rPr lang="en-IN" sz="1100" dirty="0"/>
              <a:t> own independent Provisioning and Assurance stack, to move away from TDC IT stack</a:t>
            </a:r>
          </a:p>
        </p:txBody>
      </p:sp>
      <p:pic>
        <p:nvPicPr>
          <p:cNvPr id="1050" name="Picture 1049">
            <a:extLst>
              <a:ext uri="{FF2B5EF4-FFF2-40B4-BE49-F238E27FC236}">
                <a16:creationId xmlns:a16="http://schemas.microsoft.com/office/drawing/2014/main" id="{7DD7691A-C839-DDD6-A672-B160FA09F657}"/>
              </a:ext>
            </a:extLst>
          </p:cNvPr>
          <p:cNvPicPr>
            <a:picLocks noChangeAspect="1"/>
          </p:cNvPicPr>
          <p:nvPr/>
        </p:nvPicPr>
        <p:blipFill>
          <a:blip r:embed="rId11"/>
          <a:stretch>
            <a:fillRect/>
          </a:stretch>
        </p:blipFill>
        <p:spPr>
          <a:xfrm>
            <a:off x="9758941" y="4431885"/>
            <a:ext cx="412779" cy="208393"/>
          </a:xfrm>
          <a:prstGeom prst="rect">
            <a:avLst/>
          </a:prstGeom>
        </p:spPr>
      </p:pic>
      <p:pic>
        <p:nvPicPr>
          <p:cNvPr id="1051" name="Picture 2" descr="InterGlobe Aviation (IndiGo) logo in ...">
            <a:extLst>
              <a:ext uri="{FF2B5EF4-FFF2-40B4-BE49-F238E27FC236}">
                <a16:creationId xmlns:a16="http://schemas.microsoft.com/office/drawing/2014/main" id="{E3CE1BF4-AE08-CD9A-E306-D1169D886E4A}"/>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849237" y="4365744"/>
            <a:ext cx="330679" cy="330679"/>
          </a:xfrm>
          <a:prstGeom prst="rect">
            <a:avLst/>
          </a:prstGeom>
          <a:noFill/>
          <a:extLst>
            <a:ext uri="{909E8E84-426E-40DD-AFC4-6F175D3DCCD1}">
              <a14:hiddenFill xmlns:a14="http://schemas.microsoft.com/office/drawing/2010/main">
                <a:solidFill>
                  <a:srgbClr val="FFFFFF"/>
                </a:solidFill>
              </a14:hiddenFill>
            </a:ext>
          </a:extLst>
        </p:spPr>
      </p:pic>
      <p:sp>
        <p:nvSpPr>
          <p:cNvPr id="1052" name="Rectangle 1051">
            <a:extLst>
              <a:ext uri="{FF2B5EF4-FFF2-40B4-BE49-F238E27FC236}">
                <a16:creationId xmlns:a16="http://schemas.microsoft.com/office/drawing/2014/main" id="{41C13279-6A6A-7B52-BB26-6C5A3A2AD2BD}"/>
              </a:ext>
            </a:extLst>
          </p:cNvPr>
          <p:cNvSpPr/>
          <p:nvPr/>
        </p:nvSpPr>
        <p:spPr>
          <a:xfrm>
            <a:off x="7161093" y="5208243"/>
            <a:ext cx="1770059" cy="938719"/>
          </a:xfrm>
          <a:prstGeom prst="rect">
            <a:avLst/>
          </a:prstGeom>
        </p:spPr>
        <p:txBody>
          <a:bodyPr wrap="square">
            <a:spAutoFit/>
          </a:bodyPr>
          <a:lstStyle/>
          <a:p>
            <a:pPr algn="ctr" defTabSz="228554">
              <a:defRPr/>
            </a:pPr>
            <a:r>
              <a:rPr lang="en-IN" sz="1100" dirty="0"/>
              <a:t>We are working with the IndiGo AI Innovation Lab to build and scale AI-driven products for the airline</a:t>
            </a:r>
          </a:p>
        </p:txBody>
      </p:sp>
      <p:cxnSp>
        <p:nvCxnSpPr>
          <p:cNvPr id="1053" name="Straight Connector 1052">
            <a:extLst>
              <a:ext uri="{FF2B5EF4-FFF2-40B4-BE49-F238E27FC236}">
                <a16:creationId xmlns:a16="http://schemas.microsoft.com/office/drawing/2014/main" id="{C0E04AA3-17DF-E13E-DBE3-EEDBB825BEFA}"/>
              </a:ext>
            </a:extLst>
          </p:cNvPr>
          <p:cNvCxnSpPr>
            <a:cxnSpLocks/>
          </p:cNvCxnSpPr>
          <p:nvPr/>
        </p:nvCxnSpPr>
        <p:spPr>
          <a:xfrm>
            <a:off x="250083" y="3855474"/>
            <a:ext cx="11620766" cy="0"/>
          </a:xfrm>
          <a:prstGeom prst="line">
            <a:avLst/>
          </a:prstGeom>
          <a:ln w="38100">
            <a:solidFill>
              <a:srgbClr val="00828E"/>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8059148"/>
      </p:ext>
    </p:extLst>
  </p:cSld>
  <p:clrMapOvr>
    <a:masterClrMapping/>
  </p:clrMapOvr>
  <p:transition spd="med">
    <p:pull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1053"/>
                                        </p:tgtEl>
                                        <p:attrNameLst>
                                          <p:attrName>style.visibility</p:attrName>
                                        </p:attrNameLst>
                                      </p:cBhvr>
                                      <p:to>
                                        <p:strVal val="visible"/>
                                      </p:to>
                                    </p:set>
                                    <p:animEffect transition="in" filter="fade">
                                      <p:cBhvr>
                                        <p:cTn id="7" dur="1000"/>
                                        <p:tgtEl>
                                          <p:spTgt spid="1053"/>
                                        </p:tgtEl>
                                      </p:cBhvr>
                                    </p:animEffect>
                                    <p:anim calcmode="lin" valueType="num">
                                      <p:cBhvr>
                                        <p:cTn id="8" dur="1000" fill="hold"/>
                                        <p:tgtEl>
                                          <p:spTgt spid="1053"/>
                                        </p:tgtEl>
                                        <p:attrNameLst>
                                          <p:attrName>ppt_x</p:attrName>
                                        </p:attrNameLst>
                                      </p:cBhvr>
                                      <p:tavLst>
                                        <p:tav tm="0">
                                          <p:val>
                                            <p:strVal val="#ppt_x"/>
                                          </p:val>
                                        </p:tav>
                                        <p:tav tm="100000">
                                          <p:val>
                                            <p:strVal val="#ppt_x"/>
                                          </p:val>
                                        </p:tav>
                                      </p:tavLst>
                                    </p:anim>
                                    <p:anim calcmode="lin" valueType="num">
                                      <p:cBhvr>
                                        <p:cTn id="9" dur="1000" fill="hold"/>
                                        <p:tgtEl>
                                          <p:spTgt spid="105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827F9D-7E7B-1EFD-E1A9-356C84C8F992}"/>
            </a:ext>
          </a:extLst>
        </p:cNvPr>
        <p:cNvGrpSpPr/>
        <p:nvPr/>
      </p:nvGrpSpPr>
      <p:grpSpPr>
        <a:xfrm>
          <a:off x="0" y="0"/>
          <a:ext cx="0" cy="0"/>
          <a:chOff x="0" y="0"/>
          <a:chExt cx="0" cy="0"/>
        </a:xfrm>
      </p:grpSpPr>
      <p:sp>
        <p:nvSpPr>
          <p:cNvPr id="14" name="Titre 13">
            <a:extLst>
              <a:ext uri="{FF2B5EF4-FFF2-40B4-BE49-F238E27FC236}">
                <a16:creationId xmlns:a16="http://schemas.microsoft.com/office/drawing/2014/main" id="{E7AF7092-E81C-1700-C66A-77DCB6865856}"/>
              </a:ext>
            </a:extLst>
          </p:cNvPr>
          <p:cNvSpPr>
            <a:spLocks noGrp="1"/>
          </p:cNvSpPr>
          <p:nvPr>
            <p:ph type="title"/>
          </p:nvPr>
        </p:nvSpPr>
        <p:spPr/>
        <p:txBody>
          <a:bodyPr/>
          <a:lstStyle/>
          <a:p>
            <a:r>
              <a:rPr lang="en-US"/>
              <a:t>Agenda</a:t>
            </a:r>
          </a:p>
        </p:txBody>
      </p:sp>
      <p:graphicFrame>
        <p:nvGraphicFramePr>
          <p:cNvPr id="15" name="Table Placeholder 4">
            <a:extLst>
              <a:ext uri="{FF2B5EF4-FFF2-40B4-BE49-F238E27FC236}">
                <a16:creationId xmlns:a16="http://schemas.microsoft.com/office/drawing/2014/main" id="{8C4CEF6E-69CB-9D80-F0E3-1EE4F0228D07}"/>
              </a:ext>
            </a:extLst>
          </p:cNvPr>
          <p:cNvGraphicFramePr>
            <a:graphicFrameLocks/>
          </p:cNvGraphicFramePr>
          <p:nvPr>
            <p:extLst>
              <p:ext uri="{D42A27DB-BD31-4B8C-83A1-F6EECF244321}">
                <p14:modId xmlns:p14="http://schemas.microsoft.com/office/powerpoint/2010/main" val="1620199805"/>
              </p:ext>
            </p:extLst>
          </p:nvPr>
        </p:nvGraphicFramePr>
        <p:xfrm>
          <a:off x="550863" y="1866534"/>
          <a:ext cx="11089754" cy="3749643"/>
        </p:xfrm>
        <a:graphic>
          <a:graphicData uri="http://schemas.openxmlformats.org/drawingml/2006/table">
            <a:tbl>
              <a:tblPr>
                <a:tableStyleId>{5C22544A-7EE6-4342-B048-85BDC9FD1C3A}</a:tableStyleId>
              </a:tblPr>
              <a:tblGrid>
                <a:gridCol w="1006550">
                  <a:extLst>
                    <a:ext uri="{9D8B030D-6E8A-4147-A177-3AD203B41FA5}">
                      <a16:colId xmlns:a16="http://schemas.microsoft.com/office/drawing/2014/main" val="2607851620"/>
                    </a:ext>
                  </a:extLst>
                </a:gridCol>
                <a:gridCol w="10083204">
                  <a:extLst>
                    <a:ext uri="{9D8B030D-6E8A-4147-A177-3AD203B41FA5}">
                      <a16:colId xmlns:a16="http://schemas.microsoft.com/office/drawing/2014/main" val="1243403413"/>
                    </a:ext>
                  </a:extLst>
                </a:gridCol>
              </a:tblGrid>
              <a:tr h="661414">
                <a:tc>
                  <a:txBody>
                    <a:bodyPr/>
                    <a:lstStyle/>
                    <a:p>
                      <a:pPr algn="r"/>
                      <a:r>
                        <a:rPr lang="en-US" sz="1400" b="0" i="0" noProof="0">
                          <a:solidFill>
                            <a:schemeClr val="bg2"/>
                          </a:solidFill>
                          <a:latin typeface="+mn-lt"/>
                        </a:rPr>
                        <a:t>01</a:t>
                      </a:r>
                    </a:p>
                  </a:txBody>
                  <a:tcPr marL="45720" marR="360000" marT="108000" marB="180000">
                    <a:lnL w="12700" cmpd="sng">
                      <a:noFill/>
                    </a:lnL>
                    <a:lnR w="12700" cap="flat" cmpd="sng" algn="ctr">
                      <a:noFill/>
                      <a:prstDash val="solid"/>
                      <a:round/>
                      <a:headEnd type="none" w="med" len="med"/>
                      <a:tailEnd type="none" w="med" len="med"/>
                    </a:lnR>
                    <a:lnT w="38100" cap="flat" cmpd="sng" algn="ctr">
                      <a:solidFill>
                        <a:srgbClr val="FEB100"/>
                      </a:solidFill>
                      <a:prstDash val="solid"/>
                      <a:round/>
                      <a:headEnd type="none" w="med" len="med"/>
                      <a:tailEnd type="none" w="med" len="med"/>
                    </a:lnT>
                    <a:lnB w="38100" cap="flat" cmpd="sng" algn="ctr">
                      <a:solidFill>
                        <a:srgbClr val="FF816E"/>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ts val="1400"/>
                        </a:lnSpc>
                        <a:spcBef>
                          <a:spcPts val="0"/>
                        </a:spcBef>
                        <a:spcAft>
                          <a:spcPts val="0"/>
                        </a:spcAft>
                        <a:buClrTx/>
                        <a:buSzTx/>
                        <a:buFontTx/>
                        <a:buNone/>
                        <a:tabLst/>
                        <a:defRPr/>
                      </a:pPr>
                      <a:r>
                        <a:rPr lang="en-US" sz="1400" b="0" i="0" u="none" strike="noStrike" kern="1200" cap="none" spc="0" normalizeH="0" baseline="0" noProof="0">
                          <a:ln>
                            <a:noFill/>
                          </a:ln>
                          <a:solidFill>
                            <a:schemeClr val="bg2"/>
                          </a:solidFill>
                          <a:effectLst/>
                          <a:uLnTx/>
                          <a:uFillTx/>
                          <a:latin typeface="+mn-lt"/>
                          <a:ea typeface="+mn-ea"/>
                          <a:cs typeface="+mn-cs"/>
                        </a:rPr>
                        <a:t>People's Corner: Welcome New Member, Birthdays, Work Anniversaries and Celebrating Recognitions</a:t>
                      </a:r>
                      <a:endParaRPr kumimoji="0" lang="en-US" sz="1400"/>
                    </a:p>
                  </a:txBody>
                  <a:tcPr marL="360000" marR="45720" marT="144000" marB="180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38100" cap="flat" cmpd="sng" algn="ctr">
                      <a:solidFill>
                        <a:srgbClr val="FEB100"/>
                      </a:solidFill>
                      <a:prstDash val="solid"/>
                      <a:round/>
                      <a:headEnd type="none" w="med" len="med"/>
                      <a:tailEnd type="none" w="med" len="med"/>
                    </a:lnT>
                    <a:lnB w="38100" cap="flat" cmpd="sng" algn="ctr">
                      <a:solidFill>
                        <a:srgbClr val="FF816E"/>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85693833"/>
                  </a:ext>
                </a:extLst>
              </a:tr>
              <a:tr h="617646">
                <a:tc>
                  <a:txBody>
                    <a:bodyPr/>
                    <a:lstStyle/>
                    <a:p>
                      <a:pPr algn="r">
                        <a:lnSpc>
                          <a:spcPts val="1400"/>
                        </a:lnSpc>
                      </a:pPr>
                      <a:r>
                        <a:rPr lang="en-US" sz="1400" b="0" i="0" noProof="0">
                          <a:solidFill>
                            <a:schemeClr val="bg2"/>
                          </a:solidFill>
                          <a:latin typeface="+mn-lt"/>
                        </a:rPr>
                        <a:t>02</a:t>
                      </a:r>
                    </a:p>
                  </a:txBody>
                  <a:tcPr marL="45720" marR="360000" marT="144000" marB="180000">
                    <a:lnL w="12700" cmpd="sng">
                      <a:noFill/>
                    </a:lnL>
                    <a:lnR w="12700" cap="flat" cmpd="sng" algn="ctr">
                      <a:noFill/>
                      <a:prstDash val="solid"/>
                      <a:round/>
                      <a:headEnd type="none" w="med" len="med"/>
                      <a:tailEnd type="none" w="med" len="med"/>
                    </a:lnR>
                    <a:lnT w="38100" cap="flat" cmpd="sng" algn="ctr">
                      <a:solidFill>
                        <a:srgbClr val="FF816E"/>
                      </a:solidFill>
                      <a:prstDash val="solid"/>
                      <a:round/>
                      <a:headEnd type="none" w="med" len="med"/>
                      <a:tailEnd type="none" w="med" len="med"/>
                    </a:lnT>
                    <a:lnB w="38100" cap="flat" cmpd="sng" algn="ctr">
                      <a:solidFill>
                        <a:srgbClr val="FF816E"/>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ts val="1400"/>
                        </a:lnSpc>
                        <a:spcBef>
                          <a:spcPts val="0"/>
                        </a:spcBef>
                        <a:spcAft>
                          <a:spcPts val="0"/>
                        </a:spcAft>
                        <a:buClrTx/>
                        <a:buSzTx/>
                        <a:buFontTx/>
                        <a:buNone/>
                        <a:tabLst/>
                        <a:defRPr/>
                      </a:pPr>
                      <a:r>
                        <a:rPr lang="en-US" sz="1400" b="0" i="0" noProof="0" dirty="0">
                          <a:solidFill>
                            <a:schemeClr val="bg2"/>
                          </a:solidFill>
                          <a:latin typeface="+mn-lt"/>
                        </a:rPr>
                        <a:t>2026 Strategic  Ambition: Targets Achieved and The Final Goal</a:t>
                      </a:r>
                      <a:endParaRPr lang="en-US" sz="1400" dirty="0"/>
                    </a:p>
                  </a:txBody>
                  <a:tcPr marL="360000" marR="45720" marT="144000" marB="180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38100" cap="flat" cmpd="sng" algn="ctr">
                      <a:solidFill>
                        <a:srgbClr val="FF816E"/>
                      </a:solidFill>
                      <a:prstDash val="solid"/>
                      <a:round/>
                      <a:headEnd type="none" w="med" len="med"/>
                      <a:tailEnd type="none" w="med" len="med"/>
                    </a:lnT>
                    <a:lnB w="38100" cap="flat" cmpd="sng" algn="ctr">
                      <a:solidFill>
                        <a:srgbClr val="FF816E"/>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7627322"/>
                  </a:ext>
                </a:extLst>
              </a:tr>
              <a:tr h="617646">
                <a:tc>
                  <a:txBody>
                    <a:bodyPr/>
                    <a:lstStyle/>
                    <a:p>
                      <a:pPr algn="r">
                        <a:lnSpc>
                          <a:spcPts val="1400"/>
                        </a:lnSpc>
                      </a:pPr>
                      <a:r>
                        <a:rPr lang="en-US" sz="1400" b="0" i="0" noProof="0">
                          <a:solidFill>
                            <a:schemeClr val="bg2"/>
                          </a:solidFill>
                          <a:latin typeface="+mn-lt"/>
                        </a:rPr>
                        <a:t>03</a:t>
                      </a:r>
                    </a:p>
                  </a:txBody>
                  <a:tcPr marL="45720" marR="360000" marT="144000" marB="180000">
                    <a:lnL w="12700" cmpd="sng">
                      <a:noFill/>
                    </a:lnL>
                    <a:lnR w="12700" cap="flat" cmpd="sng" algn="ctr">
                      <a:noFill/>
                      <a:prstDash val="solid"/>
                      <a:round/>
                      <a:headEnd type="none" w="med" len="med"/>
                      <a:tailEnd type="none" w="med" len="med"/>
                    </a:lnR>
                    <a:lnT w="38100" cap="flat" cmpd="sng" algn="ctr">
                      <a:solidFill>
                        <a:srgbClr val="FF816E"/>
                      </a:solidFill>
                      <a:prstDash val="solid"/>
                      <a:round/>
                      <a:headEnd type="none" w="med" len="med"/>
                      <a:tailEnd type="none" w="med" len="med"/>
                    </a:lnT>
                    <a:lnB w="38100" cap="flat" cmpd="sng" algn="ctr">
                      <a:solidFill>
                        <a:srgbClr val="00D5D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ts val="1400"/>
                        </a:lnSpc>
                        <a:spcBef>
                          <a:spcPts val="0"/>
                        </a:spcBef>
                        <a:spcAft>
                          <a:spcPts val="0"/>
                        </a:spcAft>
                        <a:buClrTx/>
                        <a:buSzTx/>
                        <a:buFontTx/>
                        <a:buNone/>
                        <a:tabLst/>
                        <a:defRPr/>
                      </a:pPr>
                      <a:r>
                        <a:rPr lang="en-US" sz="1400" b="0" i="0" u="none" strike="noStrike" kern="1200" cap="none" spc="0" normalizeH="0" baseline="0" noProof="0" dirty="0">
                          <a:ln>
                            <a:noFill/>
                          </a:ln>
                          <a:solidFill>
                            <a:schemeClr val="bg2"/>
                          </a:solidFill>
                          <a:effectLst/>
                          <a:uLnTx/>
                          <a:uFillTx/>
                          <a:latin typeface="+mn-lt"/>
                          <a:ea typeface="+mn-ea"/>
                          <a:cs typeface="+mn-cs"/>
                        </a:rPr>
                        <a:t>Progress Snapshot: Where We Stand Today</a:t>
                      </a:r>
                      <a:endParaRPr kumimoji="0" lang="en-US" sz="1400" b="0" i="0" u="none" strike="noStrike" kern="1200" cap="none" spc="0" normalizeH="0" baseline="0" noProof="0" dirty="0">
                        <a:ln>
                          <a:noFill/>
                        </a:ln>
                        <a:solidFill>
                          <a:schemeClr val="bg2"/>
                        </a:solidFill>
                        <a:effectLst/>
                        <a:uLnTx/>
                        <a:uFillTx/>
                        <a:latin typeface="+mn-lt"/>
                        <a:ea typeface="+mn-ea"/>
                        <a:cs typeface="+mn-cs"/>
                      </a:endParaRPr>
                    </a:p>
                  </a:txBody>
                  <a:tcPr marL="360000" marR="45720" marT="144000" marB="180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38100" cap="flat" cmpd="sng" algn="ctr">
                      <a:solidFill>
                        <a:srgbClr val="FF816E"/>
                      </a:solidFill>
                      <a:prstDash val="solid"/>
                      <a:round/>
                      <a:headEnd type="none" w="med" len="med"/>
                      <a:tailEnd type="none" w="med" len="med"/>
                    </a:lnT>
                    <a:lnB w="38100" cap="flat" cmpd="sng" algn="ctr">
                      <a:solidFill>
                        <a:srgbClr val="00D5D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90348787"/>
                  </a:ext>
                </a:extLst>
              </a:tr>
              <a:tr h="617646">
                <a:tc>
                  <a:txBody>
                    <a:bodyPr/>
                    <a:lstStyle/>
                    <a:p>
                      <a:pPr algn="r">
                        <a:lnSpc>
                          <a:spcPts val="1400"/>
                        </a:lnSpc>
                      </a:pPr>
                      <a:r>
                        <a:rPr lang="en-US" sz="1400" b="0" i="0" noProof="0">
                          <a:solidFill>
                            <a:schemeClr val="bg2"/>
                          </a:solidFill>
                          <a:latin typeface="+mn-lt"/>
                        </a:rPr>
                        <a:t>04</a:t>
                      </a:r>
                    </a:p>
                  </a:txBody>
                  <a:tcPr marL="45720" marR="360000" marT="144000" marB="180000">
                    <a:lnL w="12700" cmpd="sng">
                      <a:noFill/>
                    </a:lnL>
                    <a:lnR w="12700" cap="flat" cmpd="sng" algn="ctr">
                      <a:noFill/>
                      <a:prstDash val="solid"/>
                      <a:round/>
                      <a:headEnd type="none" w="med" len="med"/>
                      <a:tailEnd type="none" w="med" len="med"/>
                    </a:lnR>
                    <a:lnT w="38100" cap="flat" cmpd="sng" algn="ctr">
                      <a:solidFill>
                        <a:srgbClr val="00D5D0"/>
                      </a:solidFill>
                      <a:prstDash val="solid"/>
                      <a:round/>
                      <a:headEnd type="none" w="med" len="med"/>
                      <a:tailEnd type="none" w="med" len="med"/>
                    </a:lnT>
                    <a:lnB w="38100" cap="flat" cmpd="sng" algn="ctr">
                      <a:solidFill>
                        <a:srgbClr val="D4D5F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ts val="1400"/>
                        </a:lnSpc>
                        <a:spcBef>
                          <a:spcPts val="0"/>
                        </a:spcBef>
                        <a:spcAft>
                          <a:spcPts val="0"/>
                        </a:spcAft>
                        <a:buClrTx/>
                        <a:buSzTx/>
                        <a:buFontTx/>
                        <a:buNone/>
                        <a:tabLst/>
                        <a:defRPr/>
                      </a:pPr>
                      <a:r>
                        <a:rPr lang="en-US" sz="1400" b="0" i="0" noProof="0" dirty="0">
                          <a:solidFill>
                            <a:schemeClr val="bg2"/>
                          </a:solidFill>
                          <a:latin typeface="+mn-lt"/>
                        </a:rPr>
                        <a:t>Execution Blueprint: Strategic Approach and Key Initiatives to Achieve Our Target</a:t>
                      </a:r>
                    </a:p>
                  </a:txBody>
                  <a:tcPr marL="360000" marR="45720" marT="144000" marB="180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38100" cap="flat" cmpd="sng" algn="ctr">
                      <a:solidFill>
                        <a:srgbClr val="00D5D0"/>
                      </a:solidFill>
                      <a:prstDash val="solid"/>
                      <a:round/>
                      <a:headEnd type="none" w="med" len="med"/>
                      <a:tailEnd type="none" w="med" len="med"/>
                    </a:lnT>
                    <a:lnB w="38100" cap="flat" cmpd="sng" algn="ctr">
                      <a:solidFill>
                        <a:srgbClr val="D4D5F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74772154"/>
                  </a:ext>
                </a:extLst>
              </a:tr>
              <a:tr h="617645">
                <a:tc>
                  <a:txBody>
                    <a:bodyPr/>
                    <a:lstStyle/>
                    <a:p>
                      <a:pPr lvl="0" algn="r">
                        <a:lnSpc>
                          <a:spcPts val="1400"/>
                        </a:lnSpc>
                        <a:buNone/>
                      </a:pPr>
                      <a:r>
                        <a:rPr lang="en-US" sz="1400" b="0" i="0" noProof="0">
                          <a:solidFill>
                            <a:schemeClr val="bg2"/>
                          </a:solidFill>
                          <a:latin typeface="+mn-lt"/>
                        </a:rPr>
                        <a:t>05</a:t>
                      </a:r>
                    </a:p>
                  </a:txBody>
                  <a:tcPr marL="45720" marR="360000" marT="144000" marB="180000">
                    <a:lnL w="0">
                      <a:noFill/>
                    </a:lnL>
                    <a:lnR w="0">
                      <a:noFill/>
                    </a:lnR>
                    <a:lnT w="38100" cap="flat" cmpd="sng" algn="ctr">
                      <a:solidFill>
                        <a:srgbClr val="D4D5F2"/>
                      </a:solidFill>
                      <a:prstDash val="solid"/>
                      <a:round/>
                      <a:headEnd type="none" w="med" len="med"/>
                      <a:tailEnd type="none" w="med" len="med"/>
                    </a:lnT>
                    <a:lnB w="38099">
                      <a:solidFill>
                        <a:srgbClr val="D4D5F2"/>
                      </a:solidFill>
                    </a:lnB>
                    <a:lnTlToBr w="0">
                      <a:noFill/>
                    </a:lnTlToBr>
                    <a:lnBlToTr w="0">
                      <a:noFill/>
                    </a:lnBlToTr>
                    <a:noFill/>
                  </a:tcPr>
                </a:tc>
                <a:tc>
                  <a:txBody>
                    <a:bodyPr/>
                    <a:lstStyle/>
                    <a:p>
                      <a:pPr marL="0" lvl="0" indent="0" algn="l">
                        <a:lnSpc>
                          <a:spcPts val="1400"/>
                        </a:lnSpc>
                        <a:spcBef>
                          <a:spcPts val="0"/>
                        </a:spcBef>
                        <a:spcAft>
                          <a:spcPts val="0"/>
                        </a:spcAft>
                        <a:buNone/>
                      </a:pPr>
                      <a:r>
                        <a:rPr lang="en-US" sz="1400" b="0" i="0" u="none" strike="noStrike" kern="1200" cap="none" spc="0" normalizeH="0" baseline="0" noProof="0" dirty="0">
                          <a:ln>
                            <a:noFill/>
                          </a:ln>
                          <a:solidFill>
                            <a:schemeClr val="bg2"/>
                          </a:solidFill>
                          <a:effectLst/>
                          <a:uLnTx/>
                          <a:uFillTx/>
                          <a:latin typeface="+mn-lt"/>
                          <a:ea typeface="+mn-ea"/>
                          <a:cs typeface="+mn-cs"/>
                        </a:rPr>
                        <a:t>TMT Focus Areas- Where We Are Investing Efforts and Driving Market Impact</a:t>
                      </a:r>
                      <a:endParaRPr kumimoji="0" lang="en-US" sz="1400" b="0" i="0" u="none" strike="noStrike" kern="1200" cap="none" spc="0" normalizeH="0" baseline="0" noProof="0" dirty="0">
                        <a:ln>
                          <a:noFill/>
                        </a:ln>
                        <a:solidFill>
                          <a:schemeClr val="bg2"/>
                        </a:solidFill>
                        <a:effectLst/>
                        <a:uLnTx/>
                        <a:uFillTx/>
                        <a:latin typeface="+mn-lt"/>
                        <a:ea typeface="+mn-ea"/>
                        <a:cs typeface="+mn-cs"/>
                      </a:endParaRPr>
                    </a:p>
                  </a:txBody>
                  <a:tcPr marL="360000" marR="45720" marT="144000" marB="180000">
                    <a:lnL w="0">
                      <a:noFill/>
                    </a:lnL>
                    <a:lnR w="0">
                      <a:noFill/>
                    </a:lnR>
                    <a:lnT w="38100" cap="flat" cmpd="sng" algn="ctr">
                      <a:solidFill>
                        <a:srgbClr val="D4D5F2"/>
                      </a:solidFill>
                      <a:prstDash val="solid"/>
                      <a:round/>
                      <a:headEnd type="none" w="med" len="med"/>
                      <a:tailEnd type="none" w="med" len="med"/>
                    </a:lnT>
                    <a:lnB w="38099">
                      <a:solidFill>
                        <a:srgbClr val="D4D5F2"/>
                      </a:solidFill>
                    </a:lnB>
                    <a:lnTlToBr w="0">
                      <a:noFill/>
                    </a:lnTlToBr>
                    <a:lnBlToTr w="0">
                      <a:noFill/>
                    </a:lnBlToTr>
                    <a:noFill/>
                  </a:tcPr>
                </a:tc>
                <a:extLst>
                  <a:ext uri="{0D108BD9-81ED-4DB2-BD59-A6C34878D82A}">
                    <a16:rowId xmlns:a16="http://schemas.microsoft.com/office/drawing/2014/main" val="2529927498"/>
                  </a:ext>
                </a:extLst>
              </a:tr>
              <a:tr h="617646">
                <a:tc>
                  <a:txBody>
                    <a:bodyPr/>
                    <a:lstStyle/>
                    <a:p>
                      <a:pPr algn="r">
                        <a:lnSpc>
                          <a:spcPts val="1400"/>
                        </a:lnSpc>
                      </a:pPr>
                      <a:r>
                        <a:rPr lang="en-US" sz="1400" b="0" i="0" noProof="0">
                          <a:solidFill>
                            <a:schemeClr val="bg2"/>
                          </a:solidFill>
                          <a:latin typeface="+mn-lt"/>
                        </a:rPr>
                        <a:t>06</a:t>
                      </a:r>
                    </a:p>
                  </a:txBody>
                  <a:tcPr marL="45720" marR="360000" marT="144000" marB="180000">
                    <a:lnL w="12700" cmpd="sng">
                      <a:noFill/>
                    </a:lnL>
                    <a:lnR w="12700" cap="flat" cmpd="sng" algn="ctr">
                      <a:noFill/>
                      <a:prstDash val="solid"/>
                      <a:round/>
                      <a:headEnd type="none" w="med" len="med"/>
                      <a:tailEnd type="none" w="med" len="med"/>
                    </a:lnR>
                    <a:lnT w="38099" cap="flat" cmpd="sng" algn="ctr">
                      <a:solidFill>
                        <a:srgbClr val="D4D5F2"/>
                      </a:solidFill>
                      <a:prstDash val="solid"/>
                      <a:round/>
                      <a:headEnd type="none" w="med" len="med"/>
                      <a:tailEnd type="none" w="med" len="med"/>
                    </a:lnT>
                    <a:lnB w="38100" cap="flat" cmpd="sng" algn="ctr">
                      <a:solidFill>
                        <a:srgbClr val="D4D5F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eaLnBrk="1" fontAlgn="auto" latinLnBrk="0" hangingPunct="1">
                        <a:lnSpc>
                          <a:spcPts val="1400"/>
                        </a:lnSpc>
                        <a:spcBef>
                          <a:spcPts val="0"/>
                        </a:spcBef>
                        <a:spcAft>
                          <a:spcPts val="0"/>
                        </a:spcAft>
                        <a:buClrTx/>
                        <a:buSzTx/>
                        <a:buFontTx/>
                        <a:buNone/>
                      </a:pPr>
                      <a:r>
                        <a:rPr lang="en-US" sz="1400" b="0" i="0" u="none" strike="noStrike" kern="1200" cap="none" spc="0" normalizeH="0" baseline="0" noProof="0" dirty="0">
                          <a:ln>
                            <a:noFill/>
                          </a:ln>
                          <a:solidFill>
                            <a:schemeClr val="bg2"/>
                          </a:solidFill>
                          <a:effectLst/>
                          <a:uLnTx/>
                          <a:uFillTx/>
                          <a:latin typeface="Ubuntu"/>
                          <a:ea typeface="+mn-ea"/>
                          <a:cs typeface="+mn-cs"/>
                        </a:rPr>
                        <a:t>Industry insights &amp; Knowledge Sharing : </a:t>
                      </a:r>
                      <a:r>
                        <a:rPr lang="en-US" sz="1400" b="0" i="0" u="none" strike="noStrike" kern="1200" cap="none" spc="0" normalizeH="0" baseline="0" noProof="0" dirty="0">
                          <a:ln>
                            <a:noFill/>
                          </a:ln>
                          <a:solidFill>
                            <a:schemeClr val="bg2"/>
                          </a:solidFill>
                          <a:effectLst/>
                          <a:uLnTx/>
                          <a:uFillTx/>
                          <a:latin typeface="+mn-lt"/>
                          <a:ea typeface="+mn-ea"/>
                          <a:cs typeface="+mn-cs"/>
                        </a:rPr>
                        <a:t>Demo of Co-pilot Driven Dashboard</a:t>
                      </a:r>
                      <a:endParaRPr kumimoji="0" lang="en-US" dirty="0"/>
                    </a:p>
                  </a:txBody>
                  <a:tcPr marL="360000" marR="45720" marT="144000" marB="180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38099" cap="flat" cmpd="sng" algn="ctr">
                      <a:solidFill>
                        <a:srgbClr val="D4D5F2"/>
                      </a:solidFill>
                      <a:prstDash val="solid"/>
                      <a:round/>
                      <a:headEnd type="none" w="med" len="med"/>
                      <a:tailEnd type="none" w="med" len="med"/>
                    </a:lnT>
                    <a:lnB w="38100" cap="flat" cmpd="sng" algn="ctr">
                      <a:solidFill>
                        <a:srgbClr val="D4D5F2"/>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267503373"/>
                  </a:ext>
                </a:extLst>
              </a:tr>
            </a:tbl>
          </a:graphicData>
        </a:graphic>
      </p:graphicFrame>
      <p:sp>
        <p:nvSpPr>
          <p:cNvPr id="9" name="Date Placeholder 8">
            <a:extLst>
              <a:ext uri="{FF2B5EF4-FFF2-40B4-BE49-F238E27FC236}">
                <a16:creationId xmlns:a16="http://schemas.microsoft.com/office/drawing/2014/main" id="{2ADBF016-0DA2-7B34-02F3-23F8625462B2}"/>
              </a:ext>
            </a:extLst>
          </p:cNvPr>
          <p:cNvSpPr>
            <a:spLocks noGrp="1"/>
          </p:cNvSpPr>
          <p:nvPr>
            <p:ph type="dt" sz="half" idx="10"/>
          </p:nvPr>
        </p:nvSpPr>
        <p:spPr/>
        <p:txBody>
          <a:bodyPr/>
          <a:lstStyle/>
          <a:p>
            <a:pPr marL="0" marR="0" lvl="0" indent="0" algn="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de-DE" sz="800" b="0" i="0" u="none" strike="noStrike" kern="1200" cap="none" spc="0" normalizeH="0" baseline="0" noProof="0">
                <a:ln>
                  <a:noFill/>
                </a:ln>
                <a:solidFill>
                  <a:srgbClr val="FFFFFF">
                    <a:lumMod val="65000"/>
                  </a:srgbClr>
                </a:solidFill>
                <a:effectLst/>
                <a:uLnTx/>
                <a:uFillTx/>
                <a:latin typeface="Ubuntu"/>
                <a:ea typeface="+mn-ea"/>
                <a:cs typeface="+mn-cs"/>
              </a:rPr>
              <a:t>© Capgemini 2026. All rights reserved.</a:t>
            </a:r>
            <a:endParaRPr kumimoji="0" lang="en-US" sz="800" b="0" i="0" u="none" strike="noStrike" kern="1200" cap="none" spc="0" normalizeH="0" baseline="0" noProof="0">
              <a:ln>
                <a:noFill/>
              </a:ln>
              <a:solidFill>
                <a:srgbClr val="FFFFFF">
                  <a:lumMod val="65000"/>
                </a:srgbClr>
              </a:solidFill>
              <a:effectLst/>
              <a:uLnTx/>
              <a:uFillTx/>
              <a:latin typeface="Ubuntu"/>
              <a:ea typeface="+mn-ea"/>
              <a:cs typeface="+mn-cs"/>
            </a:endParaRPr>
          </a:p>
        </p:txBody>
      </p:sp>
      <p:sp>
        <p:nvSpPr>
          <p:cNvPr id="11" name="Slide Number Placeholder 10">
            <a:extLst>
              <a:ext uri="{FF2B5EF4-FFF2-40B4-BE49-F238E27FC236}">
                <a16:creationId xmlns:a16="http://schemas.microsoft.com/office/drawing/2014/main" id="{A96E30D7-45E9-23DC-8F12-D0A2950E70E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9A5160-6218-4E5A-B9E6-B93E3DAE377C}" type="slidenum">
              <a:rPr kumimoji="0" lang="en-US" sz="800" b="0" i="0" u="none" strike="noStrike" kern="1200" cap="none" spc="0" normalizeH="0" baseline="0" noProof="0" smtClean="0">
                <a:ln>
                  <a:noFill/>
                </a:ln>
                <a:solidFill>
                  <a:srgbClr val="FFFFFF">
                    <a:lumMod val="65000"/>
                  </a:srgbClr>
                </a:solidFill>
                <a:effectLst/>
                <a:uLnTx/>
                <a:uFillTx/>
                <a:latin typeface="Ubuntu"/>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800" b="0" i="0" u="none" strike="noStrike" kern="1200" cap="none" spc="0" normalizeH="0" baseline="0" noProof="0">
              <a:ln>
                <a:noFill/>
              </a:ln>
              <a:solidFill>
                <a:srgbClr val="FFFFFF">
                  <a:lumMod val="65000"/>
                </a:srgbClr>
              </a:solidFill>
              <a:effectLst/>
              <a:uLnTx/>
              <a:uFillTx/>
              <a:latin typeface="Ubuntu"/>
              <a:ea typeface="+mn-ea"/>
              <a:cs typeface="Arial" panose="020B0604020202020204" pitchFamily="34" charset="0"/>
            </a:endParaRPr>
          </a:p>
        </p:txBody>
      </p:sp>
      <p:sp>
        <p:nvSpPr>
          <p:cNvPr id="2" name="Footer Placeholder 17">
            <a:extLst>
              <a:ext uri="{FF2B5EF4-FFF2-40B4-BE49-F238E27FC236}">
                <a16:creationId xmlns:a16="http://schemas.microsoft.com/office/drawing/2014/main" id="{A0B2FD74-5FAF-EA3D-D3DD-9985EDE794D9}"/>
              </a:ext>
            </a:extLst>
          </p:cNvPr>
          <p:cNvSpPr txBox="1">
            <a:spLocks/>
          </p:cNvSpPr>
          <p:nvPr/>
        </p:nvSpPr>
        <p:spPr>
          <a:xfrm>
            <a:off x="558423" y="6608608"/>
            <a:ext cx="4716524" cy="123111"/>
          </a:xfrm>
          <a:prstGeom prst="rect">
            <a:avLst/>
          </a:prstGeom>
        </p:spPr>
        <p:txBody>
          <a:bodyPr wrap="none" lIns="0" tIns="0" rIns="0" bIns="0" anchor="ctr" anchorCtr="0">
            <a:noAutofit/>
          </a:bodyPr>
          <a:lstStyle>
            <a:defPPr>
              <a:defRPr lang="en-PL"/>
            </a:defPPr>
            <a:lvl1pPr marL="0" algn="l" defTabSz="914400" rtl="0" eaLnBrk="1" latinLnBrk="0" hangingPunct="1">
              <a:defRPr lang="de-DE" sz="800" kern="1200">
                <a:solidFill>
                  <a:schemeClr val="bg1">
                    <a:lumMod val="6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ts val="1000"/>
              </a:spcBef>
              <a:buFont typeface="Arial" panose="020B0604020202020204" pitchFamily="34" charset="0"/>
              <a:buNone/>
            </a:pPr>
            <a:r>
              <a:rPr lang="en-US"/>
              <a:t>TMT Monthly Update |  July 2026</a:t>
            </a:r>
          </a:p>
        </p:txBody>
      </p:sp>
    </p:spTree>
    <p:extLst>
      <p:ext uri="{BB962C8B-B14F-4D97-AF65-F5344CB8AC3E}">
        <p14:creationId xmlns:p14="http://schemas.microsoft.com/office/powerpoint/2010/main" val="22981548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5299C3-EC1E-75FD-9E5E-A1A7DC0CE7E3}"/>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65D34D33-8CFB-01B6-FE50-4C3BC62AD8B0}"/>
              </a:ext>
            </a:extLst>
          </p:cNvPr>
          <p:cNvSpPr/>
          <p:nvPr/>
        </p:nvSpPr>
        <p:spPr>
          <a:xfrm>
            <a:off x="62006" y="92854"/>
            <a:ext cx="6048000" cy="6689544"/>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sz="1400" err="1">
              <a:solidFill>
                <a:schemeClr val="tx1"/>
              </a:solidFill>
            </a:endParaRPr>
          </a:p>
        </p:txBody>
      </p:sp>
      <p:sp>
        <p:nvSpPr>
          <p:cNvPr id="37" name="Title 88">
            <a:extLst>
              <a:ext uri="{FF2B5EF4-FFF2-40B4-BE49-F238E27FC236}">
                <a16:creationId xmlns:a16="http://schemas.microsoft.com/office/drawing/2014/main" id="{C1EA6C35-059D-FC9C-2B5C-C8D62E3F6E67}"/>
              </a:ext>
            </a:extLst>
          </p:cNvPr>
          <p:cNvSpPr txBox="1">
            <a:spLocks/>
          </p:cNvSpPr>
          <p:nvPr/>
        </p:nvSpPr>
        <p:spPr>
          <a:xfrm>
            <a:off x="250867" y="267628"/>
            <a:ext cx="10947772" cy="410817"/>
          </a:xfrm>
          <a:prstGeom prst="rect">
            <a:avLst/>
          </a:prstGeom>
        </p:spPr>
        <p:txBody>
          <a:bodyPr/>
          <a:lstStyle>
            <a:lvl1pPr marL="0" marR="0" indent="0" algn="l" defTabSz="914400" rtl="0" eaLnBrk="1" fontAlgn="auto" latinLnBrk="0" hangingPunct="1">
              <a:lnSpc>
                <a:spcPct val="90000"/>
              </a:lnSpc>
              <a:spcBef>
                <a:spcPct val="0"/>
              </a:spcBef>
              <a:spcAft>
                <a:spcPts val="0"/>
              </a:spcAft>
              <a:buClrTx/>
              <a:buSzTx/>
              <a:buFontTx/>
              <a:buNone/>
              <a:tabLst/>
              <a:defRPr kumimoji="0" lang="de-DE" sz="3200" b="0" i="0" u="none" strike="noStrike" kern="1200" cap="none" spc="0" normalizeH="0" baseline="0" noProof="0" dirty="0">
                <a:ln>
                  <a:noFill/>
                </a:ln>
                <a:solidFill>
                  <a:schemeClr val="tx1"/>
                </a:solidFill>
                <a:effectLst/>
                <a:uLnTx/>
                <a:uFillTx/>
                <a:latin typeface="+mj-lt"/>
                <a:ea typeface="+mj-ea"/>
                <a:cs typeface="+mj-cs"/>
              </a:defRPr>
            </a:lvl1pPr>
          </a:lstStyle>
          <a:p>
            <a:r>
              <a:rPr lang="en-IN" sz="2800" dirty="0">
                <a:solidFill>
                  <a:schemeClr val="bg2"/>
                </a:solidFill>
              </a:rPr>
              <a:t>Demo : </a:t>
            </a:r>
            <a:r>
              <a:rPr lang="en-US" sz="2800" dirty="0">
                <a:solidFill>
                  <a:schemeClr val="bg2"/>
                </a:solidFill>
              </a:rPr>
              <a:t>Dashboards (TMT Internal)  </a:t>
            </a:r>
            <a:r>
              <a:rPr lang="en-US" sz="2800" dirty="0">
                <a:solidFill>
                  <a:schemeClr val="tx2"/>
                </a:solidFill>
              </a:rPr>
              <a:t>Driven via vibe-coding</a:t>
            </a:r>
            <a:endParaRPr lang="en-IN" sz="2800" dirty="0">
              <a:solidFill>
                <a:schemeClr val="tx2"/>
              </a:solidFill>
            </a:endParaRPr>
          </a:p>
        </p:txBody>
      </p:sp>
      <p:sp>
        <p:nvSpPr>
          <p:cNvPr id="4" name="Footer Placeholder 17">
            <a:extLst>
              <a:ext uri="{FF2B5EF4-FFF2-40B4-BE49-F238E27FC236}">
                <a16:creationId xmlns:a16="http://schemas.microsoft.com/office/drawing/2014/main" id="{70112041-5B83-450E-D67A-905092BE3D5A}"/>
              </a:ext>
            </a:extLst>
          </p:cNvPr>
          <p:cNvSpPr txBox="1">
            <a:spLocks/>
          </p:cNvSpPr>
          <p:nvPr/>
        </p:nvSpPr>
        <p:spPr>
          <a:xfrm>
            <a:off x="538759" y="6628540"/>
            <a:ext cx="4716524" cy="123111"/>
          </a:xfrm>
          <a:prstGeom prst="rect">
            <a:avLst/>
          </a:prstGeom>
        </p:spPr>
        <p:txBody>
          <a:bodyPr wrap="none" lIns="0" tIns="0" rIns="0" bIns="0" anchor="ctr" anchorCtr="0">
            <a:noAutofit/>
          </a:bodyPr>
          <a:lstStyle>
            <a:defPPr>
              <a:defRPr lang="en-PL"/>
            </a:defPPr>
            <a:lvl1pPr marL="0" algn="l" defTabSz="914400" rtl="0" eaLnBrk="1" latinLnBrk="0" hangingPunct="1">
              <a:defRPr lang="de-DE" sz="800" kern="1200">
                <a:solidFill>
                  <a:schemeClr val="bg1">
                    <a:lumMod val="6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ts val="1000"/>
              </a:spcBef>
              <a:buFont typeface="Arial" panose="020B0604020202020204" pitchFamily="34" charset="0"/>
              <a:buNone/>
            </a:pPr>
            <a:r>
              <a:rPr lang="en-US">
                <a:solidFill>
                  <a:schemeClr val="bg2">
                    <a:lumMod val="85000"/>
                  </a:schemeClr>
                </a:solidFill>
              </a:rPr>
              <a:t>TMT Monthly Update |  July 2026</a:t>
            </a:r>
          </a:p>
        </p:txBody>
      </p:sp>
      <p:sp>
        <p:nvSpPr>
          <p:cNvPr id="9" name="Rectangle 8">
            <a:extLst>
              <a:ext uri="{FF2B5EF4-FFF2-40B4-BE49-F238E27FC236}">
                <a16:creationId xmlns:a16="http://schemas.microsoft.com/office/drawing/2014/main" id="{30B1A8C3-7113-55A7-280E-596FE9468A6E}"/>
              </a:ext>
            </a:extLst>
          </p:cNvPr>
          <p:cNvSpPr/>
          <p:nvPr/>
        </p:nvSpPr>
        <p:spPr>
          <a:xfrm>
            <a:off x="12093700" y="0"/>
            <a:ext cx="108000" cy="6858000"/>
          </a:xfrm>
          <a:prstGeom prst="rect">
            <a:avLst/>
          </a:prstGeom>
          <a:gradFill>
            <a:gsLst>
              <a:gs pos="0">
                <a:schemeClr val="accent1"/>
              </a:gs>
              <a:gs pos="56000">
                <a:schemeClr val="accent2"/>
              </a:gs>
              <a:gs pos="83000">
                <a:schemeClr val="accent4"/>
              </a:gs>
            </a:gsLst>
            <a:lin ang="5400000" scaled="1"/>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sz="1400" err="1">
              <a:solidFill>
                <a:schemeClr val="tx1"/>
              </a:solidFill>
            </a:endParaRPr>
          </a:p>
        </p:txBody>
      </p:sp>
      <p:sp>
        <p:nvSpPr>
          <p:cNvPr id="10" name="Rectangle 9">
            <a:extLst>
              <a:ext uri="{FF2B5EF4-FFF2-40B4-BE49-F238E27FC236}">
                <a16:creationId xmlns:a16="http://schemas.microsoft.com/office/drawing/2014/main" id="{3DEB24C1-9334-FE48-8BB2-44B2872FB253}"/>
              </a:ext>
            </a:extLst>
          </p:cNvPr>
          <p:cNvSpPr/>
          <p:nvPr/>
        </p:nvSpPr>
        <p:spPr>
          <a:xfrm>
            <a:off x="-17978" y="0"/>
            <a:ext cx="108000" cy="6858000"/>
          </a:xfrm>
          <a:prstGeom prst="rect">
            <a:avLst/>
          </a:prstGeom>
          <a:gradFill>
            <a:gsLst>
              <a:gs pos="0">
                <a:schemeClr val="accent1"/>
              </a:gs>
              <a:gs pos="56000">
                <a:schemeClr val="accent2"/>
              </a:gs>
              <a:gs pos="83000">
                <a:schemeClr val="accent4"/>
              </a:gs>
            </a:gsLst>
            <a:lin ang="5400000" scaled="1"/>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sz="1400" err="1">
              <a:solidFill>
                <a:schemeClr val="tx1"/>
              </a:solidFill>
            </a:endParaRPr>
          </a:p>
        </p:txBody>
      </p:sp>
      <p:sp>
        <p:nvSpPr>
          <p:cNvPr id="11" name="Rectangle 10">
            <a:extLst>
              <a:ext uri="{FF2B5EF4-FFF2-40B4-BE49-F238E27FC236}">
                <a16:creationId xmlns:a16="http://schemas.microsoft.com/office/drawing/2014/main" id="{0CB600A3-5A7E-8272-D20E-DFE15FB42A61}"/>
              </a:ext>
            </a:extLst>
          </p:cNvPr>
          <p:cNvSpPr/>
          <p:nvPr/>
        </p:nvSpPr>
        <p:spPr>
          <a:xfrm>
            <a:off x="-17978" y="-5872"/>
            <a:ext cx="12240000" cy="109034"/>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sz="1400" err="1">
              <a:solidFill>
                <a:schemeClr val="tx1"/>
              </a:solidFill>
            </a:endParaRPr>
          </a:p>
        </p:txBody>
      </p:sp>
      <p:sp>
        <p:nvSpPr>
          <p:cNvPr id="12" name="Rectangle 11">
            <a:extLst>
              <a:ext uri="{FF2B5EF4-FFF2-40B4-BE49-F238E27FC236}">
                <a16:creationId xmlns:a16="http://schemas.microsoft.com/office/drawing/2014/main" id="{FF44A861-88BF-EF7B-163F-E03831568D43}"/>
              </a:ext>
            </a:extLst>
          </p:cNvPr>
          <p:cNvSpPr/>
          <p:nvPr/>
        </p:nvSpPr>
        <p:spPr>
          <a:xfrm>
            <a:off x="-24000" y="6782398"/>
            <a:ext cx="12240000" cy="109034"/>
          </a:xfrm>
          <a:prstGeom prst="rect">
            <a:avLst/>
          </a:prstGeom>
          <a:solidFill>
            <a:srgbClr val="00828E"/>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sz="1400" err="1">
              <a:solidFill>
                <a:schemeClr val="tx1"/>
              </a:solidFill>
            </a:endParaRPr>
          </a:p>
        </p:txBody>
      </p:sp>
      <p:pic>
        <p:nvPicPr>
          <p:cNvPr id="5" name="Picture 4">
            <a:extLst>
              <a:ext uri="{FF2B5EF4-FFF2-40B4-BE49-F238E27FC236}">
                <a16:creationId xmlns:a16="http://schemas.microsoft.com/office/drawing/2014/main" id="{8F5EDF53-218B-1BE8-FF0B-1A90CED3FC85}"/>
              </a:ext>
            </a:extLst>
          </p:cNvPr>
          <p:cNvPicPr>
            <a:picLocks noChangeAspect="1"/>
          </p:cNvPicPr>
          <p:nvPr/>
        </p:nvPicPr>
        <p:blipFill>
          <a:blip r:embed="rId3"/>
          <a:stretch>
            <a:fillRect/>
          </a:stretch>
        </p:blipFill>
        <p:spPr>
          <a:xfrm>
            <a:off x="250867" y="3968330"/>
            <a:ext cx="5634171" cy="2520000"/>
          </a:xfrm>
          <a:prstGeom prst="rect">
            <a:avLst/>
          </a:prstGeom>
          <a:ln>
            <a:solidFill>
              <a:schemeClr val="bg2"/>
            </a:solidFill>
          </a:ln>
          <a:effectLst>
            <a:outerShdw blurRad="190500" algn="tl" rotWithShape="0">
              <a:schemeClr val="bg2">
                <a:alpha val="70000"/>
              </a:schemeClr>
            </a:outerShdw>
          </a:effectLst>
        </p:spPr>
      </p:pic>
      <p:sp>
        <p:nvSpPr>
          <p:cNvPr id="8" name="TextBox 7">
            <a:extLst>
              <a:ext uri="{FF2B5EF4-FFF2-40B4-BE49-F238E27FC236}">
                <a16:creationId xmlns:a16="http://schemas.microsoft.com/office/drawing/2014/main" id="{421C2761-55CA-8D45-0E79-A6DA1796C59E}"/>
              </a:ext>
            </a:extLst>
          </p:cNvPr>
          <p:cNvSpPr txBox="1"/>
          <p:nvPr/>
        </p:nvSpPr>
        <p:spPr>
          <a:xfrm>
            <a:off x="90022" y="1641135"/>
            <a:ext cx="5983694" cy="2031325"/>
          </a:xfrm>
          <a:prstGeom prst="rect">
            <a:avLst/>
          </a:prstGeom>
          <a:noFill/>
        </p:spPr>
        <p:txBody>
          <a:bodyPr wrap="square">
            <a:spAutoFit/>
          </a:bodyPr>
          <a:lstStyle/>
          <a:p>
            <a:pPr algn="ctr" fontAlgn="base">
              <a:buNone/>
            </a:pPr>
            <a:r>
              <a:rPr lang="en-IN" sz="1400" b="0" i="0">
                <a:solidFill>
                  <a:schemeClr val="bg2"/>
                </a:solidFill>
                <a:effectLst/>
                <a:latin typeface="Ubuntu" panose="020B0504030602030204" pitchFamily="34" charset="0"/>
              </a:rPr>
              <a:t>The solution automatically ingests monthly THOR opportunity reports, validates data quality and structure, and generates a comprehensive management dashboard covering bookings, pipeline health, market performance, account insights, domain analysis, target attainment, and year-over-year trends.</a:t>
            </a:r>
          </a:p>
          <a:p>
            <a:pPr algn="ctr" fontAlgn="base">
              <a:buNone/>
            </a:pPr>
            <a:r>
              <a:rPr lang="en-IN" sz="1400" b="0" i="0">
                <a:solidFill>
                  <a:schemeClr val="bg2"/>
                </a:solidFill>
                <a:effectLst/>
                <a:latin typeface="Ubuntu" panose="020B0504030602030204" pitchFamily="34" charset="0"/>
              </a:rPr>
              <a:t>Unlike traditional reporting solutions that require multiple manual data preparation and presentation activities, this dashboard performs end-to-end processing directly within the browser, providing leadership teams with a real-time, standardized view of business performance.</a:t>
            </a:r>
          </a:p>
        </p:txBody>
      </p:sp>
      <p:sp>
        <p:nvSpPr>
          <p:cNvPr id="13" name="TextBox 12">
            <a:extLst>
              <a:ext uri="{FF2B5EF4-FFF2-40B4-BE49-F238E27FC236}">
                <a16:creationId xmlns:a16="http://schemas.microsoft.com/office/drawing/2014/main" id="{48311201-A164-A071-1327-0D4849DF5AFC}"/>
              </a:ext>
            </a:extLst>
          </p:cNvPr>
          <p:cNvSpPr txBox="1"/>
          <p:nvPr/>
        </p:nvSpPr>
        <p:spPr>
          <a:xfrm>
            <a:off x="653812" y="1069428"/>
            <a:ext cx="4856114" cy="402291"/>
          </a:xfrm>
          <a:prstGeom prst="rect">
            <a:avLst/>
          </a:prstGeom>
          <a:noFill/>
        </p:spPr>
        <p:txBody>
          <a:bodyPr vert="horz" wrap="none" lIns="90000" tIns="46800" rIns="90000" bIns="46800" rtlCol="0" anchor="ctr">
            <a:spAutoFit/>
          </a:bodyPr>
          <a:lstStyle/>
          <a:p>
            <a:pPr algn="ctr">
              <a:spcBef>
                <a:spcPct val="0"/>
              </a:spcBef>
            </a:pPr>
            <a:r>
              <a:rPr lang="en-IN" sz="2000" b="1">
                <a:solidFill>
                  <a:schemeClr val="bg2"/>
                </a:solidFill>
              </a:rPr>
              <a:t>TMT Monthly Management Dashboard</a:t>
            </a:r>
          </a:p>
        </p:txBody>
      </p:sp>
      <p:sp>
        <p:nvSpPr>
          <p:cNvPr id="14" name="TextBox 13">
            <a:extLst>
              <a:ext uri="{FF2B5EF4-FFF2-40B4-BE49-F238E27FC236}">
                <a16:creationId xmlns:a16="http://schemas.microsoft.com/office/drawing/2014/main" id="{6D8877AB-C5E8-0C24-3FB0-FD1E8B79AAB4}"/>
              </a:ext>
            </a:extLst>
          </p:cNvPr>
          <p:cNvSpPr txBox="1"/>
          <p:nvPr/>
        </p:nvSpPr>
        <p:spPr>
          <a:xfrm>
            <a:off x="6115800" y="1641135"/>
            <a:ext cx="5983694" cy="2031325"/>
          </a:xfrm>
          <a:prstGeom prst="rect">
            <a:avLst/>
          </a:prstGeom>
          <a:noFill/>
        </p:spPr>
        <p:txBody>
          <a:bodyPr wrap="square">
            <a:spAutoFit/>
          </a:bodyPr>
          <a:lstStyle/>
          <a:p>
            <a:pPr algn="ctr" fontAlgn="base">
              <a:buNone/>
            </a:pPr>
            <a:r>
              <a:rPr lang="en-IN" sz="1400" b="0" i="0">
                <a:effectLst/>
                <a:latin typeface="Ubuntu" panose="020B0504030602030204" pitchFamily="34" charset="0"/>
              </a:rPr>
              <a:t>The solution converts the weekly THOR opportunity review process into a structured, automated, and executive-ready dashboard that supports faster sales governance, pipeline visibility, and booking decision-making.</a:t>
            </a:r>
          </a:p>
          <a:p>
            <a:pPr algn="ctr" fontAlgn="base">
              <a:buNone/>
            </a:pPr>
            <a:r>
              <a:rPr lang="en-IN" sz="1400" b="0" i="0">
                <a:effectLst/>
                <a:latin typeface="Ubuntu" panose="020B0504030602030204" pitchFamily="34" charset="0"/>
              </a:rPr>
              <a:t>The dashboard takes the current week and previous week THOR reports as inputs and automatically generates a standalone executive dashboard. It provides a consolidated view of booking performance, pipeline health, projected booking, stage movement, ageing pipeline, and opportunity-level actions. </a:t>
            </a:r>
          </a:p>
        </p:txBody>
      </p:sp>
      <p:sp>
        <p:nvSpPr>
          <p:cNvPr id="15" name="TextBox 14">
            <a:extLst>
              <a:ext uri="{FF2B5EF4-FFF2-40B4-BE49-F238E27FC236}">
                <a16:creationId xmlns:a16="http://schemas.microsoft.com/office/drawing/2014/main" id="{48669511-7B16-726C-04FD-8011601BCCC7}"/>
              </a:ext>
            </a:extLst>
          </p:cNvPr>
          <p:cNvSpPr txBox="1"/>
          <p:nvPr/>
        </p:nvSpPr>
        <p:spPr>
          <a:xfrm>
            <a:off x="6679590" y="1069428"/>
            <a:ext cx="4856114" cy="402291"/>
          </a:xfrm>
          <a:prstGeom prst="rect">
            <a:avLst/>
          </a:prstGeom>
          <a:noFill/>
        </p:spPr>
        <p:txBody>
          <a:bodyPr vert="horz" wrap="none" lIns="90000" tIns="46800" rIns="90000" bIns="46800" rtlCol="0" anchor="ctr">
            <a:spAutoFit/>
          </a:bodyPr>
          <a:lstStyle/>
          <a:p>
            <a:pPr algn="ctr">
              <a:spcBef>
                <a:spcPct val="0"/>
              </a:spcBef>
            </a:pPr>
            <a:r>
              <a:rPr lang="en-IN" sz="2000" b="1"/>
              <a:t>Weekly THOR Opportunity Dashboard</a:t>
            </a:r>
          </a:p>
        </p:txBody>
      </p:sp>
      <p:pic>
        <p:nvPicPr>
          <p:cNvPr id="17" name="Picture 16">
            <a:extLst>
              <a:ext uri="{FF2B5EF4-FFF2-40B4-BE49-F238E27FC236}">
                <a16:creationId xmlns:a16="http://schemas.microsoft.com/office/drawing/2014/main" id="{BA82DDDC-B805-82ED-4024-07B6EB74CC81}"/>
              </a:ext>
            </a:extLst>
          </p:cNvPr>
          <p:cNvPicPr>
            <a:picLocks noChangeAspect="1"/>
          </p:cNvPicPr>
          <p:nvPr/>
        </p:nvPicPr>
        <p:blipFill>
          <a:blip r:embed="rId4"/>
          <a:srcRect b="7392"/>
          <a:stretch>
            <a:fillRect/>
          </a:stretch>
        </p:blipFill>
        <p:spPr>
          <a:xfrm>
            <a:off x="6389779" y="3968330"/>
            <a:ext cx="5435736" cy="2520000"/>
          </a:xfrm>
          <a:prstGeom prst="rect">
            <a:avLst/>
          </a:prstGeom>
          <a:ln>
            <a:noFill/>
          </a:ln>
          <a:effectLst>
            <a:outerShdw blurRad="190500" algn="tl" rotWithShape="0">
              <a:srgbClr val="000000">
                <a:alpha val="70000"/>
              </a:srgbClr>
            </a:outerShdw>
          </a:effectLst>
        </p:spPr>
      </p:pic>
      <p:sp>
        <p:nvSpPr>
          <p:cNvPr id="23" name="Slide Number Placeholder 10">
            <a:extLst>
              <a:ext uri="{FF2B5EF4-FFF2-40B4-BE49-F238E27FC236}">
                <a16:creationId xmlns:a16="http://schemas.microsoft.com/office/drawing/2014/main" id="{F19FD3D5-8450-5706-A47A-8979923786AB}"/>
              </a:ext>
            </a:extLst>
          </p:cNvPr>
          <p:cNvSpPr txBox="1">
            <a:spLocks/>
          </p:cNvSpPr>
          <p:nvPr/>
        </p:nvSpPr>
        <p:spPr>
          <a:xfrm>
            <a:off x="11715613" y="6596143"/>
            <a:ext cx="357765" cy="109035"/>
          </a:xfrm>
          <a:prstGeom prst="rect">
            <a:avLst/>
          </a:prstGeom>
        </p:spPr>
        <p:txBody>
          <a:bodyPr/>
          <a:lstStyle>
            <a:defPPr>
              <a:defRPr lang="en-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5D9A5160-6218-4E5A-B9E6-B93E3DAE377C}" type="slidenum">
              <a:rPr lang="en-US" sz="800" smtClean="0">
                <a:solidFill>
                  <a:srgbClr val="FFFFFF">
                    <a:lumMod val="65000"/>
                  </a:srgbClr>
                </a:solidFill>
                <a:latin typeface="Ubuntu"/>
                <a:cs typeface="Arial" panose="020B0604020202020204" pitchFamily="34" charset="0"/>
              </a:rPr>
              <a:pPr algn="r">
                <a:defRPr/>
              </a:pPr>
              <a:t>24</a:t>
            </a:fld>
            <a:endParaRPr lang="en-US" sz="800">
              <a:solidFill>
                <a:srgbClr val="FFFFFF">
                  <a:lumMod val="65000"/>
                </a:srgbClr>
              </a:solidFill>
              <a:latin typeface="Ubuntu"/>
              <a:cs typeface="Arial" panose="020B0604020202020204" pitchFamily="34" charset="0"/>
            </a:endParaRPr>
          </a:p>
        </p:txBody>
      </p:sp>
      <p:sp>
        <p:nvSpPr>
          <p:cNvPr id="25" name="Date Placeholder 2">
            <a:extLst>
              <a:ext uri="{FF2B5EF4-FFF2-40B4-BE49-F238E27FC236}">
                <a16:creationId xmlns:a16="http://schemas.microsoft.com/office/drawing/2014/main" id="{A79B1652-5BB6-BC4A-B180-F8CE7E472B32}"/>
              </a:ext>
            </a:extLst>
          </p:cNvPr>
          <p:cNvSpPr>
            <a:spLocks noGrp="1"/>
          </p:cNvSpPr>
          <p:nvPr>
            <p:ph type="dt" sz="half" idx="10"/>
          </p:nvPr>
        </p:nvSpPr>
        <p:spPr>
          <a:xfrm>
            <a:off x="8823960" y="6650661"/>
            <a:ext cx="2817177" cy="123111"/>
          </a:xfrm>
        </p:spPr>
        <p:txBody>
          <a:bodyPr/>
          <a:lstStyle/>
          <a:p>
            <a:pPr>
              <a:spcBef>
                <a:spcPts val="1000"/>
              </a:spcBef>
              <a:buFont typeface="Arial" panose="020B0604020202020204" pitchFamily="34" charset="0"/>
              <a:buNone/>
            </a:pPr>
            <a:r>
              <a:rPr lang="en-US"/>
              <a:t>Company Confidential © Capgemini 2026. All rights reserved.</a:t>
            </a:r>
          </a:p>
        </p:txBody>
      </p:sp>
    </p:spTree>
    <p:extLst>
      <p:ext uri="{BB962C8B-B14F-4D97-AF65-F5344CB8AC3E}">
        <p14:creationId xmlns:p14="http://schemas.microsoft.com/office/powerpoint/2010/main" val="2686549169"/>
      </p:ext>
    </p:extLst>
  </p:cSld>
  <p:clrMapOvr>
    <a:masterClrMapping/>
  </p:clrMapOvr>
  <p:transition spd="med">
    <p:pull/>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83F796-A9AE-C4B9-CFF1-B8D9316DCFBE}"/>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116855E9-4EE9-78F9-3C25-545C978B0977}"/>
              </a:ext>
            </a:extLst>
          </p:cNvPr>
          <p:cNvSpPr/>
          <p:nvPr/>
        </p:nvSpPr>
        <p:spPr>
          <a:xfrm>
            <a:off x="0" y="0"/>
            <a:ext cx="12192000" cy="6858000"/>
          </a:xfrm>
          <a:prstGeom prst="rect">
            <a:avLst/>
          </a:prstGeom>
          <a:solidFill>
            <a:schemeClr val="accent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1200" cap="none" spc="0" normalizeH="0" baseline="0" noProof="0" err="1">
              <a:ln>
                <a:noFill/>
              </a:ln>
              <a:solidFill>
                <a:srgbClr val="000000"/>
              </a:solidFill>
              <a:effectLst/>
              <a:uLnTx/>
              <a:uFillTx/>
              <a:latin typeface="Ubuntu"/>
              <a:ea typeface="+mn-ea"/>
              <a:cs typeface="+mn-cs"/>
            </a:endParaRPr>
          </a:p>
        </p:txBody>
      </p:sp>
      <p:grpSp>
        <p:nvGrpSpPr>
          <p:cNvPr id="11" name="Group 2">
            <a:extLst>
              <a:ext uri="{FF2B5EF4-FFF2-40B4-BE49-F238E27FC236}">
                <a16:creationId xmlns:a16="http://schemas.microsoft.com/office/drawing/2014/main" id="{BCE75D10-3E40-D1CD-F3AE-3E171448B9D8}"/>
              </a:ext>
            </a:extLst>
          </p:cNvPr>
          <p:cNvGrpSpPr>
            <a:grpSpLocks noChangeAspect="1"/>
          </p:cNvGrpSpPr>
          <p:nvPr/>
        </p:nvGrpSpPr>
        <p:grpSpPr>
          <a:xfrm>
            <a:off x="727299" y="4362905"/>
            <a:ext cx="10737396" cy="2414021"/>
            <a:chOff x="5094083" y="5360390"/>
            <a:chExt cx="3039349" cy="683316"/>
          </a:xfrm>
          <a:solidFill>
            <a:schemeClr val="tx2"/>
          </a:solidFill>
        </p:grpSpPr>
        <p:sp>
          <p:nvSpPr>
            <p:cNvPr id="12" name="Freeform: Shape 4">
              <a:extLst>
                <a:ext uri="{FF2B5EF4-FFF2-40B4-BE49-F238E27FC236}">
                  <a16:creationId xmlns:a16="http://schemas.microsoft.com/office/drawing/2014/main" id="{421F7826-32AD-C312-F51E-B1B74F18540F}"/>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Ubuntu"/>
                <a:ea typeface="+mn-ea"/>
                <a:cs typeface="+mn-cs"/>
              </a:endParaRPr>
            </a:p>
          </p:txBody>
        </p:sp>
        <p:sp>
          <p:nvSpPr>
            <p:cNvPr id="14" name="Freeform: Shape 5">
              <a:extLst>
                <a:ext uri="{FF2B5EF4-FFF2-40B4-BE49-F238E27FC236}">
                  <a16:creationId xmlns:a16="http://schemas.microsoft.com/office/drawing/2014/main" id="{F4E16598-039C-CC77-0BB0-8F360A692B98}"/>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Ubuntu"/>
                <a:ea typeface="+mn-ea"/>
                <a:cs typeface="+mn-cs"/>
              </a:endParaRPr>
            </a:p>
          </p:txBody>
        </p:sp>
        <p:sp>
          <p:nvSpPr>
            <p:cNvPr id="16" name="Freeform: Shape 6">
              <a:extLst>
                <a:ext uri="{FF2B5EF4-FFF2-40B4-BE49-F238E27FC236}">
                  <a16:creationId xmlns:a16="http://schemas.microsoft.com/office/drawing/2014/main" id="{C50F22E2-B260-5634-8B96-14C47A6B983E}"/>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Ubuntu"/>
                <a:ea typeface="+mn-ea"/>
                <a:cs typeface="+mn-cs"/>
              </a:endParaRPr>
            </a:p>
          </p:txBody>
        </p:sp>
        <p:sp>
          <p:nvSpPr>
            <p:cNvPr id="19" name="Freeform: Shape 7">
              <a:extLst>
                <a:ext uri="{FF2B5EF4-FFF2-40B4-BE49-F238E27FC236}">
                  <a16:creationId xmlns:a16="http://schemas.microsoft.com/office/drawing/2014/main" id="{F10CC551-374A-2690-579E-2DC8C7AEBFEB}"/>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Ubuntu"/>
                <a:ea typeface="+mn-ea"/>
                <a:cs typeface="+mn-cs"/>
              </a:endParaRPr>
            </a:p>
          </p:txBody>
        </p:sp>
        <p:sp>
          <p:nvSpPr>
            <p:cNvPr id="24" name="Freeform: Shape 8">
              <a:extLst>
                <a:ext uri="{FF2B5EF4-FFF2-40B4-BE49-F238E27FC236}">
                  <a16:creationId xmlns:a16="http://schemas.microsoft.com/office/drawing/2014/main" id="{6579DAD6-2621-A891-562D-903AEAFB47C6}"/>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Ubuntu"/>
                <a:ea typeface="+mn-ea"/>
                <a:cs typeface="+mn-cs"/>
              </a:endParaRPr>
            </a:p>
          </p:txBody>
        </p:sp>
      </p:grpSp>
      <p:sp>
        <p:nvSpPr>
          <p:cNvPr id="5" name="Title 7">
            <a:extLst>
              <a:ext uri="{FF2B5EF4-FFF2-40B4-BE49-F238E27FC236}">
                <a16:creationId xmlns:a16="http://schemas.microsoft.com/office/drawing/2014/main" id="{4907ECBB-8F49-4D92-7928-537D24693EE9}"/>
              </a:ext>
            </a:extLst>
          </p:cNvPr>
          <p:cNvSpPr txBox="1">
            <a:spLocks/>
          </p:cNvSpPr>
          <p:nvPr/>
        </p:nvSpPr>
        <p:spPr>
          <a:xfrm>
            <a:off x="3404750" y="1047025"/>
            <a:ext cx="7559674" cy="497206"/>
          </a:xfrm>
          <a:prstGeom prst="rect">
            <a:avLst/>
          </a:prstGeom>
        </p:spPr>
        <p:txBody>
          <a:bodyPr lIns="0" tIns="0" rIns="0" bIns="0" anchor="t"/>
          <a:lstStyle>
            <a:lvl1pPr marL="0" marR="0" indent="0" algn="l" defTabSz="914400" rtl="0" eaLnBrk="1" fontAlgn="auto" latinLnBrk="0" hangingPunct="1">
              <a:lnSpc>
                <a:spcPct val="90000"/>
              </a:lnSpc>
              <a:spcBef>
                <a:spcPct val="0"/>
              </a:spcBef>
              <a:spcAft>
                <a:spcPts val="0"/>
              </a:spcAft>
              <a:buClrTx/>
              <a:buSzTx/>
              <a:buFontTx/>
              <a:buNone/>
              <a:tabLst/>
              <a:defRPr kumimoji="0" lang="en-US" sz="3200" b="0" i="0" u="none" strike="noStrike" kern="1200" cap="none" spc="0" normalizeH="0" baseline="0" noProof="0" dirty="0">
                <a:ln>
                  <a:noFill/>
                </a:ln>
                <a:solidFill>
                  <a:schemeClr val="tx1"/>
                </a:solidFill>
                <a:effectLst/>
                <a:uLnTx/>
                <a:uFillTx/>
                <a:latin typeface="+mn-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PL" sz="6000" b="0" i="0" u="none" strike="noStrike" kern="1200" cap="none" spc="0" normalizeH="0" baseline="0" noProof="0">
                <a:ln>
                  <a:noFill/>
                </a:ln>
                <a:solidFill>
                  <a:srgbClr val="FFFFFF"/>
                </a:solidFill>
                <a:effectLst/>
                <a:uLnTx/>
                <a:uFillTx/>
                <a:latin typeface="Ubuntu"/>
                <a:ea typeface="+mj-ea"/>
                <a:cs typeface="+mj-cs"/>
              </a:rPr>
              <a:t>Make</a:t>
            </a:r>
            <a:endParaRPr kumimoji="0" lang="en-US" sz="6000" b="0" i="0" u="none" strike="noStrike" kern="1200" cap="none" spc="0" normalizeH="0" baseline="0" noProof="0">
              <a:ln>
                <a:noFill/>
              </a:ln>
              <a:solidFill>
                <a:srgbClr val="FFFFFF"/>
              </a:solidFill>
              <a:effectLst/>
              <a:uLnTx/>
              <a:uFillTx/>
              <a:latin typeface="Ubuntu"/>
              <a:ea typeface="+mj-ea"/>
              <a:cs typeface="+mj-cs"/>
            </a:endParaRPr>
          </a:p>
        </p:txBody>
      </p:sp>
      <p:sp>
        <p:nvSpPr>
          <p:cNvPr id="6" name="Title 7">
            <a:extLst>
              <a:ext uri="{FF2B5EF4-FFF2-40B4-BE49-F238E27FC236}">
                <a16:creationId xmlns:a16="http://schemas.microsoft.com/office/drawing/2014/main" id="{FCFAA103-BFDF-1080-856C-9AAA3E4B287A}"/>
              </a:ext>
            </a:extLst>
          </p:cNvPr>
          <p:cNvSpPr txBox="1">
            <a:spLocks/>
          </p:cNvSpPr>
          <p:nvPr/>
        </p:nvSpPr>
        <p:spPr>
          <a:xfrm>
            <a:off x="5791511" y="3291907"/>
            <a:ext cx="3744938" cy="1008063"/>
          </a:xfrm>
          <a:prstGeom prst="rect">
            <a:avLst/>
          </a:prstGeom>
          <a:noFill/>
        </p:spPr>
        <p:txBody>
          <a:bodyPr vert="horz" wrap="square" lIns="0" tIns="0" rIns="0" bIns="0" rtlCol="0" anchor="ctr" anchorCtr="0">
            <a:noAutofit/>
          </a:bodyPr>
          <a:lstStyle>
            <a:lvl1pPr marL="0" marR="0" indent="0" algn="l" defTabSz="914400" rtl="0" eaLnBrk="1" fontAlgn="auto" latinLnBrk="0" hangingPunct="1">
              <a:lnSpc>
                <a:spcPct val="90000"/>
              </a:lnSpc>
              <a:spcBef>
                <a:spcPct val="0"/>
              </a:spcBef>
              <a:spcAft>
                <a:spcPts val="0"/>
              </a:spcAft>
              <a:buClrTx/>
              <a:buSzTx/>
              <a:buFontTx/>
              <a:buNone/>
              <a:tabLst>
                <a:tab pos="1258888" algn="l"/>
              </a:tabLst>
              <a:defRPr kumimoji="0" lang="en-US" sz="5400" b="0" i="0" u="none" strike="noStrike" kern="1200" cap="none" spc="0" normalizeH="0" baseline="0" noProof="0">
                <a:ln>
                  <a:noFill/>
                </a:ln>
                <a:solidFill>
                  <a:schemeClr val="bg2"/>
                </a:solidFill>
                <a:effectLst/>
                <a:uLnTx/>
                <a:uFillTx/>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tab pos="1258888" algn="l"/>
              </a:tabLst>
              <a:defRPr/>
            </a:pPr>
            <a:r>
              <a:rPr kumimoji="0" lang="en-PL" sz="6000" b="0" i="0" u="none" strike="noStrike" kern="1200" cap="none" spc="0" normalizeH="0" baseline="0" noProof="0">
                <a:ln>
                  <a:noFill/>
                </a:ln>
                <a:solidFill>
                  <a:srgbClr val="FFFFFF"/>
                </a:solidFill>
                <a:effectLst/>
                <a:uLnTx/>
                <a:uFillTx/>
                <a:latin typeface="Ubuntu"/>
                <a:ea typeface="+mj-ea"/>
                <a:cs typeface="+mj-cs"/>
              </a:rPr>
              <a:t>real.</a:t>
            </a:r>
            <a:endParaRPr kumimoji="0" lang="en-US" sz="6000" b="0" i="0" u="none" strike="noStrike" kern="1200" cap="none" spc="0" normalizeH="0" baseline="0" noProof="0">
              <a:ln>
                <a:noFill/>
              </a:ln>
              <a:solidFill>
                <a:srgbClr val="FFFFFF"/>
              </a:solidFill>
              <a:effectLst/>
              <a:uLnTx/>
              <a:uFillTx/>
              <a:latin typeface="Ubuntu Light"/>
              <a:ea typeface="+mj-ea"/>
              <a:cs typeface="+mj-cs"/>
            </a:endParaRPr>
          </a:p>
        </p:txBody>
      </p:sp>
      <p:sp>
        <p:nvSpPr>
          <p:cNvPr id="7" name="Title 7">
            <a:extLst>
              <a:ext uri="{FF2B5EF4-FFF2-40B4-BE49-F238E27FC236}">
                <a16:creationId xmlns:a16="http://schemas.microsoft.com/office/drawing/2014/main" id="{01F4E77A-00BE-0092-9545-B6F9E8707B47}"/>
              </a:ext>
            </a:extLst>
          </p:cNvPr>
          <p:cNvSpPr txBox="1">
            <a:spLocks/>
          </p:cNvSpPr>
          <p:nvPr/>
        </p:nvSpPr>
        <p:spPr>
          <a:xfrm>
            <a:off x="5424059" y="2178102"/>
            <a:ext cx="2774126" cy="970557"/>
          </a:xfrm>
          <a:prstGeom prst="rect">
            <a:avLst/>
          </a:prstGeom>
          <a:noFill/>
        </p:spPr>
        <p:txBody>
          <a:bodyPr vert="horz" wrap="square" lIns="0" tIns="0" rIns="0" bIns="0" rtlCol="0" anchor="ctr" anchorCtr="0">
            <a:noAutofit/>
          </a:bodyPr>
          <a:lstStyle>
            <a:lvl1pPr marL="0" marR="0" indent="0" algn="l" defTabSz="914400" rtl="0" eaLnBrk="1" fontAlgn="auto" latinLnBrk="0" hangingPunct="1">
              <a:lnSpc>
                <a:spcPct val="90000"/>
              </a:lnSpc>
              <a:spcBef>
                <a:spcPct val="0"/>
              </a:spcBef>
              <a:spcAft>
                <a:spcPts val="0"/>
              </a:spcAft>
              <a:buClrTx/>
              <a:buSzTx/>
              <a:buFontTx/>
              <a:buNone/>
              <a:tabLst>
                <a:tab pos="1258888" algn="l"/>
              </a:tabLst>
              <a:defRPr kumimoji="0" lang="en-US" sz="5400" b="0" i="0" u="none" strike="noStrike" kern="1200" cap="none" spc="0" normalizeH="0" baseline="0" noProof="0">
                <a:ln>
                  <a:noFill/>
                </a:ln>
                <a:solidFill>
                  <a:schemeClr val="bg2"/>
                </a:solidFill>
                <a:effectLst/>
                <a:uLnTx/>
                <a:uFillTx/>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tab pos="1258888" algn="l"/>
              </a:tabLst>
              <a:defRPr/>
            </a:pPr>
            <a:r>
              <a:rPr kumimoji="0" lang="pl-PL" sz="6000" b="0" i="0" u="none" strike="noStrike" kern="1200" cap="none" spc="0" normalizeH="0" baseline="0" noProof="0" err="1">
                <a:ln>
                  <a:noFill/>
                </a:ln>
                <a:solidFill>
                  <a:srgbClr val="FFFFFF"/>
                </a:solidFill>
                <a:effectLst/>
                <a:uLnTx/>
                <a:uFillTx/>
                <a:latin typeface="Ubuntu"/>
                <a:ea typeface="+mj-ea"/>
                <a:cs typeface="+mj-cs"/>
              </a:rPr>
              <a:t>it</a:t>
            </a:r>
            <a:endParaRPr kumimoji="0" lang="en-US" sz="6000" b="0" i="0" u="none" strike="noStrike" kern="1200" cap="none" spc="0" normalizeH="0" baseline="0" noProof="0">
              <a:ln>
                <a:noFill/>
              </a:ln>
              <a:solidFill>
                <a:srgbClr val="FFFFFF"/>
              </a:solidFill>
              <a:effectLst/>
              <a:uLnTx/>
              <a:uFillTx/>
              <a:latin typeface="Ubuntu Light"/>
              <a:ea typeface="+mj-ea"/>
              <a:cs typeface="+mj-cs"/>
            </a:endParaRPr>
          </a:p>
        </p:txBody>
      </p:sp>
      <p:sp>
        <p:nvSpPr>
          <p:cNvPr id="18" name="Rectangle 17">
            <a:extLst>
              <a:ext uri="{FF2B5EF4-FFF2-40B4-BE49-F238E27FC236}">
                <a16:creationId xmlns:a16="http://schemas.microsoft.com/office/drawing/2014/main" id="{186F2239-DD5F-1A43-B058-C50D72B66877}"/>
              </a:ext>
            </a:extLst>
          </p:cNvPr>
          <p:cNvSpPr/>
          <p:nvPr/>
        </p:nvSpPr>
        <p:spPr>
          <a:xfrm>
            <a:off x="-240704" y="3727339"/>
            <a:ext cx="5951984" cy="326218"/>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1200" cap="none" spc="0" normalizeH="0" baseline="0" noProof="0" err="1">
              <a:ln>
                <a:noFill/>
              </a:ln>
              <a:solidFill>
                <a:srgbClr val="000000"/>
              </a:solidFill>
              <a:effectLst/>
              <a:uLnTx/>
              <a:uFillTx/>
              <a:latin typeface="Ubuntu"/>
              <a:ea typeface="+mn-ea"/>
              <a:cs typeface="+mn-cs"/>
            </a:endParaRPr>
          </a:p>
        </p:txBody>
      </p:sp>
      <p:sp>
        <p:nvSpPr>
          <p:cNvPr id="20" name="Rectangle 19">
            <a:extLst>
              <a:ext uri="{FF2B5EF4-FFF2-40B4-BE49-F238E27FC236}">
                <a16:creationId xmlns:a16="http://schemas.microsoft.com/office/drawing/2014/main" id="{EB4BF715-42D7-6A5B-3726-BA36A5A7B074}"/>
              </a:ext>
            </a:extLst>
          </p:cNvPr>
          <p:cNvSpPr/>
          <p:nvPr/>
        </p:nvSpPr>
        <p:spPr>
          <a:xfrm>
            <a:off x="8466416" y="3727339"/>
            <a:ext cx="5951984" cy="326218"/>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1200" cap="none" spc="0" normalizeH="0" baseline="0" noProof="0" err="1">
              <a:ln>
                <a:noFill/>
              </a:ln>
              <a:solidFill>
                <a:srgbClr val="000000"/>
              </a:solidFill>
              <a:effectLst/>
              <a:uLnTx/>
              <a:uFillTx/>
              <a:latin typeface="Ubuntu"/>
              <a:ea typeface="+mn-ea"/>
              <a:cs typeface="+mn-cs"/>
            </a:endParaRPr>
          </a:p>
        </p:txBody>
      </p:sp>
      <p:sp>
        <p:nvSpPr>
          <p:cNvPr id="21" name="Rectangle 20">
            <a:extLst>
              <a:ext uri="{FF2B5EF4-FFF2-40B4-BE49-F238E27FC236}">
                <a16:creationId xmlns:a16="http://schemas.microsoft.com/office/drawing/2014/main" id="{E6B30C74-3ABC-C830-745B-F4132DA9E43A}"/>
              </a:ext>
            </a:extLst>
          </p:cNvPr>
          <p:cNvSpPr/>
          <p:nvPr/>
        </p:nvSpPr>
        <p:spPr>
          <a:xfrm>
            <a:off x="6291940" y="2621849"/>
            <a:ext cx="5951984" cy="326218"/>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1200" cap="none" spc="0" normalizeH="0" baseline="0" noProof="0" err="1">
              <a:ln>
                <a:noFill/>
              </a:ln>
              <a:solidFill>
                <a:srgbClr val="000000"/>
              </a:solidFill>
              <a:effectLst/>
              <a:uLnTx/>
              <a:uFillTx/>
              <a:latin typeface="Ubuntu"/>
              <a:ea typeface="+mn-ea"/>
              <a:cs typeface="+mn-cs"/>
            </a:endParaRPr>
          </a:p>
        </p:txBody>
      </p:sp>
      <p:sp>
        <p:nvSpPr>
          <p:cNvPr id="22" name="Rectangle 21">
            <a:extLst>
              <a:ext uri="{FF2B5EF4-FFF2-40B4-BE49-F238E27FC236}">
                <a16:creationId xmlns:a16="http://schemas.microsoft.com/office/drawing/2014/main" id="{84A07C81-260E-982A-2686-B3B3646C218E}"/>
              </a:ext>
            </a:extLst>
          </p:cNvPr>
          <p:cNvSpPr/>
          <p:nvPr/>
        </p:nvSpPr>
        <p:spPr>
          <a:xfrm>
            <a:off x="-2654211" y="1389953"/>
            <a:ext cx="5951984" cy="326218"/>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1200" cap="none" spc="0" normalizeH="0" baseline="0" noProof="0" err="1">
              <a:ln>
                <a:noFill/>
              </a:ln>
              <a:solidFill>
                <a:srgbClr val="000000"/>
              </a:solidFill>
              <a:effectLst/>
              <a:uLnTx/>
              <a:uFillTx/>
              <a:latin typeface="Ubuntu"/>
              <a:ea typeface="+mn-ea"/>
              <a:cs typeface="+mn-cs"/>
            </a:endParaRPr>
          </a:p>
        </p:txBody>
      </p:sp>
      <p:sp>
        <p:nvSpPr>
          <p:cNvPr id="9" name="Date Placeholder 8">
            <a:extLst>
              <a:ext uri="{FF2B5EF4-FFF2-40B4-BE49-F238E27FC236}">
                <a16:creationId xmlns:a16="http://schemas.microsoft.com/office/drawing/2014/main" id="{D990CDA6-5490-5229-F2A2-9489E5CE9A5A}"/>
              </a:ext>
            </a:extLst>
          </p:cNvPr>
          <p:cNvSpPr>
            <a:spLocks noGrp="1"/>
          </p:cNvSpPr>
          <p:nvPr>
            <p:ph type="dt" sz="half" idx="10"/>
          </p:nvPr>
        </p:nvSpPr>
        <p:spPr/>
        <p:txBody>
          <a:bodyPr/>
          <a:lstStyle/>
          <a:p>
            <a:pPr>
              <a:spcBef>
                <a:spcPts val="1000"/>
              </a:spcBef>
              <a:buFont typeface="Arial" panose="020B0604020202020204" pitchFamily="34" charset="0"/>
              <a:buNone/>
            </a:pPr>
            <a:r>
              <a:rPr lang="de-DE"/>
              <a:t>© Capgemini 2026. All rights reserved.</a:t>
            </a:r>
            <a:endParaRPr lang="en-US"/>
          </a:p>
        </p:txBody>
      </p:sp>
    </p:spTree>
    <p:extLst>
      <p:ext uri="{BB962C8B-B14F-4D97-AF65-F5344CB8AC3E}">
        <p14:creationId xmlns:p14="http://schemas.microsoft.com/office/powerpoint/2010/main" val="9936020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26720" y="146304"/>
            <a:ext cx="11338560" cy="633984"/>
          </a:xfrm>
          <a:prstGeom prst="rect">
            <a:avLst/>
          </a:prstGeom>
          <a:noFill/>
          <a:ln/>
        </p:spPr>
        <p:txBody>
          <a:bodyPr wrap="square" lIns="0" tIns="0" rIns="0" bIns="0" rtlCol="0" anchor="ctr"/>
          <a:lstStyle/>
          <a:p>
            <a:pPr defTabSz="1219170"/>
            <a:r>
              <a:rPr lang="en-US" sz="2800" b="1">
                <a:solidFill>
                  <a:srgbClr val="1C3A6E"/>
                </a:solidFill>
                <a:latin typeface="Ubuntu" panose="020B0504030602030204" pitchFamily="34" charset="0"/>
                <a:ea typeface="Calibri" pitchFamily="34" charset="-122"/>
                <a:cs typeface="Calibri" pitchFamily="34" charset="-120"/>
              </a:rPr>
              <a:t>Segment Mix &amp; Pipeline Coverage Trend  |  Jan–May 2026</a:t>
            </a:r>
            <a:endParaRPr lang="en-US" sz="2800">
              <a:solidFill>
                <a:prstClr val="black"/>
              </a:solidFill>
              <a:latin typeface="Ubuntu" panose="020B0504030602030204" pitchFamily="34" charset="0"/>
            </a:endParaRPr>
          </a:p>
        </p:txBody>
      </p:sp>
      <p:sp>
        <p:nvSpPr>
          <p:cNvPr id="3" name="Shape 1"/>
          <p:cNvSpPr/>
          <p:nvPr/>
        </p:nvSpPr>
        <p:spPr>
          <a:xfrm>
            <a:off x="426720" y="792480"/>
            <a:ext cx="11338560" cy="48768"/>
          </a:xfrm>
          <a:prstGeom prst="rect">
            <a:avLst/>
          </a:prstGeom>
          <a:solidFill>
            <a:srgbClr val="1E88E5"/>
          </a:solidFill>
          <a:ln w="12700">
            <a:solidFill>
              <a:srgbClr val="1E88E5"/>
            </a:solidFill>
            <a:prstDash val="solid"/>
          </a:ln>
        </p:spPr>
        <p:txBody>
          <a:bodyPr/>
          <a:lstStyle/>
          <a:p>
            <a:endParaRPr lang="en-IN">
              <a:latin typeface="Ubuntu" panose="020B0504030602030204" pitchFamily="34" charset="0"/>
            </a:endParaRPr>
          </a:p>
        </p:txBody>
      </p:sp>
      <p:sp>
        <p:nvSpPr>
          <p:cNvPr id="4" name="Shape 2"/>
          <p:cNvSpPr/>
          <p:nvPr/>
        </p:nvSpPr>
        <p:spPr>
          <a:xfrm>
            <a:off x="402336" y="950976"/>
            <a:ext cx="3710282" cy="4876800"/>
          </a:xfrm>
          <a:prstGeom prst="rect">
            <a:avLst/>
          </a:prstGeom>
          <a:solidFill>
            <a:srgbClr val="EEF3FA"/>
          </a:solidFill>
          <a:ln w="12700">
            <a:solidFill>
              <a:srgbClr val="C5D5EA"/>
            </a:solidFill>
            <a:prstDash val="solid"/>
          </a:ln>
          <a:effectLst>
            <a:glow rad="63500">
              <a:schemeClr val="accent1">
                <a:satMod val="175000"/>
                <a:alpha val="40000"/>
              </a:schemeClr>
            </a:glow>
            <a:outerShdw blurRad="63500" sx="102000" sy="102000" algn="ctr" rotWithShape="0">
              <a:prstClr val="black">
                <a:alpha val="40000"/>
              </a:prstClr>
            </a:outerShdw>
          </a:effectLst>
        </p:spPr>
        <p:txBody>
          <a:bodyPr/>
          <a:lstStyle/>
          <a:p>
            <a:endParaRPr lang="en-IN">
              <a:latin typeface="Ubuntu" panose="020B0504030602030204" pitchFamily="34" charset="0"/>
            </a:endParaRPr>
          </a:p>
        </p:txBody>
      </p:sp>
      <p:sp>
        <p:nvSpPr>
          <p:cNvPr id="5" name="Shape 3"/>
          <p:cNvSpPr/>
          <p:nvPr/>
        </p:nvSpPr>
        <p:spPr>
          <a:xfrm>
            <a:off x="4450082" y="950976"/>
            <a:ext cx="3535680" cy="4876800"/>
          </a:xfrm>
          <a:prstGeom prst="rect">
            <a:avLst/>
          </a:prstGeom>
          <a:solidFill>
            <a:srgbClr val="EEF3FA"/>
          </a:solidFill>
          <a:ln w="12700">
            <a:solidFill>
              <a:srgbClr val="C5D5EA"/>
            </a:solidFill>
            <a:prstDash val="solid"/>
          </a:ln>
          <a:effectLst>
            <a:glow rad="63500">
              <a:schemeClr val="accent1">
                <a:satMod val="175000"/>
                <a:alpha val="40000"/>
              </a:schemeClr>
            </a:glow>
            <a:outerShdw blurRad="63500" sx="102000" sy="102000" algn="ctr" rotWithShape="0">
              <a:prstClr val="black">
                <a:alpha val="40000"/>
              </a:prstClr>
            </a:outerShdw>
          </a:effectLst>
        </p:spPr>
        <p:txBody>
          <a:bodyPr/>
          <a:lstStyle/>
          <a:p>
            <a:endParaRPr lang="en-IN">
              <a:latin typeface="Ubuntu" panose="020B0504030602030204" pitchFamily="34" charset="0"/>
            </a:endParaRPr>
          </a:p>
        </p:txBody>
      </p:sp>
      <p:sp>
        <p:nvSpPr>
          <p:cNvPr id="6" name="Shape 4"/>
          <p:cNvSpPr/>
          <p:nvPr/>
        </p:nvSpPr>
        <p:spPr>
          <a:xfrm>
            <a:off x="8290560" y="950976"/>
            <a:ext cx="3535680" cy="4876800"/>
          </a:xfrm>
          <a:prstGeom prst="rect">
            <a:avLst/>
          </a:prstGeom>
          <a:solidFill>
            <a:srgbClr val="EEF3FA"/>
          </a:solidFill>
          <a:ln w="12700">
            <a:solidFill>
              <a:srgbClr val="C5D5EA"/>
            </a:solidFill>
            <a:prstDash val="solid"/>
          </a:ln>
          <a:effectLst>
            <a:glow rad="63500">
              <a:schemeClr val="accent1">
                <a:satMod val="175000"/>
                <a:alpha val="40000"/>
              </a:schemeClr>
            </a:glow>
            <a:outerShdw blurRad="63500" sx="102000" sy="102000" algn="ctr" rotWithShape="0">
              <a:prstClr val="black">
                <a:alpha val="40000"/>
              </a:prstClr>
            </a:outerShdw>
          </a:effectLst>
        </p:spPr>
        <p:txBody>
          <a:bodyPr/>
          <a:lstStyle/>
          <a:p>
            <a:endParaRPr lang="en-IN">
              <a:latin typeface="Ubuntu" panose="020B0504030602030204" pitchFamily="34" charset="0"/>
            </a:endParaRPr>
          </a:p>
        </p:txBody>
      </p:sp>
      <p:sp>
        <p:nvSpPr>
          <p:cNvPr id="7" name="Text 5"/>
          <p:cNvSpPr/>
          <p:nvPr/>
        </p:nvSpPr>
        <p:spPr>
          <a:xfrm>
            <a:off x="548640" y="999744"/>
            <a:ext cx="3657600" cy="341376"/>
          </a:xfrm>
          <a:prstGeom prst="rect">
            <a:avLst/>
          </a:prstGeom>
          <a:noFill/>
          <a:ln/>
        </p:spPr>
        <p:txBody>
          <a:bodyPr wrap="square" lIns="0" tIns="0" rIns="0" bIns="0" rtlCol="0" anchor="ctr"/>
          <a:lstStyle/>
          <a:p>
            <a:pPr defTabSz="1219170"/>
            <a:r>
              <a:rPr lang="en-US" sz="1200" b="1">
                <a:solidFill>
                  <a:srgbClr val="1C3A6E"/>
                </a:solidFill>
                <a:latin typeface="Ubuntu" panose="020B0504030602030204" pitchFamily="34" charset="0"/>
                <a:ea typeface="Calibri" pitchFamily="34" charset="-122"/>
                <a:cs typeface="Calibri" pitchFamily="34" charset="-120"/>
              </a:rPr>
              <a:t>Monthly SOLD (KE)</a:t>
            </a:r>
            <a:endParaRPr lang="en-US" sz="1200">
              <a:solidFill>
                <a:prstClr val="black"/>
              </a:solidFill>
              <a:latin typeface="Ubuntu" panose="020B0504030602030204" pitchFamily="34" charset="0"/>
            </a:endParaRPr>
          </a:p>
        </p:txBody>
      </p:sp>
      <p:sp>
        <p:nvSpPr>
          <p:cNvPr id="8" name="Text 6"/>
          <p:cNvSpPr/>
          <p:nvPr/>
        </p:nvSpPr>
        <p:spPr>
          <a:xfrm>
            <a:off x="4730496" y="999744"/>
            <a:ext cx="3230880" cy="341376"/>
          </a:xfrm>
          <a:prstGeom prst="rect">
            <a:avLst/>
          </a:prstGeom>
          <a:noFill/>
          <a:ln/>
        </p:spPr>
        <p:txBody>
          <a:bodyPr wrap="square" lIns="0" tIns="0" rIns="0" bIns="0" rtlCol="0" anchor="ctr"/>
          <a:lstStyle/>
          <a:p>
            <a:pPr defTabSz="1219170"/>
            <a:r>
              <a:rPr lang="en-US" sz="1200" b="1">
                <a:solidFill>
                  <a:srgbClr val="1C3A6E"/>
                </a:solidFill>
                <a:latin typeface="Ubuntu" panose="020B0504030602030204" pitchFamily="34" charset="0"/>
                <a:ea typeface="Calibri" pitchFamily="34" charset="-122"/>
                <a:cs typeface="Calibri" pitchFamily="34" charset="-120"/>
              </a:rPr>
              <a:t>Pipeline-to-Sold Coverage (x)</a:t>
            </a:r>
            <a:endParaRPr lang="en-US" sz="1200">
              <a:solidFill>
                <a:prstClr val="black"/>
              </a:solidFill>
              <a:latin typeface="Ubuntu" panose="020B0504030602030204" pitchFamily="34" charset="0"/>
            </a:endParaRPr>
          </a:p>
        </p:txBody>
      </p:sp>
      <p:sp>
        <p:nvSpPr>
          <p:cNvPr id="9" name="Text 7"/>
          <p:cNvSpPr/>
          <p:nvPr/>
        </p:nvSpPr>
        <p:spPr>
          <a:xfrm>
            <a:off x="8436864" y="999744"/>
            <a:ext cx="3230880" cy="341376"/>
          </a:xfrm>
          <a:prstGeom prst="rect">
            <a:avLst/>
          </a:prstGeom>
          <a:noFill/>
          <a:ln/>
        </p:spPr>
        <p:txBody>
          <a:bodyPr wrap="square" lIns="0" tIns="0" rIns="0" bIns="0" rtlCol="0" anchor="ctr"/>
          <a:lstStyle/>
          <a:p>
            <a:pPr defTabSz="1219170"/>
            <a:r>
              <a:rPr lang="en-US" sz="1200" b="1">
                <a:solidFill>
                  <a:srgbClr val="1C3A6E"/>
                </a:solidFill>
                <a:latin typeface="Ubuntu" panose="020B0504030602030204" pitchFamily="34" charset="0"/>
                <a:ea typeface="Calibri" pitchFamily="34" charset="-122"/>
                <a:cs typeface="Calibri" pitchFamily="34" charset="-120"/>
              </a:rPr>
              <a:t>Inter vs. Intra Segment Mix (%)</a:t>
            </a:r>
            <a:endParaRPr lang="en-US" sz="1200">
              <a:solidFill>
                <a:prstClr val="black"/>
              </a:solidFill>
              <a:latin typeface="Ubuntu" panose="020B0504030602030204" pitchFamily="34" charset="0"/>
            </a:endParaRPr>
          </a:p>
        </p:txBody>
      </p:sp>
      <p:graphicFrame>
        <p:nvGraphicFramePr>
          <p:cNvPr id="10" name="Chart 0"/>
          <p:cNvGraphicFramePr/>
          <p:nvPr>
            <p:extLst>
              <p:ext uri="{D42A27DB-BD31-4B8C-83A1-F6EECF244321}">
                <p14:modId xmlns:p14="http://schemas.microsoft.com/office/powerpoint/2010/main" val="1026799451"/>
              </p:ext>
            </p:extLst>
          </p:nvPr>
        </p:nvGraphicFramePr>
        <p:xfrm>
          <a:off x="499871" y="1341120"/>
          <a:ext cx="3542337" cy="42672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1" name="Chart 1"/>
          <p:cNvGraphicFramePr/>
          <p:nvPr>
            <p:extLst>
              <p:ext uri="{D42A27DB-BD31-4B8C-83A1-F6EECF244321}">
                <p14:modId xmlns:p14="http://schemas.microsoft.com/office/powerpoint/2010/main" val="150022208"/>
              </p:ext>
            </p:extLst>
          </p:nvPr>
        </p:nvGraphicFramePr>
        <p:xfrm>
          <a:off x="4595622" y="1341120"/>
          <a:ext cx="3243836" cy="4267200"/>
        </p:xfrm>
        <a:graphic>
          <a:graphicData uri="http://schemas.openxmlformats.org/drawingml/2006/chart">
            <c:chart xmlns:c="http://schemas.openxmlformats.org/drawingml/2006/chart" xmlns:r="http://schemas.openxmlformats.org/officeDocument/2006/relationships" r:id="rId4"/>
          </a:graphicData>
        </a:graphic>
      </p:graphicFrame>
      <p:sp>
        <p:nvSpPr>
          <p:cNvPr id="12" name="Shape 8"/>
          <p:cNvSpPr/>
          <p:nvPr/>
        </p:nvSpPr>
        <p:spPr>
          <a:xfrm flipV="1">
            <a:off x="4673163" y="2710673"/>
            <a:ext cx="3088753" cy="45719"/>
          </a:xfrm>
          <a:prstGeom prst="rect">
            <a:avLst/>
          </a:prstGeom>
          <a:solidFill>
            <a:srgbClr val="C00000">
              <a:alpha val="80000"/>
            </a:srgbClr>
          </a:solidFill>
          <a:ln w="12700">
            <a:solidFill>
              <a:srgbClr val="C00000"/>
            </a:solidFill>
            <a:prstDash val="solid"/>
          </a:ln>
        </p:spPr>
        <p:txBody>
          <a:bodyPr/>
          <a:lstStyle/>
          <a:p>
            <a:endParaRPr lang="en-IN">
              <a:latin typeface="Ubuntu" panose="020B0504030602030204" pitchFamily="34" charset="0"/>
            </a:endParaRPr>
          </a:p>
        </p:txBody>
      </p:sp>
      <p:sp>
        <p:nvSpPr>
          <p:cNvPr id="13" name="Text 9"/>
          <p:cNvSpPr/>
          <p:nvPr/>
        </p:nvSpPr>
        <p:spPr>
          <a:xfrm>
            <a:off x="6542716" y="2449263"/>
            <a:ext cx="1219200" cy="243840"/>
          </a:xfrm>
          <a:prstGeom prst="rect">
            <a:avLst/>
          </a:prstGeom>
          <a:noFill/>
          <a:ln/>
        </p:spPr>
        <p:txBody>
          <a:bodyPr wrap="square" lIns="0" tIns="0" rIns="0" bIns="0" rtlCol="0" anchor="ctr"/>
          <a:lstStyle/>
          <a:p>
            <a:pPr algn="r" defTabSz="1219170"/>
            <a:r>
              <a:rPr lang="en-US" sz="1000" i="1">
                <a:solidFill>
                  <a:srgbClr val="C00000"/>
                </a:solidFill>
                <a:latin typeface="Ubuntu" panose="020B0504030602030204" pitchFamily="34" charset="0"/>
                <a:ea typeface="Calibri" pitchFamily="34" charset="-122"/>
                <a:cs typeface="Calibri" pitchFamily="34" charset="-120"/>
              </a:rPr>
              <a:t>Target: 2.00x</a:t>
            </a:r>
            <a:endParaRPr lang="en-US" sz="1000">
              <a:solidFill>
                <a:srgbClr val="C00000"/>
              </a:solidFill>
              <a:latin typeface="Ubuntu" panose="020B0504030602030204" pitchFamily="34" charset="0"/>
            </a:endParaRPr>
          </a:p>
        </p:txBody>
      </p:sp>
      <p:graphicFrame>
        <p:nvGraphicFramePr>
          <p:cNvPr id="14" name="Chart 2"/>
          <p:cNvGraphicFramePr/>
          <p:nvPr>
            <p:extLst>
              <p:ext uri="{D42A27DB-BD31-4B8C-83A1-F6EECF244321}">
                <p14:modId xmlns:p14="http://schemas.microsoft.com/office/powerpoint/2010/main" val="1033176124"/>
              </p:ext>
            </p:extLst>
          </p:nvPr>
        </p:nvGraphicFramePr>
        <p:xfrm>
          <a:off x="8375140" y="1341120"/>
          <a:ext cx="3292604" cy="4267200"/>
        </p:xfrm>
        <a:graphic>
          <a:graphicData uri="http://schemas.openxmlformats.org/drawingml/2006/chart">
            <c:chart xmlns:c="http://schemas.openxmlformats.org/drawingml/2006/chart" xmlns:r="http://schemas.openxmlformats.org/officeDocument/2006/relationships" r:id="rId5"/>
          </a:graphicData>
        </a:graphic>
      </p:graphicFrame>
      <p:sp>
        <p:nvSpPr>
          <p:cNvPr id="15" name="Shape 10"/>
          <p:cNvSpPr/>
          <p:nvPr/>
        </p:nvSpPr>
        <p:spPr>
          <a:xfrm>
            <a:off x="365760" y="5949696"/>
            <a:ext cx="5547360" cy="731520"/>
          </a:xfrm>
          <a:prstGeom prst="rect">
            <a:avLst/>
          </a:prstGeom>
          <a:solidFill>
            <a:srgbClr val="1C3A6E"/>
          </a:solidFill>
          <a:ln w="12700">
            <a:solidFill>
              <a:srgbClr val="1C3A6E"/>
            </a:solidFill>
            <a:prstDash val="solid"/>
          </a:ln>
        </p:spPr>
        <p:txBody>
          <a:bodyPr/>
          <a:lstStyle/>
          <a:p>
            <a:endParaRPr lang="en-IN">
              <a:solidFill>
                <a:srgbClr val="FF0000"/>
              </a:solidFill>
              <a:latin typeface="Ubuntu" panose="020B0504030602030204" pitchFamily="34" charset="0"/>
            </a:endParaRPr>
          </a:p>
        </p:txBody>
      </p:sp>
      <p:sp>
        <p:nvSpPr>
          <p:cNvPr id="16" name="Text 11"/>
          <p:cNvSpPr/>
          <p:nvPr/>
        </p:nvSpPr>
        <p:spPr>
          <a:xfrm>
            <a:off x="463296" y="5961888"/>
            <a:ext cx="5340096" cy="694944"/>
          </a:xfrm>
          <a:prstGeom prst="rect">
            <a:avLst/>
          </a:prstGeom>
          <a:noFill/>
          <a:ln/>
        </p:spPr>
        <p:txBody>
          <a:bodyPr wrap="square" lIns="50800" tIns="50800" rIns="50800" bIns="50800" rtlCol="0" anchor="ctr"/>
          <a:lstStyle/>
          <a:p>
            <a:pPr defTabSz="1219170"/>
            <a:r>
              <a:rPr lang="en-US" sz="1133" b="1">
                <a:solidFill>
                  <a:srgbClr val="FFFFFF"/>
                </a:solidFill>
                <a:latin typeface="Ubuntu" panose="020B0504030602030204" pitchFamily="34" charset="0"/>
                <a:ea typeface="Calibri" pitchFamily="34" charset="-122"/>
                <a:cs typeface="Calibri" pitchFamily="34" charset="-120"/>
              </a:rPr>
              <a:t>Segment Shift:  </a:t>
            </a:r>
            <a:r>
              <a:rPr lang="en-US" sz="1133">
                <a:solidFill>
                  <a:srgbClr val="FFFFFF"/>
                </a:solidFill>
                <a:latin typeface="Ubuntu" panose="020B0504030602030204" pitchFamily="34" charset="0"/>
                <a:ea typeface="Calibri" pitchFamily="34" charset="-122"/>
                <a:cs typeface="Calibri" pitchFamily="34" charset="-120"/>
              </a:rPr>
              <a:t>INTER eased ↓7% (60%→53%); INTRA rose to 47%, driven by volume pressure in key INTER accounts.</a:t>
            </a:r>
            <a:endParaRPr lang="en-US" sz="1133">
              <a:solidFill>
                <a:prstClr val="black"/>
              </a:solidFill>
              <a:latin typeface="Ubuntu" panose="020B0504030602030204" pitchFamily="34" charset="0"/>
            </a:endParaRPr>
          </a:p>
        </p:txBody>
      </p:sp>
      <p:sp>
        <p:nvSpPr>
          <p:cNvPr id="17" name="Shape 12"/>
          <p:cNvSpPr/>
          <p:nvPr/>
        </p:nvSpPr>
        <p:spPr>
          <a:xfrm>
            <a:off x="6156960" y="5949696"/>
            <a:ext cx="5669280" cy="731520"/>
          </a:xfrm>
          <a:prstGeom prst="rect">
            <a:avLst/>
          </a:prstGeom>
          <a:solidFill>
            <a:srgbClr val="00897B"/>
          </a:solidFill>
          <a:ln w="12700">
            <a:solidFill>
              <a:srgbClr val="00897B"/>
            </a:solidFill>
            <a:prstDash val="solid"/>
          </a:ln>
        </p:spPr>
        <p:txBody>
          <a:bodyPr/>
          <a:lstStyle/>
          <a:p>
            <a:endParaRPr lang="en-IN">
              <a:latin typeface="Ubuntu" panose="020B0504030602030204" pitchFamily="34" charset="0"/>
            </a:endParaRPr>
          </a:p>
        </p:txBody>
      </p:sp>
      <p:sp>
        <p:nvSpPr>
          <p:cNvPr id="18" name="Text 13"/>
          <p:cNvSpPr/>
          <p:nvPr/>
        </p:nvSpPr>
        <p:spPr>
          <a:xfrm>
            <a:off x="6254496" y="5961888"/>
            <a:ext cx="5462016" cy="694944"/>
          </a:xfrm>
          <a:prstGeom prst="rect">
            <a:avLst/>
          </a:prstGeom>
          <a:noFill/>
          <a:ln/>
        </p:spPr>
        <p:txBody>
          <a:bodyPr wrap="square" lIns="50800" tIns="50800" rIns="50800" bIns="50800" rtlCol="0" anchor="ctr"/>
          <a:lstStyle/>
          <a:p>
            <a:pPr defTabSz="1219170"/>
            <a:r>
              <a:rPr lang="en-US" sz="1133" b="1">
                <a:solidFill>
                  <a:srgbClr val="FFFFFF"/>
                </a:solidFill>
                <a:latin typeface="Ubuntu" panose="020B0504030602030204" pitchFamily="34" charset="0"/>
                <a:ea typeface="Calibri" pitchFamily="34" charset="-122"/>
                <a:cs typeface="Calibri" pitchFamily="34" charset="-120"/>
              </a:rPr>
              <a:t>Pipeline Coverage:  </a:t>
            </a:r>
            <a:r>
              <a:rPr lang="en-US" sz="1133">
                <a:solidFill>
                  <a:srgbClr val="FFFFFF"/>
                </a:solidFill>
                <a:latin typeface="Ubuntu" panose="020B0504030602030204" pitchFamily="34" charset="0"/>
                <a:ea typeface="Calibri" pitchFamily="34" charset="-122"/>
                <a:cs typeface="Calibri" pitchFamily="34" charset="-120"/>
              </a:rPr>
              <a:t>Compressed from 2.25x → 1.36x. Recovery to ≥2x is the immediate pipeline priority.</a:t>
            </a:r>
            <a:endParaRPr lang="en-US" sz="1133">
              <a:solidFill>
                <a:prstClr val="black"/>
              </a:solidFill>
              <a:latin typeface="Ubuntu" panose="020B0504030602030204" pitchFamily="34" charset="0"/>
            </a:endParaRPr>
          </a:p>
        </p:txBody>
      </p:sp>
      <p:sp>
        <p:nvSpPr>
          <p:cNvPr id="24" name="Date Placeholder 16">
            <a:extLst>
              <a:ext uri="{FF2B5EF4-FFF2-40B4-BE49-F238E27FC236}">
                <a16:creationId xmlns:a16="http://schemas.microsoft.com/office/drawing/2014/main" id="{1FC9D630-60B9-00A8-A9B1-2CB8BA197D53}"/>
              </a:ext>
            </a:extLst>
          </p:cNvPr>
          <p:cNvSpPr txBox="1">
            <a:spLocks/>
          </p:cNvSpPr>
          <p:nvPr/>
        </p:nvSpPr>
        <p:spPr>
          <a:xfrm>
            <a:off x="9809927" y="6698786"/>
            <a:ext cx="1831210" cy="123111"/>
          </a:xfrm>
          <a:prstGeom prst="rect">
            <a:avLst/>
          </a:prstGeom>
        </p:spPr>
        <p:txBody>
          <a:bodyPr wrap="none" lIns="0" tIns="0" rIns="0" bIns="0" anchor="ctr" anchorCtr="0">
            <a:noAutofit/>
          </a:bodyPr>
          <a:lstStyle>
            <a:defPPr>
              <a:defRPr lang="en-PL"/>
            </a:defPPr>
            <a:lvl1pPr marL="0" algn="r" defTabSz="914400" rtl="0" eaLnBrk="1" latinLnBrk="0" hangingPunct="1">
              <a:defRPr lang="de-DE" sz="800" kern="1200" smtClean="0">
                <a:solidFill>
                  <a:schemeClr val="bg1">
                    <a:lumMod val="6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ts val="1000"/>
              </a:spcBef>
              <a:buFont typeface="Arial" panose="020B0604020202020204" pitchFamily="34" charset="0"/>
              <a:buNone/>
              <a:defRPr/>
            </a:pPr>
            <a:r>
              <a:rPr lang="en-US">
                <a:solidFill>
                  <a:srgbClr val="FFFFFF">
                    <a:lumMod val="65000"/>
                  </a:srgbClr>
                </a:solidFill>
                <a:latin typeface="Ubuntu"/>
              </a:rPr>
              <a:t>Company Confidential © Capgemini 2026. All rights reserved.</a:t>
            </a:r>
          </a:p>
        </p:txBody>
      </p:sp>
      <p:sp>
        <p:nvSpPr>
          <p:cNvPr id="25" name="Footer Placeholder 17">
            <a:extLst>
              <a:ext uri="{FF2B5EF4-FFF2-40B4-BE49-F238E27FC236}">
                <a16:creationId xmlns:a16="http://schemas.microsoft.com/office/drawing/2014/main" id="{93F2E7F8-4CD2-03F6-2C69-52C69ED03FD5}"/>
              </a:ext>
            </a:extLst>
          </p:cNvPr>
          <p:cNvSpPr txBox="1">
            <a:spLocks/>
          </p:cNvSpPr>
          <p:nvPr/>
        </p:nvSpPr>
        <p:spPr>
          <a:xfrm>
            <a:off x="550863" y="6698786"/>
            <a:ext cx="4716524" cy="123111"/>
          </a:xfrm>
          <a:prstGeom prst="rect">
            <a:avLst/>
          </a:prstGeom>
        </p:spPr>
        <p:txBody>
          <a:bodyPr wrap="none" lIns="0" tIns="0" rIns="0" bIns="0" anchor="ctr" anchorCtr="0">
            <a:noAutofit/>
          </a:bodyPr>
          <a:lstStyle>
            <a:defPPr>
              <a:defRPr lang="en-PL"/>
            </a:defPPr>
            <a:lvl1pPr marL="0" algn="l" defTabSz="914400" rtl="0" eaLnBrk="1" latinLnBrk="0" hangingPunct="1">
              <a:defRPr lang="de-DE" sz="800" kern="1200">
                <a:solidFill>
                  <a:schemeClr val="bg1">
                    <a:lumMod val="6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ts val="1000"/>
              </a:spcBef>
              <a:buFont typeface="Arial" panose="020B0604020202020204" pitchFamily="34" charset="0"/>
              <a:buNone/>
            </a:pPr>
            <a:r>
              <a:rPr lang="en-US">
                <a:solidFill>
                  <a:srgbClr val="FFFFFF">
                    <a:lumMod val="65000"/>
                  </a:srgbClr>
                </a:solidFill>
                <a:latin typeface="Ubuntu"/>
              </a:rPr>
              <a:t>TMT Monthly Update | July 2026</a:t>
            </a:r>
          </a:p>
        </p:txBody>
      </p:sp>
      <p:sp>
        <p:nvSpPr>
          <p:cNvPr id="21" name="Rectangle 20">
            <a:extLst>
              <a:ext uri="{FF2B5EF4-FFF2-40B4-BE49-F238E27FC236}">
                <a16:creationId xmlns:a16="http://schemas.microsoft.com/office/drawing/2014/main" id="{BC9048E0-931E-64BC-1DD2-5EDEB924D6EC}"/>
              </a:ext>
            </a:extLst>
          </p:cNvPr>
          <p:cNvSpPr/>
          <p:nvPr/>
        </p:nvSpPr>
        <p:spPr>
          <a:xfrm>
            <a:off x="12093700" y="0"/>
            <a:ext cx="108000" cy="6858000"/>
          </a:xfrm>
          <a:prstGeom prst="rect">
            <a:avLst/>
          </a:prstGeom>
          <a:gradFill>
            <a:gsLst>
              <a:gs pos="0">
                <a:srgbClr val="0058AB"/>
              </a:gs>
              <a:gs pos="56000">
                <a:srgbClr val="1DB8F2"/>
              </a:gs>
              <a:gs pos="83000">
                <a:srgbClr val="00828E"/>
              </a:gs>
            </a:gsLst>
            <a:lin ang="5400000" scaled="1"/>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400" b="0" i="0" u="none" strike="noStrike" kern="0" cap="none" spc="0" normalizeH="0" baseline="0" noProof="0" err="1">
              <a:ln>
                <a:noFill/>
              </a:ln>
              <a:solidFill>
                <a:srgbClr val="000000"/>
              </a:solidFill>
              <a:effectLst/>
              <a:uLnTx/>
              <a:uFillTx/>
              <a:latin typeface="Ubuntu"/>
              <a:ea typeface="+mn-ea"/>
              <a:cs typeface="+mn-cs"/>
            </a:endParaRPr>
          </a:p>
        </p:txBody>
      </p:sp>
      <p:sp>
        <p:nvSpPr>
          <p:cNvPr id="22" name="Rectangle 21">
            <a:extLst>
              <a:ext uri="{FF2B5EF4-FFF2-40B4-BE49-F238E27FC236}">
                <a16:creationId xmlns:a16="http://schemas.microsoft.com/office/drawing/2014/main" id="{3AF481EE-4CA0-56C5-64F1-D12CCAB03347}"/>
              </a:ext>
            </a:extLst>
          </p:cNvPr>
          <p:cNvSpPr/>
          <p:nvPr/>
        </p:nvSpPr>
        <p:spPr>
          <a:xfrm>
            <a:off x="-17978" y="0"/>
            <a:ext cx="108000" cy="6858000"/>
          </a:xfrm>
          <a:prstGeom prst="rect">
            <a:avLst/>
          </a:prstGeom>
          <a:gradFill>
            <a:gsLst>
              <a:gs pos="0">
                <a:srgbClr val="0058AB"/>
              </a:gs>
              <a:gs pos="56000">
                <a:srgbClr val="1DB8F2"/>
              </a:gs>
              <a:gs pos="83000">
                <a:srgbClr val="00828E"/>
              </a:gs>
            </a:gsLst>
            <a:lin ang="5400000" scaled="1"/>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400" b="0" i="0" u="none" strike="noStrike" kern="0" cap="none" spc="0" normalizeH="0" baseline="0" noProof="0" err="1">
              <a:ln>
                <a:noFill/>
              </a:ln>
              <a:solidFill>
                <a:srgbClr val="000000"/>
              </a:solidFill>
              <a:effectLst/>
              <a:uLnTx/>
              <a:uFillTx/>
              <a:latin typeface="Ubuntu"/>
              <a:ea typeface="+mn-ea"/>
              <a:cs typeface="+mn-cs"/>
            </a:endParaRPr>
          </a:p>
        </p:txBody>
      </p:sp>
      <p:sp>
        <p:nvSpPr>
          <p:cNvPr id="20" name="Text 6">
            <a:extLst>
              <a:ext uri="{FF2B5EF4-FFF2-40B4-BE49-F238E27FC236}">
                <a16:creationId xmlns:a16="http://schemas.microsoft.com/office/drawing/2014/main" id="{2DECDCD3-2E0E-44F1-394C-CE9E945D951A}"/>
              </a:ext>
            </a:extLst>
          </p:cNvPr>
          <p:cNvSpPr/>
          <p:nvPr/>
        </p:nvSpPr>
        <p:spPr>
          <a:xfrm>
            <a:off x="4730496" y="5009605"/>
            <a:ext cx="3134563" cy="198121"/>
          </a:xfrm>
          <a:prstGeom prst="rect">
            <a:avLst/>
          </a:prstGeom>
          <a:noFill/>
          <a:ln/>
        </p:spPr>
        <p:txBody>
          <a:bodyPr wrap="square" lIns="0" tIns="0" rIns="0" bIns="0" rtlCol="0" anchor="ctr"/>
          <a:lstStyle/>
          <a:p>
            <a:pPr defTabSz="1219170"/>
            <a:r>
              <a:rPr lang="en-US" sz="1200" b="1">
                <a:solidFill>
                  <a:srgbClr val="1C3A6E"/>
                </a:solidFill>
                <a:latin typeface="Ubuntu" panose="020B0504030602030204" pitchFamily="34" charset="0"/>
                <a:ea typeface="Calibri" pitchFamily="34" charset="-122"/>
                <a:cs typeface="Calibri" pitchFamily="34" charset="-120"/>
              </a:rPr>
              <a:t>May end coverage : TCV Pipeline (4736 KE) / TCV Sold (3460 KE)</a:t>
            </a:r>
            <a:endParaRPr lang="en-US" sz="1200">
              <a:solidFill>
                <a:prstClr val="black"/>
              </a:solidFill>
              <a:latin typeface="Ubuntu" panose="020B0504030602030204" pitchFamily="34" charset="0"/>
            </a:endParaRPr>
          </a:p>
        </p:txBody>
      </p:sp>
      <p:graphicFrame>
        <p:nvGraphicFramePr>
          <p:cNvPr id="29" name="Chart 28">
            <a:extLst>
              <a:ext uri="{FF2B5EF4-FFF2-40B4-BE49-F238E27FC236}">
                <a16:creationId xmlns:a16="http://schemas.microsoft.com/office/drawing/2014/main" id="{2C04DE03-F2ED-55E1-B604-FE08B195D6E8}"/>
              </a:ext>
            </a:extLst>
          </p:cNvPr>
          <p:cNvGraphicFramePr>
            <a:graphicFrameLocks/>
          </p:cNvGraphicFramePr>
          <p:nvPr>
            <p:extLst>
              <p:ext uri="{D42A27DB-BD31-4B8C-83A1-F6EECF244321}">
                <p14:modId xmlns:p14="http://schemas.microsoft.com/office/powerpoint/2010/main" val="2093335837"/>
              </p:ext>
            </p:extLst>
          </p:nvPr>
        </p:nvGraphicFramePr>
        <p:xfrm>
          <a:off x="1304384" y="1397508"/>
          <a:ext cx="3657600" cy="3906698"/>
        </p:xfrm>
        <a:graphic>
          <a:graphicData uri="http://schemas.openxmlformats.org/drawingml/2006/chart">
            <c:chart xmlns:c="http://schemas.openxmlformats.org/drawingml/2006/chart" xmlns:r="http://schemas.openxmlformats.org/officeDocument/2006/relationships" r:id="rId6"/>
          </a:graphicData>
        </a:graphic>
      </p:graphicFrame>
    </p:spTree>
  </p:cSld>
  <p:clrMapOvr>
    <a:masterClrMapping/>
  </p:clrMapOvr>
  <p:transition spd="med">
    <p:pull dir="u"/>
  </p:transition>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23669BB-9C04-7FA8-7E2A-ECF9E0FD5E88}"/>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8F97542A-C93F-D0AE-4C4D-583AF2F37AA7}"/>
              </a:ext>
            </a:extLst>
          </p:cNvPr>
          <p:cNvSpPr/>
          <p:nvPr/>
        </p:nvSpPr>
        <p:spPr>
          <a:xfrm>
            <a:off x="12093700" y="0"/>
            <a:ext cx="108000" cy="6858000"/>
          </a:xfrm>
          <a:prstGeom prst="rect">
            <a:avLst/>
          </a:prstGeom>
          <a:gradFill>
            <a:gsLst>
              <a:gs pos="0">
                <a:schemeClr val="accent1"/>
              </a:gs>
              <a:gs pos="56000">
                <a:schemeClr val="accent2"/>
              </a:gs>
              <a:gs pos="83000">
                <a:schemeClr val="accent4"/>
              </a:gs>
            </a:gsLst>
            <a:lin ang="5400000" scaled="1"/>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sz="1400" err="1">
              <a:solidFill>
                <a:schemeClr val="tx1"/>
              </a:solidFill>
            </a:endParaRPr>
          </a:p>
        </p:txBody>
      </p:sp>
      <p:sp>
        <p:nvSpPr>
          <p:cNvPr id="19" name="Rectangle 18">
            <a:extLst>
              <a:ext uri="{FF2B5EF4-FFF2-40B4-BE49-F238E27FC236}">
                <a16:creationId xmlns:a16="http://schemas.microsoft.com/office/drawing/2014/main" id="{B35299ED-D0F0-695E-F2A0-705EE6522655}"/>
              </a:ext>
            </a:extLst>
          </p:cNvPr>
          <p:cNvSpPr/>
          <p:nvPr/>
        </p:nvSpPr>
        <p:spPr>
          <a:xfrm>
            <a:off x="-17978" y="0"/>
            <a:ext cx="108000" cy="6858000"/>
          </a:xfrm>
          <a:prstGeom prst="rect">
            <a:avLst/>
          </a:prstGeom>
          <a:gradFill>
            <a:gsLst>
              <a:gs pos="0">
                <a:schemeClr val="accent1"/>
              </a:gs>
              <a:gs pos="56000">
                <a:schemeClr val="accent2"/>
              </a:gs>
              <a:gs pos="83000">
                <a:schemeClr val="accent4"/>
              </a:gs>
            </a:gsLst>
            <a:lin ang="5400000" scaled="1"/>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sz="1400" err="1">
              <a:solidFill>
                <a:schemeClr val="tx1"/>
              </a:solidFill>
            </a:endParaRPr>
          </a:p>
        </p:txBody>
      </p:sp>
      <p:cxnSp>
        <p:nvCxnSpPr>
          <p:cNvPr id="12" name="Straight Arrow Connector 11">
            <a:extLst>
              <a:ext uri="{FF2B5EF4-FFF2-40B4-BE49-F238E27FC236}">
                <a16:creationId xmlns:a16="http://schemas.microsoft.com/office/drawing/2014/main" id="{E60B0222-B63B-2ACC-9BC7-AE6319F323FC}"/>
              </a:ext>
            </a:extLst>
          </p:cNvPr>
          <p:cNvCxnSpPr>
            <a:cxnSpLocks/>
          </p:cNvCxnSpPr>
          <p:nvPr/>
        </p:nvCxnSpPr>
        <p:spPr>
          <a:xfrm flipH="1">
            <a:off x="825000" y="1892453"/>
            <a:ext cx="61783" cy="4771303"/>
          </a:xfrm>
          <a:prstGeom prst="straightConnector1">
            <a:avLst/>
          </a:prstGeom>
          <a:ln w="28575">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6" name="Oval 15">
            <a:extLst>
              <a:ext uri="{FF2B5EF4-FFF2-40B4-BE49-F238E27FC236}">
                <a16:creationId xmlns:a16="http://schemas.microsoft.com/office/drawing/2014/main" id="{0CF69363-DF5D-C115-5701-8211EE05533C}"/>
              </a:ext>
            </a:extLst>
          </p:cNvPr>
          <p:cNvSpPr/>
          <p:nvPr/>
        </p:nvSpPr>
        <p:spPr>
          <a:xfrm>
            <a:off x="633193" y="5260366"/>
            <a:ext cx="388800" cy="388800"/>
          </a:xfrm>
          <a:prstGeom prst="ellipse">
            <a:avLst/>
          </a:prstGeom>
          <a:solidFill>
            <a:schemeClr val="accent4"/>
          </a:solidFill>
          <a:ln>
            <a:noFill/>
          </a:ln>
        </p:spPr>
        <p:style>
          <a:lnRef idx="2">
            <a:schemeClr val="accent6">
              <a:shade val="50000"/>
            </a:schemeClr>
          </a:lnRef>
          <a:fillRef idx="1">
            <a:schemeClr val="accent6"/>
          </a:fillRef>
          <a:effectRef idx="0">
            <a:schemeClr val="accent6"/>
          </a:effectRef>
          <a:fontRef idx="minor">
            <a:schemeClr val="lt1"/>
          </a:fontRef>
        </p:style>
        <p:txBody>
          <a:bodyPr rot="0" spcFirstLastPara="0" vertOverflow="overflow" horzOverflow="overflow" vert="horz" wrap="square" lIns="109728" tIns="54864" rIns="109728" bIns="54864" numCol="1" spcCol="0" rtlCol="0" fromWordArt="0" anchor="ctr" anchorCtr="0" forceAA="0" compatLnSpc="1">
            <a:prstTxWarp prst="textNoShape">
              <a:avLst/>
            </a:prstTxWarp>
            <a:noAutofit/>
          </a:bodyPr>
          <a:lstStyle>
            <a:defPPr>
              <a:defRPr lang="de-DE"/>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a:lstStyle>
          <a:p>
            <a:pPr algn="ctr" defTabSz="1097236">
              <a:defRPr/>
            </a:pPr>
            <a:endParaRPr lang="en-US" sz="2592">
              <a:solidFill>
                <a:srgbClr val="000000"/>
              </a:solidFill>
              <a:latin typeface="Ubuntu"/>
            </a:endParaRPr>
          </a:p>
        </p:txBody>
      </p:sp>
      <p:sp>
        <p:nvSpPr>
          <p:cNvPr id="43" name="Rectangle 42">
            <a:extLst>
              <a:ext uri="{FF2B5EF4-FFF2-40B4-BE49-F238E27FC236}">
                <a16:creationId xmlns:a16="http://schemas.microsoft.com/office/drawing/2014/main" id="{3F3FE0CD-9A1A-4D3D-4C7C-DA8D3350F560}"/>
              </a:ext>
            </a:extLst>
          </p:cNvPr>
          <p:cNvSpPr/>
          <p:nvPr/>
        </p:nvSpPr>
        <p:spPr>
          <a:xfrm>
            <a:off x="3112317" y="3230872"/>
            <a:ext cx="984980" cy="1598852"/>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3200" tIns="43200" rIns="43200" bIns="43200" numCol="1" spcCol="0" rtlCol="0" fromWordArt="0" anchor="ctr" anchorCtr="0" forceAA="0" compatLnSpc="1">
            <a:prstTxWarp prst="textNoShape">
              <a:avLst/>
            </a:prstTxWarp>
            <a:noAutofit/>
          </a:bodyPr>
          <a:lstStyle>
            <a:defPPr>
              <a:defRPr lang="de-DE"/>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a:lstStyle>
          <a:p>
            <a:pPr algn="ctr" defTabSz="1097236">
              <a:defRPr/>
            </a:pPr>
            <a:r>
              <a:rPr lang="en-US" sz="1400">
                <a:solidFill>
                  <a:srgbClr val="000000"/>
                </a:solidFill>
                <a:latin typeface="Ubuntu"/>
              </a:rPr>
              <a:t>Billing</a:t>
            </a:r>
          </a:p>
        </p:txBody>
      </p:sp>
      <p:sp>
        <p:nvSpPr>
          <p:cNvPr id="42" name="Rectangle 41">
            <a:extLst>
              <a:ext uri="{FF2B5EF4-FFF2-40B4-BE49-F238E27FC236}">
                <a16:creationId xmlns:a16="http://schemas.microsoft.com/office/drawing/2014/main" id="{072DC992-538E-004B-B784-742A0BC4F5EB}"/>
              </a:ext>
            </a:extLst>
          </p:cNvPr>
          <p:cNvSpPr/>
          <p:nvPr/>
        </p:nvSpPr>
        <p:spPr>
          <a:xfrm>
            <a:off x="3109682" y="4886827"/>
            <a:ext cx="994033" cy="1859057"/>
          </a:xfrm>
          <a:prstGeom prst="rect">
            <a:avLst/>
          </a:prstGeom>
          <a:solidFill>
            <a:schemeClr val="accent4"/>
          </a:solidFill>
          <a:ln>
            <a:solidFill>
              <a:srgbClr val="7F7F7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3200" tIns="43200" rIns="43200" bIns="43200" numCol="1" spcCol="0" rtlCol="0" fromWordArt="0" anchor="ctr" anchorCtr="0" forceAA="0" compatLnSpc="1">
            <a:prstTxWarp prst="textNoShape">
              <a:avLst/>
            </a:prstTxWarp>
            <a:noAutofit/>
          </a:bodyPr>
          <a:lstStyle>
            <a:defPPr>
              <a:defRPr lang="de-DE"/>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a:lstStyle>
          <a:p>
            <a:pPr algn="ctr" defTabSz="1097236">
              <a:defRPr/>
            </a:pPr>
            <a:r>
              <a:rPr lang="en-US" sz="1400">
                <a:solidFill>
                  <a:srgbClr val="000000"/>
                </a:solidFill>
                <a:latin typeface="Ubuntu"/>
              </a:rPr>
              <a:t>Utilization </a:t>
            </a:r>
          </a:p>
        </p:txBody>
      </p:sp>
      <p:sp>
        <p:nvSpPr>
          <p:cNvPr id="44" name="Rectangle 43">
            <a:extLst>
              <a:ext uri="{FF2B5EF4-FFF2-40B4-BE49-F238E27FC236}">
                <a16:creationId xmlns:a16="http://schemas.microsoft.com/office/drawing/2014/main" id="{B3034196-C6C5-9983-91FF-DDCEEE448B18}"/>
              </a:ext>
            </a:extLst>
          </p:cNvPr>
          <p:cNvSpPr/>
          <p:nvPr/>
        </p:nvSpPr>
        <p:spPr>
          <a:xfrm>
            <a:off x="3118963" y="1829711"/>
            <a:ext cx="978337" cy="1369156"/>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3200" tIns="43200" rIns="43200" bIns="43200" numCol="1" spcCol="0" rtlCol="0" fromWordArt="0" anchor="ctr" anchorCtr="0" forceAA="0" compatLnSpc="1">
            <a:prstTxWarp prst="textNoShape">
              <a:avLst/>
            </a:prstTxWarp>
            <a:noAutofit/>
          </a:bodyPr>
          <a:lstStyle>
            <a:defPPr>
              <a:defRPr lang="de-DE"/>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a:lstStyle>
          <a:p>
            <a:pPr algn="ctr" defTabSz="1097236">
              <a:defRPr/>
            </a:pPr>
            <a:r>
              <a:rPr lang="en-US" sz="1400">
                <a:solidFill>
                  <a:srgbClr val="000000"/>
                </a:solidFill>
                <a:latin typeface="Ubuntu"/>
              </a:rPr>
              <a:t>People</a:t>
            </a:r>
          </a:p>
        </p:txBody>
      </p:sp>
      <p:sp>
        <p:nvSpPr>
          <p:cNvPr id="47" name="Rectangle 46">
            <a:extLst>
              <a:ext uri="{FF2B5EF4-FFF2-40B4-BE49-F238E27FC236}">
                <a16:creationId xmlns:a16="http://schemas.microsoft.com/office/drawing/2014/main" id="{36F9CD4F-44C5-BD07-AD5C-DC7C970F5750}"/>
              </a:ext>
            </a:extLst>
          </p:cNvPr>
          <p:cNvSpPr/>
          <p:nvPr/>
        </p:nvSpPr>
        <p:spPr>
          <a:xfrm>
            <a:off x="4101125" y="1841593"/>
            <a:ext cx="7963344" cy="135804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9728" tIns="54864" rIns="109728" bIns="54864" numCol="1" spcCol="0" rtlCol="0" fromWordArt="0" anchor="ctr" anchorCtr="0" forceAA="0" compatLnSpc="1">
            <a:prstTxWarp prst="textNoShape">
              <a:avLst/>
            </a:prstTxWarp>
            <a:noAutofit/>
          </a:bodyPr>
          <a:lstStyle>
            <a:defPPr>
              <a:defRPr lang="de-DE"/>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a:lstStyle>
          <a:p>
            <a:pPr marL="215638" indent="-215638" defTabSz="1097236">
              <a:spcAft>
                <a:spcPts val="720"/>
              </a:spcAft>
              <a:buClr>
                <a:srgbClr val="000000"/>
              </a:buClr>
              <a:buFont typeface="Wingdings" panose="05000000000000000000" pitchFamily="2" charset="2"/>
              <a:buChar char="§"/>
              <a:defRPr/>
            </a:pPr>
            <a:endParaRPr lang="en-US" sz="1200">
              <a:solidFill>
                <a:srgbClr val="000000"/>
              </a:solidFill>
              <a:latin typeface="Ubuntu"/>
              <a:ea typeface="Calibri"/>
              <a:cs typeface="Calibri"/>
            </a:endParaRPr>
          </a:p>
          <a:p>
            <a:pPr marL="215638" indent="-215638" defTabSz="1097236">
              <a:spcAft>
                <a:spcPts val="720"/>
              </a:spcAft>
              <a:buClr>
                <a:srgbClr val="000000"/>
              </a:buClr>
              <a:buFont typeface="Wingdings" panose="05000000000000000000" pitchFamily="2" charset="2"/>
              <a:buChar char="§"/>
              <a:defRPr/>
            </a:pPr>
            <a:endParaRPr lang="en-US" sz="1200">
              <a:solidFill>
                <a:srgbClr val="000000"/>
              </a:solidFill>
              <a:latin typeface="Ubuntu"/>
              <a:ea typeface="Calibri"/>
              <a:cs typeface="Calibri"/>
            </a:endParaRPr>
          </a:p>
          <a:p>
            <a:pPr marL="215638" indent="-215638" defTabSz="1097236">
              <a:spcAft>
                <a:spcPts val="720"/>
              </a:spcAft>
              <a:buClr>
                <a:srgbClr val="000000"/>
              </a:buClr>
              <a:buFont typeface="Wingdings" panose="05000000000000000000" pitchFamily="2" charset="2"/>
              <a:buChar char="§"/>
              <a:defRPr/>
            </a:pPr>
            <a:endParaRPr lang="en-US" sz="1200">
              <a:solidFill>
                <a:srgbClr val="000000"/>
              </a:solidFill>
              <a:latin typeface="Ubuntu"/>
              <a:ea typeface="Calibri"/>
              <a:cs typeface="Calibri"/>
            </a:endParaRPr>
          </a:p>
          <a:p>
            <a:pPr marL="215256" indent="-215256" defTabSz="1097236">
              <a:spcAft>
                <a:spcPts val="720"/>
              </a:spcAft>
              <a:buClr>
                <a:srgbClr val="000000"/>
              </a:buClr>
              <a:buFont typeface="Wingdings" panose="05000000000000000000" pitchFamily="2" charset="2"/>
              <a:buChar char="§"/>
              <a:defRPr/>
            </a:pPr>
            <a:r>
              <a:rPr lang="en-US" sz="1000">
                <a:solidFill>
                  <a:srgbClr val="000000"/>
                </a:solidFill>
              </a:rPr>
              <a:t>Current Revenue received till May end : </a:t>
            </a:r>
            <a:r>
              <a:rPr lang="en-US" sz="1000">
                <a:solidFill>
                  <a:srgbClr val="FF0000"/>
                </a:solidFill>
              </a:rPr>
              <a:t>927 K</a:t>
            </a:r>
          </a:p>
          <a:p>
            <a:pPr marL="215256" indent="-215256" defTabSz="1097236">
              <a:spcAft>
                <a:spcPts val="720"/>
              </a:spcAft>
              <a:buClr>
                <a:srgbClr val="000000"/>
              </a:buClr>
              <a:buFont typeface="Wingdings" panose="05000000000000000000" pitchFamily="2" charset="2"/>
              <a:buChar char="§"/>
              <a:defRPr/>
            </a:pPr>
            <a:r>
              <a:rPr lang="en-US" sz="1000">
                <a:solidFill>
                  <a:srgbClr val="000000"/>
                </a:solidFill>
              </a:rPr>
              <a:t>Projected  Revenue which can be achieved from June to December : </a:t>
            </a:r>
            <a:r>
              <a:rPr lang="en-US" sz="1000">
                <a:solidFill>
                  <a:srgbClr val="FF0000"/>
                </a:solidFill>
              </a:rPr>
              <a:t>1200 K</a:t>
            </a:r>
          </a:p>
          <a:p>
            <a:pPr marL="215256" indent="-215256" defTabSz="1097236">
              <a:spcAft>
                <a:spcPts val="720"/>
              </a:spcAft>
              <a:buClr>
                <a:srgbClr val="000000"/>
              </a:buClr>
              <a:buFont typeface="Wingdings" panose="05000000000000000000" pitchFamily="2" charset="2"/>
              <a:buChar char="§"/>
              <a:defRPr/>
            </a:pPr>
            <a:r>
              <a:rPr lang="en-US" sz="1000"/>
              <a:t>Current People on Project will remain on project till end of the year with same rates</a:t>
            </a:r>
            <a:r>
              <a:rPr lang="en-US" sz="1000">
                <a:solidFill>
                  <a:srgbClr val="000000"/>
                </a:solidFill>
              </a:rPr>
              <a:t>.</a:t>
            </a:r>
          </a:p>
          <a:p>
            <a:pPr marL="215256" indent="-215256" defTabSz="1097236">
              <a:spcAft>
                <a:spcPts val="720"/>
              </a:spcAft>
              <a:buClr>
                <a:srgbClr val="000000"/>
              </a:buClr>
              <a:buFont typeface="Wingdings" panose="05000000000000000000" pitchFamily="2" charset="2"/>
              <a:buChar char="§"/>
              <a:defRPr/>
            </a:pPr>
            <a:r>
              <a:rPr lang="en-US" sz="1000"/>
              <a:t>The current resources on Bench will be allocated to project for at least 3 months</a:t>
            </a:r>
          </a:p>
          <a:p>
            <a:pPr marL="215256" indent="-215256" defTabSz="1097236">
              <a:spcAft>
                <a:spcPts val="720"/>
              </a:spcAft>
              <a:buClr>
                <a:srgbClr val="000000"/>
              </a:buClr>
              <a:buFont typeface="Wingdings" panose="05000000000000000000" pitchFamily="2" charset="2"/>
              <a:buChar char="§"/>
              <a:defRPr/>
            </a:pPr>
            <a:r>
              <a:rPr lang="en-US" sz="1000"/>
              <a:t>New resources joining in Aug will be allocated to project for at least 2 months</a:t>
            </a:r>
            <a:endParaRPr lang="en-US" sz="1000">
              <a:solidFill>
                <a:srgbClr val="000000"/>
              </a:solidFill>
            </a:endParaRPr>
          </a:p>
          <a:p>
            <a:pPr marL="822928" lvl="1" indent="-274309" defTabSz="1097236">
              <a:spcAft>
                <a:spcPts val="720"/>
              </a:spcAft>
              <a:buClr>
                <a:srgbClr val="000000"/>
              </a:buClr>
              <a:buFont typeface="Ubuntu Medium"/>
              <a:buAutoNum type="arabicPeriod"/>
              <a:defRPr/>
            </a:pPr>
            <a:endParaRPr lang="en-US" sz="1200">
              <a:solidFill>
                <a:srgbClr val="000000"/>
              </a:solidFill>
              <a:latin typeface="Ubuntu"/>
              <a:ea typeface="Calibri"/>
              <a:cs typeface="Calibri"/>
            </a:endParaRPr>
          </a:p>
          <a:p>
            <a:pPr marL="215638" indent="-215638" defTabSz="1097236">
              <a:spcAft>
                <a:spcPts val="720"/>
              </a:spcAft>
              <a:buClr>
                <a:srgbClr val="000000"/>
              </a:buClr>
              <a:buFont typeface="Wingdings" panose="05000000000000000000" pitchFamily="2" charset="2"/>
              <a:buChar char="§"/>
              <a:defRPr/>
            </a:pPr>
            <a:endParaRPr lang="en-US" sz="1200">
              <a:solidFill>
                <a:srgbClr val="000000"/>
              </a:solidFill>
              <a:latin typeface="Ubuntu"/>
              <a:ea typeface="Calibri"/>
              <a:cs typeface="Calibri"/>
            </a:endParaRPr>
          </a:p>
          <a:p>
            <a:pPr marL="548618" lvl="1" defTabSz="1097236">
              <a:spcAft>
                <a:spcPts val="720"/>
              </a:spcAft>
              <a:buClr>
                <a:srgbClr val="000000"/>
              </a:buClr>
              <a:defRPr/>
            </a:pPr>
            <a:endParaRPr lang="en-US" sz="1200">
              <a:solidFill>
                <a:srgbClr val="000000"/>
              </a:solidFill>
              <a:latin typeface="Ubuntu"/>
              <a:ea typeface="Calibri"/>
              <a:cs typeface="Calibri"/>
            </a:endParaRPr>
          </a:p>
        </p:txBody>
      </p:sp>
      <p:sp>
        <p:nvSpPr>
          <p:cNvPr id="8" name="Oval 7">
            <a:extLst>
              <a:ext uri="{FF2B5EF4-FFF2-40B4-BE49-F238E27FC236}">
                <a16:creationId xmlns:a16="http://schemas.microsoft.com/office/drawing/2014/main" id="{2F58A064-A5B9-9485-74A1-E62FB773D6A8}"/>
              </a:ext>
            </a:extLst>
          </p:cNvPr>
          <p:cNvSpPr/>
          <p:nvPr/>
        </p:nvSpPr>
        <p:spPr>
          <a:xfrm>
            <a:off x="660856" y="3881944"/>
            <a:ext cx="388800" cy="388800"/>
          </a:xfrm>
          <a:prstGeom prst="ellipse">
            <a:avLst/>
          </a:prstGeom>
          <a:solidFill>
            <a:srgbClr val="0070C0"/>
          </a:solidFill>
          <a:ln>
            <a:noFill/>
          </a:ln>
        </p:spPr>
        <p:style>
          <a:lnRef idx="2">
            <a:schemeClr val="accent6">
              <a:shade val="50000"/>
            </a:schemeClr>
          </a:lnRef>
          <a:fillRef idx="1">
            <a:schemeClr val="accent6"/>
          </a:fillRef>
          <a:effectRef idx="0">
            <a:schemeClr val="accent6"/>
          </a:effectRef>
          <a:fontRef idx="minor">
            <a:schemeClr val="lt1"/>
          </a:fontRef>
        </p:style>
        <p:txBody>
          <a:bodyPr rot="0" spcFirstLastPara="0" vertOverflow="overflow" horzOverflow="overflow" vert="horz" wrap="square" lIns="109728" tIns="54864" rIns="109728" bIns="54864" numCol="1" spcCol="0" rtlCol="0" fromWordArt="0" anchor="ctr" anchorCtr="0" forceAA="0" compatLnSpc="1">
            <a:prstTxWarp prst="textNoShape">
              <a:avLst/>
            </a:prstTxWarp>
            <a:noAutofit/>
          </a:bodyPr>
          <a:lstStyle>
            <a:defPPr>
              <a:defRPr lang="de-DE"/>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a:lstStyle>
          <a:p>
            <a:pPr algn="ctr" defTabSz="1097236">
              <a:defRPr/>
            </a:pPr>
            <a:endParaRPr lang="en-US" sz="2592">
              <a:solidFill>
                <a:srgbClr val="000000"/>
              </a:solidFill>
              <a:latin typeface="Ubuntu"/>
            </a:endParaRPr>
          </a:p>
        </p:txBody>
      </p:sp>
      <p:sp>
        <p:nvSpPr>
          <p:cNvPr id="9" name="Oval 8">
            <a:extLst>
              <a:ext uri="{FF2B5EF4-FFF2-40B4-BE49-F238E27FC236}">
                <a16:creationId xmlns:a16="http://schemas.microsoft.com/office/drawing/2014/main" id="{CD4AB791-CD64-A91A-EB12-75EAFB920A49}"/>
              </a:ext>
            </a:extLst>
          </p:cNvPr>
          <p:cNvSpPr/>
          <p:nvPr/>
        </p:nvSpPr>
        <p:spPr>
          <a:xfrm>
            <a:off x="661817" y="2354453"/>
            <a:ext cx="388800" cy="388800"/>
          </a:xfrm>
          <a:prstGeom prst="ellipse">
            <a:avLst/>
          </a:prstGeom>
          <a:solidFill>
            <a:schemeClr val="tx2">
              <a:lumMod val="20000"/>
              <a:lumOff val="80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ot="0" spcFirstLastPara="0" vertOverflow="overflow" horzOverflow="overflow" vert="horz" wrap="square" lIns="109728" tIns="54864" rIns="109728" bIns="54864" numCol="1" spcCol="0" rtlCol="0" fromWordArt="0" anchor="ctr" anchorCtr="0" forceAA="0" compatLnSpc="1">
            <a:prstTxWarp prst="textNoShape">
              <a:avLst/>
            </a:prstTxWarp>
            <a:noAutofit/>
          </a:bodyPr>
          <a:lstStyle>
            <a:defPPr>
              <a:defRPr lang="de-DE"/>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a:lstStyle>
          <a:p>
            <a:pPr algn="ctr" defTabSz="1097236">
              <a:defRPr/>
            </a:pPr>
            <a:endParaRPr lang="en-US" sz="2592">
              <a:solidFill>
                <a:srgbClr val="000000"/>
              </a:solidFill>
              <a:latin typeface="Ubuntu"/>
            </a:endParaRPr>
          </a:p>
        </p:txBody>
      </p:sp>
      <p:sp>
        <p:nvSpPr>
          <p:cNvPr id="21" name="TextBox 20">
            <a:extLst>
              <a:ext uri="{FF2B5EF4-FFF2-40B4-BE49-F238E27FC236}">
                <a16:creationId xmlns:a16="http://schemas.microsoft.com/office/drawing/2014/main" id="{AE357E0E-96D1-6A9E-C35C-0C94DF7CCCB5}"/>
              </a:ext>
            </a:extLst>
          </p:cNvPr>
          <p:cNvSpPr txBox="1"/>
          <p:nvPr/>
        </p:nvSpPr>
        <p:spPr>
          <a:xfrm>
            <a:off x="1109278" y="4443615"/>
            <a:ext cx="1932830" cy="1200329"/>
          </a:xfrm>
          <a:prstGeom prst="rect">
            <a:avLst/>
          </a:prstGeom>
          <a:noFill/>
        </p:spPr>
        <p:txBody>
          <a:bodyPr wrap="square" lIns="91440" tIns="45720" rIns="91440" bIns="45720" rtlCol="0" anchor="t">
            <a:spAutoFit/>
          </a:bodyPr>
          <a:lstStyle>
            <a:defPPr>
              <a:defRPr lang="de-DE"/>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a:lstStyle>
          <a:p>
            <a:pPr defTabSz="1097236">
              <a:defRPr/>
            </a:pPr>
            <a:r>
              <a:rPr lang="en-IN" sz="1200">
                <a:solidFill>
                  <a:srgbClr val="000000"/>
                </a:solidFill>
                <a:latin typeface="Ubuntu"/>
              </a:rPr>
              <a:t>Inter: Intra project ratio should be ~</a:t>
            </a:r>
            <a:r>
              <a:rPr lang="en-IN" sz="1200">
                <a:solidFill>
                  <a:srgbClr val="0058AB"/>
                </a:solidFill>
                <a:latin typeface="Ubuntu"/>
              </a:rPr>
              <a:t>50:50</a:t>
            </a:r>
          </a:p>
          <a:p>
            <a:pPr defTabSz="1097236">
              <a:defRPr/>
            </a:pPr>
            <a:endParaRPr lang="en-IN" sz="1200">
              <a:solidFill>
                <a:srgbClr val="000000"/>
              </a:solidFill>
              <a:latin typeface="Ubuntu"/>
            </a:endParaRPr>
          </a:p>
          <a:p>
            <a:pPr defTabSz="1097236">
              <a:defRPr/>
            </a:pPr>
            <a:endParaRPr lang="en-IN" sz="1200">
              <a:solidFill>
                <a:srgbClr val="000000"/>
              </a:solidFill>
              <a:latin typeface="Ubuntu"/>
            </a:endParaRPr>
          </a:p>
          <a:p>
            <a:pPr defTabSz="1097236">
              <a:defRPr/>
            </a:pPr>
            <a:endParaRPr lang="en-IN" sz="1200">
              <a:solidFill>
                <a:srgbClr val="000000"/>
              </a:solidFill>
              <a:latin typeface="Ubuntu"/>
            </a:endParaRPr>
          </a:p>
          <a:p>
            <a:pPr defTabSz="1097236">
              <a:defRPr/>
            </a:pPr>
            <a:endParaRPr lang="en-IN" sz="1200">
              <a:solidFill>
                <a:srgbClr val="000000"/>
              </a:solidFill>
              <a:latin typeface="Ubuntu"/>
            </a:endParaRPr>
          </a:p>
        </p:txBody>
      </p:sp>
      <p:sp>
        <p:nvSpPr>
          <p:cNvPr id="52" name="TextBox 51">
            <a:extLst>
              <a:ext uri="{FF2B5EF4-FFF2-40B4-BE49-F238E27FC236}">
                <a16:creationId xmlns:a16="http://schemas.microsoft.com/office/drawing/2014/main" id="{5DCF6967-E92C-D9E2-56FA-F611DAD4038F}"/>
              </a:ext>
            </a:extLst>
          </p:cNvPr>
          <p:cNvSpPr txBox="1"/>
          <p:nvPr/>
        </p:nvSpPr>
        <p:spPr>
          <a:xfrm>
            <a:off x="358746" y="807274"/>
            <a:ext cx="4397455" cy="400110"/>
          </a:xfrm>
          <a:prstGeom prst="rect">
            <a:avLst/>
          </a:prstGeom>
          <a:noFill/>
        </p:spPr>
        <p:txBody>
          <a:bodyPr wrap="square" lIns="91440" tIns="45720" rIns="91440" bIns="45720" rtlCol="0" anchor="t">
            <a:spAutoFit/>
          </a:bodyPr>
          <a:lstStyle>
            <a:defPPr>
              <a:defRPr lang="de-DE"/>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a:lstStyle>
          <a:p>
            <a:pPr defTabSz="1097236">
              <a:defRPr/>
            </a:pPr>
            <a:r>
              <a:rPr lang="en-IN" sz="2000">
                <a:solidFill>
                  <a:srgbClr val="000000"/>
                </a:solidFill>
                <a:latin typeface="Ubuntu"/>
              </a:rPr>
              <a:t>Target Revenue : </a:t>
            </a:r>
            <a:r>
              <a:rPr lang="en-IN" sz="2000" b="1">
                <a:solidFill>
                  <a:srgbClr val="000000"/>
                </a:solidFill>
                <a:latin typeface="Ubuntu"/>
              </a:rPr>
              <a:t>2400K</a:t>
            </a:r>
          </a:p>
        </p:txBody>
      </p:sp>
      <p:sp>
        <p:nvSpPr>
          <p:cNvPr id="54" name="TextBox 53">
            <a:extLst>
              <a:ext uri="{FF2B5EF4-FFF2-40B4-BE49-F238E27FC236}">
                <a16:creationId xmlns:a16="http://schemas.microsoft.com/office/drawing/2014/main" id="{A73F28B9-0BD8-6253-8648-3E133460B15A}"/>
              </a:ext>
            </a:extLst>
          </p:cNvPr>
          <p:cNvSpPr txBox="1"/>
          <p:nvPr/>
        </p:nvSpPr>
        <p:spPr>
          <a:xfrm>
            <a:off x="5524775" y="826588"/>
            <a:ext cx="1434252" cy="307777"/>
          </a:xfrm>
          <a:prstGeom prst="rect">
            <a:avLst/>
          </a:prstGeom>
          <a:noFill/>
        </p:spPr>
        <p:txBody>
          <a:bodyPr wrap="square" lIns="91440" tIns="45720" rIns="91440" bIns="45720" rtlCol="0" anchor="t">
            <a:spAutoFit/>
          </a:bodyPr>
          <a:lstStyle>
            <a:defPPr>
              <a:defRPr lang="de-DE"/>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a:lstStyle>
          <a:p>
            <a:pPr defTabSz="1097236">
              <a:defRPr/>
            </a:pPr>
            <a:r>
              <a:rPr lang="en-IN" sz="1400">
                <a:solidFill>
                  <a:srgbClr val="000000"/>
                </a:solidFill>
                <a:latin typeface="Ubuntu"/>
              </a:rPr>
              <a:t>ARVE : 75%</a:t>
            </a:r>
          </a:p>
        </p:txBody>
      </p:sp>
      <p:sp>
        <p:nvSpPr>
          <p:cNvPr id="55" name="TextBox 54">
            <a:extLst>
              <a:ext uri="{FF2B5EF4-FFF2-40B4-BE49-F238E27FC236}">
                <a16:creationId xmlns:a16="http://schemas.microsoft.com/office/drawing/2014/main" id="{8B94B6AF-AD8F-E5FE-BE76-3A459152D0C2}"/>
              </a:ext>
            </a:extLst>
          </p:cNvPr>
          <p:cNvSpPr txBox="1"/>
          <p:nvPr/>
        </p:nvSpPr>
        <p:spPr>
          <a:xfrm>
            <a:off x="6960779" y="848053"/>
            <a:ext cx="1144478" cy="313932"/>
          </a:xfrm>
          <a:prstGeom prst="rect">
            <a:avLst/>
          </a:prstGeom>
          <a:noFill/>
        </p:spPr>
        <p:txBody>
          <a:bodyPr wrap="square" rtlCol="0">
            <a:spAutoFit/>
          </a:bodyPr>
          <a:lstStyle>
            <a:defPPr>
              <a:defRPr lang="de-DE"/>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a:lstStyle>
          <a:p>
            <a:pPr defTabSz="1097236">
              <a:defRPr/>
            </a:pPr>
            <a:r>
              <a:rPr lang="en-IN" sz="1440">
                <a:solidFill>
                  <a:srgbClr val="000000"/>
                </a:solidFill>
                <a:latin typeface="Ubuntu"/>
              </a:rPr>
              <a:t>Bench : 14</a:t>
            </a:r>
          </a:p>
        </p:txBody>
      </p:sp>
      <p:sp>
        <p:nvSpPr>
          <p:cNvPr id="56" name="TextBox 55">
            <a:extLst>
              <a:ext uri="{FF2B5EF4-FFF2-40B4-BE49-F238E27FC236}">
                <a16:creationId xmlns:a16="http://schemas.microsoft.com/office/drawing/2014/main" id="{FC49BC9D-5CDA-E085-33E6-1882AE830B79}"/>
              </a:ext>
            </a:extLst>
          </p:cNvPr>
          <p:cNvSpPr txBox="1"/>
          <p:nvPr/>
        </p:nvSpPr>
        <p:spPr>
          <a:xfrm>
            <a:off x="8107010" y="848618"/>
            <a:ext cx="1411624" cy="313932"/>
          </a:xfrm>
          <a:prstGeom prst="rect">
            <a:avLst/>
          </a:prstGeom>
          <a:noFill/>
        </p:spPr>
        <p:txBody>
          <a:bodyPr wrap="square" rtlCol="0">
            <a:spAutoFit/>
          </a:bodyPr>
          <a:lstStyle>
            <a:defPPr>
              <a:defRPr lang="de-DE"/>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a:lstStyle>
          <a:p>
            <a:pPr defTabSz="1097236">
              <a:defRPr/>
            </a:pPr>
            <a:r>
              <a:rPr lang="en-IN" sz="1440">
                <a:solidFill>
                  <a:srgbClr val="000000"/>
                </a:solidFill>
                <a:latin typeface="Ubuntu"/>
              </a:rPr>
              <a:t>Resources : 46</a:t>
            </a:r>
          </a:p>
        </p:txBody>
      </p:sp>
      <p:sp>
        <p:nvSpPr>
          <p:cNvPr id="65" name="TextBox 64">
            <a:extLst>
              <a:ext uri="{FF2B5EF4-FFF2-40B4-BE49-F238E27FC236}">
                <a16:creationId xmlns:a16="http://schemas.microsoft.com/office/drawing/2014/main" id="{81566771-9586-3B21-1925-7ED3B308D712}"/>
              </a:ext>
            </a:extLst>
          </p:cNvPr>
          <p:cNvSpPr txBox="1"/>
          <p:nvPr/>
        </p:nvSpPr>
        <p:spPr>
          <a:xfrm>
            <a:off x="296176" y="243976"/>
            <a:ext cx="9764077" cy="423193"/>
          </a:xfrm>
          <a:prstGeom prst="rect">
            <a:avLst/>
          </a:prstGeom>
          <a:noFill/>
        </p:spPr>
        <p:txBody>
          <a:bodyPr wrap="square" lIns="91440" tIns="45720" rIns="91440" bIns="45720" anchor="t">
            <a:spAutoFit/>
          </a:bodyPr>
          <a:lstStyle>
            <a:defPPr>
              <a:defRPr lang="de-DE"/>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a:lstStyle>
          <a:p>
            <a:pPr defTabSz="1097236">
              <a:defRPr/>
            </a:pPr>
            <a:r>
              <a:rPr lang="en-IN" sz="2150" b="1">
                <a:solidFill>
                  <a:srgbClr val="000000"/>
                </a:solidFill>
                <a:latin typeface="Ubuntu"/>
                <a:ea typeface="Aptos" panose="020B0004020202020204" pitchFamily="34" charset="0"/>
                <a:cs typeface="Times New Roman"/>
              </a:rPr>
              <a:t>Strategic Revenue Growth Levers – People, Billing, Utilization</a:t>
            </a:r>
            <a:endParaRPr lang="en-IN" sz="2150">
              <a:solidFill>
                <a:srgbClr val="000000"/>
              </a:solidFill>
              <a:latin typeface="Ubuntu"/>
              <a:cs typeface="Times New Roman"/>
            </a:endParaRPr>
          </a:p>
        </p:txBody>
      </p:sp>
      <p:sp>
        <p:nvSpPr>
          <p:cNvPr id="2" name="TextBox 1">
            <a:extLst>
              <a:ext uri="{FF2B5EF4-FFF2-40B4-BE49-F238E27FC236}">
                <a16:creationId xmlns:a16="http://schemas.microsoft.com/office/drawing/2014/main" id="{A39C0092-6445-61C0-7B95-DC44A03AA39A}"/>
              </a:ext>
            </a:extLst>
          </p:cNvPr>
          <p:cNvSpPr txBox="1"/>
          <p:nvPr/>
        </p:nvSpPr>
        <p:spPr>
          <a:xfrm>
            <a:off x="1031533" y="2356862"/>
            <a:ext cx="1937531" cy="664797"/>
          </a:xfrm>
          <a:prstGeom prst="rect">
            <a:avLst/>
          </a:prstGeom>
          <a:noFill/>
        </p:spPr>
        <p:txBody>
          <a:bodyPr wrap="square" lIns="109728" tIns="54864" rIns="109728" bIns="54864" rtlCol="0" anchor="t">
            <a:spAutoFit/>
          </a:bodyPr>
          <a:lstStyle>
            <a:defPPr>
              <a:defRPr lang="de-DE"/>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a:lstStyle>
          <a:p>
            <a:pPr defTabSz="1097236">
              <a:defRPr/>
            </a:pPr>
            <a:r>
              <a:rPr lang="en-US" sz="1200">
                <a:solidFill>
                  <a:srgbClr val="000000"/>
                </a:solidFill>
                <a:latin typeface="Ubuntu"/>
              </a:rPr>
              <a:t>The total TMT  Headcount should be ~</a:t>
            </a:r>
            <a:r>
              <a:rPr lang="en-US" sz="1200">
                <a:solidFill>
                  <a:srgbClr val="0058AB"/>
                </a:solidFill>
                <a:latin typeface="Ubuntu"/>
              </a:rPr>
              <a:t>58</a:t>
            </a:r>
            <a:endParaRPr lang="en-US" sz="2592">
              <a:solidFill>
                <a:srgbClr val="0058AB"/>
              </a:solidFill>
              <a:latin typeface="Ubuntu"/>
            </a:endParaRPr>
          </a:p>
        </p:txBody>
      </p:sp>
      <p:sp>
        <p:nvSpPr>
          <p:cNvPr id="5" name="TextBox 4">
            <a:extLst>
              <a:ext uri="{FF2B5EF4-FFF2-40B4-BE49-F238E27FC236}">
                <a16:creationId xmlns:a16="http://schemas.microsoft.com/office/drawing/2014/main" id="{9346A98B-FE0B-AB94-B1EE-E2C7F4ECAF74}"/>
              </a:ext>
            </a:extLst>
          </p:cNvPr>
          <p:cNvSpPr txBox="1"/>
          <p:nvPr/>
        </p:nvSpPr>
        <p:spPr>
          <a:xfrm>
            <a:off x="6959028" y="692453"/>
            <a:ext cx="3200156" cy="246221"/>
          </a:xfrm>
          <a:prstGeom prst="rect">
            <a:avLst/>
          </a:prstGeom>
          <a:noFill/>
        </p:spPr>
        <p:txBody>
          <a:bodyPr wrap="square" rtlCol="0">
            <a:spAutoFit/>
          </a:bodyPr>
          <a:lstStyle>
            <a:defPPr>
              <a:defRPr lang="de-DE"/>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a:lstStyle>
          <a:p>
            <a:pPr defTabSz="1097236">
              <a:defRPr/>
            </a:pPr>
            <a:r>
              <a:rPr lang="en-IN" sz="1000">
                <a:solidFill>
                  <a:srgbClr val="0070C0"/>
                </a:solidFill>
                <a:latin typeface="Ubuntu"/>
              </a:rPr>
              <a:t>Current growth parameters  As on 10</a:t>
            </a:r>
            <a:r>
              <a:rPr lang="en-IN" sz="1000" b="1" baseline="30000">
                <a:solidFill>
                  <a:srgbClr val="0070C0"/>
                </a:solidFill>
                <a:latin typeface="Ubuntu"/>
              </a:rPr>
              <a:t>th</a:t>
            </a:r>
            <a:r>
              <a:rPr lang="en-IN" sz="1000" b="1">
                <a:solidFill>
                  <a:srgbClr val="0070C0"/>
                </a:solidFill>
                <a:latin typeface="Ubuntu"/>
              </a:rPr>
              <a:t> June 26</a:t>
            </a:r>
          </a:p>
        </p:txBody>
      </p:sp>
      <p:graphicFrame>
        <p:nvGraphicFramePr>
          <p:cNvPr id="7" name="Table 6">
            <a:extLst>
              <a:ext uri="{FF2B5EF4-FFF2-40B4-BE49-F238E27FC236}">
                <a16:creationId xmlns:a16="http://schemas.microsoft.com/office/drawing/2014/main" id="{2B577B8D-4ED2-ABA7-6928-55145F8F04CC}"/>
              </a:ext>
            </a:extLst>
          </p:cNvPr>
          <p:cNvGraphicFramePr>
            <a:graphicFrameLocks noGrp="1"/>
          </p:cNvGraphicFramePr>
          <p:nvPr>
            <p:extLst>
              <p:ext uri="{D42A27DB-BD31-4B8C-83A1-F6EECF244321}">
                <p14:modId xmlns:p14="http://schemas.microsoft.com/office/powerpoint/2010/main" val="3046466833"/>
              </p:ext>
            </p:extLst>
          </p:nvPr>
        </p:nvGraphicFramePr>
        <p:xfrm>
          <a:off x="4193175" y="3230871"/>
          <a:ext cx="7871294" cy="1559272"/>
        </p:xfrm>
        <a:graphic>
          <a:graphicData uri="http://schemas.openxmlformats.org/drawingml/2006/table">
            <a:tbl>
              <a:tblPr>
                <a:tableStyleId>{5C22544A-7EE6-4342-B048-85BDC9FD1C3A}</a:tableStyleId>
              </a:tblPr>
              <a:tblGrid>
                <a:gridCol w="3935647">
                  <a:extLst>
                    <a:ext uri="{9D8B030D-6E8A-4147-A177-3AD203B41FA5}">
                      <a16:colId xmlns:a16="http://schemas.microsoft.com/office/drawing/2014/main" val="1470176173"/>
                    </a:ext>
                  </a:extLst>
                </a:gridCol>
                <a:gridCol w="3935647">
                  <a:extLst>
                    <a:ext uri="{9D8B030D-6E8A-4147-A177-3AD203B41FA5}">
                      <a16:colId xmlns:a16="http://schemas.microsoft.com/office/drawing/2014/main" val="3750384505"/>
                    </a:ext>
                  </a:extLst>
                </a:gridCol>
              </a:tblGrid>
              <a:tr h="547849">
                <a:tc>
                  <a:txBody>
                    <a:bodyPr/>
                    <a:lstStyle/>
                    <a:p>
                      <a:pPr algn="l" fontAlgn="b">
                        <a:buNone/>
                      </a:pPr>
                      <a:r>
                        <a:rPr lang="en-IN" sz="1000" u="none" strike="noStrike">
                          <a:solidFill>
                            <a:srgbClr val="FFFFFF"/>
                          </a:solidFill>
                          <a:effectLst/>
                        </a:rPr>
                        <a:t>Scenarios (existing bench on inter)</a:t>
                      </a:r>
                    </a:p>
                  </a:txBody>
                  <a:tcPr marL="7620" marR="7620" marT="7620" marB="0">
                    <a:solidFill>
                      <a:schemeClr val="tx2"/>
                    </a:solidFill>
                  </a:tcPr>
                </a:tc>
                <a:tc>
                  <a:txBody>
                    <a:bodyPr/>
                    <a:lstStyle/>
                    <a:p>
                      <a:pPr lvl="0" algn="l">
                        <a:buNone/>
                      </a:pPr>
                      <a:r>
                        <a:rPr lang="en-IN" sz="1000" u="none" strike="noStrike">
                          <a:solidFill>
                            <a:srgbClr val="FFFFFF"/>
                          </a:solidFill>
                          <a:effectLst/>
                        </a:rPr>
                        <a:t>Revenue Forecast</a:t>
                      </a:r>
                      <a:endParaRPr lang="en-US" sz="1600"/>
                    </a:p>
                  </a:txBody>
                  <a:tcPr marL="7620" marR="7620" marT="7620" marB="0">
                    <a:solidFill>
                      <a:schemeClr val="tx2"/>
                    </a:solidFill>
                  </a:tcPr>
                </a:tc>
                <a:extLst>
                  <a:ext uri="{0D108BD9-81ED-4DB2-BD59-A6C34878D82A}">
                    <a16:rowId xmlns:a16="http://schemas.microsoft.com/office/drawing/2014/main" val="353364339"/>
                  </a:ext>
                </a:extLst>
              </a:tr>
              <a:tr h="337141">
                <a:tc>
                  <a:txBody>
                    <a:bodyPr/>
                    <a:lstStyle/>
                    <a:p>
                      <a:pPr marL="171450" marR="0" lvl="0" indent="-171450" algn="l" defTabSz="1015964"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000" kern="1200">
                          <a:solidFill>
                            <a:schemeClr val="dk1"/>
                          </a:solidFill>
                          <a:latin typeface="+mn-lt"/>
                          <a:ea typeface="+mn-ea"/>
                          <a:cs typeface="+mn-cs"/>
                        </a:rPr>
                        <a:t>Bench resources will be allocated to Project for 5 months &amp; new resources will be on project for 4 months</a:t>
                      </a:r>
                    </a:p>
                  </a:txBody>
                  <a:tcPr marL="7620" marR="7620" marT="7620" marB="0" anchor="b">
                    <a:solidFill>
                      <a:schemeClr val="bg1">
                        <a:lumMod val="95000"/>
                      </a:schemeClr>
                    </a:solidFill>
                  </a:tcPr>
                </a:tc>
                <a:tc>
                  <a:txBody>
                    <a:bodyPr/>
                    <a:lstStyle/>
                    <a:p>
                      <a:pPr marL="0" marR="0" lvl="0" indent="0" algn="l" defTabSz="1015964" rtl="0" eaLnBrk="1" fontAlgn="auto" latinLnBrk="0" hangingPunct="1">
                        <a:lnSpc>
                          <a:spcPct val="100000"/>
                        </a:lnSpc>
                        <a:spcBef>
                          <a:spcPts val="0"/>
                        </a:spcBef>
                        <a:spcAft>
                          <a:spcPts val="0"/>
                        </a:spcAft>
                        <a:buClrTx/>
                        <a:buSzTx/>
                        <a:buFontTx/>
                        <a:buNone/>
                        <a:tabLst/>
                        <a:defRPr/>
                      </a:pPr>
                      <a:r>
                        <a:rPr lang="en-US" sz="1000" u="none" strike="noStrike" kern="1200">
                          <a:solidFill>
                            <a:srgbClr val="FF0000"/>
                          </a:solidFill>
                          <a:effectLst/>
                          <a:latin typeface="+mn-lt"/>
                          <a:ea typeface="+mn-ea"/>
                          <a:cs typeface="+mn-cs"/>
                        </a:rPr>
                        <a:t>1</a:t>
                      </a:r>
                      <a:r>
                        <a:rPr lang="en-IN" sz="1000" u="none" strike="noStrike" kern="1200">
                          <a:solidFill>
                            <a:srgbClr val="FF0000"/>
                          </a:solidFill>
                          <a:effectLst/>
                          <a:latin typeface="+mn-lt"/>
                          <a:ea typeface="+mn-ea"/>
                          <a:cs typeface="+mn-cs"/>
                        </a:rPr>
                        <a:t>300 K</a:t>
                      </a:r>
                      <a:endParaRPr lang="en-US" sz="1000" kern="1200">
                        <a:solidFill>
                          <a:srgbClr val="FF0000"/>
                        </a:solidFill>
                        <a:latin typeface="+mn-lt"/>
                        <a:ea typeface="+mn-ea"/>
                        <a:cs typeface="+mn-cs"/>
                      </a:endParaRPr>
                    </a:p>
                  </a:txBody>
                  <a:tcPr marL="7620" marR="7620" marT="7620" marB="0" anchor="b">
                    <a:solidFill>
                      <a:schemeClr val="bg1">
                        <a:lumMod val="95000"/>
                      </a:schemeClr>
                    </a:solidFill>
                  </a:tcPr>
                </a:tc>
                <a:extLst>
                  <a:ext uri="{0D108BD9-81ED-4DB2-BD59-A6C34878D82A}">
                    <a16:rowId xmlns:a16="http://schemas.microsoft.com/office/drawing/2014/main" val="3448754892"/>
                  </a:ext>
                </a:extLst>
              </a:tr>
              <a:tr h="337141">
                <a:tc>
                  <a:txBody>
                    <a:bodyPr/>
                    <a:lstStyle/>
                    <a:p>
                      <a:pPr marL="171450" marR="0" lvl="0" indent="-171450" algn="l" defTabSz="1015964"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000" kern="1200">
                          <a:solidFill>
                            <a:schemeClr val="dk1"/>
                          </a:solidFill>
                          <a:latin typeface="+mn-lt"/>
                          <a:ea typeface="+mn-ea"/>
                          <a:cs typeface="+mn-cs"/>
                        </a:rPr>
                        <a:t>Bench resources will be allocated to Project for 2 months &amp; new resources will be on project for 1 months</a:t>
                      </a:r>
                    </a:p>
                  </a:txBody>
                  <a:tcPr marL="7620" marR="7620" marT="7620" marB="0" anchor="b">
                    <a:solidFill>
                      <a:schemeClr val="bg1">
                        <a:lumMod val="95000"/>
                      </a:schemeClr>
                    </a:solidFill>
                  </a:tcPr>
                </a:tc>
                <a:tc>
                  <a:txBody>
                    <a:bodyPr/>
                    <a:lstStyle/>
                    <a:p>
                      <a:pPr marL="0" marR="0" lvl="0" indent="0" algn="l" defTabSz="1015964" rtl="0" eaLnBrk="1" fontAlgn="auto" latinLnBrk="0" hangingPunct="1">
                        <a:lnSpc>
                          <a:spcPct val="100000"/>
                        </a:lnSpc>
                        <a:spcBef>
                          <a:spcPts val="0"/>
                        </a:spcBef>
                        <a:spcAft>
                          <a:spcPts val="0"/>
                        </a:spcAft>
                        <a:buClrTx/>
                        <a:buSzTx/>
                        <a:buFontTx/>
                        <a:buNone/>
                        <a:tabLst/>
                        <a:defRPr/>
                      </a:pPr>
                      <a:r>
                        <a:rPr lang="en-US" sz="1000" kern="1200">
                          <a:solidFill>
                            <a:srgbClr val="28A056"/>
                          </a:solidFill>
                          <a:latin typeface="+mn-lt"/>
                          <a:ea typeface="+mn-ea"/>
                          <a:cs typeface="+mn-cs"/>
                        </a:rPr>
                        <a:t> </a:t>
                      </a:r>
                      <a:r>
                        <a:rPr lang="en-US" sz="1000" u="none" strike="noStrike" kern="1200">
                          <a:solidFill>
                            <a:srgbClr val="FF0000"/>
                          </a:solidFill>
                          <a:effectLst/>
                          <a:latin typeface="+mn-lt"/>
                          <a:ea typeface="+mn-ea"/>
                          <a:cs typeface="+mn-cs"/>
                        </a:rPr>
                        <a:t>1100 K</a:t>
                      </a:r>
                    </a:p>
                  </a:txBody>
                  <a:tcPr marL="7620" marR="7620" marT="7620" marB="0" anchor="b">
                    <a:solidFill>
                      <a:schemeClr val="bg1">
                        <a:lumMod val="95000"/>
                      </a:schemeClr>
                    </a:solidFill>
                  </a:tcPr>
                </a:tc>
                <a:extLst>
                  <a:ext uri="{0D108BD9-81ED-4DB2-BD59-A6C34878D82A}">
                    <a16:rowId xmlns:a16="http://schemas.microsoft.com/office/drawing/2014/main" val="3299683184"/>
                  </a:ext>
                </a:extLst>
              </a:tr>
              <a:tr h="337141">
                <a:tc>
                  <a:txBody>
                    <a:bodyPr/>
                    <a:lstStyle/>
                    <a:p>
                      <a:pPr marL="0" marR="0" lvl="0" indent="0" algn="l" defTabSz="1015964" rtl="0" eaLnBrk="1" fontAlgn="auto" latinLnBrk="0" hangingPunct="1">
                        <a:lnSpc>
                          <a:spcPct val="100000"/>
                        </a:lnSpc>
                        <a:spcBef>
                          <a:spcPts val="0"/>
                        </a:spcBef>
                        <a:spcAft>
                          <a:spcPts val="0"/>
                        </a:spcAft>
                        <a:buClrTx/>
                        <a:buSzTx/>
                        <a:buFontTx/>
                        <a:buNone/>
                        <a:tabLst/>
                        <a:defRPr/>
                      </a:pPr>
                      <a:endParaRPr lang="en-IN" sz="1000" kern="1200">
                        <a:solidFill>
                          <a:schemeClr val="dk1"/>
                        </a:solidFill>
                        <a:latin typeface="+mn-lt"/>
                        <a:ea typeface="+mn-ea"/>
                        <a:cs typeface="+mn-cs"/>
                      </a:endParaRPr>
                    </a:p>
                  </a:txBody>
                  <a:tcPr marL="7620" marR="7620" marT="7620" marB="0" anchor="b">
                    <a:solidFill>
                      <a:schemeClr val="bg1">
                        <a:lumMod val="95000"/>
                      </a:schemeClr>
                    </a:solidFill>
                  </a:tcPr>
                </a:tc>
                <a:tc>
                  <a:txBody>
                    <a:bodyPr/>
                    <a:lstStyle/>
                    <a:p>
                      <a:pPr marL="0" marR="0" lvl="0" indent="0" algn="l" defTabSz="1015964" rtl="0" eaLnBrk="1" fontAlgn="auto" latinLnBrk="0" hangingPunct="1">
                        <a:lnSpc>
                          <a:spcPct val="100000"/>
                        </a:lnSpc>
                        <a:spcBef>
                          <a:spcPts val="0"/>
                        </a:spcBef>
                        <a:spcAft>
                          <a:spcPts val="0"/>
                        </a:spcAft>
                        <a:buClrTx/>
                        <a:buSzTx/>
                        <a:buFontTx/>
                        <a:buNone/>
                        <a:tabLst/>
                        <a:defRPr/>
                      </a:pPr>
                      <a:endParaRPr lang="en-US" sz="1000" kern="1200">
                        <a:solidFill>
                          <a:srgbClr val="28A056"/>
                        </a:solidFill>
                        <a:latin typeface="+mn-lt"/>
                        <a:ea typeface="+mn-ea"/>
                        <a:cs typeface="+mn-cs"/>
                      </a:endParaRPr>
                    </a:p>
                  </a:txBody>
                  <a:tcPr marL="7620" marR="7620" marT="7620" marB="0" anchor="b">
                    <a:solidFill>
                      <a:schemeClr val="bg1">
                        <a:lumMod val="95000"/>
                      </a:schemeClr>
                    </a:solidFill>
                  </a:tcPr>
                </a:tc>
                <a:extLst>
                  <a:ext uri="{0D108BD9-81ED-4DB2-BD59-A6C34878D82A}">
                    <a16:rowId xmlns:a16="http://schemas.microsoft.com/office/drawing/2014/main" val="2248305925"/>
                  </a:ext>
                </a:extLst>
              </a:tr>
            </a:tbl>
          </a:graphicData>
        </a:graphic>
      </p:graphicFrame>
      <p:sp>
        <p:nvSpPr>
          <p:cNvPr id="6" name="TextBox 5">
            <a:extLst>
              <a:ext uri="{FF2B5EF4-FFF2-40B4-BE49-F238E27FC236}">
                <a16:creationId xmlns:a16="http://schemas.microsoft.com/office/drawing/2014/main" id="{53FE9468-7CD2-19FA-1A98-E6C457C54A2B}"/>
              </a:ext>
            </a:extLst>
          </p:cNvPr>
          <p:cNvSpPr txBox="1"/>
          <p:nvPr/>
        </p:nvSpPr>
        <p:spPr>
          <a:xfrm>
            <a:off x="25065" y="2351229"/>
            <a:ext cx="800548" cy="253916"/>
          </a:xfrm>
          <a:prstGeom prst="rect">
            <a:avLst/>
          </a:prstGeom>
          <a:noFill/>
        </p:spPr>
        <p:txBody>
          <a:bodyPr wrap="square" lIns="91440" tIns="45720" rIns="91440" bIns="45720" rtlCol="0" anchor="t">
            <a:spAutoFit/>
          </a:bodyPr>
          <a:lstStyle>
            <a:defPPr>
              <a:defRPr lang="de-DE"/>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a:lstStyle>
          <a:p>
            <a:pPr defTabSz="1097236">
              <a:defRPr/>
            </a:pPr>
            <a:r>
              <a:rPr lang="en-US" sz="1050" b="1">
                <a:solidFill>
                  <a:srgbClr val="000000"/>
                </a:solidFill>
                <a:latin typeface="Ubuntu"/>
              </a:rPr>
              <a:t>August</a:t>
            </a:r>
            <a:endParaRPr lang="en-IN" sz="1050" b="1">
              <a:solidFill>
                <a:srgbClr val="000000"/>
              </a:solidFill>
              <a:latin typeface="Ubuntu"/>
            </a:endParaRPr>
          </a:p>
        </p:txBody>
      </p:sp>
      <p:sp>
        <p:nvSpPr>
          <p:cNvPr id="10" name="TextBox 9">
            <a:extLst>
              <a:ext uri="{FF2B5EF4-FFF2-40B4-BE49-F238E27FC236}">
                <a16:creationId xmlns:a16="http://schemas.microsoft.com/office/drawing/2014/main" id="{5EBBA3AE-7EE3-0381-993E-71FC775F198A}"/>
              </a:ext>
            </a:extLst>
          </p:cNvPr>
          <p:cNvSpPr txBox="1"/>
          <p:nvPr/>
        </p:nvSpPr>
        <p:spPr>
          <a:xfrm>
            <a:off x="-60379" y="4493982"/>
            <a:ext cx="835681" cy="253916"/>
          </a:xfrm>
          <a:prstGeom prst="rect">
            <a:avLst/>
          </a:prstGeom>
          <a:noFill/>
        </p:spPr>
        <p:txBody>
          <a:bodyPr wrap="square" lIns="91440" tIns="45720" rIns="91440" bIns="45720" rtlCol="0" anchor="t">
            <a:spAutoFit/>
          </a:bodyPr>
          <a:lstStyle>
            <a:defPPr>
              <a:defRPr lang="de-DE"/>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a:lstStyle>
          <a:p>
            <a:pPr defTabSz="1097236">
              <a:defRPr/>
            </a:pPr>
            <a:r>
              <a:rPr lang="en-US" sz="1050" b="1">
                <a:solidFill>
                  <a:srgbClr val="000000"/>
                </a:solidFill>
                <a:latin typeface="Ubuntu"/>
              </a:rPr>
              <a:t>December</a:t>
            </a:r>
            <a:endParaRPr lang="en-IN" sz="1050" b="1">
              <a:solidFill>
                <a:srgbClr val="000000"/>
              </a:solidFill>
              <a:latin typeface="Ubuntu"/>
            </a:endParaRPr>
          </a:p>
        </p:txBody>
      </p:sp>
      <p:graphicFrame>
        <p:nvGraphicFramePr>
          <p:cNvPr id="11" name="Table 10">
            <a:extLst>
              <a:ext uri="{FF2B5EF4-FFF2-40B4-BE49-F238E27FC236}">
                <a16:creationId xmlns:a16="http://schemas.microsoft.com/office/drawing/2014/main" id="{D7692977-E85C-99EA-727F-4468AC0843BA}"/>
              </a:ext>
            </a:extLst>
          </p:cNvPr>
          <p:cNvGraphicFramePr>
            <a:graphicFrameLocks noGrp="1"/>
          </p:cNvGraphicFramePr>
          <p:nvPr/>
        </p:nvGraphicFramePr>
        <p:xfrm>
          <a:off x="4190999" y="4868316"/>
          <a:ext cx="7871296" cy="1827836"/>
        </p:xfrm>
        <a:graphic>
          <a:graphicData uri="http://schemas.openxmlformats.org/drawingml/2006/table">
            <a:tbl>
              <a:tblPr firstRow="1" bandRow="1">
                <a:tableStyleId>{8EC20E35-A176-4012-BC5E-935CFFF8708E}</a:tableStyleId>
              </a:tblPr>
              <a:tblGrid>
                <a:gridCol w="1967824">
                  <a:extLst>
                    <a:ext uri="{9D8B030D-6E8A-4147-A177-3AD203B41FA5}">
                      <a16:colId xmlns:a16="http://schemas.microsoft.com/office/drawing/2014/main" val="325186950"/>
                    </a:ext>
                  </a:extLst>
                </a:gridCol>
                <a:gridCol w="1967824">
                  <a:extLst>
                    <a:ext uri="{9D8B030D-6E8A-4147-A177-3AD203B41FA5}">
                      <a16:colId xmlns:a16="http://schemas.microsoft.com/office/drawing/2014/main" val="1903539056"/>
                    </a:ext>
                  </a:extLst>
                </a:gridCol>
                <a:gridCol w="1967824">
                  <a:extLst>
                    <a:ext uri="{9D8B030D-6E8A-4147-A177-3AD203B41FA5}">
                      <a16:colId xmlns:a16="http://schemas.microsoft.com/office/drawing/2014/main" val="1683403887"/>
                    </a:ext>
                  </a:extLst>
                </a:gridCol>
                <a:gridCol w="1967824">
                  <a:extLst>
                    <a:ext uri="{9D8B030D-6E8A-4147-A177-3AD203B41FA5}">
                      <a16:colId xmlns:a16="http://schemas.microsoft.com/office/drawing/2014/main" val="1177834901"/>
                    </a:ext>
                  </a:extLst>
                </a:gridCol>
              </a:tblGrid>
              <a:tr h="346508">
                <a:tc>
                  <a:txBody>
                    <a:bodyPr/>
                    <a:lstStyle/>
                    <a:p>
                      <a:r>
                        <a:rPr lang="en-US" sz="1000"/>
                        <a:t>Business Consulting/BA</a:t>
                      </a:r>
                      <a:endParaRPr lang="en-IN" sz="1000"/>
                    </a:p>
                  </a:txBody>
                  <a:tcPr marL="109728" marR="109728" marT="54864" marB="54864">
                    <a:solidFill>
                      <a:schemeClr val="accent4"/>
                    </a:solidFill>
                  </a:tcPr>
                </a:tc>
                <a:tc>
                  <a:txBody>
                    <a:bodyPr/>
                    <a:lstStyle/>
                    <a:p>
                      <a:r>
                        <a:rPr lang="en-US" sz="1000"/>
                        <a:t>Solution Designer &amp; Arch/EA</a:t>
                      </a:r>
                      <a:endParaRPr lang="en-IN" sz="1000"/>
                    </a:p>
                  </a:txBody>
                  <a:tcPr marL="109728" marR="109728" marT="54864" marB="54864">
                    <a:solidFill>
                      <a:schemeClr val="accent4"/>
                    </a:solidFill>
                  </a:tcPr>
                </a:tc>
                <a:tc>
                  <a:txBody>
                    <a:bodyPr/>
                    <a:lstStyle/>
                    <a:p>
                      <a:r>
                        <a:rPr lang="en-US" sz="1000"/>
                        <a:t>Program Management</a:t>
                      </a:r>
                      <a:endParaRPr lang="en-IN" sz="1000"/>
                    </a:p>
                  </a:txBody>
                  <a:tcPr marL="109728" marR="109728" marT="54864" marB="54864">
                    <a:solidFill>
                      <a:schemeClr val="accent4"/>
                    </a:solidFill>
                  </a:tcPr>
                </a:tc>
                <a:tc>
                  <a:txBody>
                    <a:bodyPr/>
                    <a:lstStyle/>
                    <a:p>
                      <a:r>
                        <a:rPr lang="en-US" sz="1000"/>
                        <a:t>Process Consulting</a:t>
                      </a:r>
                      <a:endParaRPr lang="en-IN" sz="1000"/>
                    </a:p>
                  </a:txBody>
                  <a:tcPr marL="109728" marR="109728" marT="54864" marB="54864">
                    <a:solidFill>
                      <a:schemeClr val="accent4"/>
                    </a:solidFill>
                  </a:tcPr>
                </a:tc>
                <a:extLst>
                  <a:ext uri="{0D108BD9-81ED-4DB2-BD59-A6C34878D82A}">
                    <a16:rowId xmlns:a16="http://schemas.microsoft.com/office/drawing/2014/main" val="505945549"/>
                  </a:ext>
                </a:extLst>
              </a:tr>
              <a:tr h="1481328">
                <a:tc>
                  <a:txBody>
                    <a:bodyPr/>
                    <a:lstStyle/>
                    <a:p>
                      <a:pPr marL="0" marR="0" lvl="0" indent="0" algn="l" defTabSz="1015964" rtl="0" eaLnBrk="1" fontAlgn="auto" latinLnBrk="0" hangingPunct="1">
                        <a:lnSpc>
                          <a:spcPct val="100000"/>
                        </a:lnSpc>
                        <a:spcBef>
                          <a:spcPts val="0"/>
                        </a:spcBef>
                        <a:spcAft>
                          <a:spcPts val="0"/>
                        </a:spcAft>
                        <a:buClrTx/>
                        <a:buSzTx/>
                        <a:buFontTx/>
                        <a:buNone/>
                        <a:tabLst/>
                        <a:defRPr/>
                      </a:pPr>
                      <a:r>
                        <a:rPr lang="en-IN" sz="1000"/>
                        <a:t>-SFCC(Enterprise Sales/CPQ) external  certified resources</a:t>
                      </a:r>
                    </a:p>
                    <a:p>
                      <a:pPr marL="0" marR="0" lvl="0" indent="0" algn="l" rtl="0" eaLnBrk="1" fontAlgn="auto" latinLnBrk="0" hangingPunct="1">
                        <a:lnSpc>
                          <a:spcPct val="100000"/>
                        </a:lnSpc>
                        <a:spcBef>
                          <a:spcPts val="0"/>
                        </a:spcBef>
                        <a:spcAft>
                          <a:spcPts val="0"/>
                        </a:spcAft>
                        <a:buClrTx/>
                        <a:buSzTx/>
                        <a:buFontTx/>
                        <a:buNone/>
                      </a:pPr>
                      <a:r>
                        <a:rPr lang="en-IN" sz="1000"/>
                        <a:t>-Service Now certification</a:t>
                      </a:r>
                    </a:p>
                    <a:p>
                      <a:pPr marL="0" marR="0" lvl="0" indent="0" algn="l">
                        <a:lnSpc>
                          <a:spcPct val="100000"/>
                        </a:lnSpc>
                        <a:spcBef>
                          <a:spcPts val="0"/>
                        </a:spcBef>
                        <a:spcAft>
                          <a:spcPts val="0"/>
                        </a:spcAft>
                        <a:buClrTx/>
                        <a:buSzTx/>
                        <a:buFontTx/>
                        <a:buNone/>
                      </a:pPr>
                      <a:r>
                        <a:rPr lang="en-IN" sz="1000"/>
                        <a:t>-L0/L1 –Solution Architect Certification</a:t>
                      </a:r>
                    </a:p>
                    <a:p>
                      <a:pPr marL="0" marR="0" lvl="0" indent="0" algn="l" defTabSz="1015964" rtl="0" eaLnBrk="1" fontAlgn="auto" latinLnBrk="0" hangingPunct="1">
                        <a:lnSpc>
                          <a:spcPct val="100000"/>
                        </a:lnSpc>
                        <a:spcBef>
                          <a:spcPts val="0"/>
                        </a:spcBef>
                        <a:spcAft>
                          <a:spcPts val="0"/>
                        </a:spcAft>
                        <a:buClrTx/>
                        <a:buSzTx/>
                        <a:buFontTx/>
                        <a:buNone/>
                        <a:tabLst/>
                        <a:defRPr/>
                      </a:pPr>
                      <a:endParaRPr lang="en-IN" sz="1000"/>
                    </a:p>
                    <a:p>
                      <a:pPr marL="0" marR="0" lvl="0" indent="0" algn="l" defTabSz="1015964" rtl="0" eaLnBrk="1" fontAlgn="auto" latinLnBrk="0" hangingPunct="1">
                        <a:lnSpc>
                          <a:spcPct val="100000"/>
                        </a:lnSpc>
                        <a:spcBef>
                          <a:spcPts val="0"/>
                        </a:spcBef>
                        <a:spcAft>
                          <a:spcPts val="0"/>
                        </a:spcAft>
                        <a:buClrTx/>
                        <a:buSzTx/>
                        <a:buFontTx/>
                        <a:buNone/>
                        <a:tabLst/>
                        <a:defRPr/>
                      </a:pPr>
                      <a:endParaRPr lang="en-IN" sz="1000"/>
                    </a:p>
                    <a:p>
                      <a:pPr marL="0" marR="0" lvl="0" indent="0" algn="l" rtl="0" eaLnBrk="1" fontAlgn="auto" latinLnBrk="0" hangingPunct="1">
                        <a:lnSpc>
                          <a:spcPct val="100000"/>
                        </a:lnSpc>
                        <a:spcBef>
                          <a:spcPts val="0"/>
                        </a:spcBef>
                        <a:spcAft>
                          <a:spcPts val="0"/>
                        </a:spcAft>
                        <a:buClrTx/>
                        <a:buSzTx/>
                        <a:buFontTx/>
                        <a:buNone/>
                      </a:pPr>
                      <a:endParaRPr lang="en-IN" sz="1000"/>
                    </a:p>
                    <a:p>
                      <a:endParaRPr lang="en-IN" sz="1000"/>
                    </a:p>
                  </a:txBody>
                  <a:tcPr marL="109728" marR="109728" marT="54864" marB="54864"/>
                </a:tc>
                <a:tc>
                  <a:txBody>
                    <a:bodyPr/>
                    <a:lstStyle/>
                    <a:p>
                      <a:pPr marL="0" indent="0">
                        <a:buFontTx/>
                        <a:buNone/>
                      </a:pPr>
                      <a:r>
                        <a:rPr lang="en-IN" sz="1000"/>
                        <a:t>-TM Forum Autonomous Network certified resources</a:t>
                      </a:r>
                    </a:p>
                    <a:p>
                      <a:pPr marL="0" marR="0" lvl="0" indent="0" algn="l" defTabSz="1015964" rtl="0" eaLnBrk="1" fontAlgn="auto" latinLnBrk="0" hangingPunct="1">
                        <a:lnSpc>
                          <a:spcPct val="100000"/>
                        </a:lnSpc>
                        <a:spcBef>
                          <a:spcPts val="0"/>
                        </a:spcBef>
                        <a:spcAft>
                          <a:spcPts val="0"/>
                        </a:spcAft>
                        <a:buClrTx/>
                        <a:buSzTx/>
                        <a:buFontTx/>
                        <a:buNone/>
                        <a:tabLst/>
                        <a:defRPr/>
                      </a:pPr>
                      <a:r>
                        <a:rPr lang="en-IN" sz="1000"/>
                        <a:t>-SFCC(Enterprise Sales/CPQ) external  certified resources</a:t>
                      </a:r>
                    </a:p>
                    <a:p>
                      <a:pPr marL="0" marR="0" lvl="0" indent="0" algn="l">
                        <a:lnSpc>
                          <a:spcPct val="100000"/>
                        </a:lnSpc>
                        <a:spcBef>
                          <a:spcPts val="0"/>
                        </a:spcBef>
                        <a:spcAft>
                          <a:spcPts val="0"/>
                        </a:spcAft>
                        <a:buClrTx/>
                        <a:buSzTx/>
                        <a:buFontTx/>
                        <a:buNone/>
                      </a:pPr>
                      <a:r>
                        <a:rPr lang="en-IN" sz="1000"/>
                        <a:t>-BA certification –L1/L2</a:t>
                      </a:r>
                    </a:p>
                    <a:p>
                      <a:pPr marL="171450" indent="-171450" defTabSz="1015964">
                        <a:spcAft>
                          <a:spcPts val="600"/>
                        </a:spcAft>
                        <a:buFont typeface="Wingdings" panose="05000000000000000000" pitchFamily="2" charset="2"/>
                        <a:buChar char="§"/>
                        <a:tabLst/>
                        <a:defRPr/>
                      </a:pPr>
                      <a:endParaRPr lang="en-IN" sz="1000">
                        <a:solidFill>
                          <a:srgbClr val="000000"/>
                        </a:solidFill>
                      </a:endParaRPr>
                    </a:p>
                    <a:p>
                      <a:pPr marL="0" marR="0" lvl="0" indent="0" algn="l" rtl="0" eaLnBrk="1" fontAlgn="auto" latinLnBrk="0" hangingPunct="1">
                        <a:lnSpc>
                          <a:spcPct val="100000"/>
                        </a:lnSpc>
                        <a:spcBef>
                          <a:spcPts val="0"/>
                        </a:spcBef>
                        <a:spcAft>
                          <a:spcPts val="0"/>
                        </a:spcAft>
                        <a:buClrTx/>
                        <a:buSzTx/>
                        <a:buFontTx/>
                        <a:buNone/>
                      </a:pPr>
                      <a:endParaRPr lang="en-IN" sz="1000"/>
                    </a:p>
                    <a:p>
                      <a:endParaRPr lang="en-IN" sz="1000"/>
                    </a:p>
                  </a:txBody>
                  <a:tcPr marL="109728" marR="109728" marT="54864" marB="54864"/>
                </a:tc>
                <a:tc>
                  <a:txBody>
                    <a:bodyPr/>
                    <a:lstStyle/>
                    <a:p>
                      <a:pPr marL="0" indent="0">
                        <a:buFontTx/>
                        <a:buNone/>
                      </a:pPr>
                      <a:r>
                        <a:rPr lang="en-US" sz="1000"/>
                        <a:t>-Engagement Manager</a:t>
                      </a:r>
                    </a:p>
                    <a:p>
                      <a:pPr marL="0" indent="0">
                        <a:buFontTx/>
                        <a:buNone/>
                      </a:pPr>
                      <a:r>
                        <a:rPr lang="en-US" sz="1000"/>
                        <a:t>-Telco L3 Certifications</a:t>
                      </a:r>
                      <a:endParaRPr lang="en-IN" sz="1000"/>
                    </a:p>
                  </a:txBody>
                  <a:tcPr marL="109728" marR="109728" marT="54864" marB="54864"/>
                </a:tc>
                <a:tc>
                  <a:txBody>
                    <a:bodyPr/>
                    <a:lstStyle/>
                    <a:p>
                      <a:pPr marL="0" marR="0" lvl="0" indent="0" algn="l" defTabSz="1015964" rtl="0" eaLnBrk="1" fontAlgn="auto" latinLnBrk="0" hangingPunct="1">
                        <a:lnSpc>
                          <a:spcPct val="100000"/>
                        </a:lnSpc>
                        <a:spcBef>
                          <a:spcPts val="0"/>
                        </a:spcBef>
                        <a:spcAft>
                          <a:spcPts val="0"/>
                        </a:spcAft>
                        <a:buClrTx/>
                        <a:buSzTx/>
                        <a:buFontTx/>
                        <a:buNone/>
                        <a:tabLst/>
                        <a:defRPr/>
                      </a:pPr>
                      <a:r>
                        <a:rPr lang="en-IN" sz="1000"/>
                        <a:t>-Service now certified resources</a:t>
                      </a:r>
                    </a:p>
                    <a:p>
                      <a:pPr marL="0" marR="0" lvl="0" indent="0" algn="l" defTabSz="1015964" rtl="0" eaLnBrk="1" fontAlgn="auto" latinLnBrk="0" hangingPunct="1">
                        <a:lnSpc>
                          <a:spcPct val="100000"/>
                        </a:lnSpc>
                        <a:spcBef>
                          <a:spcPts val="0"/>
                        </a:spcBef>
                        <a:spcAft>
                          <a:spcPts val="0"/>
                        </a:spcAft>
                        <a:buClrTx/>
                        <a:buSzTx/>
                        <a:buFontTx/>
                        <a:buNone/>
                        <a:tabLst/>
                        <a:defRPr/>
                      </a:pPr>
                      <a:r>
                        <a:rPr lang="en-IN" sz="1000"/>
                        <a:t> -SFCC(Enterprise Sales/CPQ) external  certified resources</a:t>
                      </a:r>
                    </a:p>
                    <a:p>
                      <a:pPr marL="0" indent="0">
                        <a:buFontTx/>
                        <a:buNone/>
                      </a:pPr>
                      <a:r>
                        <a:rPr lang="en-IN" sz="1000"/>
                        <a:t>-Telco L3 Certification</a:t>
                      </a:r>
                    </a:p>
                  </a:txBody>
                  <a:tcPr marL="109728" marR="109728" marT="54864" marB="54864"/>
                </a:tc>
                <a:extLst>
                  <a:ext uri="{0D108BD9-81ED-4DB2-BD59-A6C34878D82A}">
                    <a16:rowId xmlns:a16="http://schemas.microsoft.com/office/drawing/2014/main" val="4268361174"/>
                  </a:ext>
                </a:extLst>
              </a:tr>
            </a:tbl>
          </a:graphicData>
        </a:graphic>
      </p:graphicFrame>
      <p:sp>
        <p:nvSpPr>
          <p:cNvPr id="13" name="TextBox 12">
            <a:extLst>
              <a:ext uri="{FF2B5EF4-FFF2-40B4-BE49-F238E27FC236}">
                <a16:creationId xmlns:a16="http://schemas.microsoft.com/office/drawing/2014/main" id="{3DC261B9-EF89-0FD7-C0A4-68E211C0AF99}"/>
              </a:ext>
            </a:extLst>
          </p:cNvPr>
          <p:cNvSpPr txBox="1"/>
          <p:nvPr/>
        </p:nvSpPr>
        <p:spPr>
          <a:xfrm>
            <a:off x="1046433" y="5233257"/>
            <a:ext cx="2060000" cy="830997"/>
          </a:xfrm>
          <a:prstGeom prst="rect">
            <a:avLst/>
          </a:prstGeom>
          <a:noFill/>
        </p:spPr>
        <p:txBody>
          <a:bodyPr wrap="square" lIns="91440" tIns="45720" rIns="91440" bIns="45720" rtlCol="0" anchor="t">
            <a:spAutoFit/>
          </a:bodyPr>
          <a:lstStyle>
            <a:defPPr>
              <a:defRPr lang="de-DE"/>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a:lstStyle>
          <a:p>
            <a:pPr defTabSz="1097236">
              <a:defRPr/>
            </a:pPr>
            <a:r>
              <a:rPr lang="en-US" sz="1200">
                <a:solidFill>
                  <a:srgbClr val="000000"/>
                </a:solidFill>
                <a:latin typeface="Ubuntu"/>
              </a:rPr>
              <a:t>Bench should be </a:t>
            </a:r>
            <a:r>
              <a:rPr lang="en-US" sz="1200">
                <a:solidFill>
                  <a:srgbClr val="0058AB"/>
                </a:solidFill>
                <a:latin typeface="Ubuntu"/>
              </a:rPr>
              <a:t>minimized</a:t>
            </a:r>
            <a:r>
              <a:rPr lang="en-US" sz="1200">
                <a:solidFill>
                  <a:srgbClr val="000000"/>
                </a:solidFill>
                <a:latin typeface="Ubuntu"/>
              </a:rPr>
              <a:t> to 4-5 resources </a:t>
            </a:r>
          </a:p>
          <a:p>
            <a:pPr defTabSz="1097236">
              <a:defRPr/>
            </a:pPr>
            <a:endParaRPr lang="en-US" sz="1200">
              <a:solidFill>
                <a:srgbClr val="000000"/>
              </a:solidFill>
              <a:latin typeface="Ubuntu"/>
            </a:endParaRPr>
          </a:p>
        </p:txBody>
      </p:sp>
      <p:sp>
        <p:nvSpPr>
          <p:cNvPr id="14" name="TextBox 13">
            <a:extLst>
              <a:ext uri="{FF2B5EF4-FFF2-40B4-BE49-F238E27FC236}">
                <a16:creationId xmlns:a16="http://schemas.microsoft.com/office/drawing/2014/main" id="{4BA986C4-D1EF-55B7-EEE2-CCE119D35A41}"/>
              </a:ext>
            </a:extLst>
          </p:cNvPr>
          <p:cNvSpPr txBox="1"/>
          <p:nvPr/>
        </p:nvSpPr>
        <p:spPr>
          <a:xfrm>
            <a:off x="53431" y="5234283"/>
            <a:ext cx="835681" cy="253916"/>
          </a:xfrm>
          <a:prstGeom prst="rect">
            <a:avLst/>
          </a:prstGeom>
          <a:noFill/>
        </p:spPr>
        <p:txBody>
          <a:bodyPr wrap="square" lIns="91440" tIns="45720" rIns="91440" bIns="45720" rtlCol="0" anchor="t">
            <a:spAutoFit/>
          </a:bodyPr>
          <a:lstStyle>
            <a:defPPr>
              <a:defRPr lang="de-DE"/>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a:lstStyle>
          <a:p>
            <a:pPr defTabSz="1097236">
              <a:defRPr/>
            </a:pPr>
            <a:r>
              <a:rPr lang="en-US" sz="1050" b="1">
                <a:solidFill>
                  <a:srgbClr val="000000"/>
                </a:solidFill>
                <a:latin typeface="Ubuntu"/>
              </a:rPr>
              <a:t>July</a:t>
            </a:r>
            <a:endParaRPr lang="en-IN" sz="1050" b="1">
              <a:solidFill>
                <a:srgbClr val="000000"/>
              </a:solidFill>
              <a:latin typeface="Ubuntu"/>
            </a:endParaRPr>
          </a:p>
        </p:txBody>
      </p:sp>
      <p:sp>
        <p:nvSpPr>
          <p:cNvPr id="3" name="TextBox 2">
            <a:extLst>
              <a:ext uri="{FF2B5EF4-FFF2-40B4-BE49-F238E27FC236}">
                <a16:creationId xmlns:a16="http://schemas.microsoft.com/office/drawing/2014/main" id="{881912E2-177F-B144-9502-E7AB97B1C603}"/>
              </a:ext>
            </a:extLst>
          </p:cNvPr>
          <p:cNvSpPr txBox="1"/>
          <p:nvPr/>
        </p:nvSpPr>
        <p:spPr>
          <a:xfrm>
            <a:off x="782386" y="1566608"/>
            <a:ext cx="1883609" cy="309958"/>
          </a:xfrm>
          <a:prstGeom prst="rect">
            <a:avLst/>
          </a:prstGeom>
          <a:noFill/>
        </p:spPr>
        <p:txBody>
          <a:bodyPr rot="0" spcFirstLastPara="0" vertOverflow="overflow" horzOverflow="overflow" vert="horz" wrap="square" lIns="90000" tIns="46800" rIns="90000" bIns="46800" numCol="1" spcCol="0" rtlCol="0" fromWordArt="0" anchor="ctr" anchorCtr="0" forceAA="0" compatLnSpc="1">
            <a:prstTxWarp prst="textNoShape">
              <a:avLst/>
            </a:prstTxWarp>
            <a:spAutoFit/>
          </a:bodyPr>
          <a:lstStyle/>
          <a:p>
            <a:pPr defTabSz="914364">
              <a:spcBef>
                <a:spcPct val="0"/>
              </a:spcBef>
              <a:defRPr/>
            </a:pPr>
            <a:r>
              <a:rPr lang="en-GB" sz="1400">
                <a:solidFill>
                  <a:srgbClr val="000000"/>
                </a:solidFill>
                <a:latin typeface="Ubuntu"/>
              </a:rPr>
              <a:t>Milestones </a:t>
            </a:r>
          </a:p>
        </p:txBody>
      </p:sp>
      <p:sp>
        <p:nvSpPr>
          <p:cNvPr id="4" name="TextBox 3">
            <a:extLst>
              <a:ext uri="{FF2B5EF4-FFF2-40B4-BE49-F238E27FC236}">
                <a16:creationId xmlns:a16="http://schemas.microsoft.com/office/drawing/2014/main" id="{0068CBBD-1928-28E5-0012-D9E9982B1AE7}"/>
              </a:ext>
            </a:extLst>
          </p:cNvPr>
          <p:cNvSpPr txBox="1"/>
          <p:nvPr/>
        </p:nvSpPr>
        <p:spPr>
          <a:xfrm>
            <a:off x="2975710" y="1525418"/>
            <a:ext cx="1883609" cy="309958"/>
          </a:xfrm>
          <a:prstGeom prst="rect">
            <a:avLst/>
          </a:prstGeom>
          <a:noFill/>
        </p:spPr>
        <p:txBody>
          <a:bodyPr rot="0" spcFirstLastPara="0" vertOverflow="overflow" horzOverflow="overflow" vert="horz" wrap="square" lIns="90000" tIns="46800" rIns="90000" bIns="46800" numCol="1" spcCol="0" rtlCol="0" fromWordArt="0" anchor="ctr" anchorCtr="0" forceAA="0" compatLnSpc="1">
            <a:prstTxWarp prst="textNoShape">
              <a:avLst/>
            </a:prstTxWarp>
            <a:spAutoFit/>
          </a:bodyPr>
          <a:lstStyle/>
          <a:p>
            <a:pPr defTabSz="914364">
              <a:spcBef>
                <a:spcPct val="0"/>
              </a:spcBef>
              <a:defRPr/>
            </a:pPr>
            <a:r>
              <a:rPr lang="en-GB" sz="1400">
                <a:solidFill>
                  <a:srgbClr val="000000"/>
                </a:solidFill>
                <a:latin typeface="Ubuntu"/>
              </a:rPr>
              <a:t>Growth  Levers</a:t>
            </a:r>
            <a:endParaRPr lang="en-US">
              <a:solidFill>
                <a:srgbClr val="000000"/>
              </a:solidFill>
              <a:latin typeface="Ubuntu"/>
            </a:endParaRPr>
          </a:p>
        </p:txBody>
      </p:sp>
      <p:sp>
        <p:nvSpPr>
          <p:cNvPr id="15" name="TextBox 14">
            <a:extLst>
              <a:ext uri="{FF2B5EF4-FFF2-40B4-BE49-F238E27FC236}">
                <a16:creationId xmlns:a16="http://schemas.microsoft.com/office/drawing/2014/main" id="{F6A81946-FEAA-92F5-4CC7-9FE17A34D3A5}"/>
              </a:ext>
            </a:extLst>
          </p:cNvPr>
          <p:cNvSpPr txBox="1"/>
          <p:nvPr/>
        </p:nvSpPr>
        <p:spPr>
          <a:xfrm>
            <a:off x="9518633" y="848053"/>
            <a:ext cx="1875002" cy="307777"/>
          </a:xfrm>
          <a:prstGeom prst="rect">
            <a:avLst/>
          </a:prstGeom>
          <a:noFill/>
        </p:spPr>
        <p:txBody>
          <a:bodyPr wrap="square" lIns="91440" tIns="45720" rIns="91440" bIns="45720" rtlCol="0" anchor="t">
            <a:spAutoFit/>
          </a:bodyPr>
          <a:lstStyle>
            <a:defPPr>
              <a:defRPr lang="de-DE"/>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a:lstStyle>
          <a:p>
            <a:pPr defTabSz="1097236">
              <a:defRPr/>
            </a:pPr>
            <a:r>
              <a:rPr lang="en-IN" sz="1400">
                <a:solidFill>
                  <a:srgbClr val="000000"/>
                </a:solidFill>
                <a:latin typeface="Ubuntu"/>
              </a:rPr>
              <a:t>Inter Projects - 54%</a:t>
            </a:r>
            <a:endParaRPr lang="en-IN" sz="1440">
              <a:solidFill>
                <a:srgbClr val="000000"/>
              </a:solidFill>
              <a:latin typeface="Ubuntu"/>
            </a:endParaRPr>
          </a:p>
        </p:txBody>
      </p:sp>
      <p:sp>
        <p:nvSpPr>
          <p:cNvPr id="17" name="Footer Placeholder 17">
            <a:extLst>
              <a:ext uri="{FF2B5EF4-FFF2-40B4-BE49-F238E27FC236}">
                <a16:creationId xmlns:a16="http://schemas.microsoft.com/office/drawing/2014/main" id="{AAF7D791-16A3-7280-369D-110F954021F5}"/>
              </a:ext>
            </a:extLst>
          </p:cNvPr>
          <p:cNvSpPr>
            <a:spLocks noGrp="1"/>
          </p:cNvSpPr>
          <p:nvPr>
            <p:ph type="ftr" sz="quarter" idx="11"/>
          </p:nvPr>
        </p:nvSpPr>
        <p:spPr>
          <a:xfrm>
            <a:off x="550863" y="6650662"/>
            <a:ext cx="4716524" cy="123112"/>
          </a:xfrm>
        </p:spPr>
        <p:txBody>
          <a:bodyPr/>
          <a:lstStyle/>
          <a:p>
            <a:pPr defTabSz="914364">
              <a:spcBef>
                <a:spcPts val="1000"/>
              </a:spcBef>
              <a:defRPr/>
            </a:pPr>
            <a:r>
              <a:rPr lang="en-US">
                <a:solidFill>
                  <a:srgbClr val="FFFFFF">
                    <a:lumMod val="65000"/>
                  </a:srgbClr>
                </a:solidFill>
                <a:latin typeface="Ubuntu"/>
              </a:rPr>
              <a:t>TMT Monthly Update |  July 2026</a:t>
            </a:r>
          </a:p>
        </p:txBody>
      </p:sp>
      <p:sp>
        <p:nvSpPr>
          <p:cNvPr id="20" name="Oval 19">
            <a:extLst>
              <a:ext uri="{FF2B5EF4-FFF2-40B4-BE49-F238E27FC236}">
                <a16:creationId xmlns:a16="http://schemas.microsoft.com/office/drawing/2014/main" id="{E6CFFF5A-FE1A-FB94-0AD2-02A7852DB250}"/>
              </a:ext>
            </a:extLst>
          </p:cNvPr>
          <p:cNvSpPr/>
          <p:nvPr/>
        </p:nvSpPr>
        <p:spPr>
          <a:xfrm>
            <a:off x="660856" y="3165737"/>
            <a:ext cx="388800" cy="388800"/>
          </a:xfrm>
          <a:prstGeom prst="ellipse">
            <a:avLst/>
          </a:prstGeom>
          <a:solidFill>
            <a:srgbClr val="0070C0"/>
          </a:solidFill>
          <a:ln>
            <a:noFill/>
          </a:ln>
        </p:spPr>
        <p:style>
          <a:lnRef idx="2">
            <a:schemeClr val="accent6">
              <a:shade val="50000"/>
            </a:schemeClr>
          </a:lnRef>
          <a:fillRef idx="1">
            <a:schemeClr val="accent6"/>
          </a:fillRef>
          <a:effectRef idx="0">
            <a:schemeClr val="accent6"/>
          </a:effectRef>
          <a:fontRef idx="minor">
            <a:schemeClr val="lt1"/>
          </a:fontRef>
        </p:style>
        <p:txBody>
          <a:bodyPr rot="0" spcFirstLastPara="0" vertOverflow="overflow" horzOverflow="overflow" vert="horz" wrap="square" lIns="109728" tIns="54864" rIns="109728" bIns="54864" numCol="1" spcCol="0" rtlCol="0" fromWordArt="0" anchor="ctr" anchorCtr="0" forceAA="0" compatLnSpc="1">
            <a:prstTxWarp prst="textNoShape">
              <a:avLst/>
            </a:prstTxWarp>
            <a:noAutofit/>
          </a:bodyPr>
          <a:lstStyle>
            <a:defPPr>
              <a:defRPr lang="de-DE"/>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a:lstStyle>
          <a:p>
            <a:pPr algn="ctr" defTabSz="1097236">
              <a:defRPr/>
            </a:pPr>
            <a:endParaRPr lang="en-US" sz="2592">
              <a:solidFill>
                <a:srgbClr val="000000"/>
              </a:solidFill>
              <a:latin typeface="Ubuntu"/>
            </a:endParaRPr>
          </a:p>
        </p:txBody>
      </p:sp>
      <p:sp>
        <p:nvSpPr>
          <p:cNvPr id="22" name="Oval 21">
            <a:extLst>
              <a:ext uri="{FF2B5EF4-FFF2-40B4-BE49-F238E27FC236}">
                <a16:creationId xmlns:a16="http://schemas.microsoft.com/office/drawing/2014/main" id="{05370406-BBC4-5A68-2664-BE6CB4A66A5B}"/>
              </a:ext>
            </a:extLst>
          </p:cNvPr>
          <p:cNvSpPr/>
          <p:nvPr/>
        </p:nvSpPr>
        <p:spPr>
          <a:xfrm>
            <a:off x="668028" y="4465498"/>
            <a:ext cx="388800" cy="388800"/>
          </a:xfrm>
          <a:prstGeom prst="ellipse">
            <a:avLst/>
          </a:prstGeom>
          <a:solidFill>
            <a:srgbClr val="0070C0"/>
          </a:solidFill>
          <a:ln>
            <a:noFill/>
          </a:ln>
        </p:spPr>
        <p:style>
          <a:lnRef idx="2">
            <a:schemeClr val="accent6">
              <a:shade val="50000"/>
            </a:schemeClr>
          </a:lnRef>
          <a:fillRef idx="1">
            <a:schemeClr val="accent6"/>
          </a:fillRef>
          <a:effectRef idx="0">
            <a:schemeClr val="accent6"/>
          </a:effectRef>
          <a:fontRef idx="minor">
            <a:schemeClr val="lt1"/>
          </a:fontRef>
        </p:style>
        <p:txBody>
          <a:bodyPr rot="0" spcFirstLastPara="0" vertOverflow="overflow" horzOverflow="overflow" vert="horz" wrap="square" lIns="109728" tIns="54864" rIns="109728" bIns="54864" numCol="1" spcCol="0" rtlCol="0" fromWordArt="0" anchor="ctr" anchorCtr="0" forceAA="0" compatLnSpc="1">
            <a:prstTxWarp prst="textNoShape">
              <a:avLst/>
            </a:prstTxWarp>
            <a:noAutofit/>
          </a:bodyPr>
          <a:lstStyle>
            <a:defPPr>
              <a:defRPr lang="de-DE"/>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a:lstStyle>
          <a:p>
            <a:pPr algn="ctr" defTabSz="1097236">
              <a:defRPr/>
            </a:pPr>
            <a:endParaRPr lang="en-US" sz="2592">
              <a:solidFill>
                <a:srgbClr val="000000"/>
              </a:solidFill>
              <a:latin typeface="Ubuntu"/>
            </a:endParaRPr>
          </a:p>
        </p:txBody>
      </p:sp>
      <p:sp>
        <p:nvSpPr>
          <p:cNvPr id="23" name="TextBox 22">
            <a:extLst>
              <a:ext uri="{FF2B5EF4-FFF2-40B4-BE49-F238E27FC236}">
                <a16:creationId xmlns:a16="http://schemas.microsoft.com/office/drawing/2014/main" id="{4B057F40-6D4C-EE19-EF52-113D8D0A440D}"/>
              </a:ext>
            </a:extLst>
          </p:cNvPr>
          <p:cNvSpPr txBox="1"/>
          <p:nvPr/>
        </p:nvSpPr>
        <p:spPr>
          <a:xfrm>
            <a:off x="-31649" y="3874929"/>
            <a:ext cx="835681" cy="253916"/>
          </a:xfrm>
          <a:prstGeom prst="rect">
            <a:avLst/>
          </a:prstGeom>
          <a:noFill/>
        </p:spPr>
        <p:txBody>
          <a:bodyPr wrap="square" lIns="91440" tIns="45720" rIns="91440" bIns="45720" rtlCol="0" anchor="t">
            <a:spAutoFit/>
          </a:bodyPr>
          <a:lstStyle>
            <a:defPPr>
              <a:defRPr lang="de-DE"/>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a:lstStyle>
          <a:p>
            <a:pPr defTabSz="1097236">
              <a:defRPr/>
            </a:pPr>
            <a:r>
              <a:rPr lang="en-US" sz="1050" b="1">
                <a:solidFill>
                  <a:srgbClr val="000000"/>
                </a:solidFill>
                <a:latin typeface="Ubuntu"/>
              </a:rPr>
              <a:t>August</a:t>
            </a:r>
            <a:endParaRPr lang="en-IN" sz="1050" b="1">
              <a:solidFill>
                <a:srgbClr val="000000"/>
              </a:solidFill>
              <a:latin typeface="Ubuntu"/>
            </a:endParaRPr>
          </a:p>
        </p:txBody>
      </p:sp>
      <p:sp>
        <p:nvSpPr>
          <p:cNvPr id="24" name="TextBox 23">
            <a:extLst>
              <a:ext uri="{FF2B5EF4-FFF2-40B4-BE49-F238E27FC236}">
                <a16:creationId xmlns:a16="http://schemas.microsoft.com/office/drawing/2014/main" id="{0AA7DB72-41CD-3BB0-3BC7-72E18CA530A8}"/>
              </a:ext>
            </a:extLst>
          </p:cNvPr>
          <p:cNvSpPr txBox="1"/>
          <p:nvPr/>
        </p:nvSpPr>
        <p:spPr>
          <a:xfrm>
            <a:off x="-13010" y="3230872"/>
            <a:ext cx="835681" cy="253916"/>
          </a:xfrm>
          <a:prstGeom prst="rect">
            <a:avLst/>
          </a:prstGeom>
          <a:noFill/>
        </p:spPr>
        <p:txBody>
          <a:bodyPr wrap="square" lIns="91440" tIns="45720" rIns="91440" bIns="45720" rtlCol="0" anchor="t">
            <a:spAutoFit/>
          </a:bodyPr>
          <a:lstStyle>
            <a:defPPr>
              <a:defRPr lang="de-DE"/>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a:lstStyle>
          <a:p>
            <a:pPr defTabSz="1097236">
              <a:defRPr/>
            </a:pPr>
            <a:r>
              <a:rPr lang="en-US" sz="1050" b="1">
                <a:solidFill>
                  <a:srgbClr val="000000"/>
                </a:solidFill>
                <a:latin typeface="Ubuntu"/>
              </a:rPr>
              <a:t>June</a:t>
            </a:r>
            <a:endParaRPr lang="en-IN" sz="1050" b="1">
              <a:solidFill>
                <a:srgbClr val="000000"/>
              </a:solidFill>
              <a:latin typeface="Ubuntu"/>
            </a:endParaRPr>
          </a:p>
        </p:txBody>
      </p:sp>
      <p:sp>
        <p:nvSpPr>
          <p:cNvPr id="25" name="TextBox 24">
            <a:extLst>
              <a:ext uri="{FF2B5EF4-FFF2-40B4-BE49-F238E27FC236}">
                <a16:creationId xmlns:a16="http://schemas.microsoft.com/office/drawing/2014/main" id="{1E0C1B9F-6920-9A7A-0F84-A347A47A7F6B}"/>
              </a:ext>
            </a:extLst>
          </p:cNvPr>
          <p:cNvSpPr txBox="1"/>
          <p:nvPr/>
        </p:nvSpPr>
        <p:spPr>
          <a:xfrm>
            <a:off x="1038178" y="3154210"/>
            <a:ext cx="2077052" cy="480131"/>
          </a:xfrm>
          <a:prstGeom prst="rect">
            <a:avLst/>
          </a:prstGeom>
          <a:noFill/>
        </p:spPr>
        <p:txBody>
          <a:bodyPr wrap="square" lIns="109728" tIns="54864" rIns="109728" bIns="54864" rtlCol="0" anchor="t">
            <a:spAutoFit/>
          </a:bodyPr>
          <a:lstStyle>
            <a:defPPr>
              <a:defRPr lang="de-DE"/>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a:lstStyle>
          <a:p>
            <a:pPr defTabSz="1097236">
              <a:defRPr/>
            </a:pPr>
            <a:r>
              <a:rPr lang="en-US" sz="1200">
                <a:solidFill>
                  <a:srgbClr val="000000"/>
                </a:solidFill>
                <a:latin typeface="Ubuntu"/>
              </a:rPr>
              <a:t>Increased Inter rates for new assignments</a:t>
            </a:r>
            <a:endParaRPr lang="en-US" sz="2592">
              <a:solidFill>
                <a:srgbClr val="0058AB"/>
              </a:solidFill>
              <a:latin typeface="Ubuntu"/>
            </a:endParaRPr>
          </a:p>
        </p:txBody>
      </p:sp>
      <p:sp>
        <p:nvSpPr>
          <p:cNvPr id="26" name="TextBox 25">
            <a:extLst>
              <a:ext uri="{FF2B5EF4-FFF2-40B4-BE49-F238E27FC236}">
                <a16:creationId xmlns:a16="http://schemas.microsoft.com/office/drawing/2014/main" id="{09B5F8F7-C378-09AD-53D2-240B4B5C16A1}"/>
              </a:ext>
            </a:extLst>
          </p:cNvPr>
          <p:cNvSpPr txBox="1"/>
          <p:nvPr/>
        </p:nvSpPr>
        <p:spPr>
          <a:xfrm>
            <a:off x="1046713" y="3983926"/>
            <a:ext cx="1937531" cy="480131"/>
          </a:xfrm>
          <a:prstGeom prst="rect">
            <a:avLst/>
          </a:prstGeom>
          <a:noFill/>
        </p:spPr>
        <p:txBody>
          <a:bodyPr wrap="square" lIns="109728" tIns="54864" rIns="109728" bIns="54864" rtlCol="0" anchor="t">
            <a:spAutoFit/>
          </a:bodyPr>
          <a:lstStyle>
            <a:defPPr>
              <a:defRPr lang="de-DE"/>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a:lstStyle>
          <a:p>
            <a:pPr defTabSz="1097236">
              <a:defRPr/>
            </a:pPr>
            <a:r>
              <a:rPr lang="en-US" sz="1200">
                <a:solidFill>
                  <a:srgbClr val="000000"/>
                </a:solidFill>
                <a:latin typeface="Ubuntu"/>
              </a:rPr>
              <a:t>CM Margin check- to be ~</a:t>
            </a:r>
            <a:r>
              <a:rPr lang="en-US" sz="1200">
                <a:solidFill>
                  <a:srgbClr val="0058AB"/>
                </a:solidFill>
                <a:latin typeface="Ubuntu"/>
              </a:rPr>
              <a:t>45%</a:t>
            </a:r>
            <a:r>
              <a:rPr lang="en-US" sz="1200">
                <a:solidFill>
                  <a:srgbClr val="000000"/>
                </a:solidFill>
                <a:latin typeface="Ubuntu"/>
              </a:rPr>
              <a:t> for all resources </a:t>
            </a:r>
            <a:endParaRPr lang="en-US" sz="2592">
              <a:solidFill>
                <a:srgbClr val="0058AB"/>
              </a:solidFill>
              <a:latin typeface="Ubuntu"/>
            </a:endParaRPr>
          </a:p>
        </p:txBody>
      </p:sp>
      <p:sp>
        <p:nvSpPr>
          <p:cNvPr id="27" name="Oval 26">
            <a:extLst>
              <a:ext uri="{FF2B5EF4-FFF2-40B4-BE49-F238E27FC236}">
                <a16:creationId xmlns:a16="http://schemas.microsoft.com/office/drawing/2014/main" id="{3AB5DF85-B3DB-97F0-D414-C84A8AA6F8D7}"/>
              </a:ext>
            </a:extLst>
          </p:cNvPr>
          <p:cNvSpPr/>
          <p:nvPr/>
        </p:nvSpPr>
        <p:spPr>
          <a:xfrm>
            <a:off x="642731" y="5968658"/>
            <a:ext cx="388800" cy="388800"/>
          </a:xfrm>
          <a:prstGeom prst="ellipse">
            <a:avLst/>
          </a:prstGeom>
          <a:solidFill>
            <a:schemeClr val="accent4"/>
          </a:solidFill>
          <a:ln>
            <a:noFill/>
          </a:ln>
        </p:spPr>
        <p:style>
          <a:lnRef idx="2">
            <a:schemeClr val="accent6">
              <a:shade val="50000"/>
            </a:schemeClr>
          </a:lnRef>
          <a:fillRef idx="1">
            <a:schemeClr val="accent6"/>
          </a:fillRef>
          <a:effectRef idx="0">
            <a:schemeClr val="accent6"/>
          </a:effectRef>
          <a:fontRef idx="minor">
            <a:schemeClr val="lt1"/>
          </a:fontRef>
        </p:style>
        <p:txBody>
          <a:bodyPr rot="0" spcFirstLastPara="0" vertOverflow="overflow" horzOverflow="overflow" vert="horz" wrap="square" lIns="109728" tIns="54864" rIns="109728" bIns="54864" numCol="1" spcCol="0" rtlCol="0" fromWordArt="0" anchor="ctr" anchorCtr="0" forceAA="0" compatLnSpc="1">
            <a:prstTxWarp prst="textNoShape">
              <a:avLst/>
            </a:prstTxWarp>
            <a:noAutofit/>
          </a:bodyPr>
          <a:lstStyle>
            <a:defPPr>
              <a:defRPr lang="de-DE"/>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a:lstStyle>
          <a:p>
            <a:pPr algn="ctr" defTabSz="1097236">
              <a:defRPr/>
            </a:pPr>
            <a:endParaRPr lang="en-US" sz="2592">
              <a:solidFill>
                <a:srgbClr val="000000"/>
              </a:solidFill>
              <a:latin typeface="Ubuntu"/>
            </a:endParaRPr>
          </a:p>
        </p:txBody>
      </p:sp>
      <p:sp>
        <p:nvSpPr>
          <p:cNvPr id="28" name="TextBox 27">
            <a:extLst>
              <a:ext uri="{FF2B5EF4-FFF2-40B4-BE49-F238E27FC236}">
                <a16:creationId xmlns:a16="http://schemas.microsoft.com/office/drawing/2014/main" id="{0AA0FE4D-4EAE-AD19-D342-9636BD6F29C7}"/>
              </a:ext>
            </a:extLst>
          </p:cNvPr>
          <p:cNvSpPr txBox="1"/>
          <p:nvPr/>
        </p:nvSpPr>
        <p:spPr>
          <a:xfrm>
            <a:off x="75286" y="6020648"/>
            <a:ext cx="835681" cy="253916"/>
          </a:xfrm>
          <a:prstGeom prst="rect">
            <a:avLst/>
          </a:prstGeom>
          <a:noFill/>
        </p:spPr>
        <p:txBody>
          <a:bodyPr wrap="square" lIns="91440" tIns="45720" rIns="91440" bIns="45720" rtlCol="0" anchor="t">
            <a:spAutoFit/>
          </a:bodyPr>
          <a:lstStyle>
            <a:defPPr>
              <a:defRPr lang="de-DE"/>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a:lstStyle>
          <a:p>
            <a:pPr defTabSz="1097236">
              <a:defRPr/>
            </a:pPr>
            <a:r>
              <a:rPr lang="en-US" sz="1050" b="1">
                <a:solidFill>
                  <a:srgbClr val="000000"/>
                </a:solidFill>
                <a:latin typeface="Ubuntu"/>
              </a:rPr>
              <a:t>Oct</a:t>
            </a:r>
            <a:endParaRPr lang="en-IN" sz="1050" b="1">
              <a:solidFill>
                <a:srgbClr val="000000"/>
              </a:solidFill>
              <a:latin typeface="Ubuntu"/>
            </a:endParaRPr>
          </a:p>
        </p:txBody>
      </p:sp>
      <p:sp>
        <p:nvSpPr>
          <p:cNvPr id="29" name="TextBox 28">
            <a:extLst>
              <a:ext uri="{FF2B5EF4-FFF2-40B4-BE49-F238E27FC236}">
                <a16:creationId xmlns:a16="http://schemas.microsoft.com/office/drawing/2014/main" id="{C48447C7-2ABC-36B9-1543-94C4D5CCD340}"/>
              </a:ext>
            </a:extLst>
          </p:cNvPr>
          <p:cNvSpPr txBox="1"/>
          <p:nvPr/>
        </p:nvSpPr>
        <p:spPr>
          <a:xfrm>
            <a:off x="1021994" y="6024168"/>
            <a:ext cx="2060000" cy="461665"/>
          </a:xfrm>
          <a:prstGeom prst="rect">
            <a:avLst/>
          </a:prstGeom>
          <a:noFill/>
        </p:spPr>
        <p:txBody>
          <a:bodyPr wrap="square" lIns="91440" tIns="45720" rIns="91440" bIns="45720" rtlCol="0" anchor="t">
            <a:spAutoFit/>
          </a:bodyPr>
          <a:lstStyle>
            <a:defPPr>
              <a:defRPr lang="de-DE"/>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a:lstStyle>
          <a:p>
            <a:pPr defTabSz="1097236">
              <a:defRPr/>
            </a:pPr>
            <a:r>
              <a:rPr lang="en-US" sz="1200">
                <a:solidFill>
                  <a:srgbClr val="000000"/>
                </a:solidFill>
                <a:latin typeface="Ubuntu"/>
              </a:rPr>
              <a:t>Bench –not more than ~4</a:t>
            </a:r>
          </a:p>
          <a:p>
            <a:pPr defTabSz="1097236">
              <a:defRPr/>
            </a:pPr>
            <a:endParaRPr lang="en-US" sz="1200">
              <a:solidFill>
                <a:srgbClr val="000000"/>
              </a:solidFill>
              <a:latin typeface="Ubuntu"/>
            </a:endParaRPr>
          </a:p>
        </p:txBody>
      </p:sp>
      <p:sp>
        <p:nvSpPr>
          <p:cNvPr id="30" name="Rectangle 29">
            <a:extLst>
              <a:ext uri="{FF2B5EF4-FFF2-40B4-BE49-F238E27FC236}">
                <a16:creationId xmlns:a16="http://schemas.microsoft.com/office/drawing/2014/main" id="{FC6FF729-253B-B339-2C95-0FAC689F75CD}"/>
              </a:ext>
            </a:extLst>
          </p:cNvPr>
          <p:cNvSpPr/>
          <p:nvPr/>
        </p:nvSpPr>
        <p:spPr>
          <a:xfrm>
            <a:off x="-24000" y="6782398"/>
            <a:ext cx="12240000" cy="109034"/>
          </a:xfrm>
          <a:prstGeom prst="rect">
            <a:avLst/>
          </a:prstGeom>
          <a:solidFill>
            <a:srgbClr val="00828E"/>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sz="1400" err="1">
              <a:solidFill>
                <a:schemeClr val="tx1"/>
              </a:solidFill>
            </a:endParaRPr>
          </a:p>
        </p:txBody>
      </p:sp>
    </p:spTree>
    <p:extLst>
      <p:ext uri="{BB962C8B-B14F-4D97-AF65-F5344CB8AC3E}">
        <p14:creationId xmlns:p14="http://schemas.microsoft.com/office/powerpoint/2010/main" val="2172801315"/>
      </p:ext>
    </p:extLst>
  </p:cSld>
  <p:clrMapOvr>
    <a:masterClrMapping/>
  </p:clrMapOvr>
  <p:transition spd="med">
    <p:pull dir="u"/>
  </p:transition>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FBE6C83-E248-1D61-772B-55A90A6DD275}"/>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FE4BF4BA-6698-8A4F-A50E-85316185F7EF}"/>
              </a:ext>
            </a:extLst>
          </p:cNvPr>
          <p:cNvSpPr/>
          <p:nvPr/>
        </p:nvSpPr>
        <p:spPr>
          <a:xfrm>
            <a:off x="12093700" y="0"/>
            <a:ext cx="108000" cy="6858000"/>
          </a:xfrm>
          <a:prstGeom prst="rect">
            <a:avLst/>
          </a:prstGeom>
          <a:gradFill>
            <a:gsLst>
              <a:gs pos="0">
                <a:schemeClr val="accent1"/>
              </a:gs>
              <a:gs pos="56000">
                <a:schemeClr val="accent2"/>
              </a:gs>
              <a:gs pos="83000">
                <a:schemeClr val="accent4"/>
              </a:gs>
            </a:gsLst>
            <a:lin ang="5400000" scaled="1"/>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sz="1400" err="1">
              <a:solidFill>
                <a:schemeClr val="tx1"/>
              </a:solidFill>
            </a:endParaRPr>
          </a:p>
        </p:txBody>
      </p:sp>
      <p:sp>
        <p:nvSpPr>
          <p:cNvPr id="19" name="Rectangle 18">
            <a:extLst>
              <a:ext uri="{FF2B5EF4-FFF2-40B4-BE49-F238E27FC236}">
                <a16:creationId xmlns:a16="http://schemas.microsoft.com/office/drawing/2014/main" id="{6E955203-B158-376C-B100-0A65832FB7BE}"/>
              </a:ext>
            </a:extLst>
          </p:cNvPr>
          <p:cNvSpPr/>
          <p:nvPr/>
        </p:nvSpPr>
        <p:spPr>
          <a:xfrm>
            <a:off x="-17978" y="0"/>
            <a:ext cx="108000" cy="6858000"/>
          </a:xfrm>
          <a:prstGeom prst="rect">
            <a:avLst/>
          </a:prstGeom>
          <a:gradFill>
            <a:gsLst>
              <a:gs pos="0">
                <a:schemeClr val="accent1"/>
              </a:gs>
              <a:gs pos="56000">
                <a:schemeClr val="accent2"/>
              </a:gs>
              <a:gs pos="83000">
                <a:schemeClr val="accent4"/>
              </a:gs>
            </a:gsLst>
            <a:lin ang="5400000" scaled="1"/>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sz="1400" err="1">
              <a:solidFill>
                <a:schemeClr val="tx1"/>
              </a:solidFill>
            </a:endParaRPr>
          </a:p>
        </p:txBody>
      </p:sp>
      <p:sp>
        <p:nvSpPr>
          <p:cNvPr id="52" name="TextBox 51">
            <a:extLst>
              <a:ext uri="{FF2B5EF4-FFF2-40B4-BE49-F238E27FC236}">
                <a16:creationId xmlns:a16="http://schemas.microsoft.com/office/drawing/2014/main" id="{6DB7C779-4ECA-E676-F513-A435232255EB}"/>
              </a:ext>
            </a:extLst>
          </p:cNvPr>
          <p:cNvSpPr txBox="1"/>
          <p:nvPr/>
        </p:nvSpPr>
        <p:spPr>
          <a:xfrm>
            <a:off x="325396" y="828751"/>
            <a:ext cx="3017234" cy="338554"/>
          </a:xfrm>
          <a:prstGeom prst="rect">
            <a:avLst/>
          </a:prstGeom>
          <a:noFill/>
        </p:spPr>
        <p:txBody>
          <a:bodyPr wrap="square" lIns="91440" tIns="45720" rIns="91440" bIns="45720" rtlCol="0" anchor="t">
            <a:spAutoFit/>
          </a:bodyPr>
          <a:lstStyle>
            <a:defPPr>
              <a:defRPr lang="de-DE"/>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a:lstStyle>
          <a:p>
            <a:pPr defTabSz="1097236">
              <a:defRPr/>
            </a:pPr>
            <a:r>
              <a:rPr lang="en-IN" sz="1600">
                <a:solidFill>
                  <a:srgbClr val="000000"/>
                </a:solidFill>
                <a:latin typeface="Ubuntu"/>
              </a:rPr>
              <a:t>Target Revenue : </a:t>
            </a:r>
            <a:r>
              <a:rPr lang="en-IN" sz="1600" b="1">
                <a:solidFill>
                  <a:schemeClr val="tx2"/>
                </a:solidFill>
                <a:latin typeface="Ubuntu"/>
              </a:rPr>
              <a:t>2400K</a:t>
            </a:r>
          </a:p>
        </p:txBody>
      </p:sp>
      <p:sp>
        <p:nvSpPr>
          <p:cNvPr id="55" name="TextBox 54">
            <a:extLst>
              <a:ext uri="{FF2B5EF4-FFF2-40B4-BE49-F238E27FC236}">
                <a16:creationId xmlns:a16="http://schemas.microsoft.com/office/drawing/2014/main" id="{861A592F-5DD0-E847-0710-0735EA89A463}"/>
              </a:ext>
            </a:extLst>
          </p:cNvPr>
          <p:cNvSpPr txBox="1"/>
          <p:nvPr/>
        </p:nvSpPr>
        <p:spPr>
          <a:xfrm>
            <a:off x="2978248" y="824267"/>
            <a:ext cx="8348956" cy="560153"/>
          </a:xfrm>
          <a:prstGeom prst="rect">
            <a:avLst/>
          </a:prstGeom>
          <a:noFill/>
        </p:spPr>
        <p:txBody>
          <a:bodyPr wrap="square" rtlCol="0">
            <a:spAutoFit/>
          </a:bodyPr>
          <a:lstStyle>
            <a:defPPr>
              <a:defRPr lang="de-DE"/>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a:lstStyle>
          <a:p>
            <a:pPr defTabSz="1097236">
              <a:defRPr/>
            </a:pPr>
            <a:r>
              <a:rPr lang="en-IN" sz="1400">
                <a:solidFill>
                  <a:srgbClr val="000000"/>
                </a:solidFill>
              </a:rPr>
              <a:t>Resources: </a:t>
            </a:r>
            <a:r>
              <a:rPr lang="en-IN" sz="1600" b="1">
                <a:solidFill>
                  <a:schemeClr val="tx2"/>
                </a:solidFill>
              </a:rPr>
              <a:t>46</a:t>
            </a:r>
            <a:r>
              <a:rPr lang="en-IN" sz="1440" b="1">
                <a:solidFill>
                  <a:srgbClr val="000000"/>
                </a:solidFill>
              </a:rPr>
              <a:t> </a:t>
            </a:r>
            <a:r>
              <a:rPr lang="en-IN" sz="1600" b="1">
                <a:solidFill>
                  <a:srgbClr val="000000"/>
                </a:solidFill>
              </a:rPr>
              <a:t>|</a:t>
            </a:r>
            <a:r>
              <a:rPr lang="en-IN" sz="1440" b="1">
                <a:solidFill>
                  <a:srgbClr val="000000"/>
                </a:solidFill>
              </a:rPr>
              <a:t> </a:t>
            </a:r>
            <a:r>
              <a:rPr lang="en-IN" sz="1400">
                <a:solidFill>
                  <a:srgbClr val="000000"/>
                </a:solidFill>
                <a:latin typeface="Ubuntu"/>
              </a:rPr>
              <a:t>Bench: </a:t>
            </a:r>
            <a:r>
              <a:rPr lang="en-IN" sz="1600" b="1">
                <a:solidFill>
                  <a:schemeClr val="tx2"/>
                </a:solidFill>
                <a:latin typeface="Ubuntu"/>
              </a:rPr>
              <a:t>13</a:t>
            </a:r>
            <a:r>
              <a:rPr lang="en-IN" sz="1440" b="1">
                <a:solidFill>
                  <a:srgbClr val="000000"/>
                </a:solidFill>
                <a:latin typeface="Ubuntu"/>
              </a:rPr>
              <a:t> </a:t>
            </a:r>
            <a:r>
              <a:rPr lang="en-IN" sz="1600" b="1">
                <a:solidFill>
                  <a:srgbClr val="000000"/>
                </a:solidFill>
                <a:latin typeface="Ubuntu"/>
              </a:rPr>
              <a:t>|</a:t>
            </a:r>
            <a:r>
              <a:rPr lang="en-IN" sz="1440" b="1">
                <a:solidFill>
                  <a:srgbClr val="000000"/>
                </a:solidFill>
                <a:latin typeface="Ubuntu"/>
              </a:rPr>
              <a:t> </a:t>
            </a:r>
            <a:r>
              <a:rPr lang="en-IN" sz="1400">
                <a:solidFill>
                  <a:srgbClr val="000000"/>
                </a:solidFill>
              </a:rPr>
              <a:t>Inter Projects: </a:t>
            </a:r>
            <a:r>
              <a:rPr lang="en-IN" sz="1600" b="1">
                <a:solidFill>
                  <a:schemeClr val="tx2"/>
                </a:solidFill>
              </a:rPr>
              <a:t>45%</a:t>
            </a:r>
            <a:r>
              <a:rPr lang="en-IN" sz="1600" b="1">
                <a:solidFill>
                  <a:srgbClr val="000000"/>
                </a:solidFill>
              </a:rPr>
              <a:t> | </a:t>
            </a:r>
            <a:r>
              <a:rPr lang="en-IN" sz="1400">
                <a:solidFill>
                  <a:srgbClr val="000000"/>
                </a:solidFill>
              </a:rPr>
              <a:t>New</a:t>
            </a:r>
            <a:r>
              <a:rPr lang="en-IN" sz="1400" b="1">
                <a:solidFill>
                  <a:srgbClr val="000000"/>
                </a:solidFill>
              </a:rPr>
              <a:t> </a:t>
            </a:r>
            <a:r>
              <a:rPr lang="en-IN" sz="1400">
                <a:solidFill>
                  <a:srgbClr val="000000"/>
                </a:solidFill>
              </a:rPr>
              <a:t>Hires Planned:</a:t>
            </a:r>
            <a:r>
              <a:rPr lang="en-IN" sz="1600" b="1">
                <a:solidFill>
                  <a:srgbClr val="000000"/>
                </a:solidFill>
              </a:rPr>
              <a:t> 9 | </a:t>
            </a:r>
            <a:r>
              <a:rPr lang="en-IN" sz="1400">
                <a:solidFill>
                  <a:srgbClr val="000000"/>
                </a:solidFill>
              </a:rPr>
              <a:t>New Joiners Confirmed: </a:t>
            </a:r>
            <a:r>
              <a:rPr lang="en-IN" sz="1600" b="1">
                <a:solidFill>
                  <a:srgbClr val="000000"/>
                </a:solidFill>
              </a:rPr>
              <a:t>4</a:t>
            </a:r>
            <a:endParaRPr lang="en-IN" sz="1800" b="1">
              <a:solidFill>
                <a:srgbClr val="000000"/>
              </a:solidFill>
            </a:endParaRPr>
          </a:p>
          <a:p>
            <a:pPr defTabSz="1097236">
              <a:defRPr/>
            </a:pPr>
            <a:r>
              <a:rPr lang="en-IN" sz="1440" b="1">
                <a:solidFill>
                  <a:srgbClr val="000000"/>
                </a:solidFill>
                <a:latin typeface="Ubuntu"/>
              </a:rPr>
              <a:t> </a:t>
            </a:r>
          </a:p>
        </p:txBody>
      </p:sp>
      <p:sp>
        <p:nvSpPr>
          <p:cNvPr id="65" name="TextBox 64">
            <a:extLst>
              <a:ext uri="{FF2B5EF4-FFF2-40B4-BE49-F238E27FC236}">
                <a16:creationId xmlns:a16="http://schemas.microsoft.com/office/drawing/2014/main" id="{DBEA988A-3992-140C-CDDE-3B3F193FC95A}"/>
              </a:ext>
            </a:extLst>
          </p:cNvPr>
          <p:cNvSpPr txBox="1"/>
          <p:nvPr/>
        </p:nvSpPr>
        <p:spPr>
          <a:xfrm>
            <a:off x="358746" y="243976"/>
            <a:ext cx="11474508" cy="584775"/>
          </a:xfrm>
          <a:prstGeom prst="rect">
            <a:avLst/>
          </a:prstGeom>
          <a:noFill/>
        </p:spPr>
        <p:txBody>
          <a:bodyPr wrap="square" lIns="91440" tIns="45720" rIns="91440" bIns="45720" anchor="t">
            <a:spAutoFit/>
          </a:bodyPr>
          <a:lstStyle>
            <a:defPPr>
              <a:defRPr lang="de-DE"/>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a:lstStyle>
          <a:p>
            <a:pPr defTabSz="1097236">
              <a:defRPr/>
            </a:pPr>
            <a:r>
              <a:rPr lang="en-IN" sz="3200" b="1">
                <a:solidFill>
                  <a:srgbClr val="000000"/>
                </a:solidFill>
                <a:latin typeface="Ubuntu Medium" panose="020B0604030602030204" pitchFamily="34" charset="0"/>
                <a:ea typeface="Aptos" panose="020B0004020202020204" pitchFamily="34" charset="0"/>
                <a:cs typeface="Times New Roman"/>
              </a:rPr>
              <a:t>Strategic Revenue Growth Levers</a:t>
            </a:r>
            <a:endParaRPr lang="en-IN" sz="3200">
              <a:solidFill>
                <a:srgbClr val="000000"/>
              </a:solidFill>
              <a:latin typeface="Ubuntu Medium" panose="020B0604030602030204" pitchFamily="34" charset="0"/>
              <a:cs typeface="Times New Roman"/>
            </a:endParaRPr>
          </a:p>
        </p:txBody>
      </p:sp>
      <p:sp>
        <p:nvSpPr>
          <p:cNvPr id="17" name="Footer Placeholder 17">
            <a:extLst>
              <a:ext uri="{FF2B5EF4-FFF2-40B4-BE49-F238E27FC236}">
                <a16:creationId xmlns:a16="http://schemas.microsoft.com/office/drawing/2014/main" id="{5721510D-15E7-47E9-4A00-CED63A87CC3F}"/>
              </a:ext>
            </a:extLst>
          </p:cNvPr>
          <p:cNvSpPr>
            <a:spLocks noGrp="1"/>
          </p:cNvSpPr>
          <p:nvPr>
            <p:ph type="ftr" sz="quarter" idx="11"/>
          </p:nvPr>
        </p:nvSpPr>
        <p:spPr>
          <a:xfrm>
            <a:off x="550863" y="6650662"/>
            <a:ext cx="4716524" cy="123112"/>
          </a:xfrm>
        </p:spPr>
        <p:txBody>
          <a:bodyPr/>
          <a:lstStyle/>
          <a:p>
            <a:pPr defTabSz="914364">
              <a:spcBef>
                <a:spcPts val="1000"/>
              </a:spcBef>
              <a:defRPr/>
            </a:pPr>
            <a:r>
              <a:rPr lang="en-US">
                <a:solidFill>
                  <a:srgbClr val="FFFFFF">
                    <a:lumMod val="65000"/>
                  </a:srgbClr>
                </a:solidFill>
                <a:latin typeface="Ubuntu"/>
              </a:rPr>
              <a:t>TMT Monthly Update |  July 2026</a:t>
            </a:r>
          </a:p>
        </p:txBody>
      </p:sp>
      <p:sp>
        <p:nvSpPr>
          <p:cNvPr id="30" name="Rectangle 29">
            <a:extLst>
              <a:ext uri="{FF2B5EF4-FFF2-40B4-BE49-F238E27FC236}">
                <a16:creationId xmlns:a16="http://schemas.microsoft.com/office/drawing/2014/main" id="{95D57944-0501-D769-3F13-704A35CB4D84}"/>
              </a:ext>
            </a:extLst>
          </p:cNvPr>
          <p:cNvSpPr/>
          <p:nvPr/>
        </p:nvSpPr>
        <p:spPr>
          <a:xfrm>
            <a:off x="-24000" y="6782398"/>
            <a:ext cx="12240000" cy="109034"/>
          </a:xfrm>
          <a:prstGeom prst="rect">
            <a:avLst/>
          </a:prstGeom>
          <a:solidFill>
            <a:srgbClr val="00828E"/>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sz="1400" err="1">
              <a:solidFill>
                <a:schemeClr val="tx1"/>
              </a:solidFill>
            </a:endParaRPr>
          </a:p>
        </p:txBody>
      </p:sp>
      <p:sp>
        <p:nvSpPr>
          <p:cNvPr id="31" name="Date Placeholder 16">
            <a:extLst>
              <a:ext uri="{FF2B5EF4-FFF2-40B4-BE49-F238E27FC236}">
                <a16:creationId xmlns:a16="http://schemas.microsoft.com/office/drawing/2014/main" id="{B8589503-39B7-2D6F-B822-462E8524C05D}"/>
              </a:ext>
            </a:extLst>
          </p:cNvPr>
          <p:cNvSpPr>
            <a:spLocks noGrp="1"/>
          </p:cNvSpPr>
          <p:nvPr>
            <p:ph type="dt" sz="half" idx="10"/>
          </p:nvPr>
        </p:nvSpPr>
        <p:spPr>
          <a:xfrm>
            <a:off x="9809927" y="6650661"/>
            <a:ext cx="1831210" cy="123111"/>
          </a:xfrm>
        </p:spPr>
        <p:txBody>
          <a:bodyPr/>
          <a:lstStyle/>
          <a:p>
            <a:pPr marL="0" marR="0" lvl="0" indent="0" algn="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sz="800" b="0" i="0" u="none" strike="noStrike" kern="1200" cap="none" spc="0" normalizeH="0" baseline="0" noProof="0">
                <a:ln>
                  <a:noFill/>
                </a:ln>
                <a:solidFill>
                  <a:srgbClr val="FFFFFF">
                    <a:lumMod val="65000"/>
                  </a:srgbClr>
                </a:solidFill>
                <a:effectLst/>
                <a:uLnTx/>
                <a:uFillTx/>
                <a:latin typeface="Ubuntu"/>
                <a:ea typeface="+mn-ea"/>
                <a:cs typeface="+mn-cs"/>
              </a:rPr>
              <a:t>Company Confidential © Capgemini 2026. All rights reserved.</a:t>
            </a:r>
          </a:p>
        </p:txBody>
      </p:sp>
      <p:sp>
        <p:nvSpPr>
          <p:cNvPr id="32" name="Slide Number Placeholder 18">
            <a:extLst>
              <a:ext uri="{FF2B5EF4-FFF2-40B4-BE49-F238E27FC236}">
                <a16:creationId xmlns:a16="http://schemas.microsoft.com/office/drawing/2014/main" id="{16442CB8-7A1D-EE39-BF52-C26D859E1ED6}"/>
              </a:ext>
            </a:extLst>
          </p:cNvPr>
          <p:cNvSpPr>
            <a:spLocks noGrp="1"/>
          </p:cNvSpPr>
          <p:nvPr>
            <p:ph type="sldNum" sz="quarter" idx="12"/>
          </p:nvPr>
        </p:nvSpPr>
        <p:spPr>
          <a:xfrm>
            <a:off x="11778341" y="6650661"/>
            <a:ext cx="232665" cy="123111"/>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9A5160-6218-4E5A-B9E6-B93E3DAE377C}" type="slidenum">
              <a:rPr kumimoji="0" lang="en-US" sz="800" b="0" i="0" u="none" strike="noStrike" kern="1200" cap="none" spc="0" normalizeH="0" baseline="0" noProof="0" smtClean="0">
                <a:ln>
                  <a:noFill/>
                </a:ln>
                <a:solidFill>
                  <a:srgbClr val="FFFFFF">
                    <a:lumMod val="65000"/>
                  </a:srgbClr>
                </a:solidFill>
                <a:effectLst/>
                <a:uLnTx/>
                <a:uFillTx/>
                <a:latin typeface="Ubuntu"/>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US" sz="800" b="0" i="0" u="none" strike="noStrike" kern="1200" cap="none" spc="0" normalizeH="0" baseline="0" noProof="0">
              <a:ln>
                <a:noFill/>
              </a:ln>
              <a:solidFill>
                <a:srgbClr val="FFFFFF">
                  <a:lumMod val="65000"/>
                </a:srgbClr>
              </a:solidFill>
              <a:effectLst/>
              <a:uLnTx/>
              <a:uFillTx/>
              <a:latin typeface="Ubuntu"/>
              <a:ea typeface="+mn-ea"/>
              <a:cs typeface="Arial" panose="020B0604020202020204" pitchFamily="34" charset="0"/>
            </a:endParaRPr>
          </a:p>
        </p:txBody>
      </p:sp>
      <p:sp>
        <p:nvSpPr>
          <p:cNvPr id="33" name="Freeform: Shape 32">
            <a:extLst>
              <a:ext uri="{FF2B5EF4-FFF2-40B4-BE49-F238E27FC236}">
                <a16:creationId xmlns:a16="http://schemas.microsoft.com/office/drawing/2014/main" id="{507A038A-29A8-FD38-8819-E51D692627DF}"/>
              </a:ext>
            </a:extLst>
          </p:cNvPr>
          <p:cNvSpPr/>
          <p:nvPr/>
        </p:nvSpPr>
        <p:spPr>
          <a:xfrm>
            <a:off x="312447" y="1443435"/>
            <a:ext cx="1945444" cy="1945443"/>
          </a:xfrm>
          <a:custGeom>
            <a:avLst/>
            <a:gdLst>
              <a:gd name="connsiteX0" fmla="*/ 3086591 w 3086591"/>
              <a:gd name="connsiteY0" fmla="*/ 1543295 h 3086590"/>
              <a:gd name="connsiteX1" fmla="*/ 1543296 w 3086591"/>
              <a:gd name="connsiteY1" fmla="*/ 3086591 h 3086590"/>
              <a:gd name="connsiteX2" fmla="*/ 0 w 3086591"/>
              <a:gd name="connsiteY2" fmla="*/ 1543295 h 3086590"/>
              <a:gd name="connsiteX3" fmla="*/ 1543296 w 3086591"/>
              <a:gd name="connsiteY3" fmla="*/ 0 h 3086590"/>
              <a:gd name="connsiteX4" fmla="*/ 3086591 w 3086591"/>
              <a:gd name="connsiteY4" fmla="*/ 1543295 h 3086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86591" h="3086590">
                <a:moveTo>
                  <a:pt x="3086591" y="1543295"/>
                </a:moveTo>
                <a:cubicBezTo>
                  <a:pt x="3086591" y="2395634"/>
                  <a:pt x="2395634" y="3086591"/>
                  <a:pt x="1543296" y="3086591"/>
                </a:cubicBezTo>
                <a:cubicBezTo>
                  <a:pt x="690957" y="3086591"/>
                  <a:pt x="0" y="2395634"/>
                  <a:pt x="0" y="1543295"/>
                </a:cubicBezTo>
                <a:cubicBezTo>
                  <a:pt x="0" y="690957"/>
                  <a:pt x="690957" y="0"/>
                  <a:pt x="1543296" y="0"/>
                </a:cubicBezTo>
                <a:cubicBezTo>
                  <a:pt x="2395634" y="0"/>
                  <a:pt x="3086591" y="690957"/>
                  <a:pt x="3086591" y="1543295"/>
                </a:cubicBezTo>
                <a:close/>
              </a:path>
            </a:pathLst>
          </a:custGeom>
          <a:gradFill>
            <a:gsLst>
              <a:gs pos="0">
                <a:srgbClr val="3AAAFF">
                  <a:alpha val="14000"/>
                </a:srgbClr>
              </a:gs>
              <a:gs pos="100000">
                <a:srgbClr val="044FA3">
                  <a:alpha val="14000"/>
                </a:srgbClr>
              </a:gs>
            </a:gsLst>
            <a:lin ang="5400000" scaled="1"/>
          </a:gradFill>
          <a:ln w="12700" cap="flat">
            <a:noFill/>
            <a:prstDash val="solid"/>
            <a:miter/>
          </a:ln>
        </p:spPr>
        <p:txBody>
          <a:bodyPr rtlCol="0" anchor="ctr"/>
          <a:lstStyle/>
          <a:p>
            <a:endParaRPr lang="en-US"/>
          </a:p>
        </p:txBody>
      </p:sp>
      <p:grpSp>
        <p:nvGrpSpPr>
          <p:cNvPr id="34" name="Group 33">
            <a:extLst>
              <a:ext uri="{FF2B5EF4-FFF2-40B4-BE49-F238E27FC236}">
                <a16:creationId xmlns:a16="http://schemas.microsoft.com/office/drawing/2014/main" id="{D72311A7-DFB9-4827-437C-4CE240CE44E6}"/>
              </a:ext>
            </a:extLst>
          </p:cNvPr>
          <p:cNvGrpSpPr/>
          <p:nvPr/>
        </p:nvGrpSpPr>
        <p:grpSpPr>
          <a:xfrm>
            <a:off x="460501" y="1591488"/>
            <a:ext cx="1649336" cy="1649337"/>
            <a:chOff x="773264" y="979665"/>
            <a:chExt cx="1649336" cy="1649337"/>
          </a:xfrm>
          <a:solidFill>
            <a:schemeClr val="bg1"/>
          </a:solidFill>
        </p:grpSpPr>
        <p:sp>
          <p:nvSpPr>
            <p:cNvPr id="35" name="Freeform: Shape 34">
              <a:extLst>
                <a:ext uri="{FF2B5EF4-FFF2-40B4-BE49-F238E27FC236}">
                  <a16:creationId xmlns:a16="http://schemas.microsoft.com/office/drawing/2014/main" id="{EACC785B-5B49-896C-D12B-06FAE6F98254}"/>
                </a:ext>
              </a:extLst>
            </p:cNvPr>
            <p:cNvSpPr/>
            <p:nvPr/>
          </p:nvSpPr>
          <p:spPr>
            <a:xfrm>
              <a:off x="1539176" y="979665"/>
              <a:ext cx="117506" cy="117506"/>
            </a:xfrm>
            <a:custGeom>
              <a:avLst/>
              <a:gdLst>
                <a:gd name="connsiteX0" fmla="*/ 155151 w 155151"/>
                <a:gd name="connsiteY0" fmla="*/ 77576 h 155151"/>
                <a:gd name="connsiteX1" fmla="*/ 77575 w 155151"/>
                <a:gd name="connsiteY1" fmla="*/ 155151 h 155151"/>
                <a:gd name="connsiteX2" fmla="*/ 0 w 155151"/>
                <a:gd name="connsiteY2" fmla="*/ 77576 h 155151"/>
                <a:gd name="connsiteX3" fmla="*/ 77575 w 155151"/>
                <a:gd name="connsiteY3" fmla="*/ 0 h 155151"/>
                <a:gd name="connsiteX4" fmla="*/ 155151 w 155151"/>
                <a:gd name="connsiteY4" fmla="*/ 77576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6"/>
                  </a:moveTo>
                  <a:cubicBezTo>
                    <a:pt x="155151" y="120419"/>
                    <a:pt x="120419" y="155151"/>
                    <a:pt x="77575" y="155151"/>
                  </a:cubicBezTo>
                  <a:cubicBezTo>
                    <a:pt x="34732" y="155151"/>
                    <a:pt x="0" y="120419"/>
                    <a:pt x="0" y="77576"/>
                  </a:cubicBezTo>
                  <a:cubicBezTo>
                    <a:pt x="0" y="34732"/>
                    <a:pt x="34732" y="0"/>
                    <a:pt x="77575" y="0"/>
                  </a:cubicBezTo>
                  <a:cubicBezTo>
                    <a:pt x="120419" y="0"/>
                    <a:pt x="155151" y="34732"/>
                    <a:pt x="155151" y="77576"/>
                  </a:cubicBezTo>
                  <a:close/>
                </a:path>
              </a:pathLst>
            </a:custGeom>
            <a:grpFill/>
            <a:ln w="1257"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CBED1C74-7A11-C347-285D-516C283CA069}"/>
                </a:ext>
              </a:extLst>
            </p:cNvPr>
            <p:cNvSpPr/>
            <p:nvPr/>
          </p:nvSpPr>
          <p:spPr>
            <a:xfrm>
              <a:off x="1297088" y="1018708"/>
              <a:ext cx="117506" cy="117506"/>
            </a:xfrm>
            <a:custGeom>
              <a:avLst/>
              <a:gdLst>
                <a:gd name="connsiteX0" fmla="*/ 155151 w 155151"/>
                <a:gd name="connsiteY0" fmla="*/ 77576 h 155151"/>
                <a:gd name="connsiteX1" fmla="*/ 77576 w 155151"/>
                <a:gd name="connsiteY1" fmla="*/ 155151 h 155151"/>
                <a:gd name="connsiteX2" fmla="*/ 0 w 155151"/>
                <a:gd name="connsiteY2" fmla="*/ 77576 h 155151"/>
                <a:gd name="connsiteX3" fmla="*/ 77576 w 155151"/>
                <a:gd name="connsiteY3" fmla="*/ 0 h 155151"/>
                <a:gd name="connsiteX4" fmla="*/ 155151 w 155151"/>
                <a:gd name="connsiteY4" fmla="*/ 77576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6"/>
                  </a:moveTo>
                  <a:cubicBezTo>
                    <a:pt x="155151" y="120419"/>
                    <a:pt x="120419" y="155151"/>
                    <a:pt x="77576" y="155151"/>
                  </a:cubicBezTo>
                  <a:cubicBezTo>
                    <a:pt x="34732" y="155151"/>
                    <a:pt x="0" y="120419"/>
                    <a:pt x="0" y="77576"/>
                  </a:cubicBezTo>
                  <a:cubicBezTo>
                    <a:pt x="0" y="34732"/>
                    <a:pt x="34732" y="0"/>
                    <a:pt x="77576" y="0"/>
                  </a:cubicBezTo>
                  <a:cubicBezTo>
                    <a:pt x="120419" y="0"/>
                    <a:pt x="155151" y="34732"/>
                    <a:pt x="155151" y="77576"/>
                  </a:cubicBezTo>
                  <a:close/>
                </a:path>
              </a:pathLst>
            </a:custGeom>
            <a:grpFill/>
            <a:ln w="1257"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554F0A43-F152-29D3-9048-D9F54A9DE2B8}"/>
                </a:ext>
              </a:extLst>
            </p:cNvPr>
            <p:cNvSpPr/>
            <p:nvPr/>
          </p:nvSpPr>
          <p:spPr>
            <a:xfrm>
              <a:off x="1086838" y="1127439"/>
              <a:ext cx="117506" cy="117506"/>
            </a:xfrm>
            <a:custGeom>
              <a:avLst/>
              <a:gdLst>
                <a:gd name="connsiteX0" fmla="*/ 155151 w 155151"/>
                <a:gd name="connsiteY0" fmla="*/ 77575 h 155151"/>
                <a:gd name="connsiteX1" fmla="*/ 77576 w 155151"/>
                <a:gd name="connsiteY1" fmla="*/ 155151 h 155151"/>
                <a:gd name="connsiteX2" fmla="*/ 0 w 155151"/>
                <a:gd name="connsiteY2" fmla="*/ 77575 h 155151"/>
                <a:gd name="connsiteX3" fmla="*/ 77576 w 155151"/>
                <a:gd name="connsiteY3" fmla="*/ 0 h 155151"/>
                <a:gd name="connsiteX4" fmla="*/ 155151 w 155151"/>
                <a:gd name="connsiteY4" fmla="*/ 77575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5"/>
                  </a:moveTo>
                  <a:cubicBezTo>
                    <a:pt x="155151" y="120419"/>
                    <a:pt x="120419" y="155151"/>
                    <a:pt x="77576" y="155151"/>
                  </a:cubicBezTo>
                  <a:cubicBezTo>
                    <a:pt x="34732" y="155151"/>
                    <a:pt x="0" y="120419"/>
                    <a:pt x="0" y="77575"/>
                  </a:cubicBezTo>
                  <a:cubicBezTo>
                    <a:pt x="0" y="34732"/>
                    <a:pt x="34732" y="0"/>
                    <a:pt x="77576" y="0"/>
                  </a:cubicBezTo>
                  <a:cubicBezTo>
                    <a:pt x="120419" y="0"/>
                    <a:pt x="155151" y="34732"/>
                    <a:pt x="155151" y="77575"/>
                  </a:cubicBezTo>
                  <a:close/>
                </a:path>
              </a:pathLst>
            </a:custGeom>
            <a:grpFill/>
            <a:ln w="1257"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5EDAB351-5B9A-AD76-3CAF-2459A076636F}"/>
                </a:ext>
              </a:extLst>
            </p:cNvPr>
            <p:cNvSpPr/>
            <p:nvPr/>
          </p:nvSpPr>
          <p:spPr>
            <a:xfrm>
              <a:off x="921038" y="1293239"/>
              <a:ext cx="117506" cy="117506"/>
            </a:xfrm>
            <a:custGeom>
              <a:avLst/>
              <a:gdLst>
                <a:gd name="connsiteX0" fmla="*/ 155151 w 155151"/>
                <a:gd name="connsiteY0" fmla="*/ 77575 h 155151"/>
                <a:gd name="connsiteX1" fmla="*/ 77576 w 155151"/>
                <a:gd name="connsiteY1" fmla="*/ 155151 h 155151"/>
                <a:gd name="connsiteX2" fmla="*/ 0 w 155151"/>
                <a:gd name="connsiteY2" fmla="*/ 77575 h 155151"/>
                <a:gd name="connsiteX3" fmla="*/ 77576 w 155151"/>
                <a:gd name="connsiteY3" fmla="*/ 0 h 155151"/>
                <a:gd name="connsiteX4" fmla="*/ 155151 w 155151"/>
                <a:gd name="connsiteY4" fmla="*/ 77575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5"/>
                  </a:moveTo>
                  <a:cubicBezTo>
                    <a:pt x="155151" y="120419"/>
                    <a:pt x="120419" y="155151"/>
                    <a:pt x="77576" y="155151"/>
                  </a:cubicBezTo>
                  <a:cubicBezTo>
                    <a:pt x="34732" y="155151"/>
                    <a:pt x="0" y="120419"/>
                    <a:pt x="0" y="77575"/>
                  </a:cubicBezTo>
                  <a:cubicBezTo>
                    <a:pt x="0" y="34732"/>
                    <a:pt x="34732" y="0"/>
                    <a:pt x="77576" y="0"/>
                  </a:cubicBezTo>
                  <a:cubicBezTo>
                    <a:pt x="120419" y="0"/>
                    <a:pt x="155151" y="34732"/>
                    <a:pt x="155151" y="77575"/>
                  </a:cubicBezTo>
                  <a:close/>
                </a:path>
              </a:pathLst>
            </a:custGeom>
            <a:grpFill/>
            <a:ln w="1257"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B204360E-2CCF-07D4-255E-EF49E97BCF12}"/>
                </a:ext>
              </a:extLst>
            </p:cNvPr>
            <p:cNvSpPr/>
            <p:nvPr/>
          </p:nvSpPr>
          <p:spPr>
            <a:xfrm>
              <a:off x="812307" y="1503490"/>
              <a:ext cx="117506" cy="117506"/>
            </a:xfrm>
            <a:custGeom>
              <a:avLst/>
              <a:gdLst>
                <a:gd name="connsiteX0" fmla="*/ 155151 w 155151"/>
                <a:gd name="connsiteY0" fmla="*/ 77575 h 155151"/>
                <a:gd name="connsiteX1" fmla="*/ 77576 w 155151"/>
                <a:gd name="connsiteY1" fmla="*/ 155151 h 155151"/>
                <a:gd name="connsiteX2" fmla="*/ 0 w 155151"/>
                <a:gd name="connsiteY2" fmla="*/ 77575 h 155151"/>
                <a:gd name="connsiteX3" fmla="*/ 77576 w 155151"/>
                <a:gd name="connsiteY3" fmla="*/ 0 h 155151"/>
                <a:gd name="connsiteX4" fmla="*/ 155151 w 155151"/>
                <a:gd name="connsiteY4" fmla="*/ 77575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5"/>
                  </a:moveTo>
                  <a:cubicBezTo>
                    <a:pt x="155151" y="120419"/>
                    <a:pt x="120419" y="155151"/>
                    <a:pt x="77576" y="155151"/>
                  </a:cubicBezTo>
                  <a:cubicBezTo>
                    <a:pt x="34732" y="155151"/>
                    <a:pt x="0" y="120419"/>
                    <a:pt x="0" y="77575"/>
                  </a:cubicBezTo>
                  <a:cubicBezTo>
                    <a:pt x="0" y="34732"/>
                    <a:pt x="34732" y="0"/>
                    <a:pt x="77576" y="0"/>
                  </a:cubicBezTo>
                  <a:cubicBezTo>
                    <a:pt x="120419" y="0"/>
                    <a:pt x="155151" y="34732"/>
                    <a:pt x="155151" y="77575"/>
                  </a:cubicBezTo>
                  <a:close/>
                </a:path>
              </a:pathLst>
            </a:custGeom>
            <a:grpFill/>
            <a:ln w="1257"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96A6AB9B-8C41-44B6-66A2-A93412AF63CB}"/>
                </a:ext>
              </a:extLst>
            </p:cNvPr>
            <p:cNvSpPr/>
            <p:nvPr/>
          </p:nvSpPr>
          <p:spPr>
            <a:xfrm>
              <a:off x="773264" y="1745584"/>
              <a:ext cx="117506" cy="117506"/>
            </a:xfrm>
            <a:custGeom>
              <a:avLst/>
              <a:gdLst>
                <a:gd name="connsiteX0" fmla="*/ 155151 w 155151"/>
                <a:gd name="connsiteY0" fmla="*/ 77576 h 155151"/>
                <a:gd name="connsiteX1" fmla="*/ 77576 w 155151"/>
                <a:gd name="connsiteY1" fmla="*/ 155151 h 155151"/>
                <a:gd name="connsiteX2" fmla="*/ 0 w 155151"/>
                <a:gd name="connsiteY2" fmla="*/ 77576 h 155151"/>
                <a:gd name="connsiteX3" fmla="*/ 77576 w 155151"/>
                <a:gd name="connsiteY3" fmla="*/ 0 h 155151"/>
                <a:gd name="connsiteX4" fmla="*/ 155151 w 155151"/>
                <a:gd name="connsiteY4" fmla="*/ 77576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6"/>
                  </a:moveTo>
                  <a:cubicBezTo>
                    <a:pt x="155151" y="120419"/>
                    <a:pt x="120419" y="155151"/>
                    <a:pt x="77576" y="155151"/>
                  </a:cubicBezTo>
                  <a:cubicBezTo>
                    <a:pt x="34732" y="155151"/>
                    <a:pt x="0" y="120420"/>
                    <a:pt x="0" y="77576"/>
                  </a:cubicBezTo>
                  <a:cubicBezTo>
                    <a:pt x="0" y="34732"/>
                    <a:pt x="34732" y="0"/>
                    <a:pt x="77576" y="0"/>
                  </a:cubicBezTo>
                  <a:cubicBezTo>
                    <a:pt x="120419" y="0"/>
                    <a:pt x="155151" y="34732"/>
                    <a:pt x="155151" y="77576"/>
                  </a:cubicBezTo>
                  <a:close/>
                </a:path>
              </a:pathLst>
            </a:custGeom>
            <a:grpFill/>
            <a:ln w="1257"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5E920C90-DE30-77DD-0AF0-64146BF3609F}"/>
                </a:ext>
              </a:extLst>
            </p:cNvPr>
            <p:cNvSpPr/>
            <p:nvPr/>
          </p:nvSpPr>
          <p:spPr>
            <a:xfrm>
              <a:off x="812307" y="1987672"/>
              <a:ext cx="117506" cy="117506"/>
            </a:xfrm>
            <a:custGeom>
              <a:avLst/>
              <a:gdLst>
                <a:gd name="connsiteX0" fmla="*/ 155151 w 155151"/>
                <a:gd name="connsiteY0" fmla="*/ 77575 h 155151"/>
                <a:gd name="connsiteX1" fmla="*/ 77576 w 155151"/>
                <a:gd name="connsiteY1" fmla="*/ 155151 h 155151"/>
                <a:gd name="connsiteX2" fmla="*/ 0 w 155151"/>
                <a:gd name="connsiteY2" fmla="*/ 77575 h 155151"/>
                <a:gd name="connsiteX3" fmla="*/ 77576 w 155151"/>
                <a:gd name="connsiteY3" fmla="*/ 0 h 155151"/>
                <a:gd name="connsiteX4" fmla="*/ 155151 w 155151"/>
                <a:gd name="connsiteY4" fmla="*/ 77575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5"/>
                  </a:moveTo>
                  <a:cubicBezTo>
                    <a:pt x="155151" y="120419"/>
                    <a:pt x="120419" y="155151"/>
                    <a:pt x="77576" y="155151"/>
                  </a:cubicBezTo>
                  <a:cubicBezTo>
                    <a:pt x="34732" y="155151"/>
                    <a:pt x="0" y="120420"/>
                    <a:pt x="0" y="77575"/>
                  </a:cubicBezTo>
                  <a:cubicBezTo>
                    <a:pt x="0" y="34732"/>
                    <a:pt x="34732" y="0"/>
                    <a:pt x="77576" y="0"/>
                  </a:cubicBezTo>
                  <a:cubicBezTo>
                    <a:pt x="120419" y="0"/>
                    <a:pt x="155151" y="34731"/>
                    <a:pt x="155151" y="77575"/>
                  </a:cubicBezTo>
                  <a:close/>
                </a:path>
              </a:pathLst>
            </a:custGeom>
            <a:grpFill/>
            <a:ln w="1257"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37ECBCD0-CA17-9613-08FB-2F76BE758518}"/>
                </a:ext>
              </a:extLst>
            </p:cNvPr>
            <p:cNvSpPr/>
            <p:nvPr/>
          </p:nvSpPr>
          <p:spPr>
            <a:xfrm>
              <a:off x="921038" y="2197922"/>
              <a:ext cx="117506" cy="117506"/>
            </a:xfrm>
            <a:custGeom>
              <a:avLst/>
              <a:gdLst>
                <a:gd name="connsiteX0" fmla="*/ 155151 w 155151"/>
                <a:gd name="connsiteY0" fmla="*/ 77575 h 155151"/>
                <a:gd name="connsiteX1" fmla="*/ 77576 w 155151"/>
                <a:gd name="connsiteY1" fmla="*/ 155151 h 155151"/>
                <a:gd name="connsiteX2" fmla="*/ 0 w 155151"/>
                <a:gd name="connsiteY2" fmla="*/ 77575 h 155151"/>
                <a:gd name="connsiteX3" fmla="*/ 77576 w 155151"/>
                <a:gd name="connsiteY3" fmla="*/ 0 h 155151"/>
                <a:gd name="connsiteX4" fmla="*/ 155151 w 155151"/>
                <a:gd name="connsiteY4" fmla="*/ 77575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5"/>
                  </a:moveTo>
                  <a:cubicBezTo>
                    <a:pt x="155151" y="120419"/>
                    <a:pt x="120419" y="155151"/>
                    <a:pt x="77576" y="155151"/>
                  </a:cubicBezTo>
                  <a:cubicBezTo>
                    <a:pt x="34732" y="155151"/>
                    <a:pt x="0" y="120420"/>
                    <a:pt x="0" y="77575"/>
                  </a:cubicBezTo>
                  <a:cubicBezTo>
                    <a:pt x="0" y="34732"/>
                    <a:pt x="34732" y="0"/>
                    <a:pt x="77576" y="0"/>
                  </a:cubicBezTo>
                  <a:cubicBezTo>
                    <a:pt x="120419" y="0"/>
                    <a:pt x="155151" y="34731"/>
                    <a:pt x="155151" y="77575"/>
                  </a:cubicBezTo>
                  <a:close/>
                </a:path>
              </a:pathLst>
            </a:custGeom>
            <a:grpFill/>
            <a:ln w="1257"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A4D36BA3-DCE3-40AA-5099-CB8DABFD9369}"/>
                </a:ext>
              </a:extLst>
            </p:cNvPr>
            <p:cNvSpPr/>
            <p:nvPr/>
          </p:nvSpPr>
          <p:spPr>
            <a:xfrm>
              <a:off x="1086838" y="2363722"/>
              <a:ext cx="117506" cy="117506"/>
            </a:xfrm>
            <a:custGeom>
              <a:avLst/>
              <a:gdLst>
                <a:gd name="connsiteX0" fmla="*/ 155151 w 155151"/>
                <a:gd name="connsiteY0" fmla="*/ 77575 h 155151"/>
                <a:gd name="connsiteX1" fmla="*/ 77576 w 155151"/>
                <a:gd name="connsiteY1" fmla="*/ 155151 h 155151"/>
                <a:gd name="connsiteX2" fmla="*/ 0 w 155151"/>
                <a:gd name="connsiteY2" fmla="*/ 77575 h 155151"/>
                <a:gd name="connsiteX3" fmla="*/ 77576 w 155151"/>
                <a:gd name="connsiteY3" fmla="*/ 0 h 155151"/>
                <a:gd name="connsiteX4" fmla="*/ 155151 w 155151"/>
                <a:gd name="connsiteY4" fmla="*/ 77575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5"/>
                  </a:moveTo>
                  <a:cubicBezTo>
                    <a:pt x="155151" y="120419"/>
                    <a:pt x="120419" y="155151"/>
                    <a:pt x="77576" y="155151"/>
                  </a:cubicBezTo>
                  <a:cubicBezTo>
                    <a:pt x="34732" y="155151"/>
                    <a:pt x="0" y="120420"/>
                    <a:pt x="0" y="77575"/>
                  </a:cubicBezTo>
                  <a:cubicBezTo>
                    <a:pt x="0" y="34732"/>
                    <a:pt x="34732" y="0"/>
                    <a:pt x="77576" y="0"/>
                  </a:cubicBezTo>
                  <a:cubicBezTo>
                    <a:pt x="120419" y="0"/>
                    <a:pt x="155151" y="34731"/>
                    <a:pt x="155151" y="77575"/>
                  </a:cubicBezTo>
                  <a:close/>
                </a:path>
              </a:pathLst>
            </a:custGeom>
            <a:grpFill/>
            <a:ln w="1257"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D08BBC94-CE14-CFC6-8219-F48E9065FA57}"/>
                </a:ext>
              </a:extLst>
            </p:cNvPr>
            <p:cNvSpPr/>
            <p:nvPr/>
          </p:nvSpPr>
          <p:spPr>
            <a:xfrm>
              <a:off x="1297088" y="2472453"/>
              <a:ext cx="117506" cy="117506"/>
            </a:xfrm>
            <a:custGeom>
              <a:avLst/>
              <a:gdLst>
                <a:gd name="connsiteX0" fmla="*/ 155151 w 155151"/>
                <a:gd name="connsiteY0" fmla="*/ 77576 h 155151"/>
                <a:gd name="connsiteX1" fmla="*/ 77576 w 155151"/>
                <a:gd name="connsiteY1" fmla="*/ 155151 h 155151"/>
                <a:gd name="connsiteX2" fmla="*/ 0 w 155151"/>
                <a:gd name="connsiteY2" fmla="*/ 77576 h 155151"/>
                <a:gd name="connsiteX3" fmla="*/ 77576 w 155151"/>
                <a:gd name="connsiteY3" fmla="*/ 0 h 155151"/>
                <a:gd name="connsiteX4" fmla="*/ 155151 w 155151"/>
                <a:gd name="connsiteY4" fmla="*/ 77576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6"/>
                  </a:moveTo>
                  <a:cubicBezTo>
                    <a:pt x="155151" y="120419"/>
                    <a:pt x="120419" y="155151"/>
                    <a:pt x="77576" y="155151"/>
                  </a:cubicBezTo>
                  <a:cubicBezTo>
                    <a:pt x="34732" y="155151"/>
                    <a:pt x="0" y="120420"/>
                    <a:pt x="0" y="77576"/>
                  </a:cubicBezTo>
                  <a:cubicBezTo>
                    <a:pt x="0" y="34732"/>
                    <a:pt x="34732" y="0"/>
                    <a:pt x="77576" y="0"/>
                  </a:cubicBezTo>
                  <a:cubicBezTo>
                    <a:pt x="120419" y="0"/>
                    <a:pt x="155151" y="34731"/>
                    <a:pt x="155151" y="77576"/>
                  </a:cubicBezTo>
                  <a:close/>
                </a:path>
              </a:pathLst>
            </a:custGeom>
            <a:grpFill/>
            <a:ln w="1257"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CC66E8C8-8CB3-502E-8F0A-9B9A72E4EA75}"/>
                </a:ext>
              </a:extLst>
            </p:cNvPr>
            <p:cNvSpPr/>
            <p:nvPr/>
          </p:nvSpPr>
          <p:spPr>
            <a:xfrm>
              <a:off x="1539176" y="2511496"/>
              <a:ext cx="117506" cy="117506"/>
            </a:xfrm>
            <a:custGeom>
              <a:avLst/>
              <a:gdLst>
                <a:gd name="connsiteX0" fmla="*/ 155151 w 155151"/>
                <a:gd name="connsiteY0" fmla="*/ 77575 h 155151"/>
                <a:gd name="connsiteX1" fmla="*/ 77575 w 155151"/>
                <a:gd name="connsiteY1" fmla="*/ 155151 h 155151"/>
                <a:gd name="connsiteX2" fmla="*/ 0 w 155151"/>
                <a:gd name="connsiteY2" fmla="*/ 77575 h 155151"/>
                <a:gd name="connsiteX3" fmla="*/ 77575 w 155151"/>
                <a:gd name="connsiteY3" fmla="*/ 0 h 155151"/>
                <a:gd name="connsiteX4" fmla="*/ 155151 w 155151"/>
                <a:gd name="connsiteY4" fmla="*/ 77575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5"/>
                  </a:moveTo>
                  <a:cubicBezTo>
                    <a:pt x="155151" y="120419"/>
                    <a:pt x="120419" y="155151"/>
                    <a:pt x="77575" y="155151"/>
                  </a:cubicBezTo>
                  <a:cubicBezTo>
                    <a:pt x="34732" y="155151"/>
                    <a:pt x="0" y="120419"/>
                    <a:pt x="0" y="77575"/>
                  </a:cubicBezTo>
                  <a:cubicBezTo>
                    <a:pt x="0" y="34732"/>
                    <a:pt x="34732" y="0"/>
                    <a:pt x="77575" y="0"/>
                  </a:cubicBezTo>
                  <a:cubicBezTo>
                    <a:pt x="120419" y="0"/>
                    <a:pt x="155151" y="34731"/>
                    <a:pt x="155151" y="77575"/>
                  </a:cubicBezTo>
                  <a:close/>
                </a:path>
              </a:pathLst>
            </a:custGeom>
            <a:grpFill/>
            <a:ln w="1257"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E261446C-DB63-63F0-AC7C-8F9352CE33E2}"/>
                </a:ext>
              </a:extLst>
            </p:cNvPr>
            <p:cNvSpPr/>
            <p:nvPr/>
          </p:nvSpPr>
          <p:spPr>
            <a:xfrm>
              <a:off x="1781270" y="2472453"/>
              <a:ext cx="117506" cy="117506"/>
            </a:xfrm>
            <a:custGeom>
              <a:avLst/>
              <a:gdLst>
                <a:gd name="connsiteX0" fmla="*/ 155151 w 155151"/>
                <a:gd name="connsiteY0" fmla="*/ 77576 h 155151"/>
                <a:gd name="connsiteX1" fmla="*/ 77575 w 155151"/>
                <a:gd name="connsiteY1" fmla="*/ 155151 h 155151"/>
                <a:gd name="connsiteX2" fmla="*/ 0 w 155151"/>
                <a:gd name="connsiteY2" fmla="*/ 77576 h 155151"/>
                <a:gd name="connsiteX3" fmla="*/ 77575 w 155151"/>
                <a:gd name="connsiteY3" fmla="*/ 0 h 155151"/>
                <a:gd name="connsiteX4" fmla="*/ 155151 w 155151"/>
                <a:gd name="connsiteY4" fmla="*/ 77576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6"/>
                  </a:moveTo>
                  <a:cubicBezTo>
                    <a:pt x="155151" y="120419"/>
                    <a:pt x="120419" y="155151"/>
                    <a:pt x="77575" y="155151"/>
                  </a:cubicBezTo>
                  <a:cubicBezTo>
                    <a:pt x="34732" y="155151"/>
                    <a:pt x="0" y="120420"/>
                    <a:pt x="0" y="77576"/>
                  </a:cubicBezTo>
                  <a:cubicBezTo>
                    <a:pt x="0" y="34732"/>
                    <a:pt x="34732" y="0"/>
                    <a:pt x="77575" y="0"/>
                  </a:cubicBezTo>
                  <a:cubicBezTo>
                    <a:pt x="120419" y="0"/>
                    <a:pt x="155151" y="34731"/>
                    <a:pt x="155151" y="77576"/>
                  </a:cubicBezTo>
                  <a:close/>
                </a:path>
              </a:pathLst>
            </a:custGeom>
            <a:grpFill/>
            <a:ln w="1257" cap="flat">
              <a:noFill/>
              <a:prstDash val="solid"/>
              <a:miter/>
            </a:ln>
          </p:spPr>
          <p:txBody>
            <a:bodyPr rtlCol="0" anchor="ctr"/>
            <a:lstStyle/>
            <a:p>
              <a:endParaRPr lang="en-US"/>
            </a:p>
          </p:txBody>
        </p:sp>
        <p:sp>
          <p:nvSpPr>
            <p:cNvPr id="51" name="Freeform: Shape 50">
              <a:extLst>
                <a:ext uri="{FF2B5EF4-FFF2-40B4-BE49-F238E27FC236}">
                  <a16:creationId xmlns:a16="http://schemas.microsoft.com/office/drawing/2014/main" id="{636689EE-8BB8-6393-90F6-990C6ECE9D61}"/>
                </a:ext>
              </a:extLst>
            </p:cNvPr>
            <p:cNvSpPr/>
            <p:nvPr/>
          </p:nvSpPr>
          <p:spPr>
            <a:xfrm>
              <a:off x="1991521" y="2363722"/>
              <a:ext cx="117506" cy="117506"/>
            </a:xfrm>
            <a:custGeom>
              <a:avLst/>
              <a:gdLst>
                <a:gd name="connsiteX0" fmla="*/ 155151 w 155151"/>
                <a:gd name="connsiteY0" fmla="*/ 77575 h 155151"/>
                <a:gd name="connsiteX1" fmla="*/ 77575 w 155151"/>
                <a:gd name="connsiteY1" fmla="*/ 155151 h 155151"/>
                <a:gd name="connsiteX2" fmla="*/ 0 w 155151"/>
                <a:gd name="connsiteY2" fmla="*/ 77575 h 155151"/>
                <a:gd name="connsiteX3" fmla="*/ 77575 w 155151"/>
                <a:gd name="connsiteY3" fmla="*/ 0 h 155151"/>
                <a:gd name="connsiteX4" fmla="*/ 155151 w 155151"/>
                <a:gd name="connsiteY4" fmla="*/ 77575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5"/>
                  </a:moveTo>
                  <a:cubicBezTo>
                    <a:pt x="155151" y="120419"/>
                    <a:pt x="120419" y="155151"/>
                    <a:pt x="77575" y="155151"/>
                  </a:cubicBezTo>
                  <a:cubicBezTo>
                    <a:pt x="34732" y="155151"/>
                    <a:pt x="0" y="120420"/>
                    <a:pt x="0" y="77575"/>
                  </a:cubicBezTo>
                  <a:cubicBezTo>
                    <a:pt x="0" y="34732"/>
                    <a:pt x="34732" y="0"/>
                    <a:pt x="77575" y="0"/>
                  </a:cubicBezTo>
                  <a:cubicBezTo>
                    <a:pt x="120419" y="0"/>
                    <a:pt x="155151" y="34731"/>
                    <a:pt x="155151" y="77575"/>
                  </a:cubicBezTo>
                  <a:close/>
                </a:path>
              </a:pathLst>
            </a:custGeom>
            <a:grpFill/>
            <a:ln w="1257" cap="flat">
              <a:noFill/>
              <a:prstDash val="solid"/>
              <a:miter/>
            </a:ln>
          </p:spPr>
          <p:txBody>
            <a:bodyPr rtlCol="0" anchor="ctr"/>
            <a:lstStyle/>
            <a:p>
              <a:endParaRPr lang="en-US"/>
            </a:p>
          </p:txBody>
        </p:sp>
        <p:sp>
          <p:nvSpPr>
            <p:cNvPr id="53" name="Freeform: Shape 52">
              <a:extLst>
                <a:ext uri="{FF2B5EF4-FFF2-40B4-BE49-F238E27FC236}">
                  <a16:creationId xmlns:a16="http://schemas.microsoft.com/office/drawing/2014/main" id="{E2DC13F2-1728-DC64-FBB3-4664066E7D1D}"/>
                </a:ext>
              </a:extLst>
            </p:cNvPr>
            <p:cNvSpPr/>
            <p:nvPr/>
          </p:nvSpPr>
          <p:spPr>
            <a:xfrm>
              <a:off x="2157320" y="2197922"/>
              <a:ext cx="117506" cy="117506"/>
            </a:xfrm>
            <a:custGeom>
              <a:avLst/>
              <a:gdLst>
                <a:gd name="connsiteX0" fmla="*/ 155151 w 155151"/>
                <a:gd name="connsiteY0" fmla="*/ 77575 h 155151"/>
                <a:gd name="connsiteX1" fmla="*/ 77576 w 155151"/>
                <a:gd name="connsiteY1" fmla="*/ 155151 h 155151"/>
                <a:gd name="connsiteX2" fmla="*/ 0 w 155151"/>
                <a:gd name="connsiteY2" fmla="*/ 77575 h 155151"/>
                <a:gd name="connsiteX3" fmla="*/ 77576 w 155151"/>
                <a:gd name="connsiteY3" fmla="*/ 0 h 155151"/>
                <a:gd name="connsiteX4" fmla="*/ 155151 w 155151"/>
                <a:gd name="connsiteY4" fmla="*/ 77575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5"/>
                  </a:moveTo>
                  <a:cubicBezTo>
                    <a:pt x="155151" y="120419"/>
                    <a:pt x="120419" y="155151"/>
                    <a:pt x="77576" y="155151"/>
                  </a:cubicBezTo>
                  <a:cubicBezTo>
                    <a:pt x="34732" y="155151"/>
                    <a:pt x="0" y="120420"/>
                    <a:pt x="0" y="77575"/>
                  </a:cubicBezTo>
                  <a:cubicBezTo>
                    <a:pt x="0" y="34732"/>
                    <a:pt x="34732" y="0"/>
                    <a:pt x="77576" y="0"/>
                  </a:cubicBezTo>
                  <a:cubicBezTo>
                    <a:pt x="120420" y="0"/>
                    <a:pt x="155151" y="34731"/>
                    <a:pt x="155151" y="77575"/>
                  </a:cubicBezTo>
                  <a:close/>
                </a:path>
              </a:pathLst>
            </a:custGeom>
            <a:grpFill/>
            <a:ln w="1257"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F3502710-5093-5704-C96C-F246D358BB87}"/>
                </a:ext>
              </a:extLst>
            </p:cNvPr>
            <p:cNvSpPr/>
            <p:nvPr/>
          </p:nvSpPr>
          <p:spPr>
            <a:xfrm>
              <a:off x="2266045" y="1987672"/>
              <a:ext cx="117506" cy="117506"/>
            </a:xfrm>
            <a:custGeom>
              <a:avLst/>
              <a:gdLst>
                <a:gd name="connsiteX0" fmla="*/ 155151 w 155151"/>
                <a:gd name="connsiteY0" fmla="*/ 77575 h 155151"/>
                <a:gd name="connsiteX1" fmla="*/ 77576 w 155151"/>
                <a:gd name="connsiteY1" fmla="*/ 155151 h 155151"/>
                <a:gd name="connsiteX2" fmla="*/ 0 w 155151"/>
                <a:gd name="connsiteY2" fmla="*/ 77575 h 155151"/>
                <a:gd name="connsiteX3" fmla="*/ 77576 w 155151"/>
                <a:gd name="connsiteY3" fmla="*/ 0 h 155151"/>
                <a:gd name="connsiteX4" fmla="*/ 155151 w 155151"/>
                <a:gd name="connsiteY4" fmla="*/ 77575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5"/>
                  </a:moveTo>
                  <a:cubicBezTo>
                    <a:pt x="155151" y="120419"/>
                    <a:pt x="120419" y="155151"/>
                    <a:pt x="77576" y="155151"/>
                  </a:cubicBezTo>
                  <a:cubicBezTo>
                    <a:pt x="34732" y="155151"/>
                    <a:pt x="0" y="120420"/>
                    <a:pt x="0" y="77575"/>
                  </a:cubicBezTo>
                  <a:cubicBezTo>
                    <a:pt x="0" y="34732"/>
                    <a:pt x="34732" y="0"/>
                    <a:pt x="77576" y="0"/>
                  </a:cubicBezTo>
                  <a:cubicBezTo>
                    <a:pt x="120420" y="0"/>
                    <a:pt x="155151" y="34731"/>
                    <a:pt x="155151" y="77575"/>
                  </a:cubicBezTo>
                  <a:close/>
                </a:path>
              </a:pathLst>
            </a:custGeom>
            <a:grpFill/>
            <a:ln w="1257" cap="flat">
              <a:noFill/>
              <a:prstDash val="solid"/>
              <a:miter/>
            </a:ln>
          </p:spPr>
          <p:txBody>
            <a:bodyPr rtlCol="0" anchor="ctr"/>
            <a:lstStyle/>
            <a:p>
              <a:endParaRPr lang="en-US"/>
            </a:p>
          </p:txBody>
        </p:sp>
        <p:sp>
          <p:nvSpPr>
            <p:cNvPr id="58" name="Freeform: Shape 57">
              <a:extLst>
                <a:ext uri="{FF2B5EF4-FFF2-40B4-BE49-F238E27FC236}">
                  <a16:creationId xmlns:a16="http://schemas.microsoft.com/office/drawing/2014/main" id="{05590557-83CA-98DB-B444-F6C36EBFB839}"/>
                </a:ext>
              </a:extLst>
            </p:cNvPr>
            <p:cNvSpPr/>
            <p:nvPr/>
          </p:nvSpPr>
          <p:spPr>
            <a:xfrm>
              <a:off x="2305094" y="1745584"/>
              <a:ext cx="117506" cy="117506"/>
            </a:xfrm>
            <a:custGeom>
              <a:avLst/>
              <a:gdLst>
                <a:gd name="connsiteX0" fmla="*/ 155151 w 155151"/>
                <a:gd name="connsiteY0" fmla="*/ 77576 h 155151"/>
                <a:gd name="connsiteX1" fmla="*/ 77576 w 155151"/>
                <a:gd name="connsiteY1" fmla="*/ 155151 h 155151"/>
                <a:gd name="connsiteX2" fmla="*/ 0 w 155151"/>
                <a:gd name="connsiteY2" fmla="*/ 77576 h 155151"/>
                <a:gd name="connsiteX3" fmla="*/ 77576 w 155151"/>
                <a:gd name="connsiteY3" fmla="*/ 0 h 155151"/>
                <a:gd name="connsiteX4" fmla="*/ 155151 w 155151"/>
                <a:gd name="connsiteY4" fmla="*/ 77576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6"/>
                  </a:moveTo>
                  <a:cubicBezTo>
                    <a:pt x="155151" y="120419"/>
                    <a:pt x="120419" y="155151"/>
                    <a:pt x="77576" y="155151"/>
                  </a:cubicBezTo>
                  <a:cubicBezTo>
                    <a:pt x="34732" y="155151"/>
                    <a:pt x="0" y="120420"/>
                    <a:pt x="0" y="77576"/>
                  </a:cubicBezTo>
                  <a:cubicBezTo>
                    <a:pt x="0" y="34732"/>
                    <a:pt x="34732" y="0"/>
                    <a:pt x="77576" y="0"/>
                  </a:cubicBezTo>
                  <a:cubicBezTo>
                    <a:pt x="120419" y="0"/>
                    <a:pt x="155151" y="34732"/>
                    <a:pt x="155151" y="77576"/>
                  </a:cubicBezTo>
                  <a:close/>
                </a:path>
              </a:pathLst>
            </a:custGeom>
            <a:grpFill/>
            <a:ln w="1257" cap="flat">
              <a:noFill/>
              <a:prstDash val="solid"/>
              <a:miter/>
            </a:ln>
          </p:spPr>
          <p:txBody>
            <a:bodyPr rtlCol="0" anchor="ctr"/>
            <a:lstStyle/>
            <a:p>
              <a:endParaRPr lang="en-US"/>
            </a:p>
          </p:txBody>
        </p:sp>
        <p:sp>
          <p:nvSpPr>
            <p:cNvPr id="59" name="Freeform: Shape 58">
              <a:extLst>
                <a:ext uri="{FF2B5EF4-FFF2-40B4-BE49-F238E27FC236}">
                  <a16:creationId xmlns:a16="http://schemas.microsoft.com/office/drawing/2014/main" id="{C8528442-7950-BEDC-E7B6-BB4B6DAC6141}"/>
                </a:ext>
              </a:extLst>
            </p:cNvPr>
            <p:cNvSpPr/>
            <p:nvPr/>
          </p:nvSpPr>
          <p:spPr>
            <a:xfrm>
              <a:off x="2266045" y="1503490"/>
              <a:ext cx="117506" cy="117506"/>
            </a:xfrm>
            <a:custGeom>
              <a:avLst/>
              <a:gdLst>
                <a:gd name="connsiteX0" fmla="*/ 155151 w 155151"/>
                <a:gd name="connsiteY0" fmla="*/ 77575 h 155151"/>
                <a:gd name="connsiteX1" fmla="*/ 77576 w 155151"/>
                <a:gd name="connsiteY1" fmla="*/ 155151 h 155151"/>
                <a:gd name="connsiteX2" fmla="*/ 0 w 155151"/>
                <a:gd name="connsiteY2" fmla="*/ 77575 h 155151"/>
                <a:gd name="connsiteX3" fmla="*/ 77576 w 155151"/>
                <a:gd name="connsiteY3" fmla="*/ 0 h 155151"/>
                <a:gd name="connsiteX4" fmla="*/ 155151 w 155151"/>
                <a:gd name="connsiteY4" fmla="*/ 77575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5"/>
                  </a:moveTo>
                  <a:cubicBezTo>
                    <a:pt x="155151" y="120419"/>
                    <a:pt x="120419" y="155151"/>
                    <a:pt x="77576" y="155151"/>
                  </a:cubicBezTo>
                  <a:cubicBezTo>
                    <a:pt x="34732" y="155151"/>
                    <a:pt x="0" y="120419"/>
                    <a:pt x="0" y="77575"/>
                  </a:cubicBezTo>
                  <a:cubicBezTo>
                    <a:pt x="0" y="34732"/>
                    <a:pt x="34732" y="0"/>
                    <a:pt x="77576" y="0"/>
                  </a:cubicBezTo>
                  <a:cubicBezTo>
                    <a:pt x="120420" y="0"/>
                    <a:pt x="155151" y="34732"/>
                    <a:pt x="155151" y="77575"/>
                  </a:cubicBezTo>
                  <a:close/>
                </a:path>
              </a:pathLst>
            </a:custGeom>
            <a:grpFill/>
            <a:ln w="1257" cap="flat">
              <a:noFill/>
              <a:prstDash val="solid"/>
              <a:miter/>
            </a:ln>
          </p:spPr>
          <p:txBody>
            <a:bodyPr rtlCol="0" anchor="ctr"/>
            <a:lstStyle/>
            <a:p>
              <a:endParaRPr lang="en-US"/>
            </a:p>
          </p:txBody>
        </p:sp>
        <p:sp>
          <p:nvSpPr>
            <p:cNvPr id="60" name="Freeform: Shape 59">
              <a:extLst>
                <a:ext uri="{FF2B5EF4-FFF2-40B4-BE49-F238E27FC236}">
                  <a16:creationId xmlns:a16="http://schemas.microsoft.com/office/drawing/2014/main" id="{D4C713C4-F0CD-C49F-7876-BBD4BC11345F}"/>
                </a:ext>
              </a:extLst>
            </p:cNvPr>
            <p:cNvSpPr/>
            <p:nvPr/>
          </p:nvSpPr>
          <p:spPr>
            <a:xfrm>
              <a:off x="2157320" y="1293239"/>
              <a:ext cx="117506" cy="117506"/>
            </a:xfrm>
            <a:custGeom>
              <a:avLst/>
              <a:gdLst>
                <a:gd name="connsiteX0" fmla="*/ 155151 w 155151"/>
                <a:gd name="connsiteY0" fmla="*/ 77575 h 155151"/>
                <a:gd name="connsiteX1" fmla="*/ 77576 w 155151"/>
                <a:gd name="connsiteY1" fmla="*/ 155151 h 155151"/>
                <a:gd name="connsiteX2" fmla="*/ 0 w 155151"/>
                <a:gd name="connsiteY2" fmla="*/ 77575 h 155151"/>
                <a:gd name="connsiteX3" fmla="*/ 77576 w 155151"/>
                <a:gd name="connsiteY3" fmla="*/ 0 h 155151"/>
                <a:gd name="connsiteX4" fmla="*/ 155151 w 155151"/>
                <a:gd name="connsiteY4" fmla="*/ 77575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5"/>
                  </a:moveTo>
                  <a:cubicBezTo>
                    <a:pt x="155151" y="120419"/>
                    <a:pt x="120419" y="155151"/>
                    <a:pt x="77576" y="155151"/>
                  </a:cubicBezTo>
                  <a:cubicBezTo>
                    <a:pt x="34732" y="155151"/>
                    <a:pt x="0" y="120419"/>
                    <a:pt x="0" y="77575"/>
                  </a:cubicBezTo>
                  <a:cubicBezTo>
                    <a:pt x="0" y="34732"/>
                    <a:pt x="34732" y="0"/>
                    <a:pt x="77576" y="0"/>
                  </a:cubicBezTo>
                  <a:cubicBezTo>
                    <a:pt x="120420" y="0"/>
                    <a:pt x="155151" y="34732"/>
                    <a:pt x="155151" y="77575"/>
                  </a:cubicBezTo>
                  <a:close/>
                </a:path>
              </a:pathLst>
            </a:custGeom>
            <a:grpFill/>
            <a:ln w="1257"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BE0D50EA-C222-A5E6-E5AE-263B0DB712DC}"/>
                </a:ext>
              </a:extLst>
            </p:cNvPr>
            <p:cNvSpPr/>
            <p:nvPr/>
          </p:nvSpPr>
          <p:spPr>
            <a:xfrm>
              <a:off x="1991521" y="1127439"/>
              <a:ext cx="117506" cy="117506"/>
            </a:xfrm>
            <a:custGeom>
              <a:avLst/>
              <a:gdLst>
                <a:gd name="connsiteX0" fmla="*/ 155151 w 155151"/>
                <a:gd name="connsiteY0" fmla="*/ 77575 h 155151"/>
                <a:gd name="connsiteX1" fmla="*/ 77575 w 155151"/>
                <a:gd name="connsiteY1" fmla="*/ 155151 h 155151"/>
                <a:gd name="connsiteX2" fmla="*/ 0 w 155151"/>
                <a:gd name="connsiteY2" fmla="*/ 77575 h 155151"/>
                <a:gd name="connsiteX3" fmla="*/ 77575 w 155151"/>
                <a:gd name="connsiteY3" fmla="*/ 0 h 155151"/>
                <a:gd name="connsiteX4" fmla="*/ 155151 w 155151"/>
                <a:gd name="connsiteY4" fmla="*/ 77575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5"/>
                  </a:moveTo>
                  <a:cubicBezTo>
                    <a:pt x="155151" y="120419"/>
                    <a:pt x="120419" y="155151"/>
                    <a:pt x="77575" y="155151"/>
                  </a:cubicBezTo>
                  <a:cubicBezTo>
                    <a:pt x="34732" y="155151"/>
                    <a:pt x="0" y="120419"/>
                    <a:pt x="0" y="77575"/>
                  </a:cubicBezTo>
                  <a:cubicBezTo>
                    <a:pt x="0" y="34732"/>
                    <a:pt x="34732" y="0"/>
                    <a:pt x="77575" y="0"/>
                  </a:cubicBezTo>
                  <a:cubicBezTo>
                    <a:pt x="120419" y="0"/>
                    <a:pt x="155151" y="34732"/>
                    <a:pt x="155151" y="77575"/>
                  </a:cubicBezTo>
                  <a:close/>
                </a:path>
              </a:pathLst>
            </a:custGeom>
            <a:grpFill/>
            <a:ln w="1257" cap="flat">
              <a:noFill/>
              <a:prstDash val="solid"/>
              <a:miter/>
            </a:ln>
          </p:spPr>
          <p:txBody>
            <a:bodyPr rtlCol="0" anchor="ctr"/>
            <a:lstStyle/>
            <a:p>
              <a:endParaRPr lang="en-US"/>
            </a:p>
          </p:txBody>
        </p:sp>
        <p:sp>
          <p:nvSpPr>
            <p:cNvPr id="62" name="Freeform: Shape 61">
              <a:extLst>
                <a:ext uri="{FF2B5EF4-FFF2-40B4-BE49-F238E27FC236}">
                  <a16:creationId xmlns:a16="http://schemas.microsoft.com/office/drawing/2014/main" id="{4C650A3F-A1CF-0D0A-4C1D-4CC2AFB4736D}"/>
                </a:ext>
              </a:extLst>
            </p:cNvPr>
            <p:cNvSpPr/>
            <p:nvPr/>
          </p:nvSpPr>
          <p:spPr>
            <a:xfrm>
              <a:off x="1781270" y="1018708"/>
              <a:ext cx="117506" cy="117506"/>
            </a:xfrm>
            <a:custGeom>
              <a:avLst/>
              <a:gdLst>
                <a:gd name="connsiteX0" fmla="*/ 155151 w 155151"/>
                <a:gd name="connsiteY0" fmla="*/ 77576 h 155151"/>
                <a:gd name="connsiteX1" fmla="*/ 77575 w 155151"/>
                <a:gd name="connsiteY1" fmla="*/ 155151 h 155151"/>
                <a:gd name="connsiteX2" fmla="*/ 0 w 155151"/>
                <a:gd name="connsiteY2" fmla="*/ 77576 h 155151"/>
                <a:gd name="connsiteX3" fmla="*/ 77575 w 155151"/>
                <a:gd name="connsiteY3" fmla="*/ 0 h 155151"/>
                <a:gd name="connsiteX4" fmla="*/ 155151 w 155151"/>
                <a:gd name="connsiteY4" fmla="*/ 77576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6"/>
                  </a:moveTo>
                  <a:cubicBezTo>
                    <a:pt x="155151" y="120419"/>
                    <a:pt x="120419" y="155151"/>
                    <a:pt x="77575" y="155151"/>
                  </a:cubicBezTo>
                  <a:cubicBezTo>
                    <a:pt x="34732" y="155151"/>
                    <a:pt x="0" y="120419"/>
                    <a:pt x="0" y="77576"/>
                  </a:cubicBezTo>
                  <a:cubicBezTo>
                    <a:pt x="0" y="34732"/>
                    <a:pt x="34732" y="0"/>
                    <a:pt x="77575" y="0"/>
                  </a:cubicBezTo>
                  <a:cubicBezTo>
                    <a:pt x="120419" y="0"/>
                    <a:pt x="155151" y="34732"/>
                    <a:pt x="155151" y="77576"/>
                  </a:cubicBezTo>
                  <a:close/>
                </a:path>
              </a:pathLst>
            </a:custGeom>
            <a:grpFill/>
            <a:ln w="1257" cap="flat">
              <a:noFill/>
              <a:prstDash val="solid"/>
              <a:miter/>
            </a:ln>
          </p:spPr>
          <p:txBody>
            <a:bodyPr rtlCol="0" anchor="ctr"/>
            <a:lstStyle/>
            <a:p>
              <a:endParaRPr lang="en-US"/>
            </a:p>
          </p:txBody>
        </p:sp>
      </p:grpSp>
      <p:sp>
        <p:nvSpPr>
          <p:cNvPr id="63" name="Arc 62">
            <a:extLst>
              <a:ext uri="{FF2B5EF4-FFF2-40B4-BE49-F238E27FC236}">
                <a16:creationId xmlns:a16="http://schemas.microsoft.com/office/drawing/2014/main" id="{2E242EAE-38A1-5B34-ABC8-1CB9C5EA2CF1}"/>
              </a:ext>
            </a:extLst>
          </p:cNvPr>
          <p:cNvSpPr/>
          <p:nvPr/>
        </p:nvSpPr>
        <p:spPr>
          <a:xfrm>
            <a:off x="519251" y="1650238"/>
            <a:ext cx="1531837" cy="1531837"/>
          </a:xfrm>
          <a:prstGeom prst="arc">
            <a:avLst>
              <a:gd name="adj1" fmla="val 16200000"/>
              <a:gd name="adj2" fmla="val 11906263"/>
            </a:avLst>
          </a:prstGeom>
          <a:noFill/>
          <a:ln w="139700" cap="rnd">
            <a:solidFill>
              <a:srgbClr val="C00000"/>
            </a:solidFill>
            <a:prstDash val="solid"/>
            <a:miter/>
          </a:ln>
        </p:spPr>
        <p:txBody>
          <a:bodyPr rtlCol="0" anchor="ctr"/>
          <a:lstStyle/>
          <a:p>
            <a:endParaRPr lang="en-US">
              <a:ln>
                <a:solidFill>
                  <a:schemeClr val="accent3">
                    <a:lumMod val="10000"/>
                    <a:lumOff val="90000"/>
                  </a:schemeClr>
                </a:solidFill>
              </a:ln>
            </a:endParaRPr>
          </a:p>
        </p:txBody>
      </p:sp>
      <p:sp>
        <p:nvSpPr>
          <p:cNvPr id="64" name="Freeform: Shape 63">
            <a:extLst>
              <a:ext uri="{FF2B5EF4-FFF2-40B4-BE49-F238E27FC236}">
                <a16:creationId xmlns:a16="http://schemas.microsoft.com/office/drawing/2014/main" id="{705B7D93-015B-6CD0-D172-09DD4DC7B2DE}"/>
              </a:ext>
            </a:extLst>
          </p:cNvPr>
          <p:cNvSpPr/>
          <p:nvPr/>
        </p:nvSpPr>
        <p:spPr>
          <a:xfrm>
            <a:off x="745481" y="1876471"/>
            <a:ext cx="1079376" cy="1079372"/>
          </a:xfrm>
          <a:custGeom>
            <a:avLst/>
            <a:gdLst>
              <a:gd name="connsiteX0" fmla="*/ 3086591 w 3086591"/>
              <a:gd name="connsiteY0" fmla="*/ 1543295 h 3086590"/>
              <a:gd name="connsiteX1" fmla="*/ 1543296 w 3086591"/>
              <a:gd name="connsiteY1" fmla="*/ 3086591 h 3086590"/>
              <a:gd name="connsiteX2" fmla="*/ 0 w 3086591"/>
              <a:gd name="connsiteY2" fmla="*/ 1543295 h 3086590"/>
              <a:gd name="connsiteX3" fmla="*/ 1543296 w 3086591"/>
              <a:gd name="connsiteY3" fmla="*/ 0 h 3086590"/>
              <a:gd name="connsiteX4" fmla="*/ 3086591 w 3086591"/>
              <a:gd name="connsiteY4" fmla="*/ 1543295 h 3086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86591" h="3086590">
                <a:moveTo>
                  <a:pt x="3086591" y="1543295"/>
                </a:moveTo>
                <a:cubicBezTo>
                  <a:pt x="3086591" y="2395634"/>
                  <a:pt x="2395634" y="3086591"/>
                  <a:pt x="1543296" y="3086591"/>
                </a:cubicBezTo>
                <a:cubicBezTo>
                  <a:pt x="690957" y="3086591"/>
                  <a:pt x="0" y="2395634"/>
                  <a:pt x="0" y="1543295"/>
                </a:cubicBezTo>
                <a:cubicBezTo>
                  <a:pt x="0" y="690957"/>
                  <a:pt x="690957" y="0"/>
                  <a:pt x="1543296" y="0"/>
                </a:cubicBezTo>
                <a:cubicBezTo>
                  <a:pt x="2395634" y="0"/>
                  <a:pt x="3086591" y="690957"/>
                  <a:pt x="3086591" y="1543295"/>
                </a:cubicBezTo>
                <a:close/>
              </a:path>
            </a:pathLst>
          </a:custGeom>
          <a:solidFill>
            <a:schemeClr val="bg1"/>
          </a:solidFill>
          <a:ln w="12700" cap="flat">
            <a:noFill/>
            <a:prstDash val="solid"/>
            <a:miter/>
          </a:ln>
        </p:spPr>
        <p:txBody>
          <a:bodyPr rtlCol="0" anchor="ctr"/>
          <a:lstStyle/>
          <a:p>
            <a:endParaRPr lang="en-US"/>
          </a:p>
        </p:txBody>
      </p:sp>
      <p:sp>
        <p:nvSpPr>
          <p:cNvPr id="66" name="TextBox 65">
            <a:extLst>
              <a:ext uri="{FF2B5EF4-FFF2-40B4-BE49-F238E27FC236}">
                <a16:creationId xmlns:a16="http://schemas.microsoft.com/office/drawing/2014/main" id="{EFFC3CA7-0099-53F4-EDF1-0ACE4F2C8834}"/>
              </a:ext>
            </a:extLst>
          </p:cNvPr>
          <p:cNvSpPr txBox="1"/>
          <p:nvPr/>
        </p:nvSpPr>
        <p:spPr>
          <a:xfrm>
            <a:off x="908302" y="2041447"/>
            <a:ext cx="753732" cy="400110"/>
          </a:xfrm>
          <a:prstGeom prst="rect">
            <a:avLst/>
          </a:prstGeom>
          <a:noFill/>
        </p:spPr>
        <p:txBody>
          <a:bodyPr wrap="none" rtlCol="0">
            <a:spAutoFit/>
          </a:bodyPr>
          <a:lstStyle/>
          <a:p>
            <a:pPr algn="ctr"/>
            <a:r>
              <a:rPr lang="en-US" sz="2000" b="1">
                <a:gradFill>
                  <a:gsLst>
                    <a:gs pos="0">
                      <a:srgbClr val="288CE1"/>
                    </a:gs>
                    <a:gs pos="100000">
                      <a:srgbClr val="044FA3"/>
                    </a:gs>
                  </a:gsLst>
                  <a:lin ang="5400000" scaled="1"/>
                </a:gradFill>
                <a:latin typeface="Montserrat" panose="00000500000000000000" pitchFamily="2" charset="0"/>
              </a:rPr>
              <a:t>80%</a:t>
            </a:r>
          </a:p>
        </p:txBody>
      </p:sp>
      <p:sp>
        <p:nvSpPr>
          <p:cNvPr id="67" name="TextBox 66">
            <a:extLst>
              <a:ext uri="{FF2B5EF4-FFF2-40B4-BE49-F238E27FC236}">
                <a16:creationId xmlns:a16="http://schemas.microsoft.com/office/drawing/2014/main" id="{69AD30D6-509F-6931-6C65-D9915D9F09B7}"/>
              </a:ext>
            </a:extLst>
          </p:cNvPr>
          <p:cNvSpPr txBox="1"/>
          <p:nvPr/>
        </p:nvSpPr>
        <p:spPr>
          <a:xfrm>
            <a:off x="840236" y="2401447"/>
            <a:ext cx="912429" cy="461665"/>
          </a:xfrm>
          <a:prstGeom prst="rect">
            <a:avLst/>
          </a:prstGeom>
          <a:noFill/>
        </p:spPr>
        <p:txBody>
          <a:bodyPr wrap="none" rtlCol="0">
            <a:spAutoFit/>
          </a:bodyPr>
          <a:lstStyle/>
          <a:p>
            <a:pPr algn="ctr"/>
            <a:r>
              <a:rPr lang="en-US" sz="1200" b="1">
                <a:solidFill>
                  <a:schemeClr val="accent4"/>
                </a:solidFill>
              </a:rPr>
              <a:t>927</a:t>
            </a:r>
            <a:r>
              <a:rPr lang="en-US" sz="1200" b="1"/>
              <a:t> + </a:t>
            </a:r>
            <a:r>
              <a:rPr lang="en-US" sz="1200" b="1">
                <a:solidFill>
                  <a:srgbClr val="EA0000"/>
                </a:solidFill>
              </a:rPr>
              <a:t>993</a:t>
            </a:r>
            <a:r>
              <a:rPr lang="en-US" sz="1200" b="1"/>
              <a:t> </a:t>
            </a:r>
          </a:p>
          <a:p>
            <a:pPr algn="ctr"/>
            <a:r>
              <a:rPr lang="en-US" sz="1200" b="1"/>
              <a:t>1920 KE</a:t>
            </a:r>
          </a:p>
        </p:txBody>
      </p:sp>
      <p:sp>
        <p:nvSpPr>
          <p:cNvPr id="68" name="Arc 67">
            <a:extLst>
              <a:ext uri="{FF2B5EF4-FFF2-40B4-BE49-F238E27FC236}">
                <a16:creationId xmlns:a16="http://schemas.microsoft.com/office/drawing/2014/main" id="{0B659E36-2451-AE22-14AB-58109F48B934}"/>
              </a:ext>
            </a:extLst>
          </p:cNvPr>
          <p:cNvSpPr/>
          <p:nvPr/>
        </p:nvSpPr>
        <p:spPr>
          <a:xfrm>
            <a:off x="519251" y="1650238"/>
            <a:ext cx="1531837" cy="1531837"/>
          </a:xfrm>
          <a:prstGeom prst="arc">
            <a:avLst>
              <a:gd name="adj1" fmla="val 16200000"/>
              <a:gd name="adj2" fmla="val 3244087"/>
            </a:avLst>
          </a:prstGeom>
          <a:noFill/>
          <a:ln w="139700" cap="rnd">
            <a:solidFill>
              <a:schemeClr val="accent4"/>
            </a:solidFill>
            <a:prstDash val="solid"/>
            <a:miter/>
          </a:ln>
        </p:spPr>
        <p:txBody>
          <a:bodyPr rtlCol="0" anchor="ctr"/>
          <a:lstStyle/>
          <a:p>
            <a:endParaRPr lang="en-US"/>
          </a:p>
        </p:txBody>
      </p:sp>
      <p:sp>
        <p:nvSpPr>
          <p:cNvPr id="95" name="Freeform: Shape 94">
            <a:extLst>
              <a:ext uri="{FF2B5EF4-FFF2-40B4-BE49-F238E27FC236}">
                <a16:creationId xmlns:a16="http://schemas.microsoft.com/office/drawing/2014/main" id="{F04A1FAE-47EF-4AA7-913C-142A7D52BE38}"/>
              </a:ext>
            </a:extLst>
          </p:cNvPr>
          <p:cNvSpPr/>
          <p:nvPr/>
        </p:nvSpPr>
        <p:spPr>
          <a:xfrm>
            <a:off x="2722965" y="1449199"/>
            <a:ext cx="1945444" cy="1945443"/>
          </a:xfrm>
          <a:custGeom>
            <a:avLst/>
            <a:gdLst>
              <a:gd name="connsiteX0" fmla="*/ 3086591 w 3086591"/>
              <a:gd name="connsiteY0" fmla="*/ 1543295 h 3086590"/>
              <a:gd name="connsiteX1" fmla="*/ 1543296 w 3086591"/>
              <a:gd name="connsiteY1" fmla="*/ 3086591 h 3086590"/>
              <a:gd name="connsiteX2" fmla="*/ 0 w 3086591"/>
              <a:gd name="connsiteY2" fmla="*/ 1543295 h 3086590"/>
              <a:gd name="connsiteX3" fmla="*/ 1543296 w 3086591"/>
              <a:gd name="connsiteY3" fmla="*/ 0 h 3086590"/>
              <a:gd name="connsiteX4" fmla="*/ 3086591 w 3086591"/>
              <a:gd name="connsiteY4" fmla="*/ 1543295 h 3086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86591" h="3086590">
                <a:moveTo>
                  <a:pt x="3086591" y="1543295"/>
                </a:moveTo>
                <a:cubicBezTo>
                  <a:pt x="3086591" y="2395634"/>
                  <a:pt x="2395634" y="3086591"/>
                  <a:pt x="1543296" y="3086591"/>
                </a:cubicBezTo>
                <a:cubicBezTo>
                  <a:pt x="690957" y="3086591"/>
                  <a:pt x="0" y="2395634"/>
                  <a:pt x="0" y="1543295"/>
                </a:cubicBezTo>
                <a:cubicBezTo>
                  <a:pt x="0" y="690957"/>
                  <a:pt x="690957" y="0"/>
                  <a:pt x="1543296" y="0"/>
                </a:cubicBezTo>
                <a:cubicBezTo>
                  <a:pt x="2395634" y="0"/>
                  <a:pt x="3086591" y="690957"/>
                  <a:pt x="3086591" y="1543295"/>
                </a:cubicBezTo>
                <a:close/>
              </a:path>
            </a:pathLst>
          </a:custGeom>
          <a:gradFill>
            <a:gsLst>
              <a:gs pos="0">
                <a:srgbClr val="3AAAFF">
                  <a:alpha val="14000"/>
                </a:srgbClr>
              </a:gs>
              <a:gs pos="100000">
                <a:srgbClr val="044FA3">
                  <a:alpha val="14000"/>
                </a:srgbClr>
              </a:gs>
            </a:gsLst>
            <a:lin ang="5400000" scaled="1"/>
          </a:gradFill>
          <a:ln w="12700" cap="flat">
            <a:noFill/>
            <a:prstDash val="solid"/>
            <a:miter/>
          </a:ln>
        </p:spPr>
        <p:txBody>
          <a:bodyPr rtlCol="0" anchor="ctr"/>
          <a:lstStyle/>
          <a:p>
            <a:endParaRPr lang="en-US"/>
          </a:p>
        </p:txBody>
      </p:sp>
      <p:grpSp>
        <p:nvGrpSpPr>
          <p:cNvPr id="96" name="Group 95">
            <a:extLst>
              <a:ext uri="{FF2B5EF4-FFF2-40B4-BE49-F238E27FC236}">
                <a16:creationId xmlns:a16="http://schemas.microsoft.com/office/drawing/2014/main" id="{FDC8FC07-6807-DA27-E50C-7B3CC0D6C406}"/>
              </a:ext>
            </a:extLst>
          </p:cNvPr>
          <p:cNvGrpSpPr/>
          <p:nvPr/>
        </p:nvGrpSpPr>
        <p:grpSpPr>
          <a:xfrm>
            <a:off x="2871019" y="1597252"/>
            <a:ext cx="1649336" cy="1649337"/>
            <a:chOff x="773264" y="979665"/>
            <a:chExt cx="1649336" cy="1649337"/>
          </a:xfrm>
          <a:solidFill>
            <a:schemeClr val="bg1"/>
          </a:solidFill>
        </p:grpSpPr>
        <p:sp>
          <p:nvSpPr>
            <p:cNvPr id="97" name="Freeform: Shape 96">
              <a:extLst>
                <a:ext uri="{FF2B5EF4-FFF2-40B4-BE49-F238E27FC236}">
                  <a16:creationId xmlns:a16="http://schemas.microsoft.com/office/drawing/2014/main" id="{76451AE7-EE1E-6218-0336-0A50A11FEA3E}"/>
                </a:ext>
              </a:extLst>
            </p:cNvPr>
            <p:cNvSpPr/>
            <p:nvPr/>
          </p:nvSpPr>
          <p:spPr>
            <a:xfrm>
              <a:off x="1539176" y="979665"/>
              <a:ext cx="117506" cy="117506"/>
            </a:xfrm>
            <a:custGeom>
              <a:avLst/>
              <a:gdLst>
                <a:gd name="connsiteX0" fmla="*/ 155151 w 155151"/>
                <a:gd name="connsiteY0" fmla="*/ 77576 h 155151"/>
                <a:gd name="connsiteX1" fmla="*/ 77575 w 155151"/>
                <a:gd name="connsiteY1" fmla="*/ 155151 h 155151"/>
                <a:gd name="connsiteX2" fmla="*/ 0 w 155151"/>
                <a:gd name="connsiteY2" fmla="*/ 77576 h 155151"/>
                <a:gd name="connsiteX3" fmla="*/ 77575 w 155151"/>
                <a:gd name="connsiteY3" fmla="*/ 0 h 155151"/>
                <a:gd name="connsiteX4" fmla="*/ 155151 w 155151"/>
                <a:gd name="connsiteY4" fmla="*/ 77576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6"/>
                  </a:moveTo>
                  <a:cubicBezTo>
                    <a:pt x="155151" y="120419"/>
                    <a:pt x="120419" y="155151"/>
                    <a:pt x="77575" y="155151"/>
                  </a:cubicBezTo>
                  <a:cubicBezTo>
                    <a:pt x="34732" y="155151"/>
                    <a:pt x="0" y="120419"/>
                    <a:pt x="0" y="77576"/>
                  </a:cubicBezTo>
                  <a:cubicBezTo>
                    <a:pt x="0" y="34732"/>
                    <a:pt x="34732" y="0"/>
                    <a:pt x="77575" y="0"/>
                  </a:cubicBezTo>
                  <a:cubicBezTo>
                    <a:pt x="120419" y="0"/>
                    <a:pt x="155151" y="34732"/>
                    <a:pt x="155151" y="77576"/>
                  </a:cubicBezTo>
                  <a:close/>
                </a:path>
              </a:pathLst>
            </a:custGeom>
            <a:grpFill/>
            <a:ln w="1257" cap="flat">
              <a:noFill/>
              <a:prstDash val="solid"/>
              <a:miter/>
            </a:ln>
          </p:spPr>
          <p:txBody>
            <a:bodyPr rtlCol="0" anchor="ctr"/>
            <a:lstStyle/>
            <a:p>
              <a:endParaRPr lang="en-US"/>
            </a:p>
          </p:txBody>
        </p:sp>
        <p:sp>
          <p:nvSpPr>
            <p:cNvPr id="98" name="Freeform: Shape 97">
              <a:extLst>
                <a:ext uri="{FF2B5EF4-FFF2-40B4-BE49-F238E27FC236}">
                  <a16:creationId xmlns:a16="http://schemas.microsoft.com/office/drawing/2014/main" id="{00E797DC-2681-71F4-CBC8-0431817B4B5D}"/>
                </a:ext>
              </a:extLst>
            </p:cNvPr>
            <p:cNvSpPr/>
            <p:nvPr/>
          </p:nvSpPr>
          <p:spPr>
            <a:xfrm>
              <a:off x="1297088" y="1018708"/>
              <a:ext cx="117506" cy="117506"/>
            </a:xfrm>
            <a:custGeom>
              <a:avLst/>
              <a:gdLst>
                <a:gd name="connsiteX0" fmla="*/ 155151 w 155151"/>
                <a:gd name="connsiteY0" fmla="*/ 77576 h 155151"/>
                <a:gd name="connsiteX1" fmla="*/ 77576 w 155151"/>
                <a:gd name="connsiteY1" fmla="*/ 155151 h 155151"/>
                <a:gd name="connsiteX2" fmla="*/ 0 w 155151"/>
                <a:gd name="connsiteY2" fmla="*/ 77576 h 155151"/>
                <a:gd name="connsiteX3" fmla="*/ 77576 w 155151"/>
                <a:gd name="connsiteY3" fmla="*/ 0 h 155151"/>
                <a:gd name="connsiteX4" fmla="*/ 155151 w 155151"/>
                <a:gd name="connsiteY4" fmla="*/ 77576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6"/>
                  </a:moveTo>
                  <a:cubicBezTo>
                    <a:pt x="155151" y="120419"/>
                    <a:pt x="120419" y="155151"/>
                    <a:pt x="77576" y="155151"/>
                  </a:cubicBezTo>
                  <a:cubicBezTo>
                    <a:pt x="34732" y="155151"/>
                    <a:pt x="0" y="120419"/>
                    <a:pt x="0" y="77576"/>
                  </a:cubicBezTo>
                  <a:cubicBezTo>
                    <a:pt x="0" y="34732"/>
                    <a:pt x="34732" y="0"/>
                    <a:pt x="77576" y="0"/>
                  </a:cubicBezTo>
                  <a:cubicBezTo>
                    <a:pt x="120419" y="0"/>
                    <a:pt x="155151" y="34732"/>
                    <a:pt x="155151" y="77576"/>
                  </a:cubicBezTo>
                  <a:close/>
                </a:path>
              </a:pathLst>
            </a:custGeom>
            <a:grpFill/>
            <a:ln w="1257" cap="flat">
              <a:noFill/>
              <a:prstDash val="solid"/>
              <a:miter/>
            </a:ln>
          </p:spPr>
          <p:txBody>
            <a:bodyPr rtlCol="0" anchor="ctr"/>
            <a:lstStyle/>
            <a:p>
              <a:endParaRPr lang="en-US"/>
            </a:p>
          </p:txBody>
        </p:sp>
        <p:sp>
          <p:nvSpPr>
            <p:cNvPr id="99" name="Freeform: Shape 98">
              <a:extLst>
                <a:ext uri="{FF2B5EF4-FFF2-40B4-BE49-F238E27FC236}">
                  <a16:creationId xmlns:a16="http://schemas.microsoft.com/office/drawing/2014/main" id="{C3375ED8-4F74-041F-6E47-C786B1E23FF5}"/>
                </a:ext>
              </a:extLst>
            </p:cNvPr>
            <p:cNvSpPr/>
            <p:nvPr/>
          </p:nvSpPr>
          <p:spPr>
            <a:xfrm>
              <a:off x="1086838" y="1127439"/>
              <a:ext cx="117506" cy="117506"/>
            </a:xfrm>
            <a:custGeom>
              <a:avLst/>
              <a:gdLst>
                <a:gd name="connsiteX0" fmla="*/ 155151 w 155151"/>
                <a:gd name="connsiteY0" fmla="*/ 77575 h 155151"/>
                <a:gd name="connsiteX1" fmla="*/ 77576 w 155151"/>
                <a:gd name="connsiteY1" fmla="*/ 155151 h 155151"/>
                <a:gd name="connsiteX2" fmla="*/ 0 w 155151"/>
                <a:gd name="connsiteY2" fmla="*/ 77575 h 155151"/>
                <a:gd name="connsiteX3" fmla="*/ 77576 w 155151"/>
                <a:gd name="connsiteY3" fmla="*/ 0 h 155151"/>
                <a:gd name="connsiteX4" fmla="*/ 155151 w 155151"/>
                <a:gd name="connsiteY4" fmla="*/ 77575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5"/>
                  </a:moveTo>
                  <a:cubicBezTo>
                    <a:pt x="155151" y="120419"/>
                    <a:pt x="120419" y="155151"/>
                    <a:pt x="77576" y="155151"/>
                  </a:cubicBezTo>
                  <a:cubicBezTo>
                    <a:pt x="34732" y="155151"/>
                    <a:pt x="0" y="120419"/>
                    <a:pt x="0" y="77575"/>
                  </a:cubicBezTo>
                  <a:cubicBezTo>
                    <a:pt x="0" y="34732"/>
                    <a:pt x="34732" y="0"/>
                    <a:pt x="77576" y="0"/>
                  </a:cubicBezTo>
                  <a:cubicBezTo>
                    <a:pt x="120419" y="0"/>
                    <a:pt x="155151" y="34732"/>
                    <a:pt x="155151" y="77575"/>
                  </a:cubicBezTo>
                  <a:close/>
                </a:path>
              </a:pathLst>
            </a:custGeom>
            <a:grpFill/>
            <a:ln w="1257" cap="flat">
              <a:noFill/>
              <a:prstDash val="solid"/>
              <a:miter/>
            </a:ln>
          </p:spPr>
          <p:txBody>
            <a:bodyPr rtlCol="0" anchor="ctr"/>
            <a:lstStyle/>
            <a:p>
              <a:endParaRPr lang="en-US"/>
            </a:p>
          </p:txBody>
        </p:sp>
        <p:sp>
          <p:nvSpPr>
            <p:cNvPr id="100" name="Freeform: Shape 99">
              <a:extLst>
                <a:ext uri="{FF2B5EF4-FFF2-40B4-BE49-F238E27FC236}">
                  <a16:creationId xmlns:a16="http://schemas.microsoft.com/office/drawing/2014/main" id="{2174283E-5F53-6B3E-0254-20C8E2460B3F}"/>
                </a:ext>
              </a:extLst>
            </p:cNvPr>
            <p:cNvSpPr/>
            <p:nvPr/>
          </p:nvSpPr>
          <p:spPr>
            <a:xfrm>
              <a:off x="921038" y="1293239"/>
              <a:ext cx="117506" cy="117506"/>
            </a:xfrm>
            <a:custGeom>
              <a:avLst/>
              <a:gdLst>
                <a:gd name="connsiteX0" fmla="*/ 155151 w 155151"/>
                <a:gd name="connsiteY0" fmla="*/ 77575 h 155151"/>
                <a:gd name="connsiteX1" fmla="*/ 77576 w 155151"/>
                <a:gd name="connsiteY1" fmla="*/ 155151 h 155151"/>
                <a:gd name="connsiteX2" fmla="*/ 0 w 155151"/>
                <a:gd name="connsiteY2" fmla="*/ 77575 h 155151"/>
                <a:gd name="connsiteX3" fmla="*/ 77576 w 155151"/>
                <a:gd name="connsiteY3" fmla="*/ 0 h 155151"/>
                <a:gd name="connsiteX4" fmla="*/ 155151 w 155151"/>
                <a:gd name="connsiteY4" fmla="*/ 77575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5"/>
                  </a:moveTo>
                  <a:cubicBezTo>
                    <a:pt x="155151" y="120419"/>
                    <a:pt x="120419" y="155151"/>
                    <a:pt x="77576" y="155151"/>
                  </a:cubicBezTo>
                  <a:cubicBezTo>
                    <a:pt x="34732" y="155151"/>
                    <a:pt x="0" y="120419"/>
                    <a:pt x="0" y="77575"/>
                  </a:cubicBezTo>
                  <a:cubicBezTo>
                    <a:pt x="0" y="34732"/>
                    <a:pt x="34732" y="0"/>
                    <a:pt x="77576" y="0"/>
                  </a:cubicBezTo>
                  <a:cubicBezTo>
                    <a:pt x="120419" y="0"/>
                    <a:pt x="155151" y="34732"/>
                    <a:pt x="155151" y="77575"/>
                  </a:cubicBezTo>
                  <a:close/>
                </a:path>
              </a:pathLst>
            </a:custGeom>
            <a:grpFill/>
            <a:ln w="1257" cap="flat">
              <a:noFill/>
              <a:prstDash val="solid"/>
              <a:miter/>
            </a:ln>
          </p:spPr>
          <p:txBody>
            <a:bodyPr rtlCol="0" anchor="ctr"/>
            <a:lstStyle/>
            <a:p>
              <a:endParaRPr lang="en-US"/>
            </a:p>
          </p:txBody>
        </p:sp>
        <p:sp>
          <p:nvSpPr>
            <p:cNvPr id="101" name="Freeform: Shape 100">
              <a:extLst>
                <a:ext uri="{FF2B5EF4-FFF2-40B4-BE49-F238E27FC236}">
                  <a16:creationId xmlns:a16="http://schemas.microsoft.com/office/drawing/2014/main" id="{26B80EAB-B4AB-6AFA-3B03-782FF86F3401}"/>
                </a:ext>
              </a:extLst>
            </p:cNvPr>
            <p:cNvSpPr/>
            <p:nvPr/>
          </p:nvSpPr>
          <p:spPr>
            <a:xfrm>
              <a:off x="812307" y="1503490"/>
              <a:ext cx="117506" cy="117506"/>
            </a:xfrm>
            <a:custGeom>
              <a:avLst/>
              <a:gdLst>
                <a:gd name="connsiteX0" fmla="*/ 155151 w 155151"/>
                <a:gd name="connsiteY0" fmla="*/ 77575 h 155151"/>
                <a:gd name="connsiteX1" fmla="*/ 77576 w 155151"/>
                <a:gd name="connsiteY1" fmla="*/ 155151 h 155151"/>
                <a:gd name="connsiteX2" fmla="*/ 0 w 155151"/>
                <a:gd name="connsiteY2" fmla="*/ 77575 h 155151"/>
                <a:gd name="connsiteX3" fmla="*/ 77576 w 155151"/>
                <a:gd name="connsiteY3" fmla="*/ 0 h 155151"/>
                <a:gd name="connsiteX4" fmla="*/ 155151 w 155151"/>
                <a:gd name="connsiteY4" fmla="*/ 77575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5"/>
                  </a:moveTo>
                  <a:cubicBezTo>
                    <a:pt x="155151" y="120419"/>
                    <a:pt x="120419" y="155151"/>
                    <a:pt x="77576" y="155151"/>
                  </a:cubicBezTo>
                  <a:cubicBezTo>
                    <a:pt x="34732" y="155151"/>
                    <a:pt x="0" y="120419"/>
                    <a:pt x="0" y="77575"/>
                  </a:cubicBezTo>
                  <a:cubicBezTo>
                    <a:pt x="0" y="34732"/>
                    <a:pt x="34732" y="0"/>
                    <a:pt x="77576" y="0"/>
                  </a:cubicBezTo>
                  <a:cubicBezTo>
                    <a:pt x="120419" y="0"/>
                    <a:pt x="155151" y="34732"/>
                    <a:pt x="155151" y="77575"/>
                  </a:cubicBezTo>
                  <a:close/>
                </a:path>
              </a:pathLst>
            </a:custGeom>
            <a:grpFill/>
            <a:ln w="1257" cap="flat">
              <a:noFill/>
              <a:prstDash val="solid"/>
              <a:miter/>
            </a:ln>
          </p:spPr>
          <p:txBody>
            <a:bodyPr rtlCol="0" anchor="ctr"/>
            <a:lstStyle/>
            <a:p>
              <a:endParaRPr lang="en-US"/>
            </a:p>
          </p:txBody>
        </p:sp>
        <p:sp>
          <p:nvSpPr>
            <p:cNvPr id="102" name="Freeform: Shape 101">
              <a:extLst>
                <a:ext uri="{FF2B5EF4-FFF2-40B4-BE49-F238E27FC236}">
                  <a16:creationId xmlns:a16="http://schemas.microsoft.com/office/drawing/2014/main" id="{93B56B23-0992-2D70-37DC-3EADB83BD869}"/>
                </a:ext>
              </a:extLst>
            </p:cNvPr>
            <p:cNvSpPr/>
            <p:nvPr/>
          </p:nvSpPr>
          <p:spPr>
            <a:xfrm>
              <a:off x="773264" y="1745584"/>
              <a:ext cx="117506" cy="117506"/>
            </a:xfrm>
            <a:custGeom>
              <a:avLst/>
              <a:gdLst>
                <a:gd name="connsiteX0" fmla="*/ 155151 w 155151"/>
                <a:gd name="connsiteY0" fmla="*/ 77576 h 155151"/>
                <a:gd name="connsiteX1" fmla="*/ 77576 w 155151"/>
                <a:gd name="connsiteY1" fmla="*/ 155151 h 155151"/>
                <a:gd name="connsiteX2" fmla="*/ 0 w 155151"/>
                <a:gd name="connsiteY2" fmla="*/ 77576 h 155151"/>
                <a:gd name="connsiteX3" fmla="*/ 77576 w 155151"/>
                <a:gd name="connsiteY3" fmla="*/ 0 h 155151"/>
                <a:gd name="connsiteX4" fmla="*/ 155151 w 155151"/>
                <a:gd name="connsiteY4" fmla="*/ 77576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6"/>
                  </a:moveTo>
                  <a:cubicBezTo>
                    <a:pt x="155151" y="120419"/>
                    <a:pt x="120419" y="155151"/>
                    <a:pt x="77576" y="155151"/>
                  </a:cubicBezTo>
                  <a:cubicBezTo>
                    <a:pt x="34732" y="155151"/>
                    <a:pt x="0" y="120420"/>
                    <a:pt x="0" y="77576"/>
                  </a:cubicBezTo>
                  <a:cubicBezTo>
                    <a:pt x="0" y="34732"/>
                    <a:pt x="34732" y="0"/>
                    <a:pt x="77576" y="0"/>
                  </a:cubicBezTo>
                  <a:cubicBezTo>
                    <a:pt x="120419" y="0"/>
                    <a:pt x="155151" y="34732"/>
                    <a:pt x="155151" y="77576"/>
                  </a:cubicBezTo>
                  <a:close/>
                </a:path>
              </a:pathLst>
            </a:custGeom>
            <a:grpFill/>
            <a:ln w="1257" cap="flat">
              <a:noFill/>
              <a:prstDash val="solid"/>
              <a:miter/>
            </a:ln>
          </p:spPr>
          <p:txBody>
            <a:bodyPr rtlCol="0" anchor="ctr"/>
            <a:lstStyle/>
            <a:p>
              <a:endParaRPr lang="en-US"/>
            </a:p>
          </p:txBody>
        </p:sp>
        <p:sp>
          <p:nvSpPr>
            <p:cNvPr id="103" name="Freeform: Shape 102">
              <a:extLst>
                <a:ext uri="{FF2B5EF4-FFF2-40B4-BE49-F238E27FC236}">
                  <a16:creationId xmlns:a16="http://schemas.microsoft.com/office/drawing/2014/main" id="{5F6FB814-770C-E692-B2F5-5A643C1986CA}"/>
                </a:ext>
              </a:extLst>
            </p:cNvPr>
            <p:cNvSpPr/>
            <p:nvPr/>
          </p:nvSpPr>
          <p:spPr>
            <a:xfrm>
              <a:off x="812307" y="1987672"/>
              <a:ext cx="117506" cy="117506"/>
            </a:xfrm>
            <a:custGeom>
              <a:avLst/>
              <a:gdLst>
                <a:gd name="connsiteX0" fmla="*/ 155151 w 155151"/>
                <a:gd name="connsiteY0" fmla="*/ 77575 h 155151"/>
                <a:gd name="connsiteX1" fmla="*/ 77576 w 155151"/>
                <a:gd name="connsiteY1" fmla="*/ 155151 h 155151"/>
                <a:gd name="connsiteX2" fmla="*/ 0 w 155151"/>
                <a:gd name="connsiteY2" fmla="*/ 77575 h 155151"/>
                <a:gd name="connsiteX3" fmla="*/ 77576 w 155151"/>
                <a:gd name="connsiteY3" fmla="*/ 0 h 155151"/>
                <a:gd name="connsiteX4" fmla="*/ 155151 w 155151"/>
                <a:gd name="connsiteY4" fmla="*/ 77575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5"/>
                  </a:moveTo>
                  <a:cubicBezTo>
                    <a:pt x="155151" y="120419"/>
                    <a:pt x="120419" y="155151"/>
                    <a:pt x="77576" y="155151"/>
                  </a:cubicBezTo>
                  <a:cubicBezTo>
                    <a:pt x="34732" y="155151"/>
                    <a:pt x="0" y="120420"/>
                    <a:pt x="0" y="77575"/>
                  </a:cubicBezTo>
                  <a:cubicBezTo>
                    <a:pt x="0" y="34732"/>
                    <a:pt x="34732" y="0"/>
                    <a:pt x="77576" y="0"/>
                  </a:cubicBezTo>
                  <a:cubicBezTo>
                    <a:pt x="120419" y="0"/>
                    <a:pt x="155151" y="34731"/>
                    <a:pt x="155151" y="77575"/>
                  </a:cubicBezTo>
                  <a:close/>
                </a:path>
              </a:pathLst>
            </a:custGeom>
            <a:grpFill/>
            <a:ln w="1257" cap="flat">
              <a:noFill/>
              <a:prstDash val="solid"/>
              <a:miter/>
            </a:ln>
          </p:spPr>
          <p:txBody>
            <a:bodyPr rtlCol="0" anchor="ctr"/>
            <a:lstStyle/>
            <a:p>
              <a:endParaRPr lang="en-US"/>
            </a:p>
          </p:txBody>
        </p:sp>
        <p:sp>
          <p:nvSpPr>
            <p:cNvPr id="104" name="Freeform: Shape 103">
              <a:extLst>
                <a:ext uri="{FF2B5EF4-FFF2-40B4-BE49-F238E27FC236}">
                  <a16:creationId xmlns:a16="http://schemas.microsoft.com/office/drawing/2014/main" id="{EDB06E40-B366-3306-924D-C4166F29A9C5}"/>
                </a:ext>
              </a:extLst>
            </p:cNvPr>
            <p:cNvSpPr/>
            <p:nvPr/>
          </p:nvSpPr>
          <p:spPr>
            <a:xfrm>
              <a:off x="921038" y="2197922"/>
              <a:ext cx="117506" cy="117506"/>
            </a:xfrm>
            <a:custGeom>
              <a:avLst/>
              <a:gdLst>
                <a:gd name="connsiteX0" fmla="*/ 155151 w 155151"/>
                <a:gd name="connsiteY0" fmla="*/ 77575 h 155151"/>
                <a:gd name="connsiteX1" fmla="*/ 77576 w 155151"/>
                <a:gd name="connsiteY1" fmla="*/ 155151 h 155151"/>
                <a:gd name="connsiteX2" fmla="*/ 0 w 155151"/>
                <a:gd name="connsiteY2" fmla="*/ 77575 h 155151"/>
                <a:gd name="connsiteX3" fmla="*/ 77576 w 155151"/>
                <a:gd name="connsiteY3" fmla="*/ 0 h 155151"/>
                <a:gd name="connsiteX4" fmla="*/ 155151 w 155151"/>
                <a:gd name="connsiteY4" fmla="*/ 77575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5"/>
                  </a:moveTo>
                  <a:cubicBezTo>
                    <a:pt x="155151" y="120419"/>
                    <a:pt x="120419" y="155151"/>
                    <a:pt x="77576" y="155151"/>
                  </a:cubicBezTo>
                  <a:cubicBezTo>
                    <a:pt x="34732" y="155151"/>
                    <a:pt x="0" y="120420"/>
                    <a:pt x="0" y="77575"/>
                  </a:cubicBezTo>
                  <a:cubicBezTo>
                    <a:pt x="0" y="34732"/>
                    <a:pt x="34732" y="0"/>
                    <a:pt x="77576" y="0"/>
                  </a:cubicBezTo>
                  <a:cubicBezTo>
                    <a:pt x="120419" y="0"/>
                    <a:pt x="155151" y="34731"/>
                    <a:pt x="155151" y="77575"/>
                  </a:cubicBezTo>
                  <a:close/>
                </a:path>
              </a:pathLst>
            </a:custGeom>
            <a:grpFill/>
            <a:ln w="1257" cap="flat">
              <a:noFill/>
              <a:prstDash val="solid"/>
              <a:miter/>
            </a:ln>
          </p:spPr>
          <p:txBody>
            <a:bodyPr rtlCol="0" anchor="ctr"/>
            <a:lstStyle/>
            <a:p>
              <a:endParaRPr lang="en-US"/>
            </a:p>
          </p:txBody>
        </p:sp>
        <p:sp>
          <p:nvSpPr>
            <p:cNvPr id="105" name="Freeform: Shape 104">
              <a:extLst>
                <a:ext uri="{FF2B5EF4-FFF2-40B4-BE49-F238E27FC236}">
                  <a16:creationId xmlns:a16="http://schemas.microsoft.com/office/drawing/2014/main" id="{AAFE39BB-383E-8B2A-637F-CFDF5E229472}"/>
                </a:ext>
              </a:extLst>
            </p:cNvPr>
            <p:cNvSpPr/>
            <p:nvPr/>
          </p:nvSpPr>
          <p:spPr>
            <a:xfrm>
              <a:off x="1086838" y="2363722"/>
              <a:ext cx="117506" cy="117506"/>
            </a:xfrm>
            <a:custGeom>
              <a:avLst/>
              <a:gdLst>
                <a:gd name="connsiteX0" fmla="*/ 155151 w 155151"/>
                <a:gd name="connsiteY0" fmla="*/ 77575 h 155151"/>
                <a:gd name="connsiteX1" fmla="*/ 77576 w 155151"/>
                <a:gd name="connsiteY1" fmla="*/ 155151 h 155151"/>
                <a:gd name="connsiteX2" fmla="*/ 0 w 155151"/>
                <a:gd name="connsiteY2" fmla="*/ 77575 h 155151"/>
                <a:gd name="connsiteX3" fmla="*/ 77576 w 155151"/>
                <a:gd name="connsiteY3" fmla="*/ 0 h 155151"/>
                <a:gd name="connsiteX4" fmla="*/ 155151 w 155151"/>
                <a:gd name="connsiteY4" fmla="*/ 77575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5"/>
                  </a:moveTo>
                  <a:cubicBezTo>
                    <a:pt x="155151" y="120419"/>
                    <a:pt x="120419" y="155151"/>
                    <a:pt x="77576" y="155151"/>
                  </a:cubicBezTo>
                  <a:cubicBezTo>
                    <a:pt x="34732" y="155151"/>
                    <a:pt x="0" y="120420"/>
                    <a:pt x="0" y="77575"/>
                  </a:cubicBezTo>
                  <a:cubicBezTo>
                    <a:pt x="0" y="34732"/>
                    <a:pt x="34732" y="0"/>
                    <a:pt x="77576" y="0"/>
                  </a:cubicBezTo>
                  <a:cubicBezTo>
                    <a:pt x="120419" y="0"/>
                    <a:pt x="155151" y="34731"/>
                    <a:pt x="155151" y="77575"/>
                  </a:cubicBezTo>
                  <a:close/>
                </a:path>
              </a:pathLst>
            </a:custGeom>
            <a:grpFill/>
            <a:ln w="1257" cap="flat">
              <a:noFill/>
              <a:prstDash val="solid"/>
              <a:miter/>
            </a:ln>
          </p:spPr>
          <p:txBody>
            <a:bodyPr rtlCol="0" anchor="ctr"/>
            <a:lstStyle/>
            <a:p>
              <a:endParaRPr lang="en-US"/>
            </a:p>
          </p:txBody>
        </p:sp>
        <p:sp>
          <p:nvSpPr>
            <p:cNvPr id="106" name="Freeform: Shape 105">
              <a:extLst>
                <a:ext uri="{FF2B5EF4-FFF2-40B4-BE49-F238E27FC236}">
                  <a16:creationId xmlns:a16="http://schemas.microsoft.com/office/drawing/2014/main" id="{90BDEFC6-E370-325E-4FDE-5248317B116B}"/>
                </a:ext>
              </a:extLst>
            </p:cNvPr>
            <p:cNvSpPr/>
            <p:nvPr/>
          </p:nvSpPr>
          <p:spPr>
            <a:xfrm>
              <a:off x="1297088" y="2472453"/>
              <a:ext cx="117506" cy="117506"/>
            </a:xfrm>
            <a:custGeom>
              <a:avLst/>
              <a:gdLst>
                <a:gd name="connsiteX0" fmla="*/ 155151 w 155151"/>
                <a:gd name="connsiteY0" fmla="*/ 77576 h 155151"/>
                <a:gd name="connsiteX1" fmla="*/ 77576 w 155151"/>
                <a:gd name="connsiteY1" fmla="*/ 155151 h 155151"/>
                <a:gd name="connsiteX2" fmla="*/ 0 w 155151"/>
                <a:gd name="connsiteY2" fmla="*/ 77576 h 155151"/>
                <a:gd name="connsiteX3" fmla="*/ 77576 w 155151"/>
                <a:gd name="connsiteY3" fmla="*/ 0 h 155151"/>
                <a:gd name="connsiteX4" fmla="*/ 155151 w 155151"/>
                <a:gd name="connsiteY4" fmla="*/ 77576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6"/>
                  </a:moveTo>
                  <a:cubicBezTo>
                    <a:pt x="155151" y="120419"/>
                    <a:pt x="120419" y="155151"/>
                    <a:pt x="77576" y="155151"/>
                  </a:cubicBezTo>
                  <a:cubicBezTo>
                    <a:pt x="34732" y="155151"/>
                    <a:pt x="0" y="120420"/>
                    <a:pt x="0" y="77576"/>
                  </a:cubicBezTo>
                  <a:cubicBezTo>
                    <a:pt x="0" y="34732"/>
                    <a:pt x="34732" y="0"/>
                    <a:pt x="77576" y="0"/>
                  </a:cubicBezTo>
                  <a:cubicBezTo>
                    <a:pt x="120419" y="0"/>
                    <a:pt x="155151" y="34731"/>
                    <a:pt x="155151" y="77576"/>
                  </a:cubicBezTo>
                  <a:close/>
                </a:path>
              </a:pathLst>
            </a:custGeom>
            <a:grpFill/>
            <a:ln w="1257" cap="flat">
              <a:noFill/>
              <a:prstDash val="solid"/>
              <a:miter/>
            </a:ln>
          </p:spPr>
          <p:txBody>
            <a:bodyPr rtlCol="0" anchor="ctr"/>
            <a:lstStyle/>
            <a:p>
              <a:endParaRPr lang="en-US"/>
            </a:p>
          </p:txBody>
        </p:sp>
        <p:sp>
          <p:nvSpPr>
            <p:cNvPr id="107" name="Freeform: Shape 106">
              <a:extLst>
                <a:ext uri="{FF2B5EF4-FFF2-40B4-BE49-F238E27FC236}">
                  <a16:creationId xmlns:a16="http://schemas.microsoft.com/office/drawing/2014/main" id="{50A9FBB5-ED16-9817-A16E-256FDAC3E2C0}"/>
                </a:ext>
              </a:extLst>
            </p:cNvPr>
            <p:cNvSpPr/>
            <p:nvPr/>
          </p:nvSpPr>
          <p:spPr>
            <a:xfrm>
              <a:off x="1539176" y="2511496"/>
              <a:ext cx="117506" cy="117506"/>
            </a:xfrm>
            <a:custGeom>
              <a:avLst/>
              <a:gdLst>
                <a:gd name="connsiteX0" fmla="*/ 155151 w 155151"/>
                <a:gd name="connsiteY0" fmla="*/ 77575 h 155151"/>
                <a:gd name="connsiteX1" fmla="*/ 77575 w 155151"/>
                <a:gd name="connsiteY1" fmla="*/ 155151 h 155151"/>
                <a:gd name="connsiteX2" fmla="*/ 0 w 155151"/>
                <a:gd name="connsiteY2" fmla="*/ 77575 h 155151"/>
                <a:gd name="connsiteX3" fmla="*/ 77575 w 155151"/>
                <a:gd name="connsiteY3" fmla="*/ 0 h 155151"/>
                <a:gd name="connsiteX4" fmla="*/ 155151 w 155151"/>
                <a:gd name="connsiteY4" fmla="*/ 77575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5"/>
                  </a:moveTo>
                  <a:cubicBezTo>
                    <a:pt x="155151" y="120419"/>
                    <a:pt x="120419" y="155151"/>
                    <a:pt x="77575" y="155151"/>
                  </a:cubicBezTo>
                  <a:cubicBezTo>
                    <a:pt x="34732" y="155151"/>
                    <a:pt x="0" y="120419"/>
                    <a:pt x="0" y="77575"/>
                  </a:cubicBezTo>
                  <a:cubicBezTo>
                    <a:pt x="0" y="34732"/>
                    <a:pt x="34732" y="0"/>
                    <a:pt x="77575" y="0"/>
                  </a:cubicBezTo>
                  <a:cubicBezTo>
                    <a:pt x="120419" y="0"/>
                    <a:pt x="155151" y="34731"/>
                    <a:pt x="155151" y="77575"/>
                  </a:cubicBezTo>
                  <a:close/>
                </a:path>
              </a:pathLst>
            </a:custGeom>
            <a:grpFill/>
            <a:ln w="1257" cap="flat">
              <a:noFill/>
              <a:prstDash val="solid"/>
              <a:miter/>
            </a:ln>
          </p:spPr>
          <p:txBody>
            <a:bodyPr rtlCol="0" anchor="ctr"/>
            <a:lstStyle/>
            <a:p>
              <a:endParaRPr lang="en-US"/>
            </a:p>
          </p:txBody>
        </p:sp>
        <p:sp>
          <p:nvSpPr>
            <p:cNvPr id="108" name="Freeform: Shape 107">
              <a:extLst>
                <a:ext uri="{FF2B5EF4-FFF2-40B4-BE49-F238E27FC236}">
                  <a16:creationId xmlns:a16="http://schemas.microsoft.com/office/drawing/2014/main" id="{397C1B63-A98D-6AC8-B05E-7C5D0BCF1AB2}"/>
                </a:ext>
              </a:extLst>
            </p:cNvPr>
            <p:cNvSpPr/>
            <p:nvPr/>
          </p:nvSpPr>
          <p:spPr>
            <a:xfrm>
              <a:off x="1781270" y="2472453"/>
              <a:ext cx="117506" cy="117506"/>
            </a:xfrm>
            <a:custGeom>
              <a:avLst/>
              <a:gdLst>
                <a:gd name="connsiteX0" fmla="*/ 155151 w 155151"/>
                <a:gd name="connsiteY0" fmla="*/ 77576 h 155151"/>
                <a:gd name="connsiteX1" fmla="*/ 77575 w 155151"/>
                <a:gd name="connsiteY1" fmla="*/ 155151 h 155151"/>
                <a:gd name="connsiteX2" fmla="*/ 0 w 155151"/>
                <a:gd name="connsiteY2" fmla="*/ 77576 h 155151"/>
                <a:gd name="connsiteX3" fmla="*/ 77575 w 155151"/>
                <a:gd name="connsiteY3" fmla="*/ 0 h 155151"/>
                <a:gd name="connsiteX4" fmla="*/ 155151 w 155151"/>
                <a:gd name="connsiteY4" fmla="*/ 77576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6"/>
                  </a:moveTo>
                  <a:cubicBezTo>
                    <a:pt x="155151" y="120419"/>
                    <a:pt x="120419" y="155151"/>
                    <a:pt x="77575" y="155151"/>
                  </a:cubicBezTo>
                  <a:cubicBezTo>
                    <a:pt x="34732" y="155151"/>
                    <a:pt x="0" y="120420"/>
                    <a:pt x="0" y="77576"/>
                  </a:cubicBezTo>
                  <a:cubicBezTo>
                    <a:pt x="0" y="34732"/>
                    <a:pt x="34732" y="0"/>
                    <a:pt x="77575" y="0"/>
                  </a:cubicBezTo>
                  <a:cubicBezTo>
                    <a:pt x="120419" y="0"/>
                    <a:pt x="155151" y="34731"/>
                    <a:pt x="155151" y="77576"/>
                  </a:cubicBezTo>
                  <a:close/>
                </a:path>
              </a:pathLst>
            </a:custGeom>
            <a:grpFill/>
            <a:ln w="1257" cap="flat">
              <a:noFill/>
              <a:prstDash val="solid"/>
              <a:miter/>
            </a:ln>
          </p:spPr>
          <p:txBody>
            <a:bodyPr rtlCol="0" anchor="ctr"/>
            <a:lstStyle/>
            <a:p>
              <a:endParaRPr lang="en-US"/>
            </a:p>
          </p:txBody>
        </p:sp>
        <p:sp>
          <p:nvSpPr>
            <p:cNvPr id="109" name="Freeform: Shape 108">
              <a:extLst>
                <a:ext uri="{FF2B5EF4-FFF2-40B4-BE49-F238E27FC236}">
                  <a16:creationId xmlns:a16="http://schemas.microsoft.com/office/drawing/2014/main" id="{EF506A6C-8441-30F1-A4E3-6BE9E2C409B5}"/>
                </a:ext>
              </a:extLst>
            </p:cNvPr>
            <p:cNvSpPr/>
            <p:nvPr/>
          </p:nvSpPr>
          <p:spPr>
            <a:xfrm>
              <a:off x="1991521" y="2363722"/>
              <a:ext cx="117506" cy="117506"/>
            </a:xfrm>
            <a:custGeom>
              <a:avLst/>
              <a:gdLst>
                <a:gd name="connsiteX0" fmla="*/ 155151 w 155151"/>
                <a:gd name="connsiteY0" fmla="*/ 77575 h 155151"/>
                <a:gd name="connsiteX1" fmla="*/ 77575 w 155151"/>
                <a:gd name="connsiteY1" fmla="*/ 155151 h 155151"/>
                <a:gd name="connsiteX2" fmla="*/ 0 w 155151"/>
                <a:gd name="connsiteY2" fmla="*/ 77575 h 155151"/>
                <a:gd name="connsiteX3" fmla="*/ 77575 w 155151"/>
                <a:gd name="connsiteY3" fmla="*/ 0 h 155151"/>
                <a:gd name="connsiteX4" fmla="*/ 155151 w 155151"/>
                <a:gd name="connsiteY4" fmla="*/ 77575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5"/>
                  </a:moveTo>
                  <a:cubicBezTo>
                    <a:pt x="155151" y="120419"/>
                    <a:pt x="120419" y="155151"/>
                    <a:pt x="77575" y="155151"/>
                  </a:cubicBezTo>
                  <a:cubicBezTo>
                    <a:pt x="34732" y="155151"/>
                    <a:pt x="0" y="120420"/>
                    <a:pt x="0" y="77575"/>
                  </a:cubicBezTo>
                  <a:cubicBezTo>
                    <a:pt x="0" y="34732"/>
                    <a:pt x="34732" y="0"/>
                    <a:pt x="77575" y="0"/>
                  </a:cubicBezTo>
                  <a:cubicBezTo>
                    <a:pt x="120419" y="0"/>
                    <a:pt x="155151" y="34731"/>
                    <a:pt x="155151" y="77575"/>
                  </a:cubicBezTo>
                  <a:close/>
                </a:path>
              </a:pathLst>
            </a:custGeom>
            <a:grpFill/>
            <a:ln w="1257" cap="flat">
              <a:noFill/>
              <a:prstDash val="solid"/>
              <a:miter/>
            </a:ln>
          </p:spPr>
          <p:txBody>
            <a:bodyPr rtlCol="0" anchor="ctr"/>
            <a:lstStyle/>
            <a:p>
              <a:endParaRPr lang="en-US"/>
            </a:p>
          </p:txBody>
        </p:sp>
        <p:sp>
          <p:nvSpPr>
            <p:cNvPr id="110" name="Freeform: Shape 109">
              <a:extLst>
                <a:ext uri="{FF2B5EF4-FFF2-40B4-BE49-F238E27FC236}">
                  <a16:creationId xmlns:a16="http://schemas.microsoft.com/office/drawing/2014/main" id="{7E0BC1E9-2D5F-8CC9-D15F-E6D478E60A1A}"/>
                </a:ext>
              </a:extLst>
            </p:cNvPr>
            <p:cNvSpPr/>
            <p:nvPr/>
          </p:nvSpPr>
          <p:spPr>
            <a:xfrm>
              <a:off x="2157320" y="2197922"/>
              <a:ext cx="117506" cy="117506"/>
            </a:xfrm>
            <a:custGeom>
              <a:avLst/>
              <a:gdLst>
                <a:gd name="connsiteX0" fmla="*/ 155151 w 155151"/>
                <a:gd name="connsiteY0" fmla="*/ 77575 h 155151"/>
                <a:gd name="connsiteX1" fmla="*/ 77576 w 155151"/>
                <a:gd name="connsiteY1" fmla="*/ 155151 h 155151"/>
                <a:gd name="connsiteX2" fmla="*/ 0 w 155151"/>
                <a:gd name="connsiteY2" fmla="*/ 77575 h 155151"/>
                <a:gd name="connsiteX3" fmla="*/ 77576 w 155151"/>
                <a:gd name="connsiteY3" fmla="*/ 0 h 155151"/>
                <a:gd name="connsiteX4" fmla="*/ 155151 w 155151"/>
                <a:gd name="connsiteY4" fmla="*/ 77575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5"/>
                  </a:moveTo>
                  <a:cubicBezTo>
                    <a:pt x="155151" y="120419"/>
                    <a:pt x="120419" y="155151"/>
                    <a:pt x="77576" y="155151"/>
                  </a:cubicBezTo>
                  <a:cubicBezTo>
                    <a:pt x="34732" y="155151"/>
                    <a:pt x="0" y="120420"/>
                    <a:pt x="0" y="77575"/>
                  </a:cubicBezTo>
                  <a:cubicBezTo>
                    <a:pt x="0" y="34732"/>
                    <a:pt x="34732" y="0"/>
                    <a:pt x="77576" y="0"/>
                  </a:cubicBezTo>
                  <a:cubicBezTo>
                    <a:pt x="120420" y="0"/>
                    <a:pt x="155151" y="34731"/>
                    <a:pt x="155151" y="77575"/>
                  </a:cubicBezTo>
                  <a:close/>
                </a:path>
              </a:pathLst>
            </a:custGeom>
            <a:grpFill/>
            <a:ln w="1257" cap="flat">
              <a:noFill/>
              <a:prstDash val="solid"/>
              <a:miter/>
            </a:ln>
          </p:spPr>
          <p:txBody>
            <a:bodyPr rtlCol="0" anchor="ctr"/>
            <a:lstStyle/>
            <a:p>
              <a:endParaRPr lang="en-US"/>
            </a:p>
          </p:txBody>
        </p:sp>
        <p:sp>
          <p:nvSpPr>
            <p:cNvPr id="111" name="Freeform: Shape 110">
              <a:extLst>
                <a:ext uri="{FF2B5EF4-FFF2-40B4-BE49-F238E27FC236}">
                  <a16:creationId xmlns:a16="http://schemas.microsoft.com/office/drawing/2014/main" id="{5E1B5B85-0442-3858-1907-4D682A88FBAE}"/>
                </a:ext>
              </a:extLst>
            </p:cNvPr>
            <p:cNvSpPr/>
            <p:nvPr/>
          </p:nvSpPr>
          <p:spPr>
            <a:xfrm>
              <a:off x="2266045" y="1987672"/>
              <a:ext cx="117506" cy="117506"/>
            </a:xfrm>
            <a:custGeom>
              <a:avLst/>
              <a:gdLst>
                <a:gd name="connsiteX0" fmla="*/ 155151 w 155151"/>
                <a:gd name="connsiteY0" fmla="*/ 77575 h 155151"/>
                <a:gd name="connsiteX1" fmla="*/ 77576 w 155151"/>
                <a:gd name="connsiteY1" fmla="*/ 155151 h 155151"/>
                <a:gd name="connsiteX2" fmla="*/ 0 w 155151"/>
                <a:gd name="connsiteY2" fmla="*/ 77575 h 155151"/>
                <a:gd name="connsiteX3" fmla="*/ 77576 w 155151"/>
                <a:gd name="connsiteY3" fmla="*/ 0 h 155151"/>
                <a:gd name="connsiteX4" fmla="*/ 155151 w 155151"/>
                <a:gd name="connsiteY4" fmla="*/ 77575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5"/>
                  </a:moveTo>
                  <a:cubicBezTo>
                    <a:pt x="155151" y="120419"/>
                    <a:pt x="120419" y="155151"/>
                    <a:pt x="77576" y="155151"/>
                  </a:cubicBezTo>
                  <a:cubicBezTo>
                    <a:pt x="34732" y="155151"/>
                    <a:pt x="0" y="120420"/>
                    <a:pt x="0" y="77575"/>
                  </a:cubicBezTo>
                  <a:cubicBezTo>
                    <a:pt x="0" y="34732"/>
                    <a:pt x="34732" y="0"/>
                    <a:pt x="77576" y="0"/>
                  </a:cubicBezTo>
                  <a:cubicBezTo>
                    <a:pt x="120420" y="0"/>
                    <a:pt x="155151" y="34731"/>
                    <a:pt x="155151" y="77575"/>
                  </a:cubicBezTo>
                  <a:close/>
                </a:path>
              </a:pathLst>
            </a:custGeom>
            <a:grpFill/>
            <a:ln w="1257" cap="flat">
              <a:noFill/>
              <a:prstDash val="solid"/>
              <a:miter/>
            </a:ln>
          </p:spPr>
          <p:txBody>
            <a:bodyPr rtlCol="0" anchor="ctr"/>
            <a:lstStyle/>
            <a:p>
              <a:endParaRPr lang="en-US"/>
            </a:p>
          </p:txBody>
        </p:sp>
        <p:sp>
          <p:nvSpPr>
            <p:cNvPr id="112" name="Freeform: Shape 111">
              <a:extLst>
                <a:ext uri="{FF2B5EF4-FFF2-40B4-BE49-F238E27FC236}">
                  <a16:creationId xmlns:a16="http://schemas.microsoft.com/office/drawing/2014/main" id="{ECB6060E-0B1A-BF05-96DB-5B97EA96FE69}"/>
                </a:ext>
              </a:extLst>
            </p:cNvPr>
            <p:cNvSpPr/>
            <p:nvPr/>
          </p:nvSpPr>
          <p:spPr>
            <a:xfrm>
              <a:off x="2305094" y="1745584"/>
              <a:ext cx="117506" cy="117506"/>
            </a:xfrm>
            <a:custGeom>
              <a:avLst/>
              <a:gdLst>
                <a:gd name="connsiteX0" fmla="*/ 155151 w 155151"/>
                <a:gd name="connsiteY0" fmla="*/ 77576 h 155151"/>
                <a:gd name="connsiteX1" fmla="*/ 77576 w 155151"/>
                <a:gd name="connsiteY1" fmla="*/ 155151 h 155151"/>
                <a:gd name="connsiteX2" fmla="*/ 0 w 155151"/>
                <a:gd name="connsiteY2" fmla="*/ 77576 h 155151"/>
                <a:gd name="connsiteX3" fmla="*/ 77576 w 155151"/>
                <a:gd name="connsiteY3" fmla="*/ 0 h 155151"/>
                <a:gd name="connsiteX4" fmla="*/ 155151 w 155151"/>
                <a:gd name="connsiteY4" fmla="*/ 77576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6"/>
                  </a:moveTo>
                  <a:cubicBezTo>
                    <a:pt x="155151" y="120419"/>
                    <a:pt x="120419" y="155151"/>
                    <a:pt x="77576" y="155151"/>
                  </a:cubicBezTo>
                  <a:cubicBezTo>
                    <a:pt x="34732" y="155151"/>
                    <a:pt x="0" y="120420"/>
                    <a:pt x="0" y="77576"/>
                  </a:cubicBezTo>
                  <a:cubicBezTo>
                    <a:pt x="0" y="34732"/>
                    <a:pt x="34732" y="0"/>
                    <a:pt x="77576" y="0"/>
                  </a:cubicBezTo>
                  <a:cubicBezTo>
                    <a:pt x="120419" y="0"/>
                    <a:pt x="155151" y="34732"/>
                    <a:pt x="155151" y="77576"/>
                  </a:cubicBezTo>
                  <a:close/>
                </a:path>
              </a:pathLst>
            </a:custGeom>
            <a:grpFill/>
            <a:ln w="1257" cap="flat">
              <a:noFill/>
              <a:prstDash val="solid"/>
              <a:miter/>
            </a:ln>
          </p:spPr>
          <p:txBody>
            <a:bodyPr rtlCol="0" anchor="ctr"/>
            <a:lstStyle/>
            <a:p>
              <a:endParaRPr lang="en-US"/>
            </a:p>
          </p:txBody>
        </p:sp>
        <p:sp>
          <p:nvSpPr>
            <p:cNvPr id="113" name="Freeform: Shape 112">
              <a:extLst>
                <a:ext uri="{FF2B5EF4-FFF2-40B4-BE49-F238E27FC236}">
                  <a16:creationId xmlns:a16="http://schemas.microsoft.com/office/drawing/2014/main" id="{73AEDBD0-7F00-72D5-1038-D07D4FC77D41}"/>
                </a:ext>
              </a:extLst>
            </p:cNvPr>
            <p:cNvSpPr/>
            <p:nvPr/>
          </p:nvSpPr>
          <p:spPr>
            <a:xfrm>
              <a:off x="2266045" y="1503490"/>
              <a:ext cx="117506" cy="117506"/>
            </a:xfrm>
            <a:custGeom>
              <a:avLst/>
              <a:gdLst>
                <a:gd name="connsiteX0" fmla="*/ 155151 w 155151"/>
                <a:gd name="connsiteY0" fmla="*/ 77575 h 155151"/>
                <a:gd name="connsiteX1" fmla="*/ 77576 w 155151"/>
                <a:gd name="connsiteY1" fmla="*/ 155151 h 155151"/>
                <a:gd name="connsiteX2" fmla="*/ 0 w 155151"/>
                <a:gd name="connsiteY2" fmla="*/ 77575 h 155151"/>
                <a:gd name="connsiteX3" fmla="*/ 77576 w 155151"/>
                <a:gd name="connsiteY3" fmla="*/ 0 h 155151"/>
                <a:gd name="connsiteX4" fmla="*/ 155151 w 155151"/>
                <a:gd name="connsiteY4" fmla="*/ 77575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5"/>
                  </a:moveTo>
                  <a:cubicBezTo>
                    <a:pt x="155151" y="120419"/>
                    <a:pt x="120419" y="155151"/>
                    <a:pt x="77576" y="155151"/>
                  </a:cubicBezTo>
                  <a:cubicBezTo>
                    <a:pt x="34732" y="155151"/>
                    <a:pt x="0" y="120419"/>
                    <a:pt x="0" y="77575"/>
                  </a:cubicBezTo>
                  <a:cubicBezTo>
                    <a:pt x="0" y="34732"/>
                    <a:pt x="34732" y="0"/>
                    <a:pt x="77576" y="0"/>
                  </a:cubicBezTo>
                  <a:cubicBezTo>
                    <a:pt x="120420" y="0"/>
                    <a:pt x="155151" y="34732"/>
                    <a:pt x="155151" y="77575"/>
                  </a:cubicBezTo>
                  <a:close/>
                </a:path>
              </a:pathLst>
            </a:custGeom>
            <a:grpFill/>
            <a:ln w="1257" cap="flat">
              <a:noFill/>
              <a:prstDash val="solid"/>
              <a:miter/>
            </a:ln>
          </p:spPr>
          <p:txBody>
            <a:bodyPr rtlCol="0" anchor="ctr"/>
            <a:lstStyle/>
            <a:p>
              <a:endParaRPr lang="en-US"/>
            </a:p>
          </p:txBody>
        </p:sp>
        <p:sp>
          <p:nvSpPr>
            <p:cNvPr id="114" name="Freeform: Shape 113">
              <a:extLst>
                <a:ext uri="{FF2B5EF4-FFF2-40B4-BE49-F238E27FC236}">
                  <a16:creationId xmlns:a16="http://schemas.microsoft.com/office/drawing/2014/main" id="{19AC998F-A296-F0E4-6E02-79F1A0C45C51}"/>
                </a:ext>
              </a:extLst>
            </p:cNvPr>
            <p:cNvSpPr/>
            <p:nvPr/>
          </p:nvSpPr>
          <p:spPr>
            <a:xfrm>
              <a:off x="2157320" y="1293239"/>
              <a:ext cx="117506" cy="117506"/>
            </a:xfrm>
            <a:custGeom>
              <a:avLst/>
              <a:gdLst>
                <a:gd name="connsiteX0" fmla="*/ 155151 w 155151"/>
                <a:gd name="connsiteY0" fmla="*/ 77575 h 155151"/>
                <a:gd name="connsiteX1" fmla="*/ 77576 w 155151"/>
                <a:gd name="connsiteY1" fmla="*/ 155151 h 155151"/>
                <a:gd name="connsiteX2" fmla="*/ 0 w 155151"/>
                <a:gd name="connsiteY2" fmla="*/ 77575 h 155151"/>
                <a:gd name="connsiteX3" fmla="*/ 77576 w 155151"/>
                <a:gd name="connsiteY3" fmla="*/ 0 h 155151"/>
                <a:gd name="connsiteX4" fmla="*/ 155151 w 155151"/>
                <a:gd name="connsiteY4" fmla="*/ 77575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5"/>
                  </a:moveTo>
                  <a:cubicBezTo>
                    <a:pt x="155151" y="120419"/>
                    <a:pt x="120419" y="155151"/>
                    <a:pt x="77576" y="155151"/>
                  </a:cubicBezTo>
                  <a:cubicBezTo>
                    <a:pt x="34732" y="155151"/>
                    <a:pt x="0" y="120419"/>
                    <a:pt x="0" y="77575"/>
                  </a:cubicBezTo>
                  <a:cubicBezTo>
                    <a:pt x="0" y="34732"/>
                    <a:pt x="34732" y="0"/>
                    <a:pt x="77576" y="0"/>
                  </a:cubicBezTo>
                  <a:cubicBezTo>
                    <a:pt x="120420" y="0"/>
                    <a:pt x="155151" y="34732"/>
                    <a:pt x="155151" y="77575"/>
                  </a:cubicBezTo>
                  <a:close/>
                </a:path>
              </a:pathLst>
            </a:custGeom>
            <a:grpFill/>
            <a:ln w="1257" cap="flat">
              <a:noFill/>
              <a:prstDash val="solid"/>
              <a:miter/>
            </a:ln>
          </p:spPr>
          <p:txBody>
            <a:bodyPr rtlCol="0" anchor="ctr"/>
            <a:lstStyle/>
            <a:p>
              <a:endParaRPr lang="en-US"/>
            </a:p>
          </p:txBody>
        </p:sp>
        <p:sp>
          <p:nvSpPr>
            <p:cNvPr id="115" name="Freeform: Shape 114">
              <a:extLst>
                <a:ext uri="{FF2B5EF4-FFF2-40B4-BE49-F238E27FC236}">
                  <a16:creationId xmlns:a16="http://schemas.microsoft.com/office/drawing/2014/main" id="{872A6F68-3D53-7D77-7D2B-141AF8254CF1}"/>
                </a:ext>
              </a:extLst>
            </p:cNvPr>
            <p:cNvSpPr/>
            <p:nvPr/>
          </p:nvSpPr>
          <p:spPr>
            <a:xfrm>
              <a:off x="1991521" y="1127439"/>
              <a:ext cx="117506" cy="117506"/>
            </a:xfrm>
            <a:custGeom>
              <a:avLst/>
              <a:gdLst>
                <a:gd name="connsiteX0" fmla="*/ 155151 w 155151"/>
                <a:gd name="connsiteY0" fmla="*/ 77575 h 155151"/>
                <a:gd name="connsiteX1" fmla="*/ 77575 w 155151"/>
                <a:gd name="connsiteY1" fmla="*/ 155151 h 155151"/>
                <a:gd name="connsiteX2" fmla="*/ 0 w 155151"/>
                <a:gd name="connsiteY2" fmla="*/ 77575 h 155151"/>
                <a:gd name="connsiteX3" fmla="*/ 77575 w 155151"/>
                <a:gd name="connsiteY3" fmla="*/ 0 h 155151"/>
                <a:gd name="connsiteX4" fmla="*/ 155151 w 155151"/>
                <a:gd name="connsiteY4" fmla="*/ 77575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5"/>
                  </a:moveTo>
                  <a:cubicBezTo>
                    <a:pt x="155151" y="120419"/>
                    <a:pt x="120419" y="155151"/>
                    <a:pt x="77575" y="155151"/>
                  </a:cubicBezTo>
                  <a:cubicBezTo>
                    <a:pt x="34732" y="155151"/>
                    <a:pt x="0" y="120419"/>
                    <a:pt x="0" y="77575"/>
                  </a:cubicBezTo>
                  <a:cubicBezTo>
                    <a:pt x="0" y="34732"/>
                    <a:pt x="34732" y="0"/>
                    <a:pt x="77575" y="0"/>
                  </a:cubicBezTo>
                  <a:cubicBezTo>
                    <a:pt x="120419" y="0"/>
                    <a:pt x="155151" y="34732"/>
                    <a:pt x="155151" y="77575"/>
                  </a:cubicBezTo>
                  <a:close/>
                </a:path>
              </a:pathLst>
            </a:custGeom>
            <a:grpFill/>
            <a:ln w="1257" cap="flat">
              <a:noFill/>
              <a:prstDash val="solid"/>
              <a:miter/>
            </a:ln>
          </p:spPr>
          <p:txBody>
            <a:bodyPr rtlCol="0" anchor="ctr"/>
            <a:lstStyle/>
            <a:p>
              <a:endParaRPr lang="en-US"/>
            </a:p>
          </p:txBody>
        </p:sp>
        <p:sp>
          <p:nvSpPr>
            <p:cNvPr id="116" name="Freeform: Shape 115">
              <a:extLst>
                <a:ext uri="{FF2B5EF4-FFF2-40B4-BE49-F238E27FC236}">
                  <a16:creationId xmlns:a16="http://schemas.microsoft.com/office/drawing/2014/main" id="{4E3D476F-B65F-DB0F-E9CF-B0D960213584}"/>
                </a:ext>
              </a:extLst>
            </p:cNvPr>
            <p:cNvSpPr/>
            <p:nvPr/>
          </p:nvSpPr>
          <p:spPr>
            <a:xfrm>
              <a:off x="1781270" y="1018708"/>
              <a:ext cx="117506" cy="117506"/>
            </a:xfrm>
            <a:custGeom>
              <a:avLst/>
              <a:gdLst>
                <a:gd name="connsiteX0" fmla="*/ 155151 w 155151"/>
                <a:gd name="connsiteY0" fmla="*/ 77576 h 155151"/>
                <a:gd name="connsiteX1" fmla="*/ 77575 w 155151"/>
                <a:gd name="connsiteY1" fmla="*/ 155151 h 155151"/>
                <a:gd name="connsiteX2" fmla="*/ 0 w 155151"/>
                <a:gd name="connsiteY2" fmla="*/ 77576 h 155151"/>
                <a:gd name="connsiteX3" fmla="*/ 77575 w 155151"/>
                <a:gd name="connsiteY3" fmla="*/ 0 h 155151"/>
                <a:gd name="connsiteX4" fmla="*/ 155151 w 155151"/>
                <a:gd name="connsiteY4" fmla="*/ 77576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6"/>
                  </a:moveTo>
                  <a:cubicBezTo>
                    <a:pt x="155151" y="120419"/>
                    <a:pt x="120419" y="155151"/>
                    <a:pt x="77575" y="155151"/>
                  </a:cubicBezTo>
                  <a:cubicBezTo>
                    <a:pt x="34732" y="155151"/>
                    <a:pt x="0" y="120419"/>
                    <a:pt x="0" y="77576"/>
                  </a:cubicBezTo>
                  <a:cubicBezTo>
                    <a:pt x="0" y="34732"/>
                    <a:pt x="34732" y="0"/>
                    <a:pt x="77575" y="0"/>
                  </a:cubicBezTo>
                  <a:cubicBezTo>
                    <a:pt x="120419" y="0"/>
                    <a:pt x="155151" y="34732"/>
                    <a:pt x="155151" y="77576"/>
                  </a:cubicBezTo>
                  <a:close/>
                </a:path>
              </a:pathLst>
            </a:custGeom>
            <a:grpFill/>
            <a:ln w="1257" cap="flat">
              <a:noFill/>
              <a:prstDash val="solid"/>
              <a:miter/>
            </a:ln>
          </p:spPr>
          <p:txBody>
            <a:bodyPr rtlCol="0" anchor="ctr"/>
            <a:lstStyle/>
            <a:p>
              <a:endParaRPr lang="en-US"/>
            </a:p>
          </p:txBody>
        </p:sp>
      </p:grpSp>
      <p:sp>
        <p:nvSpPr>
          <p:cNvPr id="117" name="Arc 116">
            <a:extLst>
              <a:ext uri="{FF2B5EF4-FFF2-40B4-BE49-F238E27FC236}">
                <a16:creationId xmlns:a16="http://schemas.microsoft.com/office/drawing/2014/main" id="{7FA4AF70-8832-4391-09F2-7E5D27D381FB}"/>
              </a:ext>
            </a:extLst>
          </p:cNvPr>
          <p:cNvSpPr/>
          <p:nvPr/>
        </p:nvSpPr>
        <p:spPr>
          <a:xfrm>
            <a:off x="2929769" y="1656002"/>
            <a:ext cx="1531837" cy="1531837"/>
          </a:xfrm>
          <a:prstGeom prst="arc">
            <a:avLst>
              <a:gd name="adj1" fmla="val 16200000"/>
              <a:gd name="adj2" fmla="val 12854780"/>
            </a:avLst>
          </a:prstGeom>
          <a:noFill/>
          <a:ln w="139700" cap="rnd">
            <a:solidFill>
              <a:srgbClr val="EA0000"/>
            </a:solidFill>
            <a:prstDash val="solid"/>
            <a:miter/>
          </a:ln>
        </p:spPr>
        <p:txBody>
          <a:bodyPr rtlCol="0" anchor="ctr"/>
          <a:lstStyle/>
          <a:p>
            <a:endParaRPr lang="en-US">
              <a:ln>
                <a:solidFill>
                  <a:schemeClr val="accent3">
                    <a:lumMod val="10000"/>
                    <a:lumOff val="90000"/>
                  </a:schemeClr>
                </a:solidFill>
              </a:ln>
            </a:endParaRPr>
          </a:p>
        </p:txBody>
      </p:sp>
      <p:sp>
        <p:nvSpPr>
          <p:cNvPr id="118" name="Freeform: Shape 117">
            <a:extLst>
              <a:ext uri="{FF2B5EF4-FFF2-40B4-BE49-F238E27FC236}">
                <a16:creationId xmlns:a16="http://schemas.microsoft.com/office/drawing/2014/main" id="{E00C5102-0533-9F1B-7DF7-630698E95420}"/>
              </a:ext>
            </a:extLst>
          </p:cNvPr>
          <p:cNvSpPr/>
          <p:nvPr/>
        </p:nvSpPr>
        <p:spPr>
          <a:xfrm>
            <a:off x="3155999" y="1882235"/>
            <a:ext cx="1079376" cy="1079372"/>
          </a:xfrm>
          <a:custGeom>
            <a:avLst/>
            <a:gdLst>
              <a:gd name="connsiteX0" fmla="*/ 3086591 w 3086591"/>
              <a:gd name="connsiteY0" fmla="*/ 1543295 h 3086590"/>
              <a:gd name="connsiteX1" fmla="*/ 1543296 w 3086591"/>
              <a:gd name="connsiteY1" fmla="*/ 3086591 h 3086590"/>
              <a:gd name="connsiteX2" fmla="*/ 0 w 3086591"/>
              <a:gd name="connsiteY2" fmla="*/ 1543295 h 3086590"/>
              <a:gd name="connsiteX3" fmla="*/ 1543296 w 3086591"/>
              <a:gd name="connsiteY3" fmla="*/ 0 h 3086590"/>
              <a:gd name="connsiteX4" fmla="*/ 3086591 w 3086591"/>
              <a:gd name="connsiteY4" fmla="*/ 1543295 h 3086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86591" h="3086590">
                <a:moveTo>
                  <a:pt x="3086591" y="1543295"/>
                </a:moveTo>
                <a:cubicBezTo>
                  <a:pt x="3086591" y="2395634"/>
                  <a:pt x="2395634" y="3086591"/>
                  <a:pt x="1543296" y="3086591"/>
                </a:cubicBezTo>
                <a:cubicBezTo>
                  <a:pt x="690957" y="3086591"/>
                  <a:pt x="0" y="2395634"/>
                  <a:pt x="0" y="1543295"/>
                </a:cubicBezTo>
                <a:cubicBezTo>
                  <a:pt x="0" y="690957"/>
                  <a:pt x="690957" y="0"/>
                  <a:pt x="1543296" y="0"/>
                </a:cubicBezTo>
                <a:cubicBezTo>
                  <a:pt x="2395634" y="0"/>
                  <a:pt x="3086591" y="690957"/>
                  <a:pt x="3086591" y="1543295"/>
                </a:cubicBezTo>
                <a:close/>
              </a:path>
            </a:pathLst>
          </a:custGeom>
          <a:solidFill>
            <a:schemeClr val="bg1"/>
          </a:solidFill>
          <a:ln w="12700" cap="flat">
            <a:noFill/>
            <a:prstDash val="solid"/>
            <a:miter/>
          </a:ln>
        </p:spPr>
        <p:txBody>
          <a:bodyPr rtlCol="0" anchor="ctr"/>
          <a:lstStyle/>
          <a:p>
            <a:endParaRPr lang="en-US"/>
          </a:p>
        </p:txBody>
      </p:sp>
      <p:sp>
        <p:nvSpPr>
          <p:cNvPr id="119" name="TextBox 118">
            <a:extLst>
              <a:ext uri="{FF2B5EF4-FFF2-40B4-BE49-F238E27FC236}">
                <a16:creationId xmlns:a16="http://schemas.microsoft.com/office/drawing/2014/main" id="{9E463C0D-210D-559F-56D8-5F2CC08AF643}"/>
              </a:ext>
            </a:extLst>
          </p:cNvPr>
          <p:cNvSpPr txBox="1"/>
          <p:nvPr/>
        </p:nvSpPr>
        <p:spPr>
          <a:xfrm>
            <a:off x="3318820" y="2047211"/>
            <a:ext cx="753732" cy="400110"/>
          </a:xfrm>
          <a:prstGeom prst="rect">
            <a:avLst/>
          </a:prstGeom>
          <a:noFill/>
        </p:spPr>
        <p:txBody>
          <a:bodyPr wrap="none" rtlCol="0">
            <a:spAutoFit/>
          </a:bodyPr>
          <a:lstStyle/>
          <a:p>
            <a:pPr algn="ctr"/>
            <a:r>
              <a:rPr lang="en-US" sz="2000" b="1">
                <a:gradFill>
                  <a:gsLst>
                    <a:gs pos="0">
                      <a:srgbClr val="288CE1"/>
                    </a:gs>
                    <a:gs pos="100000">
                      <a:srgbClr val="044FA3"/>
                    </a:gs>
                  </a:gsLst>
                  <a:lin ang="5400000" scaled="1"/>
                </a:gradFill>
                <a:latin typeface="Montserrat" panose="00000500000000000000" pitchFamily="2" charset="0"/>
              </a:rPr>
              <a:t>85%</a:t>
            </a:r>
          </a:p>
        </p:txBody>
      </p:sp>
      <p:sp>
        <p:nvSpPr>
          <p:cNvPr id="120" name="TextBox 119">
            <a:extLst>
              <a:ext uri="{FF2B5EF4-FFF2-40B4-BE49-F238E27FC236}">
                <a16:creationId xmlns:a16="http://schemas.microsoft.com/office/drawing/2014/main" id="{B8F133AC-3A80-2BB1-99AE-355A042D8E0C}"/>
              </a:ext>
            </a:extLst>
          </p:cNvPr>
          <p:cNvSpPr txBox="1"/>
          <p:nvPr/>
        </p:nvSpPr>
        <p:spPr>
          <a:xfrm>
            <a:off x="3206672" y="2407211"/>
            <a:ext cx="1000595" cy="461665"/>
          </a:xfrm>
          <a:prstGeom prst="rect">
            <a:avLst/>
          </a:prstGeom>
          <a:noFill/>
        </p:spPr>
        <p:txBody>
          <a:bodyPr wrap="none" rtlCol="0">
            <a:spAutoFit/>
          </a:bodyPr>
          <a:lstStyle/>
          <a:p>
            <a:pPr algn="ctr"/>
            <a:r>
              <a:rPr lang="en-US" sz="1200" b="1">
                <a:solidFill>
                  <a:schemeClr val="accent4"/>
                </a:solidFill>
              </a:rPr>
              <a:t>927</a:t>
            </a:r>
            <a:r>
              <a:rPr lang="en-US" sz="1200" b="1"/>
              <a:t> + </a:t>
            </a:r>
            <a:r>
              <a:rPr lang="en-US" sz="1200" b="1">
                <a:solidFill>
                  <a:srgbClr val="F60000"/>
                </a:solidFill>
              </a:rPr>
              <a:t>1122</a:t>
            </a:r>
            <a:r>
              <a:rPr lang="en-US" sz="1200" b="1"/>
              <a:t> </a:t>
            </a:r>
          </a:p>
          <a:p>
            <a:pPr algn="ctr"/>
            <a:r>
              <a:rPr lang="en-US" sz="1200" b="1"/>
              <a:t>2049 KE</a:t>
            </a:r>
          </a:p>
        </p:txBody>
      </p:sp>
      <p:sp>
        <p:nvSpPr>
          <p:cNvPr id="121" name="Freeform: Shape 120">
            <a:extLst>
              <a:ext uri="{FF2B5EF4-FFF2-40B4-BE49-F238E27FC236}">
                <a16:creationId xmlns:a16="http://schemas.microsoft.com/office/drawing/2014/main" id="{43AE87B4-8E1E-E582-E844-1C730D4D8E45}"/>
              </a:ext>
            </a:extLst>
          </p:cNvPr>
          <p:cNvSpPr/>
          <p:nvPr/>
        </p:nvSpPr>
        <p:spPr>
          <a:xfrm>
            <a:off x="5130374" y="1482478"/>
            <a:ext cx="1945444" cy="1945443"/>
          </a:xfrm>
          <a:custGeom>
            <a:avLst/>
            <a:gdLst>
              <a:gd name="connsiteX0" fmla="*/ 3086591 w 3086591"/>
              <a:gd name="connsiteY0" fmla="*/ 1543295 h 3086590"/>
              <a:gd name="connsiteX1" fmla="*/ 1543296 w 3086591"/>
              <a:gd name="connsiteY1" fmla="*/ 3086591 h 3086590"/>
              <a:gd name="connsiteX2" fmla="*/ 0 w 3086591"/>
              <a:gd name="connsiteY2" fmla="*/ 1543295 h 3086590"/>
              <a:gd name="connsiteX3" fmla="*/ 1543296 w 3086591"/>
              <a:gd name="connsiteY3" fmla="*/ 0 h 3086590"/>
              <a:gd name="connsiteX4" fmla="*/ 3086591 w 3086591"/>
              <a:gd name="connsiteY4" fmla="*/ 1543295 h 3086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86591" h="3086590">
                <a:moveTo>
                  <a:pt x="3086591" y="1543295"/>
                </a:moveTo>
                <a:cubicBezTo>
                  <a:pt x="3086591" y="2395634"/>
                  <a:pt x="2395634" y="3086591"/>
                  <a:pt x="1543296" y="3086591"/>
                </a:cubicBezTo>
                <a:cubicBezTo>
                  <a:pt x="690957" y="3086591"/>
                  <a:pt x="0" y="2395634"/>
                  <a:pt x="0" y="1543295"/>
                </a:cubicBezTo>
                <a:cubicBezTo>
                  <a:pt x="0" y="690957"/>
                  <a:pt x="690957" y="0"/>
                  <a:pt x="1543296" y="0"/>
                </a:cubicBezTo>
                <a:cubicBezTo>
                  <a:pt x="2395634" y="0"/>
                  <a:pt x="3086591" y="690957"/>
                  <a:pt x="3086591" y="1543295"/>
                </a:cubicBezTo>
                <a:close/>
              </a:path>
            </a:pathLst>
          </a:custGeom>
          <a:gradFill>
            <a:gsLst>
              <a:gs pos="0">
                <a:srgbClr val="3AAAFF">
                  <a:alpha val="14000"/>
                </a:srgbClr>
              </a:gs>
              <a:gs pos="100000">
                <a:srgbClr val="044FA3">
                  <a:alpha val="14000"/>
                </a:srgbClr>
              </a:gs>
            </a:gsLst>
            <a:lin ang="5400000" scaled="1"/>
          </a:gradFill>
          <a:ln w="12700" cap="flat">
            <a:noFill/>
            <a:prstDash val="solid"/>
            <a:miter/>
          </a:ln>
        </p:spPr>
        <p:txBody>
          <a:bodyPr rtlCol="0" anchor="ctr"/>
          <a:lstStyle/>
          <a:p>
            <a:endParaRPr lang="en-US"/>
          </a:p>
        </p:txBody>
      </p:sp>
      <p:grpSp>
        <p:nvGrpSpPr>
          <p:cNvPr id="122" name="Group 121">
            <a:extLst>
              <a:ext uri="{FF2B5EF4-FFF2-40B4-BE49-F238E27FC236}">
                <a16:creationId xmlns:a16="http://schemas.microsoft.com/office/drawing/2014/main" id="{5E5BDB2A-57E0-95D4-EE97-83A16A2C7AB9}"/>
              </a:ext>
            </a:extLst>
          </p:cNvPr>
          <p:cNvGrpSpPr/>
          <p:nvPr/>
        </p:nvGrpSpPr>
        <p:grpSpPr>
          <a:xfrm>
            <a:off x="5278428" y="1630531"/>
            <a:ext cx="1649336" cy="1649337"/>
            <a:chOff x="773264" y="979665"/>
            <a:chExt cx="1649336" cy="1649337"/>
          </a:xfrm>
          <a:solidFill>
            <a:schemeClr val="bg1"/>
          </a:solidFill>
        </p:grpSpPr>
        <p:sp>
          <p:nvSpPr>
            <p:cNvPr id="123" name="Freeform: Shape 122">
              <a:extLst>
                <a:ext uri="{FF2B5EF4-FFF2-40B4-BE49-F238E27FC236}">
                  <a16:creationId xmlns:a16="http://schemas.microsoft.com/office/drawing/2014/main" id="{549557AE-C94A-7DC3-3E2D-185EB01564F7}"/>
                </a:ext>
              </a:extLst>
            </p:cNvPr>
            <p:cNvSpPr/>
            <p:nvPr/>
          </p:nvSpPr>
          <p:spPr>
            <a:xfrm>
              <a:off x="1539176" y="979665"/>
              <a:ext cx="117506" cy="117506"/>
            </a:xfrm>
            <a:custGeom>
              <a:avLst/>
              <a:gdLst>
                <a:gd name="connsiteX0" fmla="*/ 155151 w 155151"/>
                <a:gd name="connsiteY0" fmla="*/ 77576 h 155151"/>
                <a:gd name="connsiteX1" fmla="*/ 77575 w 155151"/>
                <a:gd name="connsiteY1" fmla="*/ 155151 h 155151"/>
                <a:gd name="connsiteX2" fmla="*/ 0 w 155151"/>
                <a:gd name="connsiteY2" fmla="*/ 77576 h 155151"/>
                <a:gd name="connsiteX3" fmla="*/ 77575 w 155151"/>
                <a:gd name="connsiteY3" fmla="*/ 0 h 155151"/>
                <a:gd name="connsiteX4" fmla="*/ 155151 w 155151"/>
                <a:gd name="connsiteY4" fmla="*/ 77576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6"/>
                  </a:moveTo>
                  <a:cubicBezTo>
                    <a:pt x="155151" y="120419"/>
                    <a:pt x="120419" y="155151"/>
                    <a:pt x="77575" y="155151"/>
                  </a:cubicBezTo>
                  <a:cubicBezTo>
                    <a:pt x="34732" y="155151"/>
                    <a:pt x="0" y="120419"/>
                    <a:pt x="0" y="77576"/>
                  </a:cubicBezTo>
                  <a:cubicBezTo>
                    <a:pt x="0" y="34732"/>
                    <a:pt x="34732" y="0"/>
                    <a:pt x="77575" y="0"/>
                  </a:cubicBezTo>
                  <a:cubicBezTo>
                    <a:pt x="120419" y="0"/>
                    <a:pt x="155151" y="34732"/>
                    <a:pt x="155151" y="77576"/>
                  </a:cubicBezTo>
                  <a:close/>
                </a:path>
              </a:pathLst>
            </a:custGeom>
            <a:grpFill/>
            <a:ln w="1257" cap="flat">
              <a:noFill/>
              <a:prstDash val="solid"/>
              <a:miter/>
            </a:ln>
          </p:spPr>
          <p:txBody>
            <a:bodyPr rtlCol="0" anchor="ctr"/>
            <a:lstStyle/>
            <a:p>
              <a:endParaRPr lang="en-US"/>
            </a:p>
          </p:txBody>
        </p:sp>
        <p:sp>
          <p:nvSpPr>
            <p:cNvPr id="124" name="Freeform: Shape 123">
              <a:extLst>
                <a:ext uri="{FF2B5EF4-FFF2-40B4-BE49-F238E27FC236}">
                  <a16:creationId xmlns:a16="http://schemas.microsoft.com/office/drawing/2014/main" id="{E52D04DE-14CD-E402-4CCA-1C2CF86B21F1}"/>
                </a:ext>
              </a:extLst>
            </p:cNvPr>
            <p:cNvSpPr/>
            <p:nvPr/>
          </p:nvSpPr>
          <p:spPr>
            <a:xfrm>
              <a:off x="1297088" y="1018708"/>
              <a:ext cx="117506" cy="117506"/>
            </a:xfrm>
            <a:custGeom>
              <a:avLst/>
              <a:gdLst>
                <a:gd name="connsiteX0" fmla="*/ 155151 w 155151"/>
                <a:gd name="connsiteY0" fmla="*/ 77576 h 155151"/>
                <a:gd name="connsiteX1" fmla="*/ 77576 w 155151"/>
                <a:gd name="connsiteY1" fmla="*/ 155151 h 155151"/>
                <a:gd name="connsiteX2" fmla="*/ 0 w 155151"/>
                <a:gd name="connsiteY2" fmla="*/ 77576 h 155151"/>
                <a:gd name="connsiteX3" fmla="*/ 77576 w 155151"/>
                <a:gd name="connsiteY3" fmla="*/ 0 h 155151"/>
                <a:gd name="connsiteX4" fmla="*/ 155151 w 155151"/>
                <a:gd name="connsiteY4" fmla="*/ 77576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6"/>
                  </a:moveTo>
                  <a:cubicBezTo>
                    <a:pt x="155151" y="120419"/>
                    <a:pt x="120419" y="155151"/>
                    <a:pt x="77576" y="155151"/>
                  </a:cubicBezTo>
                  <a:cubicBezTo>
                    <a:pt x="34732" y="155151"/>
                    <a:pt x="0" y="120419"/>
                    <a:pt x="0" y="77576"/>
                  </a:cubicBezTo>
                  <a:cubicBezTo>
                    <a:pt x="0" y="34732"/>
                    <a:pt x="34732" y="0"/>
                    <a:pt x="77576" y="0"/>
                  </a:cubicBezTo>
                  <a:cubicBezTo>
                    <a:pt x="120419" y="0"/>
                    <a:pt x="155151" y="34732"/>
                    <a:pt x="155151" y="77576"/>
                  </a:cubicBezTo>
                  <a:close/>
                </a:path>
              </a:pathLst>
            </a:custGeom>
            <a:grpFill/>
            <a:ln w="1257" cap="flat">
              <a:noFill/>
              <a:prstDash val="solid"/>
              <a:miter/>
            </a:ln>
          </p:spPr>
          <p:txBody>
            <a:bodyPr rtlCol="0" anchor="ctr"/>
            <a:lstStyle/>
            <a:p>
              <a:endParaRPr lang="en-US"/>
            </a:p>
          </p:txBody>
        </p:sp>
        <p:sp>
          <p:nvSpPr>
            <p:cNvPr id="125" name="Freeform: Shape 124">
              <a:extLst>
                <a:ext uri="{FF2B5EF4-FFF2-40B4-BE49-F238E27FC236}">
                  <a16:creationId xmlns:a16="http://schemas.microsoft.com/office/drawing/2014/main" id="{07A79E98-7ACF-CFD1-6193-B63F407EB38F}"/>
                </a:ext>
              </a:extLst>
            </p:cNvPr>
            <p:cNvSpPr/>
            <p:nvPr/>
          </p:nvSpPr>
          <p:spPr>
            <a:xfrm>
              <a:off x="1086838" y="1127439"/>
              <a:ext cx="117506" cy="117506"/>
            </a:xfrm>
            <a:custGeom>
              <a:avLst/>
              <a:gdLst>
                <a:gd name="connsiteX0" fmla="*/ 155151 w 155151"/>
                <a:gd name="connsiteY0" fmla="*/ 77575 h 155151"/>
                <a:gd name="connsiteX1" fmla="*/ 77576 w 155151"/>
                <a:gd name="connsiteY1" fmla="*/ 155151 h 155151"/>
                <a:gd name="connsiteX2" fmla="*/ 0 w 155151"/>
                <a:gd name="connsiteY2" fmla="*/ 77575 h 155151"/>
                <a:gd name="connsiteX3" fmla="*/ 77576 w 155151"/>
                <a:gd name="connsiteY3" fmla="*/ 0 h 155151"/>
                <a:gd name="connsiteX4" fmla="*/ 155151 w 155151"/>
                <a:gd name="connsiteY4" fmla="*/ 77575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5"/>
                  </a:moveTo>
                  <a:cubicBezTo>
                    <a:pt x="155151" y="120419"/>
                    <a:pt x="120419" y="155151"/>
                    <a:pt x="77576" y="155151"/>
                  </a:cubicBezTo>
                  <a:cubicBezTo>
                    <a:pt x="34732" y="155151"/>
                    <a:pt x="0" y="120419"/>
                    <a:pt x="0" y="77575"/>
                  </a:cubicBezTo>
                  <a:cubicBezTo>
                    <a:pt x="0" y="34732"/>
                    <a:pt x="34732" y="0"/>
                    <a:pt x="77576" y="0"/>
                  </a:cubicBezTo>
                  <a:cubicBezTo>
                    <a:pt x="120419" y="0"/>
                    <a:pt x="155151" y="34732"/>
                    <a:pt x="155151" y="77575"/>
                  </a:cubicBezTo>
                  <a:close/>
                </a:path>
              </a:pathLst>
            </a:custGeom>
            <a:grpFill/>
            <a:ln w="1257" cap="flat">
              <a:noFill/>
              <a:prstDash val="solid"/>
              <a:miter/>
            </a:ln>
          </p:spPr>
          <p:txBody>
            <a:bodyPr rtlCol="0" anchor="ctr"/>
            <a:lstStyle/>
            <a:p>
              <a:endParaRPr lang="en-US"/>
            </a:p>
          </p:txBody>
        </p:sp>
        <p:sp>
          <p:nvSpPr>
            <p:cNvPr id="126" name="Freeform: Shape 125">
              <a:extLst>
                <a:ext uri="{FF2B5EF4-FFF2-40B4-BE49-F238E27FC236}">
                  <a16:creationId xmlns:a16="http://schemas.microsoft.com/office/drawing/2014/main" id="{047CD6D5-2FED-0583-C4AC-207DC55A8944}"/>
                </a:ext>
              </a:extLst>
            </p:cNvPr>
            <p:cNvSpPr/>
            <p:nvPr/>
          </p:nvSpPr>
          <p:spPr>
            <a:xfrm>
              <a:off x="921038" y="1293239"/>
              <a:ext cx="117506" cy="117506"/>
            </a:xfrm>
            <a:custGeom>
              <a:avLst/>
              <a:gdLst>
                <a:gd name="connsiteX0" fmla="*/ 155151 w 155151"/>
                <a:gd name="connsiteY0" fmla="*/ 77575 h 155151"/>
                <a:gd name="connsiteX1" fmla="*/ 77576 w 155151"/>
                <a:gd name="connsiteY1" fmla="*/ 155151 h 155151"/>
                <a:gd name="connsiteX2" fmla="*/ 0 w 155151"/>
                <a:gd name="connsiteY2" fmla="*/ 77575 h 155151"/>
                <a:gd name="connsiteX3" fmla="*/ 77576 w 155151"/>
                <a:gd name="connsiteY3" fmla="*/ 0 h 155151"/>
                <a:gd name="connsiteX4" fmla="*/ 155151 w 155151"/>
                <a:gd name="connsiteY4" fmla="*/ 77575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5"/>
                  </a:moveTo>
                  <a:cubicBezTo>
                    <a:pt x="155151" y="120419"/>
                    <a:pt x="120419" y="155151"/>
                    <a:pt x="77576" y="155151"/>
                  </a:cubicBezTo>
                  <a:cubicBezTo>
                    <a:pt x="34732" y="155151"/>
                    <a:pt x="0" y="120419"/>
                    <a:pt x="0" y="77575"/>
                  </a:cubicBezTo>
                  <a:cubicBezTo>
                    <a:pt x="0" y="34732"/>
                    <a:pt x="34732" y="0"/>
                    <a:pt x="77576" y="0"/>
                  </a:cubicBezTo>
                  <a:cubicBezTo>
                    <a:pt x="120419" y="0"/>
                    <a:pt x="155151" y="34732"/>
                    <a:pt x="155151" y="77575"/>
                  </a:cubicBezTo>
                  <a:close/>
                </a:path>
              </a:pathLst>
            </a:custGeom>
            <a:grpFill/>
            <a:ln w="1257" cap="flat">
              <a:noFill/>
              <a:prstDash val="solid"/>
              <a:miter/>
            </a:ln>
          </p:spPr>
          <p:txBody>
            <a:bodyPr rtlCol="0" anchor="ctr"/>
            <a:lstStyle/>
            <a:p>
              <a:endParaRPr lang="en-US"/>
            </a:p>
          </p:txBody>
        </p:sp>
        <p:sp>
          <p:nvSpPr>
            <p:cNvPr id="127" name="Freeform: Shape 126">
              <a:extLst>
                <a:ext uri="{FF2B5EF4-FFF2-40B4-BE49-F238E27FC236}">
                  <a16:creationId xmlns:a16="http://schemas.microsoft.com/office/drawing/2014/main" id="{2F991662-D5DD-6D2D-9430-6E5913927AD5}"/>
                </a:ext>
              </a:extLst>
            </p:cNvPr>
            <p:cNvSpPr/>
            <p:nvPr/>
          </p:nvSpPr>
          <p:spPr>
            <a:xfrm>
              <a:off x="812307" y="1503490"/>
              <a:ext cx="117506" cy="117506"/>
            </a:xfrm>
            <a:custGeom>
              <a:avLst/>
              <a:gdLst>
                <a:gd name="connsiteX0" fmla="*/ 155151 w 155151"/>
                <a:gd name="connsiteY0" fmla="*/ 77575 h 155151"/>
                <a:gd name="connsiteX1" fmla="*/ 77576 w 155151"/>
                <a:gd name="connsiteY1" fmla="*/ 155151 h 155151"/>
                <a:gd name="connsiteX2" fmla="*/ 0 w 155151"/>
                <a:gd name="connsiteY2" fmla="*/ 77575 h 155151"/>
                <a:gd name="connsiteX3" fmla="*/ 77576 w 155151"/>
                <a:gd name="connsiteY3" fmla="*/ 0 h 155151"/>
                <a:gd name="connsiteX4" fmla="*/ 155151 w 155151"/>
                <a:gd name="connsiteY4" fmla="*/ 77575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5"/>
                  </a:moveTo>
                  <a:cubicBezTo>
                    <a:pt x="155151" y="120419"/>
                    <a:pt x="120419" y="155151"/>
                    <a:pt x="77576" y="155151"/>
                  </a:cubicBezTo>
                  <a:cubicBezTo>
                    <a:pt x="34732" y="155151"/>
                    <a:pt x="0" y="120419"/>
                    <a:pt x="0" y="77575"/>
                  </a:cubicBezTo>
                  <a:cubicBezTo>
                    <a:pt x="0" y="34732"/>
                    <a:pt x="34732" y="0"/>
                    <a:pt x="77576" y="0"/>
                  </a:cubicBezTo>
                  <a:cubicBezTo>
                    <a:pt x="120419" y="0"/>
                    <a:pt x="155151" y="34732"/>
                    <a:pt x="155151" y="77575"/>
                  </a:cubicBezTo>
                  <a:close/>
                </a:path>
              </a:pathLst>
            </a:custGeom>
            <a:grpFill/>
            <a:ln w="1257" cap="flat">
              <a:noFill/>
              <a:prstDash val="solid"/>
              <a:miter/>
            </a:ln>
          </p:spPr>
          <p:txBody>
            <a:bodyPr rtlCol="0" anchor="ctr"/>
            <a:lstStyle/>
            <a:p>
              <a:endParaRPr lang="en-US"/>
            </a:p>
          </p:txBody>
        </p:sp>
        <p:sp>
          <p:nvSpPr>
            <p:cNvPr id="128" name="Freeform: Shape 127">
              <a:extLst>
                <a:ext uri="{FF2B5EF4-FFF2-40B4-BE49-F238E27FC236}">
                  <a16:creationId xmlns:a16="http://schemas.microsoft.com/office/drawing/2014/main" id="{05B93589-1C5A-A578-7D85-99F7D000B3CB}"/>
                </a:ext>
              </a:extLst>
            </p:cNvPr>
            <p:cNvSpPr/>
            <p:nvPr/>
          </p:nvSpPr>
          <p:spPr>
            <a:xfrm>
              <a:off x="773264" y="1745584"/>
              <a:ext cx="117506" cy="117506"/>
            </a:xfrm>
            <a:custGeom>
              <a:avLst/>
              <a:gdLst>
                <a:gd name="connsiteX0" fmla="*/ 155151 w 155151"/>
                <a:gd name="connsiteY0" fmla="*/ 77576 h 155151"/>
                <a:gd name="connsiteX1" fmla="*/ 77576 w 155151"/>
                <a:gd name="connsiteY1" fmla="*/ 155151 h 155151"/>
                <a:gd name="connsiteX2" fmla="*/ 0 w 155151"/>
                <a:gd name="connsiteY2" fmla="*/ 77576 h 155151"/>
                <a:gd name="connsiteX3" fmla="*/ 77576 w 155151"/>
                <a:gd name="connsiteY3" fmla="*/ 0 h 155151"/>
                <a:gd name="connsiteX4" fmla="*/ 155151 w 155151"/>
                <a:gd name="connsiteY4" fmla="*/ 77576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6"/>
                  </a:moveTo>
                  <a:cubicBezTo>
                    <a:pt x="155151" y="120419"/>
                    <a:pt x="120419" y="155151"/>
                    <a:pt x="77576" y="155151"/>
                  </a:cubicBezTo>
                  <a:cubicBezTo>
                    <a:pt x="34732" y="155151"/>
                    <a:pt x="0" y="120420"/>
                    <a:pt x="0" y="77576"/>
                  </a:cubicBezTo>
                  <a:cubicBezTo>
                    <a:pt x="0" y="34732"/>
                    <a:pt x="34732" y="0"/>
                    <a:pt x="77576" y="0"/>
                  </a:cubicBezTo>
                  <a:cubicBezTo>
                    <a:pt x="120419" y="0"/>
                    <a:pt x="155151" y="34732"/>
                    <a:pt x="155151" y="77576"/>
                  </a:cubicBezTo>
                  <a:close/>
                </a:path>
              </a:pathLst>
            </a:custGeom>
            <a:grpFill/>
            <a:ln w="1257" cap="flat">
              <a:noFill/>
              <a:prstDash val="solid"/>
              <a:miter/>
            </a:ln>
          </p:spPr>
          <p:txBody>
            <a:bodyPr rtlCol="0" anchor="ctr"/>
            <a:lstStyle/>
            <a:p>
              <a:endParaRPr lang="en-US"/>
            </a:p>
          </p:txBody>
        </p:sp>
        <p:sp>
          <p:nvSpPr>
            <p:cNvPr id="129" name="Freeform: Shape 128">
              <a:extLst>
                <a:ext uri="{FF2B5EF4-FFF2-40B4-BE49-F238E27FC236}">
                  <a16:creationId xmlns:a16="http://schemas.microsoft.com/office/drawing/2014/main" id="{48F94E20-DC64-5BA5-7D48-3532EA1284EE}"/>
                </a:ext>
              </a:extLst>
            </p:cNvPr>
            <p:cNvSpPr/>
            <p:nvPr/>
          </p:nvSpPr>
          <p:spPr>
            <a:xfrm>
              <a:off x="812307" y="1987672"/>
              <a:ext cx="117506" cy="117506"/>
            </a:xfrm>
            <a:custGeom>
              <a:avLst/>
              <a:gdLst>
                <a:gd name="connsiteX0" fmla="*/ 155151 w 155151"/>
                <a:gd name="connsiteY0" fmla="*/ 77575 h 155151"/>
                <a:gd name="connsiteX1" fmla="*/ 77576 w 155151"/>
                <a:gd name="connsiteY1" fmla="*/ 155151 h 155151"/>
                <a:gd name="connsiteX2" fmla="*/ 0 w 155151"/>
                <a:gd name="connsiteY2" fmla="*/ 77575 h 155151"/>
                <a:gd name="connsiteX3" fmla="*/ 77576 w 155151"/>
                <a:gd name="connsiteY3" fmla="*/ 0 h 155151"/>
                <a:gd name="connsiteX4" fmla="*/ 155151 w 155151"/>
                <a:gd name="connsiteY4" fmla="*/ 77575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5"/>
                  </a:moveTo>
                  <a:cubicBezTo>
                    <a:pt x="155151" y="120419"/>
                    <a:pt x="120419" y="155151"/>
                    <a:pt x="77576" y="155151"/>
                  </a:cubicBezTo>
                  <a:cubicBezTo>
                    <a:pt x="34732" y="155151"/>
                    <a:pt x="0" y="120420"/>
                    <a:pt x="0" y="77575"/>
                  </a:cubicBezTo>
                  <a:cubicBezTo>
                    <a:pt x="0" y="34732"/>
                    <a:pt x="34732" y="0"/>
                    <a:pt x="77576" y="0"/>
                  </a:cubicBezTo>
                  <a:cubicBezTo>
                    <a:pt x="120419" y="0"/>
                    <a:pt x="155151" y="34731"/>
                    <a:pt x="155151" y="77575"/>
                  </a:cubicBezTo>
                  <a:close/>
                </a:path>
              </a:pathLst>
            </a:custGeom>
            <a:grpFill/>
            <a:ln w="1257" cap="flat">
              <a:noFill/>
              <a:prstDash val="solid"/>
              <a:miter/>
            </a:ln>
          </p:spPr>
          <p:txBody>
            <a:bodyPr rtlCol="0" anchor="ctr"/>
            <a:lstStyle/>
            <a:p>
              <a:endParaRPr lang="en-US"/>
            </a:p>
          </p:txBody>
        </p:sp>
        <p:sp>
          <p:nvSpPr>
            <p:cNvPr id="130" name="Freeform: Shape 129">
              <a:extLst>
                <a:ext uri="{FF2B5EF4-FFF2-40B4-BE49-F238E27FC236}">
                  <a16:creationId xmlns:a16="http://schemas.microsoft.com/office/drawing/2014/main" id="{B3BF5A98-548B-7FE4-B920-8ABAB4002A9D}"/>
                </a:ext>
              </a:extLst>
            </p:cNvPr>
            <p:cNvSpPr/>
            <p:nvPr/>
          </p:nvSpPr>
          <p:spPr>
            <a:xfrm>
              <a:off x="921038" y="2197922"/>
              <a:ext cx="117506" cy="117506"/>
            </a:xfrm>
            <a:custGeom>
              <a:avLst/>
              <a:gdLst>
                <a:gd name="connsiteX0" fmla="*/ 155151 w 155151"/>
                <a:gd name="connsiteY0" fmla="*/ 77575 h 155151"/>
                <a:gd name="connsiteX1" fmla="*/ 77576 w 155151"/>
                <a:gd name="connsiteY1" fmla="*/ 155151 h 155151"/>
                <a:gd name="connsiteX2" fmla="*/ 0 w 155151"/>
                <a:gd name="connsiteY2" fmla="*/ 77575 h 155151"/>
                <a:gd name="connsiteX3" fmla="*/ 77576 w 155151"/>
                <a:gd name="connsiteY3" fmla="*/ 0 h 155151"/>
                <a:gd name="connsiteX4" fmla="*/ 155151 w 155151"/>
                <a:gd name="connsiteY4" fmla="*/ 77575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5"/>
                  </a:moveTo>
                  <a:cubicBezTo>
                    <a:pt x="155151" y="120419"/>
                    <a:pt x="120419" y="155151"/>
                    <a:pt x="77576" y="155151"/>
                  </a:cubicBezTo>
                  <a:cubicBezTo>
                    <a:pt x="34732" y="155151"/>
                    <a:pt x="0" y="120420"/>
                    <a:pt x="0" y="77575"/>
                  </a:cubicBezTo>
                  <a:cubicBezTo>
                    <a:pt x="0" y="34732"/>
                    <a:pt x="34732" y="0"/>
                    <a:pt x="77576" y="0"/>
                  </a:cubicBezTo>
                  <a:cubicBezTo>
                    <a:pt x="120419" y="0"/>
                    <a:pt x="155151" y="34731"/>
                    <a:pt x="155151" y="77575"/>
                  </a:cubicBezTo>
                  <a:close/>
                </a:path>
              </a:pathLst>
            </a:custGeom>
            <a:grpFill/>
            <a:ln w="1257" cap="flat">
              <a:noFill/>
              <a:prstDash val="solid"/>
              <a:miter/>
            </a:ln>
          </p:spPr>
          <p:txBody>
            <a:bodyPr rtlCol="0" anchor="ctr"/>
            <a:lstStyle/>
            <a:p>
              <a:endParaRPr lang="en-US"/>
            </a:p>
          </p:txBody>
        </p:sp>
        <p:sp>
          <p:nvSpPr>
            <p:cNvPr id="131" name="Freeform: Shape 130">
              <a:extLst>
                <a:ext uri="{FF2B5EF4-FFF2-40B4-BE49-F238E27FC236}">
                  <a16:creationId xmlns:a16="http://schemas.microsoft.com/office/drawing/2014/main" id="{512A787F-F249-8138-8F25-94692864EE2C}"/>
                </a:ext>
              </a:extLst>
            </p:cNvPr>
            <p:cNvSpPr/>
            <p:nvPr/>
          </p:nvSpPr>
          <p:spPr>
            <a:xfrm>
              <a:off x="1086838" y="2363722"/>
              <a:ext cx="117506" cy="117506"/>
            </a:xfrm>
            <a:custGeom>
              <a:avLst/>
              <a:gdLst>
                <a:gd name="connsiteX0" fmla="*/ 155151 w 155151"/>
                <a:gd name="connsiteY0" fmla="*/ 77575 h 155151"/>
                <a:gd name="connsiteX1" fmla="*/ 77576 w 155151"/>
                <a:gd name="connsiteY1" fmla="*/ 155151 h 155151"/>
                <a:gd name="connsiteX2" fmla="*/ 0 w 155151"/>
                <a:gd name="connsiteY2" fmla="*/ 77575 h 155151"/>
                <a:gd name="connsiteX3" fmla="*/ 77576 w 155151"/>
                <a:gd name="connsiteY3" fmla="*/ 0 h 155151"/>
                <a:gd name="connsiteX4" fmla="*/ 155151 w 155151"/>
                <a:gd name="connsiteY4" fmla="*/ 77575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5"/>
                  </a:moveTo>
                  <a:cubicBezTo>
                    <a:pt x="155151" y="120419"/>
                    <a:pt x="120419" y="155151"/>
                    <a:pt x="77576" y="155151"/>
                  </a:cubicBezTo>
                  <a:cubicBezTo>
                    <a:pt x="34732" y="155151"/>
                    <a:pt x="0" y="120420"/>
                    <a:pt x="0" y="77575"/>
                  </a:cubicBezTo>
                  <a:cubicBezTo>
                    <a:pt x="0" y="34732"/>
                    <a:pt x="34732" y="0"/>
                    <a:pt x="77576" y="0"/>
                  </a:cubicBezTo>
                  <a:cubicBezTo>
                    <a:pt x="120419" y="0"/>
                    <a:pt x="155151" y="34731"/>
                    <a:pt x="155151" y="77575"/>
                  </a:cubicBezTo>
                  <a:close/>
                </a:path>
              </a:pathLst>
            </a:custGeom>
            <a:grpFill/>
            <a:ln w="1257" cap="flat">
              <a:noFill/>
              <a:prstDash val="solid"/>
              <a:miter/>
            </a:ln>
          </p:spPr>
          <p:txBody>
            <a:bodyPr rtlCol="0" anchor="ctr"/>
            <a:lstStyle/>
            <a:p>
              <a:endParaRPr lang="en-US"/>
            </a:p>
          </p:txBody>
        </p:sp>
        <p:sp>
          <p:nvSpPr>
            <p:cNvPr id="132" name="Freeform: Shape 131">
              <a:extLst>
                <a:ext uri="{FF2B5EF4-FFF2-40B4-BE49-F238E27FC236}">
                  <a16:creationId xmlns:a16="http://schemas.microsoft.com/office/drawing/2014/main" id="{D4965CA7-7058-38B7-D5F8-DC3116DA54F6}"/>
                </a:ext>
              </a:extLst>
            </p:cNvPr>
            <p:cNvSpPr/>
            <p:nvPr/>
          </p:nvSpPr>
          <p:spPr>
            <a:xfrm>
              <a:off x="1297088" y="2472453"/>
              <a:ext cx="117506" cy="117506"/>
            </a:xfrm>
            <a:custGeom>
              <a:avLst/>
              <a:gdLst>
                <a:gd name="connsiteX0" fmla="*/ 155151 w 155151"/>
                <a:gd name="connsiteY0" fmla="*/ 77576 h 155151"/>
                <a:gd name="connsiteX1" fmla="*/ 77576 w 155151"/>
                <a:gd name="connsiteY1" fmla="*/ 155151 h 155151"/>
                <a:gd name="connsiteX2" fmla="*/ 0 w 155151"/>
                <a:gd name="connsiteY2" fmla="*/ 77576 h 155151"/>
                <a:gd name="connsiteX3" fmla="*/ 77576 w 155151"/>
                <a:gd name="connsiteY3" fmla="*/ 0 h 155151"/>
                <a:gd name="connsiteX4" fmla="*/ 155151 w 155151"/>
                <a:gd name="connsiteY4" fmla="*/ 77576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6"/>
                  </a:moveTo>
                  <a:cubicBezTo>
                    <a:pt x="155151" y="120419"/>
                    <a:pt x="120419" y="155151"/>
                    <a:pt x="77576" y="155151"/>
                  </a:cubicBezTo>
                  <a:cubicBezTo>
                    <a:pt x="34732" y="155151"/>
                    <a:pt x="0" y="120420"/>
                    <a:pt x="0" y="77576"/>
                  </a:cubicBezTo>
                  <a:cubicBezTo>
                    <a:pt x="0" y="34732"/>
                    <a:pt x="34732" y="0"/>
                    <a:pt x="77576" y="0"/>
                  </a:cubicBezTo>
                  <a:cubicBezTo>
                    <a:pt x="120419" y="0"/>
                    <a:pt x="155151" y="34731"/>
                    <a:pt x="155151" y="77576"/>
                  </a:cubicBezTo>
                  <a:close/>
                </a:path>
              </a:pathLst>
            </a:custGeom>
            <a:grpFill/>
            <a:ln w="1257" cap="flat">
              <a:noFill/>
              <a:prstDash val="solid"/>
              <a:miter/>
            </a:ln>
          </p:spPr>
          <p:txBody>
            <a:bodyPr rtlCol="0" anchor="ctr"/>
            <a:lstStyle/>
            <a:p>
              <a:endParaRPr lang="en-US"/>
            </a:p>
          </p:txBody>
        </p:sp>
        <p:sp>
          <p:nvSpPr>
            <p:cNvPr id="133" name="Freeform: Shape 132">
              <a:extLst>
                <a:ext uri="{FF2B5EF4-FFF2-40B4-BE49-F238E27FC236}">
                  <a16:creationId xmlns:a16="http://schemas.microsoft.com/office/drawing/2014/main" id="{B2A65C63-4511-434D-B092-B7D3B0F3D3E3}"/>
                </a:ext>
              </a:extLst>
            </p:cNvPr>
            <p:cNvSpPr/>
            <p:nvPr/>
          </p:nvSpPr>
          <p:spPr>
            <a:xfrm>
              <a:off x="1539176" y="2511496"/>
              <a:ext cx="117506" cy="117506"/>
            </a:xfrm>
            <a:custGeom>
              <a:avLst/>
              <a:gdLst>
                <a:gd name="connsiteX0" fmla="*/ 155151 w 155151"/>
                <a:gd name="connsiteY0" fmla="*/ 77575 h 155151"/>
                <a:gd name="connsiteX1" fmla="*/ 77575 w 155151"/>
                <a:gd name="connsiteY1" fmla="*/ 155151 h 155151"/>
                <a:gd name="connsiteX2" fmla="*/ 0 w 155151"/>
                <a:gd name="connsiteY2" fmla="*/ 77575 h 155151"/>
                <a:gd name="connsiteX3" fmla="*/ 77575 w 155151"/>
                <a:gd name="connsiteY3" fmla="*/ 0 h 155151"/>
                <a:gd name="connsiteX4" fmla="*/ 155151 w 155151"/>
                <a:gd name="connsiteY4" fmla="*/ 77575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5"/>
                  </a:moveTo>
                  <a:cubicBezTo>
                    <a:pt x="155151" y="120419"/>
                    <a:pt x="120419" y="155151"/>
                    <a:pt x="77575" y="155151"/>
                  </a:cubicBezTo>
                  <a:cubicBezTo>
                    <a:pt x="34732" y="155151"/>
                    <a:pt x="0" y="120419"/>
                    <a:pt x="0" y="77575"/>
                  </a:cubicBezTo>
                  <a:cubicBezTo>
                    <a:pt x="0" y="34732"/>
                    <a:pt x="34732" y="0"/>
                    <a:pt x="77575" y="0"/>
                  </a:cubicBezTo>
                  <a:cubicBezTo>
                    <a:pt x="120419" y="0"/>
                    <a:pt x="155151" y="34731"/>
                    <a:pt x="155151" y="77575"/>
                  </a:cubicBezTo>
                  <a:close/>
                </a:path>
              </a:pathLst>
            </a:custGeom>
            <a:grpFill/>
            <a:ln w="1257" cap="flat">
              <a:noFill/>
              <a:prstDash val="solid"/>
              <a:miter/>
            </a:ln>
          </p:spPr>
          <p:txBody>
            <a:bodyPr rtlCol="0" anchor="ctr"/>
            <a:lstStyle/>
            <a:p>
              <a:endParaRPr lang="en-US"/>
            </a:p>
          </p:txBody>
        </p:sp>
        <p:sp>
          <p:nvSpPr>
            <p:cNvPr id="134" name="Freeform: Shape 133">
              <a:extLst>
                <a:ext uri="{FF2B5EF4-FFF2-40B4-BE49-F238E27FC236}">
                  <a16:creationId xmlns:a16="http://schemas.microsoft.com/office/drawing/2014/main" id="{B038D166-AEC0-163D-D6EC-28480E7EF75E}"/>
                </a:ext>
              </a:extLst>
            </p:cNvPr>
            <p:cNvSpPr/>
            <p:nvPr/>
          </p:nvSpPr>
          <p:spPr>
            <a:xfrm>
              <a:off x="1781270" y="2472453"/>
              <a:ext cx="117506" cy="117506"/>
            </a:xfrm>
            <a:custGeom>
              <a:avLst/>
              <a:gdLst>
                <a:gd name="connsiteX0" fmla="*/ 155151 w 155151"/>
                <a:gd name="connsiteY0" fmla="*/ 77576 h 155151"/>
                <a:gd name="connsiteX1" fmla="*/ 77575 w 155151"/>
                <a:gd name="connsiteY1" fmla="*/ 155151 h 155151"/>
                <a:gd name="connsiteX2" fmla="*/ 0 w 155151"/>
                <a:gd name="connsiteY2" fmla="*/ 77576 h 155151"/>
                <a:gd name="connsiteX3" fmla="*/ 77575 w 155151"/>
                <a:gd name="connsiteY3" fmla="*/ 0 h 155151"/>
                <a:gd name="connsiteX4" fmla="*/ 155151 w 155151"/>
                <a:gd name="connsiteY4" fmla="*/ 77576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6"/>
                  </a:moveTo>
                  <a:cubicBezTo>
                    <a:pt x="155151" y="120419"/>
                    <a:pt x="120419" y="155151"/>
                    <a:pt x="77575" y="155151"/>
                  </a:cubicBezTo>
                  <a:cubicBezTo>
                    <a:pt x="34732" y="155151"/>
                    <a:pt x="0" y="120420"/>
                    <a:pt x="0" y="77576"/>
                  </a:cubicBezTo>
                  <a:cubicBezTo>
                    <a:pt x="0" y="34732"/>
                    <a:pt x="34732" y="0"/>
                    <a:pt x="77575" y="0"/>
                  </a:cubicBezTo>
                  <a:cubicBezTo>
                    <a:pt x="120419" y="0"/>
                    <a:pt x="155151" y="34731"/>
                    <a:pt x="155151" y="77576"/>
                  </a:cubicBezTo>
                  <a:close/>
                </a:path>
              </a:pathLst>
            </a:custGeom>
            <a:grpFill/>
            <a:ln w="1257" cap="flat">
              <a:noFill/>
              <a:prstDash val="solid"/>
              <a:miter/>
            </a:ln>
          </p:spPr>
          <p:txBody>
            <a:bodyPr rtlCol="0" anchor="ctr"/>
            <a:lstStyle/>
            <a:p>
              <a:endParaRPr lang="en-US"/>
            </a:p>
          </p:txBody>
        </p:sp>
        <p:sp>
          <p:nvSpPr>
            <p:cNvPr id="135" name="Freeform: Shape 134">
              <a:extLst>
                <a:ext uri="{FF2B5EF4-FFF2-40B4-BE49-F238E27FC236}">
                  <a16:creationId xmlns:a16="http://schemas.microsoft.com/office/drawing/2014/main" id="{CF8224AD-19FD-55DA-CD50-97DFCC4341FE}"/>
                </a:ext>
              </a:extLst>
            </p:cNvPr>
            <p:cNvSpPr/>
            <p:nvPr/>
          </p:nvSpPr>
          <p:spPr>
            <a:xfrm>
              <a:off x="1991521" y="2363722"/>
              <a:ext cx="117506" cy="117506"/>
            </a:xfrm>
            <a:custGeom>
              <a:avLst/>
              <a:gdLst>
                <a:gd name="connsiteX0" fmla="*/ 155151 w 155151"/>
                <a:gd name="connsiteY0" fmla="*/ 77575 h 155151"/>
                <a:gd name="connsiteX1" fmla="*/ 77575 w 155151"/>
                <a:gd name="connsiteY1" fmla="*/ 155151 h 155151"/>
                <a:gd name="connsiteX2" fmla="*/ 0 w 155151"/>
                <a:gd name="connsiteY2" fmla="*/ 77575 h 155151"/>
                <a:gd name="connsiteX3" fmla="*/ 77575 w 155151"/>
                <a:gd name="connsiteY3" fmla="*/ 0 h 155151"/>
                <a:gd name="connsiteX4" fmla="*/ 155151 w 155151"/>
                <a:gd name="connsiteY4" fmla="*/ 77575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5"/>
                  </a:moveTo>
                  <a:cubicBezTo>
                    <a:pt x="155151" y="120419"/>
                    <a:pt x="120419" y="155151"/>
                    <a:pt x="77575" y="155151"/>
                  </a:cubicBezTo>
                  <a:cubicBezTo>
                    <a:pt x="34732" y="155151"/>
                    <a:pt x="0" y="120420"/>
                    <a:pt x="0" y="77575"/>
                  </a:cubicBezTo>
                  <a:cubicBezTo>
                    <a:pt x="0" y="34732"/>
                    <a:pt x="34732" y="0"/>
                    <a:pt x="77575" y="0"/>
                  </a:cubicBezTo>
                  <a:cubicBezTo>
                    <a:pt x="120419" y="0"/>
                    <a:pt x="155151" y="34731"/>
                    <a:pt x="155151" y="77575"/>
                  </a:cubicBezTo>
                  <a:close/>
                </a:path>
              </a:pathLst>
            </a:custGeom>
            <a:grpFill/>
            <a:ln w="1257" cap="flat">
              <a:noFill/>
              <a:prstDash val="solid"/>
              <a:miter/>
            </a:ln>
          </p:spPr>
          <p:txBody>
            <a:bodyPr rtlCol="0" anchor="ctr"/>
            <a:lstStyle/>
            <a:p>
              <a:endParaRPr lang="en-US"/>
            </a:p>
          </p:txBody>
        </p:sp>
        <p:sp>
          <p:nvSpPr>
            <p:cNvPr id="136" name="Freeform: Shape 135">
              <a:extLst>
                <a:ext uri="{FF2B5EF4-FFF2-40B4-BE49-F238E27FC236}">
                  <a16:creationId xmlns:a16="http://schemas.microsoft.com/office/drawing/2014/main" id="{CDEB9B6B-6387-E2B2-EB27-07A15F6B7581}"/>
                </a:ext>
              </a:extLst>
            </p:cNvPr>
            <p:cNvSpPr/>
            <p:nvPr/>
          </p:nvSpPr>
          <p:spPr>
            <a:xfrm>
              <a:off x="2157320" y="2197922"/>
              <a:ext cx="117506" cy="117506"/>
            </a:xfrm>
            <a:custGeom>
              <a:avLst/>
              <a:gdLst>
                <a:gd name="connsiteX0" fmla="*/ 155151 w 155151"/>
                <a:gd name="connsiteY0" fmla="*/ 77575 h 155151"/>
                <a:gd name="connsiteX1" fmla="*/ 77576 w 155151"/>
                <a:gd name="connsiteY1" fmla="*/ 155151 h 155151"/>
                <a:gd name="connsiteX2" fmla="*/ 0 w 155151"/>
                <a:gd name="connsiteY2" fmla="*/ 77575 h 155151"/>
                <a:gd name="connsiteX3" fmla="*/ 77576 w 155151"/>
                <a:gd name="connsiteY3" fmla="*/ 0 h 155151"/>
                <a:gd name="connsiteX4" fmla="*/ 155151 w 155151"/>
                <a:gd name="connsiteY4" fmla="*/ 77575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5"/>
                  </a:moveTo>
                  <a:cubicBezTo>
                    <a:pt x="155151" y="120419"/>
                    <a:pt x="120419" y="155151"/>
                    <a:pt x="77576" y="155151"/>
                  </a:cubicBezTo>
                  <a:cubicBezTo>
                    <a:pt x="34732" y="155151"/>
                    <a:pt x="0" y="120420"/>
                    <a:pt x="0" y="77575"/>
                  </a:cubicBezTo>
                  <a:cubicBezTo>
                    <a:pt x="0" y="34732"/>
                    <a:pt x="34732" y="0"/>
                    <a:pt x="77576" y="0"/>
                  </a:cubicBezTo>
                  <a:cubicBezTo>
                    <a:pt x="120420" y="0"/>
                    <a:pt x="155151" y="34731"/>
                    <a:pt x="155151" y="77575"/>
                  </a:cubicBezTo>
                  <a:close/>
                </a:path>
              </a:pathLst>
            </a:custGeom>
            <a:grpFill/>
            <a:ln w="1257" cap="flat">
              <a:noFill/>
              <a:prstDash val="solid"/>
              <a:miter/>
            </a:ln>
          </p:spPr>
          <p:txBody>
            <a:bodyPr rtlCol="0" anchor="ctr"/>
            <a:lstStyle/>
            <a:p>
              <a:endParaRPr lang="en-US"/>
            </a:p>
          </p:txBody>
        </p:sp>
        <p:sp>
          <p:nvSpPr>
            <p:cNvPr id="137" name="Freeform: Shape 136">
              <a:extLst>
                <a:ext uri="{FF2B5EF4-FFF2-40B4-BE49-F238E27FC236}">
                  <a16:creationId xmlns:a16="http://schemas.microsoft.com/office/drawing/2014/main" id="{A7A8CA72-0CC5-C31F-D9C4-80C53CF26EF5}"/>
                </a:ext>
              </a:extLst>
            </p:cNvPr>
            <p:cNvSpPr/>
            <p:nvPr/>
          </p:nvSpPr>
          <p:spPr>
            <a:xfrm>
              <a:off x="2266045" y="1987672"/>
              <a:ext cx="117506" cy="117506"/>
            </a:xfrm>
            <a:custGeom>
              <a:avLst/>
              <a:gdLst>
                <a:gd name="connsiteX0" fmla="*/ 155151 w 155151"/>
                <a:gd name="connsiteY0" fmla="*/ 77575 h 155151"/>
                <a:gd name="connsiteX1" fmla="*/ 77576 w 155151"/>
                <a:gd name="connsiteY1" fmla="*/ 155151 h 155151"/>
                <a:gd name="connsiteX2" fmla="*/ 0 w 155151"/>
                <a:gd name="connsiteY2" fmla="*/ 77575 h 155151"/>
                <a:gd name="connsiteX3" fmla="*/ 77576 w 155151"/>
                <a:gd name="connsiteY3" fmla="*/ 0 h 155151"/>
                <a:gd name="connsiteX4" fmla="*/ 155151 w 155151"/>
                <a:gd name="connsiteY4" fmla="*/ 77575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5"/>
                  </a:moveTo>
                  <a:cubicBezTo>
                    <a:pt x="155151" y="120419"/>
                    <a:pt x="120419" y="155151"/>
                    <a:pt x="77576" y="155151"/>
                  </a:cubicBezTo>
                  <a:cubicBezTo>
                    <a:pt x="34732" y="155151"/>
                    <a:pt x="0" y="120420"/>
                    <a:pt x="0" y="77575"/>
                  </a:cubicBezTo>
                  <a:cubicBezTo>
                    <a:pt x="0" y="34732"/>
                    <a:pt x="34732" y="0"/>
                    <a:pt x="77576" y="0"/>
                  </a:cubicBezTo>
                  <a:cubicBezTo>
                    <a:pt x="120420" y="0"/>
                    <a:pt x="155151" y="34731"/>
                    <a:pt x="155151" y="77575"/>
                  </a:cubicBezTo>
                  <a:close/>
                </a:path>
              </a:pathLst>
            </a:custGeom>
            <a:grpFill/>
            <a:ln w="1257" cap="flat">
              <a:noFill/>
              <a:prstDash val="solid"/>
              <a:miter/>
            </a:ln>
          </p:spPr>
          <p:txBody>
            <a:bodyPr rtlCol="0" anchor="ctr"/>
            <a:lstStyle/>
            <a:p>
              <a:endParaRPr lang="en-US"/>
            </a:p>
          </p:txBody>
        </p:sp>
        <p:sp>
          <p:nvSpPr>
            <p:cNvPr id="138" name="Freeform: Shape 137">
              <a:extLst>
                <a:ext uri="{FF2B5EF4-FFF2-40B4-BE49-F238E27FC236}">
                  <a16:creationId xmlns:a16="http://schemas.microsoft.com/office/drawing/2014/main" id="{7F5F7829-FB9E-620F-638F-743E9EB489DB}"/>
                </a:ext>
              </a:extLst>
            </p:cNvPr>
            <p:cNvSpPr/>
            <p:nvPr/>
          </p:nvSpPr>
          <p:spPr>
            <a:xfrm>
              <a:off x="2305094" y="1745584"/>
              <a:ext cx="117506" cy="117506"/>
            </a:xfrm>
            <a:custGeom>
              <a:avLst/>
              <a:gdLst>
                <a:gd name="connsiteX0" fmla="*/ 155151 w 155151"/>
                <a:gd name="connsiteY0" fmla="*/ 77576 h 155151"/>
                <a:gd name="connsiteX1" fmla="*/ 77576 w 155151"/>
                <a:gd name="connsiteY1" fmla="*/ 155151 h 155151"/>
                <a:gd name="connsiteX2" fmla="*/ 0 w 155151"/>
                <a:gd name="connsiteY2" fmla="*/ 77576 h 155151"/>
                <a:gd name="connsiteX3" fmla="*/ 77576 w 155151"/>
                <a:gd name="connsiteY3" fmla="*/ 0 h 155151"/>
                <a:gd name="connsiteX4" fmla="*/ 155151 w 155151"/>
                <a:gd name="connsiteY4" fmla="*/ 77576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6"/>
                  </a:moveTo>
                  <a:cubicBezTo>
                    <a:pt x="155151" y="120419"/>
                    <a:pt x="120419" y="155151"/>
                    <a:pt x="77576" y="155151"/>
                  </a:cubicBezTo>
                  <a:cubicBezTo>
                    <a:pt x="34732" y="155151"/>
                    <a:pt x="0" y="120420"/>
                    <a:pt x="0" y="77576"/>
                  </a:cubicBezTo>
                  <a:cubicBezTo>
                    <a:pt x="0" y="34732"/>
                    <a:pt x="34732" y="0"/>
                    <a:pt x="77576" y="0"/>
                  </a:cubicBezTo>
                  <a:cubicBezTo>
                    <a:pt x="120419" y="0"/>
                    <a:pt x="155151" y="34732"/>
                    <a:pt x="155151" y="77576"/>
                  </a:cubicBezTo>
                  <a:close/>
                </a:path>
              </a:pathLst>
            </a:custGeom>
            <a:grpFill/>
            <a:ln w="1257" cap="flat">
              <a:noFill/>
              <a:prstDash val="solid"/>
              <a:miter/>
            </a:ln>
          </p:spPr>
          <p:txBody>
            <a:bodyPr rtlCol="0" anchor="ctr"/>
            <a:lstStyle/>
            <a:p>
              <a:endParaRPr lang="en-US"/>
            </a:p>
          </p:txBody>
        </p:sp>
        <p:sp>
          <p:nvSpPr>
            <p:cNvPr id="139" name="Freeform: Shape 138">
              <a:extLst>
                <a:ext uri="{FF2B5EF4-FFF2-40B4-BE49-F238E27FC236}">
                  <a16:creationId xmlns:a16="http://schemas.microsoft.com/office/drawing/2014/main" id="{AA7765C4-F294-2805-2532-AC084BB92F1F}"/>
                </a:ext>
              </a:extLst>
            </p:cNvPr>
            <p:cNvSpPr/>
            <p:nvPr/>
          </p:nvSpPr>
          <p:spPr>
            <a:xfrm>
              <a:off x="2266045" y="1503490"/>
              <a:ext cx="117506" cy="117506"/>
            </a:xfrm>
            <a:custGeom>
              <a:avLst/>
              <a:gdLst>
                <a:gd name="connsiteX0" fmla="*/ 155151 w 155151"/>
                <a:gd name="connsiteY0" fmla="*/ 77575 h 155151"/>
                <a:gd name="connsiteX1" fmla="*/ 77576 w 155151"/>
                <a:gd name="connsiteY1" fmla="*/ 155151 h 155151"/>
                <a:gd name="connsiteX2" fmla="*/ 0 w 155151"/>
                <a:gd name="connsiteY2" fmla="*/ 77575 h 155151"/>
                <a:gd name="connsiteX3" fmla="*/ 77576 w 155151"/>
                <a:gd name="connsiteY3" fmla="*/ 0 h 155151"/>
                <a:gd name="connsiteX4" fmla="*/ 155151 w 155151"/>
                <a:gd name="connsiteY4" fmla="*/ 77575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5"/>
                  </a:moveTo>
                  <a:cubicBezTo>
                    <a:pt x="155151" y="120419"/>
                    <a:pt x="120419" y="155151"/>
                    <a:pt x="77576" y="155151"/>
                  </a:cubicBezTo>
                  <a:cubicBezTo>
                    <a:pt x="34732" y="155151"/>
                    <a:pt x="0" y="120419"/>
                    <a:pt x="0" y="77575"/>
                  </a:cubicBezTo>
                  <a:cubicBezTo>
                    <a:pt x="0" y="34732"/>
                    <a:pt x="34732" y="0"/>
                    <a:pt x="77576" y="0"/>
                  </a:cubicBezTo>
                  <a:cubicBezTo>
                    <a:pt x="120420" y="0"/>
                    <a:pt x="155151" y="34732"/>
                    <a:pt x="155151" y="77575"/>
                  </a:cubicBezTo>
                  <a:close/>
                </a:path>
              </a:pathLst>
            </a:custGeom>
            <a:grpFill/>
            <a:ln w="1257" cap="flat">
              <a:noFill/>
              <a:prstDash val="solid"/>
              <a:miter/>
            </a:ln>
          </p:spPr>
          <p:txBody>
            <a:bodyPr rtlCol="0" anchor="ctr"/>
            <a:lstStyle/>
            <a:p>
              <a:endParaRPr lang="en-US"/>
            </a:p>
          </p:txBody>
        </p:sp>
        <p:sp>
          <p:nvSpPr>
            <p:cNvPr id="140" name="Freeform: Shape 139">
              <a:extLst>
                <a:ext uri="{FF2B5EF4-FFF2-40B4-BE49-F238E27FC236}">
                  <a16:creationId xmlns:a16="http://schemas.microsoft.com/office/drawing/2014/main" id="{DC4615EE-843D-57E7-1BE4-BE99A1F05E1B}"/>
                </a:ext>
              </a:extLst>
            </p:cNvPr>
            <p:cNvSpPr/>
            <p:nvPr/>
          </p:nvSpPr>
          <p:spPr>
            <a:xfrm>
              <a:off x="2157320" y="1293239"/>
              <a:ext cx="117506" cy="117506"/>
            </a:xfrm>
            <a:custGeom>
              <a:avLst/>
              <a:gdLst>
                <a:gd name="connsiteX0" fmla="*/ 155151 w 155151"/>
                <a:gd name="connsiteY0" fmla="*/ 77575 h 155151"/>
                <a:gd name="connsiteX1" fmla="*/ 77576 w 155151"/>
                <a:gd name="connsiteY1" fmla="*/ 155151 h 155151"/>
                <a:gd name="connsiteX2" fmla="*/ 0 w 155151"/>
                <a:gd name="connsiteY2" fmla="*/ 77575 h 155151"/>
                <a:gd name="connsiteX3" fmla="*/ 77576 w 155151"/>
                <a:gd name="connsiteY3" fmla="*/ 0 h 155151"/>
                <a:gd name="connsiteX4" fmla="*/ 155151 w 155151"/>
                <a:gd name="connsiteY4" fmla="*/ 77575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5"/>
                  </a:moveTo>
                  <a:cubicBezTo>
                    <a:pt x="155151" y="120419"/>
                    <a:pt x="120419" y="155151"/>
                    <a:pt x="77576" y="155151"/>
                  </a:cubicBezTo>
                  <a:cubicBezTo>
                    <a:pt x="34732" y="155151"/>
                    <a:pt x="0" y="120419"/>
                    <a:pt x="0" y="77575"/>
                  </a:cubicBezTo>
                  <a:cubicBezTo>
                    <a:pt x="0" y="34732"/>
                    <a:pt x="34732" y="0"/>
                    <a:pt x="77576" y="0"/>
                  </a:cubicBezTo>
                  <a:cubicBezTo>
                    <a:pt x="120420" y="0"/>
                    <a:pt x="155151" y="34732"/>
                    <a:pt x="155151" y="77575"/>
                  </a:cubicBezTo>
                  <a:close/>
                </a:path>
              </a:pathLst>
            </a:custGeom>
            <a:grpFill/>
            <a:ln w="1257" cap="flat">
              <a:noFill/>
              <a:prstDash val="solid"/>
              <a:miter/>
            </a:ln>
          </p:spPr>
          <p:txBody>
            <a:bodyPr rtlCol="0" anchor="ctr"/>
            <a:lstStyle/>
            <a:p>
              <a:endParaRPr lang="en-US"/>
            </a:p>
          </p:txBody>
        </p:sp>
        <p:sp>
          <p:nvSpPr>
            <p:cNvPr id="141" name="Freeform: Shape 140">
              <a:extLst>
                <a:ext uri="{FF2B5EF4-FFF2-40B4-BE49-F238E27FC236}">
                  <a16:creationId xmlns:a16="http://schemas.microsoft.com/office/drawing/2014/main" id="{72560B93-752B-07B4-D4B4-196478F9B51A}"/>
                </a:ext>
              </a:extLst>
            </p:cNvPr>
            <p:cNvSpPr/>
            <p:nvPr/>
          </p:nvSpPr>
          <p:spPr>
            <a:xfrm>
              <a:off x="1991521" y="1127439"/>
              <a:ext cx="117506" cy="117506"/>
            </a:xfrm>
            <a:custGeom>
              <a:avLst/>
              <a:gdLst>
                <a:gd name="connsiteX0" fmla="*/ 155151 w 155151"/>
                <a:gd name="connsiteY0" fmla="*/ 77575 h 155151"/>
                <a:gd name="connsiteX1" fmla="*/ 77575 w 155151"/>
                <a:gd name="connsiteY1" fmla="*/ 155151 h 155151"/>
                <a:gd name="connsiteX2" fmla="*/ 0 w 155151"/>
                <a:gd name="connsiteY2" fmla="*/ 77575 h 155151"/>
                <a:gd name="connsiteX3" fmla="*/ 77575 w 155151"/>
                <a:gd name="connsiteY3" fmla="*/ 0 h 155151"/>
                <a:gd name="connsiteX4" fmla="*/ 155151 w 155151"/>
                <a:gd name="connsiteY4" fmla="*/ 77575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5"/>
                  </a:moveTo>
                  <a:cubicBezTo>
                    <a:pt x="155151" y="120419"/>
                    <a:pt x="120419" y="155151"/>
                    <a:pt x="77575" y="155151"/>
                  </a:cubicBezTo>
                  <a:cubicBezTo>
                    <a:pt x="34732" y="155151"/>
                    <a:pt x="0" y="120419"/>
                    <a:pt x="0" y="77575"/>
                  </a:cubicBezTo>
                  <a:cubicBezTo>
                    <a:pt x="0" y="34732"/>
                    <a:pt x="34732" y="0"/>
                    <a:pt x="77575" y="0"/>
                  </a:cubicBezTo>
                  <a:cubicBezTo>
                    <a:pt x="120419" y="0"/>
                    <a:pt x="155151" y="34732"/>
                    <a:pt x="155151" y="77575"/>
                  </a:cubicBezTo>
                  <a:close/>
                </a:path>
              </a:pathLst>
            </a:custGeom>
            <a:grpFill/>
            <a:ln w="1257" cap="flat">
              <a:noFill/>
              <a:prstDash val="solid"/>
              <a:miter/>
            </a:ln>
          </p:spPr>
          <p:txBody>
            <a:bodyPr rtlCol="0" anchor="ctr"/>
            <a:lstStyle/>
            <a:p>
              <a:endParaRPr lang="en-US"/>
            </a:p>
          </p:txBody>
        </p:sp>
        <p:sp>
          <p:nvSpPr>
            <p:cNvPr id="142" name="Freeform: Shape 141">
              <a:extLst>
                <a:ext uri="{FF2B5EF4-FFF2-40B4-BE49-F238E27FC236}">
                  <a16:creationId xmlns:a16="http://schemas.microsoft.com/office/drawing/2014/main" id="{57EE4AFE-6C73-E63B-14D4-08798CBDEB47}"/>
                </a:ext>
              </a:extLst>
            </p:cNvPr>
            <p:cNvSpPr/>
            <p:nvPr/>
          </p:nvSpPr>
          <p:spPr>
            <a:xfrm>
              <a:off x="1781270" y="1018708"/>
              <a:ext cx="117506" cy="117506"/>
            </a:xfrm>
            <a:custGeom>
              <a:avLst/>
              <a:gdLst>
                <a:gd name="connsiteX0" fmla="*/ 155151 w 155151"/>
                <a:gd name="connsiteY0" fmla="*/ 77576 h 155151"/>
                <a:gd name="connsiteX1" fmla="*/ 77575 w 155151"/>
                <a:gd name="connsiteY1" fmla="*/ 155151 h 155151"/>
                <a:gd name="connsiteX2" fmla="*/ 0 w 155151"/>
                <a:gd name="connsiteY2" fmla="*/ 77576 h 155151"/>
                <a:gd name="connsiteX3" fmla="*/ 77575 w 155151"/>
                <a:gd name="connsiteY3" fmla="*/ 0 h 155151"/>
                <a:gd name="connsiteX4" fmla="*/ 155151 w 155151"/>
                <a:gd name="connsiteY4" fmla="*/ 77576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6"/>
                  </a:moveTo>
                  <a:cubicBezTo>
                    <a:pt x="155151" y="120419"/>
                    <a:pt x="120419" y="155151"/>
                    <a:pt x="77575" y="155151"/>
                  </a:cubicBezTo>
                  <a:cubicBezTo>
                    <a:pt x="34732" y="155151"/>
                    <a:pt x="0" y="120419"/>
                    <a:pt x="0" y="77576"/>
                  </a:cubicBezTo>
                  <a:cubicBezTo>
                    <a:pt x="0" y="34732"/>
                    <a:pt x="34732" y="0"/>
                    <a:pt x="77575" y="0"/>
                  </a:cubicBezTo>
                  <a:cubicBezTo>
                    <a:pt x="120419" y="0"/>
                    <a:pt x="155151" y="34732"/>
                    <a:pt x="155151" y="77576"/>
                  </a:cubicBezTo>
                  <a:close/>
                </a:path>
              </a:pathLst>
            </a:custGeom>
            <a:grpFill/>
            <a:ln w="1257" cap="flat">
              <a:noFill/>
              <a:prstDash val="solid"/>
              <a:miter/>
            </a:ln>
          </p:spPr>
          <p:txBody>
            <a:bodyPr rtlCol="0" anchor="ctr"/>
            <a:lstStyle/>
            <a:p>
              <a:endParaRPr lang="en-US"/>
            </a:p>
          </p:txBody>
        </p:sp>
      </p:grpSp>
      <p:sp>
        <p:nvSpPr>
          <p:cNvPr id="143" name="Arc 142">
            <a:extLst>
              <a:ext uri="{FF2B5EF4-FFF2-40B4-BE49-F238E27FC236}">
                <a16:creationId xmlns:a16="http://schemas.microsoft.com/office/drawing/2014/main" id="{C2F766C7-1B8B-6C44-C7F9-11391C204EDE}"/>
              </a:ext>
            </a:extLst>
          </p:cNvPr>
          <p:cNvSpPr/>
          <p:nvPr/>
        </p:nvSpPr>
        <p:spPr>
          <a:xfrm>
            <a:off x="5337178" y="1689281"/>
            <a:ext cx="1531837" cy="1531837"/>
          </a:xfrm>
          <a:prstGeom prst="arc">
            <a:avLst>
              <a:gd name="adj1" fmla="val 16200000"/>
              <a:gd name="adj2" fmla="val 12840252"/>
            </a:avLst>
          </a:prstGeom>
          <a:noFill/>
          <a:ln w="139700" cap="rnd">
            <a:solidFill>
              <a:srgbClr val="FF2F2F"/>
            </a:solidFill>
            <a:prstDash val="solid"/>
            <a:miter/>
          </a:ln>
        </p:spPr>
        <p:txBody>
          <a:bodyPr rtlCol="0" anchor="ctr"/>
          <a:lstStyle/>
          <a:p>
            <a:endParaRPr lang="en-US">
              <a:ln>
                <a:solidFill>
                  <a:schemeClr val="accent3">
                    <a:lumMod val="10000"/>
                    <a:lumOff val="90000"/>
                  </a:schemeClr>
                </a:solidFill>
              </a:ln>
            </a:endParaRPr>
          </a:p>
        </p:txBody>
      </p:sp>
      <p:sp>
        <p:nvSpPr>
          <p:cNvPr id="144" name="Freeform: Shape 143">
            <a:extLst>
              <a:ext uri="{FF2B5EF4-FFF2-40B4-BE49-F238E27FC236}">
                <a16:creationId xmlns:a16="http://schemas.microsoft.com/office/drawing/2014/main" id="{108B4BFC-B96B-6CBF-B6E1-8EC41D1963A5}"/>
              </a:ext>
            </a:extLst>
          </p:cNvPr>
          <p:cNvSpPr/>
          <p:nvPr/>
        </p:nvSpPr>
        <p:spPr>
          <a:xfrm>
            <a:off x="5563408" y="1915514"/>
            <a:ext cx="1079376" cy="1079372"/>
          </a:xfrm>
          <a:custGeom>
            <a:avLst/>
            <a:gdLst>
              <a:gd name="connsiteX0" fmla="*/ 3086591 w 3086591"/>
              <a:gd name="connsiteY0" fmla="*/ 1543295 h 3086590"/>
              <a:gd name="connsiteX1" fmla="*/ 1543296 w 3086591"/>
              <a:gd name="connsiteY1" fmla="*/ 3086591 h 3086590"/>
              <a:gd name="connsiteX2" fmla="*/ 0 w 3086591"/>
              <a:gd name="connsiteY2" fmla="*/ 1543295 h 3086590"/>
              <a:gd name="connsiteX3" fmla="*/ 1543296 w 3086591"/>
              <a:gd name="connsiteY3" fmla="*/ 0 h 3086590"/>
              <a:gd name="connsiteX4" fmla="*/ 3086591 w 3086591"/>
              <a:gd name="connsiteY4" fmla="*/ 1543295 h 3086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86591" h="3086590">
                <a:moveTo>
                  <a:pt x="3086591" y="1543295"/>
                </a:moveTo>
                <a:cubicBezTo>
                  <a:pt x="3086591" y="2395634"/>
                  <a:pt x="2395634" y="3086591"/>
                  <a:pt x="1543296" y="3086591"/>
                </a:cubicBezTo>
                <a:cubicBezTo>
                  <a:pt x="690957" y="3086591"/>
                  <a:pt x="0" y="2395634"/>
                  <a:pt x="0" y="1543295"/>
                </a:cubicBezTo>
                <a:cubicBezTo>
                  <a:pt x="0" y="690957"/>
                  <a:pt x="690957" y="0"/>
                  <a:pt x="1543296" y="0"/>
                </a:cubicBezTo>
                <a:cubicBezTo>
                  <a:pt x="2395634" y="0"/>
                  <a:pt x="3086591" y="690957"/>
                  <a:pt x="3086591" y="1543295"/>
                </a:cubicBezTo>
                <a:close/>
              </a:path>
            </a:pathLst>
          </a:custGeom>
          <a:solidFill>
            <a:schemeClr val="bg1"/>
          </a:solidFill>
          <a:ln w="12700" cap="flat">
            <a:noFill/>
            <a:prstDash val="solid"/>
            <a:miter/>
          </a:ln>
        </p:spPr>
        <p:txBody>
          <a:bodyPr rtlCol="0" anchor="ctr"/>
          <a:lstStyle/>
          <a:p>
            <a:endParaRPr lang="en-US"/>
          </a:p>
        </p:txBody>
      </p:sp>
      <p:sp>
        <p:nvSpPr>
          <p:cNvPr id="145" name="TextBox 144">
            <a:extLst>
              <a:ext uri="{FF2B5EF4-FFF2-40B4-BE49-F238E27FC236}">
                <a16:creationId xmlns:a16="http://schemas.microsoft.com/office/drawing/2014/main" id="{2D99AF3E-D92C-CC55-2C1D-EE49616B573C}"/>
              </a:ext>
            </a:extLst>
          </p:cNvPr>
          <p:cNvSpPr txBox="1"/>
          <p:nvPr/>
        </p:nvSpPr>
        <p:spPr>
          <a:xfrm>
            <a:off x="5726229" y="2080490"/>
            <a:ext cx="753732" cy="400110"/>
          </a:xfrm>
          <a:prstGeom prst="rect">
            <a:avLst/>
          </a:prstGeom>
          <a:noFill/>
        </p:spPr>
        <p:txBody>
          <a:bodyPr wrap="none" rtlCol="0">
            <a:spAutoFit/>
          </a:bodyPr>
          <a:lstStyle/>
          <a:p>
            <a:pPr algn="ctr"/>
            <a:r>
              <a:rPr lang="en-US" sz="2000" b="1">
                <a:gradFill>
                  <a:gsLst>
                    <a:gs pos="0">
                      <a:srgbClr val="288CE1"/>
                    </a:gs>
                    <a:gs pos="100000">
                      <a:srgbClr val="044FA3"/>
                    </a:gs>
                  </a:gsLst>
                  <a:lin ang="5400000" scaled="1"/>
                </a:gradFill>
                <a:latin typeface="Montserrat" panose="00000500000000000000" pitchFamily="2" charset="0"/>
              </a:rPr>
              <a:t>88%</a:t>
            </a:r>
          </a:p>
        </p:txBody>
      </p:sp>
      <p:sp>
        <p:nvSpPr>
          <p:cNvPr id="146" name="TextBox 145">
            <a:extLst>
              <a:ext uri="{FF2B5EF4-FFF2-40B4-BE49-F238E27FC236}">
                <a16:creationId xmlns:a16="http://schemas.microsoft.com/office/drawing/2014/main" id="{0834D40E-E93D-ABA4-F11F-A925BB82939C}"/>
              </a:ext>
            </a:extLst>
          </p:cNvPr>
          <p:cNvSpPr txBox="1"/>
          <p:nvPr/>
        </p:nvSpPr>
        <p:spPr>
          <a:xfrm>
            <a:off x="5614081" y="2440490"/>
            <a:ext cx="1000595" cy="461665"/>
          </a:xfrm>
          <a:prstGeom prst="rect">
            <a:avLst/>
          </a:prstGeom>
          <a:noFill/>
        </p:spPr>
        <p:txBody>
          <a:bodyPr wrap="none" rtlCol="0">
            <a:spAutoFit/>
          </a:bodyPr>
          <a:lstStyle/>
          <a:p>
            <a:pPr algn="ctr"/>
            <a:r>
              <a:rPr lang="en-US" sz="1200" b="1">
                <a:solidFill>
                  <a:schemeClr val="accent4"/>
                </a:solidFill>
              </a:rPr>
              <a:t>927</a:t>
            </a:r>
            <a:r>
              <a:rPr lang="en-US" sz="1200" b="1"/>
              <a:t> + </a:t>
            </a:r>
            <a:r>
              <a:rPr lang="en-US" sz="1200" b="1">
                <a:solidFill>
                  <a:srgbClr val="FF2F2F"/>
                </a:solidFill>
              </a:rPr>
              <a:t>1183</a:t>
            </a:r>
            <a:r>
              <a:rPr lang="en-US" sz="1200" b="1"/>
              <a:t> </a:t>
            </a:r>
          </a:p>
          <a:p>
            <a:pPr algn="ctr"/>
            <a:r>
              <a:rPr lang="en-US" sz="1200" b="1"/>
              <a:t>2110 KE</a:t>
            </a:r>
          </a:p>
        </p:txBody>
      </p:sp>
      <p:sp>
        <p:nvSpPr>
          <p:cNvPr id="147" name="Freeform: Shape 146">
            <a:extLst>
              <a:ext uri="{FF2B5EF4-FFF2-40B4-BE49-F238E27FC236}">
                <a16:creationId xmlns:a16="http://schemas.microsoft.com/office/drawing/2014/main" id="{C82B7027-9C8F-52CC-813B-2E1AA4CC8A06}"/>
              </a:ext>
            </a:extLst>
          </p:cNvPr>
          <p:cNvSpPr/>
          <p:nvPr/>
        </p:nvSpPr>
        <p:spPr>
          <a:xfrm>
            <a:off x="7540892" y="1488242"/>
            <a:ext cx="1945444" cy="1945443"/>
          </a:xfrm>
          <a:custGeom>
            <a:avLst/>
            <a:gdLst>
              <a:gd name="connsiteX0" fmla="*/ 3086591 w 3086591"/>
              <a:gd name="connsiteY0" fmla="*/ 1543295 h 3086590"/>
              <a:gd name="connsiteX1" fmla="*/ 1543296 w 3086591"/>
              <a:gd name="connsiteY1" fmla="*/ 3086591 h 3086590"/>
              <a:gd name="connsiteX2" fmla="*/ 0 w 3086591"/>
              <a:gd name="connsiteY2" fmla="*/ 1543295 h 3086590"/>
              <a:gd name="connsiteX3" fmla="*/ 1543296 w 3086591"/>
              <a:gd name="connsiteY3" fmla="*/ 0 h 3086590"/>
              <a:gd name="connsiteX4" fmla="*/ 3086591 w 3086591"/>
              <a:gd name="connsiteY4" fmla="*/ 1543295 h 3086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86591" h="3086590">
                <a:moveTo>
                  <a:pt x="3086591" y="1543295"/>
                </a:moveTo>
                <a:cubicBezTo>
                  <a:pt x="3086591" y="2395634"/>
                  <a:pt x="2395634" y="3086591"/>
                  <a:pt x="1543296" y="3086591"/>
                </a:cubicBezTo>
                <a:cubicBezTo>
                  <a:pt x="690957" y="3086591"/>
                  <a:pt x="0" y="2395634"/>
                  <a:pt x="0" y="1543295"/>
                </a:cubicBezTo>
                <a:cubicBezTo>
                  <a:pt x="0" y="690957"/>
                  <a:pt x="690957" y="0"/>
                  <a:pt x="1543296" y="0"/>
                </a:cubicBezTo>
                <a:cubicBezTo>
                  <a:pt x="2395634" y="0"/>
                  <a:pt x="3086591" y="690957"/>
                  <a:pt x="3086591" y="1543295"/>
                </a:cubicBezTo>
                <a:close/>
              </a:path>
            </a:pathLst>
          </a:custGeom>
          <a:gradFill>
            <a:gsLst>
              <a:gs pos="0">
                <a:srgbClr val="3AAAFF">
                  <a:alpha val="14000"/>
                </a:srgbClr>
              </a:gs>
              <a:gs pos="100000">
                <a:srgbClr val="044FA3">
                  <a:alpha val="14000"/>
                </a:srgbClr>
              </a:gs>
            </a:gsLst>
            <a:lin ang="5400000" scaled="1"/>
          </a:gradFill>
          <a:ln w="12700" cap="flat">
            <a:noFill/>
            <a:prstDash val="solid"/>
            <a:miter/>
          </a:ln>
        </p:spPr>
        <p:txBody>
          <a:bodyPr rtlCol="0" anchor="ctr"/>
          <a:lstStyle/>
          <a:p>
            <a:endParaRPr lang="en-US"/>
          </a:p>
        </p:txBody>
      </p:sp>
      <p:grpSp>
        <p:nvGrpSpPr>
          <p:cNvPr id="148" name="Group 147">
            <a:extLst>
              <a:ext uri="{FF2B5EF4-FFF2-40B4-BE49-F238E27FC236}">
                <a16:creationId xmlns:a16="http://schemas.microsoft.com/office/drawing/2014/main" id="{CA56D80F-055E-83E0-6A1B-CC432DA41706}"/>
              </a:ext>
            </a:extLst>
          </p:cNvPr>
          <p:cNvGrpSpPr/>
          <p:nvPr/>
        </p:nvGrpSpPr>
        <p:grpSpPr>
          <a:xfrm>
            <a:off x="7688946" y="1636295"/>
            <a:ext cx="1649336" cy="1649337"/>
            <a:chOff x="773264" y="979665"/>
            <a:chExt cx="1649336" cy="1649337"/>
          </a:xfrm>
          <a:solidFill>
            <a:schemeClr val="bg1"/>
          </a:solidFill>
        </p:grpSpPr>
        <p:sp>
          <p:nvSpPr>
            <p:cNvPr id="149" name="Freeform: Shape 148">
              <a:extLst>
                <a:ext uri="{FF2B5EF4-FFF2-40B4-BE49-F238E27FC236}">
                  <a16:creationId xmlns:a16="http://schemas.microsoft.com/office/drawing/2014/main" id="{889E4E98-FEF8-4184-BD3F-DFF912A4E112}"/>
                </a:ext>
              </a:extLst>
            </p:cNvPr>
            <p:cNvSpPr/>
            <p:nvPr/>
          </p:nvSpPr>
          <p:spPr>
            <a:xfrm>
              <a:off x="1539176" y="979665"/>
              <a:ext cx="117506" cy="117506"/>
            </a:xfrm>
            <a:custGeom>
              <a:avLst/>
              <a:gdLst>
                <a:gd name="connsiteX0" fmla="*/ 155151 w 155151"/>
                <a:gd name="connsiteY0" fmla="*/ 77576 h 155151"/>
                <a:gd name="connsiteX1" fmla="*/ 77575 w 155151"/>
                <a:gd name="connsiteY1" fmla="*/ 155151 h 155151"/>
                <a:gd name="connsiteX2" fmla="*/ 0 w 155151"/>
                <a:gd name="connsiteY2" fmla="*/ 77576 h 155151"/>
                <a:gd name="connsiteX3" fmla="*/ 77575 w 155151"/>
                <a:gd name="connsiteY3" fmla="*/ 0 h 155151"/>
                <a:gd name="connsiteX4" fmla="*/ 155151 w 155151"/>
                <a:gd name="connsiteY4" fmla="*/ 77576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6"/>
                  </a:moveTo>
                  <a:cubicBezTo>
                    <a:pt x="155151" y="120419"/>
                    <a:pt x="120419" y="155151"/>
                    <a:pt x="77575" y="155151"/>
                  </a:cubicBezTo>
                  <a:cubicBezTo>
                    <a:pt x="34732" y="155151"/>
                    <a:pt x="0" y="120419"/>
                    <a:pt x="0" y="77576"/>
                  </a:cubicBezTo>
                  <a:cubicBezTo>
                    <a:pt x="0" y="34732"/>
                    <a:pt x="34732" y="0"/>
                    <a:pt x="77575" y="0"/>
                  </a:cubicBezTo>
                  <a:cubicBezTo>
                    <a:pt x="120419" y="0"/>
                    <a:pt x="155151" y="34732"/>
                    <a:pt x="155151" y="77576"/>
                  </a:cubicBezTo>
                  <a:close/>
                </a:path>
              </a:pathLst>
            </a:custGeom>
            <a:grpFill/>
            <a:ln w="1257" cap="flat">
              <a:noFill/>
              <a:prstDash val="solid"/>
              <a:miter/>
            </a:ln>
          </p:spPr>
          <p:txBody>
            <a:bodyPr rtlCol="0" anchor="ctr"/>
            <a:lstStyle/>
            <a:p>
              <a:endParaRPr lang="en-US"/>
            </a:p>
          </p:txBody>
        </p:sp>
        <p:sp>
          <p:nvSpPr>
            <p:cNvPr id="150" name="Freeform: Shape 149">
              <a:extLst>
                <a:ext uri="{FF2B5EF4-FFF2-40B4-BE49-F238E27FC236}">
                  <a16:creationId xmlns:a16="http://schemas.microsoft.com/office/drawing/2014/main" id="{14314D8C-61D7-9778-B0E3-55F7882843D1}"/>
                </a:ext>
              </a:extLst>
            </p:cNvPr>
            <p:cNvSpPr/>
            <p:nvPr/>
          </p:nvSpPr>
          <p:spPr>
            <a:xfrm>
              <a:off x="1297088" y="1018708"/>
              <a:ext cx="117506" cy="117506"/>
            </a:xfrm>
            <a:custGeom>
              <a:avLst/>
              <a:gdLst>
                <a:gd name="connsiteX0" fmla="*/ 155151 w 155151"/>
                <a:gd name="connsiteY0" fmla="*/ 77576 h 155151"/>
                <a:gd name="connsiteX1" fmla="*/ 77576 w 155151"/>
                <a:gd name="connsiteY1" fmla="*/ 155151 h 155151"/>
                <a:gd name="connsiteX2" fmla="*/ 0 w 155151"/>
                <a:gd name="connsiteY2" fmla="*/ 77576 h 155151"/>
                <a:gd name="connsiteX3" fmla="*/ 77576 w 155151"/>
                <a:gd name="connsiteY3" fmla="*/ 0 h 155151"/>
                <a:gd name="connsiteX4" fmla="*/ 155151 w 155151"/>
                <a:gd name="connsiteY4" fmla="*/ 77576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6"/>
                  </a:moveTo>
                  <a:cubicBezTo>
                    <a:pt x="155151" y="120419"/>
                    <a:pt x="120419" y="155151"/>
                    <a:pt x="77576" y="155151"/>
                  </a:cubicBezTo>
                  <a:cubicBezTo>
                    <a:pt x="34732" y="155151"/>
                    <a:pt x="0" y="120419"/>
                    <a:pt x="0" y="77576"/>
                  </a:cubicBezTo>
                  <a:cubicBezTo>
                    <a:pt x="0" y="34732"/>
                    <a:pt x="34732" y="0"/>
                    <a:pt x="77576" y="0"/>
                  </a:cubicBezTo>
                  <a:cubicBezTo>
                    <a:pt x="120419" y="0"/>
                    <a:pt x="155151" y="34732"/>
                    <a:pt x="155151" y="77576"/>
                  </a:cubicBezTo>
                  <a:close/>
                </a:path>
              </a:pathLst>
            </a:custGeom>
            <a:grpFill/>
            <a:ln w="1257" cap="flat">
              <a:noFill/>
              <a:prstDash val="solid"/>
              <a:miter/>
            </a:ln>
          </p:spPr>
          <p:txBody>
            <a:bodyPr rtlCol="0" anchor="ctr"/>
            <a:lstStyle/>
            <a:p>
              <a:endParaRPr lang="en-US"/>
            </a:p>
          </p:txBody>
        </p:sp>
        <p:sp>
          <p:nvSpPr>
            <p:cNvPr id="151" name="Freeform: Shape 150">
              <a:extLst>
                <a:ext uri="{FF2B5EF4-FFF2-40B4-BE49-F238E27FC236}">
                  <a16:creationId xmlns:a16="http://schemas.microsoft.com/office/drawing/2014/main" id="{7A8D9BB2-30E9-0BBD-8AFA-ADED8EEC6AC9}"/>
                </a:ext>
              </a:extLst>
            </p:cNvPr>
            <p:cNvSpPr/>
            <p:nvPr/>
          </p:nvSpPr>
          <p:spPr>
            <a:xfrm>
              <a:off x="1086838" y="1127439"/>
              <a:ext cx="117506" cy="117506"/>
            </a:xfrm>
            <a:custGeom>
              <a:avLst/>
              <a:gdLst>
                <a:gd name="connsiteX0" fmla="*/ 155151 w 155151"/>
                <a:gd name="connsiteY0" fmla="*/ 77575 h 155151"/>
                <a:gd name="connsiteX1" fmla="*/ 77576 w 155151"/>
                <a:gd name="connsiteY1" fmla="*/ 155151 h 155151"/>
                <a:gd name="connsiteX2" fmla="*/ 0 w 155151"/>
                <a:gd name="connsiteY2" fmla="*/ 77575 h 155151"/>
                <a:gd name="connsiteX3" fmla="*/ 77576 w 155151"/>
                <a:gd name="connsiteY3" fmla="*/ 0 h 155151"/>
                <a:gd name="connsiteX4" fmla="*/ 155151 w 155151"/>
                <a:gd name="connsiteY4" fmla="*/ 77575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5"/>
                  </a:moveTo>
                  <a:cubicBezTo>
                    <a:pt x="155151" y="120419"/>
                    <a:pt x="120419" y="155151"/>
                    <a:pt x="77576" y="155151"/>
                  </a:cubicBezTo>
                  <a:cubicBezTo>
                    <a:pt x="34732" y="155151"/>
                    <a:pt x="0" y="120419"/>
                    <a:pt x="0" y="77575"/>
                  </a:cubicBezTo>
                  <a:cubicBezTo>
                    <a:pt x="0" y="34732"/>
                    <a:pt x="34732" y="0"/>
                    <a:pt x="77576" y="0"/>
                  </a:cubicBezTo>
                  <a:cubicBezTo>
                    <a:pt x="120419" y="0"/>
                    <a:pt x="155151" y="34732"/>
                    <a:pt x="155151" y="77575"/>
                  </a:cubicBezTo>
                  <a:close/>
                </a:path>
              </a:pathLst>
            </a:custGeom>
            <a:grpFill/>
            <a:ln w="1257" cap="flat">
              <a:noFill/>
              <a:prstDash val="solid"/>
              <a:miter/>
            </a:ln>
          </p:spPr>
          <p:txBody>
            <a:bodyPr rtlCol="0" anchor="ctr"/>
            <a:lstStyle/>
            <a:p>
              <a:endParaRPr lang="en-US"/>
            </a:p>
          </p:txBody>
        </p:sp>
        <p:sp>
          <p:nvSpPr>
            <p:cNvPr id="152" name="Freeform: Shape 151">
              <a:extLst>
                <a:ext uri="{FF2B5EF4-FFF2-40B4-BE49-F238E27FC236}">
                  <a16:creationId xmlns:a16="http://schemas.microsoft.com/office/drawing/2014/main" id="{BD059F32-DD5D-BFCA-BAC2-30003AE0A2E2}"/>
                </a:ext>
              </a:extLst>
            </p:cNvPr>
            <p:cNvSpPr/>
            <p:nvPr/>
          </p:nvSpPr>
          <p:spPr>
            <a:xfrm>
              <a:off x="921038" y="1293239"/>
              <a:ext cx="117506" cy="117506"/>
            </a:xfrm>
            <a:custGeom>
              <a:avLst/>
              <a:gdLst>
                <a:gd name="connsiteX0" fmla="*/ 155151 w 155151"/>
                <a:gd name="connsiteY0" fmla="*/ 77575 h 155151"/>
                <a:gd name="connsiteX1" fmla="*/ 77576 w 155151"/>
                <a:gd name="connsiteY1" fmla="*/ 155151 h 155151"/>
                <a:gd name="connsiteX2" fmla="*/ 0 w 155151"/>
                <a:gd name="connsiteY2" fmla="*/ 77575 h 155151"/>
                <a:gd name="connsiteX3" fmla="*/ 77576 w 155151"/>
                <a:gd name="connsiteY3" fmla="*/ 0 h 155151"/>
                <a:gd name="connsiteX4" fmla="*/ 155151 w 155151"/>
                <a:gd name="connsiteY4" fmla="*/ 77575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5"/>
                  </a:moveTo>
                  <a:cubicBezTo>
                    <a:pt x="155151" y="120419"/>
                    <a:pt x="120419" y="155151"/>
                    <a:pt x="77576" y="155151"/>
                  </a:cubicBezTo>
                  <a:cubicBezTo>
                    <a:pt x="34732" y="155151"/>
                    <a:pt x="0" y="120419"/>
                    <a:pt x="0" y="77575"/>
                  </a:cubicBezTo>
                  <a:cubicBezTo>
                    <a:pt x="0" y="34732"/>
                    <a:pt x="34732" y="0"/>
                    <a:pt x="77576" y="0"/>
                  </a:cubicBezTo>
                  <a:cubicBezTo>
                    <a:pt x="120419" y="0"/>
                    <a:pt x="155151" y="34732"/>
                    <a:pt x="155151" y="77575"/>
                  </a:cubicBezTo>
                  <a:close/>
                </a:path>
              </a:pathLst>
            </a:custGeom>
            <a:grpFill/>
            <a:ln w="1257" cap="flat">
              <a:noFill/>
              <a:prstDash val="solid"/>
              <a:miter/>
            </a:ln>
          </p:spPr>
          <p:txBody>
            <a:bodyPr rtlCol="0" anchor="ctr"/>
            <a:lstStyle/>
            <a:p>
              <a:endParaRPr lang="en-US"/>
            </a:p>
          </p:txBody>
        </p:sp>
        <p:sp>
          <p:nvSpPr>
            <p:cNvPr id="153" name="Freeform: Shape 152">
              <a:extLst>
                <a:ext uri="{FF2B5EF4-FFF2-40B4-BE49-F238E27FC236}">
                  <a16:creationId xmlns:a16="http://schemas.microsoft.com/office/drawing/2014/main" id="{AC3DEC13-2506-1FE9-195F-4715FCDECF2C}"/>
                </a:ext>
              </a:extLst>
            </p:cNvPr>
            <p:cNvSpPr/>
            <p:nvPr/>
          </p:nvSpPr>
          <p:spPr>
            <a:xfrm>
              <a:off x="812307" y="1503490"/>
              <a:ext cx="117506" cy="117506"/>
            </a:xfrm>
            <a:custGeom>
              <a:avLst/>
              <a:gdLst>
                <a:gd name="connsiteX0" fmla="*/ 155151 w 155151"/>
                <a:gd name="connsiteY0" fmla="*/ 77575 h 155151"/>
                <a:gd name="connsiteX1" fmla="*/ 77576 w 155151"/>
                <a:gd name="connsiteY1" fmla="*/ 155151 h 155151"/>
                <a:gd name="connsiteX2" fmla="*/ 0 w 155151"/>
                <a:gd name="connsiteY2" fmla="*/ 77575 h 155151"/>
                <a:gd name="connsiteX3" fmla="*/ 77576 w 155151"/>
                <a:gd name="connsiteY3" fmla="*/ 0 h 155151"/>
                <a:gd name="connsiteX4" fmla="*/ 155151 w 155151"/>
                <a:gd name="connsiteY4" fmla="*/ 77575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5"/>
                  </a:moveTo>
                  <a:cubicBezTo>
                    <a:pt x="155151" y="120419"/>
                    <a:pt x="120419" y="155151"/>
                    <a:pt x="77576" y="155151"/>
                  </a:cubicBezTo>
                  <a:cubicBezTo>
                    <a:pt x="34732" y="155151"/>
                    <a:pt x="0" y="120419"/>
                    <a:pt x="0" y="77575"/>
                  </a:cubicBezTo>
                  <a:cubicBezTo>
                    <a:pt x="0" y="34732"/>
                    <a:pt x="34732" y="0"/>
                    <a:pt x="77576" y="0"/>
                  </a:cubicBezTo>
                  <a:cubicBezTo>
                    <a:pt x="120419" y="0"/>
                    <a:pt x="155151" y="34732"/>
                    <a:pt x="155151" y="77575"/>
                  </a:cubicBezTo>
                  <a:close/>
                </a:path>
              </a:pathLst>
            </a:custGeom>
            <a:grpFill/>
            <a:ln w="1257" cap="flat">
              <a:noFill/>
              <a:prstDash val="solid"/>
              <a:miter/>
            </a:ln>
          </p:spPr>
          <p:txBody>
            <a:bodyPr rtlCol="0" anchor="ctr"/>
            <a:lstStyle/>
            <a:p>
              <a:endParaRPr lang="en-US"/>
            </a:p>
          </p:txBody>
        </p:sp>
        <p:sp>
          <p:nvSpPr>
            <p:cNvPr id="154" name="Freeform: Shape 153">
              <a:extLst>
                <a:ext uri="{FF2B5EF4-FFF2-40B4-BE49-F238E27FC236}">
                  <a16:creationId xmlns:a16="http://schemas.microsoft.com/office/drawing/2014/main" id="{BE363947-AAAD-344E-4A1F-56ADAC89E1DD}"/>
                </a:ext>
              </a:extLst>
            </p:cNvPr>
            <p:cNvSpPr/>
            <p:nvPr/>
          </p:nvSpPr>
          <p:spPr>
            <a:xfrm>
              <a:off x="773264" y="1745584"/>
              <a:ext cx="117506" cy="117506"/>
            </a:xfrm>
            <a:custGeom>
              <a:avLst/>
              <a:gdLst>
                <a:gd name="connsiteX0" fmla="*/ 155151 w 155151"/>
                <a:gd name="connsiteY0" fmla="*/ 77576 h 155151"/>
                <a:gd name="connsiteX1" fmla="*/ 77576 w 155151"/>
                <a:gd name="connsiteY1" fmla="*/ 155151 h 155151"/>
                <a:gd name="connsiteX2" fmla="*/ 0 w 155151"/>
                <a:gd name="connsiteY2" fmla="*/ 77576 h 155151"/>
                <a:gd name="connsiteX3" fmla="*/ 77576 w 155151"/>
                <a:gd name="connsiteY3" fmla="*/ 0 h 155151"/>
                <a:gd name="connsiteX4" fmla="*/ 155151 w 155151"/>
                <a:gd name="connsiteY4" fmla="*/ 77576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6"/>
                  </a:moveTo>
                  <a:cubicBezTo>
                    <a:pt x="155151" y="120419"/>
                    <a:pt x="120419" y="155151"/>
                    <a:pt x="77576" y="155151"/>
                  </a:cubicBezTo>
                  <a:cubicBezTo>
                    <a:pt x="34732" y="155151"/>
                    <a:pt x="0" y="120420"/>
                    <a:pt x="0" y="77576"/>
                  </a:cubicBezTo>
                  <a:cubicBezTo>
                    <a:pt x="0" y="34732"/>
                    <a:pt x="34732" y="0"/>
                    <a:pt x="77576" y="0"/>
                  </a:cubicBezTo>
                  <a:cubicBezTo>
                    <a:pt x="120419" y="0"/>
                    <a:pt x="155151" y="34732"/>
                    <a:pt x="155151" y="77576"/>
                  </a:cubicBezTo>
                  <a:close/>
                </a:path>
              </a:pathLst>
            </a:custGeom>
            <a:grpFill/>
            <a:ln w="1257" cap="flat">
              <a:noFill/>
              <a:prstDash val="solid"/>
              <a:miter/>
            </a:ln>
          </p:spPr>
          <p:txBody>
            <a:bodyPr rtlCol="0" anchor="ctr"/>
            <a:lstStyle/>
            <a:p>
              <a:endParaRPr lang="en-US"/>
            </a:p>
          </p:txBody>
        </p:sp>
        <p:sp>
          <p:nvSpPr>
            <p:cNvPr id="155" name="Freeform: Shape 154">
              <a:extLst>
                <a:ext uri="{FF2B5EF4-FFF2-40B4-BE49-F238E27FC236}">
                  <a16:creationId xmlns:a16="http://schemas.microsoft.com/office/drawing/2014/main" id="{0861AB05-4FE9-7C20-17ED-58D0690430ED}"/>
                </a:ext>
              </a:extLst>
            </p:cNvPr>
            <p:cNvSpPr/>
            <p:nvPr/>
          </p:nvSpPr>
          <p:spPr>
            <a:xfrm>
              <a:off x="812307" y="1987672"/>
              <a:ext cx="117506" cy="117506"/>
            </a:xfrm>
            <a:custGeom>
              <a:avLst/>
              <a:gdLst>
                <a:gd name="connsiteX0" fmla="*/ 155151 w 155151"/>
                <a:gd name="connsiteY0" fmla="*/ 77575 h 155151"/>
                <a:gd name="connsiteX1" fmla="*/ 77576 w 155151"/>
                <a:gd name="connsiteY1" fmla="*/ 155151 h 155151"/>
                <a:gd name="connsiteX2" fmla="*/ 0 w 155151"/>
                <a:gd name="connsiteY2" fmla="*/ 77575 h 155151"/>
                <a:gd name="connsiteX3" fmla="*/ 77576 w 155151"/>
                <a:gd name="connsiteY3" fmla="*/ 0 h 155151"/>
                <a:gd name="connsiteX4" fmla="*/ 155151 w 155151"/>
                <a:gd name="connsiteY4" fmla="*/ 77575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5"/>
                  </a:moveTo>
                  <a:cubicBezTo>
                    <a:pt x="155151" y="120419"/>
                    <a:pt x="120419" y="155151"/>
                    <a:pt x="77576" y="155151"/>
                  </a:cubicBezTo>
                  <a:cubicBezTo>
                    <a:pt x="34732" y="155151"/>
                    <a:pt x="0" y="120420"/>
                    <a:pt x="0" y="77575"/>
                  </a:cubicBezTo>
                  <a:cubicBezTo>
                    <a:pt x="0" y="34732"/>
                    <a:pt x="34732" y="0"/>
                    <a:pt x="77576" y="0"/>
                  </a:cubicBezTo>
                  <a:cubicBezTo>
                    <a:pt x="120419" y="0"/>
                    <a:pt x="155151" y="34731"/>
                    <a:pt x="155151" y="77575"/>
                  </a:cubicBezTo>
                  <a:close/>
                </a:path>
              </a:pathLst>
            </a:custGeom>
            <a:grpFill/>
            <a:ln w="1257" cap="flat">
              <a:noFill/>
              <a:prstDash val="solid"/>
              <a:miter/>
            </a:ln>
          </p:spPr>
          <p:txBody>
            <a:bodyPr rtlCol="0" anchor="ctr"/>
            <a:lstStyle/>
            <a:p>
              <a:endParaRPr lang="en-US"/>
            </a:p>
          </p:txBody>
        </p:sp>
        <p:sp>
          <p:nvSpPr>
            <p:cNvPr id="156" name="Freeform: Shape 155">
              <a:extLst>
                <a:ext uri="{FF2B5EF4-FFF2-40B4-BE49-F238E27FC236}">
                  <a16:creationId xmlns:a16="http://schemas.microsoft.com/office/drawing/2014/main" id="{BF1D18FD-FB6E-2678-1D46-DD86B92617AC}"/>
                </a:ext>
              </a:extLst>
            </p:cNvPr>
            <p:cNvSpPr/>
            <p:nvPr/>
          </p:nvSpPr>
          <p:spPr>
            <a:xfrm>
              <a:off x="921038" y="2197922"/>
              <a:ext cx="117506" cy="117506"/>
            </a:xfrm>
            <a:custGeom>
              <a:avLst/>
              <a:gdLst>
                <a:gd name="connsiteX0" fmla="*/ 155151 w 155151"/>
                <a:gd name="connsiteY0" fmla="*/ 77575 h 155151"/>
                <a:gd name="connsiteX1" fmla="*/ 77576 w 155151"/>
                <a:gd name="connsiteY1" fmla="*/ 155151 h 155151"/>
                <a:gd name="connsiteX2" fmla="*/ 0 w 155151"/>
                <a:gd name="connsiteY2" fmla="*/ 77575 h 155151"/>
                <a:gd name="connsiteX3" fmla="*/ 77576 w 155151"/>
                <a:gd name="connsiteY3" fmla="*/ 0 h 155151"/>
                <a:gd name="connsiteX4" fmla="*/ 155151 w 155151"/>
                <a:gd name="connsiteY4" fmla="*/ 77575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5"/>
                  </a:moveTo>
                  <a:cubicBezTo>
                    <a:pt x="155151" y="120419"/>
                    <a:pt x="120419" y="155151"/>
                    <a:pt x="77576" y="155151"/>
                  </a:cubicBezTo>
                  <a:cubicBezTo>
                    <a:pt x="34732" y="155151"/>
                    <a:pt x="0" y="120420"/>
                    <a:pt x="0" y="77575"/>
                  </a:cubicBezTo>
                  <a:cubicBezTo>
                    <a:pt x="0" y="34732"/>
                    <a:pt x="34732" y="0"/>
                    <a:pt x="77576" y="0"/>
                  </a:cubicBezTo>
                  <a:cubicBezTo>
                    <a:pt x="120419" y="0"/>
                    <a:pt x="155151" y="34731"/>
                    <a:pt x="155151" y="77575"/>
                  </a:cubicBezTo>
                  <a:close/>
                </a:path>
              </a:pathLst>
            </a:custGeom>
            <a:grpFill/>
            <a:ln w="1257" cap="flat">
              <a:noFill/>
              <a:prstDash val="solid"/>
              <a:miter/>
            </a:ln>
          </p:spPr>
          <p:txBody>
            <a:bodyPr rtlCol="0" anchor="ctr"/>
            <a:lstStyle/>
            <a:p>
              <a:endParaRPr lang="en-US"/>
            </a:p>
          </p:txBody>
        </p:sp>
        <p:sp>
          <p:nvSpPr>
            <p:cNvPr id="157" name="Freeform: Shape 156">
              <a:extLst>
                <a:ext uri="{FF2B5EF4-FFF2-40B4-BE49-F238E27FC236}">
                  <a16:creationId xmlns:a16="http://schemas.microsoft.com/office/drawing/2014/main" id="{84E2CDCC-64A4-B8A6-B9DB-723D2C7622FF}"/>
                </a:ext>
              </a:extLst>
            </p:cNvPr>
            <p:cNvSpPr/>
            <p:nvPr/>
          </p:nvSpPr>
          <p:spPr>
            <a:xfrm>
              <a:off x="1086838" y="2363722"/>
              <a:ext cx="117506" cy="117506"/>
            </a:xfrm>
            <a:custGeom>
              <a:avLst/>
              <a:gdLst>
                <a:gd name="connsiteX0" fmla="*/ 155151 w 155151"/>
                <a:gd name="connsiteY0" fmla="*/ 77575 h 155151"/>
                <a:gd name="connsiteX1" fmla="*/ 77576 w 155151"/>
                <a:gd name="connsiteY1" fmla="*/ 155151 h 155151"/>
                <a:gd name="connsiteX2" fmla="*/ 0 w 155151"/>
                <a:gd name="connsiteY2" fmla="*/ 77575 h 155151"/>
                <a:gd name="connsiteX3" fmla="*/ 77576 w 155151"/>
                <a:gd name="connsiteY3" fmla="*/ 0 h 155151"/>
                <a:gd name="connsiteX4" fmla="*/ 155151 w 155151"/>
                <a:gd name="connsiteY4" fmla="*/ 77575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5"/>
                  </a:moveTo>
                  <a:cubicBezTo>
                    <a:pt x="155151" y="120419"/>
                    <a:pt x="120419" y="155151"/>
                    <a:pt x="77576" y="155151"/>
                  </a:cubicBezTo>
                  <a:cubicBezTo>
                    <a:pt x="34732" y="155151"/>
                    <a:pt x="0" y="120420"/>
                    <a:pt x="0" y="77575"/>
                  </a:cubicBezTo>
                  <a:cubicBezTo>
                    <a:pt x="0" y="34732"/>
                    <a:pt x="34732" y="0"/>
                    <a:pt x="77576" y="0"/>
                  </a:cubicBezTo>
                  <a:cubicBezTo>
                    <a:pt x="120419" y="0"/>
                    <a:pt x="155151" y="34731"/>
                    <a:pt x="155151" y="77575"/>
                  </a:cubicBezTo>
                  <a:close/>
                </a:path>
              </a:pathLst>
            </a:custGeom>
            <a:grpFill/>
            <a:ln w="1257" cap="flat">
              <a:noFill/>
              <a:prstDash val="solid"/>
              <a:miter/>
            </a:ln>
          </p:spPr>
          <p:txBody>
            <a:bodyPr rtlCol="0" anchor="ctr"/>
            <a:lstStyle/>
            <a:p>
              <a:endParaRPr lang="en-US"/>
            </a:p>
          </p:txBody>
        </p:sp>
        <p:sp>
          <p:nvSpPr>
            <p:cNvPr id="158" name="Freeform: Shape 157">
              <a:extLst>
                <a:ext uri="{FF2B5EF4-FFF2-40B4-BE49-F238E27FC236}">
                  <a16:creationId xmlns:a16="http://schemas.microsoft.com/office/drawing/2014/main" id="{CD03F723-0CA5-5C2E-86B5-8DD5CA746572}"/>
                </a:ext>
              </a:extLst>
            </p:cNvPr>
            <p:cNvSpPr/>
            <p:nvPr/>
          </p:nvSpPr>
          <p:spPr>
            <a:xfrm>
              <a:off x="1297088" y="2472453"/>
              <a:ext cx="117506" cy="117506"/>
            </a:xfrm>
            <a:custGeom>
              <a:avLst/>
              <a:gdLst>
                <a:gd name="connsiteX0" fmla="*/ 155151 w 155151"/>
                <a:gd name="connsiteY0" fmla="*/ 77576 h 155151"/>
                <a:gd name="connsiteX1" fmla="*/ 77576 w 155151"/>
                <a:gd name="connsiteY1" fmla="*/ 155151 h 155151"/>
                <a:gd name="connsiteX2" fmla="*/ 0 w 155151"/>
                <a:gd name="connsiteY2" fmla="*/ 77576 h 155151"/>
                <a:gd name="connsiteX3" fmla="*/ 77576 w 155151"/>
                <a:gd name="connsiteY3" fmla="*/ 0 h 155151"/>
                <a:gd name="connsiteX4" fmla="*/ 155151 w 155151"/>
                <a:gd name="connsiteY4" fmla="*/ 77576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6"/>
                  </a:moveTo>
                  <a:cubicBezTo>
                    <a:pt x="155151" y="120419"/>
                    <a:pt x="120419" y="155151"/>
                    <a:pt x="77576" y="155151"/>
                  </a:cubicBezTo>
                  <a:cubicBezTo>
                    <a:pt x="34732" y="155151"/>
                    <a:pt x="0" y="120420"/>
                    <a:pt x="0" y="77576"/>
                  </a:cubicBezTo>
                  <a:cubicBezTo>
                    <a:pt x="0" y="34732"/>
                    <a:pt x="34732" y="0"/>
                    <a:pt x="77576" y="0"/>
                  </a:cubicBezTo>
                  <a:cubicBezTo>
                    <a:pt x="120419" y="0"/>
                    <a:pt x="155151" y="34731"/>
                    <a:pt x="155151" y="77576"/>
                  </a:cubicBezTo>
                  <a:close/>
                </a:path>
              </a:pathLst>
            </a:custGeom>
            <a:grpFill/>
            <a:ln w="1257" cap="flat">
              <a:noFill/>
              <a:prstDash val="solid"/>
              <a:miter/>
            </a:ln>
          </p:spPr>
          <p:txBody>
            <a:bodyPr rtlCol="0" anchor="ctr"/>
            <a:lstStyle/>
            <a:p>
              <a:endParaRPr lang="en-US"/>
            </a:p>
          </p:txBody>
        </p:sp>
        <p:sp>
          <p:nvSpPr>
            <p:cNvPr id="159" name="Freeform: Shape 158">
              <a:extLst>
                <a:ext uri="{FF2B5EF4-FFF2-40B4-BE49-F238E27FC236}">
                  <a16:creationId xmlns:a16="http://schemas.microsoft.com/office/drawing/2014/main" id="{9E7A2BF1-4A49-8722-A405-E49CEFDBB881}"/>
                </a:ext>
              </a:extLst>
            </p:cNvPr>
            <p:cNvSpPr/>
            <p:nvPr/>
          </p:nvSpPr>
          <p:spPr>
            <a:xfrm>
              <a:off x="1539176" y="2511496"/>
              <a:ext cx="117506" cy="117506"/>
            </a:xfrm>
            <a:custGeom>
              <a:avLst/>
              <a:gdLst>
                <a:gd name="connsiteX0" fmla="*/ 155151 w 155151"/>
                <a:gd name="connsiteY0" fmla="*/ 77575 h 155151"/>
                <a:gd name="connsiteX1" fmla="*/ 77575 w 155151"/>
                <a:gd name="connsiteY1" fmla="*/ 155151 h 155151"/>
                <a:gd name="connsiteX2" fmla="*/ 0 w 155151"/>
                <a:gd name="connsiteY2" fmla="*/ 77575 h 155151"/>
                <a:gd name="connsiteX3" fmla="*/ 77575 w 155151"/>
                <a:gd name="connsiteY3" fmla="*/ 0 h 155151"/>
                <a:gd name="connsiteX4" fmla="*/ 155151 w 155151"/>
                <a:gd name="connsiteY4" fmla="*/ 77575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5"/>
                  </a:moveTo>
                  <a:cubicBezTo>
                    <a:pt x="155151" y="120419"/>
                    <a:pt x="120419" y="155151"/>
                    <a:pt x="77575" y="155151"/>
                  </a:cubicBezTo>
                  <a:cubicBezTo>
                    <a:pt x="34732" y="155151"/>
                    <a:pt x="0" y="120419"/>
                    <a:pt x="0" y="77575"/>
                  </a:cubicBezTo>
                  <a:cubicBezTo>
                    <a:pt x="0" y="34732"/>
                    <a:pt x="34732" y="0"/>
                    <a:pt x="77575" y="0"/>
                  </a:cubicBezTo>
                  <a:cubicBezTo>
                    <a:pt x="120419" y="0"/>
                    <a:pt x="155151" y="34731"/>
                    <a:pt x="155151" y="77575"/>
                  </a:cubicBezTo>
                  <a:close/>
                </a:path>
              </a:pathLst>
            </a:custGeom>
            <a:grpFill/>
            <a:ln w="1257" cap="flat">
              <a:noFill/>
              <a:prstDash val="solid"/>
              <a:miter/>
            </a:ln>
          </p:spPr>
          <p:txBody>
            <a:bodyPr rtlCol="0" anchor="ctr"/>
            <a:lstStyle/>
            <a:p>
              <a:endParaRPr lang="en-US"/>
            </a:p>
          </p:txBody>
        </p:sp>
        <p:sp>
          <p:nvSpPr>
            <p:cNvPr id="160" name="Freeform: Shape 159">
              <a:extLst>
                <a:ext uri="{FF2B5EF4-FFF2-40B4-BE49-F238E27FC236}">
                  <a16:creationId xmlns:a16="http://schemas.microsoft.com/office/drawing/2014/main" id="{4AF825E7-B965-5F98-B8CC-53FA945EBA57}"/>
                </a:ext>
              </a:extLst>
            </p:cNvPr>
            <p:cNvSpPr/>
            <p:nvPr/>
          </p:nvSpPr>
          <p:spPr>
            <a:xfrm>
              <a:off x="1781270" y="2472453"/>
              <a:ext cx="117506" cy="117506"/>
            </a:xfrm>
            <a:custGeom>
              <a:avLst/>
              <a:gdLst>
                <a:gd name="connsiteX0" fmla="*/ 155151 w 155151"/>
                <a:gd name="connsiteY0" fmla="*/ 77576 h 155151"/>
                <a:gd name="connsiteX1" fmla="*/ 77575 w 155151"/>
                <a:gd name="connsiteY1" fmla="*/ 155151 h 155151"/>
                <a:gd name="connsiteX2" fmla="*/ 0 w 155151"/>
                <a:gd name="connsiteY2" fmla="*/ 77576 h 155151"/>
                <a:gd name="connsiteX3" fmla="*/ 77575 w 155151"/>
                <a:gd name="connsiteY3" fmla="*/ 0 h 155151"/>
                <a:gd name="connsiteX4" fmla="*/ 155151 w 155151"/>
                <a:gd name="connsiteY4" fmla="*/ 77576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6"/>
                  </a:moveTo>
                  <a:cubicBezTo>
                    <a:pt x="155151" y="120419"/>
                    <a:pt x="120419" y="155151"/>
                    <a:pt x="77575" y="155151"/>
                  </a:cubicBezTo>
                  <a:cubicBezTo>
                    <a:pt x="34732" y="155151"/>
                    <a:pt x="0" y="120420"/>
                    <a:pt x="0" y="77576"/>
                  </a:cubicBezTo>
                  <a:cubicBezTo>
                    <a:pt x="0" y="34732"/>
                    <a:pt x="34732" y="0"/>
                    <a:pt x="77575" y="0"/>
                  </a:cubicBezTo>
                  <a:cubicBezTo>
                    <a:pt x="120419" y="0"/>
                    <a:pt x="155151" y="34731"/>
                    <a:pt x="155151" y="77576"/>
                  </a:cubicBezTo>
                  <a:close/>
                </a:path>
              </a:pathLst>
            </a:custGeom>
            <a:grpFill/>
            <a:ln w="1257" cap="flat">
              <a:noFill/>
              <a:prstDash val="solid"/>
              <a:miter/>
            </a:ln>
          </p:spPr>
          <p:txBody>
            <a:bodyPr rtlCol="0" anchor="ctr"/>
            <a:lstStyle/>
            <a:p>
              <a:endParaRPr lang="en-US"/>
            </a:p>
          </p:txBody>
        </p:sp>
        <p:sp>
          <p:nvSpPr>
            <p:cNvPr id="161" name="Freeform: Shape 160">
              <a:extLst>
                <a:ext uri="{FF2B5EF4-FFF2-40B4-BE49-F238E27FC236}">
                  <a16:creationId xmlns:a16="http://schemas.microsoft.com/office/drawing/2014/main" id="{4E90C050-8F66-BE66-4535-800EF485BAC2}"/>
                </a:ext>
              </a:extLst>
            </p:cNvPr>
            <p:cNvSpPr/>
            <p:nvPr/>
          </p:nvSpPr>
          <p:spPr>
            <a:xfrm>
              <a:off x="1991521" y="2363722"/>
              <a:ext cx="117506" cy="117506"/>
            </a:xfrm>
            <a:custGeom>
              <a:avLst/>
              <a:gdLst>
                <a:gd name="connsiteX0" fmla="*/ 155151 w 155151"/>
                <a:gd name="connsiteY0" fmla="*/ 77575 h 155151"/>
                <a:gd name="connsiteX1" fmla="*/ 77575 w 155151"/>
                <a:gd name="connsiteY1" fmla="*/ 155151 h 155151"/>
                <a:gd name="connsiteX2" fmla="*/ 0 w 155151"/>
                <a:gd name="connsiteY2" fmla="*/ 77575 h 155151"/>
                <a:gd name="connsiteX3" fmla="*/ 77575 w 155151"/>
                <a:gd name="connsiteY3" fmla="*/ 0 h 155151"/>
                <a:gd name="connsiteX4" fmla="*/ 155151 w 155151"/>
                <a:gd name="connsiteY4" fmla="*/ 77575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5"/>
                  </a:moveTo>
                  <a:cubicBezTo>
                    <a:pt x="155151" y="120419"/>
                    <a:pt x="120419" y="155151"/>
                    <a:pt x="77575" y="155151"/>
                  </a:cubicBezTo>
                  <a:cubicBezTo>
                    <a:pt x="34732" y="155151"/>
                    <a:pt x="0" y="120420"/>
                    <a:pt x="0" y="77575"/>
                  </a:cubicBezTo>
                  <a:cubicBezTo>
                    <a:pt x="0" y="34732"/>
                    <a:pt x="34732" y="0"/>
                    <a:pt x="77575" y="0"/>
                  </a:cubicBezTo>
                  <a:cubicBezTo>
                    <a:pt x="120419" y="0"/>
                    <a:pt x="155151" y="34731"/>
                    <a:pt x="155151" y="77575"/>
                  </a:cubicBezTo>
                  <a:close/>
                </a:path>
              </a:pathLst>
            </a:custGeom>
            <a:grpFill/>
            <a:ln w="1257" cap="flat">
              <a:noFill/>
              <a:prstDash val="solid"/>
              <a:miter/>
            </a:ln>
          </p:spPr>
          <p:txBody>
            <a:bodyPr rtlCol="0" anchor="ctr"/>
            <a:lstStyle/>
            <a:p>
              <a:endParaRPr lang="en-US"/>
            </a:p>
          </p:txBody>
        </p:sp>
        <p:sp>
          <p:nvSpPr>
            <p:cNvPr id="162" name="Freeform: Shape 161">
              <a:extLst>
                <a:ext uri="{FF2B5EF4-FFF2-40B4-BE49-F238E27FC236}">
                  <a16:creationId xmlns:a16="http://schemas.microsoft.com/office/drawing/2014/main" id="{E60C66B2-4E9A-B144-CC9B-5B8687007F30}"/>
                </a:ext>
              </a:extLst>
            </p:cNvPr>
            <p:cNvSpPr/>
            <p:nvPr/>
          </p:nvSpPr>
          <p:spPr>
            <a:xfrm>
              <a:off x="2157320" y="2197922"/>
              <a:ext cx="117506" cy="117506"/>
            </a:xfrm>
            <a:custGeom>
              <a:avLst/>
              <a:gdLst>
                <a:gd name="connsiteX0" fmla="*/ 155151 w 155151"/>
                <a:gd name="connsiteY0" fmla="*/ 77575 h 155151"/>
                <a:gd name="connsiteX1" fmla="*/ 77576 w 155151"/>
                <a:gd name="connsiteY1" fmla="*/ 155151 h 155151"/>
                <a:gd name="connsiteX2" fmla="*/ 0 w 155151"/>
                <a:gd name="connsiteY2" fmla="*/ 77575 h 155151"/>
                <a:gd name="connsiteX3" fmla="*/ 77576 w 155151"/>
                <a:gd name="connsiteY3" fmla="*/ 0 h 155151"/>
                <a:gd name="connsiteX4" fmla="*/ 155151 w 155151"/>
                <a:gd name="connsiteY4" fmla="*/ 77575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5"/>
                  </a:moveTo>
                  <a:cubicBezTo>
                    <a:pt x="155151" y="120419"/>
                    <a:pt x="120419" y="155151"/>
                    <a:pt x="77576" y="155151"/>
                  </a:cubicBezTo>
                  <a:cubicBezTo>
                    <a:pt x="34732" y="155151"/>
                    <a:pt x="0" y="120420"/>
                    <a:pt x="0" y="77575"/>
                  </a:cubicBezTo>
                  <a:cubicBezTo>
                    <a:pt x="0" y="34732"/>
                    <a:pt x="34732" y="0"/>
                    <a:pt x="77576" y="0"/>
                  </a:cubicBezTo>
                  <a:cubicBezTo>
                    <a:pt x="120420" y="0"/>
                    <a:pt x="155151" y="34731"/>
                    <a:pt x="155151" y="77575"/>
                  </a:cubicBezTo>
                  <a:close/>
                </a:path>
              </a:pathLst>
            </a:custGeom>
            <a:grpFill/>
            <a:ln w="1257" cap="flat">
              <a:noFill/>
              <a:prstDash val="solid"/>
              <a:miter/>
            </a:ln>
          </p:spPr>
          <p:txBody>
            <a:bodyPr rtlCol="0" anchor="ctr"/>
            <a:lstStyle/>
            <a:p>
              <a:endParaRPr lang="en-US"/>
            </a:p>
          </p:txBody>
        </p:sp>
        <p:sp>
          <p:nvSpPr>
            <p:cNvPr id="163" name="Freeform: Shape 162">
              <a:extLst>
                <a:ext uri="{FF2B5EF4-FFF2-40B4-BE49-F238E27FC236}">
                  <a16:creationId xmlns:a16="http://schemas.microsoft.com/office/drawing/2014/main" id="{9CB3FF52-1FC3-D2F2-D84E-0F464AB24970}"/>
                </a:ext>
              </a:extLst>
            </p:cNvPr>
            <p:cNvSpPr/>
            <p:nvPr/>
          </p:nvSpPr>
          <p:spPr>
            <a:xfrm>
              <a:off x="2266045" y="1987672"/>
              <a:ext cx="117506" cy="117506"/>
            </a:xfrm>
            <a:custGeom>
              <a:avLst/>
              <a:gdLst>
                <a:gd name="connsiteX0" fmla="*/ 155151 w 155151"/>
                <a:gd name="connsiteY0" fmla="*/ 77575 h 155151"/>
                <a:gd name="connsiteX1" fmla="*/ 77576 w 155151"/>
                <a:gd name="connsiteY1" fmla="*/ 155151 h 155151"/>
                <a:gd name="connsiteX2" fmla="*/ 0 w 155151"/>
                <a:gd name="connsiteY2" fmla="*/ 77575 h 155151"/>
                <a:gd name="connsiteX3" fmla="*/ 77576 w 155151"/>
                <a:gd name="connsiteY3" fmla="*/ 0 h 155151"/>
                <a:gd name="connsiteX4" fmla="*/ 155151 w 155151"/>
                <a:gd name="connsiteY4" fmla="*/ 77575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5"/>
                  </a:moveTo>
                  <a:cubicBezTo>
                    <a:pt x="155151" y="120419"/>
                    <a:pt x="120419" y="155151"/>
                    <a:pt x="77576" y="155151"/>
                  </a:cubicBezTo>
                  <a:cubicBezTo>
                    <a:pt x="34732" y="155151"/>
                    <a:pt x="0" y="120420"/>
                    <a:pt x="0" y="77575"/>
                  </a:cubicBezTo>
                  <a:cubicBezTo>
                    <a:pt x="0" y="34732"/>
                    <a:pt x="34732" y="0"/>
                    <a:pt x="77576" y="0"/>
                  </a:cubicBezTo>
                  <a:cubicBezTo>
                    <a:pt x="120420" y="0"/>
                    <a:pt x="155151" y="34731"/>
                    <a:pt x="155151" y="77575"/>
                  </a:cubicBezTo>
                  <a:close/>
                </a:path>
              </a:pathLst>
            </a:custGeom>
            <a:grpFill/>
            <a:ln w="1257" cap="flat">
              <a:noFill/>
              <a:prstDash val="solid"/>
              <a:miter/>
            </a:ln>
          </p:spPr>
          <p:txBody>
            <a:bodyPr rtlCol="0" anchor="ctr"/>
            <a:lstStyle/>
            <a:p>
              <a:endParaRPr lang="en-US"/>
            </a:p>
          </p:txBody>
        </p:sp>
        <p:sp>
          <p:nvSpPr>
            <p:cNvPr id="164" name="Freeform: Shape 163">
              <a:extLst>
                <a:ext uri="{FF2B5EF4-FFF2-40B4-BE49-F238E27FC236}">
                  <a16:creationId xmlns:a16="http://schemas.microsoft.com/office/drawing/2014/main" id="{7D968878-B010-02FD-5C8C-A781A44AC6F1}"/>
                </a:ext>
              </a:extLst>
            </p:cNvPr>
            <p:cNvSpPr/>
            <p:nvPr/>
          </p:nvSpPr>
          <p:spPr>
            <a:xfrm>
              <a:off x="2305094" y="1745584"/>
              <a:ext cx="117506" cy="117506"/>
            </a:xfrm>
            <a:custGeom>
              <a:avLst/>
              <a:gdLst>
                <a:gd name="connsiteX0" fmla="*/ 155151 w 155151"/>
                <a:gd name="connsiteY0" fmla="*/ 77576 h 155151"/>
                <a:gd name="connsiteX1" fmla="*/ 77576 w 155151"/>
                <a:gd name="connsiteY1" fmla="*/ 155151 h 155151"/>
                <a:gd name="connsiteX2" fmla="*/ 0 w 155151"/>
                <a:gd name="connsiteY2" fmla="*/ 77576 h 155151"/>
                <a:gd name="connsiteX3" fmla="*/ 77576 w 155151"/>
                <a:gd name="connsiteY3" fmla="*/ 0 h 155151"/>
                <a:gd name="connsiteX4" fmla="*/ 155151 w 155151"/>
                <a:gd name="connsiteY4" fmla="*/ 77576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6"/>
                  </a:moveTo>
                  <a:cubicBezTo>
                    <a:pt x="155151" y="120419"/>
                    <a:pt x="120419" y="155151"/>
                    <a:pt x="77576" y="155151"/>
                  </a:cubicBezTo>
                  <a:cubicBezTo>
                    <a:pt x="34732" y="155151"/>
                    <a:pt x="0" y="120420"/>
                    <a:pt x="0" y="77576"/>
                  </a:cubicBezTo>
                  <a:cubicBezTo>
                    <a:pt x="0" y="34732"/>
                    <a:pt x="34732" y="0"/>
                    <a:pt x="77576" y="0"/>
                  </a:cubicBezTo>
                  <a:cubicBezTo>
                    <a:pt x="120419" y="0"/>
                    <a:pt x="155151" y="34732"/>
                    <a:pt x="155151" y="77576"/>
                  </a:cubicBezTo>
                  <a:close/>
                </a:path>
              </a:pathLst>
            </a:custGeom>
            <a:grpFill/>
            <a:ln w="1257" cap="flat">
              <a:noFill/>
              <a:prstDash val="solid"/>
              <a:miter/>
            </a:ln>
          </p:spPr>
          <p:txBody>
            <a:bodyPr rtlCol="0" anchor="ctr"/>
            <a:lstStyle/>
            <a:p>
              <a:endParaRPr lang="en-US"/>
            </a:p>
          </p:txBody>
        </p:sp>
        <p:sp>
          <p:nvSpPr>
            <p:cNvPr id="165" name="Freeform: Shape 164">
              <a:extLst>
                <a:ext uri="{FF2B5EF4-FFF2-40B4-BE49-F238E27FC236}">
                  <a16:creationId xmlns:a16="http://schemas.microsoft.com/office/drawing/2014/main" id="{F7A6A819-EBA3-0DB9-6346-88A01C8973C1}"/>
                </a:ext>
              </a:extLst>
            </p:cNvPr>
            <p:cNvSpPr/>
            <p:nvPr/>
          </p:nvSpPr>
          <p:spPr>
            <a:xfrm>
              <a:off x="2266045" y="1503490"/>
              <a:ext cx="117506" cy="117506"/>
            </a:xfrm>
            <a:custGeom>
              <a:avLst/>
              <a:gdLst>
                <a:gd name="connsiteX0" fmla="*/ 155151 w 155151"/>
                <a:gd name="connsiteY0" fmla="*/ 77575 h 155151"/>
                <a:gd name="connsiteX1" fmla="*/ 77576 w 155151"/>
                <a:gd name="connsiteY1" fmla="*/ 155151 h 155151"/>
                <a:gd name="connsiteX2" fmla="*/ 0 w 155151"/>
                <a:gd name="connsiteY2" fmla="*/ 77575 h 155151"/>
                <a:gd name="connsiteX3" fmla="*/ 77576 w 155151"/>
                <a:gd name="connsiteY3" fmla="*/ 0 h 155151"/>
                <a:gd name="connsiteX4" fmla="*/ 155151 w 155151"/>
                <a:gd name="connsiteY4" fmla="*/ 77575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5"/>
                  </a:moveTo>
                  <a:cubicBezTo>
                    <a:pt x="155151" y="120419"/>
                    <a:pt x="120419" y="155151"/>
                    <a:pt x="77576" y="155151"/>
                  </a:cubicBezTo>
                  <a:cubicBezTo>
                    <a:pt x="34732" y="155151"/>
                    <a:pt x="0" y="120419"/>
                    <a:pt x="0" y="77575"/>
                  </a:cubicBezTo>
                  <a:cubicBezTo>
                    <a:pt x="0" y="34732"/>
                    <a:pt x="34732" y="0"/>
                    <a:pt x="77576" y="0"/>
                  </a:cubicBezTo>
                  <a:cubicBezTo>
                    <a:pt x="120420" y="0"/>
                    <a:pt x="155151" y="34732"/>
                    <a:pt x="155151" y="77575"/>
                  </a:cubicBezTo>
                  <a:close/>
                </a:path>
              </a:pathLst>
            </a:custGeom>
            <a:grpFill/>
            <a:ln w="1257" cap="flat">
              <a:noFill/>
              <a:prstDash val="solid"/>
              <a:miter/>
            </a:ln>
          </p:spPr>
          <p:txBody>
            <a:bodyPr rtlCol="0" anchor="ctr"/>
            <a:lstStyle/>
            <a:p>
              <a:endParaRPr lang="en-US"/>
            </a:p>
          </p:txBody>
        </p:sp>
        <p:sp>
          <p:nvSpPr>
            <p:cNvPr id="166" name="Freeform: Shape 165">
              <a:extLst>
                <a:ext uri="{FF2B5EF4-FFF2-40B4-BE49-F238E27FC236}">
                  <a16:creationId xmlns:a16="http://schemas.microsoft.com/office/drawing/2014/main" id="{E65646C2-2E44-5CB6-8CF1-5A534D5EA0E5}"/>
                </a:ext>
              </a:extLst>
            </p:cNvPr>
            <p:cNvSpPr/>
            <p:nvPr/>
          </p:nvSpPr>
          <p:spPr>
            <a:xfrm>
              <a:off x="2157320" y="1293239"/>
              <a:ext cx="117506" cy="117506"/>
            </a:xfrm>
            <a:custGeom>
              <a:avLst/>
              <a:gdLst>
                <a:gd name="connsiteX0" fmla="*/ 155151 w 155151"/>
                <a:gd name="connsiteY0" fmla="*/ 77575 h 155151"/>
                <a:gd name="connsiteX1" fmla="*/ 77576 w 155151"/>
                <a:gd name="connsiteY1" fmla="*/ 155151 h 155151"/>
                <a:gd name="connsiteX2" fmla="*/ 0 w 155151"/>
                <a:gd name="connsiteY2" fmla="*/ 77575 h 155151"/>
                <a:gd name="connsiteX3" fmla="*/ 77576 w 155151"/>
                <a:gd name="connsiteY3" fmla="*/ 0 h 155151"/>
                <a:gd name="connsiteX4" fmla="*/ 155151 w 155151"/>
                <a:gd name="connsiteY4" fmla="*/ 77575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5"/>
                  </a:moveTo>
                  <a:cubicBezTo>
                    <a:pt x="155151" y="120419"/>
                    <a:pt x="120419" y="155151"/>
                    <a:pt x="77576" y="155151"/>
                  </a:cubicBezTo>
                  <a:cubicBezTo>
                    <a:pt x="34732" y="155151"/>
                    <a:pt x="0" y="120419"/>
                    <a:pt x="0" y="77575"/>
                  </a:cubicBezTo>
                  <a:cubicBezTo>
                    <a:pt x="0" y="34732"/>
                    <a:pt x="34732" y="0"/>
                    <a:pt x="77576" y="0"/>
                  </a:cubicBezTo>
                  <a:cubicBezTo>
                    <a:pt x="120420" y="0"/>
                    <a:pt x="155151" y="34732"/>
                    <a:pt x="155151" y="77575"/>
                  </a:cubicBezTo>
                  <a:close/>
                </a:path>
              </a:pathLst>
            </a:custGeom>
            <a:grpFill/>
            <a:ln w="1257" cap="flat">
              <a:noFill/>
              <a:prstDash val="solid"/>
              <a:miter/>
            </a:ln>
          </p:spPr>
          <p:txBody>
            <a:bodyPr rtlCol="0" anchor="ctr"/>
            <a:lstStyle/>
            <a:p>
              <a:endParaRPr lang="en-US"/>
            </a:p>
          </p:txBody>
        </p:sp>
        <p:sp>
          <p:nvSpPr>
            <p:cNvPr id="167" name="Freeform: Shape 166">
              <a:extLst>
                <a:ext uri="{FF2B5EF4-FFF2-40B4-BE49-F238E27FC236}">
                  <a16:creationId xmlns:a16="http://schemas.microsoft.com/office/drawing/2014/main" id="{81E2C405-329F-6D31-C671-B7853146CFF0}"/>
                </a:ext>
              </a:extLst>
            </p:cNvPr>
            <p:cNvSpPr/>
            <p:nvPr/>
          </p:nvSpPr>
          <p:spPr>
            <a:xfrm>
              <a:off x="1991521" y="1127439"/>
              <a:ext cx="117506" cy="117506"/>
            </a:xfrm>
            <a:custGeom>
              <a:avLst/>
              <a:gdLst>
                <a:gd name="connsiteX0" fmla="*/ 155151 w 155151"/>
                <a:gd name="connsiteY0" fmla="*/ 77575 h 155151"/>
                <a:gd name="connsiteX1" fmla="*/ 77575 w 155151"/>
                <a:gd name="connsiteY1" fmla="*/ 155151 h 155151"/>
                <a:gd name="connsiteX2" fmla="*/ 0 w 155151"/>
                <a:gd name="connsiteY2" fmla="*/ 77575 h 155151"/>
                <a:gd name="connsiteX3" fmla="*/ 77575 w 155151"/>
                <a:gd name="connsiteY3" fmla="*/ 0 h 155151"/>
                <a:gd name="connsiteX4" fmla="*/ 155151 w 155151"/>
                <a:gd name="connsiteY4" fmla="*/ 77575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5"/>
                  </a:moveTo>
                  <a:cubicBezTo>
                    <a:pt x="155151" y="120419"/>
                    <a:pt x="120419" y="155151"/>
                    <a:pt x="77575" y="155151"/>
                  </a:cubicBezTo>
                  <a:cubicBezTo>
                    <a:pt x="34732" y="155151"/>
                    <a:pt x="0" y="120419"/>
                    <a:pt x="0" y="77575"/>
                  </a:cubicBezTo>
                  <a:cubicBezTo>
                    <a:pt x="0" y="34732"/>
                    <a:pt x="34732" y="0"/>
                    <a:pt x="77575" y="0"/>
                  </a:cubicBezTo>
                  <a:cubicBezTo>
                    <a:pt x="120419" y="0"/>
                    <a:pt x="155151" y="34732"/>
                    <a:pt x="155151" y="77575"/>
                  </a:cubicBezTo>
                  <a:close/>
                </a:path>
              </a:pathLst>
            </a:custGeom>
            <a:grpFill/>
            <a:ln w="1257" cap="flat">
              <a:noFill/>
              <a:prstDash val="solid"/>
              <a:miter/>
            </a:ln>
          </p:spPr>
          <p:txBody>
            <a:bodyPr rtlCol="0" anchor="ctr"/>
            <a:lstStyle/>
            <a:p>
              <a:endParaRPr lang="en-US"/>
            </a:p>
          </p:txBody>
        </p:sp>
        <p:sp>
          <p:nvSpPr>
            <p:cNvPr id="168" name="Freeform: Shape 167">
              <a:extLst>
                <a:ext uri="{FF2B5EF4-FFF2-40B4-BE49-F238E27FC236}">
                  <a16:creationId xmlns:a16="http://schemas.microsoft.com/office/drawing/2014/main" id="{7AE06496-D392-0805-569A-049C0C7B6205}"/>
                </a:ext>
              </a:extLst>
            </p:cNvPr>
            <p:cNvSpPr/>
            <p:nvPr/>
          </p:nvSpPr>
          <p:spPr>
            <a:xfrm>
              <a:off x="1781270" y="1018708"/>
              <a:ext cx="117506" cy="117506"/>
            </a:xfrm>
            <a:custGeom>
              <a:avLst/>
              <a:gdLst>
                <a:gd name="connsiteX0" fmla="*/ 155151 w 155151"/>
                <a:gd name="connsiteY0" fmla="*/ 77576 h 155151"/>
                <a:gd name="connsiteX1" fmla="*/ 77575 w 155151"/>
                <a:gd name="connsiteY1" fmla="*/ 155151 h 155151"/>
                <a:gd name="connsiteX2" fmla="*/ 0 w 155151"/>
                <a:gd name="connsiteY2" fmla="*/ 77576 h 155151"/>
                <a:gd name="connsiteX3" fmla="*/ 77575 w 155151"/>
                <a:gd name="connsiteY3" fmla="*/ 0 h 155151"/>
                <a:gd name="connsiteX4" fmla="*/ 155151 w 155151"/>
                <a:gd name="connsiteY4" fmla="*/ 77576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6"/>
                  </a:moveTo>
                  <a:cubicBezTo>
                    <a:pt x="155151" y="120419"/>
                    <a:pt x="120419" y="155151"/>
                    <a:pt x="77575" y="155151"/>
                  </a:cubicBezTo>
                  <a:cubicBezTo>
                    <a:pt x="34732" y="155151"/>
                    <a:pt x="0" y="120419"/>
                    <a:pt x="0" y="77576"/>
                  </a:cubicBezTo>
                  <a:cubicBezTo>
                    <a:pt x="0" y="34732"/>
                    <a:pt x="34732" y="0"/>
                    <a:pt x="77575" y="0"/>
                  </a:cubicBezTo>
                  <a:cubicBezTo>
                    <a:pt x="120419" y="0"/>
                    <a:pt x="155151" y="34732"/>
                    <a:pt x="155151" y="77576"/>
                  </a:cubicBezTo>
                  <a:close/>
                </a:path>
              </a:pathLst>
            </a:custGeom>
            <a:grpFill/>
            <a:ln w="1257" cap="flat">
              <a:noFill/>
              <a:prstDash val="solid"/>
              <a:miter/>
            </a:ln>
          </p:spPr>
          <p:txBody>
            <a:bodyPr rtlCol="0" anchor="ctr"/>
            <a:lstStyle/>
            <a:p>
              <a:endParaRPr lang="en-US"/>
            </a:p>
          </p:txBody>
        </p:sp>
      </p:grpSp>
      <p:sp>
        <p:nvSpPr>
          <p:cNvPr id="169" name="Arc 168">
            <a:extLst>
              <a:ext uri="{FF2B5EF4-FFF2-40B4-BE49-F238E27FC236}">
                <a16:creationId xmlns:a16="http://schemas.microsoft.com/office/drawing/2014/main" id="{4C52281D-5B53-1757-7717-374B4A8D548B}"/>
              </a:ext>
            </a:extLst>
          </p:cNvPr>
          <p:cNvSpPr/>
          <p:nvPr/>
        </p:nvSpPr>
        <p:spPr>
          <a:xfrm>
            <a:off x="7747696" y="1695045"/>
            <a:ext cx="1531837" cy="1531837"/>
          </a:xfrm>
          <a:prstGeom prst="arc">
            <a:avLst>
              <a:gd name="adj1" fmla="val 16200000"/>
              <a:gd name="adj2" fmla="val 13772421"/>
            </a:avLst>
          </a:prstGeom>
          <a:noFill/>
          <a:ln w="139700" cap="rnd">
            <a:solidFill>
              <a:srgbClr val="FFC000"/>
            </a:solidFill>
            <a:prstDash val="solid"/>
            <a:miter/>
          </a:ln>
        </p:spPr>
        <p:txBody>
          <a:bodyPr rtlCol="0" anchor="ctr"/>
          <a:lstStyle/>
          <a:p>
            <a:endParaRPr lang="en-US">
              <a:ln>
                <a:solidFill>
                  <a:schemeClr val="accent3">
                    <a:lumMod val="10000"/>
                    <a:lumOff val="90000"/>
                  </a:schemeClr>
                </a:solidFill>
              </a:ln>
            </a:endParaRPr>
          </a:p>
        </p:txBody>
      </p:sp>
      <p:sp>
        <p:nvSpPr>
          <p:cNvPr id="170" name="Freeform: Shape 169">
            <a:extLst>
              <a:ext uri="{FF2B5EF4-FFF2-40B4-BE49-F238E27FC236}">
                <a16:creationId xmlns:a16="http://schemas.microsoft.com/office/drawing/2014/main" id="{03F14713-38CE-9BA6-1AE4-2F76C1CAC468}"/>
              </a:ext>
            </a:extLst>
          </p:cNvPr>
          <p:cNvSpPr/>
          <p:nvPr/>
        </p:nvSpPr>
        <p:spPr>
          <a:xfrm>
            <a:off x="7973926" y="1921278"/>
            <a:ext cx="1079376" cy="1079372"/>
          </a:xfrm>
          <a:custGeom>
            <a:avLst/>
            <a:gdLst>
              <a:gd name="connsiteX0" fmla="*/ 3086591 w 3086591"/>
              <a:gd name="connsiteY0" fmla="*/ 1543295 h 3086590"/>
              <a:gd name="connsiteX1" fmla="*/ 1543296 w 3086591"/>
              <a:gd name="connsiteY1" fmla="*/ 3086591 h 3086590"/>
              <a:gd name="connsiteX2" fmla="*/ 0 w 3086591"/>
              <a:gd name="connsiteY2" fmla="*/ 1543295 h 3086590"/>
              <a:gd name="connsiteX3" fmla="*/ 1543296 w 3086591"/>
              <a:gd name="connsiteY3" fmla="*/ 0 h 3086590"/>
              <a:gd name="connsiteX4" fmla="*/ 3086591 w 3086591"/>
              <a:gd name="connsiteY4" fmla="*/ 1543295 h 3086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86591" h="3086590">
                <a:moveTo>
                  <a:pt x="3086591" y="1543295"/>
                </a:moveTo>
                <a:cubicBezTo>
                  <a:pt x="3086591" y="2395634"/>
                  <a:pt x="2395634" y="3086591"/>
                  <a:pt x="1543296" y="3086591"/>
                </a:cubicBezTo>
                <a:cubicBezTo>
                  <a:pt x="690957" y="3086591"/>
                  <a:pt x="0" y="2395634"/>
                  <a:pt x="0" y="1543295"/>
                </a:cubicBezTo>
                <a:cubicBezTo>
                  <a:pt x="0" y="690957"/>
                  <a:pt x="690957" y="0"/>
                  <a:pt x="1543296" y="0"/>
                </a:cubicBezTo>
                <a:cubicBezTo>
                  <a:pt x="2395634" y="0"/>
                  <a:pt x="3086591" y="690957"/>
                  <a:pt x="3086591" y="1543295"/>
                </a:cubicBezTo>
                <a:close/>
              </a:path>
            </a:pathLst>
          </a:custGeom>
          <a:solidFill>
            <a:schemeClr val="bg1"/>
          </a:solidFill>
          <a:ln w="12700" cap="flat">
            <a:noFill/>
            <a:prstDash val="solid"/>
            <a:miter/>
          </a:ln>
        </p:spPr>
        <p:txBody>
          <a:bodyPr rtlCol="0" anchor="ctr"/>
          <a:lstStyle/>
          <a:p>
            <a:endParaRPr lang="en-US"/>
          </a:p>
        </p:txBody>
      </p:sp>
      <p:sp>
        <p:nvSpPr>
          <p:cNvPr id="171" name="TextBox 170">
            <a:extLst>
              <a:ext uri="{FF2B5EF4-FFF2-40B4-BE49-F238E27FC236}">
                <a16:creationId xmlns:a16="http://schemas.microsoft.com/office/drawing/2014/main" id="{2A6042D8-308D-8CD6-5F71-0E25DB07CC21}"/>
              </a:ext>
            </a:extLst>
          </p:cNvPr>
          <p:cNvSpPr txBox="1"/>
          <p:nvPr/>
        </p:nvSpPr>
        <p:spPr>
          <a:xfrm>
            <a:off x="8151175" y="2086254"/>
            <a:ext cx="724878" cy="400110"/>
          </a:xfrm>
          <a:prstGeom prst="rect">
            <a:avLst/>
          </a:prstGeom>
          <a:noFill/>
        </p:spPr>
        <p:txBody>
          <a:bodyPr wrap="none" rtlCol="0">
            <a:spAutoFit/>
          </a:bodyPr>
          <a:lstStyle/>
          <a:p>
            <a:pPr algn="ctr"/>
            <a:r>
              <a:rPr lang="en-US" sz="2000" b="1">
                <a:gradFill>
                  <a:gsLst>
                    <a:gs pos="0">
                      <a:srgbClr val="288CE1"/>
                    </a:gs>
                    <a:gs pos="100000">
                      <a:srgbClr val="044FA3"/>
                    </a:gs>
                  </a:gsLst>
                  <a:lin ang="5400000" scaled="1"/>
                </a:gradFill>
                <a:latin typeface="Montserrat" panose="00000500000000000000" pitchFamily="2" charset="0"/>
              </a:rPr>
              <a:t>93%</a:t>
            </a:r>
          </a:p>
        </p:txBody>
      </p:sp>
      <p:sp>
        <p:nvSpPr>
          <p:cNvPr id="172" name="TextBox 171">
            <a:extLst>
              <a:ext uri="{FF2B5EF4-FFF2-40B4-BE49-F238E27FC236}">
                <a16:creationId xmlns:a16="http://schemas.microsoft.com/office/drawing/2014/main" id="{ABF3F13B-78E6-9080-B473-FBEAFEC0424D}"/>
              </a:ext>
            </a:extLst>
          </p:cNvPr>
          <p:cNvSpPr txBox="1"/>
          <p:nvPr/>
        </p:nvSpPr>
        <p:spPr>
          <a:xfrm>
            <a:off x="8024600" y="2446254"/>
            <a:ext cx="1000595" cy="461665"/>
          </a:xfrm>
          <a:prstGeom prst="rect">
            <a:avLst/>
          </a:prstGeom>
          <a:noFill/>
        </p:spPr>
        <p:txBody>
          <a:bodyPr wrap="none" rtlCol="0">
            <a:spAutoFit/>
          </a:bodyPr>
          <a:lstStyle/>
          <a:p>
            <a:pPr algn="ctr"/>
            <a:r>
              <a:rPr lang="en-US" sz="1200" b="1">
                <a:solidFill>
                  <a:schemeClr val="accent4"/>
                </a:solidFill>
              </a:rPr>
              <a:t>927</a:t>
            </a:r>
            <a:r>
              <a:rPr lang="en-US" sz="1200" b="1"/>
              <a:t> + </a:t>
            </a:r>
            <a:r>
              <a:rPr lang="en-US" sz="1200" b="1">
                <a:solidFill>
                  <a:srgbClr val="FFC000"/>
                </a:solidFill>
              </a:rPr>
              <a:t>1294</a:t>
            </a:r>
            <a:r>
              <a:rPr lang="en-US" sz="1200" b="1"/>
              <a:t> </a:t>
            </a:r>
          </a:p>
          <a:p>
            <a:pPr algn="ctr"/>
            <a:r>
              <a:rPr lang="en-US" sz="1200" b="1"/>
              <a:t>2221 KE</a:t>
            </a:r>
          </a:p>
        </p:txBody>
      </p:sp>
      <p:sp>
        <p:nvSpPr>
          <p:cNvPr id="173" name="Freeform: Shape 172">
            <a:extLst>
              <a:ext uri="{FF2B5EF4-FFF2-40B4-BE49-F238E27FC236}">
                <a16:creationId xmlns:a16="http://schemas.microsoft.com/office/drawing/2014/main" id="{89DF22F1-B295-7F13-B7BF-F96C66476B52}"/>
              </a:ext>
            </a:extLst>
          </p:cNvPr>
          <p:cNvSpPr/>
          <p:nvPr/>
        </p:nvSpPr>
        <p:spPr>
          <a:xfrm>
            <a:off x="9950899" y="1482478"/>
            <a:ext cx="1945444" cy="1945443"/>
          </a:xfrm>
          <a:custGeom>
            <a:avLst/>
            <a:gdLst>
              <a:gd name="connsiteX0" fmla="*/ 3086591 w 3086591"/>
              <a:gd name="connsiteY0" fmla="*/ 1543295 h 3086590"/>
              <a:gd name="connsiteX1" fmla="*/ 1543296 w 3086591"/>
              <a:gd name="connsiteY1" fmla="*/ 3086591 h 3086590"/>
              <a:gd name="connsiteX2" fmla="*/ 0 w 3086591"/>
              <a:gd name="connsiteY2" fmla="*/ 1543295 h 3086590"/>
              <a:gd name="connsiteX3" fmla="*/ 1543296 w 3086591"/>
              <a:gd name="connsiteY3" fmla="*/ 0 h 3086590"/>
              <a:gd name="connsiteX4" fmla="*/ 3086591 w 3086591"/>
              <a:gd name="connsiteY4" fmla="*/ 1543295 h 3086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86591" h="3086590">
                <a:moveTo>
                  <a:pt x="3086591" y="1543295"/>
                </a:moveTo>
                <a:cubicBezTo>
                  <a:pt x="3086591" y="2395634"/>
                  <a:pt x="2395634" y="3086591"/>
                  <a:pt x="1543296" y="3086591"/>
                </a:cubicBezTo>
                <a:cubicBezTo>
                  <a:pt x="690957" y="3086591"/>
                  <a:pt x="0" y="2395634"/>
                  <a:pt x="0" y="1543295"/>
                </a:cubicBezTo>
                <a:cubicBezTo>
                  <a:pt x="0" y="690957"/>
                  <a:pt x="690957" y="0"/>
                  <a:pt x="1543296" y="0"/>
                </a:cubicBezTo>
                <a:cubicBezTo>
                  <a:pt x="2395634" y="0"/>
                  <a:pt x="3086591" y="690957"/>
                  <a:pt x="3086591" y="1543295"/>
                </a:cubicBezTo>
                <a:close/>
              </a:path>
            </a:pathLst>
          </a:custGeom>
          <a:gradFill>
            <a:gsLst>
              <a:gs pos="0">
                <a:srgbClr val="3AAAFF">
                  <a:alpha val="14000"/>
                </a:srgbClr>
              </a:gs>
              <a:gs pos="100000">
                <a:srgbClr val="044FA3">
                  <a:alpha val="14000"/>
                </a:srgbClr>
              </a:gs>
            </a:gsLst>
            <a:lin ang="5400000" scaled="1"/>
          </a:gradFill>
          <a:ln w="12700" cap="flat">
            <a:noFill/>
            <a:prstDash val="solid"/>
            <a:miter/>
          </a:ln>
        </p:spPr>
        <p:txBody>
          <a:bodyPr rtlCol="0" anchor="ctr"/>
          <a:lstStyle/>
          <a:p>
            <a:endParaRPr lang="en-US"/>
          </a:p>
        </p:txBody>
      </p:sp>
      <p:grpSp>
        <p:nvGrpSpPr>
          <p:cNvPr id="174" name="Group 173">
            <a:extLst>
              <a:ext uri="{FF2B5EF4-FFF2-40B4-BE49-F238E27FC236}">
                <a16:creationId xmlns:a16="http://schemas.microsoft.com/office/drawing/2014/main" id="{A950C7DC-1083-8445-9C02-4B129076494D}"/>
              </a:ext>
            </a:extLst>
          </p:cNvPr>
          <p:cNvGrpSpPr/>
          <p:nvPr/>
        </p:nvGrpSpPr>
        <p:grpSpPr>
          <a:xfrm>
            <a:off x="10098953" y="1630531"/>
            <a:ext cx="1649336" cy="1649337"/>
            <a:chOff x="773264" y="979665"/>
            <a:chExt cx="1649336" cy="1649337"/>
          </a:xfrm>
          <a:solidFill>
            <a:schemeClr val="bg1"/>
          </a:solidFill>
        </p:grpSpPr>
        <p:sp>
          <p:nvSpPr>
            <p:cNvPr id="175" name="Freeform: Shape 174">
              <a:extLst>
                <a:ext uri="{FF2B5EF4-FFF2-40B4-BE49-F238E27FC236}">
                  <a16:creationId xmlns:a16="http://schemas.microsoft.com/office/drawing/2014/main" id="{9EB97D4A-C1FE-2A94-4CC8-5716431F3392}"/>
                </a:ext>
              </a:extLst>
            </p:cNvPr>
            <p:cNvSpPr/>
            <p:nvPr/>
          </p:nvSpPr>
          <p:spPr>
            <a:xfrm>
              <a:off x="1539176" y="979665"/>
              <a:ext cx="117506" cy="117506"/>
            </a:xfrm>
            <a:custGeom>
              <a:avLst/>
              <a:gdLst>
                <a:gd name="connsiteX0" fmla="*/ 155151 w 155151"/>
                <a:gd name="connsiteY0" fmla="*/ 77576 h 155151"/>
                <a:gd name="connsiteX1" fmla="*/ 77575 w 155151"/>
                <a:gd name="connsiteY1" fmla="*/ 155151 h 155151"/>
                <a:gd name="connsiteX2" fmla="*/ 0 w 155151"/>
                <a:gd name="connsiteY2" fmla="*/ 77576 h 155151"/>
                <a:gd name="connsiteX3" fmla="*/ 77575 w 155151"/>
                <a:gd name="connsiteY3" fmla="*/ 0 h 155151"/>
                <a:gd name="connsiteX4" fmla="*/ 155151 w 155151"/>
                <a:gd name="connsiteY4" fmla="*/ 77576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6"/>
                  </a:moveTo>
                  <a:cubicBezTo>
                    <a:pt x="155151" y="120419"/>
                    <a:pt x="120419" y="155151"/>
                    <a:pt x="77575" y="155151"/>
                  </a:cubicBezTo>
                  <a:cubicBezTo>
                    <a:pt x="34732" y="155151"/>
                    <a:pt x="0" y="120419"/>
                    <a:pt x="0" y="77576"/>
                  </a:cubicBezTo>
                  <a:cubicBezTo>
                    <a:pt x="0" y="34732"/>
                    <a:pt x="34732" y="0"/>
                    <a:pt x="77575" y="0"/>
                  </a:cubicBezTo>
                  <a:cubicBezTo>
                    <a:pt x="120419" y="0"/>
                    <a:pt x="155151" y="34732"/>
                    <a:pt x="155151" y="77576"/>
                  </a:cubicBezTo>
                  <a:close/>
                </a:path>
              </a:pathLst>
            </a:custGeom>
            <a:grpFill/>
            <a:ln w="1257" cap="flat">
              <a:noFill/>
              <a:prstDash val="solid"/>
              <a:miter/>
            </a:ln>
          </p:spPr>
          <p:txBody>
            <a:bodyPr rtlCol="0" anchor="ctr"/>
            <a:lstStyle/>
            <a:p>
              <a:endParaRPr lang="en-US"/>
            </a:p>
          </p:txBody>
        </p:sp>
        <p:sp>
          <p:nvSpPr>
            <p:cNvPr id="176" name="Freeform: Shape 175">
              <a:extLst>
                <a:ext uri="{FF2B5EF4-FFF2-40B4-BE49-F238E27FC236}">
                  <a16:creationId xmlns:a16="http://schemas.microsoft.com/office/drawing/2014/main" id="{64941F47-6B3F-9482-8DD9-F38E7FC37410}"/>
                </a:ext>
              </a:extLst>
            </p:cNvPr>
            <p:cNvSpPr/>
            <p:nvPr/>
          </p:nvSpPr>
          <p:spPr>
            <a:xfrm>
              <a:off x="1297088" y="1018708"/>
              <a:ext cx="117506" cy="117506"/>
            </a:xfrm>
            <a:custGeom>
              <a:avLst/>
              <a:gdLst>
                <a:gd name="connsiteX0" fmla="*/ 155151 w 155151"/>
                <a:gd name="connsiteY0" fmla="*/ 77576 h 155151"/>
                <a:gd name="connsiteX1" fmla="*/ 77576 w 155151"/>
                <a:gd name="connsiteY1" fmla="*/ 155151 h 155151"/>
                <a:gd name="connsiteX2" fmla="*/ 0 w 155151"/>
                <a:gd name="connsiteY2" fmla="*/ 77576 h 155151"/>
                <a:gd name="connsiteX3" fmla="*/ 77576 w 155151"/>
                <a:gd name="connsiteY3" fmla="*/ 0 h 155151"/>
                <a:gd name="connsiteX4" fmla="*/ 155151 w 155151"/>
                <a:gd name="connsiteY4" fmla="*/ 77576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6"/>
                  </a:moveTo>
                  <a:cubicBezTo>
                    <a:pt x="155151" y="120419"/>
                    <a:pt x="120419" y="155151"/>
                    <a:pt x="77576" y="155151"/>
                  </a:cubicBezTo>
                  <a:cubicBezTo>
                    <a:pt x="34732" y="155151"/>
                    <a:pt x="0" y="120419"/>
                    <a:pt x="0" y="77576"/>
                  </a:cubicBezTo>
                  <a:cubicBezTo>
                    <a:pt x="0" y="34732"/>
                    <a:pt x="34732" y="0"/>
                    <a:pt x="77576" y="0"/>
                  </a:cubicBezTo>
                  <a:cubicBezTo>
                    <a:pt x="120419" y="0"/>
                    <a:pt x="155151" y="34732"/>
                    <a:pt x="155151" y="77576"/>
                  </a:cubicBezTo>
                  <a:close/>
                </a:path>
              </a:pathLst>
            </a:custGeom>
            <a:grpFill/>
            <a:ln w="1257" cap="flat">
              <a:noFill/>
              <a:prstDash val="solid"/>
              <a:miter/>
            </a:ln>
          </p:spPr>
          <p:txBody>
            <a:bodyPr rtlCol="0" anchor="ctr"/>
            <a:lstStyle/>
            <a:p>
              <a:endParaRPr lang="en-US"/>
            </a:p>
          </p:txBody>
        </p:sp>
        <p:sp>
          <p:nvSpPr>
            <p:cNvPr id="177" name="Freeform: Shape 176">
              <a:extLst>
                <a:ext uri="{FF2B5EF4-FFF2-40B4-BE49-F238E27FC236}">
                  <a16:creationId xmlns:a16="http://schemas.microsoft.com/office/drawing/2014/main" id="{60334466-66CD-6CD0-D598-357E54208814}"/>
                </a:ext>
              </a:extLst>
            </p:cNvPr>
            <p:cNvSpPr/>
            <p:nvPr/>
          </p:nvSpPr>
          <p:spPr>
            <a:xfrm>
              <a:off x="1086838" y="1127439"/>
              <a:ext cx="117506" cy="117506"/>
            </a:xfrm>
            <a:custGeom>
              <a:avLst/>
              <a:gdLst>
                <a:gd name="connsiteX0" fmla="*/ 155151 w 155151"/>
                <a:gd name="connsiteY0" fmla="*/ 77575 h 155151"/>
                <a:gd name="connsiteX1" fmla="*/ 77576 w 155151"/>
                <a:gd name="connsiteY1" fmla="*/ 155151 h 155151"/>
                <a:gd name="connsiteX2" fmla="*/ 0 w 155151"/>
                <a:gd name="connsiteY2" fmla="*/ 77575 h 155151"/>
                <a:gd name="connsiteX3" fmla="*/ 77576 w 155151"/>
                <a:gd name="connsiteY3" fmla="*/ 0 h 155151"/>
                <a:gd name="connsiteX4" fmla="*/ 155151 w 155151"/>
                <a:gd name="connsiteY4" fmla="*/ 77575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5"/>
                  </a:moveTo>
                  <a:cubicBezTo>
                    <a:pt x="155151" y="120419"/>
                    <a:pt x="120419" y="155151"/>
                    <a:pt x="77576" y="155151"/>
                  </a:cubicBezTo>
                  <a:cubicBezTo>
                    <a:pt x="34732" y="155151"/>
                    <a:pt x="0" y="120419"/>
                    <a:pt x="0" y="77575"/>
                  </a:cubicBezTo>
                  <a:cubicBezTo>
                    <a:pt x="0" y="34732"/>
                    <a:pt x="34732" y="0"/>
                    <a:pt x="77576" y="0"/>
                  </a:cubicBezTo>
                  <a:cubicBezTo>
                    <a:pt x="120419" y="0"/>
                    <a:pt x="155151" y="34732"/>
                    <a:pt x="155151" y="77575"/>
                  </a:cubicBezTo>
                  <a:close/>
                </a:path>
              </a:pathLst>
            </a:custGeom>
            <a:grpFill/>
            <a:ln w="1257" cap="flat">
              <a:noFill/>
              <a:prstDash val="solid"/>
              <a:miter/>
            </a:ln>
          </p:spPr>
          <p:txBody>
            <a:bodyPr rtlCol="0" anchor="ctr"/>
            <a:lstStyle/>
            <a:p>
              <a:endParaRPr lang="en-US"/>
            </a:p>
          </p:txBody>
        </p:sp>
        <p:sp>
          <p:nvSpPr>
            <p:cNvPr id="178" name="Freeform: Shape 177">
              <a:extLst>
                <a:ext uri="{FF2B5EF4-FFF2-40B4-BE49-F238E27FC236}">
                  <a16:creationId xmlns:a16="http://schemas.microsoft.com/office/drawing/2014/main" id="{BF568E89-96AF-3D60-EB99-64D4D2503151}"/>
                </a:ext>
              </a:extLst>
            </p:cNvPr>
            <p:cNvSpPr/>
            <p:nvPr/>
          </p:nvSpPr>
          <p:spPr>
            <a:xfrm>
              <a:off x="921038" y="1293239"/>
              <a:ext cx="117506" cy="117506"/>
            </a:xfrm>
            <a:custGeom>
              <a:avLst/>
              <a:gdLst>
                <a:gd name="connsiteX0" fmla="*/ 155151 w 155151"/>
                <a:gd name="connsiteY0" fmla="*/ 77575 h 155151"/>
                <a:gd name="connsiteX1" fmla="*/ 77576 w 155151"/>
                <a:gd name="connsiteY1" fmla="*/ 155151 h 155151"/>
                <a:gd name="connsiteX2" fmla="*/ 0 w 155151"/>
                <a:gd name="connsiteY2" fmla="*/ 77575 h 155151"/>
                <a:gd name="connsiteX3" fmla="*/ 77576 w 155151"/>
                <a:gd name="connsiteY3" fmla="*/ 0 h 155151"/>
                <a:gd name="connsiteX4" fmla="*/ 155151 w 155151"/>
                <a:gd name="connsiteY4" fmla="*/ 77575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5"/>
                  </a:moveTo>
                  <a:cubicBezTo>
                    <a:pt x="155151" y="120419"/>
                    <a:pt x="120419" y="155151"/>
                    <a:pt x="77576" y="155151"/>
                  </a:cubicBezTo>
                  <a:cubicBezTo>
                    <a:pt x="34732" y="155151"/>
                    <a:pt x="0" y="120419"/>
                    <a:pt x="0" y="77575"/>
                  </a:cubicBezTo>
                  <a:cubicBezTo>
                    <a:pt x="0" y="34732"/>
                    <a:pt x="34732" y="0"/>
                    <a:pt x="77576" y="0"/>
                  </a:cubicBezTo>
                  <a:cubicBezTo>
                    <a:pt x="120419" y="0"/>
                    <a:pt x="155151" y="34732"/>
                    <a:pt x="155151" y="77575"/>
                  </a:cubicBezTo>
                  <a:close/>
                </a:path>
              </a:pathLst>
            </a:custGeom>
            <a:grpFill/>
            <a:ln w="1257" cap="flat">
              <a:noFill/>
              <a:prstDash val="solid"/>
              <a:miter/>
            </a:ln>
          </p:spPr>
          <p:txBody>
            <a:bodyPr rtlCol="0" anchor="ctr"/>
            <a:lstStyle/>
            <a:p>
              <a:endParaRPr lang="en-US"/>
            </a:p>
          </p:txBody>
        </p:sp>
        <p:sp>
          <p:nvSpPr>
            <p:cNvPr id="179" name="Freeform: Shape 178">
              <a:extLst>
                <a:ext uri="{FF2B5EF4-FFF2-40B4-BE49-F238E27FC236}">
                  <a16:creationId xmlns:a16="http://schemas.microsoft.com/office/drawing/2014/main" id="{C28BA543-B782-37FB-7B42-92D40315F27C}"/>
                </a:ext>
              </a:extLst>
            </p:cNvPr>
            <p:cNvSpPr/>
            <p:nvPr/>
          </p:nvSpPr>
          <p:spPr>
            <a:xfrm>
              <a:off x="812307" y="1503490"/>
              <a:ext cx="117506" cy="117506"/>
            </a:xfrm>
            <a:custGeom>
              <a:avLst/>
              <a:gdLst>
                <a:gd name="connsiteX0" fmla="*/ 155151 w 155151"/>
                <a:gd name="connsiteY0" fmla="*/ 77575 h 155151"/>
                <a:gd name="connsiteX1" fmla="*/ 77576 w 155151"/>
                <a:gd name="connsiteY1" fmla="*/ 155151 h 155151"/>
                <a:gd name="connsiteX2" fmla="*/ 0 w 155151"/>
                <a:gd name="connsiteY2" fmla="*/ 77575 h 155151"/>
                <a:gd name="connsiteX3" fmla="*/ 77576 w 155151"/>
                <a:gd name="connsiteY3" fmla="*/ 0 h 155151"/>
                <a:gd name="connsiteX4" fmla="*/ 155151 w 155151"/>
                <a:gd name="connsiteY4" fmla="*/ 77575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5"/>
                  </a:moveTo>
                  <a:cubicBezTo>
                    <a:pt x="155151" y="120419"/>
                    <a:pt x="120419" y="155151"/>
                    <a:pt x="77576" y="155151"/>
                  </a:cubicBezTo>
                  <a:cubicBezTo>
                    <a:pt x="34732" y="155151"/>
                    <a:pt x="0" y="120419"/>
                    <a:pt x="0" y="77575"/>
                  </a:cubicBezTo>
                  <a:cubicBezTo>
                    <a:pt x="0" y="34732"/>
                    <a:pt x="34732" y="0"/>
                    <a:pt x="77576" y="0"/>
                  </a:cubicBezTo>
                  <a:cubicBezTo>
                    <a:pt x="120419" y="0"/>
                    <a:pt x="155151" y="34732"/>
                    <a:pt x="155151" y="77575"/>
                  </a:cubicBezTo>
                  <a:close/>
                </a:path>
              </a:pathLst>
            </a:custGeom>
            <a:grpFill/>
            <a:ln w="1257" cap="flat">
              <a:noFill/>
              <a:prstDash val="solid"/>
              <a:miter/>
            </a:ln>
          </p:spPr>
          <p:txBody>
            <a:bodyPr rtlCol="0" anchor="ctr"/>
            <a:lstStyle/>
            <a:p>
              <a:endParaRPr lang="en-US"/>
            </a:p>
          </p:txBody>
        </p:sp>
        <p:sp>
          <p:nvSpPr>
            <p:cNvPr id="180" name="Freeform: Shape 179">
              <a:extLst>
                <a:ext uri="{FF2B5EF4-FFF2-40B4-BE49-F238E27FC236}">
                  <a16:creationId xmlns:a16="http://schemas.microsoft.com/office/drawing/2014/main" id="{1FDA7D5A-0BFA-0615-F032-CE0F485B22C2}"/>
                </a:ext>
              </a:extLst>
            </p:cNvPr>
            <p:cNvSpPr/>
            <p:nvPr/>
          </p:nvSpPr>
          <p:spPr>
            <a:xfrm>
              <a:off x="773264" y="1745584"/>
              <a:ext cx="117506" cy="117506"/>
            </a:xfrm>
            <a:custGeom>
              <a:avLst/>
              <a:gdLst>
                <a:gd name="connsiteX0" fmla="*/ 155151 w 155151"/>
                <a:gd name="connsiteY0" fmla="*/ 77576 h 155151"/>
                <a:gd name="connsiteX1" fmla="*/ 77576 w 155151"/>
                <a:gd name="connsiteY1" fmla="*/ 155151 h 155151"/>
                <a:gd name="connsiteX2" fmla="*/ 0 w 155151"/>
                <a:gd name="connsiteY2" fmla="*/ 77576 h 155151"/>
                <a:gd name="connsiteX3" fmla="*/ 77576 w 155151"/>
                <a:gd name="connsiteY3" fmla="*/ 0 h 155151"/>
                <a:gd name="connsiteX4" fmla="*/ 155151 w 155151"/>
                <a:gd name="connsiteY4" fmla="*/ 77576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6"/>
                  </a:moveTo>
                  <a:cubicBezTo>
                    <a:pt x="155151" y="120419"/>
                    <a:pt x="120419" y="155151"/>
                    <a:pt x="77576" y="155151"/>
                  </a:cubicBezTo>
                  <a:cubicBezTo>
                    <a:pt x="34732" y="155151"/>
                    <a:pt x="0" y="120420"/>
                    <a:pt x="0" y="77576"/>
                  </a:cubicBezTo>
                  <a:cubicBezTo>
                    <a:pt x="0" y="34732"/>
                    <a:pt x="34732" y="0"/>
                    <a:pt x="77576" y="0"/>
                  </a:cubicBezTo>
                  <a:cubicBezTo>
                    <a:pt x="120419" y="0"/>
                    <a:pt x="155151" y="34732"/>
                    <a:pt x="155151" y="77576"/>
                  </a:cubicBezTo>
                  <a:close/>
                </a:path>
              </a:pathLst>
            </a:custGeom>
            <a:grpFill/>
            <a:ln w="1257" cap="flat">
              <a:noFill/>
              <a:prstDash val="solid"/>
              <a:miter/>
            </a:ln>
          </p:spPr>
          <p:txBody>
            <a:bodyPr rtlCol="0" anchor="ctr"/>
            <a:lstStyle/>
            <a:p>
              <a:endParaRPr lang="en-US"/>
            </a:p>
          </p:txBody>
        </p:sp>
        <p:sp>
          <p:nvSpPr>
            <p:cNvPr id="181" name="Freeform: Shape 180">
              <a:extLst>
                <a:ext uri="{FF2B5EF4-FFF2-40B4-BE49-F238E27FC236}">
                  <a16:creationId xmlns:a16="http://schemas.microsoft.com/office/drawing/2014/main" id="{8D54BBF3-2CFC-F3CB-BF74-18628829FD17}"/>
                </a:ext>
              </a:extLst>
            </p:cNvPr>
            <p:cNvSpPr/>
            <p:nvPr/>
          </p:nvSpPr>
          <p:spPr>
            <a:xfrm>
              <a:off x="812307" y="1987672"/>
              <a:ext cx="117506" cy="117506"/>
            </a:xfrm>
            <a:custGeom>
              <a:avLst/>
              <a:gdLst>
                <a:gd name="connsiteX0" fmla="*/ 155151 w 155151"/>
                <a:gd name="connsiteY0" fmla="*/ 77575 h 155151"/>
                <a:gd name="connsiteX1" fmla="*/ 77576 w 155151"/>
                <a:gd name="connsiteY1" fmla="*/ 155151 h 155151"/>
                <a:gd name="connsiteX2" fmla="*/ 0 w 155151"/>
                <a:gd name="connsiteY2" fmla="*/ 77575 h 155151"/>
                <a:gd name="connsiteX3" fmla="*/ 77576 w 155151"/>
                <a:gd name="connsiteY3" fmla="*/ 0 h 155151"/>
                <a:gd name="connsiteX4" fmla="*/ 155151 w 155151"/>
                <a:gd name="connsiteY4" fmla="*/ 77575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5"/>
                  </a:moveTo>
                  <a:cubicBezTo>
                    <a:pt x="155151" y="120419"/>
                    <a:pt x="120419" y="155151"/>
                    <a:pt x="77576" y="155151"/>
                  </a:cubicBezTo>
                  <a:cubicBezTo>
                    <a:pt x="34732" y="155151"/>
                    <a:pt x="0" y="120420"/>
                    <a:pt x="0" y="77575"/>
                  </a:cubicBezTo>
                  <a:cubicBezTo>
                    <a:pt x="0" y="34732"/>
                    <a:pt x="34732" y="0"/>
                    <a:pt x="77576" y="0"/>
                  </a:cubicBezTo>
                  <a:cubicBezTo>
                    <a:pt x="120419" y="0"/>
                    <a:pt x="155151" y="34731"/>
                    <a:pt x="155151" y="77575"/>
                  </a:cubicBezTo>
                  <a:close/>
                </a:path>
              </a:pathLst>
            </a:custGeom>
            <a:grpFill/>
            <a:ln w="1257" cap="flat">
              <a:noFill/>
              <a:prstDash val="solid"/>
              <a:miter/>
            </a:ln>
          </p:spPr>
          <p:txBody>
            <a:bodyPr rtlCol="0" anchor="ctr"/>
            <a:lstStyle/>
            <a:p>
              <a:endParaRPr lang="en-US"/>
            </a:p>
          </p:txBody>
        </p:sp>
        <p:sp>
          <p:nvSpPr>
            <p:cNvPr id="182" name="Freeform: Shape 181">
              <a:extLst>
                <a:ext uri="{FF2B5EF4-FFF2-40B4-BE49-F238E27FC236}">
                  <a16:creationId xmlns:a16="http://schemas.microsoft.com/office/drawing/2014/main" id="{BE70E57A-55B8-181C-8F0F-E4D2EBEC6982}"/>
                </a:ext>
              </a:extLst>
            </p:cNvPr>
            <p:cNvSpPr/>
            <p:nvPr/>
          </p:nvSpPr>
          <p:spPr>
            <a:xfrm>
              <a:off x="921038" y="2197922"/>
              <a:ext cx="117506" cy="117506"/>
            </a:xfrm>
            <a:custGeom>
              <a:avLst/>
              <a:gdLst>
                <a:gd name="connsiteX0" fmla="*/ 155151 w 155151"/>
                <a:gd name="connsiteY0" fmla="*/ 77575 h 155151"/>
                <a:gd name="connsiteX1" fmla="*/ 77576 w 155151"/>
                <a:gd name="connsiteY1" fmla="*/ 155151 h 155151"/>
                <a:gd name="connsiteX2" fmla="*/ 0 w 155151"/>
                <a:gd name="connsiteY2" fmla="*/ 77575 h 155151"/>
                <a:gd name="connsiteX3" fmla="*/ 77576 w 155151"/>
                <a:gd name="connsiteY3" fmla="*/ 0 h 155151"/>
                <a:gd name="connsiteX4" fmla="*/ 155151 w 155151"/>
                <a:gd name="connsiteY4" fmla="*/ 77575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5"/>
                  </a:moveTo>
                  <a:cubicBezTo>
                    <a:pt x="155151" y="120419"/>
                    <a:pt x="120419" y="155151"/>
                    <a:pt x="77576" y="155151"/>
                  </a:cubicBezTo>
                  <a:cubicBezTo>
                    <a:pt x="34732" y="155151"/>
                    <a:pt x="0" y="120420"/>
                    <a:pt x="0" y="77575"/>
                  </a:cubicBezTo>
                  <a:cubicBezTo>
                    <a:pt x="0" y="34732"/>
                    <a:pt x="34732" y="0"/>
                    <a:pt x="77576" y="0"/>
                  </a:cubicBezTo>
                  <a:cubicBezTo>
                    <a:pt x="120419" y="0"/>
                    <a:pt x="155151" y="34731"/>
                    <a:pt x="155151" y="77575"/>
                  </a:cubicBezTo>
                  <a:close/>
                </a:path>
              </a:pathLst>
            </a:custGeom>
            <a:grpFill/>
            <a:ln w="1257" cap="flat">
              <a:noFill/>
              <a:prstDash val="solid"/>
              <a:miter/>
            </a:ln>
          </p:spPr>
          <p:txBody>
            <a:bodyPr rtlCol="0" anchor="ctr"/>
            <a:lstStyle/>
            <a:p>
              <a:endParaRPr lang="en-US"/>
            </a:p>
          </p:txBody>
        </p:sp>
        <p:sp>
          <p:nvSpPr>
            <p:cNvPr id="183" name="Freeform: Shape 182">
              <a:extLst>
                <a:ext uri="{FF2B5EF4-FFF2-40B4-BE49-F238E27FC236}">
                  <a16:creationId xmlns:a16="http://schemas.microsoft.com/office/drawing/2014/main" id="{A9E4B7A7-244A-1238-29FE-CE79922EDBBB}"/>
                </a:ext>
              </a:extLst>
            </p:cNvPr>
            <p:cNvSpPr/>
            <p:nvPr/>
          </p:nvSpPr>
          <p:spPr>
            <a:xfrm>
              <a:off x="1086838" y="2363722"/>
              <a:ext cx="117506" cy="117506"/>
            </a:xfrm>
            <a:custGeom>
              <a:avLst/>
              <a:gdLst>
                <a:gd name="connsiteX0" fmla="*/ 155151 w 155151"/>
                <a:gd name="connsiteY0" fmla="*/ 77575 h 155151"/>
                <a:gd name="connsiteX1" fmla="*/ 77576 w 155151"/>
                <a:gd name="connsiteY1" fmla="*/ 155151 h 155151"/>
                <a:gd name="connsiteX2" fmla="*/ 0 w 155151"/>
                <a:gd name="connsiteY2" fmla="*/ 77575 h 155151"/>
                <a:gd name="connsiteX3" fmla="*/ 77576 w 155151"/>
                <a:gd name="connsiteY3" fmla="*/ 0 h 155151"/>
                <a:gd name="connsiteX4" fmla="*/ 155151 w 155151"/>
                <a:gd name="connsiteY4" fmla="*/ 77575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5"/>
                  </a:moveTo>
                  <a:cubicBezTo>
                    <a:pt x="155151" y="120419"/>
                    <a:pt x="120419" y="155151"/>
                    <a:pt x="77576" y="155151"/>
                  </a:cubicBezTo>
                  <a:cubicBezTo>
                    <a:pt x="34732" y="155151"/>
                    <a:pt x="0" y="120420"/>
                    <a:pt x="0" y="77575"/>
                  </a:cubicBezTo>
                  <a:cubicBezTo>
                    <a:pt x="0" y="34732"/>
                    <a:pt x="34732" y="0"/>
                    <a:pt x="77576" y="0"/>
                  </a:cubicBezTo>
                  <a:cubicBezTo>
                    <a:pt x="120419" y="0"/>
                    <a:pt x="155151" y="34731"/>
                    <a:pt x="155151" y="77575"/>
                  </a:cubicBezTo>
                  <a:close/>
                </a:path>
              </a:pathLst>
            </a:custGeom>
            <a:grpFill/>
            <a:ln w="1257" cap="flat">
              <a:noFill/>
              <a:prstDash val="solid"/>
              <a:miter/>
            </a:ln>
          </p:spPr>
          <p:txBody>
            <a:bodyPr rtlCol="0" anchor="ctr"/>
            <a:lstStyle/>
            <a:p>
              <a:endParaRPr lang="en-US"/>
            </a:p>
          </p:txBody>
        </p:sp>
        <p:sp>
          <p:nvSpPr>
            <p:cNvPr id="184" name="Freeform: Shape 183">
              <a:extLst>
                <a:ext uri="{FF2B5EF4-FFF2-40B4-BE49-F238E27FC236}">
                  <a16:creationId xmlns:a16="http://schemas.microsoft.com/office/drawing/2014/main" id="{FB0D75F6-477E-9442-3B36-A05368950BD8}"/>
                </a:ext>
              </a:extLst>
            </p:cNvPr>
            <p:cNvSpPr/>
            <p:nvPr/>
          </p:nvSpPr>
          <p:spPr>
            <a:xfrm>
              <a:off x="1297088" y="2472453"/>
              <a:ext cx="117506" cy="117506"/>
            </a:xfrm>
            <a:custGeom>
              <a:avLst/>
              <a:gdLst>
                <a:gd name="connsiteX0" fmla="*/ 155151 w 155151"/>
                <a:gd name="connsiteY0" fmla="*/ 77576 h 155151"/>
                <a:gd name="connsiteX1" fmla="*/ 77576 w 155151"/>
                <a:gd name="connsiteY1" fmla="*/ 155151 h 155151"/>
                <a:gd name="connsiteX2" fmla="*/ 0 w 155151"/>
                <a:gd name="connsiteY2" fmla="*/ 77576 h 155151"/>
                <a:gd name="connsiteX3" fmla="*/ 77576 w 155151"/>
                <a:gd name="connsiteY3" fmla="*/ 0 h 155151"/>
                <a:gd name="connsiteX4" fmla="*/ 155151 w 155151"/>
                <a:gd name="connsiteY4" fmla="*/ 77576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6"/>
                  </a:moveTo>
                  <a:cubicBezTo>
                    <a:pt x="155151" y="120419"/>
                    <a:pt x="120419" y="155151"/>
                    <a:pt x="77576" y="155151"/>
                  </a:cubicBezTo>
                  <a:cubicBezTo>
                    <a:pt x="34732" y="155151"/>
                    <a:pt x="0" y="120420"/>
                    <a:pt x="0" y="77576"/>
                  </a:cubicBezTo>
                  <a:cubicBezTo>
                    <a:pt x="0" y="34732"/>
                    <a:pt x="34732" y="0"/>
                    <a:pt x="77576" y="0"/>
                  </a:cubicBezTo>
                  <a:cubicBezTo>
                    <a:pt x="120419" y="0"/>
                    <a:pt x="155151" y="34731"/>
                    <a:pt x="155151" y="77576"/>
                  </a:cubicBezTo>
                  <a:close/>
                </a:path>
              </a:pathLst>
            </a:custGeom>
            <a:grpFill/>
            <a:ln w="1257" cap="flat">
              <a:noFill/>
              <a:prstDash val="solid"/>
              <a:miter/>
            </a:ln>
          </p:spPr>
          <p:txBody>
            <a:bodyPr rtlCol="0" anchor="ctr"/>
            <a:lstStyle/>
            <a:p>
              <a:endParaRPr lang="en-US"/>
            </a:p>
          </p:txBody>
        </p:sp>
        <p:sp>
          <p:nvSpPr>
            <p:cNvPr id="185" name="Freeform: Shape 184">
              <a:extLst>
                <a:ext uri="{FF2B5EF4-FFF2-40B4-BE49-F238E27FC236}">
                  <a16:creationId xmlns:a16="http://schemas.microsoft.com/office/drawing/2014/main" id="{4D403A0F-B690-1B9B-DEE0-67F37BAB7FF7}"/>
                </a:ext>
              </a:extLst>
            </p:cNvPr>
            <p:cNvSpPr/>
            <p:nvPr/>
          </p:nvSpPr>
          <p:spPr>
            <a:xfrm>
              <a:off x="1539176" y="2511496"/>
              <a:ext cx="117506" cy="117506"/>
            </a:xfrm>
            <a:custGeom>
              <a:avLst/>
              <a:gdLst>
                <a:gd name="connsiteX0" fmla="*/ 155151 w 155151"/>
                <a:gd name="connsiteY0" fmla="*/ 77575 h 155151"/>
                <a:gd name="connsiteX1" fmla="*/ 77575 w 155151"/>
                <a:gd name="connsiteY1" fmla="*/ 155151 h 155151"/>
                <a:gd name="connsiteX2" fmla="*/ 0 w 155151"/>
                <a:gd name="connsiteY2" fmla="*/ 77575 h 155151"/>
                <a:gd name="connsiteX3" fmla="*/ 77575 w 155151"/>
                <a:gd name="connsiteY3" fmla="*/ 0 h 155151"/>
                <a:gd name="connsiteX4" fmla="*/ 155151 w 155151"/>
                <a:gd name="connsiteY4" fmla="*/ 77575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5"/>
                  </a:moveTo>
                  <a:cubicBezTo>
                    <a:pt x="155151" y="120419"/>
                    <a:pt x="120419" y="155151"/>
                    <a:pt x="77575" y="155151"/>
                  </a:cubicBezTo>
                  <a:cubicBezTo>
                    <a:pt x="34732" y="155151"/>
                    <a:pt x="0" y="120419"/>
                    <a:pt x="0" y="77575"/>
                  </a:cubicBezTo>
                  <a:cubicBezTo>
                    <a:pt x="0" y="34732"/>
                    <a:pt x="34732" y="0"/>
                    <a:pt x="77575" y="0"/>
                  </a:cubicBezTo>
                  <a:cubicBezTo>
                    <a:pt x="120419" y="0"/>
                    <a:pt x="155151" y="34731"/>
                    <a:pt x="155151" y="77575"/>
                  </a:cubicBezTo>
                  <a:close/>
                </a:path>
              </a:pathLst>
            </a:custGeom>
            <a:grpFill/>
            <a:ln w="1257" cap="flat">
              <a:noFill/>
              <a:prstDash val="solid"/>
              <a:miter/>
            </a:ln>
          </p:spPr>
          <p:txBody>
            <a:bodyPr rtlCol="0" anchor="ctr"/>
            <a:lstStyle/>
            <a:p>
              <a:endParaRPr lang="en-US"/>
            </a:p>
          </p:txBody>
        </p:sp>
        <p:sp>
          <p:nvSpPr>
            <p:cNvPr id="186" name="Freeform: Shape 185">
              <a:extLst>
                <a:ext uri="{FF2B5EF4-FFF2-40B4-BE49-F238E27FC236}">
                  <a16:creationId xmlns:a16="http://schemas.microsoft.com/office/drawing/2014/main" id="{8A549EEA-7D4E-7777-C145-C5747A216672}"/>
                </a:ext>
              </a:extLst>
            </p:cNvPr>
            <p:cNvSpPr/>
            <p:nvPr/>
          </p:nvSpPr>
          <p:spPr>
            <a:xfrm>
              <a:off x="1781270" y="2472453"/>
              <a:ext cx="117506" cy="117506"/>
            </a:xfrm>
            <a:custGeom>
              <a:avLst/>
              <a:gdLst>
                <a:gd name="connsiteX0" fmla="*/ 155151 w 155151"/>
                <a:gd name="connsiteY0" fmla="*/ 77576 h 155151"/>
                <a:gd name="connsiteX1" fmla="*/ 77575 w 155151"/>
                <a:gd name="connsiteY1" fmla="*/ 155151 h 155151"/>
                <a:gd name="connsiteX2" fmla="*/ 0 w 155151"/>
                <a:gd name="connsiteY2" fmla="*/ 77576 h 155151"/>
                <a:gd name="connsiteX3" fmla="*/ 77575 w 155151"/>
                <a:gd name="connsiteY3" fmla="*/ 0 h 155151"/>
                <a:gd name="connsiteX4" fmla="*/ 155151 w 155151"/>
                <a:gd name="connsiteY4" fmla="*/ 77576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6"/>
                  </a:moveTo>
                  <a:cubicBezTo>
                    <a:pt x="155151" y="120419"/>
                    <a:pt x="120419" y="155151"/>
                    <a:pt x="77575" y="155151"/>
                  </a:cubicBezTo>
                  <a:cubicBezTo>
                    <a:pt x="34732" y="155151"/>
                    <a:pt x="0" y="120420"/>
                    <a:pt x="0" y="77576"/>
                  </a:cubicBezTo>
                  <a:cubicBezTo>
                    <a:pt x="0" y="34732"/>
                    <a:pt x="34732" y="0"/>
                    <a:pt x="77575" y="0"/>
                  </a:cubicBezTo>
                  <a:cubicBezTo>
                    <a:pt x="120419" y="0"/>
                    <a:pt x="155151" y="34731"/>
                    <a:pt x="155151" y="77576"/>
                  </a:cubicBezTo>
                  <a:close/>
                </a:path>
              </a:pathLst>
            </a:custGeom>
            <a:grpFill/>
            <a:ln w="1257" cap="flat">
              <a:noFill/>
              <a:prstDash val="solid"/>
              <a:miter/>
            </a:ln>
          </p:spPr>
          <p:txBody>
            <a:bodyPr rtlCol="0" anchor="ctr"/>
            <a:lstStyle/>
            <a:p>
              <a:endParaRPr lang="en-US"/>
            </a:p>
          </p:txBody>
        </p:sp>
        <p:sp>
          <p:nvSpPr>
            <p:cNvPr id="187" name="Freeform: Shape 186">
              <a:extLst>
                <a:ext uri="{FF2B5EF4-FFF2-40B4-BE49-F238E27FC236}">
                  <a16:creationId xmlns:a16="http://schemas.microsoft.com/office/drawing/2014/main" id="{789260E9-FF1D-E1BF-CADC-A759D46E23B4}"/>
                </a:ext>
              </a:extLst>
            </p:cNvPr>
            <p:cNvSpPr/>
            <p:nvPr/>
          </p:nvSpPr>
          <p:spPr>
            <a:xfrm>
              <a:off x="1991521" y="2363722"/>
              <a:ext cx="117506" cy="117506"/>
            </a:xfrm>
            <a:custGeom>
              <a:avLst/>
              <a:gdLst>
                <a:gd name="connsiteX0" fmla="*/ 155151 w 155151"/>
                <a:gd name="connsiteY0" fmla="*/ 77575 h 155151"/>
                <a:gd name="connsiteX1" fmla="*/ 77575 w 155151"/>
                <a:gd name="connsiteY1" fmla="*/ 155151 h 155151"/>
                <a:gd name="connsiteX2" fmla="*/ 0 w 155151"/>
                <a:gd name="connsiteY2" fmla="*/ 77575 h 155151"/>
                <a:gd name="connsiteX3" fmla="*/ 77575 w 155151"/>
                <a:gd name="connsiteY3" fmla="*/ 0 h 155151"/>
                <a:gd name="connsiteX4" fmla="*/ 155151 w 155151"/>
                <a:gd name="connsiteY4" fmla="*/ 77575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5"/>
                  </a:moveTo>
                  <a:cubicBezTo>
                    <a:pt x="155151" y="120419"/>
                    <a:pt x="120419" y="155151"/>
                    <a:pt x="77575" y="155151"/>
                  </a:cubicBezTo>
                  <a:cubicBezTo>
                    <a:pt x="34732" y="155151"/>
                    <a:pt x="0" y="120420"/>
                    <a:pt x="0" y="77575"/>
                  </a:cubicBezTo>
                  <a:cubicBezTo>
                    <a:pt x="0" y="34732"/>
                    <a:pt x="34732" y="0"/>
                    <a:pt x="77575" y="0"/>
                  </a:cubicBezTo>
                  <a:cubicBezTo>
                    <a:pt x="120419" y="0"/>
                    <a:pt x="155151" y="34731"/>
                    <a:pt x="155151" y="77575"/>
                  </a:cubicBezTo>
                  <a:close/>
                </a:path>
              </a:pathLst>
            </a:custGeom>
            <a:grpFill/>
            <a:ln w="1257" cap="flat">
              <a:noFill/>
              <a:prstDash val="solid"/>
              <a:miter/>
            </a:ln>
          </p:spPr>
          <p:txBody>
            <a:bodyPr rtlCol="0" anchor="ctr"/>
            <a:lstStyle/>
            <a:p>
              <a:endParaRPr lang="en-US"/>
            </a:p>
          </p:txBody>
        </p:sp>
        <p:sp>
          <p:nvSpPr>
            <p:cNvPr id="188" name="Freeform: Shape 187">
              <a:extLst>
                <a:ext uri="{FF2B5EF4-FFF2-40B4-BE49-F238E27FC236}">
                  <a16:creationId xmlns:a16="http://schemas.microsoft.com/office/drawing/2014/main" id="{14E9B83B-7776-CA19-E358-35DF799E60B3}"/>
                </a:ext>
              </a:extLst>
            </p:cNvPr>
            <p:cNvSpPr/>
            <p:nvPr/>
          </p:nvSpPr>
          <p:spPr>
            <a:xfrm>
              <a:off x="2157320" y="2197922"/>
              <a:ext cx="117506" cy="117506"/>
            </a:xfrm>
            <a:custGeom>
              <a:avLst/>
              <a:gdLst>
                <a:gd name="connsiteX0" fmla="*/ 155151 w 155151"/>
                <a:gd name="connsiteY0" fmla="*/ 77575 h 155151"/>
                <a:gd name="connsiteX1" fmla="*/ 77576 w 155151"/>
                <a:gd name="connsiteY1" fmla="*/ 155151 h 155151"/>
                <a:gd name="connsiteX2" fmla="*/ 0 w 155151"/>
                <a:gd name="connsiteY2" fmla="*/ 77575 h 155151"/>
                <a:gd name="connsiteX3" fmla="*/ 77576 w 155151"/>
                <a:gd name="connsiteY3" fmla="*/ 0 h 155151"/>
                <a:gd name="connsiteX4" fmla="*/ 155151 w 155151"/>
                <a:gd name="connsiteY4" fmla="*/ 77575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5"/>
                  </a:moveTo>
                  <a:cubicBezTo>
                    <a:pt x="155151" y="120419"/>
                    <a:pt x="120419" y="155151"/>
                    <a:pt x="77576" y="155151"/>
                  </a:cubicBezTo>
                  <a:cubicBezTo>
                    <a:pt x="34732" y="155151"/>
                    <a:pt x="0" y="120420"/>
                    <a:pt x="0" y="77575"/>
                  </a:cubicBezTo>
                  <a:cubicBezTo>
                    <a:pt x="0" y="34732"/>
                    <a:pt x="34732" y="0"/>
                    <a:pt x="77576" y="0"/>
                  </a:cubicBezTo>
                  <a:cubicBezTo>
                    <a:pt x="120420" y="0"/>
                    <a:pt x="155151" y="34731"/>
                    <a:pt x="155151" y="77575"/>
                  </a:cubicBezTo>
                  <a:close/>
                </a:path>
              </a:pathLst>
            </a:custGeom>
            <a:grpFill/>
            <a:ln w="1257" cap="flat">
              <a:noFill/>
              <a:prstDash val="solid"/>
              <a:miter/>
            </a:ln>
          </p:spPr>
          <p:txBody>
            <a:bodyPr rtlCol="0" anchor="ctr"/>
            <a:lstStyle/>
            <a:p>
              <a:endParaRPr lang="en-US"/>
            </a:p>
          </p:txBody>
        </p:sp>
        <p:sp>
          <p:nvSpPr>
            <p:cNvPr id="189" name="Freeform: Shape 188">
              <a:extLst>
                <a:ext uri="{FF2B5EF4-FFF2-40B4-BE49-F238E27FC236}">
                  <a16:creationId xmlns:a16="http://schemas.microsoft.com/office/drawing/2014/main" id="{B2770331-0FF8-2AEE-783E-1535B69DE9F6}"/>
                </a:ext>
              </a:extLst>
            </p:cNvPr>
            <p:cNvSpPr/>
            <p:nvPr/>
          </p:nvSpPr>
          <p:spPr>
            <a:xfrm>
              <a:off x="2266045" y="1987672"/>
              <a:ext cx="117506" cy="117506"/>
            </a:xfrm>
            <a:custGeom>
              <a:avLst/>
              <a:gdLst>
                <a:gd name="connsiteX0" fmla="*/ 155151 w 155151"/>
                <a:gd name="connsiteY0" fmla="*/ 77575 h 155151"/>
                <a:gd name="connsiteX1" fmla="*/ 77576 w 155151"/>
                <a:gd name="connsiteY1" fmla="*/ 155151 h 155151"/>
                <a:gd name="connsiteX2" fmla="*/ 0 w 155151"/>
                <a:gd name="connsiteY2" fmla="*/ 77575 h 155151"/>
                <a:gd name="connsiteX3" fmla="*/ 77576 w 155151"/>
                <a:gd name="connsiteY3" fmla="*/ 0 h 155151"/>
                <a:gd name="connsiteX4" fmla="*/ 155151 w 155151"/>
                <a:gd name="connsiteY4" fmla="*/ 77575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5"/>
                  </a:moveTo>
                  <a:cubicBezTo>
                    <a:pt x="155151" y="120419"/>
                    <a:pt x="120419" y="155151"/>
                    <a:pt x="77576" y="155151"/>
                  </a:cubicBezTo>
                  <a:cubicBezTo>
                    <a:pt x="34732" y="155151"/>
                    <a:pt x="0" y="120420"/>
                    <a:pt x="0" y="77575"/>
                  </a:cubicBezTo>
                  <a:cubicBezTo>
                    <a:pt x="0" y="34732"/>
                    <a:pt x="34732" y="0"/>
                    <a:pt x="77576" y="0"/>
                  </a:cubicBezTo>
                  <a:cubicBezTo>
                    <a:pt x="120420" y="0"/>
                    <a:pt x="155151" y="34731"/>
                    <a:pt x="155151" y="77575"/>
                  </a:cubicBezTo>
                  <a:close/>
                </a:path>
              </a:pathLst>
            </a:custGeom>
            <a:grpFill/>
            <a:ln w="1257" cap="flat">
              <a:noFill/>
              <a:prstDash val="solid"/>
              <a:miter/>
            </a:ln>
          </p:spPr>
          <p:txBody>
            <a:bodyPr rtlCol="0" anchor="ctr"/>
            <a:lstStyle/>
            <a:p>
              <a:endParaRPr lang="en-US"/>
            </a:p>
          </p:txBody>
        </p:sp>
        <p:sp>
          <p:nvSpPr>
            <p:cNvPr id="190" name="Freeform: Shape 189">
              <a:extLst>
                <a:ext uri="{FF2B5EF4-FFF2-40B4-BE49-F238E27FC236}">
                  <a16:creationId xmlns:a16="http://schemas.microsoft.com/office/drawing/2014/main" id="{679847AA-93A1-0B60-FFCB-531EEEB4525A}"/>
                </a:ext>
              </a:extLst>
            </p:cNvPr>
            <p:cNvSpPr/>
            <p:nvPr/>
          </p:nvSpPr>
          <p:spPr>
            <a:xfrm>
              <a:off x="2305094" y="1745584"/>
              <a:ext cx="117506" cy="117506"/>
            </a:xfrm>
            <a:custGeom>
              <a:avLst/>
              <a:gdLst>
                <a:gd name="connsiteX0" fmla="*/ 155151 w 155151"/>
                <a:gd name="connsiteY0" fmla="*/ 77576 h 155151"/>
                <a:gd name="connsiteX1" fmla="*/ 77576 w 155151"/>
                <a:gd name="connsiteY1" fmla="*/ 155151 h 155151"/>
                <a:gd name="connsiteX2" fmla="*/ 0 w 155151"/>
                <a:gd name="connsiteY2" fmla="*/ 77576 h 155151"/>
                <a:gd name="connsiteX3" fmla="*/ 77576 w 155151"/>
                <a:gd name="connsiteY3" fmla="*/ 0 h 155151"/>
                <a:gd name="connsiteX4" fmla="*/ 155151 w 155151"/>
                <a:gd name="connsiteY4" fmla="*/ 77576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6"/>
                  </a:moveTo>
                  <a:cubicBezTo>
                    <a:pt x="155151" y="120419"/>
                    <a:pt x="120419" y="155151"/>
                    <a:pt x="77576" y="155151"/>
                  </a:cubicBezTo>
                  <a:cubicBezTo>
                    <a:pt x="34732" y="155151"/>
                    <a:pt x="0" y="120420"/>
                    <a:pt x="0" y="77576"/>
                  </a:cubicBezTo>
                  <a:cubicBezTo>
                    <a:pt x="0" y="34732"/>
                    <a:pt x="34732" y="0"/>
                    <a:pt x="77576" y="0"/>
                  </a:cubicBezTo>
                  <a:cubicBezTo>
                    <a:pt x="120419" y="0"/>
                    <a:pt x="155151" y="34732"/>
                    <a:pt x="155151" y="77576"/>
                  </a:cubicBezTo>
                  <a:close/>
                </a:path>
              </a:pathLst>
            </a:custGeom>
            <a:grpFill/>
            <a:ln w="1257" cap="flat">
              <a:noFill/>
              <a:prstDash val="solid"/>
              <a:miter/>
            </a:ln>
          </p:spPr>
          <p:txBody>
            <a:bodyPr rtlCol="0" anchor="ctr"/>
            <a:lstStyle/>
            <a:p>
              <a:endParaRPr lang="en-US"/>
            </a:p>
          </p:txBody>
        </p:sp>
        <p:sp>
          <p:nvSpPr>
            <p:cNvPr id="191" name="Freeform: Shape 190">
              <a:extLst>
                <a:ext uri="{FF2B5EF4-FFF2-40B4-BE49-F238E27FC236}">
                  <a16:creationId xmlns:a16="http://schemas.microsoft.com/office/drawing/2014/main" id="{0C4B56E5-DC17-60A3-3B48-31004FEC030D}"/>
                </a:ext>
              </a:extLst>
            </p:cNvPr>
            <p:cNvSpPr/>
            <p:nvPr/>
          </p:nvSpPr>
          <p:spPr>
            <a:xfrm>
              <a:off x="2266045" y="1503490"/>
              <a:ext cx="117506" cy="117506"/>
            </a:xfrm>
            <a:custGeom>
              <a:avLst/>
              <a:gdLst>
                <a:gd name="connsiteX0" fmla="*/ 155151 w 155151"/>
                <a:gd name="connsiteY0" fmla="*/ 77575 h 155151"/>
                <a:gd name="connsiteX1" fmla="*/ 77576 w 155151"/>
                <a:gd name="connsiteY1" fmla="*/ 155151 h 155151"/>
                <a:gd name="connsiteX2" fmla="*/ 0 w 155151"/>
                <a:gd name="connsiteY2" fmla="*/ 77575 h 155151"/>
                <a:gd name="connsiteX3" fmla="*/ 77576 w 155151"/>
                <a:gd name="connsiteY3" fmla="*/ 0 h 155151"/>
                <a:gd name="connsiteX4" fmla="*/ 155151 w 155151"/>
                <a:gd name="connsiteY4" fmla="*/ 77575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5"/>
                  </a:moveTo>
                  <a:cubicBezTo>
                    <a:pt x="155151" y="120419"/>
                    <a:pt x="120419" y="155151"/>
                    <a:pt x="77576" y="155151"/>
                  </a:cubicBezTo>
                  <a:cubicBezTo>
                    <a:pt x="34732" y="155151"/>
                    <a:pt x="0" y="120419"/>
                    <a:pt x="0" y="77575"/>
                  </a:cubicBezTo>
                  <a:cubicBezTo>
                    <a:pt x="0" y="34732"/>
                    <a:pt x="34732" y="0"/>
                    <a:pt x="77576" y="0"/>
                  </a:cubicBezTo>
                  <a:cubicBezTo>
                    <a:pt x="120420" y="0"/>
                    <a:pt x="155151" y="34732"/>
                    <a:pt x="155151" y="77575"/>
                  </a:cubicBezTo>
                  <a:close/>
                </a:path>
              </a:pathLst>
            </a:custGeom>
            <a:grpFill/>
            <a:ln w="1257" cap="flat">
              <a:noFill/>
              <a:prstDash val="solid"/>
              <a:miter/>
            </a:ln>
          </p:spPr>
          <p:txBody>
            <a:bodyPr rtlCol="0" anchor="ctr"/>
            <a:lstStyle/>
            <a:p>
              <a:endParaRPr lang="en-US"/>
            </a:p>
          </p:txBody>
        </p:sp>
        <p:sp>
          <p:nvSpPr>
            <p:cNvPr id="192" name="Freeform: Shape 191">
              <a:extLst>
                <a:ext uri="{FF2B5EF4-FFF2-40B4-BE49-F238E27FC236}">
                  <a16:creationId xmlns:a16="http://schemas.microsoft.com/office/drawing/2014/main" id="{F5C393A1-9A1A-5972-D716-7EE22CABF49F}"/>
                </a:ext>
              </a:extLst>
            </p:cNvPr>
            <p:cNvSpPr/>
            <p:nvPr/>
          </p:nvSpPr>
          <p:spPr>
            <a:xfrm>
              <a:off x="2157320" y="1293239"/>
              <a:ext cx="117506" cy="117506"/>
            </a:xfrm>
            <a:custGeom>
              <a:avLst/>
              <a:gdLst>
                <a:gd name="connsiteX0" fmla="*/ 155151 w 155151"/>
                <a:gd name="connsiteY0" fmla="*/ 77575 h 155151"/>
                <a:gd name="connsiteX1" fmla="*/ 77576 w 155151"/>
                <a:gd name="connsiteY1" fmla="*/ 155151 h 155151"/>
                <a:gd name="connsiteX2" fmla="*/ 0 w 155151"/>
                <a:gd name="connsiteY2" fmla="*/ 77575 h 155151"/>
                <a:gd name="connsiteX3" fmla="*/ 77576 w 155151"/>
                <a:gd name="connsiteY3" fmla="*/ 0 h 155151"/>
                <a:gd name="connsiteX4" fmla="*/ 155151 w 155151"/>
                <a:gd name="connsiteY4" fmla="*/ 77575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5"/>
                  </a:moveTo>
                  <a:cubicBezTo>
                    <a:pt x="155151" y="120419"/>
                    <a:pt x="120419" y="155151"/>
                    <a:pt x="77576" y="155151"/>
                  </a:cubicBezTo>
                  <a:cubicBezTo>
                    <a:pt x="34732" y="155151"/>
                    <a:pt x="0" y="120419"/>
                    <a:pt x="0" y="77575"/>
                  </a:cubicBezTo>
                  <a:cubicBezTo>
                    <a:pt x="0" y="34732"/>
                    <a:pt x="34732" y="0"/>
                    <a:pt x="77576" y="0"/>
                  </a:cubicBezTo>
                  <a:cubicBezTo>
                    <a:pt x="120420" y="0"/>
                    <a:pt x="155151" y="34732"/>
                    <a:pt x="155151" y="77575"/>
                  </a:cubicBezTo>
                  <a:close/>
                </a:path>
              </a:pathLst>
            </a:custGeom>
            <a:grpFill/>
            <a:ln w="1257" cap="flat">
              <a:noFill/>
              <a:prstDash val="solid"/>
              <a:miter/>
            </a:ln>
          </p:spPr>
          <p:txBody>
            <a:bodyPr rtlCol="0" anchor="ctr"/>
            <a:lstStyle/>
            <a:p>
              <a:endParaRPr lang="en-US"/>
            </a:p>
          </p:txBody>
        </p:sp>
        <p:sp>
          <p:nvSpPr>
            <p:cNvPr id="193" name="Freeform: Shape 192">
              <a:extLst>
                <a:ext uri="{FF2B5EF4-FFF2-40B4-BE49-F238E27FC236}">
                  <a16:creationId xmlns:a16="http://schemas.microsoft.com/office/drawing/2014/main" id="{8876DF81-9FA0-3AC8-8BDA-840F0776486E}"/>
                </a:ext>
              </a:extLst>
            </p:cNvPr>
            <p:cNvSpPr/>
            <p:nvPr/>
          </p:nvSpPr>
          <p:spPr>
            <a:xfrm>
              <a:off x="1991521" y="1127439"/>
              <a:ext cx="117506" cy="117506"/>
            </a:xfrm>
            <a:custGeom>
              <a:avLst/>
              <a:gdLst>
                <a:gd name="connsiteX0" fmla="*/ 155151 w 155151"/>
                <a:gd name="connsiteY0" fmla="*/ 77575 h 155151"/>
                <a:gd name="connsiteX1" fmla="*/ 77575 w 155151"/>
                <a:gd name="connsiteY1" fmla="*/ 155151 h 155151"/>
                <a:gd name="connsiteX2" fmla="*/ 0 w 155151"/>
                <a:gd name="connsiteY2" fmla="*/ 77575 h 155151"/>
                <a:gd name="connsiteX3" fmla="*/ 77575 w 155151"/>
                <a:gd name="connsiteY3" fmla="*/ 0 h 155151"/>
                <a:gd name="connsiteX4" fmla="*/ 155151 w 155151"/>
                <a:gd name="connsiteY4" fmla="*/ 77575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5"/>
                  </a:moveTo>
                  <a:cubicBezTo>
                    <a:pt x="155151" y="120419"/>
                    <a:pt x="120419" y="155151"/>
                    <a:pt x="77575" y="155151"/>
                  </a:cubicBezTo>
                  <a:cubicBezTo>
                    <a:pt x="34732" y="155151"/>
                    <a:pt x="0" y="120419"/>
                    <a:pt x="0" y="77575"/>
                  </a:cubicBezTo>
                  <a:cubicBezTo>
                    <a:pt x="0" y="34732"/>
                    <a:pt x="34732" y="0"/>
                    <a:pt x="77575" y="0"/>
                  </a:cubicBezTo>
                  <a:cubicBezTo>
                    <a:pt x="120419" y="0"/>
                    <a:pt x="155151" y="34732"/>
                    <a:pt x="155151" y="77575"/>
                  </a:cubicBezTo>
                  <a:close/>
                </a:path>
              </a:pathLst>
            </a:custGeom>
            <a:grpFill/>
            <a:ln w="1257" cap="flat">
              <a:noFill/>
              <a:prstDash val="solid"/>
              <a:miter/>
            </a:ln>
          </p:spPr>
          <p:txBody>
            <a:bodyPr rtlCol="0" anchor="ctr"/>
            <a:lstStyle/>
            <a:p>
              <a:endParaRPr lang="en-US"/>
            </a:p>
          </p:txBody>
        </p:sp>
        <p:sp>
          <p:nvSpPr>
            <p:cNvPr id="194" name="Freeform: Shape 193">
              <a:extLst>
                <a:ext uri="{FF2B5EF4-FFF2-40B4-BE49-F238E27FC236}">
                  <a16:creationId xmlns:a16="http://schemas.microsoft.com/office/drawing/2014/main" id="{663495EC-053B-BEE6-9527-FFB2A219837E}"/>
                </a:ext>
              </a:extLst>
            </p:cNvPr>
            <p:cNvSpPr/>
            <p:nvPr/>
          </p:nvSpPr>
          <p:spPr>
            <a:xfrm>
              <a:off x="1781270" y="1018708"/>
              <a:ext cx="117506" cy="117506"/>
            </a:xfrm>
            <a:custGeom>
              <a:avLst/>
              <a:gdLst>
                <a:gd name="connsiteX0" fmla="*/ 155151 w 155151"/>
                <a:gd name="connsiteY0" fmla="*/ 77576 h 155151"/>
                <a:gd name="connsiteX1" fmla="*/ 77575 w 155151"/>
                <a:gd name="connsiteY1" fmla="*/ 155151 h 155151"/>
                <a:gd name="connsiteX2" fmla="*/ 0 w 155151"/>
                <a:gd name="connsiteY2" fmla="*/ 77576 h 155151"/>
                <a:gd name="connsiteX3" fmla="*/ 77575 w 155151"/>
                <a:gd name="connsiteY3" fmla="*/ 0 h 155151"/>
                <a:gd name="connsiteX4" fmla="*/ 155151 w 155151"/>
                <a:gd name="connsiteY4" fmla="*/ 77576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6"/>
                  </a:moveTo>
                  <a:cubicBezTo>
                    <a:pt x="155151" y="120419"/>
                    <a:pt x="120419" y="155151"/>
                    <a:pt x="77575" y="155151"/>
                  </a:cubicBezTo>
                  <a:cubicBezTo>
                    <a:pt x="34732" y="155151"/>
                    <a:pt x="0" y="120419"/>
                    <a:pt x="0" y="77576"/>
                  </a:cubicBezTo>
                  <a:cubicBezTo>
                    <a:pt x="0" y="34732"/>
                    <a:pt x="34732" y="0"/>
                    <a:pt x="77575" y="0"/>
                  </a:cubicBezTo>
                  <a:cubicBezTo>
                    <a:pt x="120419" y="0"/>
                    <a:pt x="155151" y="34732"/>
                    <a:pt x="155151" y="77576"/>
                  </a:cubicBezTo>
                  <a:close/>
                </a:path>
              </a:pathLst>
            </a:custGeom>
            <a:grpFill/>
            <a:ln w="1257" cap="flat">
              <a:noFill/>
              <a:prstDash val="solid"/>
              <a:miter/>
            </a:ln>
          </p:spPr>
          <p:txBody>
            <a:bodyPr rtlCol="0" anchor="ctr"/>
            <a:lstStyle/>
            <a:p>
              <a:endParaRPr lang="en-US"/>
            </a:p>
          </p:txBody>
        </p:sp>
      </p:grpSp>
      <p:sp>
        <p:nvSpPr>
          <p:cNvPr id="195" name="Arc 194">
            <a:extLst>
              <a:ext uri="{FF2B5EF4-FFF2-40B4-BE49-F238E27FC236}">
                <a16:creationId xmlns:a16="http://schemas.microsoft.com/office/drawing/2014/main" id="{B7CA02DB-033B-F1A9-B312-B63B2647E1C0}"/>
              </a:ext>
            </a:extLst>
          </p:cNvPr>
          <p:cNvSpPr/>
          <p:nvPr/>
        </p:nvSpPr>
        <p:spPr>
          <a:xfrm>
            <a:off x="10157703" y="1689281"/>
            <a:ext cx="1531837" cy="1531837"/>
          </a:xfrm>
          <a:prstGeom prst="arc">
            <a:avLst>
              <a:gd name="adj1" fmla="val 16200000"/>
              <a:gd name="adj2" fmla="val 15534554"/>
            </a:avLst>
          </a:prstGeom>
          <a:noFill/>
          <a:ln w="139700" cap="rnd">
            <a:solidFill>
              <a:srgbClr val="D0E509"/>
            </a:solidFill>
            <a:prstDash val="solid"/>
            <a:miter/>
          </a:ln>
        </p:spPr>
        <p:txBody>
          <a:bodyPr rtlCol="0" anchor="ctr"/>
          <a:lstStyle/>
          <a:p>
            <a:endParaRPr lang="en-US">
              <a:ln>
                <a:solidFill>
                  <a:schemeClr val="accent3">
                    <a:lumMod val="10000"/>
                    <a:lumOff val="90000"/>
                  </a:schemeClr>
                </a:solidFill>
              </a:ln>
            </a:endParaRPr>
          </a:p>
        </p:txBody>
      </p:sp>
      <p:sp>
        <p:nvSpPr>
          <p:cNvPr id="196" name="Freeform: Shape 195">
            <a:extLst>
              <a:ext uri="{FF2B5EF4-FFF2-40B4-BE49-F238E27FC236}">
                <a16:creationId xmlns:a16="http://schemas.microsoft.com/office/drawing/2014/main" id="{E2451AEB-E28F-7B99-36B6-2A7C5CE5AE54}"/>
              </a:ext>
            </a:extLst>
          </p:cNvPr>
          <p:cNvSpPr/>
          <p:nvPr/>
        </p:nvSpPr>
        <p:spPr>
          <a:xfrm>
            <a:off x="10383933" y="1915514"/>
            <a:ext cx="1079376" cy="1079372"/>
          </a:xfrm>
          <a:custGeom>
            <a:avLst/>
            <a:gdLst>
              <a:gd name="connsiteX0" fmla="*/ 3086591 w 3086591"/>
              <a:gd name="connsiteY0" fmla="*/ 1543295 h 3086590"/>
              <a:gd name="connsiteX1" fmla="*/ 1543296 w 3086591"/>
              <a:gd name="connsiteY1" fmla="*/ 3086591 h 3086590"/>
              <a:gd name="connsiteX2" fmla="*/ 0 w 3086591"/>
              <a:gd name="connsiteY2" fmla="*/ 1543295 h 3086590"/>
              <a:gd name="connsiteX3" fmla="*/ 1543296 w 3086591"/>
              <a:gd name="connsiteY3" fmla="*/ 0 h 3086590"/>
              <a:gd name="connsiteX4" fmla="*/ 3086591 w 3086591"/>
              <a:gd name="connsiteY4" fmla="*/ 1543295 h 3086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86591" h="3086590">
                <a:moveTo>
                  <a:pt x="3086591" y="1543295"/>
                </a:moveTo>
                <a:cubicBezTo>
                  <a:pt x="3086591" y="2395634"/>
                  <a:pt x="2395634" y="3086591"/>
                  <a:pt x="1543296" y="3086591"/>
                </a:cubicBezTo>
                <a:cubicBezTo>
                  <a:pt x="690957" y="3086591"/>
                  <a:pt x="0" y="2395634"/>
                  <a:pt x="0" y="1543295"/>
                </a:cubicBezTo>
                <a:cubicBezTo>
                  <a:pt x="0" y="690957"/>
                  <a:pt x="690957" y="0"/>
                  <a:pt x="1543296" y="0"/>
                </a:cubicBezTo>
                <a:cubicBezTo>
                  <a:pt x="2395634" y="0"/>
                  <a:pt x="3086591" y="690957"/>
                  <a:pt x="3086591" y="1543295"/>
                </a:cubicBezTo>
                <a:close/>
              </a:path>
            </a:pathLst>
          </a:custGeom>
          <a:solidFill>
            <a:schemeClr val="bg1"/>
          </a:solidFill>
          <a:ln w="12700" cap="flat">
            <a:noFill/>
            <a:prstDash val="solid"/>
            <a:miter/>
          </a:ln>
        </p:spPr>
        <p:txBody>
          <a:bodyPr rtlCol="0" anchor="ctr"/>
          <a:lstStyle/>
          <a:p>
            <a:endParaRPr lang="en-US"/>
          </a:p>
        </p:txBody>
      </p:sp>
      <p:sp>
        <p:nvSpPr>
          <p:cNvPr id="197" name="TextBox 196">
            <a:extLst>
              <a:ext uri="{FF2B5EF4-FFF2-40B4-BE49-F238E27FC236}">
                <a16:creationId xmlns:a16="http://schemas.microsoft.com/office/drawing/2014/main" id="{E13A9A71-3C44-DEB7-DB5D-7A65006DB030}"/>
              </a:ext>
            </a:extLst>
          </p:cNvPr>
          <p:cNvSpPr txBox="1"/>
          <p:nvPr/>
        </p:nvSpPr>
        <p:spPr>
          <a:xfrm>
            <a:off x="10555571" y="2080490"/>
            <a:ext cx="736100" cy="400110"/>
          </a:xfrm>
          <a:prstGeom prst="rect">
            <a:avLst/>
          </a:prstGeom>
          <a:noFill/>
        </p:spPr>
        <p:txBody>
          <a:bodyPr wrap="none" rtlCol="0">
            <a:spAutoFit/>
          </a:bodyPr>
          <a:lstStyle/>
          <a:p>
            <a:pPr algn="ctr"/>
            <a:r>
              <a:rPr lang="en-US" sz="2000" b="1">
                <a:gradFill>
                  <a:gsLst>
                    <a:gs pos="0">
                      <a:srgbClr val="288CE1"/>
                    </a:gs>
                    <a:gs pos="100000">
                      <a:srgbClr val="044FA3"/>
                    </a:gs>
                  </a:gsLst>
                  <a:lin ang="5400000" scaled="1"/>
                </a:gradFill>
                <a:latin typeface="Montserrat" panose="00000500000000000000" pitchFamily="2" charset="0"/>
              </a:rPr>
              <a:t>99%</a:t>
            </a:r>
          </a:p>
        </p:txBody>
      </p:sp>
      <p:sp>
        <p:nvSpPr>
          <p:cNvPr id="198" name="TextBox 197">
            <a:extLst>
              <a:ext uri="{FF2B5EF4-FFF2-40B4-BE49-F238E27FC236}">
                <a16:creationId xmlns:a16="http://schemas.microsoft.com/office/drawing/2014/main" id="{114451D6-E16A-8359-630B-A0E844503BE8}"/>
              </a:ext>
            </a:extLst>
          </p:cNvPr>
          <p:cNvSpPr txBox="1"/>
          <p:nvPr/>
        </p:nvSpPr>
        <p:spPr>
          <a:xfrm>
            <a:off x="10434608" y="2440490"/>
            <a:ext cx="1000595" cy="461665"/>
          </a:xfrm>
          <a:prstGeom prst="rect">
            <a:avLst/>
          </a:prstGeom>
          <a:noFill/>
        </p:spPr>
        <p:txBody>
          <a:bodyPr wrap="none" rtlCol="0">
            <a:spAutoFit/>
          </a:bodyPr>
          <a:lstStyle/>
          <a:p>
            <a:pPr algn="ctr"/>
            <a:r>
              <a:rPr lang="en-US" sz="1200" b="1">
                <a:solidFill>
                  <a:schemeClr val="accent4"/>
                </a:solidFill>
              </a:rPr>
              <a:t>927</a:t>
            </a:r>
            <a:r>
              <a:rPr lang="en-US" sz="1200" b="1"/>
              <a:t> + </a:t>
            </a:r>
            <a:r>
              <a:rPr lang="en-US" sz="1200" b="1">
                <a:solidFill>
                  <a:srgbClr val="92D050"/>
                </a:solidFill>
              </a:rPr>
              <a:t>1450</a:t>
            </a:r>
            <a:r>
              <a:rPr lang="en-US" sz="1200" b="1"/>
              <a:t> </a:t>
            </a:r>
          </a:p>
          <a:p>
            <a:pPr algn="ctr"/>
            <a:r>
              <a:rPr lang="en-US" sz="1200" b="1"/>
              <a:t>2377 KE</a:t>
            </a:r>
          </a:p>
        </p:txBody>
      </p:sp>
      <p:sp>
        <p:nvSpPr>
          <p:cNvPr id="199" name="Arc 198">
            <a:extLst>
              <a:ext uri="{FF2B5EF4-FFF2-40B4-BE49-F238E27FC236}">
                <a16:creationId xmlns:a16="http://schemas.microsoft.com/office/drawing/2014/main" id="{507EA6B2-8668-4DE9-575F-414F952D9F1C}"/>
              </a:ext>
            </a:extLst>
          </p:cNvPr>
          <p:cNvSpPr/>
          <p:nvPr/>
        </p:nvSpPr>
        <p:spPr>
          <a:xfrm>
            <a:off x="2929769" y="1656002"/>
            <a:ext cx="1531837" cy="1531837"/>
          </a:xfrm>
          <a:prstGeom prst="arc">
            <a:avLst>
              <a:gd name="adj1" fmla="val 16200000"/>
              <a:gd name="adj2" fmla="val 3244087"/>
            </a:avLst>
          </a:prstGeom>
          <a:noFill/>
          <a:ln w="139700" cap="rnd">
            <a:solidFill>
              <a:schemeClr val="accent4"/>
            </a:solidFill>
            <a:prstDash val="solid"/>
            <a:miter/>
          </a:ln>
        </p:spPr>
        <p:txBody>
          <a:bodyPr rtlCol="0" anchor="ctr"/>
          <a:lstStyle/>
          <a:p>
            <a:endParaRPr lang="en-US"/>
          </a:p>
        </p:txBody>
      </p:sp>
      <p:sp>
        <p:nvSpPr>
          <p:cNvPr id="200" name="Arc 199">
            <a:extLst>
              <a:ext uri="{FF2B5EF4-FFF2-40B4-BE49-F238E27FC236}">
                <a16:creationId xmlns:a16="http://schemas.microsoft.com/office/drawing/2014/main" id="{9A6D9C82-B140-139B-3192-18FB76F0FCB1}"/>
              </a:ext>
            </a:extLst>
          </p:cNvPr>
          <p:cNvSpPr/>
          <p:nvPr/>
        </p:nvSpPr>
        <p:spPr>
          <a:xfrm>
            <a:off x="5337178" y="1689281"/>
            <a:ext cx="1531837" cy="1531837"/>
          </a:xfrm>
          <a:prstGeom prst="arc">
            <a:avLst>
              <a:gd name="adj1" fmla="val 16200000"/>
              <a:gd name="adj2" fmla="val 3244087"/>
            </a:avLst>
          </a:prstGeom>
          <a:noFill/>
          <a:ln w="139700" cap="rnd">
            <a:solidFill>
              <a:schemeClr val="accent4"/>
            </a:solidFill>
            <a:prstDash val="solid"/>
            <a:miter/>
          </a:ln>
        </p:spPr>
        <p:txBody>
          <a:bodyPr rtlCol="0" anchor="ctr"/>
          <a:lstStyle/>
          <a:p>
            <a:endParaRPr lang="en-US"/>
          </a:p>
        </p:txBody>
      </p:sp>
      <p:sp>
        <p:nvSpPr>
          <p:cNvPr id="201" name="Arc 200">
            <a:extLst>
              <a:ext uri="{FF2B5EF4-FFF2-40B4-BE49-F238E27FC236}">
                <a16:creationId xmlns:a16="http://schemas.microsoft.com/office/drawing/2014/main" id="{A51232EE-0971-74F4-EB45-753CEAF6BCC9}"/>
              </a:ext>
            </a:extLst>
          </p:cNvPr>
          <p:cNvSpPr/>
          <p:nvPr/>
        </p:nvSpPr>
        <p:spPr>
          <a:xfrm>
            <a:off x="7747696" y="1695045"/>
            <a:ext cx="1531837" cy="1531837"/>
          </a:xfrm>
          <a:prstGeom prst="arc">
            <a:avLst>
              <a:gd name="adj1" fmla="val 16200000"/>
              <a:gd name="adj2" fmla="val 3244087"/>
            </a:avLst>
          </a:prstGeom>
          <a:noFill/>
          <a:ln w="139700" cap="rnd">
            <a:solidFill>
              <a:schemeClr val="accent4"/>
            </a:solidFill>
            <a:prstDash val="solid"/>
            <a:miter/>
          </a:ln>
        </p:spPr>
        <p:txBody>
          <a:bodyPr rtlCol="0" anchor="ctr"/>
          <a:lstStyle/>
          <a:p>
            <a:endParaRPr lang="en-US"/>
          </a:p>
        </p:txBody>
      </p:sp>
      <p:sp>
        <p:nvSpPr>
          <p:cNvPr id="202" name="Arc 201">
            <a:extLst>
              <a:ext uri="{FF2B5EF4-FFF2-40B4-BE49-F238E27FC236}">
                <a16:creationId xmlns:a16="http://schemas.microsoft.com/office/drawing/2014/main" id="{031A57B9-520B-F46C-3D90-26079C1AD9AD}"/>
              </a:ext>
            </a:extLst>
          </p:cNvPr>
          <p:cNvSpPr/>
          <p:nvPr/>
        </p:nvSpPr>
        <p:spPr>
          <a:xfrm>
            <a:off x="10157703" y="1689281"/>
            <a:ext cx="1531837" cy="1531837"/>
          </a:xfrm>
          <a:prstGeom prst="arc">
            <a:avLst>
              <a:gd name="adj1" fmla="val 16200000"/>
              <a:gd name="adj2" fmla="val 3244087"/>
            </a:avLst>
          </a:prstGeom>
          <a:noFill/>
          <a:ln w="139700" cap="rnd">
            <a:solidFill>
              <a:schemeClr val="accent4"/>
            </a:solidFill>
            <a:prstDash val="solid"/>
            <a:miter/>
          </a:ln>
        </p:spPr>
        <p:txBody>
          <a:bodyPr rtlCol="0" anchor="ctr"/>
          <a:lstStyle/>
          <a:p>
            <a:endParaRPr lang="en-US"/>
          </a:p>
        </p:txBody>
      </p:sp>
      <p:sp>
        <p:nvSpPr>
          <p:cNvPr id="203" name="TextBox 202">
            <a:extLst>
              <a:ext uri="{FF2B5EF4-FFF2-40B4-BE49-F238E27FC236}">
                <a16:creationId xmlns:a16="http://schemas.microsoft.com/office/drawing/2014/main" id="{EDA5C28C-4B7D-D332-42EC-A688C5848F2E}"/>
              </a:ext>
            </a:extLst>
          </p:cNvPr>
          <p:cNvSpPr txBox="1"/>
          <p:nvPr/>
        </p:nvSpPr>
        <p:spPr>
          <a:xfrm>
            <a:off x="7338788" y="357096"/>
            <a:ext cx="3881489" cy="525401"/>
          </a:xfrm>
          <a:prstGeom prst="rect">
            <a:avLst/>
          </a:prstGeom>
          <a:noFill/>
        </p:spPr>
        <p:txBody>
          <a:bodyPr vert="horz" wrap="none" lIns="90000" tIns="46800" rIns="90000" bIns="46800" rtlCol="0" anchor="ctr">
            <a:spAutoFit/>
          </a:bodyPr>
          <a:lstStyle/>
          <a:p>
            <a:pPr algn="l">
              <a:spcBef>
                <a:spcPct val="0"/>
              </a:spcBef>
            </a:pPr>
            <a:r>
              <a:rPr lang="en-IN" sz="1400"/>
              <a:t>Revenue Confirmed till May’26 </a:t>
            </a:r>
            <a:r>
              <a:rPr lang="en-IN" sz="2800" b="1">
                <a:solidFill>
                  <a:schemeClr val="accent4"/>
                </a:solidFill>
              </a:rPr>
              <a:t>927</a:t>
            </a:r>
            <a:r>
              <a:rPr lang="en-IN" sz="2800" b="1"/>
              <a:t> </a:t>
            </a:r>
            <a:r>
              <a:rPr lang="en-IN" sz="2800" b="1">
                <a:solidFill>
                  <a:schemeClr val="accent4"/>
                </a:solidFill>
              </a:rPr>
              <a:t>KE</a:t>
            </a:r>
            <a:endParaRPr lang="en-IN" sz="1400" b="1">
              <a:solidFill>
                <a:schemeClr val="accent4"/>
              </a:solidFill>
            </a:endParaRPr>
          </a:p>
        </p:txBody>
      </p:sp>
      <p:sp>
        <p:nvSpPr>
          <p:cNvPr id="204" name="TextBox 203">
            <a:extLst>
              <a:ext uri="{FF2B5EF4-FFF2-40B4-BE49-F238E27FC236}">
                <a16:creationId xmlns:a16="http://schemas.microsoft.com/office/drawing/2014/main" id="{6AE13408-3BBE-02BC-36F7-25585756EA89}"/>
              </a:ext>
            </a:extLst>
          </p:cNvPr>
          <p:cNvSpPr txBox="1"/>
          <p:nvPr/>
        </p:nvSpPr>
        <p:spPr>
          <a:xfrm>
            <a:off x="548279" y="3453908"/>
            <a:ext cx="1473778" cy="1171732"/>
          </a:xfrm>
          <a:prstGeom prst="rect">
            <a:avLst/>
          </a:prstGeom>
          <a:noFill/>
        </p:spPr>
        <p:txBody>
          <a:bodyPr vert="horz" wrap="none" lIns="90000" tIns="46800" rIns="90000" bIns="46800" rtlCol="0" anchor="ctr">
            <a:spAutoFit/>
          </a:bodyPr>
          <a:lstStyle/>
          <a:p>
            <a:pPr algn="ctr">
              <a:spcBef>
                <a:spcPct val="0"/>
              </a:spcBef>
            </a:pPr>
            <a:r>
              <a:rPr lang="en-IN" sz="1400"/>
              <a:t>Resources = 46</a:t>
            </a:r>
          </a:p>
          <a:p>
            <a:pPr algn="ctr">
              <a:spcBef>
                <a:spcPct val="0"/>
              </a:spcBef>
            </a:pPr>
            <a:r>
              <a:rPr lang="en-IN" sz="1400"/>
              <a:t>Bench = 13</a:t>
            </a:r>
          </a:p>
          <a:p>
            <a:pPr algn="ctr">
              <a:spcBef>
                <a:spcPct val="0"/>
              </a:spcBef>
            </a:pPr>
            <a:r>
              <a:rPr lang="en-IN" sz="1400"/>
              <a:t>Inter = 45% (15)</a:t>
            </a:r>
          </a:p>
          <a:p>
            <a:pPr algn="ctr">
              <a:spcBef>
                <a:spcPct val="0"/>
              </a:spcBef>
            </a:pPr>
            <a:r>
              <a:rPr lang="en-IN" sz="1400"/>
              <a:t>Intra = 55% (18)</a:t>
            </a:r>
          </a:p>
          <a:p>
            <a:pPr algn="ctr">
              <a:spcBef>
                <a:spcPct val="0"/>
              </a:spcBef>
            </a:pPr>
            <a:r>
              <a:rPr lang="en-IN" sz="1400"/>
              <a:t>New Hires = 0 </a:t>
            </a:r>
          </a:p>
        </p:txBody>
      </p:sp>
      <p:sp>
        <p:nvSpPr>
          <p:cNvPr id="205" name="TextBox 204">
            <a:extLst>
              <a:ext uri="{FF2B5EF4-FFF2-40B4-BE49-F238E27FC236}">
                <a16:creationId xmlns:a16="http://schemas.microsoft.com/office/drawing/2014/main" id="{35A0B748-856F-6CA5-855F-8B6479B7C10B}"/>
              </a:ext>
            </a:extLst>
          </p:cNvPr>
          <p:cNvSpPr txBox="1"/>
          <p:nvPr/>
        </p:nvSpPr>
        <p:spPr>
          <a:xfrm>
            <a:off x="2938821" y="3453908"/>
            <a:ext cx="1536296" cy="1171732"/>
          </a:xfrm>
          <a:prstGeom prst="rect">
            <a:avLst/>
          </a:prstGeom>
          <a:noFill/>
        </p:spPr>
        <p:txBody>
          <a:bodyPr vert="horz" wrap="none" lIns="90000" tIns="46800" rIns="90000" bIns="46800" rtlCol="0" anchor="ctr">
            <a:spAutoFit/>
          </a:bodyPr>
          <a:lstStyle/>
          <a:p>
            <a:pPr algn="ctr">
              <a:spcBef>
                <a:spcPct val="0"/>
              </a:spcBef>
            </a:pPr>
            <a:r>
              <a:rPr lang="en-IN" sz="1400"/>
              <a:t>Resources = 50</a:t>
            </a:r>
            <a:r>
              <a:rPr lang="en-IN" sz="1400" b="1">
                <a:solidFill>
                  <a:srgbClr val="00B050"/>
                </a:solidFill>
              </a:rPr>
              <a:t> ↑</a:t>
            </a:r>
            <a:endParaRPr lang="en-IN" sz="1400"/>
          </a:p>
          <a:p>
            <a:pPr algn="ctr">
              <a:spcBef>
                <a:spcPct val="0"/>
              </a:spcBef>
            </a:pPr>
            <a:r>
              <a:rPr lang="en-IN" sz="1400"/>
              <a:t>Bench = ~9 </a:t>
            </a:r>
            <a:r>
              <a:rPr lang="en-IN" sz="1400" b="1">
                <a:solidFill>
                  <a:srgbClr val="00B050"/>
                </a:solidFill>
              </a:rPr>
              <a:t>↓</a:t>
            </a:r>
          </a:p>
          <a:p>
            <a:pPr algn="ctr">
              <a:spcBef>
                <a:spcPct val="0"/>
              </a:spcBef>
            </a:pPr>
            <a:r>
              <a:rPr lang="en-IN" sz="1400"/>
              <a:t>Inter = 45% (18)</a:t>
            </a:r>
          </a:p>
          <a:p>
            <a:pPr algn="ctr">
              <a:spcBef>
                <a:spcPct val="0"/>
              </a:spcBef>
            </a:pPr>
            <a:r>
              <a:rPr lang="en-IN" sz="1400"/>
              <a:t>Intra = 55% (23)</a:t>
            </a:r>
          </a:p>
          <a:p>
            <a:pPr algn="ctr">
              <a:spcBef>
                <a:spcPct val="0"/>
              </a:spcBef>
            </a:pPr>
            <a:r>
              <a:rPr lang="en-IN" sz="1400"/>
              <a:t>New Hires = 4 </a:t>
            </a:r>
            <a:r>
              <a:rPr lang="en-IN" sz="1400" b="1">
                <a:solidFill>
                  <a:srgbClr val="00B050"/>
                </a:solidFill>
              </a:rPr>
              <a:t>↑</a:t>
            </a:r>
            <a:endParaRPr lang="en-IN" sz="1400"/>
          </a:p>
        </p:txBody>
      </p:sp>
      <p:sp>
        <p:nvSpPr>
          <p:cNvPr id="206" name="TextBox 205">
            <a:extLst>
              <a:ext uri="{FF2B5EF4-FFF2-40B4-BE49-F238E27FC236}">
                <a16:creationId xmlns:a16="http://schemas.microsoft.com/office/drawing/2014/main" id="{5812A88B-C650-615C-010C-66269F57E567}"/>
              </a:ext>
            </a:extLst>
          </p:cNvPr>
          <p:cNvSpPr txBox="1"/>
          <p:nvPr/>
        </p:nvSpPr>
        <p:spPr>
          <a:xfrm>
            <a:off x="5395237" y="3453908"/>
            <a:ext cx="1473778" cy="1171732"/>
          </a:xfrm>
          <a:prstGeom prst="rect">
            <a:avLst/>
          </a:prstGeom>
          <a:noFill/>
        </p:spPr>
        <p:txBody>
          <a:bodyPr vert="horz" wrap="none" lIns="90000" tIns="46800" rIns="90000" bIns="46800" rtlCol="0" anchor="ctr">
            <a:spAutoFit/>
          </a:bodyPr>
          <a:lstStyle/>
          <a:p>
            <a:pPr algn="ctr">
              <a:spcBef>
                <a:spcPct val="0"/>
              </a:spcBef>
            </a:pPr>
            <a:r>
              <a:rPr lang="en-IN" sz="1400"/>
              <a:t>Resources = 50</a:t>
            </a:r>
            <a:r>
              <a:rPr lang="en-IN" sz="1400" b="1">
                <a:solidFill>
                  <a:srgbClr val="00B050"/>
                </a:solidFill>
              </a:rPr>
              <a:t> </a:t>
            </a:r>
            <a:endParaRPr lang="en-IN" sz="1400"/>
          </a:p>
          <a:p>
            <a:pPr algn="ctr">
              <a:spcBef>
                <a:spcPct val="0"/>
              </a:spcBef>
            </a:pPr>
            <a:r>
              <a:rPr lang="en-IN" sz="1400"/>
              <a:t>Bench = ~5 </a:t>
            </a:r>
            <a:r>
              <a:rPr lang="en-IN" sz="1400" b="1">
                <a:solidFill>
                  <a:srgbClr val="00B050"/>
                </a:solidFill>
              </a:rPr>
              <a:t>↓ ↓</a:t>
            </a:r>
            <a:endParaRPr lang="en-IN" sz="1400"/>
          </a:p>
          <a:p>
            <a:pPr algn="ctr">
              <a:spcBef>
                <a:spcPct val="0"/>
              </a:spcBef>
            </a:pPr>
            <a:r>
              <a:rPr lang="en-IN" sz="1400"/>
              <a:t>Inter = 45% (20)</a:t>
            </a:r>
          </a:p>
          <a:p>
            <a:pPr algn="ctr">
              <a:spcBef>
                <a:spcPct val="0"/>
              </a:spcBef>
            </a:pPr>
            <a:r>
              <a:rPr lang="en-IN" sz="1400"/>
              <a:t>Intra = 55% (25)</a:t>
            </a:r>
          </a:p>
          <a:p>
            <a:pPr algn="ctr">
              <a:spcBef>
                <a:spcPct val="0"/>
              </a:spcBef>
            </a:pPr>
            <a:r>
              <a:rPr lang="en-IN" sz="1400"/>
              <a:t>New Hires = 4 </a:t>
            </a:r>
          </a:p>
        </p:txBody>
      </p:sp>
      <p:sp>
        <p:nvSpPr>
          <p:cNvPr id="207" name="TextBox 206">
            <a:extLst>
              <a:ext uri="{FF2B5EF4-FFF2-40B4-BE49-F238E27FC236}">
                <a16:creationId xmlns:a16="http://schemas.microsoft.com/office/drawing/2014/main" id="{417A247B-9012-57F6-DD9D-A89173E6B9E4}"/>
              </a:ext>
            </a:extLst>
          </p:cNvPr>
          <p:cNvSpPr txBox="1"/>
          <p:nvPr/>
        </p:nvSpPr>
        <p:spPr>
          <a:xfrm>
            <a:off x="7842125" y="3453908"/>
            <a:ext cx="1605224" cy="1171732"/>
          </a:xfrm>
          <a:prstGeom prst="rect">
            <a:avLst/>
          </a:prstGeom>
          <a:noFill/>
        </p:spPr>
        <p:txBody>
          <a:bodyPr vert="horz" wrap="none" lIns="90000" tIns="46800" rIns="90000" bIns="46800" rtlCol="0" anchor="ctr">
            <a:spAutoFit/>
          </a:bodyPr>
          <a:lstStyle/>
          <a:p>
            <a:pPr algn="ctr">
              <a:spcBef>
                <a:spcPct val="0"/>
              </a:spcBef>
            </a:pPr>
            <a:r>
              <a:rPr lang="en-IN" sz="1400"/>
              <a:t>Resources = 50</a:t>
            </a:r>
            <a:r>
              <a:rPr lang="en-IN" sz="1400" b="1">
                <a:solidFill>
                  <a:srgbClr val="00B050"/>
                </a:solidFill>
              </a:rPr>
              <a:t> </a:t>
            </a:r>
            <a:endParaRPr lang="en-IN" sz="1400"/>
          </a:p>
          <a:p>
            <a:pPr algn="ctr">
              <a:spcBef>
                <a:spcPct val="0"/>
              </a:spcBef>
            </a:pPr>
            <a:r>
              <a:rPr lang="en-IN" sz="1400"/>
              <a:t>Bench = ~5</a:t>
            </a:r>
            <a:r>
              <a:rPr lang="en-IN" sz="1400" b="1">
                <a:solidFill>
                  <a:srgbClr val="00B050"/>
                </a:solidFill>
              </a:rPr>
              <a:t> ↓ ↓</a:t>
            </a:r>
            <a:endParaRPr lang="en-IN" sz="1400"/>
          </a:p>
          <a:p>
            <a:pPr algn="ctr">
              <a:spcBef>
                <a:spcPct val="0"/>
              </a:spcBef>
            </a:pPr>
            <a:r>
              <a:rPr lang="en-IN" sz="1400"/>
              <a:t>Inter = 55% (25) </a:t>
            </a:r>
            <a:r>
              <a:rPr lang="en-IN" sz="1400" b="1">
                <a:solidFill>
                  <a:srgbClr val="00B050"/>
                </a:solidFill>
              </a:rPr>
              <a:t>↑</a:t>
            </a:r>
          </a:p>
          <a:p>
            <a:pPr algn="ctr">
              <a:spcBef>
                <a:spcPct val="0"/>
              </a:spcBef>
            </a:pPr>
            <a:r>
              <a:rPr lang="en-IN" sz="1400"/>
              <a:t>Intra = 45% (20)</a:t>
            </a:r>
            <a:r>
              <a:rPr lang="en-IN" sz="1400" b="1">
                <a:solidFill>
                  <a:srgbClr val="00B050"/>
                </a:solidFill>
              </a:rPr>
              <a:t> </a:t>
            </a:r>
            <a:r>
              <a:rPr lang="en-IN" sz="1400" b="1">
                <a:solidFill>
                  <a:srgbClr val="C00000"/>
                </a:solidFill>
              </a:rPr>
              <a:t>↓</a:t>
            </a:r>
            <a:endParaRPr lang="en-IN" sz="1400">
              <a:solidFill>
                <a:srgbClr val="C00000"/>
              </a:solidFill>
            </a:endParaRPr>
          </a:p>
          <a:p>
            <a:pPr algn="ctr">
              <a:spcBef>
                <a:spcPct val="0"/>
              </a:spcBef>
            </a:pPr>
            <a:r>
              <a:rPr lang="en-IN" sz="1400"/>
              <a:t>New Hires = 4 </a:t>
            </a:r>
          </a:p>
        </p:txBody>
      </p:sp>
      <p:sp>
        <p:nvSpPr>
          <p:cNvPr id="208" name="TextBox 207">
            <a:extLst>
              <a:ext uri="{FF2B5EF4-FFF2-40B4-BE49-F238E27FC236}">
                <a16:creationId xmlns:a16="http://schemas.microsoft.com/office/drawing/2014/main" id="{B53F8CC7-646A-F979-1976-6568BB1561D9}"/>
              </a:ext>
            </a:extLst>
          </p:cNvPr>
          <p:cNvSpPr txBox="1"/>
          <p:nvPr/>
        </p:nvSpPr>
        <p:spPr>
          <a:xfrm>
            <a:off x="9987960" y="3453908"/>
            <a:ext cx="1871323" cy="1171732"/>
          </a:xfrm>
          <a:prstGeom prst="rect">
            <a:avLst/>
          </a:prstGeom>
          <a:noFill/>
        </p:spPr>
        <p:txBody>
          <a:bodyPr vert="horz" wrap="none" lIns="90000" tIns="46800" rIns="90000" bIns="46800" rtlCol="0" anchor="ctr">
            <a:spAutoFit/>
          </a:bodyPr>
          <a:lstStyle/>
          <a:p>
            <a:pPr algn="ctr">
              <a:spcBef>
                <a:spcPct val="0"/>
              </a:spcBef>
            </a:pPr>
            <a:r>
              <a:rPr lang="en-IN" sz="1400"/>
              <a:t>Resources = 50+4</a:t>
            </a:r>
            <a:r>
              <a:rPr lang="en-IN" sz="1400" b="1">
                <a:solidFill>
                  <a:srgbClr val="00B050"/>
                </a:solidFill>
              </a:rPr>
              <a:t> ↑ ↑</a:t>
            </a:r>
            <a:endParaRPr lang="en-IN" sz="1400"/>
          </a:p>
          <a:p>
            <a:pPr algn="ctr">
              <a:spcBef>
                <a:spcPct val="0"/>
              </a:spcBef>
            </a:pPr>
            <a:r>
              <a:rPr lang="en-IN" sz="1400"/>
              <a:t>Bench = ~4 </a:t>
            </a:r>
            <a:r>
              <a:rPr lang="en-IN" sz="1400" b="1">
                <a:solidFill>
                  <a:srgbClr val="00B050"/>
                </a:solidFill>
              </a:rPr>
              <a:t>↓ ↓</a:t>
            </a:r>
            <a:endParaRPr lang="en-IN" sz="1400"/>
          </a:p>
          <a:p>
            <a:pPr algn="ctr">
              <a:spcBef>
                <a:spcPct val="0"/>
              </a:spcBef>
            </a:pPr>
            <a:r>
              <a:rPr lang="en-IN" sz="1400"/>
              <a:t>Inter = 55% (27)</a:t>
            </a:r>
            <a:r>
              <a:rPr lang="en-IN" sz="1400" b="1">
                <a:solidFill>
                  <a:srgbClr val="00B050"/>
                </a:solidFill>
              </a:rPr>
              <a:t> ↑</a:t>
            </a:r>
            <a:endParaRPr lang="en-IN" sz="1400"/>
          </a:p>
          <a:p>
            <a:pPr algn="ctr">
              <a:spcBef>
                <a:spcPct val="0"/>
              </a:spcBef>
            </a:pPr>
            <a:r>
              <a:rPr lang="en-IN" sz="1400"/>
              <a:t>Intra = 45% (23)</a:t>
            </a:r>
            <a:r>
              <a:rPr lang="en-IN" sz="1400" b="1">
                <a:solidFill>
                  <a:srgbClr val="C00000"/>
                </a:solidFill>
              </a:rPr>
              <a:t> ↓</a:t>
            </a:r>
            <a:endParaRPr lang="en-IN" sz="1400"/>
          </a:p>
          <a:p>
            <a:pPr algn="ctr">
              <a:spcBef>
                <a:spcPct val="0"/>
              </a:spcBef>
            </a:pPr>
            <a:r>
              <a:rPr lang="en-IN" sz="1400"/>
              <a:t>New Hires = 4+4 </a:t>
            </a:r>
            <a:r>
              <a:rPr lang="en-IN" sz="1400" b="1">
                <a:solidFill>
                  <a:srgbClr val="00B050"/>
                </a:solidFill>
              </a:rPr>
              <a:t>↑</a:t>
            </a:r>
            <a:endParaRPr lang="en-IN" sz="1400"/>
          </a:p>
        </p:txBody>
      </p:sp>
      <p:cxnSp>
        <p:nvCxnSpPr>
          <p:cNvPr id="209" name="Straight Connector 208">
            <a:extLst>
              <a:ext uri="{FF2B5EF4-FFF2-40B4-BE49-F238E27FC236}">
                <a16:creationId xmlns:a16="http://schemas.microsoft.com/office/drawing/2014/main" id="{2E872DEC-30B7-FB11-519E-640E233BDFBF}"/>
              </a:ext>
            </a:extLst>
          </p:cNvPr>
          <p:cNvCxnSpPr>
            <a:cxnSpLocks/>
          </p:cNvCxnSpPr>
          <p:nvPr/>
        </p:nvCxnSpPr>
        <p:spPr>
          <a:xfrm>
            <a:off x="2475526" y="1384420"/>
            <a:ext cx="0" cy="3276000"/>
          </a:xfrm>
          <a:prstGeom prst="line">
            <a:avLst/>
          </a:prstGeom>
          <a:ln w="38100">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10" name="Straight Connector 209">
            <a:extLst>
              <a:ext uri="{FF2B5EF4-FFF2-40B4-BE49-F238E27FC236}">
                <a16:creationId xmlns:a16="http://schemas.microsoft.com/office/drawing/2014/main" id="{1ACF5EEA-4AFA-62B0-9033-CDE68D73B817}"/>
              </a:ext>
            </a:extLst>
          </p:cNvPr>
          <p:cNvCxnSpPr>
            <a:cxnSpLocks/>
          </p:cNvCxnSpPr>
          <p:nvPr/>
        </p:nvCxnSpPr>
        <p:spPr>
          <a:xfrm>
            <a:off x="4919714" y="1384420"/>
            <a:ext cx="0" cy="3276000"/>
          </a:xfrm>
          <a:prstGeom prst="line">
            <a:avLst/>
          </a:prstGeom>
          <a:ln w="38100">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11" name="Straight Connector 210">
            <a:extLst>
              <a:ext uri="{FF2B5EF4-FFF2-40B4-BE49-F238E27FC236}">
                <a16:creationId xmlns:a16="http://schemas.microsoft.com/office/drawing/2014/main" id="{EAC76DE7-7AEB-359A-C2CA-73CF9C71B2B5}"/>
              </a:ext>
            </a:extLst>
          </p:cNvPr>
          <p:cNvCxnSpPr>
            <a:cxnSpLocks/>
          </p:cNvCxnSpPr>
          <p:nvPr/>
        </p:nvCxnSpPr>
        <p:spPr>
          <a:xfrm>
            <a:off x="7280949" y="1384420"/>
            <a:ext cx="0" cy="3276000"/>
          </a:xfrm>
          <a:prstGeom prst="line">
            <a:avLst/>
          </a:prstGeom>
          <a:ln w="38100">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12" name="Straight Connector 211">
            <a:extLst>
              <a:ext uri="{FF2B5EF4-FFF2-40B4-BE49-F238E27FC236}">
                <a16:creationId xmlns:a16="http://schemas.microsoft.com/office/drawing/2014/main" id="{E15E7B4D-0960-07C9-01B4-3E8AC25492F8}"/>
              </a:ext>
            </a:extLst>
          </p:cNvPr>
          <p:cNvCxnSpPr>
            <a:cxnSpLocks/>
          </p:cNvCxnSpPr>
          <p:nvPr/>
        </p:nvCxnSpPr>
        <p:spPr>
          <a:xfrm>
            <a:off x="9725137" y="1384420"/>
            <a:ext cx="0" cy="3276000"/>
          </a:xfrm>
          <a:prstGeom prst="line">
            <a:avLst/>
          </a:prstGeom>
          <a:ln w="38100">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graphicFrame>
        <p:nvGraphicFramePr>
          <p:cNvPr id="213" name="Table 212">
            <a:extLst>
              <a:ext uri="{FF2B5EF4-FFF2-40B4-BE49-F238E27FC236}">
                <a16:creationId xmlns:a16="http://schemas.microsoft.com/office/drawing/2014/main" id="{AA92DB1C-0520-F32D-7698-0F063F2C8808}"/>
              </a:ext>
            </a:extLst>
          </p:cNvPr>
          <p:cNvGraphicFramePr>
            <a:graphicFrameLocks noGrp="1"/>
          </p:cNvGraphicFramePr>
          <p:nvPr>
            <p:extLst>
              <p:ext uri="{D42A27DB-BD31-4B8C-83A1-F6EECF244321}">
                <p14:modId xmlns:p14="http://schemas.microsoft.com/office/powerpoint/2010/main" val="42251673"/>
              </p:ext>
            </p:extLst>
          </p:nvPr>
        </p:nvGraphicFramePr>
        <p:xfrm>
          <a:off x="287379" y="4836137"/>
          <a:ext cx="11557200" cy="1694651"/>
        </p:xfrm>
        <a:graphic>
          <a:graphicData uri="http://schemas.openxmlformats.org/drawingml/2006/table">
            <a:tbl>
              <a:tblPr firstRow="1" bandRow="1">
                <a:tableStyleId>{8EC20E35-A176-4012-BC5E-935CFFF8708E}</a:tableStyleId>
              </a:tblPr>
              <a:tblGrid>
                <a:gridCol w="1128875">
                  <a:extLst>
                    <a:ext uri="{9D8B030D-6E8A-4147-A177-3AD203B41FA5}">
                      <a16:colId xmlns:a16="http://schemas.microsoft.com/office/drawing/2014/main" val="2329123185"/>
                    </a:ext>
                  </a:extLst>
                </a:gridCol>
                <a:gridCol w="2426541">
                  <a:extLst>
                    <a:ext uri="{9D8B030D-6E8A-4147-A177-3AD203B41FA5}">
                      <a16:colId xmlns:a16="http://schemas.microsoft.com/office/drawing/2014/main" val="325186950"/>
                    </a:ext>
                  </a:extLst>
                </a:gridCol>
                <a:gridCol w="2019525">
                  <a:extLst>
                    <a:ext uri="{9D8B030D-6E8A-4147-A177-3AD203B41FA5}">
                      <a16:colId xmlns:a16="http://schemas.microsoft.com/office/drawing/2014/main" val="2398023431"/>
                    </a:ext>
                  </a:extLst>
                </a:gridCol>
                <a:gridCol w="2239958">
                  <a:extLst>
                    <a:ext uri="{9D8B030D-6E8A-4147-A177-3AD203B41FA5}">
                      <a16:colId xmlns:a16="http://schemas.microsoft.com/office/drawing/2014/main" val="1903539056"/>
                    </a:ext>
                  </a:extLst>
                </a:gridCol>
                <a:gridCol w="1763082">
                  <a:extLst>
                    <a:ext uri="{9D8B030D-6E8A-4147-A177-3AD203B41FA5}">
                      <a16:colId xmlns:a16="http://schemas.microsoft.com/office/drawing/2014/main" val="1683403887"/>
                    </a:ext>
                  </a:extLst>
                </a:gridCol>
                <a:gridCol w="1979219">
                  <a:extLst>
                    <a:ext uri="{9D8B030D-6E8A-4147-A177-3AD203B41FA5}">
                      <a16:colId xmlns:a16="http://schemas.microsoft.com/office/drawing/2014/main" val="1177834901"/>
                    </a:ext>
                  </a:extLst>
                </a:gridCol>
              </a:tblGrid>
              <a:tr h="227292">
                <a:tc rowSpan="2">
                  <a:txBody>
                    <a:bodyPr/>
                    <a:lstStyle/>
                    <a:p>
                      <a:r>
                        <a:rPr lang="en-IN" sz="1400"/>
                        <a:t>Utilization</a:t>
                      </a:r>
                    </a:p>
                  </a:txBody>
                  <a:tcPr marL="109728" marR="109728" marT="54864" marB="54864" anchor="ctr">
                    <a:solidFill>
                      <a:schemeClr val="accent4"/>
                    </a:solidFill>
                  </a:tcPr>
                </a:tc>
                <a:tc>
                  <a:txBody>
                    <a:bodyPr/>
                    <a:lstStyle/>
                    <a:p>
                      <a:pPr algn="ctr"/>
                      <a:r>
                        <a:rPr lang="en-US" sz="1200"/>
                        <a:t>AI Strategy</a:t>
                      </a:r>
                      <a:endParaRPr lang="en-IN" sz="1200"/>
                    </a:p>
                  </a:txBody>
                  <a:tcPr marL="109728" marR="109728" marT="54864" marB="54864" anchor="ctr">
                    <a:solidFill>
                      <a:schemeClr val="accent4"/>
                    </a:solidFill>
                  </a:tcPr>
                </a:tc>
                <a:tc>
                  <a:txBody>
                    <a:bodyPr/>
                    <a:lstStyle/>
                    <a:p>
                      <a:pPr algn="ctr"/>
                      <a:r>
                        <a:rPr lang="en-US" sz="1200"/>
                        <a:t>Business Consulting/BA</a:t>
                      </a:r>
                      <a:endParaRPr lang="en-IN" sz="1200"/>
                    </a:p>
                  </a:txBody>
                  <a:tcPr marL="109728" marR="109728" marT="54864" marB="54864" anchor="ctr">
                    <a:solidFill>
                      <a:schemeClr val="accent4"/>
                    </a:solidFill>
                  </a:tcPr>
                </a:tc>
                <a:tc>
                  <a:txBody>
                    <a:bodyPr/>
                    <a:lstStyle/>
                    <a:p>
                      <a:pPr algn="ctr"/>
                      <a:r>
                        <a:rPr lang="en-US" sz="1200"/>
                        <a:t>Solution Designer &amp; Arch/EA</a:t>
                      </a:r>
                      <a:endParaRPr lang="en-IN" sz="1200"/>
                    </a:p>
                  </a:txBody>
                  <a:tcPr marL="109728" marR="109728" marT="54864" marB="54864" anchor="ctr">
                    <a:solidFill>
                      <a:schemeClr val="accent4"/>
                    </a:solidFill>
                  </a:tcPr>
                </a:tc>
                <a:tc>
                  <a:txBody>
                    <a:bodyPr/>
                    <a:lstStyle/>
                    <a:p>
                      <a:pPr algn="ctr"/>
                      <a:r>
                        <a:rPr lang="en-US" sz="1200"/>
                        <a:t>Program Management</a:t>
                      </a:r>
                      <a:endParaRPr lang="en-IN" sz="1200"/>
                    </a:p>
                  </a:txBody>
                  <a:tcPr marL="109728" marR="109728" marT="54864" marB="54864" anchor="ctr">
                    <a:solidFill>
                      <a:schemeClr val="accent4"/>
                    </a:solidFill>
                  </a:tcPr>
                </a:tc>
                <a:tc>
                  <a:txBody>
                    <a:bodyPr/>
                    <a:lstStyle/>
                    <a:p>
                      <a:pPr algn="ctr"/>
                      <a:r>
                        <a:rPr lang="en-US" sz="1200"/>
                        <a:t>Process Consulting</a:t>
                      </a:r>
                      <a:endParaRPr lang="en-IN" sz="1200"/>
                    </a:p>
                  </a:txBody>
                  <a:tcPr marL="109728" marR="109728" marT="54864" marB="54864" anchor="ctr">
                    <a:solidFill>
                      <a:schemeClr val="accent4"/>
                    </a:solidFill>
                  </a:tcPr>
                </a:tc>
                <a:extLst>
                  <a:ext uri="{0D108BD9-81ED-4DB2-BD59-A6C34878D82A}">
                    <a16:rowId xmlns:a16="http://schemas.microsoft.com/office/drawing/2014/main" val="505945549"/>
                  </a:ext>
                </a:extLst>
              </a:tr>
              <a:tr h="1219163">
                <a:tc vMerge="1">
                  <a:txBody>
                    <a:bodyPr/>
                    <a:lstStyle/>
                    <a:p>
                      <a:endParaRPr lang="en-IN" sz="1200"/>
                    </a:p>
                  </a:txBody>
                  <a:tcPr marL="109728" marR="109728" marT="54864" marB="54864"/>
                </a:tc>
                <a:tc>
                  <a:txBody>
                    <a:bodyPr/>
                    <a:lstStyle/>
                    <a:p>
                      <a:pPr marL="0" marR="0" lvl="0" indent="0" algn="ctr" defTabSz="1015964" rtl="0" eaLnBrk="1" fontAlgn="auto" latinLnBrk="0" hangingPunct="1">
                        <a:lnSpc>
                          <a:spcPct val="100000"/>
                        </a:lnSpc>
                        <a:spcBef>
                          <a:spcPts val="0"/>
                        </a:spcBef>
                        <a:spcAft>
                          <a:spcPts val="0"/>
                        </a:spcAft>
                        <a:buClrTx/>
                        <a:buSzTx/>
                        <a:buFontTx/>
                        <a:buNone/>
                        <a:tabLst/>
                        <a:defRPr/>
                      </a:pPr>
                      <a:r>
                        <a:rPr lang="en-IN" sz="1200"/>
                        <a:t>-Capgemini AI Activate Program</a:t>
                      </a:r>
                    </a:p>
                    <a:p>
                      <a:pPr marL="0" marR="0" lvl="0" indent="0" algn="ctr" defTabSz="1015964" rtl="0" eaLnBrk="1" fontAlgn="auto" latinLnBrk="0" hangingPunct="1">
                        <a:lnSpc>
                          <a:spcPct val="100000"/>
                        </a:lnSpc>
                        <a:spcBef>
                          <a:spcPts val="0"/>
                        </a:spcBef>
                        <a:spcAft>
                          <a:spcPts val="0"/>
                        </a:spcAft>
                        <a:buClrTx/>
                        <a:buSzTx/>
                        <a:buFontTx/>
                        <a:buNone/>
                        <a:tabLst/>
                        <a:defRPr/>
                      </a:pPr>
                      <a:r>
                        <a:rPr lang="en-IN" sz="1200"/>
                        <a:t>- AI Certifications from Google, Anthropic, Microsoft, AWS, Open AI, TMForum</a:t>
                      </a:r>
                    </a:p>
                    <a:p>
                      <a:pPr marL="0" marR="0" lvl="0" indent="0" algn="ctr" defTabSz="1015964" rtl="0" eaLnBrk="1" fontAlgn="auto" latinLnBrk="0" hangingPunct="1">
                        <a:lnSpc>
                          <a:spcPct val="100000"/>
                        </a:lnSpc>
                        <a:spcBef>
                          <a:spcPts val="0"/>
                        </a:spcBef>
                        <a:spcAft>
                          <a:spcPts val="0"/>
                        </a:spcAft>
                        <a:buClrTx/>
                        <a:buSzTx/>
                        <a:buFontTx/>
                        <a:buNone/>
                        <a:tabLst/>
                        <a:defRPr/>
                      </a:pPr>
                      <a:r>
                        <a:rPr lang="en-IN" sz="1200"/>
                        <a:t>- AI Roadmap – TMT Team</a:t>
                      </a:r>
                    </a:p>
                    <a:p>
                      <a:pPr marL="171450" marR="0" lvl="0" indent="-171450" algn="ctr" defTabSz="1015964" rtl="0" eaLnBrk="1" fontAlgn="auto" latinLnBrk="0" hangingPunct="1">
                        <a:lnSpc>
                          <a:spcPct val="100000"/>
                        </a:lnSpc>
                        <a:spcBef>
                          <a:spcPts val="0"/>
                        </a:spcBef>
                        <a:spcAft>
                          <a:spcPts val="0"/>
                        </a:spcAft>
                        <a:buClrTx/>
                        <a:buSzTx/>
                        <a:buFontTx/>
                        <a:buChar char="-"/>
                        <a:tabLst/>
                        <a:defRPr/>
                      </a:pPr>
                      <a:endParaRPr lang="en-IN" sz="1200"/>
                    </a:p>
                  </a:txBody>
                  <a:tcPr marL="109728" marR="109728" marT="54864" marB="54864" anchor="ctr"/>
                </a:tc>
                <a:tc>
                  <a:txBody>
                    <a:bodyPr/>
                    <a:lstStyle/>
                    <a:p>
                      <a:pPr marL="0" marR="0" lvl="0" indent="0" algn="ctr" defTabSz="1015964" rtl="0" eaLnBrk="1" fontAlgn="auto" latinLnBrk="0" hangingPunct="1">
                        <a:lnSpc>
                          <a:spcPct val="100000"/>
                        </a:lnSpc>
                        <a:spcBef>
                          <a:spcPts val="0"/>
                        </a:spcBef>
                        <a:spcAft>
                          <a:spcPts val="0"/>
                        </a:spcAft>
                        <a:buClrTx/>
                        <a:buSzTx/>
                        <a:buFontTx/>
                        <a:buNone/>
                        <a:tabLst/>
                        <a:defRPr/>
                      </a:pPr>
                      <a:r>
                        <a:rPr lang="en-IN" sz="1200"/>
                        <a:t>-SFCC(Enterprise Sales/CPQ) external  certified resources</a:t>
                      </a:r>
                    </a:p>
                    <a:p>
                      <a:pPr marL="0" marR="0" lvl="0" indent="0" algn="ctr" rtl="0" eaLnBrk="1" fontAlgn="auto" latinLnBrk="0" hangingPunct="1">
                        <a:lnSpc>
                          <a:spcPct val="100000"/>
                        </a:lnSpc>
                        <a:spcBef>
                          <a:spcPts val="0"/>
                        </a:spcBef>
                        <a:spcAft>
                          <a:spcPts val="0"/>
                        </a:spcAft>
                        <a:buClrTx/>
                        <a:buSzTx/>
                        <a:buFontTx/>
                        <a:buNone/>
                      </a:pPr>
                      <a:r>
                        <a:rPr lang="en-IN" sz="1200"/>
                        <a:t>-Service Now certification</a:t>
                      </a:r>
                    </a:p>
                    <a:p>
                      <a:pPr marL="0" marR="0" lvl="0" indent="0" algn="ctr" defTabSz="914400" rtl="0" eaLnBrk="1" fontAlgn="auto" latinLnBrk="0" hangingPunct="1">
                        <a:lnSpc>
                          <a:spcPct val="100000"/>
                        </a:lnSpc>
                        <a:spcBef>
                          <a:spcPts val="0"/>
                        </a:spcBef>
                        <a:spcAft>
                          <a:spcPts val="0"/>
                        </a:spcAft>
                        <a:buClrTx/>
                        <a:buSzTx/>
                        <a:buFontTx/>
                        <a:buNone/>
                        <a:tabLst/>
                        <a:defRPr/>
                      </a:pPr>
                      <a:r>
                        <a:rPr lang="en-IN" sz="1200"/>
                        <a:t>-BA certification –L1/L2</a:t>
                      </a:r>
                    </a:p>
                  </a:txBody>
                  <a:tcPr marL="109728" marR="109728" marT="54864" marB="54864" anchor="ctr"/>
                </a:tc>
                <a:tc>
                  <a:txBody>
                    <a:bodyPr/>
                    <a:lstStyle/>
                    <a:p>
                      <a:pPr marL="0" indent="0" algn="ctr">
                        <a:buFontTx/>
                        <a:buNone/>
                      </a:pPr>
                      <a:r>
                        <a:rPr lang="en-IN" sz="1200"/>
                        <a:t>-TM Forum Autonomous Network certified resources</a:t>
                      </a:r>
                    </a:p>
                    <a:p>
                      <a:pPr marL="0" marR="0" lvl="0" indent="0" algn="ctr" defTabSz="1015964" rtl="0" eaLnBrk="1" fontAlgn="auto" latinLnBrk="0" hangingPunct="1">
                        <a:lnSpc>
                          <a:spcPct val="100000"/>
                        </a:lnSpc>
                        <a:spcBef>
                          <a:spcPts val="0"/>
                        </a:spcBef>
                        <a:spcAft>
                          <a:spcPts val="0"/>
                        </a:spcAft>
                        <a:buClrTx/>
                        <a:buSzTx/>
                        <a:buFontTx/>
                        <a:buNone/>
                        <a:tabLst/>
                        <a:defRPr/>
                      </a:pPr>
                      <a:r>
                        <a:rPr lang="en-IN" sz="1200"/>
                        <a:t>-SFCC(Enterprise Sales/CPQ) external  certified resources</a:t>
                      </a:r>
                    </a:p>
                    <a:p>
                      <a:pPr marL="0" marR="0" lvl="0" indent="0" algn="ctr" defTabSz="914400" rtl="0" eaLnBrk="1" fontAlgn="auto" latinLnBrk="0" hangingPunct="1">
                        <a:lnSpc>
                          <a:spcPct val="100000"/>
                        </a:lnSpc>
                        <a:spcBef>
                          <a:spcPts val="0"/>
                        </a:spcBef>
                        <a:spcAft>
                          <a:spcPts val="0"/>
                        </a:spcAft>
                        <a:buClrTx/>
                        <a:buSzTx/>
                        <a:buFontTx/>
                        <a:buNone/>
                        <a:tabLst/>
                        <a:defRPr/>
                      </a:pPr>
                      <a:r>
                        <a:rPr lang="en-IN" sz="1200"/>
                        <a:t>-L0/L1 –Solution Architect Certification</a:t>
                      </a:r>
                    </a:p>
                  </a:txBody>
                  <a:tcPr marL="109728" marR="109728" marT="54864" marB="54864" anchor="ctr"/>
                </a:tc>
                <a:tc>
                  <a:txBody>
                    <a:bodyPr/>
                    <a:lstStyle/>
                    <a:p>
                      <a:pPr marL="0" indent="0" algn="ctr">
                        <a:buFontTx/>
                        <a:buNone/>
                      </a:pPr>
                      <a:r>
                        <a:rPr lang="en-US" sz="1200"/>
                        <a:t>-Engagement Manager</a:t>
                      </a:r>
                    </a:p>
                    <a:p>
                      <a:pPr marL="0" indent="0" algn="ctr">
                        <a:buFontTx/>
                        <a:buNone/>
                      </a:pPr>
                      <a:r>
                        <a:rPr lang="en-US" sz="1200"/>
                        <a:t>-Telco L3 Certifications</a:t>
                      </a:r>
                      <a:endParaRPr lang="en-IN" sz="1200"/>
                    </a:p>
                  </a:txBody>
                  <a:tcPr marL="109728" marR="109728" marT="54864" marB="54864" anchor="ctr"/>
                </a:tc>
                <a:tc>
                  <a:txBody>
                    <a:bodyPr/>
                    <a:lstStyle/>
                    <a:p>
                      <a:pPr marL="0" marR="0" lvl="0" indent="0" algn="ctr" defTabSz="1015964" rtl="0" eaLnBrk="1" fontAlgn="auto" latinLnBrk="0" hangingPunct="1">
                        <a:lnSpc>
                          <a:spcPct val="100000"/>
                        </a:lnSpc>
                        <a:spcBef>
                          <a:spcPts val="0"/>
                        </a:spcBef>
                        <a:spcAft>
                          <a:spcPts val="0"/>
                        </a:spcAft>
                        <a:buClrTx/>
                        <a:buSzTx/>
                        <a:buFontTx/>
                        <a:buNone/>
                        <a:tabLst/>
                        <a:defRPr/>
                      </a:pPr>
                      <a:r>
                        <a:rPr lang="en-IN" sz="1200"/>
                        <a:t>-Service now certified resources</a:t>
                      </a:r>
                    </a:p>
                    <a:p>
                      <a:pPr marL="0" marR="0" lvl="0" indent="0" algn="ctr" defTabSz="1015964" rtl="0" eaLnBrk="1" fontAlgn="auto" latinLnBrk="0" hangingPunct="1">
                        <a:lnSpc>
                          <a:spcPct val="100000"/>
                        </a:lnSpc>
                        <a:spcBef>
                          <a:spcPts val="0"/>
                        </a:spcBef>
                        <a:spcAft>
                          <a:spcPts val="0"/>
                        </a:spcAft>
                        <a:buClrTx/>
                        <a:buSzTx/>
                        <a:buFontTx/>
                        <a:buNone/>
                        <a:tabLst/>
                        <a:defRPr/>
                      </a:pPr>
                      <a:r>
                        <a:rPr lang="en-IN" sz="1200"/>
                        <a:t> -SFCC(Enterprise Sales/CPQ) external  certified resources</a:t>
                      </a:r>
                    </a:p>
                    <a:p>
                      <a:pPr marL="0" indent="0" algn="ctr">
                        <a:buFontTx/>
                        <a:buNone/>
                      </a:pPr>
                      <a:r>
                        <a:rPr lang="en-IN" sz="1200"/>
                        <a:t>-Telco L3 Certification</a:t>
                      </a:r>
                    </a:p>
                  </a:txBody>
                  <a:tcPr marL="109728" marR="109728" marT="54864" marB="54864" anchor="ctr"/>
                </a:tc>
                <a:extLst>
                  <a:ext uri="{0D108BD9-81ED-4DB2-BD59-A6C34878D82A}">
                    <a16:rowId xmlns:a16="http://schemas.microsoft.com/office/drawing/2014/main" val="4268361174"/>
                  </a:ext>
                </a:extLst>
              </a:tr>
            </a:tbl>
          </a:graphicData>
        </a:graphic>
      </p:graphicFrame>
    </p:spTree>
    <p:extLst>
      <p:ext uri="{BB962C8B-B14F-4D97-AF65-F5344CB8AC3E}">
        <p14:creationId xmlns:p14="http://schemas.microsoft.com/office/powerpoint/2010/main" val="2418387939"/>
      </p:ext>
    </p:extLst>
  </p:cSld>
  <p:clrMapOvr>
    <a:masterClrMapping/>
  </p:clrMapOvr>
  <p:transition spd="med">
    <p:pull dir="u"/>
  </p:transition>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ECBA186-0C51-2882-87DC-A016A3E39D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E039C0-4CEC-2993-F143-A34391EE17C7}"/>
              </a:ext>
            </a:extLst>
          </p:cNvPr>
          <p:cNvSpPr>
            <a:spLocks noGrp="1"/>
          </p:cNvSpPr>
          <p:nvPr>
            <p:ph type="title"/>
          </p:nvPr>
        </p:nvSpPr>
        <p:spPr/>
        <p:txBody>
          <a:bodyPr/>
          <a:lstStyle/>
          <a:p>
            <a:r>
              <a:rPr lang="en-US"/>
              <a:t>May 2026 Performance Dashboard </a:t>
            </a:r>
            <a:br>
              <a:rPr lang="en-US"/>
            </a:br>
            <a:r>
              <a:rPr lang="en-US">
                <a:solidFill>
                  <a:schemeClr val="accent1"/>
                </a:solidFill>
              </a:rPr>
              <a:t>(Top Markets &amp; Accounts – Wt. Pipeline) </a:t>
            </a:r>
            <a:endParaRPr lang="en-IN"/>
          </a:p>
        </p:txBody>
      </p:sp>
      <p:sp>
        <p:nvSpPr>
          <p:cNvPr id="3" name="Date Placeholder 2">
            <a:extLst>
              <a:ext uri="{FF2B5EF4-FFF2-40B4-BE49-F238E27FC236}">
                <a16:creationId xmlns:a16="http://schemas.microsoft.com/office/drawing/2014/main" id="{18274141-047A-92AF-E934-B650EABDFA0C}"/>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45C60FFE-226E-EFD6-0B1C-4526D884593D}"/>
              </a:ext>
            </a:extLst>
          </p:cNvPr>
          <p:cNvSpPr>
            <a:spLocks noGrp="1"/>
          </p:cNvSpPr>
          <p:nvPr>
            <p:ph type="ftr" sz="quarter" idx="11"/>
          </p:nvPr>
        </p:nvSpPr>
        <p:spPr/>
        <p:txBody>
          <a:bodyPr/>
          <a:lstStyle/>
          <a:p>
            <a:pPr>
              <a:spcBef>
                <a:spcPts val="1000"/>
              </a:spcBef>
              <a:buFont typeface="Arial" panose="020B0604020202020204" pitchFamily="34" charset="0"/>
              <a:buNone/>
            </a:pPr>
            <a:r>
              <a:rPr lang="en-US"/>
              <a:t>TMT Monthly Update | July 2026</a:t>
            </a:r>
          </a:p>
        </p:txBody>
      </p:sp>
      <p:sp>
        <p:nvSpPr>
          <p:cNvPr id="5" name="Slide Number Placeholder 4">
            <a:extLst>
              <a:ext uri="{FF2B5EF4-FFF2-40B4-BE49-F238E27FC236}">
                <a16:creationId xmlns:a16="http://schemas.microsoft.com/office/drawing/2014/main" id="{69422B86-C019-E481-2563-133E4FEC2552}"/>
              </a:ext>
            </a:extLst>
          </p:cNvPr>
          <p:cNvSpPr>
            <a:spLocks noGrp="1"/>
          </p:cNvSpPr>
          <p:nvPr>
            <p:ph type="sldNum" sz="quarter" idx="12"/>
          </p:nvPr>
        </p:nvSpPr>
        <p:spPr/>
        <p:txBody>
          <a:bodyPr/>
          <a:lstStyle/>
          <a:p>
            <a:pPr algn="r"/>
            <a:fld id="{5D9A5160-6218-4E5A-B9E6-B93E3DAE377C}" type="slidenum">
              <a:rPr lang="en-US" smtClean="0"/>
              <a:pPr algn="r"/>
              <a:t>29</a:t>
            </a:fld>
            <a:endParaRPr lang="en-US"/>
          </a:p>
        </p:txBody>
      </p:sp>
      <p:sp>
        <p:nvSpPr>
          <p:cNvPr id="6" name="Shape 3372">
            <a:extLst>
              <a:ext uri="{FF2B5EF4-FFF2-40B4-BE49-F238E27FC236}">
                <a16:creationId xmlns:a16="http://schemas.microsoft.com/office/drawing/2014/main" id="{9925F895-0BFE-E0B5-45E1-D8AC85800CC3}"/>
              </a:ext>
            </a:extLst>
          </p:cNvPr>
          <p:cNvSpPr/>
          <p:nvPr/>
        </p:nvSpPr>
        <p:spPr>
          <a:xfrm>
            <a:off x="1074022" y="1479646"/>
            <a:ext cx="10200703" cy="4985853"/>
          </a:xfrm>
          <a:custGeom>
            <a:avLst/>
            <a:gdLst/>
            <a:ahLst/>
            <a:cxnLst/>
            <a:rect l="0" t="0" r="0" b="0"/>
            <a:pathLst>
              <a:path w="120000" h="120000" extrusionOk="0">
                <a:moveTo>
                  <a:pt x="29127" y="28536"/>
                </a:moveTo>
                <a:lnTo>
                  <a:pt x="29127" y="28536"/>
                </a:lnTo>
                <a:cubicBezTo>
                  <a:pt x="29415" y="28236"/>
                  <a:pt x="29415" y="28236"/>
                  <a:pt x="29415" y="28236"/>
                </a:cubicBezTo>
                <a:cubicBezTo>
                  <a:pt x="29709" y="28311"/>
                  <a:pt x="29709" y="28311"/>
                  <a:pt x="29709" y="28311"/>
                </a:cubicBezTo>
                <a:cubicBezTo>
                  <a:pt x="29709" y="28536"/>
                  <a:pt x="29709" y="28612"/>
                  <a:pt x="29745" y="28825"/>
                </a:cubicBezTo>
                <a:cubicBezTo>
                  <a:pt x="29745" y="29125"/>
                  <a:pt x="29745" y="29125"/>
                  <a:pt x="29745" y="29125"/>
                </a:cubicBezTo>
                <a:cubicBezTo>
                  <a:pt x="29598" y="29276"/>
                  <a:pt x="29598" y="29276"/>
                  <a:pt x="29598" y="29276"/>
                </a:cubicBezTo>
                <a:cubicBezTo>
                  <a:pt x="29237" y="29276"/>
                  <a:pt x="29237" y="29276"/>
                  <a:pt x="29237" y="29276"/>
                </a:cubicBezTo>
                <a:lnTo>
                  <a:pt x="29127" y="28536"/>
                </a:lnTo>
                <a:close/>
                <a:moveTo>
                  <a:pt x="28220" y="28687"/>
                </a:moveTo>
                <a:lnTo>
                  <a:pt x="28220" y="28687"/>
                </a:lnTo>
                <a:cubicBezTo>
                  <a:pt x="28367" y="28687"/>
                  <a:pt x="28471" y="28536"/>
                  <a:pt x="28581" y="28386"/>
                </a:cubicBezTo>
                <a:cubicBezTo>
                  <a:pt x="28618" y="28311"/>
                  <a:pt x="28655" y="28160"/>
                  <a:pt x="28692" y="28085"/>
                </a:cubicBezTo>
                <a:cubicBezTo>
                  <a:pt x="28655" y="27797"/>
                  <a:pt x="28655" y="27797"/>
                  <a:pt x="28655" y="27797"/>
                </a:cubicBezTo>
                <a:cubicBezTo>
                  <a:pt x="28581" y="27860"/>
                  <a:pt x="28581" y="27935"/>
                  <a:pt x="28508" y="28010"/>
                </a:cubicBezTo>
                <a:cubicBezTo>
                  <a:pt x="28471" y="28085"/>
                  <a:pt x="28398" y="28085"/>
                  <a:pt x="28367" y="28085"/>
                </a:cubicBezTo>
                <a:cubicBezTo>
                  <a:pt x="28257" y="28236"/>
                  <a:pt x="28183" y="28311"/>
                  <a:pt x="28036" y="28461"/>
                </a:cubicBezTo>
                <a:cubicBezTo>
                  <a:pt x="28110" y="28536"/>
                  <a:pt x="28147" y="28687"/>
                  <a:pt x="28220" y="28687"/>
                </a:cubicBezTo>
                <a:close/>
                <a:moveTo>
                  <a:pt x="30033" y="16129"/>
                </a:moveTo>
                <a:lnTo>
                  <a:pt x="30033" y="16129"/>
                </a:lnTo>
                <a:cubicBezTo>
                  <a:pt x="30290" y="15828"/>
                  <a:pt x="30290" y="15828"/>
                  <a:pt x="30290" y="15828"/>
                </a:cubicBezTo>
                <a:cubicBezTo>
                  <a:pt x="30725" y="15603"/>
                  <a:pt x="30725" y="15603"/>
                  <a:pt x="30725" y="15603"/>
                </a:cubicBezTo>
                <a:cubicBezTo>
                  <a:pt x="30290" y="15014"/>
                  <a:pt x="30290" y="15014"/>
                  <a:pt x="30290" y="15014"/>
                </a:cubicBezTo>
                <a:cubicBezTo>
                  <a:pt x="29635" y="14938"/>
                  <a:pt x="29635" y="14938"/>
                  <a:pt x="29635" y="14938"/>
                </a:cubicBezTo>
                <a:cubicBezTo>
                  <a:pt x="29163" y="14938"/>
                  <a:pt x="29163" y="14938"/>
                  <a:pt x="29163" y="14938"/>
                </a:cubicBezTo>
                <a:cubicBezTo>
                  <a:pt x="29237" y="15603"/>
                  <a:pt x="29237" y="15603"/>
                  <a:pt x="29237" y="15603"/>
                </a:cubicBezTo>
                <a:cubicBezTo>
                  <a:pt x="29347" y="16054"/>
                  <a:pt x="29347" y="16054"/>
                  <a:pt x="29347" y="16054"/>
                </a:cubicBezTo>
                <a:lnTo>
                  <a:pt x="30033" y="16129"/>
                </a:lnTo>
                <a:close/>
                <a:moveTo>
                  <a:pt x="82872" y="71185"/>
                </a:moveTo>
                <a:lnTo>
                  <a:pt x="82872" y="71185"/>
                </a:lnTo>
                <a:cubicBezTo>
                  <a:pt x="82872" y="71260"/>
                  <a:pt x="82836" y="71185"/>
                  <a:pt x="82799" y="71260"/>
                </a:cubicBezTo>
                <a:cubicBezTo>
                  <a:pt x="82799" y="71335"/>
                  <a:pt x="82799" y="71410"/>
                  <a:pt x="82799" y="71410"/>
                </a:cubicBezTo>
                <a:cubicBezTo>
                  <a:pt x="82799" y="71486"/>
                  <a:pt x="82799" y="71486"/>
                  <a:pt x="82799" y="71561"/>
                </a:cubicBezTo>
                <a:cubicBezTo>
                  <a:pt x="82799" y="71636"/>
                  <a:pt x="82799" y="71636"/>
                  <a:pt x="82799" y="71711"/>
                </a:cubicBezTo>
                <a:cubicBezTo>
                  <a:pt x="82799" y="71786"/>
                  <a:pt x="82836" y="71786"/>
                  <a:pt x="82836" y="71849"/>
                </a:cubicBezTo>
                <a:cubicBezTo>
                  <a:pt x="82836" y="71924"/>
                  <a:pt x="82799" y="71924"/>
                  <a:pt x="82799" y="72000"/>
                </a:cubicBezTo>
                <a:cubicBezTo>
                  <a:pt x="82799" y="72075"/>
                  <a:pt x="82836" y="72150"/>
                  <a:pt x="82836" y="72150"/>
                </a:cubicBezTo>
                <a:cubicBezTo>
                  <a:pt x="82836" y="72225"/>
                  <a:pt x="82799" y="72225"/>
                  <a:pt x="82762" y="72300"/>
                </a:cubicBezTo>
                <a:cubicBezTo>
                  <a:pt x="82762" y="72451"/>
                  <a:pt x="82762" y="72526"/>
                  <a:pt x="82762" y="72676"/>
                </a:cubicBezTo>
                <a:cubicBezTo>
                  <a:pt x="82762" y="72902"/>
                  <a:pt x="82762" y="73040"/>
                  <a:pt x="82799" y="73190"/>
                </a:cubicBezTo>
                <a:cubicBezTo>
                  <a:pt x="82836" y="73340"/>
                  <a:pt x="82872" y="73340"/>
                  <a:pt x="82946" y="73416"/>
                </a:cubicBezTo>
                <a:cubicBezTo>
                  <a:pt x="82983" y="73491"/>
                  <a:pt x="82983" y="73491"/>
                  <a:pt x="83019" y="73566"/>
                </a:cubicBezTo>
                <a:cubicBezTo>
                  <a:pt x="83056" y="73566"/>
                  <a:pt x="83093" y="73566"/>
                  <a:pt x="83166" y="73566"/>
                </a:cubicBezTo>
                <a:cubicBezTo>
                  <a:pt x="83240" y="73566"/>
                  <a:pt x="83271" y="73566"/>
                  <a:pt x="83344" y="73566"/>
                </a:cubicBezTo>
                <a:cubicBezTo>
                  <a:pt x="83344" y="73416"/>
                  <a:pt x="83344" y="73340"/>
                  <a:pt x="83344" y="73265"/>
                </a:cubicBezTo>
                <a:cubicBezTo>
                  <a:pt x="83344" y="73190"/>
                  <a:pt x="83344" y="73115"/>
                  <a:pt x="83344" y="73040"/>
                </a:cubicBezTo>
                <a:cubicBezTo>
                  <a:pt x="83344" y="73040"/>
                  <a:pt x="83344" y="72965"/>
                  <a:pt x="83344" y="72902"/>
                </a:cubicBezTo>
                <a:cubicBezTo>
                  <a:pt x="83344" y="72814"/>
                  <a:pt x="83307" y="72751"/>
                  <a:pt x="83307" y="72676"/>
                </a:cubicBezTo>
                <a:cubicBezTo>
                  <a:pt x="83307" y="72526"/>
                  <a:pt x="83307" y="72526"/>
                  <a:pt x="83307" y="72526"/>
                </a:cubicBezTo>
                <a:cubicBezTo>
                  <a:pt x="83307" y="72375"/>
                  <a:pt x="83307" y="72375"/>
                  <a:pt x="83307" y="72375"/>
                </a:cubicBezTo>
                <a:cubicBezTo>
                  <a:pt x="83307" y="72300"/>
                  <a:pt x="83271" y="72300"/>
                  <a:pt x="83271" y="72225"/>
                </a:cubicBezTo>
                <a:cubicBezTo>
                  <a:pt x="83271" y="72150"/>
                  <a:pt x="83240" y="72150"/>
                  <a:pt x="83197" y="72075"/>
                </a:cubicBezTo>
                <a:cubicBezTo>
                  <a:pt x="83197" y="72000"/>
                  <a:pt x="83197" y="72000"/>
                  <a:pt x="83197" y="71924"/>
                </a:cubicBezTo>
                <a:cubicBezTo>
                  <a:pt x="83166" y="71849"/>
                  <a:pt x="83130" y="71849"/>
                  <a:pt x="83130" y="71786"/>
                </a:cubicBezTo>
                <a:cubicBezTo>
                  <a:pt x="83093" y="71786"/>
                  <a:pt x="83093" y="71711"/>
                  <a:pt x="83056" y="71711"/>
                </a:cubicBezTo>
                <a:cubicBezTo>
                  <a:pt x="83056" y="71636"/>
                  <a:pt x="83019" y="71561"/>
                  <a:pt x="83019" y="71561"/>
                </a:cubicBezTo>
                <a:cubicBezTo>
                  <a:pt x="82983" y="71410"/>
                  <a:pt x="82983" y="71335"/>
                  <a:pt x="82983" y="71185"/>
                </a:cubicBezTo>
                <a:lnTo>
                  <a:pt x="82872" y="71185"/>
                </a:lnTo>
                <a:close/>
                <a:moveTo>
                  <a:pt x="104410" y="107504"/>
                </a:moveTo>
                <a:lnTo>
                  <a:pt x="104410" y="107504"/>
                </a:lnTo>
                <a:cubicBezTo>
                  <a:pt x="104447" y="107655"/>
                  <a:pt x="104483" y="107655"/>
                  <a:pt x="104483" y="107805"/>
                </a:cubicBezTo>
                <a:cubicBezTo>
                  <a:pt x="104520" y="107805"/>
                  <a:pt x="104483" y="107880"/>
                  <a:pt x="104483" y="107956"/>
                </a:cubicBezTo>
                <a:cubicBezTo>
                  <a:pt x="104483" y="108106"/>
                  <a:pt x="104483" y="108106"/>
                  <a:pt x="104483" y="108106"/>
                </a:cubicBezTo>
                <a:cubicBezTo>
                  <a:pt x="104483" y="108181"/>
                  <a:pt x="104520" y="108181"/>
                  <a:pt x="104520" y="108256"/>
                </a:cubicBezTo>
                <a:cubicBezTo>
                  <a:pt x="104557" y="108332"/>
                  <a:pt x="104557" y="108332"/>
                  <a:pt x="104594" y="108407"/>
                </a:cubicBezTo>
                <a:cubicBezTo>
                  <a:pt x="104630" y="108407"/>
                  <a:pt x="104667" y="108407"/>
                  <a:pt x="104667" y="108469"/>
                </a:cubicBezTo>
                <a:cubicBezTo>
                  <a:pt x="104741" y="108469"/>
                  <a:pt x="104771" y="108545"/>
                  <a:pt x="104808" y="108695"/>
                </a:cubicBezTo>
                <a:cubicBezTo>
                  <a:pt x="104808" y="108695"/>
                  <a:pt x="104808" y="108770"/>
                  <a:pt x="104808" y="108845"/>
                </a:cubicBezTo>
                <a:cubicBezTo>
                  <a:pt x="104808" y="108921"/>
                  <a:pt x="104845" y="108921"/>
                  <a:pt x="104882" y="108996"/>
                </a:cubicBezTo>
                <a:cubicBezTo>
                  <a:pt x="104882" y="109071"/>
                  <a:pt x="104955" y="109146"/>
                  <a:pt x="104955" y="109297"/>
                </a:cubicBezTo>
                <a:cubicBezTo>
                  <a:pt x="104992" y="109372"/>
                  <a:pt x="104992" y="109447"/>
                  <a:pt x="105029" y="109522"/>
                </a:cubicBezTo>
                <a:cubicBezTo>
                  <a:pt x="105065" y="109585"/>
                  <a:pt x="105102" y="109585"/>
                  <a:pt x="105102" y="109585"/>
                </a:cubicBezTo>
                <a:cubicBezTo>
                  <a:pt x="105280" y="109585"/>
                  <a:pt x="105280" y="109585"/>
                  <a:pt x="105280" y="109585"/>
                </a:cubicBezTo>
                <a:cubicBezTo>
                  <a:pt x="105280" y="109447"/>
                  <a:pt x="105280" y="109297"/>
                  <a:pt x="105280" y="109146"/>
                </a:cubicBezTo>
                <a:cubicBezTo>
                  <a:pt x="105280" y="109146"/>
                  <a:pt x="105280" y="109146"/>
                  <a:pt x="105280" y="109071"/>
                </a:cubicBezTo>
                <a:cubicBezTo>
                  <a:pt x="105574" y="109071"/>
                  <a:pt x="105574" y="109071"/>
                  <a:pt x="105574" y="109071"/>
                </a:cubicBezTo>
                <a:cubicBezTo>
                  <a:pt x="105574" y="108695"/>
                  <a:pt x="105574" y="108695"/>
                  <a:pt x="105574" y="108695"/>
                </a:cubicBezTo>
                <a:cubicBezTo>
                  <a:pt x="105574" y="108620"/>
                  <a:pt x="105500" y="108545"/>
                  <a:pt x="105500" y="108469"/>
                </a:cubicBezTo>
                <a:cubicBezTo>
                  <a:pt x="105500" y="108407"/>
                  <a:pt x="105537" y="108332"/>
                  <a:pt x="105537" y="108332"/>
                </a:cubicBezTo>
                <a:cubicBezTo>
                  <a:pt x="105574" y="108256"/>
                  <a:pt x="105611" y="108256"/>
                  <a:pt x="105611" y="108256"/>
                </a:cubicBezTo>
                <a:cubicBezTo>
                  <a:pt x="105647" y="108181"/>
                  <a:pt x="105684" y="108181"/>
                  <a:pt x="105684" y="108106"/>
                </a:cubicBezTo>
                <a:cubicBezTo>
                  <a:pt x="105684" y="108106"/>
                  <a:pt x="105684" y="108031"/>
                  <a:pt x="105684" y="107956"/>
                </a:cubicBezTo>
                <a:cubicBezTo>
                  <a:pt x="105684" y="107956"/>
                  <a:pt x="105684" y="107880"/>
                  <a:pt x="105684" y="107805"/>
                </a:cubicBezTo>
                <a:cubicBezTo>
                  <a:pt x="105684" y="107805"/>
                  <a:pt x="105684" y="107730"/>
                  <a:pt x="105684" y="107655"/>
                </a:cubicBezTo>
                <a:cubicBezTo>
                  <a:pt x="105684" y="107655"/>
                  <a:pt x="105684" y="107580"/>
                  <a:pt x="105684" y="107504"/>
                </a:cubicBezTo>
                <a:cubicBezTo>
                  <a:pt x="105280" y="107504"/>
                  <a:pt x="105280" y="107504"/>
                  <a:pt x="105280" y="107504"/>
                </a:cubicBezTo>
                <a:cubicBezTo>
                  <a:pt x="105243" y="107504"/>
                  <a:pt x="105212" y="107580"/>
                  <a:pt x="105212" y="107580"/>
                </a:cubicBezTo>
                <a:cubicBezTo>
                  <a:pt x="105176" y="107655"/>
                  <a:pt x="105139" y="107580"/>
                  <a:pt x="105102" y="107580"/>
                </a:cubicBezTo>
                <a:cubicBezTo>
                  <a:pt x="105102" y="107655"/>
                  <a:pt x="105065" y="107655"/>
                  <a:pt x="105029" y="107655"/>
                </a:cubicBezTo>
                <a:cubicBezTo>
                  <a:pt x="105029" y="107655"/>
                  <a:pt x="104992" y="107655"/>
                  <a:pt x="104955" y="107655"/>
                </a:cubicBezTo>
                <a:cubicBezTo>
                  <a:pt x="104955" y="107655"/>
                  <a:pt x="104955" y="107504"/>
                  <a:pt x="104918" y="107504"/>
                </a:cubicBezTo>
                <a:cubicBezTo>
                  <a:pt x="104882" y="107504"/>
                  <a:pt x="104882" y="107429"/>
                  <a:pt x="104845" y="107429"/>
                </a:cubicBezTo>
                <a:cubicBezTo>
                  <a:pt x="104808" y="107367"/>
                  <a:pt x="104808" y="107291"/>
                  <a:pt x="104808" y="107291"/>
                </a:cubicBezTo>
                <a:cubicBezTo>
                  <a:pt x="104771" y="107216"/>
                  <a:pt x="104741" y="107141"/>
                  <a:pt x="104704" y="107141"/>
                </a:cubicBezTo>
                <a:cubicBezTo>
                  <a:pt x="104667" y="107141"/>
                  <a:pt x="104630" y="107141"/>
                  <a:pt x="104594" y="107141"/>
                </a:cubicBezTo>
                <a:cubicBezTo>
                  <a:pt x="104557" y="107141"/>
                  <a:pt x="104520" y="107141"/>
                  <a:pt x="104483" y="107216"/>
                </a:cubicBezTo>
                <a:cubicBezTo>
                  <a:pt x="104483" y="107216"/>
                  <a:pt x="104483" y="107291"/>
                  <a:pt x="104483" y="107367"/>
                </a:cubicBezTo>
                <a:cubicBezTo>
                  <a:pt x="104483" y="107367"/>
                  <a:pt x="104410" y="107429"/>
                  <a:pt x="104410" y="107504"/>
                </a:cubicBezTo>
                <a:close/>
                <a:moveTo>
                  <a:pt x="105500" y="106464"/>
                </a:moveTo>
                <a:lnTo>
                  <a:pt x="105500" y="106464"/>
                </a:lnTo>
                <a:cubicBezTo>
                  <a:pt x="105500" y="106539"/>
                  <a:pt x="105500" y="106539"/>
                  <a:pt x="105500" y="106615"/>
                </a:cubicBezTo>
                <a:cubicBezTo>
                  <a:pt x="105500" y="106690"/>
                  <a:pt x="105500" y="106690"/>
                  <a:pt x="105500" y="106765"/>
                </a:cubicBezTo>
                <a:cubicBezTo>
                  <a:pt x="105537" y="106840"/>
                  <a:pt x="105574" y="106840"/>
                  <a:pt x="105574" y="106840"/>
                </a:cubicBezTo>
                <a:cubicBezTo>
                  <a:pt x="105611" y="106915"/>
                  <a:pt x="105647" y="106840"/>
                  <a:pt x="105647" y="106840"/>
                </a:cubicBezTo>
                <a:cubicBezTo>
                  <a:pt x="105684" y="106915"/>
                  <a:pt x="105647" y="106991"/>
                  <a:pt x="105684" y="106991"/>
                </a:cubicBezTo>
                <a:cubicBezTo>
                  <a:pt x="105684" y="107066"/>
                  <a:pt x="105684" y="107141"/>
                  <a:pt x="105684" y="107141"/>
                </a:cubicBezTo>
                <a:cubicBezTo>
                  <a:pt x="105825" y="107141"/>
                  <a:pt x="105825" y="107141"/>
                  <a:pt x="105825" y="107141"/>
                </a:cubicBezTo>
                <a:cubicBezTo>
                  <a:pt x="105825" y="106840"/>
                  <a:pt x="105825" y="106840"/>
                  <a:pt x="105825" y="106840"/>
                </a:cubicBezTo>
                <a:cubicBezTo>
                  <a:pt x="105825" y="106840"/>
                  <a:pt x="105825" y="106765"/>
                  <a:pt x="105788" y="106690"/>
                </a:cubicBezTo>
                <a:cubicBezTo>
                  <a:pt x="105788" y="106690"/>
                  <a:pt x="105721" y="106690"/>
                  <a:pt x="105721" y="106615"/>
                </a:cubicBezTo>
                <a:lnTo>
                  <a:pt x="105684" y="106539"/>
                </a:lnTo>
                <a:cubicBezTo>
                  <a:pt x="105647" y="106464"/>
                  <a:pt x="105684" y="106389"/>
                  <a:pt x="105647" y="106389"/>
                </a:cubicBezTo>
                <a:cubicBezTo>
                  <a:pt x="105647" y="106326"/>
                  <a:pt x="105611" y="106389"/>
                  <a:pt x="105574" y="106389"/>
                </a:cubicBezTo>
                <a:cubicBezTo>
                  <a:pt x="105574" y="106326"/>
                  <a:pt x="105537" y="106464"/>
                  <a:pt x="105500" y="106464"/>
                </a:cubicBezTo>
                <a:close/>
                <a:moveTo>
                  <a:pt x="104226" y="106326"/>
                </a:moveTo>
                <a:lnTo>
                  <a:pt x="104226" y="106326"/>
                </a:lnTo>
                <a:cubicBezTo>
                  <a:pt x="104196" y="106326"/>
                  <a:pt x="104196" y="106326"/>
                  <a:pt x="104159" y="106389"/>
                </a:cubicBezTo>
                <a:cubicBezTo>
                  <a:pt x="104159" y="106389"/>
                  <a:pt x="104122" y="106464"/>
                  <a:pt x="104122" y="106539"/>
                </a:cubicBezTo>
                <a:cubicBezTo>
                  <a:pt x="104122" y="106690"/>
                  <a:pt x="104196" y="106765"/>
                  <a:pt x="104226" y="106915"/>
                </a:cubicBezTo>
                <a:cubicBezTo>
                  <a:pt x="104300" y="106915"/>
                  <a:pt x="104300" y="106915"/>
                  <a:pt x="104300" y="106915"/>
                </a:cubicBezTo>
                <a:cubicBezTo>
                  <a:pt x="104300" y="106326"/>
                  <a:pt x="104300" y="106326"/>
                  <a:pt x="104300" y="106326"/>
                </a:cubicBezTo>
                <a:cubicBezTo>
                  <a:pt x="104263" y="106326"/>
                  <a:pt x="104263" y="106251"/>
                  <a:pt x="104226" y="106326"/>
                </a:cubicBezTo>
                <a:close/>
                <a:moveTo>
                  <a:pt x="112618" y="112192"/>
                </a:moveTo>
                <a:lnTo>
                  <a:pt x="112618" y="112192"/>
                </a:lnTo>
                <a:cubicBezTo>
                  <a:pt x="112618" y="112192"/>
                  <a:pt x="112618" y="112116"/>
                  <a:pt x="112655" y="112116"/>
                </a:cubicBezTo>
                <a:cubicBezTo>
                  <a:pt x="112655" y="112041"/>
                  <a:pt x="112692" y="112041"/>
                  <a:pt x="112728" y="112041"/>
                </a:cubicBezTo>
                <a:cubicBezTo>
                  <a:pt x="112728" y="111966"/>
                  <a:pt x="112728" y="111891"/>
                  <a:pt x="112765" y="111891"/>
                </a:cubicBezTo>
                <a:cubicBezTo>
                  <a:pt x="112765" y="111816"/>
                  <a:pt x="112802" y="111816"/>
                  <a:pt x="112839" y="111816"/>
                </a:cubicBezTo>
                <a:cubicBezTo>
                  <a:pt x="112912" y="111740"/>
                  <a:pt x="112943" y="111740"/>
                  <a:pt x="113016" y="111740"/>
                </a:cubicBezTo>
                <a:cubicBezTo>
                  <a:pt x="113016" y="111603"/>
                  <a:pt x="113016" y="111527"/>
                  <a:pt x="113053" y="111377"/>
                </a:cubicBezTo>
                <a:lnTo>
                  <a:pt x="113090" y="111302"/>
                </a:lnTo>
                <a:cubicBezTo>
                  <a:pt x="113127" y="111151"/>
                  <a:pt x="113200" y="111076"/>
                  <a:pt x="113237" y="111001"/>
                </a:cubicBezTo>
                <a:cubicBezTo>
                  <a:pt x="113274" y="111001"/>
                  <a:pt x="113310" y="110926"/>
                  <a:pt x="113310" y="110851"/>
                </a:cubicBezTo>
                <a:cubicBezTo>
                  <a:pt x="113347" y="110775"/>
                  <a:pt x="113347" y="110700"/>
                  <a:pt x="113347" y="110550"/>
                </a:cubicBezTo>
                <a:cubicBezTo>
                  <a:pt x="113347" y="110487"/>
                  <a:pt x="113384" y="110412"/>
                  <a:pt x="113384" y="110337"/>
                </a:cubicBezTo>
                <a:cubicBezTo>
                  <a:pt x="113384" y="110262"/>
                  <a:pt x="113415" y="110186"/>
                  <a:pt x="113415" y="110186"/>
                </a:cubicBezTo>
                <a:cubicBezTo>
                  <a:pt x="113415" y="110111"/>
                  <a:pt x="113415" y="110036"/>
                  <a:pt x="113415" y="110036"/>
                </a:cubicBezTo>
                <a:cubicBezTo>
                  <a:pt x="113457" y="109961"/>
                  <a:pt x="113488" y="109961"/>
                  <a:pt x="113488" y="109886"/>
                </a:cubicBezTo>
                <a:cubicBezTo>
                  <a:pt x="113562" y="109810"/>
                  <a:pt x="113598" y="109810"/>
                  <a:pt x="113635" y="109735"/>
                </a:cubicBezTo>
                <a:cubicBezTo>
                  <a:pt x="113672" y="109735"/>
                  <a:pt x="113672" y="109735"/>
                  <a:pt x="113709" y="109735"/>
                </a:cubicBezTo>
                <a:cubicBezTo>
                  <a:pt x="113782" y="109735"/>
                  <a:pt x="113856" y="109735"/>
                  <a:pt x="113929" y="109735"/>
                </a:cubicBezTo>
                <a:cubicBezTo>
                  <a:pt x="113960" y="109735"/>
                  <a:pt x="113960" y="109735"/>
                  <a:pt x="113996" y="109735"/>
                </a:cubicBezTo>
                <a:cubicBezTo>
                  <a:pt x="113996" y="109660"/>
                  <a:pt x="113960" y="109660"/>
                  <a:pt x="113960" y="109585"/>
                </a:cubicBezTo>
                <a:cubicBezTo>
                  <a:pt x="113929" y="109522"/>
                  <a:pt x="113892" y="109522"/>
                  <a:pt x="113892" y="109447"/>
                </a:cubicBezTo>
                <a:cubicBezTo>
                  <a:pt x="113892" y="109221"/>
                  <a:pt x="113929" y="109146"/>
                  <a:pt x="113960" y="109071"/>
                </a:cubicBezTo>
                <a:cubicBezTo>
                  <a:pt x="113996" y="108921"/>
                  <a:pt x="114070" y="108921"/>
                  <a:pt x="114107" y="108845"/>
                </a:cubicBezTo>
                <a:cubicBezTo>
                  <a:pt x="114143" y="108845"/>
                  <a:pt x="114180" y="108845"/>
                  <a:pt x="114180" y="108770"/>
                </a:cubicBezTo>
                <a:cubicBezTo>
                  <a:pt x="114217" y="108770"/>
                  <a:pt x="114217" y="108695"/>
                  <a:pt x="114254" y="108620"/>
                </a:cubicBezTo>
                <a:cubicBezTo>
                  <a:pt x="114254" y="108620"/>
                  <a:pt x="114290" y="108545"/>
                  <a:pt x="114327" y="108469"/>
                </a:cubicBezTo>
                <a:cubicBezTo>
                  <a:pt x="114327" y="108469"/>
                  <a:pt x="114290" y="108407"/>
                  <a:pt x="114327" y="108407"/>
                </a:cubicBezTo>
                <a:cubicBezTo>
                  <a:pt x="114327" y="108332"/>
                  <a:pt x="114327" y="108256"/>
                  <a:pt x="114327" y="108256"/>
                </a:cubicBezTo>
                <a:cubicBezTo>
                  <a:pt x="114327" y="108181"/>
                  <a:pt x="114327" y="108181"/>
                  <a:pt x="114327" y="108106"/>
                </a:cubicBezTo>
                <a:cubicBezTo>
                  <a:pt x="114327" y="107655"/>
                  <a:pt x="114327" y="107655"/>
                  <a:pt x="114327" y="107655"/>
                </a:cubicBezTo>
                <a:cubicBezTo>
                  <a:pt x="114254" y="107655"/>
                  <a:pt x="114217" y="107655"/>
                  <a:pt x="114143" y="107655"/>
                </a:cubicBezTo>
                <a:cubicBezTo>
                  <a:pt x="114107" y="107655"/>
                  <a:pt x="114033" y="107655"/>
                  <a:pt x="113996" y="107580"/>
                </a:cubicBezTo>
                <a:lnTo>
                  <a:pt x="113996" y="107504"/>
                </a:lnTo>
                <a:cubicBezTo>
                  <a:pt x="113996" y="107429"/>
                  <a:pt x="113960" y="107367"/>
                  <a:pt x="113960" y="107367"/>
                </a:cubicBezTo>
                <a:cubicBezTo>
                  <a:pt x="113960" y="107291"/>
                  <a:pt x="113929" y="107291"/>
                  <a:pt x="113892" y="107216"/>
                </a:cubicBezTo>
                <a:cubicBezTo>
                  <a:pt x="113856" y="107216"/>
                  <a:pt x="113819" y="107141"/>
                  <a:pt x="113782" y="107141"/>
                </a:cubicBezTo>
                <a:cubicBezTo>
                  <a:pt x="113709" y="107141"/>
                  <a:pt x="113672" y="107216"/>
                  <a:pt x="113598" y="107216"/>
                </a:cubicBezTo>
                <a:cubicBezTo>
                  <a:pt x="113598" y="107880"/>
                  <a:pt x="113598" y="107880"/>
                  <a:pt x="113598" y="107880"/>
                </a:cubicBezTo>
                <a:cubicBezTo>
                  <a:pt x="113457" y="108031"/>
                  <a:pt x="113457" y="108031"/>
                  <a:pt x="113457" y="108031"/>
                </a:cubicBezTo>
                <a:cubicBezTo>
                  <a:pt x="113457" y="108031"/>
                  <a:pt x="113415" y="108031"/>
                  <a:pt x="113384" y="108106"/>
                </a:cubicBezTo>
                <a:cubicBezTo>
                  <a:pt x="113384" y="108106"/>
                  <a:pt x="113347" y="108106"/>
                  <a:pt x="113347" y="108181"/>
                </a:cubicBezTo>
                <a:cubicBezTo>
                  <a:pt x="113310" y="108256"/>
                  <a:pt x="113347" y="108256"/>
                  <a:pt x="113347" y="108332"/>
                </a:cubicBezTo>
                <a:cubicBezTo>
                  <a:pt x="113310" y="108469"/>
                  <a:pt x="113347" y="108620"/>
                  <a:pt x="113347" y="108770"/>
                </a:cubicBezTo>
                <a:cubicBezTo>
                  <a:pt x="113347" y="108921"/>
                  <a:pt x="113274" y="108921"/>
                  <a:pt x="113237" y="109071"/>
                </a:cubicBezTo>
                <a:cubicBezTo>
                  <a:pt x="113200" y="109146"/>
                  <a:pt x="113163" y="109221"/>
                  <a:pt x="113090" y="109297"/>
                </a:cubicBezTo>
                <a:cubicBezTo>
                  <a:pt x="113053" y="109372"/>
                  <a:pt x="112980" y="109372"/>
                  <a:pt x="112943" y="109447"/>
                </a:cubicBezTo>
                <a:cubicBezTo>
                  <a:pt x="112875" y="109522"/>
                  <a:pt x="112875" y="109585"/>
                  <a:pt x="112802" y="109660"/>
                </a:cubicBezTo>
                <a:cubicBezTo>
                  <a:pt x="112728" y="109735"/>
                  <a:pt x="112728" y="109735"/>
                  <a:pt x="112728" y="109735"/>
                </a:cubicBezTo>
                <a:cubicBezTo>
                  <a:pt x="112728" y="109735"/>
                  <a:pt x="112692" y="109735"/>
                  <a:pt x="112655" y="109735"/>
                </a:cubicBezTo>
                <a:cubicBezTo>
                  <a:pt x="112655" y="109810"/>
                  <a:pt x="112618" y="109886"/>
                  <a:pt x="112618" y="109886"/>
                </a:cubicBezTo>
                <a:cubicBezTo>
                  <a:pt x="112581" y="109961"/>
                  <a:pt x="112545" y="109961"/>
                  <a:pt x="112545" y="110036"/>
                </a:cubicBezTo>
                <a:cubicBezTo>
                  <a:pt x="112508" y="110036"/>
                  <a:pt x="112508" y="110111"/>
                  <a:pt x="112471" y="110186"/>
                </a:cubicBezTo>
                <a:lnTo>
                  <a:pt x="112441" y="110186"/>
                </a:lnTo>
                <a:cubicBezTo>
                  <a:pt x="112367" y="110262"/>
                  <a:pt x="112294" y="110262"/>
                  <a:pt x="112257" y="110337"/>
                </a:cubicBezTo>
                <a:cubicBezTo>
                  <a:pt x="112257" y="110337"/>
                  <a:pt x="112257" y="110412"/>
                  <a:pt x="112220" y="110412"/>
                </a:cubicBezTo>
                <a:cubicBezTo>
                  <a:pt x="112183" y="110550"/>
                  <a:pt x="112183" y="110625"/>
                  <a:pt x="112147" y="110700"/>
                </a:cubicBezTo>
                <a:cubicBezTo>
                  <a:pt x="112147" y="110775"/>
                  <a:pt x="112110" y="110775"/>
                  <a:pt x="112073" y="110851"/>
                </a:cubicBezTo>
                <a:cubicBezTo>
                  <a:pt x="112073" y="110851"/>
                  <a:pt x="112036" y="110851"/>
                  <a:pt x="112000" y="110926"/>
                </a:cubicBezTo>
                <a:lnTo>
                  <a:pt x="111963" y="111001"/>
                </a:lnTo>
                <a:cubicBezTo>
                  <a:pt x="111926" y="111001"/>
                  <a:pt x="111895" y="111001"/>
                  <a:pt x="111895" y="111001"/>
                </a:cubicBezTo>
                <a:cubicBezTo>
                  <a:pt x="111852" y="111001"/>
                  <a:pt x="111822" y="111076"/>
                  <a:pt x="111822" y="111076"/>
                </a:cubicBezTo>
                <a:cubicBezTo>
                  <a:pt x="111822" y="111076"/>
                  <a:pt x="111822" y="111151"/>
                  <a:pt x="111822" y="111227"/>
                </a:cubicBezTo>
                <a:cubicBezTo>
                  <a:pt x="111822" y="111227"/>
                  <a:pt x="111785" y="111302"/>
                  <a:pt x="111785" y="111377"/>
                </a:cubicBezTo>
                <a:cubicBezTo>
                  <a:pt x="111785" y="111377"/>
                  <a:pt x="111748" y="111377"/>
                  <a:pt x="111748" y="111452"/>
                </a:cubicBezTo>
                <a:cubicBezTo>
                  <a:pt x="111748" y="111603"/>
                  <a:pt x="111785" y="111665"/>
                  <a:pt x="111822" y="111740"/>
                </a:cubicBezTo>
                <a:cubicBezTo>
                  <a:pt x="111852" y="111740"/>
                  <a:pt x="111852" y="111816"/>
                  <a:pt x="111895" y="111816"/>
                </a:cubicBezTo>
                <a:cubicBezTo>
                  <a:pt x="111963" y="111816"/>
                  <a:pt x="112036" y="111816"/>
                  <a:pt x="112110" y="111816"/>
                </a:cubicBezTo>
                <a:cubicBezTo>
                  <a:pt x="112183" y="111816"/>
                  <a:pt x="112220" y="111816"/>
                  <a:pt x="112257" y="111816"/>
                </a:cubicBezTo>
                <a:cubicBezTo>
                  <a:pt x="112294" y="111891"/>
                  <a:pt x="112294" y="111891"/>
                  <a:pt x="112330" y="111966"/>
                </a:cubicBezTo>
                <a:cubicBezTo>
                  <a:pt x="112367" y="111966"/>
                  <a:pt x="112367" y="112041"/>
                  <a:pt x="112398" y="112116"/>
                </a:cubicBezTo>
                <a:cubicBezTo>
                  <a:pt x="112441" y="112116"/>
                  <a:pt x="112471" y="112192"/>
                  <a:pt x="112545" y="112192"/>
                </a:cubicBezTo>
                <a:cubicBezTo>
                  <a:pt x="112545" y="112192"/>
                  <a:pt x="112581" y="112192"/>
                  <a:pt x="112618" y="112192"/>
                </a:cubicBezTo>
                <a:close/>
                <a:moveTo>
                  <a:pt x="112183" y="112492"/>
                </a:moveTo>
                <a:lnTo>
                  <a:pt x="112183" y="112492"/>
                </a:lnTo>
                <a:cubicBezTo>
                  <a:pt x="112147" y="112568"/>
                  <a:pt x="112147" y="112630"/>
                  <a:pt x="112147" y="112630"/>
                </a:cubicBezTo>
                <a:cubicBezTo>
                  <a:pt x="112110" y="112706"/>
                  <a:pt x="112073" y="112630"/>
                  <a:pt x="112073" y="112630"/>
                </a:cubicBezTo>
                <a:cubicBezTo>
                  <a:pt x="112036" y="112706"/>
                  <a:pt x="112073" y="112781"/>
                  <a:pt x="112036" y="112781"/>
                </a:cubicBezTo>
                <a:cubicBezTo>
                  <a:pt x="112330" y="112781"/>
                  <a:pt x="112330" y="112781"/>
                  <a:pt x="112330" y="112781"/>
                </a:cubicBezTo>
                <a:cubicBezTo>
                  <a:pt x="112330" y="112630"/>
                  <a:pt x="112330" y="112630"/>
                  <a:pt x="112330" y="112630"/>
                </a:cubicBezTo>
                <a:cubicBezTo>
                  <a:pt x="112330" y="112568"/>
                  <a:pt x="112330" y="112568"/>
                  <a:pt x="112330" y="112492"/>
                </a:cubicBezTo>
                <a:cubicBezTo>
                  <a:pt x="112294" y="112568"/>
                  <a:pt x="112183" y="112492"/>
                  <a:pt x="112183" y="112492"/>
                </a:cubicBezTo>
                <a:close/>
                <a:moveTo>
                  <a:pt x="114401" y="104534"/>
                </a:moveTo>
                <a:lnTo>
                  <a:pt x="114401" y="104534"/>
                </a:lnTo>
                <a:cubicBezTo>
                  <a:pt x="114401" y="104609"/>
                  <a:pt x="114401" y="104609"/>
                  <a:pt x="114401" y="104685"/>
                </a:cubicBezTo>
                <a:cubicBezTo>
                  <a:pt x="114437" y="104760"/>
                  <a:pt x="114437" y="104760"/>
                  <a:pt x="114437" y="104835"/>
                </a:cubicBezTo>
                <a:cubicBezTo>
                  <a:pt x="114468" y="104910"/>
                  <a:pt x="114505" y="104910"/>
                  <a:pt x="114505" y="104985"/>
                </a:cubicBezTo>
                <a:cubicBezTo>
                  <a:pt x="114505" y="105875"/>
                  <a:pt x="114505" y="105875"/>
                  <a:pt x="114505" y="105875"/>
                </a:cubicBezTo>
                <a:cubicBezTo>
                  <a:pt x="114143" y="105875"/>
                  <a:pt x="114143" y="105875"/>
                  <a:pt x="114143" y="105875"/>
                </a:cubicBezTo>
                <a:cubicBezTo>
                  <a:pt x="114143" y="106026"/>
                  <a:pt x="114107" y="106101"/>
                  <a:pt x="114143" y="106251"/>
                </a:cubicBezTo>
                <a:cubicBezTo>
                  <a:pt x="114143" y="106326"/>
                  <a:pt x="114143" y="106326"/>
                  <a:pt x="114143" y="106389"/>
                </a:cubicBezTo>
                <a:cubicBezTo>
                  <a:pt x="114143" y="106539"/>
                  <a:pt x="114143" y="106539"/>
                  <a:pt x="114143" y="106539"/>
                </a:cubicBezTo>
                <a:cubicBezTo>
                  <a:pt x="114615" y="106539"/>
                  <a:pt x="114615" y="106539"/>
                  <a:pt x="114615" y="106539"/>
                </a:cubicBezTo>
                <a:cubicBezTo>
                  <a:pt x="114615" y="107730"/>
                  <a:pt x="114615" y="107730"/>
                  <a:pt x="114615" y="107730"/>
                </a:cubicBezTo>
                <a:cubicBezTo>
                  <a:pt x="114909" y="107730"/>
                  <a:pt x="114909" y="107730"/>
                  <a:pt x="114909" y="107730"/>
                </a:cubicBezTo>
                <a:cubicBezTo>
                  <a:pt x="114909" y="107580"/>
                  <a:pt x="114909" y="107504"/>
                  <a:pt x="114946" y="107367"/>
                </a:cubicBezTo>
                <a:cubicBezTo>
                  <a:pt x="114946" y="107291"/>
                  <a:pt x="114977" y="107291"/>
                  <a:pt x="115013" y="107216"/>
                </a:cubicBezTo>
                <a:cubicBezTo>
                  <a:pt x="115013" y="107216"/>
                  <a:pt x="115050" y="107141"/>
                  <a:pt x="115087" y="107141"/>
                </a:cubicBezTo>
                <a:cubicBezTo>
                  <a:pt x="115087" y="107066"/>
                  <a:pt x="115124" y="107066"/>
                  <a:pt x="115160" y="106991"/>
                </a:cubicBezTo>
                <a:cubicBezTo>
                  <a:pt x="115160" y="106991"/>
                  <a:pt x="115160" y="106915"/>
                  <a:pt x="115160" y="106840"/>
                </a:cubicBezTo>
                <a:cubicBezTo>
                  <a:pt x="115197" y="106765"/>
                  <a:pt x="115197" y="106690"/>
                  <a:pt x="115234" y="106539"/>
                </a:cubicBezTo>
                <a:lnTo>
                  <a:pt x="115271" y="106464"/>
                </a:lnTo>
                <a:cubicBezTo>
                  <a:pt x="115271" y="106326"/>
                  <a:pt x="115271" y="106251"/>
                  <a:pt x="115271" y="106176"/>
                </a:cubicBezTo>
                <a:cubicBezTo>
                  <a:pt x="115522" y="106176"/>
                  <a:pt x="115522" y="106176"/>
                  <a:pt x="115522" y="106176"/>
                </a:cubicBezTo>
                <a:cubicBezTo>
                  <a:pt x="115522" y="106101"/>
                  <a:pt x="115485" y="106026"/>
                  <a:pt x="115522" y="105950"/>
                </a:cubicBezTo>
                <a:cubicBezTo>
                  <a:pt x="115522" y="105950"/>
                  <a:pt x="115522" y="105875"/>
                  <a:pt x="115558" y="105800"/>
                </a:cubicBezTo>
                <a:cubicBezTo>
                  <a:pt x="115558" y="105800"/>
                  <a:pt x="115595" y="105725"/>
                  <a:pt x="115595" y="105650"/>
                </a:cubicBezTo>
                <a:lnTo>
                  <a:pt x="115595" y="105574"/>
                </a:lnTo>
                <a:cubicBezTo>
                  <a:pt x="115632" y="105499"/>
                  <a:pt x="115632" y="105424"/>
                  <a:pt x="115669" y="105424"/>
                </a:cubicBezTo>
                <a:cubicBezTo>
                  <a:pt x="115669" y="105349"/>
                  <a:pt x="115705" y="105424"/>
                  <a:pt x="115742" y="105424"/>
                </a:cubicBezTo>
                <a:cubicBezTo>
                  <a:pt x="115742" y="105349"/>
                  <a:pt x="115742" y="105286"/>
                  <a:pt x="115742" y="105286"/>
                </a:cubicBezTo>
                <a:cubicBezTo>
                  <a:pt x="115742" y="105211"/>
                  <a:pt x="115742" y="105136"/>
                  <a:pt x="115742" y="105136"/>
                </a:cubicBezTo>
                <a:cubicBezTo>
                  <a:pt x="115742" y="105061"/>
                  <a:pt x="115742" y="104985"/>
                  <a:pt x="115742" y="104910"/>
                </a:cubicBezTo>
                <a:cubicBezTo>
                  <a:pt x="115705" y="104835"/>
                  <a:pt x="115669" y="104760"/>
                  <a:pt x="115632" y="104760"/>
                </a:cubicBezTo>
                <a:cubicBezTo>
                  <a:pt x="115558" y="104760"/>
                  <a:pt x="115558" y="104835"/>
                  <a:pt x="115522" y="104835"/>
                </a:cubicBezTo>
                <a:cubicBezTo>
                  <a:pt x="115485" y="104910"/>
                  <a:pt x="115522" y="104985"/>
                  <a:pt x="115522" y="104985"/>
                </a:cubicBezTo>
                <a:cubicBezTo>
                  <a:pt x="115485" y="105061"/>
                  <a:pt x="115454" y="105061"/>
                  <a:pt x="115418" y="105061"/>
                </a:cubicBezTo>
                <a:cubicBezTo>
                  <a:pt x="115344" y="105061"/>
                  <a:pt x="115271" y="104985"/>
                  <a:pt x="115234" y="104985"/>
                </a:cubicBezTo>
                <a:cubicBezTo>
                  <a:pt x="115124" y="104985"/>
                  <a:pt x="115124" y="104985"/>
                  <a:pt x="115124" y="104985"/>
                </a:cubicBezTo>
                <a:cubicBezTo>
                  <a:pt x="115087" y="104985"/>
                  <a:pt x="115087" y="104985"/>
                  <a:pt x="115050" y="104985"/>
                </a:cubicBezTo>
                <a:cubicBezTo>
                  <a:pt x="115013" y="104985"/>
                  <a:pt x="115013" y="105061"/>
                  <a:pt x="114977" y="105061"/>
                </a:cubicBezTo>
                <a:cubicBezTo>
                  <a:pt x="114977" y="104685"/>
                  <a:pt x="114977" y="104685"/>
                  <a:pt x="114977" y="104685"/>
                </a:cubicBezTo>
                <a:cubicBezTo>
                  <a:pt x="114977" y="104609"/>
                  <a:pt x="115013" y="104534"/>
                  <a:pt x="115013" y="104459"/>
                </a:cubicBezTo>
                <a:cubicBezTo>
                  <a:pt x="115013" y="104309"/>
                  <a:pt x="114946" y="104233"/>
                  <a:pt x="114909" y="104171"/>
                </a:cubicBezTo>
                <a:cubicBezTo>
                  <a:pt x="114909" y="104096"/>
                  <a:pt x="114872" y="104020"/>
                  <a:pt x="114836" y="104020"/>
                </a:cubicBezTo>
                <a:cubicBezTo>
                  <a:pt x="114836" y="103945"/>
                  <a:pt x="114799" y="104020"/>
                  <a:pt x="114799" y="104020"/>
                </a:cubicBezTo>
                <a:cubicBezTo>
                  <a:pt x="114762" y="104096"/>
                  <a:pt x="114725" y="104096"/>
                  <a:pt x="114725" y="104171"/>
                </a:cubicBezTo>
                <a:cubicBezTo>
                  <a:pt x="114725" y="104171"/>
                  <a:pt x="114725" y="104233"/>
                  <a:pt x="114725" y="104309"/>
                </a:cubicBezTo>
                <a:cubicBezTo>
                  <a:pt x="114725" y="104309"/>
                  <a:pt x="114689" y="104384"/>
                  <a:pt x="114689" y="104459"/>
                </a:cubicBezTo>
                <a:cubicBezTo>
                  <a:pt x="114652" y="104384"/>
                  <a:pt x="114615" y="104384"/>
                  <a:pt x="114615" y="104384"/>
                </a:cubicBezTo>
                <a:cubicBezTo>
                  <a:pt x="114578" y="104309"/>
                  <a:pt x="114578" y="104233"/>
                  <a:pt x="114542" y="104233"/>
                </a:cubicBezTo>
                <a:cubicBezTo>
                  <a:pt x="114542" y="104171"/>
                  <a:pt x="114505" y="104096"/>
                  <a:pt x="114505" y="104020"/>
                </a:cubicBezTo>
                <a:cubicBezTo>
                  <a:pt x="114505" y="103945"/>
                  <a:pt x="114542" y="103870"/>
                  <a:pt x="114542" y="103795"/>
                </a:cubicBezTo>
                <a:cubicBezTo>
                  <a:pt x="114542" y="103720"/>
                  <a:pt x="114542" y="103720"/>
                  <a:pt x="114542" y="103644"/>
                </a:cubicBezTo>
                <a:cubicBezTo>
                  <a:pt x="114542" y="103569"/>
                  <a:pt x="114542" y="103569"/>
                  <a:pt x="114542" y="103494"/>
                </a:cubicBezTo>
                <a:lnTo>
                  <a:pt x="114468" y="103494"/>
                </a:lnTo>
                <a:cubicBezTo>
                  <a:pt x="114437" y="103494"/>
                  <a:pt x="114437" y="103419"/>
                  <a:pt x="114437" y="103344"/>
                </a:cubicBezTo>
                <a:cubicBezTo>
                  <a:pt x="114401" y="103344"/>
                  <a:pt x="114401" y="103268"/>
                  <a:pt x="114364" y="103268"/>
                </a:cubicBezTo>
                <a:cubicBezTo>
                  <a:pt x="114327" y="103206"/>
                  <a:pt x="114327" y="103131"/>
                  <a:pt x="114327" y="103131"/>
                </a:cubicBezTo>
                <a:cubicBezTo>
                  <a:pt x="114290" y="103055"/>
                  <a:pt x="114290" y="103055"/>
                  <a:pt x="114254" y="102980"/>
                </a:cubicBezTo>
                <a:cubicBezTo>
                  <a:pt x="114217" y="102905"/>
                  <a:pt x="114217" y="102830"/>
                  <a:pt x="114217" y="102755"/>
                </a:cubicBezTo>
                <a:cubicBezTo>
                  <a:pt x="114180" y="102755"/>
                  <a:pt x="114180" y="102679"/>
                  <a:pt x="114143" y="102679"/>
                </a:cubicBezTo>
                <a:cubicBezTo>
                  <a:pt x="114143" y="102604"/>
                  <a:pt x="114143" y="102529"/>
                  <a:pt x="114107" y="102529"/>
                </a:cubicBezTo>
                <a:cubicBezTo>
                  <a:pt x="114070" y="102454"/>
                  <a:pt x="114033" y="102454"/>
                  <a:pt x="113996" y="102454"/>
                </a:cubicBezTo>
                <a:cubicBezTo>
                  <a:pt x="113960" y="102454"/>
                  <a:pt x="113892" y="102529"/>
                  <a:pt x="113892" y="102604"/>
                </a:cubicBezTo>
                <a:cubicBezTo>
                  <a:pt x="113892" y="102755"/>
                  <a:pt x="113929" y="102830"/>
                  <a:pt x="113960" y="102905"/>
                </a:cubicBezTo>
                <a:cubicBezTo>
                  <a:pt x="113960" y="102980"/>
                  <a:pt x="113996" y="102980"/>
                  <a:pt x="113996" y="103055"/>
                </a:cubicBezTo>
                <a:cubicBezTo>
                  <a:pt x="114033" y="103131"/>
                  <a:pt x="114033" y="103268"/>
                  <a:pt x="114070" y="103344"/>
                </a:cubicBezTo>
                <a:cubicBezTo>
                  <a:pt x="114143" y="103494"/>
                  <a:pt x="114180" y="103569"/>
                  <a:pt x="114254" y="103644"/>
                </a:cubicBezTo>
                <a:cubicBezTo>
                  <a:pt x="114254" y="103644"/>
                  <a:pt x="114290" y="103644"/>
                  <a:pt x="114327" y="103720"/>
                </a:cubicBezTo>
                <a:cubicBezTo>
                  <a:pt x="114327" y="103795"/>
                  <a:pt x="114327" y="103795"/>
                  <a:pt x="114327" y="103870"/>
                </a:cubicBezTo>
                <a:cubicBezTo>
                  <a:pt x="114364" y="103870"/>
                  <a:pt x="114364" y="103945"/>
                  <a:pt x="114364" y="104020"/>
                </a:cubicBezTo>
                <a:cubicBezTo>
                  <a:pt x="114364" y="104096"/>
                  <a:pt x="114401" y="104096"/>
                  <a:pt x="114401" y="104171"/>
                </a:cubicBezTo>
                <a:cubicBezTo>
                  <a:pt x="114401" y="104233"/>
                  <a:pt x="114401" y="104384"/>
                  <a:pt x="114401" y="104534"/>
                </a:cubicBezTo>
                <a:close/>
                <a:moveTo>
                  <a:pt x="110946" y="91826"/>
                </a:moveTo>
                <a:lnTo>
                  <a:pt x="110946" y="91826"/>
                </a:lnTo>
                <a:cubicBezTo>
                  <a:pt x="110946" y="91901"/>
                  <a:pt x="110983" y="91901"/>
                  <a:pt x="110983" y="91977"/>
                </a:cubicBezTo>
                <a:cubicBezTo>
                  <a:pt x="110983" y="92052"/>
                  <a:pt x="111019" y="92052"/>
                  <a:pt x="111019" y="92127"/>
                </a:cubicBezTo>
                <a:cubicBezTo>
                  <a:pt x="111019" y="92202"/>
                  <a:pt x="111056" y="92127"/>
                  <a:pt x="111093" y="92202"/>
                </a:cubicBezTo>
                <a:cubicBezTo>
                  <a:pt x="111130" y="92277"/>
                  <a:pt x="111166" y="92277"/>
                  <a:pt x="111166" y="92353"/>
                </a:cubicBezTo>
                <a:cubicBezTo>
                  <a:pt x="111166" y="92428"/>
                  <a:pt x="111166" y="92503"/>
                  <a:pt x="111166" y="92653"/>
                </a:cubicBezTo>
                <a:cubicBezTo>
                  <a:pt x="111166" y="92716"/>
                  <a:pt x="111203" y="92716"/>
                  <a:pt x="111203" y="92804"/>
                </a:cubicBezTo>
                <a:cubicBezTo>
                  <a:pt x="111240" y="92804"/>
                  <a:pt x="111240" y="92866"/>
                  <a:pt x="111277" y="92942"/>
                </a:cubicBezTo>
                <a:cubicBezTo>
                  <a:pt x="111277" y="92942"/>
                  <a:pt x="111313" y="92942"/>
                  <a:pt x="111350" y="93017"/>
                </a:cubicBezTo>
                <a:cubicBezTo>
                  <a:pt x="111424" y="93092"/>
                  <a:pt x="111491" y="93092"/>
                  <a:pt x="111565" y="93167"/>
                </a:cubicBezTo>
                <a:cubicBezTo>
                  <a:pt x="111601" y="93242"/>
                  <a:pt x="111638" y="93318"/>
                  <a:pt x="111712" y="93318"/>
                </a:cubicBezTo>
                <a:cubicBezTo>
                  <a:pt x="111748" y="93393"/>
                  <a:pt x="111748" y="93393"/>
                  <a:pt x="111785" y="93393"/>
                </a:cubicBezTo>
                <a:cubicBezTo>
                  <a:pt x="111785" y="93468"/>
                  <a:pt x="111822" y="93468"/>
                  <a:pt x="111852" y="93468"/>
                </a:cubicBezTo>
                <a:cubicBezTo>
                  <a:pt x="112000" y="93468"/>
                  <a:pt x="112000" y="93468"/>
                  <a:pt x="112000" y="93468"/>
                </a:cubicBezTo>
                <a:cubicBezTo>
                  <a:pt x="112000" y="93468"/>
                  <a:pt x="112000" y="93393"/>
                  <a:pt x="112000" y="93318"/>
                </a:cubicBezTo>
                <a:cubicBezTo>
                  <a:pt x="112000" y="93242"/>
                  <a:pt x="111963" y="93242"/>
                  <a:pt x="111963" y="93167"/>
                </a:cubicBezTo>
                <a:cubicBezTo>
                  <a:pt x="111926" y="93167"/>
                  <a:pt x="111926" y="93092"/>
                  <a:pt x="111895" y="93017"/>
                </a:cubicBezTo>
                <a:cubicBezTo>
                  <a:pt x="111895" y="93017"/>
                  <a:pt x="111852" y="93017"/>
                  <a:pt x="111822" y="93017"/>
                </a:cubicBezTo>
                <a:cubicBezTo>
                  <a:pt x="111785" y="93017"/>
                  <a:pt x="111748" y="93017"/>
                  <a:pt x="111712" y="92942"/>
                </a:cubicBezTo>
                <a:cubicBezTo>
                  <a:pt x="111675" y="92866"/>
                  <a:pt x="111675" y="92804"/>
                  <a:pt x="111638" y="92804"/>
                </a:cubicBezTo>
                <a:cubicBezTo>
                  <a:pt x="111601" y="92716"/>
                  <a:pt x="111601" y="92804"/>
                  <a:pt x="111565" y="92716"/>
                </a:cubicBezTo>
                <a:cubicBezTo>
                  <a:pt x="111528" y="92716"/>
                  <a:pt x="111491" y="92653"/>
                  <a:pt x="111491" y="92578"/>
                </a:cubicBezTo>
                <a:cubicBezTo>
                  <a:pt x="111491" y="92578"/>
                  <a:pt x="111491" y="92503"/>
                  <a:pt x="111491" y="92428"/>
                </a:cubicBezTo>
                <a:cubicBezTo>
                  <a:pt x="111454" y="92277"/>
                  <a:pt x="111424" y="92277"/>
                  <a:pt x="111381" y="92127"/>
                </a:cubicBezTo>
                <a:cubicBezTo>
                  <a:pt x="111313" y="92052"/>
                  <a:pt x="111277" y="91977"/>
                  <a:pt x="111203" y="91901"/>
                </a:cubicBezTo>
                <a:cubicBezTo>
                  <a:pt x="111166" y="91901"/>
                  <a:pt x="111166" y="91826"/>
                  <a:pt x="111130" y="91826"/>
                </a:cubicBezTo>
                <a:cubicBezTo>
                  <a:pt x="111093" y="91826"/>
                  <a:pt x="111093" y="91826"/>
                  <a:pt x="111056" y="91826"/>
                </a:cubicBezTo>
                <a:lnTo>
                  <a:pt x="110946" y="91826"/>
                </a:lnTo>
                <a:close/>
                <a:moveTo>
                  <a:pt x="99656" y="85447"/>
                </a:moveTo>
                <a:lnTo>
                  <a:pt x="99656" y="85447"/>
                </a:lnTo>
                <a:cubicBezTo>
                  <a:pt x="99614" y="85522"/>
                  <a:pt x="99614" y="85522"/>
                  <a:pt x="99583" y="85522"/>
                </a:cubicBezTo>
                <a:cubicBezTo>
                  <a:pt x="99546" y="85597"/>
                  <a:pt x="99509" y="85597"/>
                  <a:pt x="99509" y="85673"/>
                </a:cubicBezTo>
                <a:cubicBezTo>
                  <a:pt x="99509" y="85823"/>
                  <a:pt x="99509" y="85898"/>
                  <a:pt x="99546" y="85898"/>
                </a:cubicBezTo>
                <a:cubicBezTo>
                  <a:pt x="99583" y="85973"/>
                  <a:pt x="99583" y="85973"/>
                  <a:pt x="99614" y="85973"/>
                </a:cubicBezTo>
                <a:cubicBezTo>
                  <a:pt x="99656" y="85973"/>
                  <a:pt x="99656" y="85898"/>
                  <a:pt x="99687" y="85898"/>
                </a:cubicBezTo>
                <a:cubicBezTo>
                  <a:pt x="99724" y="85823"/>
                  <a:pt x="99761" y="85823"/>
                  <a:pt x="99834" y="85823"/>
                </a:cubicBezTo>
                <a:cubicBezTo>
                  <a:pt x="99908" y="85823"/>
                  <a:pt x="99908" y="85823"/>
                  <a:pt x="99908" y="85823"/>
                </a:cubicBezTo>
                <a:cubicBezTo>
                  <a:pt x="99944" y="85823"/>
                  <a:pt x="99981" y="85823"/>
                  <a:pt x="100055" y="85823"/>
                </a:cubicBezTo>
                <a:cubicBezTo>
                  <a:pt x="100055" y="85522"/>
                  <a:pt x="100055" y="85522"/>
                  <a:pt x="100055" y="85522"/>
                </a:cubicBezTo>
                <a:cubicBezTo>
                  <a:pt x="99908" y="85447"/>
                  <a:pt x="99908" y="85447"/>
                  <a:pt x="99908" y="85447"/>
                </a:cubicBezTo>
                <a:cubicBezTo>
                  <a:pt x="99834" y="85447"/>
                  <a:pt x="99797" y="85522"/>
                  <a:pt x="99724" y="85522"/>
                </a:cubicBezTo>
                <a:cubicBezTo>
                  <a:pt x="99687" y="85522"/>
                  <a:pt x="99656" y="85522"/>
                  <a:pt x="99583" y="85522"/>
                </a:cubicBezTo>
                <a:lnTo>
                  <a:pt x="99656" y="85447"/>
                </a:lnTo>
                <a:close/>
                <a:moveTo>
                  <a:pt x="103614" y="85823"/>
                </a:moveTo>
                <a:lnTo>
                  <a:pt x="103614" y="85823"/>
                </a:lnTo>
                <a:cubicBezTo>
                  <a:pt x="103614" y="85973"/>
                  <a:pt x="103614" y="85973"/>
                  <a:pt x="103614" y="85973"/>
                </a:cubicBezTo>
                <a:cubicBezTo>
                  <a:pt x="103614" y="86049"/>
                  <a:pt x="103577" y="86049"/>
                  <a:pt x="103540" y="86124"/>
                </a:cubicBezTo>
                <a:cubicBezTo>
                  <a:pt x="103540" y="86199"/>
                  <a:pt x="103503" y="86199"/>
                  <a:pt x="103503" y="86274"/>
                </a:cubicBezTo>
                <a:cubicBezTo>
                  <a:pt x="103467" y="86349"/>
                  <a:pt x="103430" y="86425"/>
                  <a:pt x="103430" y="86550"/>
                </a:cubicBezTo>
                <a:cubicBezTo>
                  <a:pt x="103393" y="86625"/>
                  <a:pt x="103356" y="86625"/>
                  <a:pt x="103356" y="86700"/>
                </a:cubicBezTo>
                <a:cubicBezTo>
                  <a:pt x="103356" y="86775"/>
                  <a:pt x="103356" y="86851"/>
                  <a:pt x="103356" y="87001"/>
                </a:cubicBezTo>
                <a:cubicBezTo>
                  <a:pt x="103356" y="87001"/>
                  <a:pt x="103356" y="87076"/>
                  <a:pt x="103356" y="87151"/>
                </a:cubicBezTo>
                <a:lnTo>
                  <a:pt x="103393" y="87227"/>
                </a:lnTo>
                <a:cubicBezTo>
                  <a:pt x="103393" y="87377"/>
                  <a:pt x="103393" y="87452"/>
                  <a:pt x="103393" y="87527"/>
                </a:cubicBezTo>
                <a:cubicBezTo>
                  <a:pt x="103393" y="87816"/>
                  <a:pt x="103393" y="87816"/>
                  <a:pt x="103393" y="87816"/>
                </a:cubicBezTo>
                <a:cubicBezTo>
                  <a:pt x="103393" y="87891"/>
                  <a:pt x="103393" y="87966"/>
                  <a:pt x="103393" y="88041"/>
                </a:cubicBezTo>
                <a:cubicBezTo>
                  <a:pt x="103356" y="88116"/>
                  <a:pt x="103356" y="88192"/>
                  <a:pt x="103356" y="88192"/>
                </a:cubicBezTo>
                <a:cubicBezTo>
                  <a:pt x="103320" y="88267"/>
                  <a:pt x="103283" y="88342"/>
                  <a:pt x="103283" y="88417"/>
                </a:cubicBezTo>
                <a:cubicBezTo>
                  <a:pt x="103283" y="89608"/>
                  <a:pt x="103283" y="89608"/>
                  <a:pt x="103283" y="89608"/>
                </a:cubicBezTo>
                <a:cubicBezTo>
                  <a:pt x="103283" y="89671"/>
                  <a:pt x="103283" y="89671"/>
                  <a:pt x="103246" y="89746"/>
                </a:cubicBezTo>
                <a:cubicBezTo>
                  <a:pt x="103246" y="89821"/>
                  <a:pt x="103209" y="89821"/>
                  <a:pt x="103179" y="89821"/>
                </a:cubicBezTo>
                <a:cubicBezTo>
                  <a:pt x="103179" y="89896"/>
                  <a:pt x="103142" y="89971"/>
                  <a:pt x="103105" y="89971"/>
                </a:cubicBezTo>
                <a:cubicBezTo>
                  <a:pt x="103068" y="90046"/>
                  <a:pt x="103068" y="90046"/>
                  <a:pt x="102995" y="90046"/>
                </a:cubicBezTo>
                <a:cubicBezTo>
                  <a:pt x="102958" y="90046"/>
                  <a:pt x="102885" y="89971"/>
                  <a:pt x="102848" y="89971"/>
                </a:cubicBezTo>
                <a:cubicBezTo>
                  <a:pt x="102811" y="89896"/>
                  <a:pt x="102774" y="89971"/>
                  <a:pt x="102774" y="89971"/>
                </a:cubicBezTo>
                <a:cubicBezTo>
                  <a:pt x="102738" y="89896"/>
                  <a:pt x="102738" y="89896"/>
                  <a:pt x="102707" y="89821"/>
                </a:cubicBezTo>
                <a:cubicBezTo>
                  <a:pt x="102664" y="89821"/>
                  <a:pt x="102633" y="89821"/>
                  <a:pt x="102633" y="89746"/>
                </a:cubicBezTo>
                <a:cubicBezTo>
                  <a:pt x="102633" y="89671"/>
                  <a:pt x="102633" y="89608"/>
                  <a:pt x="102633" y="89608"/>
                </a:cubicBezTo>
                <a:cubicBezTo>
                  <a:pt x="102597" y="89533"/>
                  <a:pt x="102597" y="89533"/>
                  <a:pt x="102560" y="89457"/>
                </a:cubicBezTo>
                <a:cubicBezTo>
                  <a:pt x="102486" y="89307"/>
                  <a:pt x="102413" y="89232"/>
                  <a:pt x="102303" y="89157"/>
                </a:cubicBezTo>
                <a:cubicBezTo>
                  <a:pt x="102266" y="89081"/>
                  <a:pt x="102192" y="89006"/>
                  <a:pt x="102125" y="89006"/>
                </a:cubicBezTo>
                <a:cubicBezTo>
                  <a:pt x="102125" y="88931"/>
                  <a:pt x="102088" y="88931"/>
                  <a:pt x="102052" y="88931"/>
                </a:cubicBezTo>
                <a:cubicBezTo>
                  <a:pt x="101978" y="88781"/>
                  <a:pt x="101978" y="88706"/>
                  <a:pt x="101941" y="88555"/>
                </a:cubicBezTo>
                <a:cubicBezTo>
                  <a:pt x="101941" y="88555"/>
                  <a:pt x="101941" y="88492"/>
                  <a:pt x="101905" y="88417"/>
                </a:cubicBezTo>
                <a:cubicBezTo>
                  <a:pt x="101905" y="88417"/>
                  <a:pt x="101868" y="88417"/>
                  <a:pt x="101831" y="88417"/>
                </a:cubicBezTo>
                <a:cubicBezTo>
                  <a:pt x="101831" y="88417"/>
                  <a:pt x="101794" y="88417"/>
                  <a:pt x="101758" y="88417"/>
                </a:cubicBezTo>
                <a:cubicBezTo>
                  <a:pt x="101721" y="88417"/>
                  <a:pt x="101721" y="88417"/>
                  <a:pt x="101690" y="88417"/>
                </a:cubicBezTo>
                <a:cubicBezTo>
                  <a:pt x="101647" y="88417"/>
                  <a:pt x="101647" y="88342"/>
                  <a:pt x="101617" y="88342"/>
                </a:cubicBezTo>
                <a:cubicBezTo>
                  <a:pt x="101580" y="88267"/>
                  <a:pt x="101543" y="88267"/>
                  <a:pt x="101543" y="88192"/>
                </a:cubicBezTo>
                <a:lnTo>
                  <a:pt x="101580" y="88116"/>
                </a:lnTo>
                <a:cubicBezTo>
                  <a:pt x="101580" y="88041"/>
                  <a:pt x="101543" y="87966"/>
                  <a:pt x="101543" y="87966"/>
                </a:cubicBezTo>
                <a:cubicBezTo>
                  <a:pt x="101543" y="87816"/>
                  <a:pt x="101580" y="87740"/>
                  <a:pt x="101580" y="87590"/>
                </a:cubicBezTo>
                <a:cubicBezTo>
                  <a:pt x="101580" y="87527"/>
                  <a:pt x="101580" y="87527"/>
                  <a:pt x="101580" y="87527"/>
                </a:cubicBezTo>
                <a:cubicBezTo>
                  <a:pt x="101580" y="87452"/>
                  <a:pt x="101543" y="87452"/>
                  <a:pt x="101543" y="87377"/>
                </a:cubicBezTo>
                <a:cubicBezTo>
                  <a:pt x="101543" y="87302"/>
                  <a:pt x="101506" y="87302"/>
                  <a:pt x="101506" y="87227"/>
                </a:cubicBezTo>
                <a:cubicBezTo>
                  <a:pt x="101506" y="87151"/>
                  <a:pt x="101543" y="87151"/>
                  <a:pt x="101543" y="87076"/>
                </a:cubicBezTo>
                <a:cubicBezTo>
                  <a:pt x="101543" y="87001"/>
                  <a:pt x="101617" y="87076"/>
                  <a:pt x="101617" y="87001"/>
                </a:cubicBezTo>
                <a:cubicBezTo>
                  <a:pt x="101617" y="87001"/>
                  <a:pt x="101617" y="86926"/>
                  <a:pt x="101617" y="86851"/>
                </a:cubicBezTo>
                <a:cubicBezTo>
                  <a:pt x="101647" y="86775"/>
                  <a:pt x="101690" y="86775"/>
                  <a:pt x="101690" y="86700"/>
                </a:cubicBezTo>
                <a:cubicBezTo>
                  <a:pt x="101690" y="86625"/>
                  <a:pt x="101721" y="86625"/>
                  <a:pt x="101721" y="86550"/>
                </a:cubicBezTo>
                <a:cubicBezTo>
                  <a:pt x="101794" y="86425"/>
                  <a:pt x="101831" y="86425"/>
                  <a:pt x="101868" y="86274"/>
                </a:cubicBezTo>
                <a:cubicBezTo>
                  <a:pt x="101905" y="86274"/>
                  <a:pt x="101868" y="86199"/>
                  <a:pt x="101905" y="86199"/>
                </a:cubicBezTo>
                <a:cubicBezTo>
                  <a:pt x="101831" y="86199"/>
                  <a:pt x="101831" y="86199"/>
                  <a:pt x="101831" y="86199"/>
                </a:cubicBezTo>
                <a:cubicBezTo>
                  <a:pt x="101758" y="86124"/>
                  <a:pt x="101721" y="86124"/>
                  <a:pt x="101690" y="86124"/>
                </a:cubicBezTo>
                <a:cubicBezTo>
                  <a:pt x="101617" y="86049"/>
                  <a:pt x="101580" y="86049"/>
                  <a:pt x="101543" y="86049"/>
                </a:cubicBezTo>
                <a:cubicBezTo>
                  <a:pt x="101470" y="86049"/>
                  <a:pt x="101470" y="86049"/>
                  <a:pt x="101470" y="86049"/>
                </a:cubicBezTo>
                <a:cubicBezTo>
                  <a:pt x="101359" y="86049"/>
                  <a:pt x="101323" y="86049"/>
                  <a:pt x="101212" y="86049"/>
                </a:cubicBezTo>
                <a:cubicBezTo>
                  <a:pt x="101176" y="86049"/>
                  <a:pt x="101176" y="85973"/>
                  <a:pt x="101145" y="85973"/>
                </a:cubicBezTo>
                <a:cubicBezTo>
                  <a:pt x="101108" y="85898"/>
                  <a:pt x="101108" y="85898"/>
                  <a:pt x="101071" y="85898"/>
                </a:cubicBezTo>
                <a:cubicBezTo>
                  <a:pt x="101035" y="85898"/>
                  <a:pt x="101035" y="85898"/>
                  <a:pt x="100998" y="85898"/>
                </a:cubicBezTo>
                <a:cubicBezTo>
                  <a:pt x="100998" y="85898"/>
                  <a:pt x="100961" y="85898"/>
                  <a:pt x="100924" y="85898"/>
                </a:cubicBezTo>
                <a:cubicBezTo>
                  <a:pt x="100888" y="85823"/>
                  <a:pt x="100888" y="85748"/>
                  <a:pt x="100851" y="85748"/>
                </a:cubicBezTo>
                <a:cubicBezTo>
                  <a:pt x="100851" y="85673"/>
                  <a:pt x="100814" y="85673"/>
                  <a:pt x="100777" y="85673"/>
                </a:cubicBezTo>
                <a:cubicBezTo>
                  <a:pt x="100777" y="85673"/>
                  <a:pt x="100741" y="85673"/>
                  <a:pt x="100704" y="85673"/>
                </a:cubicBezTo>
                <a:lnTo>
                  <a:pt x="100673" y="85597"/>
                </a:lnTo>
                <a:cubicBezTo>
                  <a:pt x="100630" y="85597"/>
                  <a:pt x="100600" y="85597"/>
                  <a:pt x="100600" y="85522"/>
                </a:cubicBezTo>
                <a:cubicBezTo>
                  <a:pt x="100526" y="85522"/>
                  <a:pt x="100490" y="85384"/>
                  <a:pt x="100453" y="85384"/>
                </a:cubicBezTo>
                <a:cubicBezTo>
                  <a:pt x="100416" y="85384"/>
                  <a:pt x="100416" y="85384"/>
                  <a:pt x="100379" y="85384"/>
                </a:cubicBezTo>
                <a:cubicBezTo>
                  <a:pt x="100306" y="85384"/>
                  <a:pt x="100306" y="85384"/>
                  <a:pt x="100306" y="85384"/>
                </a:cubicBezTo>
                <a:cubicBezTo>
                  <a:pt x="100269" y="85384"/>
                  <a:pt x="100269" y="85384"/>
                  <a:pt x="100232" y="85384"/>
                </a:cubicBezTo>
                <a:cubicBezTo>
                  <a:pt x="100196" y="85384"/>
                  <a:pt x="100196" y="85384"/>
                  <a:pt x="100159" y="85384"/>
                </a:cubicBezTo>
                <a:cubicBezTo>
                  <a:pt x="100159" y="85673"/>
                  <a:pt x="100159" y="85673"/>
                  <a:pt x="100159" y="85673"/>
                </a:cubicBezTo>
                <a:cubicBezTo>
                  <a:pt x="100159" y="85673"/>
                  <a:pt x="100159" y="85823"/>
                  <a:pt x="100196" y="85823"/>
                </a:cubicBezTo>
                <a:cubicBezTo>
                  <a:pt x="100232" y="85823"/>
                  <a:pt x="100269" y="85823"/>
                  <a:pt x="100306" y="85898"/>
                </a:cubicBezTo>
                <a:cubicBezTo>
                  <a:pt x="100343" y="85898"/>
                  <a:pt x="100379" y="85898"/>
                  <a:pt x="100379" y="85973"/>
                </a:cubicBezTo>
                <a:cubicBezTo>
                  <a:pt x="100416" y="85973"/>
                  <a:pt x="100453" y="85973"/>
                  <a:pt x="100453" y="85973"/>
                </a:cubicBezTo>
                <a:cubicBezTo>
                  <a:pt x="100490" y="86049"/>
                  <a:pt x="100453" y="86049"/>
                  <a:pt x="100453" y="86124"/>
                </a:cubicBezTo>
                <a:cubicBezTo>
                  <a:pt x="100416" y="86124"/>
                  <a:pt x="100416" y="86199"/>
                  <a:pt x="100379" y="86199"/>
                </a:cubicBezTo>
                <a:cubicBezTo>
                  <a:pt x="100343" y="86199"/>
                  <a:pt x="100306" y="86199"/>
                  <a:pt x="100232" y="86199"/>
                </a:cubicBezTo>
                <a:cubicBezTo>
                  <a:pt x="100196" y="86199"/>
                  <a:pt x="100159" y="86199"/>
                  <a:pt x="100091" y="86199"/>
                </a:cubicBezTo>
                <a:cubicBezTo>
                  <a:pt x="100055" y="86199"/>
                  <a:pt x="100055" y="86274"/>
                  <a:pt x="100018" y="86274"/>
                </a:cubicBezTo>
                <a:cubicBezTo>
                  <a:pt x="99981" y="86274"/>
                  <a:pt x="99981" y="86349"/>
                  <a:pt x="99944" y="86425"/>
                </a:cubicBezTo>
                <a:cubicBezTo>
                  <a:pt x="99871" y="86487"/>
                  <a:pt x="99834" y="86550"/>
                  <a:pt x="99761" y="86625"/>
                </a:cubicBezTo>
                <a:cubicBezTo>
                  <a:pt x="99761" y="86700"/>
                  <a:pt x="99724" y="86700"/>
                  <a:pt x="99687" y="86775"/>
                </a:cubicBezTo>
                <a:cubicBezTo>
                  <a:pt x="99656" y="86775"/>
                  <a:pt x="99614" y="86851"/>
                  <a:pt x="99614" y="86851"/>
                </a:cubicBezTo>
                <a:cubicBezTo>
                  <a:pt x="99583" y="86926"/>
                  <a:pt x="99546" y="86926"/>
                  <a:pt x="99546" y="87076"/>
                </a:cubicBezTo>
                <a:cubicBezTo>
                  <a:pt x="99546" y="87151"/>
                  <a:pt x="99546" y="87151"/>
                  <a:pt x="99546" y="87151"/>
                </a:cubicBezTo>
                <a:lnTo>
                  <a:pt x="99546" y="87227"/>
                </a:lnTo>
                <a:cubicBezTo>
                  <a:pt x="99546" y="87377"/>
                  <a:pt x="99546" y="87452"/>
                  <a:pt x="99546" y="87527"/>
                </a:cubicBezTo>
                <a:cubicBezTo>
                  <a:pt x="99546" y="87590"/>
                  <a:pt x="99546" y="87665"/>
                  <a:pt x="99546" y="87665"/>
                </a:cubicBezTo>
                <a:cubicBezTo>
                  <a:pt x="99546" y="87740"/>
                  <a:pt x="99509" y="87816"/>
                  <a:pt x="99509" y="87891"/>
                </a:cubicBezTo>
                <a:cubicBezTo>
                  <a:pt x="99509" y="87966"/>
                  <a:pt x="99509" y="87966"/>
                  <a:pt x="99473" y="88041"/>
                </a:cubicBezTo>
                <a:cubicBezTo>
                  <a:pt x="99436" y="88041"/>
                  <a:pt x="99399" y="88041"/>
                  <a:pt x="99362" y="88041"/>
                </a:cubicBezTo>
                <a:cubicBezTo>
                  <a:pt x="99252" y="88041"/>
                  <a:pt x="99179" y="88041"/>
                  <a:pt x="99075" y="87891"/>
                </a:cubicBezTo>
                <a:cubicBezTo>
                  <a:pt x="99038" y="87891"/>
                  <a:pt x="99075" y="87740"/>
                  <a:pt x="99038" y="87740"/>
                </a:cubicBezTo>
                <a:cubicBezTo>
                  <a:pt x="99038" y="87740"/>
                  <a:pt x="99001" y="87740"/>
                  <a:pt x="98964" y="87740"/>
                </a:cubicBezTo>
                <a:cubicBezTo>
                  <a:pt x="98891" y="87740"/>
                  <a:pt x="98854" y="87740"/>
                  <a:pt x="98781" y="87740"/>
                </a:cubicBezTo>
                <a:cubicBezTo>
                  <a:pt x="98781" y="87665"/>
                  <a:pt x="98781" y="87527"/>
                  <a:pt x="98744" y="87452"/>
                </a:cubicBezTo>
                <a:cubicBezTo>
                  <a:pt x="98633" y="87452"/>
                  <a:pt x="98633" y="87452"/>
                  <a:pt x="98633" y="87452"/>
                </a:cubicBezTo>
                <a:cubicBezTo>
                  <a:pt x="98566" y="87452"/>
                  <a:pt x="98529" y="87527"/>
                  <a:pt x="98493" y="87527"/>
                </a:cubicBezTo>
                <a:cubicBezTo>
                  <a:pt x="98419" y="87527"/>
                  <a:pt x="98382" y="87527"/>
                  <a:pt x="98346" y="87527"/>
                </a:cubicBezTo>
                <a:cubicBezTo>
                  <a:pt x="98272" y="87527"/>
                  <a:pt x="98235" y="87590"/>
                  <a:pt x="98199" y="87665"/>
                </a:cubicBezTo>
                <a:cubicBezTo>
                  <a:pt x="98162" y="87665"/>
                  <a:pt x="98199" y="87740"/>
                  <a:pt x="98162" y="87816"/>
                </a:cubicBezTo>
                <a:cubicBezTo>
                  <a:pt x="98162" y="87891"/>
                  <a:pt x="98125" y="87891"/>
                  <a:pt x="98094" y="87966"/>
                </a:cubicBezTo>
                <a:cubicBezTo>
                  <a:pt x="98058" y="87966"/>
                  <a:pt x="98094" y="88041"/>
                  <a:pt x="98058" y="88116"/>
                </a:cubicBezTo>
                <a:cubicBezTo>
                  <a:pt x="97984" y="88116"/>
                  <a:pt x="97947" y="88041"/>
                  <a:pt x="97911" y="88116"/>
                </a:cubicBezTo>
                <a:cubicBezTo>
                  <a:pt x="97837" y="88116"/>
                  <a:pt x="97800" y="88342"/>
                  <a:pt x="97800" y="88492"/>
                </a:cubicBezTo>
                <a:cubicBezTo>
                  <a:pt x="97764" y="88492"/>
                  <a:pt x="97764" y="88555"/>
                  <a:pt x="97764" y="88630"/>
                </a:cubicBezTo>
                <a:cubicBezTo>
                  <a:pt x="97764" y="88706"/>
                  <a:pt x="97727" y="88781"/>
                  <a:pt x="97690" y="88781"/>
                </a:cubicBezTo>
                <a:cubicBezTo>
                  <a:pt x="97690" y="88781"/>
                  <a:pt x="97653" y="88781"/>
                  <a:pt x="97617" y="88781"/>
                </a:cubicBezTo>
                <a:cubicBezTo>
                  <a:pt x="97580" y="88781"/>
                  <a:pt x="97549" y="88781"/>
                  <a:pt x="97476" y="88781"/>
                </a:cubicBezTo>
                <a:cubicBezTo>
                  <a:pt x="97476" y="89081"/>
                  <a:pt x="97476" y="89081"/>
                  <a:pt x="97476" y="89081"/>
                </a:cubicBezTo>
                <a:cubicBezTo>
                  <a:pt x="97513" y="89081"/>
                  <a:pt x="97513" y="89157"/>
                  <a:pt x="97513" y="89157"/>
                </a:cubicBezTo>
                <a:cubicBezTo>
                  <a:pt x="97549" y="89232"/>
                  <a:pt x="97580" y="89232"/>
                  <a:pt x="97580" y="89307"/>
                </a:cubicBezTo>
                <a:cubicBezTo>
                  <a:pt x="97617" y="89382"/>
                  <a:pt x="97617" y="89382"/>
                  <a:pt x="97617" y="89457"/>
                </a:cubicBezTo>
                <a:cubicBezTo>
                  <a:pt x="97617" y="89746"/>
                  <a:pt x="97617" y="89746"/>
                  <a:pt x="97617" y="89746"/>
                </a:cubicBezTo>
                <a:cubicBezTo>
                  <a:pt x="97329" y="89746"/>
                  <a:pt x="97329" y="89746"/>
                  <a:pt x="97329" y="89746"/>
                </a:cubicBezTo>
                <a:cubicBezTo>
                  <a:pt x="97329" y="89671"/>
                  <a:pt x="97329" y="89671"/>
                  <a:pt x="97329" y="89671"/>
                </a:cubicBezTo>
                <a:cubicBezTo>
                  <a:pt x="97329" y="89608"/>
                  <a:pt x="97329" y="89533"/>
                  <a:pt x="97329" y="89382"/>
                </a:cubicBezTo>
                <a:cubicBezTo>
                  <a:pt x="97329" y="89382"/>
                  <a:pt x="97329" y="89307"/>
                  <a:pt x="97329" y="89232"/>
                </a:cubicBezTo>
                <a:cubicBezTo>
                  <a:pt x="97108" y="89232"/>
                  <a:pt x="97108" y="89232"/>
                  <a:pt x="97108" y="89232"/>
                </a:cubicBezTo>
                <a:cubicBezTo>
                  <a:pt x="97108" y="89232"/>
                  <a:pt x="97071" y="89307"/>
                  <a:pt x="97041" y="89307"/>
                </a:cubicBezTo>
                <a:cubicBezTo>
                  <a:pt x="97041" y="89307"/>
                  <a:pt x="97004" y="89307"/>
                  <a:pt x="96967" y="89382"/>
                </a:cubicBezTo>
                <a:cubicBezTo>
                  <a:pt x="96967" y="89382"/>
                  <a:pt x="96931" y="89457"/>
                  <a:pt x="96931" y="89533"/>
                </a:cubicBezTo>
                <a:cubicBezTo>
                  <a:pt x="96894" y="89608"/>
                  <a:pt x="96894" y="89671"/>
                  <a:pt x="96894" y="89821"/>
                </a:cubicBezTo>
                <a:cubicBezTo>
                  <a:pt x="96894" y="89971"/>
                  <a:pt x="96931" y="90122"/>
                  <a:pt x="96894" y="90272"/>
                </a:cubicBezTo>
                <a:cubicBezTo>
                  <a:pt x="96894" y="90347"/>
                  <a:pt x="96894" y="90347"/>
                  <a:pt x="96894" y="90422"/>
                </a:cubicBezTo>
                <a:cubicBezTo>
                  <a:pt x="96894" y="90498"/>
                  <a:pt x="96857" y="90498"/>
                  <a:pt x="96820" y="90573"/>
                </a:cubicBezTo>
                <a:cubicBezTo>
                  <a:pt x="96784" y="90636"/>
                  <a:pt x="96784" y="90636"/>
                  <a:pt x="96747" y="90723"/>
                </a:cubicBezTo>
                <a:cubicBezTo>
                  <a:pt x="96747" y="90786"/>
                  <a:pt x="96710" y="90786"/>
                  <a:pt x="96710" y="90861"/>
                </a:cubicBezTo>
                <a:cubicBezTo>
                  <a:pt x="96673" y="90936"/>
                  <a:pt x="96710" y="90936"/>
                  <a:pt x="96673" y="91012"/>
                </a:cubicBezTo>
                <a:cubicBezTo>
                  <a:pt x="96673" y="91087"/>
                  <a:pt x="96637" y="91087"/>
                  <a:pt x="96600" y="91087"/>
                </a:cubicBezTo>
                <a:cubicBezTo>
                  <a:pt x="96563" y="91162"/>
                  <a:pt x="96532" y="91237"/>
                  <a:pt x="96496" y="91387"/>
                </a:cubicBezTo>
                <a:cubicBezTo>
                  <a:pt x="96496" y="91387"/>
                  <a:pt x="96496" y="91463"/>
                  <a:pt x="96459" y="91538"/>
                </a:cubicBezTo>
                <a:cubicBezTo>
                  <a:pt x="96422" y="91538"/>
                  <a:pt x="96422" y="91538"/>
                  <a:pt x="96385" y="91613"/>
                </a:cubicBezTo>
                <a:cubicBezTo>
                  <a:pt x="96349" y="91613"/>
                  <a:pt x="96349" y="91613"/>
                  <a:pt x="96312" y="91688"/>
                </a:cubicBezTo>
                <a:cubicBezTo>
                  <a:pt x="96275" y="91688"/>
                  <a:pt x="96275" y="91751"/>
                  <a:pt x="96238" y="91751"/>
                </a:cubicBezTo>
                <a:cubicBezTo>
                  <a:pt x="96238" y="91751"/>
                  <a:pt x="96202" y="91751"/>
                  <a:pt x="96165" y="91751"/>
                </a:cubicBezTo>
                <a:cubicBezTo>
                  <a:pt x="96128" y="91751"/>
                  <a:pt x="96128" y="91751"/>
                  <a:pt x="96091" y="91751"/>
                </a:cubicBezTo>
                <a:cubicBezTo>
                  <a:pt x="95950" y="91751"/>
                  <a:pt x="95914" y="91751"/>
                  <a:pt x="95767" y="91751"/>
                </a:cubicBezTo>
                <a:cubicBezTo>
                  <a:pt x="95730" y="91751"/>
                  <a:pt x="95730" y="91826"/>
                  <a:pt x="95693" y="91826"/>
                </a:cubicBezTo>
                <a:cubicBezTo>
                  <a:pt x="95620" y="91826"/>
                  <a:pt x="95583" y="91901"/>
                  <a:pt x="95509" y="91977"/>
                </a:cubicBezTo>
                <a:cubicBezTo>
                  <a:pt x="95479" y="91977"/>
                  <a:pt x="95442" y="92052"/>
                  <a:pt x="95442" y="92052"/>
                </a:cubicBezTo>
                <a:cubicBezTo>
                  <a:pt x="95332" y="92052"/>
                  <a:pt x="95295" y="92052"/>
                  <a:pt x="95222" y="92052"/>
                </a:cubicBezTo>
                <a:cubicBezTo>
                  <a:pt x="95185" y="92052"/>
                  <a:pt x="95148" y="92127"/>
                  <a:pt x="95111" y="92202"/>
                </a:cubicBezTo>
                <a:cubicBezTo>
                  <a:pt x="95075" y="92277"/>
                  <a:pt x="95007" y="92353"/>
                  <a:pt x="94970" y="92353"/>
                </a:cubicBezTo>
                <a:cubicBezTo>
                  <a:pt x="94860" y="92428"/>
                  <a:pt x="94823" y="92503"/>
                  <a:pt x="94713" y="92578"/>
                </a:cubicBezTo>
                <a:cubicBezTo>
                  <a:pt x="94676" y="92653"/>
                  <a:pt x="94676" y="92653"/>
                  <a:pt x="94640" y="92653"/>
                </a:cubicBezTo>
                <a:cubicBezTo>
                  <a:pt x="94603" y="92716"/>
                  <a:pt x="94566" y="92804"/>
                  <a:pt x="94529" y="92942"/>
                </a:cubicBezTo>
                <a:cubicBezTo>
                  <a:pt x="94529" y="93017"/>
                  <a:pt x="94566" y="93092"/>
                  <a:pt x="94529" y="93242"/>
                </a:cubicBezTo>
                <a:cubicBezTo>
                  <a:pt x="94529" y="93318"/>
                  <a:pt x="94529" y="93318"/>
                  <a:pt x="94493" y="93393"/>
                </a:cubicBezTo>
                <a:lnTo>
                  <a:pt x="94462" y="93393"/>
                </a:lnTo>
                <a:cubicBezTo>
                  <a:pt x="94425" y="93393"/>
                  <a:pt x="94388" y="93318"/>
                  <a:pt x="94388" y="93318"/>
                </a:cubicBezTo>
                <a:cubicBezTo>
                  <a:pt x="94352" y="93318"/>
                  <a:pt x="94315" y="93318"/>
                  <a:pt x="94315" y="93242"/>
                </a:cubicBezTo>
                <a:cubicBezTo>
                  <a:pt x="94278" y="93242"/>
                  <a:pt x="94241" y="93242"/>
                  <a:pt x="94241" y="93242"/>
                </a:cubicBezTo>
                <a:cubicBezTo>
                  <a:pt x="94205" y="93167"/>
                  <a:pt x="94241" y="93167"/>
                  <a:pt x="94241" y="93092"/>
                </a:cubicBezTo>
                <a:cubicBezTo>
                  <a:pt x="94205" y="93017"/>
                  <a:pt x="94205" y="93017"/>
                  <a:pt x="94168" y="92942"/>
                </a:cubicBezTo>
                <a:cubicBezTo>
                  <a:pt x="94168" y="93017"/>
                  <a:pt x="94168" y="93167"/>
                  <a:pt x="94131" y="93242"/>
                </a:cubicBezTo>
                <a:cubicBezTo>
                  <a:pt x="94131" y="93242"/>
                  <a:pt x="94058" y="93242"/>
                  <a:pt x="94058" y="93318"/>
                </a:cubicBezTo>
                <a:cubicBezTo>
                  <a:pt x="94058" y="93318"/>
                  <a:pt x="94058" y="93393"/>
                  <a:pt x="94058" y="93468"/>
                </a:cubicBezTo>
                <a:cubicBezTo>
                  <a:pt x="94058" y="93618"/>
                  <a:pt x="94058" y="93618"/>
                  <a:pt x="94058" y="93618"/>
                </a:cubicBezTo>
                <a:cubicBezTo>
                  <a:pt x="94058" y="93618"/>
                  <a:pt x="94058" y="93693"/>
                  <a:pt x="94058" y="93769"/>
                </a:cubicBezTo>
                <a:cubicBezTo>
                  <a:pt x="94094" y="93831"/>
                  <a:pt x="94094" y="93907"/>
                  <a:pt x="94058" y="94057"/>
                </a:cubicBezTo>
                <a:cubicBezTo>
                  <a:pt x="94058" y="94207"/>
                  <a:pt x="94058" y="94207"/>
                  <a:pt x="94058" y="94207"/>
                </a:cubicBezTo>
                <a:cubicBezTo>
                  <a:pt x="94058" y="94283"/>
                  <a:pt x="94021" y="94283"/>
                  <a:pt x="94021" y="94358"/>
                </a:cubicBezTo>
                <a:cubicBezTo>
                  <a:pt x="94021" y="94433"/>
                  <a:pt x="93947" y="94433"/>
                  <a:pt x="93947" y="94508"/>
                </a:cubicBezTo>
                <a:cubicBezTo>
                  <a:pt x="93947" y="94508"/>
                  <a:pt x="93947" y="94583"/>
                  <a:pt x="93947" y="94659"/>
                </a:cubicBezTo>
                <a:cubicBezTo>
                  <a:pt x="93947" y="94734"/>
                  <a:pt x="93947" y="94796"/>
                  <a:pt x="93990" y="94947"/>
                </a:cubicBezTo>
                <a:lnTo>
                  <a:pt x="94021" y="95022"/>
                </a:lnTo>
                <a:cubicBezTo>
                  <a:pt x="94021" y="95097"/>
                  <a:pt x="94058" y="95097"/>
                  <a:pt x="94094" y="95172"/>
                </a:cubicBezTo>
                <a:cubicBezTo>
                  <a:pt x="94131" y="95248"/>
                  <a:pt x="94131" y="95323"/>
                  <a:pt x="94131" y="95473"/>
                </a:cubicBezTo>
                <a:cubicBezTo>
                  <a:pt x="94168" y="95624"/>
                  <a:pt x="94241" y="95699"/>
                  <a:pt x="94278" y="95912"/>
                </a:cubicBezTo>
                <a:cubicBezTo>
                  <a:pt x="94278" y="95987"/>
                  <a:pt x="94278" y="95987"/>
                  <a:pt x="94278" y="95987"/>
                </a:cubicBezTo>
                <a:cubicBezTo>
                  <a:pt x="94241" y="95987"/>
                  <a:pt x="94241" y="95912"/>
                  <a:pt x="94205" y="95912"/>
                </a:cubicBezTo>
                <a:cubicBezTo>
                  <a:pt x="94168" y="95912"/>
                  <a:pt x="94131" y="95912"/>
                  <a:pt x="94094" y="95912"/>
                </a:cubicBezTo>
                <a:cubicBezTo>
                  <a:pt x="94094" y="95912"/>
                  <a:pt x="94058" y="95849"/>
                  <a:pt x="94021" y="95849"/>
                </a:cubicBezTo>
                <a:cubicBezTo>
                  <a:pt x="94021" y="95774"/>
                  <a:pt x="93990" y="95774"/>
                  <a:pt x="93990" y="95774"/>
                </a:cubicBezTo>
                <a:cubicBezTo>
                  <a:pt x="93947" y="95774"/>
                  <a:pt x="93917" y="95849"/>
                  <a:pt x="93917" y="95849"/>
                </a:cubicBezTo>
                <a:cubicBezTo>
                  <a:pt x="93917" y="96137"/>
                  <a:pt x="93917" y="96137"/>
                  <a:pt x="93917" y="96137"/>
                </a:cubicBezTo>
                <a:cubicBezTo>
                  <a:pt x="93917" y="96213"/>
                  <a:pt x="93917" y="96213"/>
                  <a:pt x="93947" y="96288"/>
                </a:cubicBezTo>
                <a:cubicBezTo>
                  <a:pt x="93990" y="96363"/>
                  <a:pt x="94021" y="96438"/>
                  <a:pt x="94058" y="96589"/>
                </a:cubicBezTo>
                <a:cubicBezTo>
                  <a:pt x="94094" y="96589"/>
                  <a:pt x="94094" y="96664"/>
                  <a:pt x="94131" y="96739"/>
                </a:cubicBezTo>
                <a:cubicBezTo>
                  <a:pt x="94168" y="96739"/>
                  <a:pt x="94168" y="96814"/>
                  <a:pt x="94205" y="96814"/>
                </a:cubicBezTo>
                <a:cubicBezTo>
                  <a:pt x="94241" y="96877"/>
                  <a:pt x="94241" y="96877"/>
                  <a:pt x="94278" y="96965"/>
                </a:cubicBezTo>
                <a:cubicBezTo>
                  <a:pt x="94278" y="97027"/>
                  <a:pt x="94315" y="97027"/>
                  <a:pt x="94315" y="97102"/>
                </a:cubicBezTo>
                <a:cubicBezTo>
                  <a:pt x="94315" y="97253"/>
                  <a:pt x="94315" y="97328"/>
                  <a:pt x="94315" y="97403"/>
                </a:cubicBezTo>
                <a:cubicBezTo>
                  <a:pt x="94315" y="97554"/>
                  <a:pt x="94315" y="97629"/>
                  <a:pt x="94352" y="97779"/>
                </a:cubicBezTo>
                <a:cubicBezTo>
                  <a:pt x="94388" y="97779"/>
                  <a:pt x="94388" y="97854"/>
                  <a:pt x="94425" y="97930"/>
                </a:cubicBezTo>
                <a:cubicBezTo>
                  <a:pt x="94425" y="98067"/>
                  <a:pt x="94462" y="98143"/>
                  <a:pt x="94462" y="98293"/>
                </a:cubicBezTo>
                <a:cubicBezTo>
                  <a:pt x="94462" y="98368"/>
                  <a:pt x="94462" y="98368"/>
                  <a:pt x="94493" y="98443"/>
                </a:cubicBezTo>
                <a:cubicBezTo>
                  <a:pt x="94493" y="98519"/>
                  <a:pt x="94462" y="98594"/>
                  <a:pt x="94493" y="98669"/>
                </a:cubicBezTo>
                <a:cubicBezTo>
                  <a:pt x="94493" y="98744"/>
                  <a:pt x="94529" y="98819"/>
                  <a:pt x="94529" y="98957"/>
                </a:cubicBezTo>
                <a:cubicBezTo>
                  <a:pt x="94566" y="99045"/>
                  <a:pt x="94603" y="99045"/>
                  <a:pt x="94603" y="99108"/>
                </a:cubicBezTo>
                <a:cubicBezTo>
                  <a:pt x="94640" y="99258"/>
                  <a:pt x="94676" y="99333"/>
                  <a:pt x="94713" y="99484"/>
                </a:cubicBezTo>
                <a:cubicBezTo>
                  <a:pt x="94713" y="99484"/>
                  <a:pt x="94750" y="99559"/>
                  <a:pt x="94750" y="99634"/>
                </a:cubicBezTo>
                <a:cubicBezTo>
                  <a:pt x="94750" y="99634"/>
                  <a:pt x="94750" y="99709"/>
                  <a:pt x="94750" y="99784"/>
                </a:cubicBezTo>
                <a:cubicBezTo>
                  <a:pt x="94787" y="99935"/>
                  <a:pt x="94750" y="100010"/>
                  <a:pt x="94750" y="100223"/>
                </a:cubicBezTo>
                <a:cubicBezTo>
                  <a:pt x="94750" y="100298"/>
                  <a:pt x="94787" y="100449"/>
                  <a:pt x="94823" y="100524"/>
                </a:cubicBezTo>
                <a:cubicBezTo>
                  <a:pt x="94823" y="100599"/>
                  <a:pt x="94860" y="100599"/>
                  <a:pt x="94860" y="100674"/>
                </a:cubicBezTo>
                <a:cubicBezTo>
                  <a:pt x="94860" y="100749"/>
                  <a:pt x="94860" y="100825"/>
                  <a:pt x="94860" y="100900"/>
                </a:cubicBezTo>
                <a:cubicBezTo>
                  <a:pt x="94860" y="101489"/>
                  <a:pt x="94860" y="101489"/>
                  <a:pt x="94860" y="101489"/>
                </a:cubicBezTo>
                <a:cubicBezTo>
                  <a:pt x="94823" y="101489"/>
                  <a:pt x="94787" y="101414"/>
                  <a:pt x="94713" y="101489"/>
                </a:cubicBezTo>
                <a:cubicBezTo>
                  <a:pt x="94676" y="101489"/>
                  <a:pt x="94640" y="101564"/>
                  <a:pt x="94566" y="101639"/>
                </a:cubicBezTo>
                <a:cubicBezTo>
                  <a:pt x="94566" y="101639"/>
                  <a:pt x="94529" y="101714"/>
                  <a:pt x="94493" y="101714"/>
                </a:cubicBezTo>
                <a:cubicBezTo>
                  <a:pt x="94493" y="101790"/>
                  <a:pt x="94462" y="101790"/>
                  <a:pt x="94462" y="101865"/>
                </a:cubicBezTo>
                <a:cubicBezTo>
                  <a:pt x="94462" y="102015"/>
                  <a:pt x="94462" y="102015"/>
                  <a:pt x="94462" y="102015"/>
                </a:cubicBezTo>
                <a:cubicBezTo>
                  <a:pt x="94529" y="102015"/>
                  <a:pt x="94603" y="102015"/>
                  <a:pt x="94676" y="102090"/>
                </a:cubicBezTo>
                <a:cubicBezTo>
                  <a:pt x="94713" y="102153"/>
                  <a:pt x="94713" y="102303"/>
                  <a:pt x="94750" y="102379"/>
                </a:cubicBezTo>
                <a:cubicBezTo>
                  <a:pt x="94787" y="102454"/>
                  <a:pt x="94823" y="102454"/>
                  <a:pt x="94823" y="102454"/>
                </a:cubicBezTo>
                <a:cubicBezTo>
                  <a:pt x="94860" y="102454"/>
                  <a:pt x="94860" y="102529"/>
                  <a:pt x="94897" y="102529"/>
                </a:cubicBezTo>
                <a:cubicBezTo>
                  <a:pt x="94970" y="102604"/>
                  <a:pt x="94970" y="102604"/>
                  <a:pt x="95038" y="102679"/>
                </a:cubicBezTo>
                <a:cubicBezTo>
                  <a:pt x="95075" y="102679"/>
                  <a:pt x="95075" y="102679"/>
                  <a:pt x="95111" y="102679"/>
                </a:cubicBezTo>
                <a:cubicBezTo>
                  <a:pt x="95148" y="102755"/>
                  <a:pt x="95185" y="102830"/>
                  <a:pt x="95258" y="102830"/>
                </a:cubicBezTo>
                <a:cubicBezTo>
                  <a:pt x="95295" y="102905"/>
                  <a:pt x="95332" y="102830"/>
                  <a:pt x="95369" y="102830"/>
                </a:cubicBezTo>
                <a:cubicBezTo>
                  <a:pt x="95405" y="102830"/>
                  <a:pt x="95442" y="102905"/>
                  <a:pt x="95479" y="102830"/>
                </a:cubicBezTo>
                <a:cubicBezTo>
                  <a:pt x="95509" y="102830"/>
                  <a:pt x="95583" y="102830"/>
                  <a:pt x="95620" y="102755"/>
                </a:cubicBezTo>
                <a:cubicBezTo>
                  <a:pt x="95620" y="102755"/>
                  <a:pt x="95656" y="102830"/>
                  <a:pt x="95693" y="102755"/>
                </a:cubicBezTo>
                <a:cubicBezTo>
                  <a:pt x="95730" y="102755"/>
                  <a:pt x="95730" y="102679"/>
                  <a:pt x="95767" y="102679"/>
                </a:cubicBezTo>
                <a:cubicBezTo>
                  <a:pt x="95803" y="102604"/>
                  <a:pt x="95840" y="102604"/>
                  <a:pt x="95840" y="102604"/>
                </a:cubicBezTo>
                <a:cubicBezTo>
                  <a:pt x="95877" y="102529"/>
                  <a:pt x="95877" y="102454"/>
                  <a:pt x="95914" y="102454"/>
                </a:cubicBezTo>
                <a:cubicBezTo>
                  <a:pt x="95914" y="102379"/>
                  <a:pt x="95914" y="102303"/>
                  <a:pt x="95914" y="102303"/>
                </a:cubicBezTo>
                <a:cubicBezTo>
                  <a:pt x="95950" y="102228"/>
                  <a:pt x="95950" y="102228"/>
                  <a:pt x="95987" y="102153"/>
                </a:cubicBezTo>
                <a:cubicBezTo>
                  <a:pt x="96024" y="102153"/>
                  <a:pt x="96024" y="102090"/>
                  <a:pt x="96024" y="102015"/>
                </a:cubicBezTo>
                <a:cubicBezTo>
                  <a:pt x="96091" y="102015"/>
                  <a:pt x="96128" y="102015"/>
                  <a:pt x="96165" y="102015"/>
                </a:cubicBezTo>
                <a:cubicBezTo>
                  <a:pt x="96238" y="102015"/>
                  <a:pt x="96275" y="102015"/>
                  <a:pt x="96312" y="101940"/>
                </a:cubicBezTo>
                <a:cubicBezTo>
                  <a:pt x="96349" y="101940"/>
                  <a:pt x="96349" y="101865"/>
                  <a:pt x="96385" y="101790"/>
                </a:cubicBezTo>
                <a:cubicBezTo>
                  <a:pt x="96422" y="101790"/>
                  <a:pt x="96459" y="101790"/>
                  <a:pt x="96532" y="101790"/>
                </a:cubicBezTo>
                <a:cubicBezTo>
                  <a:pt x="96637" y="101790"/>
                  <a:pt x="96710" y="101865"/>
                  <a:pt x="96857" y="101865"/>
                </a:cubicBezTo>
                <a:cubicBezTo>
                  <a:pt x="96894" y="101940"/>
                  <a:pt x="96931" y="102015"/>
                  <a:pt x="97004" y="102015"/>
                </a:cubicBezTo>
                <a:cubicBezTo>
                  <a:pt x="97041" y="102090"/>
                  <a:pt x="97041" y="102090"/>
                  <a:pt x="97071" y="102090"/>
                </a:cubicBezTo>
                <a:cubicBezTo>
                  <a:pt x="97145" y="102090"/>
                  <a:pt x="97145" y="102090"/>
                  <a:pt x="97218" y="102090"/>
                </a:cubicBezTo>
                <a:cubicBezTo>
                  <a:pt x="97255" y="102090"/>
                  <a:pt x="97292" y="102090"/>
                  <a:pt x="97329" y="102090"/>
                </a:cubicBezTo>
                <a:cubicBezTo>
                  <a:pt x="97329" y="102015"/>
                  <a:pt x="97366" y="102015"/>
                  <a:pt x="97366" y="101940"/>
                </a:cubicBezTo>
                <a:cubicBezTo>
                  <a:pt x="97402" y="101865"/>
                  <a:pt x="97439" y="101865"/>
                  <a:pt x="97439" y="101790"/>
                </a:cubicBezTo>
                <a:cubicBezTo>
                  <a:pt x="97476" y="101714"/>
                  <a:pt x="97513" y="101564"/>
                  <a:pt x="97549" y="101489"/>
                </a:cubicBezTo>
                <a:cubicBezTo>
                  <a:pt x="97580" y="101414"/>
                  <a:pt x="97580" y="101414"/>
                  <a:pt x="97617" y="101338"/>
                </a:cubicBezTo>
                <a:cubicBezTo>
                  <a:pt x="97727" y="101125"/>
                  <a:pt x="97800" y="100900"/>
                  <a:pt x="97947" y="100825"/>
                </a:cubicBezTo>
                <a:cubicBezTo>
                  <a:pt x="97947" y="100825"/>
                  <a:pt x="97984" y="100825"/>
                  <a:pt x="98021" y="100749"/>
                </a:cubicBezTo>
                <a:cubicBezTo>
                  <a:pt x="98058" y="100749"/>
                  <a:pt x="98058" y="100749"/>
                  <a:pt x="98094" y="100749"/>
                </a:cubicBezTo>
                <a:cubicBezTo>
                  <a:pt x="98094" y="100674"/>
                  <a:pt x="98125" y="100674"/>
                  <a:pt x="98162" y="100674"/>
                </a:cubicBezTo>
                <a:cubicBezTo>
                  <a:pt x="98162" y="100599"/>
                  <a:pt x="98199" y="100674"/>
                  <a:pt x="98235" y="100674"/>
                </a:cubicBezTo>
                <a:cubicBezTo>
                  <a:pt x="98235" y="100674"/>
                  <a:pt x="98272" y="100599"/>
                  <a:pt x="98309" y="100674"/>
                </a:cubicBezTo>
                <a:cubicBezTo>
                  <a:pt x="98309" y="100674"/>
                  <a:pt x="98346" y="100674"/>
                  <a:pt x="98346" y="100749"/>
                </a:cubicBezTo>
                <a:cubicBezTo>
                  <a:pt x="98382" y="100749"/>
                  <a:pt x="98419" y="100825"/>
                  <a:pt x="98419" y="100825"/>
                </a:cubicBezTo>
                <a:cubicBezTo>
                  <a:pt x="98493" y="100825"/>
                  <a:pt x="98529" y="100825"/>
                  <a:pt x="98566" y="100825"/>
                </a:cubicBezTo>
                <a:cubicBezTo>
                  <a:pt x="98633" y="100825"/>
                  <a:pt x="98670" y="100825"/>
                  <a:pt x="98707" y="100825"/>
                </a:cubicBezTo>
                <a:cubicBezTo>
                  <a:pt x="98744" y="100825"/>
                  <a:pt x="98744" y="100749"/>
                  <a:pt x="98781" y="100749"/>
                </a:cubicBezTo>
                <a:cubicBezTo>
                  <a:pt x="98854" y="100599"/>
                  <a:pt x="98854" y="100524"/>
                  <a:pt x="98928" y="100449"/>
                </a:cubicBezTo>
                <a:cubicBezTo>
                  <a:pt x="98964" y="100373"/>
                  <a:pt x="99001" y="100373"/>
                  <a:pt x="99038" y="100298"/>
                </a:cubicBezTo>
                <a:cubicBezTo>
                  <a:pt x="99038" y="100298"/>
                  <a:pt x="99075" y="100223"/>
                  <a:pt x="99075" y="100148"/>
                </a:cubicBezTo>
                <a:cubicBezTo>
                  <a:pt x="99111" y="100148"/>
                  <a:pt x="99111" y="100073"/>
                  <a:pt x="99142" y="100010"/>
                </a:cubicBezTo>
                <a:cubicBezTo>
                  <a:pt x="99142" y="100010"/>
                  <a:pt x="99179" y="100010"/>
                  <a:pt x="99215" y="100010"/>
                </a:cubicBezTo>
                <a:cubicBezTo>
                  <a:pt x="99252" y="100010"/>
                  <a:pt x="99326" y="99935"/>
                  <a:pt x="99399" y="99935"/>
                </a:cubicBezTo>
                <a:cubicBezTo>
                  <a:pt x="99436" y="99935"/>
                  <a:pt x="99473" y="100010"/>
                  <a:pt x="99509" y="100010"/>
                </a:cubicBezTo>
                <a:cubicBezTo>
                  <a:pt x="99614" y="100010"/>
                  <a:pt x="99656" y="100010"/>
                  <a:pt x="99761" y="100010"/>
                </a:cubicBezTo>
                <a:cubicBezTo>
                  <a:pt x="99797" y="100010"/>
                  <a:pt x="99834" y="100073"/>
                  <a:pt x="99908" y="100073"/>
                </a:cubicBezTo>
                <a:cubicBezTo>
                  <a:pt x="99981" y="100148"/>
                  <a:pt x="99981" y="100148"/>
                  <a:pt x="99981" y="100148"/>
                </a:cubicBezTo>
                <a:cubicBezTo>
                  <a:pt x="100018" y="100223"/>
                  <a:pt x="100018" y="100223"/>
                  <a:pt x="100055" y="100298"/>
                </a:cubicBezTo>
                <a:cubicBezTo>
                  <a:pt x="100091" y="100298"/>
                  <a:pt x="100128" y="100449"/>
                  <a:pt x="100159" y="100449"/>
                </a:cubicBezTo>
                <a:cubicBezTo>
                  <a:pt x="100196" y="100449"/>
                  <a:pt x="100232" y="100373"/>
                  <a:pt x="100269" y="100373"/>
                </a:cubicBezTo>
                <a:cubicBezTo>
                  <a:pt x="100306" y="100373"/>
                  <a:pt x="100306" y="100373"/>
                  <a:pt x="100343" y="100373"/>
                </a:cubicBezTo>
                <a:cubicBezTo>
                  <a:pt x="100490" y="100373"/>
                  <a:pt x="100490" y="100373"/>
                  <a:pt x="100490" y="100373"/>
                </a:cubicBezTo>
                <a:cubicBezTo>
                  <a:pt x="100526" y="100373"/>
                  <a:pt x="100600" y="100373"/>
                  <a:pt x="100630" y="100373"/>
                </a:cubicBezTo>
                <a:cubicBezTo>
                  <a:pt x="100673" y="100373"/>
                  <a:pt x="100673" y="100373"/>
                  <a:pt x="100704" y="100373"/>
                </a:cubicBezTo>
                <a:cubicBezTo>
                  <a:pt x="100741" y="100373"/>
                  <a:pt x="100741" y="100449"/>
                  <a:pt x="100777" y="100449"/>
                </a:cubicBezTo>
                <a:cubicBezTo>
                  <a:pt x="100814" y="100449"/>
                  <a:pt x="100814" y="100524"/>
                  <a:pt x="100814" y="100599"/>
                </a:cubicBezTo>
                <a:cubicBezTo>
                  <a:pt x="100851" y="100674"/>
                  <a:pt x="100888" y="100674"/>
                  <a:pt x="100888" y="100749"/>
                </a:cubicBezTo>
                <a:cubicBezTo>
                  <a:pt x="100888" y="100825"/>
                  <a:pt x="100924" y="100900"/>
                  <a:pt x="100924" y="100900"/>
                </a:cubicBezTo>
                <a:cubicBezTo>
                  <a:pt x="100924" y="101125"/>
                  <a:pt x="100924" y="101188"/>
                  <a:pt x="100924" y="101338"/>
                </a:cubicBezTo>
                <a:cubicBezTo>
                  <a:pt x="101035" y="101338"/>
                  <a:pt x="101108" y="101338"/>
                  <a:pt x="101176" y="101489"/>
                </a:cubicBezTo>
                <a:cubicBezTo>
                  <a:pt x="101212" y="101489"/>
                  <a:pt x="101212" y="101564"/>
                  <a:pt x="101212" y="101639"/>
                </a:cubicBezTo>
                <a:cubicBezTo>
                  <a:pt x="101249" y="101714"/>
                  <a:pt x="101249" y="101790"/>
                  <a:pt x="101249" y="101865"/>
                </a:cubicBezTo>
                <a:cubicBezTo>
                  <a:pt x="101249" y="102090"/>
                  <a:pt x="101249" y="102153"/>
                  <a:pt x="101286" y="102379"/>
                </a:cubicBezTo>
                <a:cubicBezTo>
                  <a:pt x="101286" y="102379"/>
                  <a:pt x="101286" y="102454"/>
                  <a:pt x="101286" y="102529"/>
                </a:cubicBezTo>
                <a:cubicBezTo>
                  <a:pt x="101323" y="102529"/>
                  <a:pt x="101323" y="102604"/>
                  <a:pt x="101359" y="102679"/>
                </a:cubicBezTo>
                <a:cubicBezTo>
                  <a:pt x="101359" y="102679"/>
                  <a:pt x="101396" y="102679"/>
                  <a:pt x="101433" y="102679"/>
                </a:cubicBezTo>
                <a:cubicBezTo>
                  <a:pt x="101506" y="102679"/>
                  <a:pt x="101580" y="102529"/>
                  <a:pt x="101617" y="102379"/>
                </a:cubicBezTo>
                <a:cubicBezTo>
                  <a:pt x="101647" y="102379"/>
                  <a:pt x="101647" y="102303"/>
                  <a:pt x="101647" y="102228"/>
                </a:cubicBezTo>
                <a:cubicBezTo>
                  <a:pt x="101690" y="102153"/>
                  <a:pt x="101758" y="102153"/>
                  <a:pt x="101794" y="102015"/>
                </a:cubicBezTo>
                <a:cubicBezTo>
                  <a:pt x="101794" y="102015"/>
                  <a:pt x="101794" y="101940"/>
                  <a:pt x="101831" y="101865"/>
                </a:cubicBezTo>
                <a:cubicBezTo>
                  <a:pt x="101831" y="101865"/>
                  <a:pt x="101868" y="101865"/>
                  <a:pt x="101905" y="101790"/>
                </a:cubicBezTo>
                <a:cubicBezTo>
                  <a:pt x="101905" y="101714"/>
                  <a:pt x="101941" y="101714"/>
                  <a:pt x="101941" y="101639"/>
                </a:cubicBezTo>
                <a:cubicBezTo>
                  <a:pt x="101978" y="101564"/>
                  <a:pt x="101978" y="101489"/>
                  <a:pt x="102015" y="101338"/>
                </a:cubicBezTo>
                <a:cubicBezTo>
                  <a:pt x="102015" y="101263"/>
                  <a:pt x="102015" y="101263"/>
                  <a:pt x="102052" y="101188"/>
                </a:cubicBezTo>
                <a:cubicBezTo>
                  <a:pt x="102088" y="101263"/>
                  <a:pt x="102125" y="101263"/>
                  <a:pt x="102162" y="101338"/>
                </a:cubicBezTo>
                <a:cubicBezTo>
                  <a:pt x="102192" y="101338"/>
                  <a:pt x="102229" y="101414"/>
                  <a:pt x="102229" y="101489"/>
                </a:cubicBezTo>
                <a:cubicBezTo>
                  <a:pt x="102229" y="101639"/>
                  <a:pt x="102162" y="101639"/>
                  <a:pt x="102125" y="101714"/>
                </a:cubicBezTo>
                <a:cubicBezTo>
                  <a:pt x="102052" y="101865"/>
                  <a:pt x="102052" y="102015"/>
                  <a:pt x="102052" y="102228"/>
                </a:cubicBezTo>
                <a:cubicBezTo>
                  <a:pt x="102052" y="102303"/>
                  <a:pt x="102052" y="102379"/>
                  <a:pt x="102052" y="102529"/>
                </a:cubicBezTo>
                <a:cubicBezTo>
                  <a:pt x="102088" y="102454"/>
                  <a:pt x="102125" y="102529"/>
                  <a:pt x="102125" y="102454"/>
                </a:cubicBezTo>
                <a:cubicBezTo>
                  <a:pt x="102162" y="102454"/>
                  <a:pt x="102125" y="102303"/>
                  <a:pt x="102162" y="102303"/>
                </a:cubicBezTo>
                <a:cubicBezTo>
                  <a:pt x="102192" y="102303"/>
                  <a:pt x="102192" y="102228"/>
                  <a:pt x="102229" y="102228"/>
                </a:cubicBezTo>
                <a:cubicBezTo>
                  <a:pt x="102266" y="102228"/>
                  <a:pt x="102266" y="102303"/>
                  <a:pt x="102303" y="102303"/>
                </a:cubicBezTo>
                <a:cubicBezTo>
                  <a:pt x="102303" y="102303"/>
                  <a:pt x="102339" y="102303"/>
                  <a:pt x="102376" y="102303"/>
                </a:cubicBezTo>
                <a:cubicBezTo>
                  <a:pt x="102376" y="102679"/>
                  <a:pt x="102376" y="102679"/>
                  <a:pt x="102376" y="102679"/>
                </a:cubicBezTo>
                <a:cubicBezTo>
                  <a:pt x="102376" y="102755"/>
                  <a:pt x="102339" y="102830"/>
                  <a:pt x="102339" y="102905"/>
                </a:cubicBezTo>
                <a:cubicBezTo>
                  <a:pt x="102339" y="103055"/>
                  <a:pt x="102339" y="103055"/>
                  <a:pt x="102339" y="103055"/>
                </a:cubicBezTo>
                <a:cubicBezTo>
                  <a:pt x="102303" y="103206"/>
                  <a:pt x="102303" y="103268"/>
                  <a:pt x="102303" y="103494"/>
                </a:cubicBezTo>
                <a:cubicBezTo>
                  <a:pt x="102303" y="103419"/>
                  <a:pt x="102339" y="103494"/>
                  <a:pt x="102376" y="103494"/>
                </a:cubicBezTo>
                <a:cubicBezTo>
                  <a:pt x="102413" y="103419"/>
                  <a:pt x="102413" y="103344"/>
                  <a:pt x="102450" y="103344"/>
                </a:cubicBezTo>
                <a:cubicBezTo>
                  <a:pt x="102450" y="103268"/>
                  <a:pt x="102486" y="103131"/>
                  <a:pt x="102523" y="103131"/>
                </a:cubicBezTo>
                <a:cubicBezTo>
                  <a:pt x="102560" y="103131"/>
                  <a:pt x="102597" y="103131"/>
                  <a:pt x="102633" y="103206"/>
                </a:cubicBezTo>
                <a:cubicBezTo>
                  <a:pt x="102664" y="103344"/>
                  <a:pt x="102633" y="103419"/>
                  <a:pt x="102633" y="103569"/>
                </a:cubicBezTo>
                <a:cubicBezTo>
                  <a:pt x="102664" y="103644"/>
                  <a:pt x="102738" y="103720"/>
                  <a:pt x="102774" y="103795"/>
                </a:cubicBezTo>
                <a:cubicBezTo>
                  <a:pt x="102811" y="103795"/>
                  <a:pt x="102848" y="103795"/>
                  <a:pt x="102848" y="103870"/>
                </a:cubicBezTo>
                <a:cubicBezTo>
                  <a:pt x="102885" y="103945"/>
                  <a:pt x="102885" y="104020"/>
                  <a:pt x="102885" y="104096"/>
                </a:cubicBezTo>
                <a:cubicBezTo>
                  <a:pt x="102885" y="104171"/>
                  <a:pt x="102885" y="104171"/>
                  <a:pt x="102885" y="104171"/>
                </a:cubicBezTo>
                <a:cubicBezTo>
                  <a:pt x="102885" y="104171"/>
                  <a:pt x="102848" y="104233"/>
                  <a:pt x="102848" y="104309"/>
                </a:cubicBezTo>
                <a:cubicBezTo>
                  <a:pt x="102848" y="104384"/>
                  <a:pt x="102848" y="104459"/>
                  <a:pt x="102848" y="104609"/>
                </a:cubicBezTo>
                <a:lnTo>
                  <a:pt x="102848" y="104685"/>
                </a:lnTo>
                <a:cubicBezTo>
                  <a:pt x="102885" y="104835"/>
                  <a:pt x="102921" y="104910"/>
                  <a:pt x="102958" y="104985"/>
                </a:cubicBezTo>
                <a:cubicBezTo>
                  <a:pt x="102995" y="105061"/>
                  <a:pt x="103032" y="105061"/>
                  <a:pt x="103105" y="105136"/>
                </a:cubicBezTo>
                <a:cubicBezTo>
                  <a:pt x="103142" y="105211"/>
                  <a:pt x="103142" y="105211"/>
                  <a:pt x="103179" y="105286"/>
                </a:cubicBezTo>
                <a:cubicBezTo>
                  <a:pt x="103209" y="105286"/>
                  <a:pt x="103246" y="105286"/>
                  <a:pt x="103320" y="105286"/>
                </a:cubicBezTo>
                <a:cubicBezTo>
                  <a:pt x="103393" y="105286"/>
                  <a:pt x="103467" y="105286"/>
                  <a:pt x="103540" y="105349"/>
                </a:cubicBezTo>
                <a:cubicBezTo>
                  <a:pt x="103577" y="105349"/>
                  <a:pt x="103577" y="105424"/>
                  <a:pt x="103577" y="105499"/>
                </a:cubicBezTo>
                <a:cubicBezTo>
                  <a:pt x="103614" y="105499"/>
                  <a:pt x="103650" y="105499"/>
                  <a:pt x="103650" y="105499"/>
                </a:cubicBezTo>
                <a:cubicBezTo>
                  <a:pt x="103681" y="105499"/>
                  <a:pt x="103724" y="105574"/>
                  <a:pt x="103724" y="105574"/>
                </a:cubicBezTo>
                <a:cubicBezTo>
                  <a:pt x="103754" y="105650"/>
                  <a:pt x="103754" y="105725"/>
                  <a:pt x="103791" y="105725"/>
                </a:cubicBezTo>
                <a:cubicBezTo>
                  <a:pt x="103865" y="105800"/>
                  <a:pt x="103901" y="105725"/>
                  <a:pt x="103975" y="105725"/>
                </a:cubicBezTo>
                <a:cubicBezTo>
                  <a:pt x="104085" y="105725"/>
                  <a:pt x="104196" y="105725"/>
                  <a:pt x="104263" y="105574"/>
                </a:cubicBezTo>
                <a:cubicBezTo>
                  <a:pt x="104336" y="105424"/>
                  <a:pt x="104336" y="105286"/>
                  <a:pt x="104336" y="105061"/>
                </a:cubicBezTo>
                <a:cubicBezTo>
                  <a:pt x="104447" y="105061"/>
                  <a:pt x="104447" y="105061"/>
                  <a:pt x="104447" y="105061"/>
                </a:cubicBezTo>
                <a:cubicBezTo>
                  <a:pt x="104557" y="105061"/>
                  <a:pt x="104594" y="105136"/>
                  <a:pt x="104630" y="105349"/>
                </a:cubicBezTo>
                <a:cubicBezTo>
                  <a:pt x="104630" y="105349"/>
                  <a:pt x="104630" y="105424"/>
                  <a:pt x="104630" y="105499"/>
                </a:cubicBezTo>
                <a:cubicBezTo>
                  <a:pt x="104667" y="105574"/>
                  <a:pt x="104667" y="105650"/>
                  <a:pt x="104704" y="105725"/>
                </a:cubicBezTo>
                <a:cubicBezTo>
                  <a:pt x="104741" y="105800"/>
                  <a:pt x="104808" y="105875"/>
                  <a:pt x="104882" y="105875"/>
                </a:cubicBezTo>
                <a:cubicBezTo>
                  <a:pt x="104955" y="105875"/>
                  <a:pt x="104992" y="105725"/>
                  <a:pt x="105065" y="105574"/>
                </a:cubicBezTo>
                <a:cubicBezTo>
                  <a:pt x="105102" y="105499"/>
                  <a:pt x="105139" y="105499"/>
                  <a:pt x="105139" y="105499"/>
                </a:cubicBezTo>
                <a:cubicBezTo>
                  <a:pt x="105212" y="105349"/>
                  <a:pt x="105243" y="105349"/>
                  <a:pt x="105316" y="105286"/>
                </a:cubicBezTo>
                <a:cubicBezTo>
                  <a:pt x="105316" y="105211"/>
                  <a:pt x="105353" y="105211"/>
                  <a:pt x="105353" y="105136"/>
                </a:cubicBezTo>
                <a:cubicBezTo>
                  <a:pt x="105427" y="105061"/>
                  <a:pt x="105464" y="105061"/>
                  <a:pt x="105537" y="105061"/>
                </a:cubicBezTo>
                <a:cubicBezTo>
                  <a:pt x="105611" y="105061"/>
                  <a:pt x="105611" y="105061"/>
                  <a:pt x="105647" y="105061"/>
                </a:cubicBezTo>
                <a:cubicBezTo>
                  <a:pt x="105788" y="105061"/>
                  <a:pt x="105898" y="105061"/>
                  <a:pt x="106045" y="105061"/>
                </a:cubicBezTo>
                <a:cubicBezTo>
                  <a:pt x="106082" y="105061"/>
                  <a:pt x="106082" y="104985"/>
                  <a:pt x="106119" y="104985"/>
                </a:cubicBezTo>
                <a:cubicBezTo>
                  <a:pt x="106119" y="104910"/>
                  <a:pt x="106156" y="104910"/>
                  <a:pt x="106192" y="104910"/>
                </a:cubicBezTo>
                <a:cubicBezTo>
                  <a:pt x="106192" y="104835"/>
                  <a:pt x="106156" y="104835"/>
                  <a:pt x="106192" y="104760"/>
                </a:cubicBezTo>
                <a:cubicBezTo>
                  <a:pt x="106192" y="104609"/>
                  <a:pt x="106229" y="104609"/>
                  <a:pt x="106266" y="104459"/>
                </a:cubicBezTo>
                <a:cubicBezTo>
                  <a:pt x="106266" y="104309"/>
                  <a:pt x="106229" y="104171"/>
                  <a:pt x="106266" y="104020"/>
                </a:cubicBezTo>
                <a:cubicBezTo>
                  <a:pt x="106297" y="103870"/>
                  <a:pt x="106370" y="103945"/>
                  <a:pt x="106407" y="103870"/>
                </a:cubicBezTo>
                <a:cubicBezTo>
                  <a:pt x="106444" y="103795"/>
                  <a:pt x="106480" y="103720"/>
                  <a:pt x="106480" y="103644"/>
                </a:cubicBezTo>
                <a:cubicBezTo>
                  <a:pt x="106480" y="103569"/>
                  <a:pt x="106480" y="103569"/>
                  <a:pt x="106480" y="103569"/>
                </a:cubicBezTo>
                <a:cubicBezTo>
                  <a:pt x="106480" y="103494"/>
                  <a:pt x="106444" y="103494"/>
                  <a:pt x="106407" y="103419"/>
                </a:cubicBezTo>
                <a:cubicBezTo>
                  <a:pt x="106407" y="103344"/>
                  <a:pt x="106407" y="103268"/>
                  <a:pt x="106407" y="103131"/>
                </a:cubicBezTo>
                <a:cubicBezTo>
                  <a:pt x="106407" y="102980"/>
                  <a:pt x="106444" y="102830"/>
                  <a:pt x="106444" y="102604"/>
                </a:cubicBezTo>
                <a:cubicBezTo>
                  <a:pt x="106444" y="102529"/>
                  <a:pt x="106480" y="102529"/>
                  <a:pt x="106480" y="102454"/>
                </a:cubicBezTo>
                <a:cubicBezTo>
                  <a:pt x="106480" y="102379"/>
                  <a:pt x="106517" y="102379"/>
                  <a:pt x="106517" y="102303"/>
                </a:cubicBezTo>
                <a:cubicBezTo>
                  <a:pt x="106517" y="102228"/>
                  <a:pt x="106517" y="102228"/>
                  <a:pt x="106554" y="102153"/>
                </a:cubicBezTo>
                <a:cubicBezTo>
                  <a:pt x="106591" y="102090"/>
                  <a:pt x="106627" y="102015"/>
                  <a:pt x="106664" y="101865"/>
                </a:cubicBezTo>
                <a:cubicBezTo>
                  <a:pt x="106701" y="101865"/>
                  <a:pt x="106701" y="101790"/>
                  <a:pt x="106738" y="101790"/>
                </a:cubicBezTo>
                <a:cubicBezTo>
                  <a:pt x="106774" y="101714"/>
                  <a:pt x="106774" y="101714"/>
                  <a:pt x="106805" y="101714"/>
                </a:cubicBezTo>
                <a:cubicBezTo>
                  <a:pt x="106805" y="101639"/>
                  <a:pt x="106842" y="101564"/>
                  <a:pt x="106842" y="101564"/>
                </a:cubicBezTo>
                <a:cubicBezTo>
                  <a:pt x="106842" y="101489"/>
                  <a:pt x="106879" y="101414"/>
                  <a:pt x="106879" y="101414"/>
                </a:cubicBezTo>
                <a:cubicBezTo>
                  <a:pt x="106879" y="101338"/>
                  <a:pt x="106879" y="101263"/>
                  <a:pt x="106879" y="101263"/>
                </a:cubicBezTo>
                <a:cubicBezTo>
                  <a:pt x="106879" y="101188"/>
                  <a:pt x="106879" y="101125"/>
                  <a:pt x="106879" y="101125"/>
                </a:cubicBezTo>
                <a:cubicBezTo>
                  <a:pt x="106915" y="101038"/>
                  <a:pt x="106915" y="101038"/>
                  <a:pt x="106952" y="100975"/>
                </a:cubicBezTo>
                <a:cubicBezTo>
                  <a:pt x="106952" y="100900"/>
                  <a:pt x="106989" y="100825"/>
                  <a:pt x="107026" y="100825"/>
                </a:cubicBezTo>
                <a:cubicBezTo>
                  <a:pt x="107026" y="100825"/>
                  <a:pt x="107062" y="100749"/>
                  <a:pt x="107099" y="100749"/>
                </a:cubicBezTo>
                <a:cubicBezTo>
                  <a:pt x="107099" y="100749"/>
                  <a:pt x="107136" y="100749"/>
                  <a:pt x="107173" y="100749"/>
                </a:cubicBezTo>
                <a:cubicBezTo>
                  <a:pt x="107209" y="100674"/>
                  <a:pt x="107173" y="100599"/>
                  <a:pt x="107173" y="100524"/>
                </a:cubicBezTo>
                <a:cubicBezTo>
                  <a:pt x="107173" y="100449"/>
                  <a:pt x="107209" y="100449"/>
                  <a:pt x="107209" y="100373"/>
                </a:cubicBezTo>
                <a:cubicBezTo>
                  <a:pt x="107209" y="100373"/>
                  <a:pt x="107209" y="100298"/>
                  <a:pt x="107209" y="100223"/>
                </a:cubicBezTo>
                <a:cubicBezTo>
                  <a:pt x="107209" y="100148"/>
                  <a:pt x="107209" y="100073"/>
                  <a:pt x="107209" y="99935"/>
                </a:cubicBezTo>
                <a:cubicBezTo>
                  <a:pt x="107246" y="99784"/>
                  <a:pt x="107283" y="99709"/>
                  <a:pt x="107313" y="99559"/>
                </a:cubicBezTo>
                <a:cubicBezTo>
                  <a:pt x="107350" y="99484"/>
                  <a:pt x="107387" y="99408"/>
                  <a:pt x="107387" y="99258"/>
                </a:cubicBezTo>
                <a:cubicBezTo>
                  <a:pt x="107424" y="99108"/>
                  <a:pt x="107424" y="98957"/>
                  <a:pt x="107460" y="98819"/>
                </a:cubicBezTo>
                <a:cubicBezTo>
                  <a:pt x="107460" y="98744"/>
                  <a:pt x="107460" y="98744"/>
                  <a:pt x="107460" y="98669"/>
                </a:cubicBezTo>
                <a:cubicBezTo>
                  <a:pt x="107460" y="98594"/>
                  <a:pt x="107497" y="98594"/>
                  <a:pt x="107497" y="98519"/>
                </a:cubicBezTo>
                <a:cubicBezTo>
                  <a:pt x="107497" y="97779"/>
                  <a:pt x="107497" y="97779"/>
                  <a:pt x="107497" y="97779"/>
                </a:cubicBezTo>
                <a:cubicBezTo>
                  <a:pt x="107497" y="97779"/>
                  <a:pt x="107460" y="97704"/>
                  <a:pt x="107424" y="97704"/>
                </a:cubicBezTo>
                <a:cubicBezTo>
                  <a:pt x="107424" y="97629"/>
                  <a:pt x="107424" y="97554"/>
                  <a:pt x="107387" y="97554"/>
                </a:cubicBezTo>
                <a:cubicBezTo>
                  <a:pt x="107387" y="97478"/>
                  <a:pt x="107350" y="97478"/>
                  <a:pt x="107313" y="97403"/>
                </a:cubicBezTo>
                <a:cubicBezTo>
                  <a:pt x="107313" y="97328"/>
                  <a:pt x="107283" y="97328"/>
                  <a:pt x="107283" y="97253"/>
                </a:cubicBezTo>
                <a:cubicBezTo>
                  <a:pt x="107283" y="97102"/>
                  <a:pt x="107283" y="97102"/>
                  <a:pt x="107283" y="97102"/>
                </a:cubicBezTo>
                <a:cubicBezTo>
                  <a:pt x="107283" y="97027"/>
                  <a:pt x="107283" y="97027"/>
                  <a:pt x="107283" y="96965"/>
                </a:cubicBezTo>
                <a:cubicBezTo>
                  <a:pt x="107283" y="96814"/>
                  <a:pt x="107350" y="96814"/>
                  <a:pt x="107350" y="96664"/>
                </a:cubicBezTo>
                <a:cubicBezTo>
                  <a:pt x="107350" y="96589"/>
                  <a:pt x="107350" y="96513"/>
                  <a:pt x="107350" y="96363"/>
                </a:cubicBezTo>
                <a:cubicBezTo>
                  <a:pt x="107313" y="96363"/>
                  <a:pt x="107313" y="96363"/>
                  <a:pt x="107313" y="96363"/>
                </a:cubicBezTo>
                <a:cubicBezTo>
                  <a:pt x="107313" y="95912"/>
                  <a:pt x="107313" y="95912"/>
                  <a:pt x="107313" y="95912"/>
                </a:cubicBezTo>
                <a:cubicBezTo>
                  <a:pt x="107313" y="95849"/>
                  <a:pt x="107313" y="95849"/>
                  <a:pt x="107313" y="95774"/>
                </a:cubicBezTo>
                <a:cubicBezTo>
                  <a:pt x="107313" y="95699"/>
                  <a:pt x="107283" y="95699"/>
                  <a:pt x="107246" y="95624"/>
                </a:cubicBezTo>
                <a:cubicBezTo>
                  <a:pt x="107209" y="95473"/>
                  <a:pt x="107173" y="95473"/>
                  <a:pt x="107136" y="95323"/>
                </a:cubicBezTo>
                <a:cubicBezTo>
                  <a:pt x="107136" y="95248"/>
                  <a:pt x="107099" y="95248"/>
                  <a:pt x="107099" y="95172"/>
                </a:cubicBezTo>
                <a:cubicBezTo>
                  <a:pt x="107099" y="95097"/>
                  <a:pt x="107099" y="95097"/>
                  <a:pt x="107099" y="95022"/>
                </a:cubicBezTo>
                <a:cubicBezTo>
                  <a:pt x="107062" y="94947"/>
                  <a:pt x="107062" y="94947"/>
                  <a:pt x="107062" y="94884"/>
                </a:cubicBezTo>
                <a:cubicBezTo>
                  <a:pt x="107026" y="94796"/>
                  <a:pt x="107026" y="94796"/>
                  <a:pt x="107026" y="94734"/>
                </a:cubicBezTo>
                <a:cubicBezTo>
                  <a:pt x="106989" y="94659"/>
                  <a:pt x="106952" y="94659"/>
                  <a:pt x="106952" y="94659"/>
                </a:cubicBezTo>
                <a:cubicBezTo>
                  <a:pt x="106915" y="94508"/>
                  <a:pt x="106879" y="94433"/>
                  <a:pt x="106805" y="94358"/>
                </a:cubicBezTo>
                <a:lnTo>
                  <a:pt x="106774" y="94283"/>
                </a:lnTo>
                <a:cubicBezTo>
                  <a:pt x="106738" y="94207"/>
                  <a:pt x="106701" y="94207"/>
                  <a:pt x="106664" y="94207"/>
                </a:cubicBezTo>
                <a:cubicBezTo>
                  <a:pt x="106627" y="94132"/>
                  <a:pt x="106627" y="94132"/>
                  <a:pt x="106627" y="94057"/>
                </a:cubicBezTo>
                <a:cubicBezTo>
                  <a:pt x="106627" y="93318"/>
                  <a:pt x="106627" y="93318"/>
                  <a:pt x="106627" y="93318"/>
                </a:cubicBezTo>
                <a:cubicBezTo>
                  <a:pt x="106554" y="93318"/>
                  <a:pt x="106517" y="93318"/>
                  <a:pt x="106480" y="93318"/>
                </a:cubicBezTo>
                <a:cubicBezTo>
                  <a:pt x="106407" y="93318"/>
                  <a:pt x="106333" y="93318"/>
                  <a:pt x="106266" y="93318"/>
                </a:cubicBezTo>
                <a:cubicBezTo>
                  <a:pt x="106229" y="93318"/>
                  <a:pt x="106192" y="93242"/>
                  <a:pt x="106192" y="93242"/>
                </a:cubicBezTo>
                <a:cubicBezTo>
                  <a:pt x="106156" y="93242"/>
                  <a:pt x="106119" y="93167"/>
                  <a:pt x="106119" y="93167"/>
                </a:cubicBezTo>
                <a:cubicBezTo>
                  <a:pt x="106045" y="93092"/>
                  <a:pt x="106009" y="93017"/>
                  <a:pt x="106009" y="92866"/>
                </a:cubicBezTo>
                <a:cubicBezTo>
                  <a:pt x="106009" y="92716"/>
                  <a:pt x="106009" y="92716"/>
                  <a:pt x="106009" y="92716"/>
                </a:cubicBezTo>
                <a:cubicBezTo>
                  <a:pt x="106009" y="92716"/>
                  <a:pt x="105972" y="92653"/>
                  <a:pt x="105972" y="92578"/>
                </a:cubicBezTo>
                <a:cubicBezTo>
                  <a:pt x="105972" y="92503"/>
                  <a:pt x="105972" y="92428"/>
                  <a:pt x="105972" y="92277"/>
                </a:cubicBezTo>
                <a:cubicBezTo>
                  <a:pt x="105972" y="92277"/>
                  <a:pt x="105935" y="92277"/>
                  <a:pt x="105898" y="92277"/>
                </a:cubicBezTo>
                <a:cubicBezTo>
                  <a:pt x="105898" y="92277"/>
                  <a:pt x="105862" y="92277"/>
                  <a:pt x="105825" y="92202"/>
                </a:cubicBezTo>
                <a:cubicBezTo>
                  <a:pt x="105825" y="92127"/>
                  <a:pt x="105862" y="91977"/>
                  <a:pt x="105825" y="91901"/>
                </a:cubicBezTo>
                <a:lnTo>
                  <a:pt x="105788" y="91901"/>
                </a:lnTo>
                <a:cubicBezTo>
                  <a:pt x="105758" y="91826"/>
                  <a:pt x="105721" y="91826"/>
                  <a:pt x="105721" y="91826"/>
                </a:cubicBezTo>
                <a:cubicBezTo>
                  <a:pt x="105647" y="91751"/>
                  <a:pt x="105611" y="91751"/>
                  <a:pt x="105574" y="91688"/>
                </a:cubicBezTo>
                <a:cubicBezTo>
                  <a:pt x="105537" y="91613"/>
                  <a:pt x="105537" y="91538"/>
                  <a:pt x="105500" y="91538"/>
                </a:cubicBezTo>
                <a:cubicBezTo>
                  <a:pt x="105500" y="91463"/>
                  <a:pt x="105464" y="91463"/>
                  <a:pt x="105427" y="91387"/>
                </a:cubicBezTo>
                <a:cubicBezTo>
                  <a:pt x="105427" y="91387"/>
                  <a:pt x="105427" y="91312"/>
                  <a:pt x="105390" y="91237"/>
                </a:cubicBezTo>
                <a:cubicBezTo>
                  <a:pt x="105390" y="91237"/>
                  <a:pt x="105353" y="91162"/>
                  <a:pt x="105316" y="91162"/>
                </a:cubicBezTo>
                <a:cubicBezTo>
                  <a:pt x="105243" y="91087"/>
                  <a:pt x="105212" y="91087"/>
                  <a:pt x="105102" y="91012"/>
                </a:cubicBezTo>
                <a:cubicBezTo>
                  <a:pt x="105065" y="91012"/>
                  <a:pt x="105065" y="91012"/>
                  <a:pt x="105029" y="90936"/>
                </a:cubicBezTo>
                <a:cubicBezTo>
                  <a:pt x="104992" y="90936"/>
                  <a:pt x="104955" y="90861"/>
                  <a:pt x="104955" y="90786"/>
                </a:cubicBezTo>
                <a:cubicBezTo>
                  <a:pt x="104955" y="90723"/>
                  <a:pt x="104955" y="90636"/>
                  <a:pt x="104955" y="90498"/>
                </a:cubicBezTo>
                <a:cubicBezTo>
                  <a:pt x="104918" y="90422"/>
                  <a:pt x="104882" y="90347"/>
                  <a:pt x="104882" y="90197"/>
                </a:cubicBezTo>
                <a:cubicBezTo>
                  <a:pt x="104845" y="90197"/>
                  <a:pt x="104882" y="90122"/>
                  <a:pt x="104882" y="90046"/>
                </a:cubicBezTo>
                <a:cubicBezTo>
                  <a:pt x="104845" y="89971"/>
                  <a:pt x="104845" y="89971"/>
                  <a:pt x="104845" y="89896"/>
                </a:cubicBezTo>
                <a:cubicBezTo>
                  <a:pt x="104845" y="89821"/>
                  <a:pt x="104808" y="89821"/>
                  <a:pt x="104808" y="89746"/>
                </a:cubicBezTo>
                <a:cubicBezTo>
                  <a:pt x="104808" y="89746"/>
                  <a:pt x="104808" y="89671"/>
                  <a:pt x="104808" y="89608"/>
                </a:cubicBezTo>
                <a:cubicBezTo>
                  <a:pt x="104808" y="89457"/>
                  <a:pt x="104808" y="89457"/>
                  <a:pt x="104808" y="89457"/>
                </a:cubicBezTo>
                <a:cubicBezTo>
                  <a:pt x="104808" y="89382"/>
                  <a:pt x="104808" y="89307"/>
                  <a:pt x="104808" y="89157"/>
                </a:cubicBezTo>
                <a:lnTo>
                  <a:pt x="104808" y="89081"/>
                </a:lnTo>
                <a:cubicBezTo>
                  <a:pt x="104771" y="88931"/>
                  <a:pt x="104741" y="88856"/>
                  <a:pt x="104704" y="88781"/>
                </a:cubicBezTo>
                <a:cubicBezTo>
                  <a:pt x="104667" y="88706"/>
                  <a:pt x="104630" y="88706"/>
                  <a:pt x="104594" y="88630"/>
                </a:cubicBezTo>
                <a:cubicBezTo>
                  <a:pt x="104594" y="88555"/>
                  <a:pt x="104594" y="88492"/>
                  <a:pt x="104594" y="88417"/>
                </a:cubicBezTo>
                <a:cubicBezTo>
                  <a:pt x="104594" y="88342"/>
                  <a:pt x="104630" y="88267"/>
                  <a:pt x="104630" y="88192"/>
                </a:cubicBezTo>
                <a:cubicBezTo>
                  <a:pt x="104630" y="88041"/>
                  <a:pt x="104557" y="87891"/>
                  <a:pt x="104483" y="87891"/>
                </a:cubicBezTo>
                <a:cubicBezTo>
                  <a:pt x="104483" y="87891"/>
                  <a:pt x="104447" y="87891"/>
                  <a:pt x="104410" y="87891"/>
                </a:cubicBezTo>
                <a:lnTo>
                  <a:pt x="104373" y="87891"/>
                </a:lnTo>
                <a:cubicBezTo>
                  <a:pt x="104336" y="87891"/>
                  <a:pt x="104300" y="87816"/>
                  <a:pt x="104300" y="87816"/>
                </a:cubicBezTo>
                <a:cubicBezTo>
                  <a:pt x="104226" y="87740"/>
                  <a:pt x="104196" y="87740"/>
                  <a:pt x="104122" y="87740"/>
                </a:cubicBezTo>
                <a:cubicBezTo>
                  <a:pt x="104122" y="87665"/>
                  <a:pt x="104085" y="87665"/>
                  <a:pt x="104049" y="87665"/>
                </a:cubicBezTo>
                <a:cubicBezTo>
                  <a:pt x="104049" y="87590"/>
                  <a:pt x="104085" y="87527"/>
                  <a:pt x="104049" y="87527"/>
                </a:cubicBezTo>
                <a:cubicBezTo>
                  <a:pt x="104049" y="87452"/>
                  <a:pt x="104049" y="87452"/>
                  <a:pt x="104049" y="87377"/>
                </a:cubicBezTo>
                <a:cubicBezTo>
                  <a:pt x="104049" y="87302"/>
                  <a:pt x="104049" y="87302"/>
                  <a:pt x="104012" y="87227"/>
                </a:cubicBezTo>
                <a:cubicBezTo>
                  <a:pt x="104012" y="87076"/>
                  <a:pt x="104012" y="87076"/>
                  <a:pt x="104012" y="87076"/>
                </a:cubicBezTo>
                <a:cubicBezTo>
                  <a:pt x="104012" y="86926"/>
                  <a:pt x="104049" y="86775"/>
                  <a:pt x="104012" y="86625"/>
                </a:cubicBezTo>
                <a:cubicBezTo>
                  <a:pt x="104012" y="86550"/>
                  <a:pt x="103975" y="86550"/>
                  <a:pt x="103938" y="86487"/>
                </a:cubicBezTo>
                <a:cubicBezTo>
                  <a:pt x="103938" y="86487"/>
                  <a:pt x="103938" y="86425"/>
                  <a:pt x="103938" y="86349"/>
                </a:cubicBezTo>
                <a:lnTo>
                  <a:pt x="103865" y="86274"/>
                </a:lnTo>
                <a:cubicBezTo>
                  <a:pt x="103865" y="86199"/>
                  <a:pt x="103865" y="86124"/>
                  <a:pt x="103865" y="86124"/>
                </a:cubicBezTo>
                <a:cubicBezTo>
                  <a:pt x="103865" y="85973"/>
                  <a:pt x="103865" y="85898"/>
                  <a:pt x="103865" y="85823"/>
                </a:cubicBezTo>
                <a:cubicBezTo>
                  <a:pt x="103828" y="85748"/>
                  <a:pt x="103828" y="85673"/>
                  <a:pt x="103828" y="85673"/>
                </a:cubicBezTo>
                <a:cubicBezTo>
                  <a:pt x="103791" y="85522"/>
                  <a:pt x="103754" y="85447"/>
                  <a:pt x="103724" y="85384"/>
                </a:cubicBezTo>
                <a:cubicBezTo>
                  <a:pt x="103681" y="85384"/>
                  <a:pt x="103650" y="85447"/>
                  <a:pt x="103650" y="85384"/>
                </a:cubicBezTo>
                <a:cubicBezTo>
                  <a:pt x="103614" y="85522"/>
                  <a:pt x="103614" y="85522"/>
                  <a:pt x="103614" y="85522"/>
                </a:cubicBezTo>
                <a:cubicBezTo>
                  <a:pt x="103650" y="85673"/>
                  <a:pt x="103614" y="85748"/>
                  <a:pt x="103614" y="85823"/>
                </a:cubicBezTo>
                <a:close/>
                <a:moveTo>
                  <a:pt x="109494" y="84407"/>
                </a:moveTo>
                <a:lnTo>
                  <a:pt x="109494" y="84407"/>
                </a:lnTo>
                <a:cubicBezTo>
                  <a:pt x="109494" y="84482"/>
                  <a:pt x="109494" y="84557"/>
                  <a:pt x="109531" y="84557"/>
                </a:cubicBezTo>
                <a:cubicBezTo>
                  <a:pt x="109568" y="84632"/>
                  <a:pt x="109604" y="84632"/>
                  <a:pt x="109678" y="84632"/>
                </a:cubicBezTo>
                <a:cubicBezTo>
                  <a:pt x="109751" y="84632"/>
                  <a:pt x="109751" y="84632"/>
                  <a:pt x="109751" y="84632"/>
                </a:cubicBezTo>
                <a:cubicBezTo>
                  <a:pt x="109788" y="84632"/>
                  <a:pt x="109788" y="84557"/>
                  <a:pt x="109825" y="84557"/>
                </a:cubicBezTo>
                <a:cubicBezTo>
                  <a:pt x="109825" y="84482"/>
                  <a:pt x="109788" y="84482"/>
                  <a:pt x="109788" y="84407"/>
                </a:cubicBezTo>
                <a:cubicBezTo>
                  <a:pt x="109751" y="84344"/>
                  <a:pt x="109788" y="84344"/>
                  <a:pt x="109751" y="84269"/>
                </a:cubicBezTo>
                <a:cubicBezTo>
                  <a:pt x="109751" y="84194"/>
                  <a:pt x="109715" y="84269"/>
                  <a:pt x="109678" y="84269"/>
                </a:cubicBezTo>
                <a:cubicBezTo>
                  <a:pt x="109641" y="84194"/>
                  <a:pt x="109604" y="84194"/>
                  <a:pt x="109568" y="84194"/>
                </a:cubicBezTo>
                <a:cubicBezTo>
                  <a:pt x="109531" y="84194"/>
                  <a:pt x="109494" y="84194"/>
                  <a:pt x="109457" y="84194"/>
                </a:cubicBezTo>
                <a:cubicBezTo>
                  <a:pt x="109457" y="84269"/>
                  <a:pt x="109457" y="84407"/>
                  <a:pt x="109494" y="84407"/>
                </a:cubicBezTo>
                <a:close/>
                <a:moveTo>
                  <a:pt x="107754" y="82038"/>
                </a:moveTo>
                <a:lnTo>
                  <a:pt x="107754" y="82038"/>
                </a:lnTo>
                <a:cubicBezTo>
                  <a:pt x="107754" y="82113"/>
                  <a:pt x="107828" y="82113"/>
                  <a:pt x="107828" y="82189"/>
                </a:cubicBezTo>
                <a:cubicBezTo>
                  <a:pt x="107859" y="82326"/>
                  <a:pt x="107932" y="82326"/>
                  <a:pt x="107969" y="82402"/>
                </a:cubicBezTo>
                <a:cubicBezTo>
                  <a:pt x="107969" y="82477"/>
                  <a:pt x="107969" y="82477"/>
                  <a:pt x="108006" y="82552"/>
                </a:cubicBezTo>
                <a:cubicBezTo>
                  <a:pt x="108006" y="82627"/>
                  <a:pt x="108042" y="82627"/>
                  <a:pt x="108079" y="82702"/>
                </a:cubicBezTo>
                <a:cubicBezTo>
                  <a:pt x="108079" y="82702"/>
                  <a:pt x="108116" y="82778"/>
                  <a:pt x="108153" y="82778"/>
                </a:cubicBezTo>
                <a:lnTo>
                  <a:pt x="108189" y="82702"/>
                </a:lnTo>
                <a:cubicBezTo>
                  <a:pt x="108189" y="82627"/>
                  <a:pt x="108189" y="82627"/>
                  <a:pt x="108189" y="82552"/>
                </a:cubicBezTo>
                <a:cubicBezTo>
                  <a:pt x="108189" y="82477"/>
                  <a:pt x="108153" y="82477"/>
                  <a:pt x="108153" y="82402"/>
                </a:cubicBezTo>
                <a:cubicBezTo>
                  <a:pt x="108116" y="82326"/>
                  <a:pt x="108153" y="82326"/>
                  <a:pt x="108153" y="82251"/>
                </a:cubicBezTo>
                <a:cubicBezTo>
                  <a:pt x="108116" y="82189"/>
                  <a:pt x="108116" y="82189"/>
                  <a:pt x="108079" y="82113"/>
                </a:cubicBezTo>
                <a:cubicBezTo>
                  <a:pt x="108042" y="82038"/>
                  <a:pt x="108006" y="81963"/>
                  <a:pt x="107932" y="81888"/>
                </a:cubicBezTo>
                <a:cubicBezTo>
                  <a:pt x="107932" y="81888"/>
                  <a:pt x="107895" y="81888"/>
                  <a:pt x="107859" y="81813"/>
                </a:cubicBezTo>
                <a:cubicBezTo>
                  <a:pt x="107859" y="81813"/>
                  <a:pt x="107859" y="81737"/>
                  <a:pt x="107859" y="81662"/>
                </a:cubicBezTo>
                <a:cubicBezTo>
                  <a:pt x="107859" y="81662"/>
                  <a:pt x="107859" y="81587"/>
                  <a:pt x="107859" y="81512"/>
                </a:cubicBezTo>
                <a:cubicBezTo>
                  <a:pt x="107791" y="81512"/>
                  <a:pt x="107791" y="81512"/>
                  <a:pt x="107791" y="81512"/>
                </a:cubicBezTo>
                <a:cubicBezTo>
                  <a:pt x="107791" y="81512"/>
                  <a:pt x="107754" y="81587"/>
                  <a:pt x="107718" y="81587"/>
                </a:cubicBezTo>
                <a:cubicBezTo>
                  <a:pt x="107754" y="81662"/>
                  <a:pt x="107754" y="81662"/>
                  <a:pt x="107754" y="81737"/>
                </a:cubicBezTo>
                <a:cubicBezTo>
                  <a:pt x="107791" y="81813"/>
                  <a:pt x="107791" y="81888"/>
                  <a:pt x="107791" y="81888"/>
                </a:cubicBezTo>
                <a:cubicBezTo>
                  <a:pt x="107791" y="81963"/>
                  <a:pt x="107754" y="81963"/>
                  <a:pt x="107754" y="82038"/>
                </a:cubicBezTo>
                <a:close/>
                <a:moveTo>
                  <a:pt x="105758" y="81587"/>
                </a:moveTo>
                <a:lnTo>
                  <a:pt x="105758" y="81587"/>
                </a:lnTo>
                <a:cubicBezTo>
                  <a:pt x="105758" y="81737"/>
                  <a:pt x="105788" y="81813"/>
                  <a:pt x="105788" y="81888"/>
                </a:cubicBezTo>
                <a:cubicBezTo>
                  <a:pt x="105788" y="81963"/>
                  <a:pt x="105758" y="81963"/>
                  <a:pt x="105758" y="81963"/>
                </a:cubicBezTo>
                <a:cubicBezTo>
                  <a:pt x="105898" y="81963"/>
                  <a:pt x="105972" y="81963"/>
                  <a:pt x="106082" y="81963"/>
                </a:cubicBezTo>
                <a:cubicBezTo>
                  <a:pt x="106119" y="81963"/>
                  <a:pt x="106156" y="82038"/>
                  <a:pt x="106229" y="82038"/>
                </a:cubicBezTo>
                <a:cubicBezTo>
                  <a:pt x="106266" y="82038"/>
                  <a:pt x="106297" y="82038"/>
                  <a:pt x="106333" y="82038"/>
                </a:cubicBezTo>
                <a:cubicBezTo>
                  <a:pt x="106407" y="82038"/>
                  <a:pt x="106444" y="82038"/>
                  <a:pt x="106480" y="82038"/>
                </a:cubicBezTo>
                <a:cubicBezTo>
                  <a:pt x="106517" y="82038"/>
                  <a:pt x="106554" y="82038"/>
                  <a:pt x="106554" y="81963"/>
                </a:cubicBezTo>
                <a:cubicBezTo>
                  <a:pt x="106591" y="81963"/>
                  <a:pt x="106591" y="81888"/>
                  <a:pt x="106627" y="81813"/>
                </a:cubicBezTo>
                <a:cubicBezTo>
                  <a:pt x="106664" y="81813"/>
                  <a:pt x="106664" y="81888"/>
                  <a:pt x="106701" y="81813"/>
                </a:cubicBezTo>
                <a:cubicBezTo>
                  <a:pt x="106738" y="81813"/>
                  <a:pt x="106738" y="81813"/>
                  <a:pt x="106774" y="81813"/>
                </a:cubicBezTo>
                <a:cubicBezTo>
                  <a:pt x="106805" y="81737"/>
                  <a:pt x="106805" y="81737"/>
                  <a:pt x="106842" y="81662"/>
                </a:cubicBezTo>
                <a:cubicBezTo>
                  <a:pt x="106879" y="81587"/>
                  <a:pt x="106879" y="81512"/>
                  <a:pt x="106915" y="81361"/>
                </a:cubicBezTo>
                <a:cubicBezTo>
                  <a:pt x="106915" y="81286"/>
                  <a:pt x="106915" y="81211"/>
                  <a:pt x="106915" y="81073"/>
                </a:cubicBezTo>
                <a:cubicBezTo>
                  <a:pt x="106952" y="80998"/>
                  <a:pt x="106989" y="80998"/>
                  <a:pt x="106989" y="80923"/>
                </a:cubicBezTo>
                <a:cubicBezTo>
                  <a:pt x="106989" y="80923"/>
                  <a:pt x="106989" y="80848"/>
                  <a:pt x="106989" y="80772"/>
                </a:cubicBezTo>
                <a:cubicBezTo>
                  <a:pt x="106989" y="80697"/>
                  <a:pt x="106952" y="80697"/>
                  <a:pt x="106952" y="80622"/>
                </a:cubicBezTo>
                <a:cubicBezTo>
                  <a:pt x="106952" y="80697"/>
                  <a:pt x="106915" y="80697"/>
                  <a:pt x="106879" y="80697"/>
                </a:cubicBezTo>
                <a:cubicBezTo>
                  <a:pt x="106879" y="80697"/>
                  <a:pt x="106842" y="80697"/>
                  <a:pt x="106805" y="80697"/>
                </a:cubicBezTo>
                <a:cubicBezTo>
                  <a:pt x="106805" y="80697"/>
                  <a:pt x="106774" y="80697"/>
                  <a:pt x="106774" y="80772"/>
                </a:cubicBezTo>
                <a:cubicBezTo>
                  <a:pt x="106738" y="80772"/>
                  <a:pt x="106701" y="80772"/>
                  <a:pt x="106701" y="80848"/>
                </a:cubicBezTo>
                <a:cubicBezTo>
                  <a:pt x="106664" y="80923"/>
                  <a:pt x="106701" y="80998"/>
                  <a:pt x="106701" y="81148"/>
                </a:cubicBezTo>
                <a:cubicBezTo>
                  <a:pt x="106664" y="81211"/>
                  <a:pt x="106664" y="81211"/>
                  <a:pt x="106627" y="81286"/>
                </a:cubicBezTo>
                <a:cubicBezTo>
                  <a:pt x="106627" y="81286"/>
                  <a:pt x="106627" y="81361"/>
                  <a:pt x="106627" y="81437"/>
                </a:cubicBezTo>
                <a:cubicBezTo>
                  <a:pt x="106591" y="81437"/>
                  <a:pt x="106554" y="81437"/>
                  <a:pt x="106554" y="81437"/>
                </a:cubicBezTo>
                <a:cubicBezTo>
                  <a:pt x="106444" y="81437"/>
                  <a:pt x="106370" y="81437"/>
                  <a:pt x="106229" y="81437"/>
                </a:cubicBezTo>
                <a:cubicBezTo>
                  <a:pt x="106156" y="81437"/>
                  <a:pt x="106156" y="81437"/>
                  <a:pt x="106156" y="81437"/>
                </a:cubicBezTo>
                <a:cubicBezTo>
                  <a:pt x="106082" y="81437"/>
                  <a:pt x="106082" y="81437"/>
                  <a:pt x="106082" y="81437"/>
                </a:cubicBezTo>
                <a:cubicBezTo>
                  <a:pt x="106009" y="81437"/>
                  <a:pt x="105935" y="81437"/>
                  <a:pt x="105862" y="81437"/>
                </a:cubicBezTo>
                <a:cubicBezTo>
                  <a:pt x="105825" y="81437"/>
                  <a:pt x="105825" y="81361"/>
                  <a:pt x="105788" y="81361"/>
                </a:cubicBezTo>
                <a:cubicBezTo>
                  <a:pt x="105788" y="81437"/>
                  <a:pt x="105758" y="81587"/>
                  <a:pt x="105758" y="81587"/>
                </a:cubicBezTo>
                <a:close/>
                <a:moveTo>
                  <a:pt x="99908" y="83367"/>
                </a:moveTo>
                <a:lnTo>
                  <a:pt x="99908" y="83367"/>
                </a:lnTo>
                <a:cubicBezTo>
                  <a:pt x="99908" y="83442"/>
                  <a:pt x="99908" y="83517"/>
                  <a:pt x="99908" y="83517"/>
                </a:cubicBezTo>
                <a:cubicBezTo>
                  <a:pt x="100128" y="83517"/>
                  <a:pt x="100128" y="83517"/>
                  <a:pt x="100128" y="83517"/>
                </a:cubicBezTo>
                <a:cubicBezTo>
                  <a:pt x="100159" y="83517"/>
                  <a:pt x="100196" y="83517"/>
                  <a:pt x="100196" y="83442"/>
                </a:cubicBezTo>
                <a:cubicBezTo>
                  <a:pt x="100232" y="83367"/>
                  <a:pt x="100232" y="83304"/>
                  <a:pt x="100232" y="83229"/>
                </a:cubicBezTo>
                <a:cubicBezTo>
                  <a:pt x="100232" y="83078"/>
                  <a:pt x="100232" y="83003"/>
                  <a:pt x="100196" y="82853"/>
                </a:cubicBezTo>
                <a:cubicBezTo>
                  <a:pt x="100196" y="82778"/>
                  <a:pt x="100159" y="82778"/>
                  <a:pt x="100159" y="82702"/>
                </a:cubicBezTo>
                <a:cubicBezTo>
                  <a:pt x="100055" y="82778"/>
                  <a:pt x="100018" y="82853"/>
                  <a:pt x="99908" y="83003"/>
                </a:cubicBezTo>
                <a:cubicBezTo>
                  <a:pt x="99908" y="83154"/>
                  <a:pt x="99908" y="83304"/>
                  <a:pt x="99908" y="83367"/>
                </a:cubicBezTo>
                <a:close/>
                <a:moveTo>
                  <a:pt x="98094" y="83003"/>
                </a:moveTo>
                <a:lnTo>
                  <a:pt x="98094" y="83003"/>
                </a:lnTo>
                <a:cubicBezTo>
                  <a:pt x="98094" y="83003"/>
                  <a:pt x="98094" y="83078"/>
                  <a:pt x="98094" y="83154"/>
                </a:cubicBezTo>
                <a:cubicBezTo>
                  <a:pt x="98094" y="83154"/>
                  <a:pt x="98125" y="83229"/>
                  <a:pt x="98125" y="83304"/>
                </a:cubicBezTo>
                <a:cubicBezTo>
                  <a:pt x="98162" y="83229"/>
                  <a:pt x="98162" y="83304"/>
                  <a:pt x="98199" y="83304"/>
                </a:cubicBezTo>
                <a:cubicBezTo>
                  <a:pt x="98235" y="83229"/>
                  <a:pt x="98235" y="83154"/>
                  <a:pt x="98272" y="83154"/>
                </a:cubicBezTo>
                <a:cubicBezTo>
                  <a:pt x="98309" y="83154"/>
                  <a:pt x="98346" y="83229"/>
                  <a:pt x="98382" y="83229"/>
                </a:cubicBezTo>
                <a:cubicBezTo>
                  <a:pt x="98419" y="83229"/>
                  <a:pt x="98419" y="83229"/>
                  <a:pt x="98419" y="83229"/>
                </a:cubicBezTo>
                <a:cubicBezTo>
                  <a:pt x="98456" y="83229"/>
                  <a:pt x="98456" y="83154"/>
                  <a:pt x="98493" y="83154"/>
                </a:cubicBezTo>
                <a:cubicBezTo>
                  <a:pt x="98419" y="83003"/>
                  <a:pt x="98419" y="83003"/>
                  <a:pt x="98419" y="83003"/>
                </a:cubicBezTo>
                <a:lnTo>
                  <a:pt x="98094" y="83003"/>
                </a:lnTo>
                <a:close/>
                <a:moveTo>
                  <a:pt x="101071" y="81512"/>
                </a:moveTo>
                <a:lnTo>
                  <a:pt x="101071" y="81512"/>
                </a:lnTo>
                <a:cubicBezTo>
                  <a:pt x="101035" y="81587"/>
                  <a:pt x="100998" y="81587"/>
                  <a:pt x="100998" y="81662"/>
                </a:cubicBezTo>
                <a:cubicBezTo>
                  <a:pt x="100961" y="81662"/>
                  <a:pt x="100924" y="81662"/>
                  <a:pt x="100924" y="81737"/>
                </a:cubicBezTo>
                <a:cubicBezTo>
                  <a:pt x="100924" y="81813"/>
                  <a:pt x="100924" y="81888"/>
                  <a:pt x="100924" y="81888"/>
                </a:cubicBezTo>
                <a:cubicBezTo>
                  <a:pt x="100924" y="81963"/>
                  <a:pt x="100888" y="82038"/>
                  <a:pt x="100888" y="82038"/>
                </a:cubicBezTo>
                <a:cubicBezTo>
                  <a:pt x="100888" y="82113"/>
                  <a:pt x="100888" y="82113"/>
                  <a:pt x="100888" y="82189"/>
                </a:cubicBezTo>
                <a:cubicBezTo>
                  <a:pt x="100888" y="82251"/>
                  <a:pt x="100851" y="82251"/>
                  <a:pt x="100851" y="82326"/>
                </a:cubicBezTo>
                <a:cubicBezTo>
                  <a:pt x="100851" y="82402"/>
                  <a:pt x="100924" y="82402"/>
                  <a:pt x="100961" y="82402"/>
                </a:cubicBezTo>
                <a:cubicBezTo>
                  <a:pt x="100961" y="82402"/>
                  <a:pt x="100998" y="82402"/>
                  <a:pt x="101035" y="82402"/>
                </a:cubicBezTo>
                <a:cubicBezTo>
                  <a:pt x="101035" y="82326"/>
                  <a:pt x="101071" y="82326"/>
                  <a:pt x="101108" y="82251"/>
                </a:cubicBezTo>
                <a:cubicBezTo>
                  <a:pt x="101108" y="82251"/>
                  <a:pt x="101108" y="82189"/>
                  <a:pt x="101108" y="82113"/>
                </a:cubicBezTo>
                <a:cubicBezTo>
                  <a:pt x="101145" y="81963"/>
                  <a:pt x="101176" y="81813"/>
                  <a:pt x="101176" y="81587"/>
                </a:cubicBezTo>
                <a:cubicBezTo>
                  <a:pt x="101176" y="81512"/>
                  <a:pt x="101176" y="81512"/>
                  <a:pt x="101176" y="81512"/>
                </a:cubicBezTo>
                <a:cubicBezTo>
                  <a:pt x="101176" y="81512"/>
                  <a:pt x="101145" y="81512"/>
                  <a:pt x="101145" y="81437"/>
                </a:cubicBezTo>
                <a:cubicBezTo>
                  <a:pt x="101108" y="81437"/>
                  <a:pt x="101071" y="81512"/>
                  <a:pt x="101071" y="81512"/>
                </a:cubicBezTo>
                <a:close/>
                <a:moveTo>
                  <a:pt x="100563" y="80396"/>
                </a:moveTo>
                <a:lnTo>
                  <a:pt x="100563" y="80396"/>
                </a:lnTo>
                <a:cubicBezTo>
                  <a:pt x="100600" y="80396"/>
                  <a:pt x="100600" y="80396"/>
                  <a:pt x="100630" y="80396"/>
                </a:cubicBezTo>
                <a:cubicBezTo>
                  <a:pt x="100673" y="80396"/>
                  <a:pt x="100673" y="80246"/>
                  <a:pt x="100673" y="80246"/>
                </a:cubicBezTo>
                <a:cubicBezTo>
                  <a:pt x="100704" y="80246"/>
                  <a:pt x="100741" y="80321"/>
                  <a:pt x="100741" y="80321"/>
                </a:cubicBezTo>
                <a:cubicBezTo>
                  <a:pt x="100814" y="80321"/>
                  <a:pt x="100851" y="80321"/>
                  <a:pt x="100888" y="80321"/>
                </a:cubicBezTo>
                <a:cubicBezTo>
                  <a:pt x="100924" y="80321"/>
                  <a:pt x="100961" y="80321"/>
                  <a:pt x="100961" y="80321"/>
                </a:cubicBezTo>
                <a:cubicBezTo>
                  <a:pt x="101035" y="80321"/>
                  <a:pt x="101071" y="80396"/>
                  <a:pt x="101108" y="80472"/>
                </a:cubicBezTo>
                <a:cubicBezTo>
                  <a:pt x="101176" y="80547"/>
                  <a:pt x="101176" y="80622"/>
                  <a:pt x="101249" y="80697"/>
                </a:cubicBezTo>
                <a:cubicBezTo>
                  <a:pt x="101249" y="80697"/>
                  <a:pt x="101286" y="80697"/>
                  <a:pt x="101323" y="80772"/>
                </a:cubicBezTo>
                <a:cubicBezTo>
                  <a:pt x="101359" y="80772"/>
                  <a:pt x="101323" y="80848"/>
                  <a:pt x="101359" y="80923"/>
                </a:cubicBezTo>
                <a:cubicBezTo>
                  <a:pt x="101396" y="80923"/>
                  <a:pt x="101433" y="80923"/>
                  <a:pt x="101433" y="80923"/>
                </a:cubicBezTo>
                <a:cubicBezTo>
                  <a:pt x="101470" y="80923"/>
                  <a:pt x="101506" y="80923"/>
                  <a:pt x="101543" y="80923"/>
                </a:cubicBezTo>
                <a:lnTo>
                  <a:pt x="101580" y="80998"/>
                </a:lnTo>
                <a:cubicBezTo>
                  <a:pt x="101690" y="80998"/>
                  <a:pt x="101721" y="80923"/>
                  <a:pt x="101831" y="80998"/>
                </a:cubicBezTo>
                <a:cubicBezTo>
                  <a:pt x="101831" y="80998"/>
                  <a:pt x="101868" y="80998"/>
                  <a:pt x="101905" y="81073"/>
                </a:cubicBezTo>
                <a:cubicBezTo>
                  <a:pt x="101941" y="81073"/>
                  <a:pt x="101978" y="81148"/>
                  <a:pt x="102052" y="81211"/>
                </a:cubicBezTo>
                <a:lnTo>
                  <a:pt x="102088" y="81286"/>
                </a:lnTo>
                <a:cubicBezTo>
                  <a:pt x="102125" y="81361"/>
                  <a:pt x="102162" y="81361"/>
                  <a:pt x="102162" y="81437"/>
                </a:cubicBezTo>
                <a:cubicBezTo>
                  <a:pt x="102229" y="81512"/>
                  <a:pt x="102266" y="81587"/>
                  <a:pt x="102303" y="81737"/>
                </a:cubicBezTo>
                <a:cubicBezTo>
                  <a:pt x="102303" y="81813"/>
                  <a:pt x="102303" y="81813"/>
                  <a:pt x="102339" y="81888"/>
                </a:cubicBezTo>
                <a:cubicBezTo>
                  <a:pt x="102376" y="82038"/>
                  <a:pt x="102486" y="82113"/>
                  <a:pt x="102486" y="82326"/>
                </a:cubicBezTo>
                <a:lnTo>
                  <a:pt x="102450" y="82402"/>
                </a:lnTo>
                <a:cubicBezTo>
                  <a:pt x="102450" y="82477"/>
                  <a:pt x="102450" y="82552"/>
                  <a:pt x="102450" y="82627"/>
                </a:cubicBezTo>
                <a:cubicBezTo>
                  <a:pt x="102450" y="82702"/>
                  <a:pt x="102413" y="82853"/>
                  <a:pt x="102339" y="82853"/>
                </a:cubicBezTo>
                <a:cubicBezTo>
                  <a:pt x="102339" y="82853"/>
                  <a:pt x="102303" y="82853"/>
                  <a:pt x="102266" y="82853"/>
                </a:cubicBezTo>
                <a:cubicBezTo>
                  <a:pt x="102266" y="82853"/>
                  <a:pt x="102229" y="82928"/>
                  <a:pt x="102192" y="82928"/>
                </a:cubicBezTo>
                <a:cubicBezTo>
                  <a:pt x="102192" y="82928"/>
                  <a:pt x="102162" y="83003"/>
                  <a:pt x="102125" y="83003"/>
                </a:cubicBezTo>
                <a:cubicBezTo>
                  <a:pt x="102125" y="83078"/>
                  <a:pt x="102088" y="83078"/>
                  <a:pt x="102052" y="83154"/>
                </a:cubicBezTo>
                <a:cubicBezTo>
                  <a:pt x="102052" y="83229"/>
                  <a:pt x="102052" y="83229"/>
                  <a:pt x="102052" y="83304"/>
                </a:cubicBezTo>
                <a:cubicBezTo>
                  <a:pt x="102052" y="83367"/>
                  <a:pt x="102052" y="83367"/>
                  <a:pt x="102052" y="83442"/>
                </a:cubicBezTo>
                <a:cubicBezTo>
                  <a:pt x="102052" y="83592"/>
                  <a:pt x="102125" y="83667"/>
                  <a:pt x="102192" y="83667"/>
                </a:cubicBezTo>
                <a:cubicBezTo>
                  <a:pt x="102266" y="83667"/>
                  <a:pt x="102303" y="83667"/>
                  <a:pt x="102376" y="83592"/>
                </a:cubicBezTo>
                <a:cubicBezTo>
                  <a:pt x="102376" y="83517"/>
                  <a:pt x="102413" y="83517"/>
                  <a:pt x="102450" y="83442"/>
                </a:cubicBezTo>
                <a:lnTo>
                  <a:pt x="102450" y="83367"/>
                </a:lnTo>
                <a:cubicBezTo>
                  <a:pt x="102486" y="83304"/>
                  <a:pt x="102486" y="83229"/>
                  <a:pt x="102523" y="83229"/>
                </a:cubicBezTo>
                <a:cubicBezTo>
                  <a:pt x="102633" y="83229"/>
                  <a:pt x="102664" y="83229"/>
                  <a:pt x="102738" y="83304"/>
                </a:cubicBezTo>
                <a:cubicBezTo>
                  <a:pt x="102774" y="83367"/>
                  <a:pt x="102774" y="83367"/>
                  <a:pt x="102811" y="83442"/>
                </a:cubicBezTo>
                <a:cubicBezTo>
                  <a:pt x="102811" y="83517"/>
                  <a:pt x="102848" y="83517"/>
                  <a:pt x="102885" y="83517"/>
                </a:cubicBezTo>
                <a:cubicBezTo>
                  <a:pt x="102885" y="83592"/>
                  <a:pt x="102921" y="83667"/>
                  <a:pt x="102958" y="83667"/>
                </a:cubicBezTo>
                <a:cubicBezTo>
                  <a:pt x="102958" y="83743"/>
                  <a:pt x="102995" y="83743"/>
                  <a:pt x="102995" y="83743"/>
                </a:cubicBezTo>
                <a:cubicBezTo>
                  <a:pt x="103032" y="83743"/>
                  <a:pt x="103068" y="83818"/>
                  <a:pt x="103068" y="83818"/>
                </a:cubicBezTo>
                <a:cubicBezTo>
                  <a:pt x="103142" y="83818"/>
                  <a:pt x="103179" y="83818"/>
                  <a:pt x="103246" y="83893"/>
                </a:cubicBezTo>
                <a:cubicBezTo>
                  <a:pt x="103283" y="83968"/>
                  <a:pt x="103283" y="83968"/>
                  <a:pt x="103320" y="84043"/>
                </a:cubicBezTo>
                <a:cubicBezTo>
                  <a:pt x="103356" y="84043"/>
                  <a:pt x="103356" y="84043"/>
                  <a:pt x="103393" y="84043"/>
                </a:cubicBezTo>
                <a:cubicBezTo>
                  <a:pt x="103430" y="84043"/>
                  <a:pt x="103467" y="84119"/>
                  <a:pt x="103503" y="84119"/>
                </a:cubicBezTo>
                <a:cubicBezTo>
                  <a:pt x="103577" y="84119"/>
                  <a:pt x="103614" y="84119"/>
                  <a:pt x="103681" y="84119"/>
                </a:cubicBezTo>
                <a:cubicBezTo>
                  <a:pt x="103724" y="84119"/>
                  <a:pt x="103754" y="84119"/>
                  <a:pt x="103828" y="84119"/>
                </a:cubicBezTo>
                <a:cubicBezTo>
                  <a:pt x="103828" y="84119"/>
                  <a:pt x="103865" y="84043"/>
                  <a:pt x="103901" y="84043"/>
                </a:cubicBezTo>
                <a:cubicBezTo>
                  <a:pt x="103901" y="83968"/>
                  <a:pt x="103938" y="83968"/>
                  <a:pt x="103938" y="83968"/>
                </a:cubicBezTo>
                <a:cubicBezTo>
                  <a:pt x="103975" y="83893"/>
                  <a:pt x="103975" y="83818"/>
                  <a:pt x="103975" y="83818"/>
                </a:cubicBezTo>
                <a:cubicBezTo>
                  <a:pt x="103975" y="83667"/>
                  <a:pt x="103975" y="83592"/>
                  <a:pt x="103975" y="83517"/>
                </a:cubicBezTo>
                <a:cubicBezTo>
                  <a:pt x="104012" y="83517"/>
                  <a:pt x="104049" y="83517"/>
                  <a:pt x="104085" y="83517"/>
                </a:cubicBezTo>
                <a:cubicBezTo>
                  <a:pt x="104122" y="83442"/>
                  <a:pt x="104159" y="83442"/>
                  <a:pt x="104226" y="83367"/>
                </a:cubicBezTo>
                <a:cubicBezTo>
                  <a:pt x="104263" y="83367"/>
                  <a:pt x="104263" y="83304"/>
                  <a:pt x="104300" y="83229"/>
                </a:cubicBezTo>
                <a:cubicBezTo>
                  <a:pt x="104336" y="83154"/>
                  <a:pt x="104373" y="83003"/>
                  <a:pt x="104447" y="83003"/>
                </a:cubicBezTo>
                <a:cubicBezTo>
                  <a:pt x="104483" y="83003"/>
                  <a:pt x="104483" y="83003"/>
                  <a:pt x="104483" y="83003"/>
                </a:cubicBezTo>
                <a:cubicBezTo>
                  <a:pt x="104520" y="83003"/>
                  <a:pt x="104520" y="83003"/>
                  <a:pt x="104557" y="83078"/>
                </a:cubicBezTo>
                <a:cubicBezTo>
                  <a:pt x="104557" y="83078"/>
                  <a:pt x="104594" y="83078"/>
                  <a:pt x="104630" y="83078"/>
                </a:cubicBezTo>
                <a:cubicBezTo>
                  <a:pt x="104667" y="83078"/>
                  <a:pt x="104667" y="83154"/>
                  <a:pt x="104704" y="83154"/>
                </a:cubicBezTo>
                <a:cubicBezTo>
                  <a:pt x="104741" y="83229"/>
                  <a:pt x="104771" y="83229"/>
                  <a:pt x="104845" y="83304"/>
                </a:cubicBezTo>
                <a:lnTo>
                  <a:pt x="104882" y="83367"/>
                </a:lnTo>
                <a:cubicBezTo>
                  <a:pt x="104955" y="83442"/>
                  <a:pt x="104955" y="83592"/>
                  <a:pt x="104992" y="83667"/>
                </a:cubicBezTo>
                <a:cubicBezTo>
                  <a:pt x="104992" y="83667"/>
                  <a:pt x="105029" y="83743"/>
                  <a:pt x="105029" y="83818"/>
                </a:cubicBezTo>
                <a:cubicBezTo>
                  <a:pt x="105065" y="83893"/>
                  <a:pt x="105102" y="83893"/>
                  <a:pt x="105176" y="84043"/>
                </a:cubicBezTo>
                <a:cubicBezTo>
                  <a:pt x="105176" y="84043"/>
                  <a:pt x="105212" y="84119"/>
                  <a:pt x="105212" y="84194"/>
                </a:cubicBezTo>
                <a:cubicBezTo>
                  <a:pt x="105243" y="84269"/>
                  <a:pt x="105280" y="84344"/>
                  <a:pt x="105316" y="84407"/>
                </a:cubicBezTo>
                <a:cubicBezTo>
                  <a:pt x="105316" y="84482"/>
                  <a:pt x="105353" y="84557"/>
                  <a:pt x="105353" y="84632"/>
                </a:cubicBezTo>
                <a:cubicBezTo>
                  <a:pt x="105353" y="84708"/>
                  <a:pt x="105390" y="84783"/>
                  <a:pt x="105390" y="84783"/>
                </a:cubicBezTo>
                <a:cubicBezTo>
                  <a:pt x="105464" y="84783"/>
                  <a:pt x="105464" y="84783"/>
                  <a:pt x="105537" y="84783"/>
                </a:cubicBezTo>
                <a:cubicBezTo>
                  <a:pt x="105611" y="84783"/>
                  <a:pt x="105684" y="84783"/>
                  <a:pt x="105788" y="84708"/>
                </a:cubicBezTo>
                <a:cubicBezTo>
                  <a:pt x="105825" y="84708"/>
                  <a:pt x="105862" y="84708"/>
                  <a:pt x="105898" y="84708"/>
                </a:cubicBezTo>
                <a:cubicBezTo>
                  <a:pt x="106009" y="84708"/>
                  <a:pt x="106045" y="84783"/>
                  <a:pt x="106082" y="84933"/>
                </a:cubicBezTo>
                <a:cubicBezTo>
                  <a:pt x="106156" y="85084"/>
                  <a:pt x="106156" y="85084"/>
                  <a:pt x="106229" y="85159"/>
                </a:cubicBezTo>
                <a:cubicBezTo>
                  <a:pt x="106266" y="85159"/>
                  <a:pt x="106297" y="85234"/>
                  <a:pt x="106333" y="85234"/>
                </a:cubicBezTo>
                <a:cubicBezTo>
                  <a:pt x="106370" y="85234"/>
                  <a:pt x="106407" y="85234"/>
                  <a:pt x="106444" y="85234"/>
                </a:cubicBezTo>
                <a:cubicBezTo>
                  <a:pt x="106444" y="84783"/>
                  <a:pt x="106444" y="84783"/>
                  <a:pt x="106444" y="84783"/>
                </a:cubicBezTo>
                <a:cubicBezTo>
                  <a:pt x="106444" y="84632"/>
                  <a:pt x="106407" y="84557"/>
                  <a:pt x="106333" y="84557"/>
                </a:cubicBezTo>
                <a:cubicBezTo>
                  <a:pt x="106333" y="84557"/>
                  <a:pt x="106297" y="84557"/>
                  <a:pt x="106297" y="84482"/>
                </a:cubicBezTo>
                <a:cubicBezTo>
                  <a:pt x="106266" y="84482"/>
                  <a:pt x="106229" y="84482"/>
                  <a:pt x="106229" y="84482"/>
                </a:cubicBezTo>
                <a:cubicBezTo>
                  <a:pt x="106192" y="84482"/>
                  <a:pt x="106192" y="84407"/>
                  <a:pt x="106192" y="84344"/>
                </a:cubicBezTo>
                <a:cubicBezTo>
                  <a:pt x="106156" y="84269"/>
                  <a:pt x="106156" y="84269"/>
                  <a:pt x="106119" y="84194"/>
                </a:cubicBezTo>
                <a:cubicBezTo>
                  <a:pt x="106119" y="84119"/>
                  <a:pt x="106082" y="84119"/>
                  <a:pt x="106045" y="84119"/>
                </a:cubicBezTo>
                <a:cubicBezTo>
                  <a:pt x="106009" y="84119"/>
                  <a:pt x="105972" y="84119"/>
                  <a:pt x="105972" y="84119"/>
                </a:cubicBezTo>
                <a:cubicBezTo>
                  <a:pt x="105935" y="84043"/>
                  <a:pt x="105935" y="84119"/>
                  <a:pt x="105898" y="84119"/>
                </a:cubicBezTo>
                <a:cubicBezTo>
                  <a:pt x="105862" y="84043"/>
                  <a:pt x="105862" y="83968"/>
                  <a:pt x="105825" y="83968"/>
                </a:cubicBezTo>
                <a:cubicBezTo>
                  <a:pt x="105788" y="83968"/>
                  <a:pt x="105788" y="83968"/>
                  <a:pt x="105758" y="83968"/>
                </a:cubicBezTo>
                <a:cubicBezTo>
                  <a:pt x="105721" y="83968"/>
                  <a:pt x="105721" y="83893"/>
                  <a:pt x="105684" y="83893"/>
                </a:cubicBezTo>
                <a:cubicBezTo>
                  <a:pt x="105647" y="83893"/>
                  <a:pt x="105611" y="83893"/>
                  <a:pt x="105537" y="83893"/>
                </a:cubicBezTo>
                <a:cubicBezTo>
                  <a:pt x="105537" y="83003"/>
                  <a:pt x="105537" y="83003"/>
                  <a:pt x="105537" y="83003"/>
                </a:cubicBezTo>
                <a:cubicBezTo>
                  <a:pt x="105427" y="83003"/>
                  <a:pt x="105353" y="83003"/>
                  <a:pt x="105243" y="83003"/>
                </a:cubicBezTo>
                <a:cubicBezTo>
                  <a:pt x="105243" y="82326"/>
                  <a:pt x="105243" y="82326"/>
                  <a:pt x="105243" y="82326"/>
                </a:cubicBezTo>
                <a:cubicBezTo>
                  <a:pt x="105353" y="82326"/>
                  <a:pt x="105390" y="82326"/>
                  <a:pt x="105500" y="82326"/>
                </a:cubicBezTo>
                <a:cubicBezTo>
                  <a:pt x="105500" y="82113"/>
                  <a:pt x="105500" y="82113"/>
                  <a:pt x="105500" y="82113"/>
                </a:cubicBezTo>
                <a:cubicBezTo>
                  <a:pt x="105500" y="82038"/>
                  <a:pt x="105464" y="82038"/>
                  <a:pt x="105427" y="82038"/>
                </a:cubicBezTo>
                <a:cubicBezTo>
                  <a:pt x="105427" y="81963"/>
                  <a:pt x="105427" y="81888"/>
                  <a:pt x="105390" y="81888"/>
                </a:cubicBezTo>
                <a:cubicBezTo>
                  <a:pt x="105353" y="81813"/>
                  <a:pt x="105353" y="81813"/>
                  <a:pt x="105316" y="81737"/>
                </a:cubicBezTo>
                <a:cubicBezTo>
                  <a:pt x="104955" y="81737"/>
                  <a:pt x="104955" y="81737"/>
                  <a:pt x="104955" y="81737"/>
                </a:cubicBezTo>
                <a:cubicBezTo>
                  <a:pt x="104955" y="81737"/>
                  <a:pt x="104955" y="81662"/>
                  <a:pt x="104918" y="81587"/>
                </a:cubicBezTo>
                <a:cubicBezTo>
                  <a:pt x="104882" y="81587"/>
                  <a:pt x="104845" y="81587"/>
                  <a:pt x="104845" y="81512"/>
                </a:cubicBezTo>
                <a:cubicBezTo>
                  <a:pt x="104808" y="81437"/>
                  <a:pt x="104845" y="81286"/>
                  <a:pt x="104808" y="81211"/>
                </a:cubicBezTo>
                <a:cubicBezTo>
                  <a:pt x="104808" y="81211"/>
                  <a:pt x="104808" y="81148"/>
                  <a:pt x="104808" y="81073"/>
                </a:cubicBezTo>
                <a:cubicBezTo>
                  <a:pt x="104771" y="81073"/>
                  <a:pt x="104741" y="81073"/>
                  <a:pt x="104741" y="80998"/>
                </a:cubicBezTo>
                <a:cubicBezTo>
                  <a:pt x="104704" y="80998"/>
                  <a:pt x="104667" y="80923"/>
                  <a:pt x="104667" y="80923"/>
                </a:cubicBezTo>
                <a:cubicBezTo>
                  <a:pt x="104630" y="80848"/>
                  <a:pt x="104630" y="80772"/>
                  <a:pt x="104594" y="80772"/>
                </a:cubicBezTo>
                <a:cubicBezTo>
                  <a:pt x="104557" y="80697"/>
                  <a:pt x="104520" y="80697"/>
                  <a:pt x="104520" y="80622"/>
                </a:cubicBezTo>
                <a:cubicBezTo>
                  <a:pt x="104447" y="80547"/>
                  <a:pt x="104447" y="80396"/>
                  <a:pt x="104373" y="80396"/>
                </a:cubicBezTo>
                <a:cubicBezTo>
                  <a:pt x="104336" y="80321"/>
                  <a:pt x="104336" y="80321"/>
                  <a:pt x="104300" y="80321"/>
                </a:cubicBezTo>
                <a:cubicBezTo>
                  <a:pt x="104263" y="80246"/>
                  <a:pt x="104196" y="80321"/>
                  <a:pt x="104159" y="80321"/>
                </a:cubicBezTo>
                <a:cubicBezTo>
                  <a:pt x="104085" y="80321"/>
                  <a:pt x="104049" y="80246"/>
                  <a:pt x="103975" y="80171"/>
                </a:cubicBezTo>
                <a:cubicBezTo>
                  <a:pt x="103975" y="80108"/>
                  <a:pt x="103975" y="80033"/>
                  <a:pt x="103938" y="80033"/>
                </a:cubicBezTo>
                <a:cubicBezTo>
                  <a:pt x="103938" y="79958"/>
                  <a:pt x="103901" y="80033"/>
                  <a:pt x="103901" y="80033"/>
                </a:cubicBezTo>
                <a:cubicBezTo>
                  <a:pt x="103865" y="79958"/>
                  <a:pt x="103828" y="79958"/>
                  <a:pt x="103791" y="79958"/>
                </a:cubicBezTo>
                <a:cubicBezTo>
                  <a:pt x="103754" y="79958"/>
                  <a:pt x="103724" y="79883"/>
                  <a:pt x="103650" y="79883"/>
                </a:cubicBezTo>
                <a:cubicBezTo>
                  <a:pt x="103614" y="79807"/>
                  <a:pt x="103577" y="79732"/>
                  <a:pt x="103503" y="79657"/>
                </a:cubicBezTo>
                <a:cubicBezTo>
                  <a:pt x="103503" y="79657"/>
                  <a:pt x="103467" y="79657"/>
                  <a:pt x="103467" y="79582"/>
                </a:cubicBezTo>
                <a:cubicBezTo>
                  <a:pt x="103430" y="79582"/>
                  <a:pt x="103393" y="79582"/>
                  <a:pt x="103393" y="79582"/>
                </a:cubicBezTo>
                <a:cubicBezTo>
                  <a:pt x="103283" y="79582"/>
                  <a:pt x="103246" y="79657"/>
                  <a:pt x="103142" y="79582"/>
                </a:cubicBezTo>
                <a:cubicBezTo>
                  <a:pt x="103105" y="79582"/>
                  <a:pt x="103105" y="79582"/>
                  <a:pt x="103068" y="79582"/>
                </a:cubicBezTo>
                <a:cubicBezTo>
                  <a:pt x="102995" y="79582"/>
                  <a:pt x="102921" y="79582"/>
                  <a:pt x="102848" y="79507"/>
                </a:cubicBezTo>
                <a:cubicBezTo>
                  <a:pt x="102811" y="79507"/>
                  <a:pt x="102774" y="79431"/>
                  <a:pt x="102707" y="79356"/>
                </a:cubicBezTo>
                <a:cubicBezTo>
                  <a:pt x="102664" y="79281"/>
                  <a:pt x="102633" y="79206"/>
                  <a:pt x="102560" y="79206"/>
                </a:cubicBezTo>
                <a:cubicBezTo>
                  <a:pt x="102560" y="79143"/>
                  <a:pt x="102523" y="79143"/>
                  <a:pt x="102523" y="79143"/>
                </a:cubicBezTo>
                <a:cubicBezTo>
                  <a:pt x="102486" y="79143"/>
                  <a:pt x="102450" y="79143"/>
                  <a:pt x="102413" y="79068"/>
                </a:cubicBezTo>
                <a:cubicBezTo>
                  <a:pt x="102376" y="79068"/>
                  <a:pt x="102339" y="78918"/>
                  <a:pt x="102303" y="78918"/>
                </a:cubicBezTo>
                <a:cubicBezTo>
                  <a:pt x="102266" y="78918"/>
                  <a:pt x="102229" y="78918"/>
                  <a:pt x="102192" y="78993"/>
                </a:cubicBezTo>
                <a:cubicBezTo>
                  <a:pt x="102162" y="78993"/>
                  <a:pt x="102162" y="79068"/>
                  <a:pt x="102125" y="79143"/>
                </a:cubicBezTo>
                <a:cubicBezTo>
                  <a:pt x="102088" y="79206"/>
                  <a:pt x="102052" y="79281"/>
                  <a:pt x="101978" y="79281"/>
                </a:cubicBezTo>
                <a:cubicBezTo>
                  <a:pt x="101941" y="79281"/>
                  <a:pt x="101905" y="79281"/>
                  <a:pt x="101831" y="79281"/>
                </a:cubicBezTo>
                <a:cubicBezTo>
                  <a:pt x="101794" y="79281"/>
                  <a:pt x="101794" y="79281"/>
                  <a:pt x="101758" y="79356"/>
                </a:cubicBezTo>
                <a:cubicBezTo>
                  <a:pt x="101721" y="79356"/>
                  <a:pt x="101721" y="79431"/>
                  <a:pt x="101690" y="79507"/>
                </a:cubicBezTo>
                <a:cubicBezTo>
                  <a:pt x="101690" y="79582"/>
                  <a:pt x="101721" y="79657"/>
                  <a:pt x="101690" y="79732"/>
                </a:cubicBezTo>
                <a:cubicBezTo>
                  <a:pt x="101690" y="79807"/>
                  <a:pt x="101690" y="79883"/>
                  <a:pt x="101647" y="79883"/>
                </a:cubicBezTo>
                <a:cubicBezTo>
                  <a:pt x="101647" y="79958"/>
                  <a:pt x="101617" y="79958"/>
                  <a:pt x="101580" y="79958"/>
                </a:cubicBezTo>
                <a:cubicBezTo>
                  <a:pt x="101543" y="80033"/>
                  <a:pt x="101506" y="80033"/>
                  <a:pt x="101470" y="80033"/>
                </a:cubicBezTo>
                <a:cubicBezTo>
                  <a:pt x="101396" y="80033"/>
                  <a:pt x="101359" y="79958"/>
                  <a:pt x="101286" y="79958"/>
                </a:cubicBezTo>
                <a:cubicBezTo>
                  <a:pt x="101249" y="79958"/>
                  <a:pt x="101212" y="79958"/>
                  <a:pt x="101145" y="79883"/>
                </a:cubicBezTo>
                <a:cubicBezTo>
                  <a:pt x="101145" y="79883"/>
                  <a:pt x="101145" y="79807"/>
                  <a:pt x="101108" y="79732"/>
                </a:cubicBezTo>
                <a:cubicBezTo>
                  <a:pt x="101108" y="79732"/>
                  <a:pt x="101108" y="79657"/>
                  <a:pt x="101108" y="79582"/>
                </a:cubicBezTo>
                <a:cubicBezTo>
                  <a:pt x="101071" y="79507"/>
                  <a:pt x="101035" y="79507"/>
                  <a:pt x="100961" y="79507"/>
                </a:cubicBezTo>
                <a:cubicBezTo>
                  <a:pt x="100924" y="79507"/>
                  <a:pt x="100924" y="79507"/>
                  <a:pt x="100888" y="79507"/>
                </a:cubicBezTo>
                <a:cubicBezTo>
                  <a:pt x="100851" y="79507"/>
                  <a:pt x="100851" y="79582"/>
                  <a:pt x="100814" y="79582"/>
                </a:cubicBezTo>
                <a:cubicBezTo>
                  <a:pt x="100814" y="79657"/>
                  <a:pt x="100777" y="79657"/>
                  <a:pt x="100741" y="79657"/>
                </a:cubicBezTo>
                <a:cubicBezTo>
                  <a:pt x="100306" y="79657"/>
                  <a:pt x="100306" y="79657"/>
                  <a:pt x="100306" y="79657"/>
                </a:cubicBezTo>
                <a:cubicBezTo>
                  <a:pt x="100306" y="79958"/>
                  <a:pt x="100306" y="79958"/>
                  <a:pt x="100306" y="79958"/>
                </a:cubicBezTo>
                <a:cubicBezTo>
                  <a:pt x="100343" y="79958"/>
                  <a:pt x="100379" y="79958"/>
                  <a:pt x="100379" y="80033"/>
                </a:cubicBezTo>
                <a:cubicBezTo>
                  <a:pt x="100416" y="80033"/>
                  <a:pt x="100453" y="80033"/>
                  <a:pt x="100453" y="80108"/>
                </a:cubicBezTo>
                <a:cubicBezTo>
                  <a:pt x="100490" y="80171"/>
                  <a:pt x="100453" y="80171"/>
                  <a:pt x="100453" y="80246"/>
                </a:cubicBezTo>
                <a:cubicBezTo>
                  <a:pt x="100453" y="80321"/>
                  <a:pt x="100453" y="80472"/>
                  <a:pt x="100453" y="80547"/>
                </a:cubicBezTo>
                <a:cubicBezTo>
                  <a:pt x="100563" y="80547"/>
                  <a:pt x="100563" y="80547"/>
                  <a:pt x="100563" y="80547"/>
                </a:cubicBezTo>
                <a:cubicBezTo>
                  <a:pt x="100563" y="80472"/>
                  <a:pt x="100563" y="80396"/>
                  <a:pt x="100563" y="80396"/>
                </a:cubicBezTo>
                <a:close/>
                <a:moveTo>
                  <a:pt x="97800" y="78842"/>
                </a:moveTo>
                <a:lnTo>
                  <a:pt x="97800" y="78842"/>
                </a:lnTo>
                <a:cubicBezTo>
                  <a:pt x="97764" y="78842"/>
                  <a:pt x="97727" y="78842"/>
                  <a:pt x="97727" y="78842"/>
                </a:cubicBezTo>
                <a:cubicBezTo>
                  <a:pt x="97690" y="78842"/>
                  <a:pt x="97690" y="78993"/>
                  <a:pt x="97690" y="78993"/>
                </a:cubicBezTo>
                <a:cubicBezTo>
                  <a:pt x="97690" y="79068"/>
                  <a:pt x="97727" y="79143"/>
                  <a:pt x="97764" y="79143"/>
                </a:cubicBezTo>
                <a:cubicBezTo>
                  <a:pt x="97800" y="79143"/>
                  <a:pt x="97800" y="79143"/>
                  <a:pt x="97800" y="79143"/>
                </a:cubicBezTo>
                <a:cubicBezTo>
                  <a:pt x="97874" y="79143"/>
                  <a:pt x="97874" y="79143"/>
                  <a:pt x="97874" y="79143"/>
                </a:cubicBezTo>
                <a:cubicBezTo>
                  <a:pt x="97947" y="79143"/>
                  <a:pt x="97984" y="79143"/>
                  <a:pt x="98021" y="79143"/>
                </a:cubicBezTo>
                <a:cubicBezTo>
                  <a:pt x="98094" y="79143"/>
                  <a:pt x="98125" y="79143"/>
                  <a:pt x="98162" y="79143"/>
                </a:cubicBezTo>
                <a:cubicBezTo>
                  <a:pt x="98162" y="79068"/>
                  <a:pt x="98125" y="79143"/>
                  <a:pt x="98125" y="79143"/>
                </a:cubicBezTo>
                <a:cubicBezTo>
                  <a:pt x="98125" y="78993"/>
                  <a:pt x="98125" y="78918"/>
                  <a:pt x="98125" y="78842"/>
                </a:cubicBezTo>
                <a:cubicBezTo>
                  <a:pt x="98094" y="78842"/>
                  <a:pt x="98058" y="78767"/>
                  <a:pt x="98021" y="78767"/>
                </a:cubicBezTo>
                <a:cubicBezTo>
                  <a:pt x="97800" y="78767"/>
                  <a:pt x="97800" y="78767"/>
                  <a:pt x="97800" y="78767"/>
                </a:cubicBezTo>
                <a:lnTo>
                  <a:pt x="97800" y="78842"/>
                </a:lnTo>
                <a:close/>
                <a:moveTo>
                  <a:pt x="101396" y="78316"/>
                </a:moveTo>
                <a:lnTo>
                  <a:pt x="101396" y="78316"/>
                </a:lnTo>
                <a:cubicBezTo>
                  <a:pt x="101396" y="78391"/>
                  <a:pt x="101433" y="78391"/>
                  <a:pt x="101433" y="78466"/>
                </a:cubicBezTo>
                <a:cubicBezTo>
                  <a:pt x="101433" y="78542"/>
                  <a:pt x="101470" y="78617"/>
                  <a:pt x="101470" y="78692"/>
                </a:cubicBezTo>
                <a:cubicBezTo>
                  <a:pt x="101470" y="78842"/>
                  <a:pt x="101433" y="78918"/>
                  <a:pt x="101433" y="79068"/>
                </a:cubicBezTo>
                <a:cubicBezTo>
                  <a:pt x="101794" y="79068"/>
                  <a:pt x="101794" y="79068"/>
                  <a:pt x="101794" y="79068"/>
                </a:cubicBezTo>
                <a:cubicBezTo>
                  <a:pt x="101794" y="78918"/>
                  <a:pt x="101794" y="78918"/>
                  <a:pt x="101794" y="78918"/>
                </a:cubicBezTo>
                <a:cubicBezTo>
                  <a:pt x="101647" y="78918"/>
                  <a:pt x="101647" y="78918"/>
                  <a:pt x="101647" y="78918"/>
                </a:cubicBezTo>
                <a:cubicBezTo>
                  <a:pt x="101647" y="78767"/>
                  <a:pt x="101647" y="78692"/>
                  <a:pt x="101647" y="78617"/>
                </a:cubicBezTo>
                <a:cubicBezTo>
                  <a:pt x="101647" y="78542"/>
                  <a:pt x="101617" y="78542"/>
                  <a:pt x="101617" y="78466"/>
                </a:cubicBezTo>
                <a:cubicBezTo>
                  <a:pt x="101617" y="78391"/>
                  <a:pt x="101647" y="78316"/>
                  <a:pt x="101647" y="78316"/>
                </a:cubicBezTo>
                <a:cubicBezTo>
                  <a:pt x="101543" y="78316"/>
                  <a:pt x="101506" y="78316"/>
                  <a:pt x="101396" y="78316"/>
                </a:cubicBezTo>
                <a:close/>
                <a:moveTo>
                  <a:pt x="99944" y="78391"/>
                </a:moveTo>
                <a:lnTo>
                  <a:pt x="99944" y="78391"/>
                </a:lnTo>
                <a:cubicBezTo>
                  <a:pt x="99908" y="78391"/>
                  <a:pt x="99871" y="78316"/>
                  <a:pt x="99834" y="78391"/>
                </a:cubicBezTo>
                <a:cubicBezTo>
                  <a:pt x="99797" y="78391"/>
                  <a:pt x="99761" y="78466"/>
                  <a:pt x="99687" y="78542"/>
                </a:cubicBezTo>
                <a:cubicBezTo>
                  <a:pt x="99724" y="78617"/>
                  <a:pt x="99724" y="78617"/>
                  <a:pt x="99724" y="78617"/>
                </a:cubicBezTo>
                <a:cubicBezTo>
                  <a:pt x="99761" y="78692"/>
                  <a:pt x="99761" y="78692"/>
                  <a:pt x="99797" y="78692"/>
                </a:cubicBezTo>
                <a:cubicBezTo>
                  <a:pt x="99834" y="78692"/>
                  <a:pt x="99834" y="78767"/>
                  <a:pt x="99871" y="78767"/>
                </a:cubicBezTo>
                <a:cubicBezTo>
                  <a:pt x="99908" y="78767"/>
                  <a:pt x="99908" y="78842"/>
                  <a:pt x="99944" y="78842"/>
                </a:cubicBezTo>
                <a:cubicBezTo>
                  <a:pt x="99944" y="78842"/>
                  <a:pt x="99981" y="78842"/>
                  <a:pt x="100018" y="78842"/>
                </a:cubicBezTo>
                <a:cubicBezTo>
                  <a:pt x="100055" y="78842"/>
                  <a:pt x="100055" y="78767"/>
                  <a:pt x="100091" y="78842"/>
                </a:cubicBezTo>
                <a:cubicBezTo>
                  <a:pt x="100128" y="78842"/>
                  <a:pt x="100128" y="78918"/>
                  <a:pt x="100159" y="78918"/>
                </a:cubicBezTo>
                <a:cubicBezTo>
                  <a:pt x="100196" y="78993"/>
                  <a:pt x="100159" y="79068"/>
                  <a:pt x="100196" y="79068"/>
                </a:cubicBezTo>
                <a:cubicBezTo>
                  <a:pt x="100196" y="79143"/>
                  <a:pt x="100196" y="79206"/>
                  <a:pt x="100232" y="79281"/>
                </a:cubicBezTo>
                <a:cubicBezTo>
                  <a:pt x="100269" y="79281"/>
                  <a:pt x="100269" y="79281"/>
                  <a:pt x="100306" y="79281"/>
                </a:cubicBezTo>
                <a:cubicBezTo>
                  <a:pt x="100379" y="79281"/>
                  <a:pt x="100379" y="79281"/>
                  <a:pt x="100379" y="79281"/>
                </a:cubicBezTo>
                <a:cubicBezTo>
                  <a:pt x="100416" y="79281"/>
                  <a:pt x="100453" y="79206"/>
                  <a:pt x="100490" y="79206"/>
                </a:cubicBezTo>
                <a:cubicBezTo>
                  <a:pt x="100490" y="79206"/>
                  <a:pt x="100490" y="79143"/>
                  <a:pt x="100526" y="79143"/>
                </a:cubicBezTo>
                <a:cubicBezTo>
                  <a:pt x="100526" y="79143"/>
                  <a:pt x="100563" y="79206"/>
                  <a:pt x="100600" y="79206"/>
                </a:cubicBezTo>
                <a:cubicBezTo>
                  <a:pt x="100600" y="79206"/>
                  <a:pt x="100630" y="79206"/>
                  <a:pt x="100673" y="79206"/>
                </a:cubicBezTo>
                <a:cubicBezTo>
                  <a:pt x="100704" y="79206"/>
                  <a:pt x="100704" y="79206"/>
                  <a:pt x="100777" y="79206"/>
                </a:cubicBezTo>
                <a:cubicBezTo>
                  <a:pt x="100814" y="79206"/>
                  <a:pt x="100851" y="79206"/>
                  <a:pt x="100888" y="79206"/>
                </a:cubicBezTo>
                <a:cubicBezTo>
                  <a:pt x="100924" y="79206"/>
                  <a:pt x="100924" y="79143"/>
                  <a:pt x="100961" y="79143"/>
                </a:cubicBezTo>
                <a:cubicBezTo>
                  <a:pt x="100924" y="79068"/>
                  <a:pt x="100961" y="78993"/>
                  <a:pt x="100924" y="78993"/>
                </a:cubicBezTo>
                <a:cubicBezTo>
                  <a:pt x="100924" y="78918"/>
                  <a:pt x="100888" y="78993"/>
                  <a:pt x="100851" y="78918"/>
                </a:cubicBezTo>
                <a:cubicBezTo>
                  <a:pt x="100814" y="78767"/>
                  <a:pt x="100851" y="78617"/>
                  <a:pt x="100851" y="78466"/>
                </a:cubicBezTo>
                <a:cubicBezTo>
                  <a:pt x="100851" y="78391"/>
                  <a:pt x="100888" y="78316"/>
                  <a:pt x="100851" y="78316"/>
                </a:cubicBezTo>
                <a:cubicBezTo>
                  <a:pt x="100851" y="78241"/>
                  <a:pt x="100851" y="78166"/>
                  <a:pt x="100814" y="78166"/>
                </a:cubicBezTo>
                <a:cubicBezTo>
                  <a:pt x="100777" y="78090"/>
                  <a:pt x="100777" y="78090"/>
                  <a:pt x="100741" y="78090"/>
                </a:cubicBezTo>
                <a:cubicBezTo>
                  <a:pt x="100673" y="78090"/>
                  <a:pt x="100630" y="78028"/>
                  <a:pt x="100600" y="78028"/>
                </a:cubicBezTo>
                <a:cubicBezTo>
                  <a:pt x="100526" y="78028"/>
                  <a:pt x="100490" y="78090"/>
                  <a:pt x="100416" y="78090"/>
                </a:cubicBezTo>
                <a:cubicBezTo>
                  <a:pt x="100379" y="78166"/>
                  <a:pt x="100379" y="78166"/>
                  <a:pt x="100343" y="78241"/>
                </a:cubicBezTo>
                <a:cubicBezTo>
                  <a:pt x="100306" y="78241"/>
                  <a:pt x="100269" y="78241"/>
                  <a:pt x="100196" y="78241"/>
                </a:cubicBezTo>
                <a:cubicBezTo>
                  <a:pt x="100159" y="78241"/>
                  <a:pt x="100128" y="78241"/>
                  <a:pt x="100091" y="78241"/>
                </a:cubicBezTo>
                <a:cubicBezTo>
                  <a:pt x="100055" y="78241"/>
                  <a:pt x="100018" y="78316"/>
                  <a:pt x="99981" y="78316"/>
                </a:cubicBezTo>
                <a:cubicBezTo>
                  <a:pt x="99944" y="78391"/>
                  <a:pt x="99944" y="78391"/>
                  <a:pt x="99908" y="78466"/>
                </a:cubicBezTo>
                <a:cubicBezTo>
                  <a:pt x="99908" y="78466"/>
                  <a:pt x="99908" y="78542"/>
                  <a:pt x="99871" y="78542"/>
                </a:cubicBezTo>
                <a:lnTo>
                  <a:pt x="99944" y="78391"/>
                </a:lnTo>
                <a:close/>
                <a:moveTo>
                  <a:pt x="99834" y="78090"/>
                </a:moveTo>
                <a:lnTo>
                  <a:pt x="99834" y="78090"/>
                </a:lnTo>
                <a:cubicBezTo>
                  <a:pt x="99908" y="78028"/>
                  <a:pt x="99944" y="77953"/>
                  <a:pt x="99944" y="77727"/>
                </a:cubicBezTo>
                <a:cubicBezTo>
                  <a:pt x="99944" y="77652"/>
                  <a:pt x="99908" y="77577"/>
                  <a:pt x="99871" y="77577"/>
                </a:cubicBezTo>
                <a:cubicBezTo>
                  <a:pt x="99871" y="77577"/>
                  <a:pt x="99834" y="77501"/>
                  <a:pt x="99797" y="77501"/>
                </a:cubicBezTo>
                <a:cubicBezTo>
                  <a:pt x="99724" y="77501"/>
                  <a:pt x="99724" y="77501"/>
                  <a:pt x="99724" y="77501"/>
                </a:cubicBezTo>
                <a:lnTo>
                  <a:pt x="99687" y="77501"/>
                </a:lnTo>
                <a:cubicBezTo>
                  <a:pt x="99656" y="77501"/>
                  <a:pt x="99656" y="77577"/>
                  <a:pt x="99656" y="77652"/>
                </a:cubicBezTo>
                <a:cubicBezTo>
                  <a:pt x="99614" y="77727"/>
                  <a:pt x="99614" y="77802"/>
                  <a:pt x="99583" y="77953"/>
                </a:cubicBezTo>
                <a:cubicBezTo>
                  <a:pt x="99614" y="78028"/>
                  <a:pt x="99687" y="78090"/>
                  <a:pt x="99724" y="78090"/>
                </a:cubicBezTo>
                <a:cubicBezTo>
                  <a:pt x="99761" y="78090"/>
                  <a:pt x="99834" y="78090"/>
                  <a:pt x="99834" y="78090"/>
                </a:cubicBezTo>
                <a:close/>
                <a:moveTo>
                  <a:pt x="99509" y="78993"/>
                </a:moveTo>
                <a:lnTo>
                  <a:pt x="99509" y="78993"/>
                </a:lnTo>
                <a:cubicBezTo>
                  <a:pt x="99509" y="79143"/>
                  <a:pt x="99509" y="79143"/>
                  <a:pt x="99509" y="79143"/>
                </a:cubicBezTo>
                <a:cubicBezTo>
                  <a:pt x="99509" y="79206"/>
                  <a:pt x="99509" y="79281"/>
                  <a:pt x="99509" y="79356"/>
                </a:cubicBezTo>
                <a:cubicBezTo>
                  <a:pt x="99614" y="79356"/>
                  <a:pt x="99656" y="79356"/>
                  <a:pt x="99724" y="79356"/>
                </a:cubicBezTo>
                <a:cubicBezTo>
                  <a:pt x="99724" y="78918"/>
                  <a:pt x="99724" y="78918"/>
                  <a:pt x="99724" y="78918"/>
                </a:cubicBezTo>
                <a:cubicBezTo>
                  <a:pt x="99546" y="78918"/>
                  <a:pt x="99546" y="78918"/>
                  <a:pt x="99546" y="78918"/>
                </a:cubicBezTo>
                <a:cubicBezTo>
                  <a:pt x="99546" y="79143"/>
                  <a:pt x="99546" y="79143"/>
                  <a:pt x="99546" y="79143"/>
                </a:cubicBezTo>
                <a:lnTo>
                  <a:pt x="99509" y="78993"/>
                </a:lnTo>
                <a:close/>
                <a:moveTo>
                  <a:pt x="98854" y="79807"/>
                </a:moveTo>
                <a:lnTo>
                  <a:pt x="98854" y="79807"/>
                </a:lnTo>
                <a:cubicBezTo>
                  <a:pt x="98854" y="79883"/>
                  <a:pt x="98854" y="79958"/>
                  <a:pt x="98854" y="79958"/>
                </a:cubicBezTo>
                <a:cubicBezTo>
                  <a:pt x="98854" y="80033"/>
                  <a:pt x="98891" y="80033"/>
                  <a:pt x="98891" y="80108"/>
                </a:cubicBezTo>
                <a:cubicBezTo>
                  <a:pt x="99111" y="80108"/>
                  <a:pt x="99111" y="80108"/>
                  <a:pt x="99111" y="80108"/>
                </a:cubicBezTo>
                <a:cubicBezTo>
                  <a:pt x="99142" y="80108"/>
                  <a:pt x="99179" y="80108"/>
                  <a:pt x="99252" y="80108"/>
                </a:cubicBezTo>
                <a:lnTo>
                  <a:pt x="99289" y="80108"/>
                </a:lnTo>
                <a:cubicBezTo>
                  <a:pt x="99362" y="80108"/>
                  <a:pt x="99362" y="80108"/>
                  <a:pt x="99362" y="80108"/>
                </a:cubicBezTo>
                <a:cubicBezTo>
                  <a:pt x="99399" y="80108"/>
                  <a:pt x="99436" y="80171"/>
                  <a:pt x="99436" y="80171"/>
                </a:cubicBezTo>
                <a:cubicBezTo>
                  <a:pt x="99473" y="80171"/>
                  <a:pt x="99509" y="80171"/>
                  <a:pt x="99509" y="80171"/>
                </a:cubicBezTo>
                <a:cubicBezTo>
                  <a:pt x="99546" y="80171"/>
                  <a:pt x="99583" y="80171"/>
                  <a:pt x="99583" y="80246"/>
                </a:cubicBezTo>
                <a:cubicBezTo>
                  <a:pt x="99614" y="80246"/>
                  <a:pt x="99614" y="80321"/>
                  <a:pt x="99656" y="80321"/>
                </a:cubicBezTo>
                <a:cubicBezTo>
                  <a:pt x="99724" y="80321"/>
                  <a:pt x="99761" y="80321"/>
                  <a:pt x="99797" y="80321"/>
                </a:cubicBezTo>
                <a:cubicBezTo>
                  <a:pt x="99797" y="80171"/>
                  <a:pt x="99797" y="80108"/>
                  <a:pt x="99797" y="79883"/>
                </a:cubicBezTo>
                <a:cubicBezTo>
                  <a:pt x="99724" y="79883"/>
                  <a:pt x="99687" y="79883"/>
                  <a:pt x="99614" y="79883"/>
                </a:cubicBezTo>
                <a:cubicBezTo>
                  <a:pt x="99583" y="79883"/>
                  <a:pt x="99546" y="79807"/>
                  <a:pt x="99473" y="79807"/>
                </a:cubicBezTo>
                <a:cubicBezTo>
                  <a:pt x="99473" y="79807"/>
                  <a:pt x="99436" y="79807"/>
                  <a:pt x="99399" y="79807"/>
                </a:cubicBezTo>
                <a:cubicBezTo>
                  <a:pt x="99326" y="79807"/>
                  <a:pt x="99326" y="79807"/>
                  <a:pt x="99326" y="79807"/>
                </a:cubicBezTo>
                <a:cubicBezTo>
                  <a:pt x="99289" y="79807"/>
                  <a:pt x="99252" y="79732"/>
                  <a:pt x="99215" y="79732"/>
                </a:cubicBezTo>
                <a:cubicBezTo>
                  <a:pt x="99142" y="79732"/>
                  <a:pt x="99111" y="79657"/>
                  <a:pt x="99038" y="79657"/>
                </a:cubicBezTo>
                <a:cubicBezTo>
                  <a:pt x="99001" y="79657"/>
                  <a:pt x="98964" y="79657"/>
                  <a:pt x="98928" y="79657"/>
                </a:cubicBezTo>
                <a:cubicBezTo>
                  <a:pt x="98891" y="79732"/>
                  <a:pt x="98928" y="79807"/>
                  <a:pt x="98891" y="79807"/>
                </a:cubicBezTo>
                <a:cubicBezTo>
                  <a:pt x="98891" y="79883"/>
                  <a:pt x="98891" y="79958"/>
                  <a:pt x="98854" y="79958"/>
                </a:cubicBezTo>
                <a:lnTo>
                  <a:pt x="98854" y="79807"/>
                </a:lnTo>
                <a:close/>
                <a:moveTo>
                  <a:pt x="98597" y="79958"/>
                </a:moveTo>
                <a:lnTo>
                  <a:pt x="98597" y="79958"/>
                </a:lnTo>
                <a:cubicBezTo>
                  <a:pt x="98529" y="79883"/>
                  <a:pt x="98493" y="79883"/>
                  <a:pt x="98456" y="79883"/>
                </a:cubicBezTo>
                <a:cubicBezTo>
                  <a:pt x="98419" y="79883"/>
                  <a:pt x="98346" y="79807"/>
                  <a:pt x="98309" y="79807"/>
                </a:cubicBezTo>
                <a:cubicBezTo>
                  <a:pt x="98309" y="80108"/>
                  <a:pt x="98309" y="80108"/>
                  <a:pt x="98309" y="80108"/>
                </a:cubicBezTo>
                <a:cubicBezTo>
                  <a:pt x="98309" y="80108"/>
                  <a:pt x="98309" y="80171"/>
                  <a:pt x="98346" y="80246"/>
                </a:cubicBezTo>
                <a:cubicBezTo>
                  <a:pt x="98419" y="80321"/>
                  <a:pt x="98419" y="80321"/>
                  <a:pt x="98419" y="80321"/>
                </a:cubicBezTo>
                <a:cubicBezTo>
                  <a:pt x="98456" y="80321"/>
                  <a:pt x="98456" y="80321"/>
                  <a:pt x="98493" y="80321"/>
                </a:cubicBezTo>
                <a:cubicBezTo>
                  <a:pt x="98633" y="80321"/>
                  <a:pt x="98633" y="80321"/>
                  <a:pt x="98633" y="80321"/>
                </a:cubicBezTo>
                <a:cubicBezTo>
                  <a:pt x="98633" y="80108"/>
                  <a:pt x="98633" y="80108"/>
                  <a:pt x="98633" y="80108"/>
                </a:cubicBezTo>
                <a:cubicBezTo>
                  <a:pt x="98597" y="80033"/>
                  <a:pt x="98597" y="79958"/>
                  <a:pt x="98597" y="79958"/>
                </a:cubicBezTo>
                <a:close/>
                <a:moveTo>
                  <a:pt x="99038" y="76010"/>
                </a:moveTo>
                <a:lnTo>
                  <a:pt x="99038" y="76010"/>
                </a:lnTo>
                <a:cubicBezTo>
                  <a:pt x="99001" y="76160"/>
                  <a:pt x="98964" y="76236"/>
                  <a:pt x="98891" y="76311"/>
                </a:cubicBezTo>
                <a:cubicBezTo>
                  <a:pt x="98891" y="76386"/>
                  <a:pt x="98854" y="76461"/>
                  <a:pt x="98817" y="76461"/>
                </a:cubicBezTo>
                <a:cubicBezTo>
                  <a:pt x="98817" y="76461"/>
                  <a:pt x="98781" y="76536"/>
                  <a:pt x="98744" y="76612"/>
                </a:cubicBezTo>
                <a:cubicBezTo>
                  <a:pt x="98744" y="76612"/>
                  <a:pt x="98707" y="76536"/>
                  <a:pt x="98707" y="76612"/>
                </a:cubicBezTo>
                <a:cubicBezTo>
                  <a:pt x="98670" y="76612"/>
                  <a:pt x="98670" y="76687"/>
                  <a:pt x="98670" y="76687"/>
                </a:cubicBezTo>
                <a:cubicBezTo>
                  <a:pt x="98670" y="76762"/>
                  <a:pt x="98670" y="76762"/>
                  <a:pt x="98670" y="76762"/>
                </a:cubicBezTo>
                <a:cubicBezTo>
                  <a:pt x="98670" y="76912"/>
                  <a:pt x="98707" y="76975"/>
                  <a:pt x="98707" y="77125"/>
                </a:cubicBezTo>
                <a:cubicBezTo>
                  <a:pt x="98707" y="77201"/>
                  <a:pt x="98707" y="77201"/>
                  <a:pt x="98707" y="77276"/>
                </a:cubicBezTo>
                <a:cubicBezTo>
                  <a:pt x="98707" y="77426"/>
                  <a:pt x="98707" y="77501"/>
                  <a:pt x="98707" y="77577"/>
                </a:cubicBezTo>
                <a:cubicBezTo>
                  <a:pt x="98670" y="77652"/>
                  <a:pt x="98633" y="77652"/>
                  <a:pt x="98633" y="77727"/>
                </a:cubicBezTo>
                <a:cubicBezTo>
                  <a:pt x="98633" y="77802"/>
                  <a:pt x="98597" y="77877"/>
                  <a:pt x="98597" y="78028"/>
                </a:cubicBezTo>
                <a:cubicBezTo>
                  <a:pt x="98597" y="78090"/>
                  <a:pt x="98597" y="78090"/>
                  <a:pt x="98597" y="78166"/>
                </a:cubicBezTo>
                <a:cubicBezTo>
                  <a:pt x="98597" y="78241"/>
                  <a:pt x="98597" y="78316"/>
                  <a:pt x="98597" y="78466"/>
                </a:cubicBezTo>
                <a:cubicBezTo>
                  <a:pt x="98633" y="78466"/>
                  <a:pt x="98633" y="78391"/>
                  <a:pt x="98670" y="78466"/>
                </a:cubicBezTo>
                <a:cubicBezTo>
                  <a:pt x="98707" y="78466"/>
                  <a:pt x="98707" y="78542"/>
                  <a:pt x="98744" y="78542"/>
                </a:cubicBezTo>
                <a:cubicBezTo>
                  <a:pt x="98781" y="78542"/>
                  <a:pt x="98817" y="78466"/>
                  <a:pt x="98891" y="78466"/>
                </a:cubicBezTo>
                <a:cubicBezTo>
                  <a:pt x="98891" y="78316"/>
                  <a:pt x="98891" y="78241"/>
                  <a:pt x="98891" y="78090"/>
                </a:cubicBezTo>
                <a:cubicBezTo>
                  <a:pt x="98891" y="77953"/>
                  <a:pt x="98891" y="77877"/>
                  <a:pt x="98891" y="77652"/>
                </a:cubicBezTo>
                <a:cubicBezTo>
                  <a:pt x="98891" y="77652"/>
                  <a:pt x="98891" y="77652"/>
                  <a:pt x="98928" y="77652"/>
                </a:cubicBezTo>
                <a:cubicBezTo>
                  <a:pt x="99001" y="77652"/>
                  <a:pt x="99075" y="77652"/>
                  <a:pt x="99179" y="77652"/>
                </a:cubicBezTo>
                <a:cubicBezTo>
                  <a:pt x="99179" y="77652"/>
                  <a:pt x="99215" y="77652"/>
                  <a:pt x="99252" y="77652"/>
                </a:cubicBezTo>
                <a:cubicBezTo>
                  <a:pt x="99252" y="77577"/>
                  <a:pt x="99252" y="77577"/>
                  <a:pt x="99252" y="77426"/>
                </a:cubicBezTo>
                <a:cubicBezTo>
                  <a:pt x="99252" y="77351"/>
                  <a:pt x="99215" y="77276"/>
                  <a:pt x="99215" y="77201"/>
                </a:cubicBezTo>
                <a:cubicBezTo>
                  <a:pt x="99179" y="77201"/>
                  <a:pt x="99142" y="77201"/>
                  <a:pt x="99142" y="77125"/>
                </a:cubicBezTo>
                <a:cubicBezTo>
                  <a:pt x="99142" y="77063"/>
                  <a:pt x="99142" y="77063"/>
                  <a:pt x="99142" y="76975"/>
                </a:cubicBezTo>
                <a:cubicBezTo>
                  <a:pt x="99142" y="76912"/>
                  <a:pt x="99142" y="76912"/>
                  <a:pt x="99142" y="76837"/>
                </a:cubicBezTo>
                <a:cubicBezTo>
                  <a:pt x="99111" y="76837"/>
                  <a:pt x="99111" y="76762"/>
                  <a:pt x="99075" y="76762"/>
                </a:cubicBezTo>
                <a:cubicBezTo>
                  <a:pt x="99038" y="76762"/>
                  <a:pt x="99001" y="76837"/>
                  <a:pt x="98928" y="76837"/>
                </a:cubicBezTo>
                <a:cubicBezTo>
                  <a:pt x="98928" y="76612"/>
                  <a:pt x="98928" y="76612"/>
                  <a:pt x="98928" y="76612"/>
                </a:cubicBezTo>
                <a:cubicBezTo>
                  <a:pt x="98928" y="76536"/>
                  <a:pt x="98964" y="76536"/>
                  <a:pt x="98964" y="76461"/>
                </a:cubicBezTo>
                <a:cubicBezTo>
                  <a:pt x="98964" y="76386"/>
                  <a:pt x="99001" y="76386"/>
                  <a:pt x="99038" y="76386"/>
                </a:cubicBezTo>
                <a:cubicBezTo>
                  <a:pt x="99038" y="76311"/>
                  <a:pt x="99038" y="76236"/>
                  <a:pt x="99038" y="76236"/>
                </a:cubicBezTo>
                <a:cubicBezTo>
                  <a:pt x="99038" y="76160"/>
                  <a:pt x="99038" y="76085"/>
                  <a:pt x="99038" y="76010"/>
                </a:cubicBezTo>
                <a:close/>
                <a:moveTo>
                  <a:pt x="95730" y="79883"/>
                </a:moveTo>
                <a:lnTo>
                  <a:pt x="95730" y="79883"/>
                </a:lnTo>
                <a:cubicBezTo>
                  <a:pt x="95730" y="79958"/>
                  <a:pt x="95767" y="80033"/>
                  <a:pt x="95803" y="80108"/>
                </a:cubicBezTo>
                <a:cubicBezTo>
                  <a:pt x="95840" y="80108"/>
                  <a:pt x="95840" y="80171"/>
                  <a:pt x="95877" y="80171"/>
                </a:cubicBezTo>
                <a:cubicBezTo>
                  <a:pt x="95914" y="80171"/>
                  <a:pt x="95914" y="80171"/>
                  <a:pt x="95950" y="80246"/>
                </a:cubicBezTo>
                <a:cubicBezTo>
                  <a:pt x="95987" y="80246"/>
                  <a:pt x="96024" y="80246"/>
                  <a:pt x="96091" y="80246"/>
                </a:cubicBezTo>
                <a:cubicBezTo>
                  <a:pt x="96091" y="80321"/>
                  <a:pt x="96091" y="80321"/>
                  <a:pt x="96091" y="80396"/>
                </a:cubicBezTo>
                <a:cubicBezTo>
                  <a:pt x="96091" y="80547"/>
                  <a:pt x="96055" y="80547"/>
                  <a:pt x="96055" y="80697"/>
                </a:cubicBezTo>
                <a:cubicBezTo>
                  <a:pt x="96055" y="80772"/>
                  <a:pt x="96024" y="80772"/>
                  <a:pt x="96024" y="80848"/>
                </a:cubicBezTo>
                <a:cubicBezTo>
                  <a:pt x="96024" y="80923"/>
                  <a:pt x="96024" y="80923"/>
                  <a:pt x="96024" y="80998"/>
                </a:cubicBezTo>
                <a:cubicBezTo>
                  <a:pt x="96024" y="81073"/>
                  <a:pt x="96024" y="81073"/>
                  <a:pt x="96024" y="81148"/>
                </a:cubicBezTo>
                <a:cubicBezTo>
                  <a:pt x="96024" y="81211"/>
                  <a:pt x="96055" y="81211"/>
                  <a:pt x="96055" y="81286"/>
                </a:cubicBezTo>
                <a:cubicBezTo>
                  <a:pt x="96091" y="81361"/>
                  <a:pt x="96091" y="81437"/>
                  <a:pt x="96091" y="81437"/>
                </a:cubicBezTo>
                <a:cubicBezTo>
                  <a:pt x="96091" y="81512"/>
                  <a:pt x="96128" y="81587"/>
                  <a:pt x="96128" y="81587"/>
                </a:cubicBezTo>
                <a:cubicBezTo>
                  <a:pt x="96165" y="81587"/>
                  <a:pt x="96165" y="81587"/>
                  <a:pt x="96202" y="81512"/>
                </a:cubicBezTo>
                <a:cubicBezTo>
                  <a:pt x="96202" y="81437"/>
                  <a:pt x="96238" y="81437"/>
                  <a:pt x="96275" y="81437"/>
                </a:cubicBezTo>
                <a:cubicBezTo>
                  <a:pt x="96275" y="81286"/>
                  <a:pt x="96275" y="81211"/>
                  <a:pt x="96275" y="81073"/>
                </a:cubicBezTo>
                <a:cubicBezTo>
                  <a:pt x="96275" y="80998"/>
                  <a:pt x="96275" y="80923"/>
                  <a:pt x="96275" y="80772"/>
                </a:cubicBezTo>
                <a:cubicBezTo>
                  <a:pt x="96275" y="80697"/>
                  <a:pt x="96312" y="80697"/>
                  <a:pt x="96312" y="80622"/>
                </a:cubicBezTo>
                <a:cubicBezTo>
                  <a:pt x="96312" y="79657"/>
                  <a:pt x="96312" y="79657"/>
                  <a:pt x="96312" y="79657"/>
                </a:cubicBezTo>
                <a:cubicBezTo>
                  <a:pt x="96532" y="79657"/>
                  <a:pt x="96532" y="79657"/>
                  <a:pt x="96532" y="79657"/>
                </a:cubicBezTo>
                <a:cubicBezTo>
                  <a:pt x="96532" y="80033"/>
                  <a:pt x="96532" y="80033"/>
                  <a:pt x="96532" y="80033"/>
                </a:cubicBezTo>
                <a:cubicBezTo>
                  <a:pt x="96496" y="80171"/>
                  <a:pt x="96496" y="80171"/>
                  <a:pt x="96496" y="80171"/>
                </a:cubicBezTo>
                <a:cubicBezTo>
                  <a:pt x="96496" y="80321"/>
                  <a:pt x="96496" y="80321"/>
                  <a:pt x="96496" y="80321"/>
                </a:cubicBezTo>
                <a:cubicBezTo>
                  <a:pt x="96532" y="80321"/>
                  <a:pt x="96563" y="80321"/>
                  <a:pt x="96563" y="80321"/>
                </a:cubicBezTo>
                <a:cubicBezTo>
                  <a:pt x="96600" y="80321"/>
                  <a:pt x="96637" y="80321"/>
                  <a:pt x="96637" y="80321"/>
                </a:cubicBezTo>
                <a:cubicBezTo>
                  <a:pt x="96673" y="80321"/>
                  <a:pt x="96673" y="80396"/>
                  <a:pt x="96710" y="80396"/>
                </a:cubicBezTo>
                <a:cubicBezTo>
                  <a:pt x="96747" y="80396"/>
                  <a:pt x="96784" y="80396"/>
                  <a:pt x="96784" y="80472"/>
                </a:cubicBezTo>
                <a:cubicBezTo>
                  <a:pt x="96820" y="80472"/>
                  <a:pt x="96820" y="80472"/>
                  <a:pt x="96857" y="80472"/>
                </a:cubicBezTo>
                <a:cubicBezTo>
                  <a:pt x="96857" y="80697"/>
                  <a:pt x="96857" y="80697"/>
                  <a:pt x="96857" y="80697"/>
                </a:cubicBezTo>
                <a:cubicBezTo>
                  <a:pt x="96857" y="80772"/>
                  <a:pt x="96820" y="80848"/>
                  <a:pt x="96820" y="80848"/>
                </a:cubicBezTo>
                <a:cubicBezTo>
                  <a:pt x="96820" y="80923"/>
                  <a:pt x="96820" y="80998"/>
                  <a:pt x="96820" y="80998"/>
                </a:cubicBezTo>
                <a:cubicBezTo>
                  <a:pt x="96820" y="81148"/>
                  <a:pt x="96820" y="81148"/>
                  <a:pt x="96820" y="81148"/>
                </a:cubicBezTo>
                <a:cubicBezTo>
                  <a:pt x="96820" y="81211"/>
                  <a:pt x="96784" y="81286"/>
                  <a:pt x="96820" y="81361"/>
                </a:cubicBezTo>
                <a:cubicBezTo>
                  <a:pt x="96820" y="81361"/>
                  <a:pt x="96857" y="81437"/>
                  <a:pt x="96894" y="81437"/>
                </a:cubicBezTo>
                <a:cubicBezTo>
                  <a:pt x="96894" y="81512"/>
                  <a:pt x="96931" y="81512"/>
                  <a:pt x="96967" y="81512"/>
                </a:cubicBezTo>
                <a:cubicBezTo>
                  <a:pt x="97182" y="81512"/>
                  <a:pt x="97182" y="81512"/>
                  <a:pt x="97182" y="81512"/>
                </a:cubicBezTo>
                <a:cubicBezTo>
                  <a:pt x="97182" y="81437"/>
                  <a:pt x="97218" y="81437"/>
                  <a:pt x="97218" y="81361"/>
                </a:cubicBezTo>
                <a:cubicBezTo>
                  <a:pt x="97218" y="81148"/>
                  <a:pt x="97218" y="81148"/>
                  <a:pt x="97218" y="81148"/>
                </a:cubicBezTo>
                <a:cubicBezTo>
                  <a:pt x="97218" y="80998"/>
                  <a:pt x="97218" y="80923"/>
                  <a:pt x="97182" y="80772"/>
                </a:cubicBezTo>
                <a:cubicBezTo>
                  <a:pt x="97182" y="80772"/>
                  <a:pt x="97145" y="80772"/>
                  <a:pt x="97108" y="80697"/>
                </a:cubicBezTo>
                <a:cubicBezTo>
                  <a:pt x="97108" y="80697"/>
                  <a:pt x="97071" y="80622"/>
                  <a:pt x="97041" y="80547"/>
                </a:cubicBezTo>
                <a:cubicBezTo>
                  <a:pt x="97041" y="80547"/>
                  <a:pt x="97004" y="80547"/>
                  <a:pt x="96967" y="80472"/>
                </a:cubicBezTo>
                <a:cubicBezTo>
                  <a:pt x="96967" y="80396"/>
                  <a:pt x="96931" y="80321"/>
                  <a:pt x="96931" y="80246"/>
                </a:cubicBezTo>
                <a:cubicBezTo>
                  <a:pt x="96931" y="80171"/>
                  <a:pt x="96967" y="80108"/>
                  <a:pt x="96967" y="80033"/>
                </a:cubicBezTo>
                <a:cubicBezTo>
                  <a:pt x="96967" y="79883"/>
                  <a:pt x="96967" y="79883"/>
                  <a:pt x="96967" y="79883"/>
                </a:cubicBezTo>
                <a:cubicBezTo>
                  <a:pt x="96967" y="79883"/>
                  <a:pt x="97004" y="79807"/>
                  <a:pt x="96967" y="79732"/>
                </a:cubicBezTo>
                <a:cubicBezTo>
                  <a:pt x="96967" y="79732"/>
                  <a:pt x="96931" y="79732"/>
                  <a:pt x="96894" y="79657"/>
                </a:cubicBezTo>
                <a:cubicBezTo>
                  <a:pt x="96894" y="79582"/>
                  <a:pt x="96894" y="79582"/>
                  <a:pt x="96857" y="79507"/>
                </a:cubicBezTo>
                <a:cubicBezTo>
                  <a:pt x="96820" y="79431"/>
                  <a:pt x="96820" y="79431"/>
                  <a:pt x="96784" y="79431"/>
                </a:cubicBezTo>
                <a:cubicBezTo>
                  <a:pt x="96747" y="79356"/>
                  <a:pt x="96710" y="79431"/>
                  <a:pt x="96710" y="79356"/>
                </a:cubicBezTo>
                <a:cubicBezTo>
                  <a:pt x="96673" y="79356"/>
                  <a:pt x="96710" y="79281"/>
                  <a:pt x="96673" y="79206"/>
                </a:cubicBezTo>
                <a:cubicBezTo>
                  <a:pt x="96710" y="78993"/>
                  <a:pt x="96710" y="78993"/>
                  <a:pt x="96710" y="78993"/>
                </a:cubicBezTo>
                <a:cubicBezTo>
                  <a:pt x="96784" y="78993"/>
                  <a:pt x="96857" y="78993"/>
                  <a:pt x="96931" y="78993"/>
                </a:cubicBezTo>
                <a:cubicBezTo>
                  <a:pt x="96967" y="78993"/>
                  <a:pt x="96967" y="78918"/>
                  <a:pt x="97004" y="78842"/>
                </a:cubicBezTo>
                <a:cubicBezTo>
                  <a:pt x="97004" y="78842"/>
                  <a:pt x="97041" y="78842"/>
                  <a:pt x="97071" y="78842"/>
                </a:cubicBezTo>
                <a:cubicBezTo>
                  <a:pt x="97145" y="78767"/>
                  <a:pt x="97182" y="78842"/>
                  <a:pt x="97292" y="78842"/>
                </a:cubicBezTo>
                <a:lnTo>
                  <a:pt x="97329" y="78842"/>
                </a:lnTo>
                <a:cubicBezTo>
                  <a:pt x="97366" y="78842"/>
                  <a:pt x="97402" y="78767"/>
                  <a:pt x="97402" y="78617"/>
                </a:cubicBezTo>
                <a:lnTo>
                  <a:pt x="97366" y="78542"/>
                </a:lnTo>
                <a:cubicBezTo>
                  <a:pt x="97366" y="78466"/>
                  <a:pt x="97329" y="78391"/>
                  <a:pt x="97329" y="78391"/>
                </a:cubicBezTo>
                <a:cubicBezTo>
                  <a:pt x="97292" y="78316"/>
                  <a:pt x="97255" y="78316"/>
                  <a:pt x="97255" y="78316"/>
                </a:cubicBezTo>
                <a:cubicBezTo>
                  <a:pt x="97218" y="78241"/>
                  <a:pt x="97182" y="78241"/>
                  <a:pt x="97182" y="78166"/>
                </a:cubicBezTo>
                <a:cubicBezTo>
                  <a:pt x="97145" y="78166"/>
                  <a:pt x="97145" y="78090"/>
                  <a:pt x="97108" y="78090"/>
                </a:cubicBezTo>
                <a:cubicBezTo>
                  <a:pt x="97041" y="78090"/>
                  <a:pt x="97041" y="78090"/>
                  <a:pt x="97041" y="78090"/>
                </a:cubicBezTo>
                <a:cubicBezTo>
                  <a:pt x="97004" y="78090"/>
                  <a:pt x="97004" y="78090"/>
                  <a:pt x="96967" y="78090"/>
                </a:cubicBezTo>
                <a:cubicBezTo>
                  <a:pt x="96931" y="78090"/>
                  <a:pt x="96931" y="78090"/>
                  <a:pt x="96894" y="78166"/>
                </a:cubicBezTo>
                <a:cubicBezTo>
                  <a:pt x="96857" y="78166"/>
                  <a:pt x="96857" y="78241"/>
                  <a:pt x="96857" y="78316"/>
                </a:cubicBezTo>
                <a:cubicBezTo>
                  <a:pt x="96784" y="78391"/>
                  <a:pt x="96710" y="78542"/>
                  <a:pt x="96637" y="78542"/>
                </a:cubicBezTo>
                <a:cubicBezTo>
                  <a:pt x="96563" y="78617"/>
                  <a:pt x="96532" y="78542"/>
                  <a:pt x="96496" y="78542"/>
                </a:cubicBezTo>
                <a:cubicBezTo>
                  <a:pt x="96459" y="78542"/>
                  <a:pt x="96459" y="78542"/>
                  <a:pt x="96422" y="78542"/>
                </a:cubicBezTo>
                <a:cubicBezTo>
                  <a:pt x="96385" y="78466"/>
                  <a:pt x="96349" y="78466"/>
                  <a:pt x="96275" y="78391"/>
                </a:cubicBezTo>
                <a:lnTo>
                  <a:pt x="96238" y="78316"/>
                </a:lnTo>
                <a:cubicBezTo>
                  <a:pt x="96165" y="78316"/>
                  <a:pt x="96165" y="78316"/>
                  <a:pt x="96165" y="78316"/>
                </a:cubicBezTo>
                <a:cubicBezTo>
                  <a:pt x="96128" y="78316"/>
                  <a:pt x="96091" y="78391"/>
                  <a:pt x="96091" y="78466"/>
                </a:cubicBezTo>
                <a:cubicBezTo>
                  <a:pt x="96055" y="78542"/>
                  <a:pt x="96024" y="78617"/>
                  <a:pt x="95987" y="78767"/>
                </a:cubicBezTo>
                <a:cubicBezTo>
                  <a:pt x="95987" y="78842"/>
                  <a:pt x="96024" y="78918"/>
                  <a:pt x="95987" y="78993"/>
                </a:cubicBezTo>
                <a:cubicBezTo>
                  <a:pt x="95987" y="79068"/>
                  <a:pt x="95950" y="79068"/>
                  <a:pt x="95950" y="79143"/>
                </a:cubicBezTo>
                <a:cubicBezTo>
                  <a:pt x="95950" y="79143"/>
                  <a:pt x="95987" y="79206"/>
                  <a:pt x="95950" y="79281"/>
                </a:cubicBezTo>
                <a:cubicBezTo>
                  <a:pt x="95950" y="79281"/>
                  <a:pt x="95987" y="79356"/>
                  <a:pt x="95950" y="79431"/>
                </a:cubicBezTo>
                <a:lnTo>
                  <a:pt x="95914" y="79507"/>
                </a:lnTo>
                <a:cubicBezTo>
                  <a:pt x="95877" y="79507"/>
                  <a:pt x="95840" y="79507"/>
                  <a:pt x="95840" y="79507"/>
                </a:cubicBezTo>
                <a:cubicBezTo>
                  <a:pt x="95803" y="79507"/>
                  <a:pt x="95803" y="79582"/>
                  <a:pt x="95767" y="79657"/>
                </a:cubicBezTo>
                <a:cubicBezTo>
                  <a:pt x="95767" y="79732"/>
                  <a:pt x="95730" y="79807"/>
                  <a:pt x="95730" y="79883"/>
                </a:cubicBezTo>
                <a:close/>
                <a:moveTo>
                  <a:pt x="97764" y="76837"/>
                </a:moveTo>
                <a:lnTo>
                  <a:pt x="97764" y="76837"/>
                </a:lnTo>
                <a:cubicBezTo>
                  <a:pt x="97727" y="76837"/>
                  <a:pt x="97764" y="76912"/>
                  <a:pt x="97764" y="76975"/>
                </a:cubicBezTo>
                <a:cubicBezTo>
                  <a:pt x="96563" y="76975"/>
                  <a:pt x="96563" y="76975"/>
                  <a:pt x="96563" y="76975"/>
                </a:cubicBezTo>
                <a:cubicBezTo>
                  <a:pt x="96496" y="76975"/>
                  <a:pt x="96496" y="77125"/>
                  <a:pt x="96422" y="77201"/>
                </a:cubicBezTo>
                <a:cubicBezTo>
                  <a:pt x="96385" y="77276"/>
                  <a:pt x="96349" y="77276"/>
                  <a:pt x="96312" y="77276"/>
                </a:cubicBezTo>
                <a:cubicBezTo>
                  <a:pt x="96202" y="77276"/>
                  <a:pt x="96165" y="77276"/>
                  <a:pt x="96091" y="77351"/>
                </a:cubicBezTo>
                <a:cubicBezTo>
                  <a:pt x="96055" y="77351"/>
                  <a:pt x="96055" y="77426"/>
                  <a:pt x="96024" y="77501"/>
                </a:cubicBezTo>
                <a:cubicBezTo>
                  <a:pt x="96024" y="77577"/>
                  <a:pt x="95987" y="77652"/>
                  <a:pt x="95987" y="77727"/>
                </a:cubicBezTo>
                <a:cubicBezTo>
                  <a:pt x="95987" y="77802"/>
                  <a:pt x="96024" y="77877"/>
                  <a:pt x="96024" y="77953"/>
                </a:cubicBezTo>
                <a:cubicBezTo>
                  <a:pt x="96091" y="77877"/>
                  <a:pt x="96165" y="77802"/>
                  <a:pt x="96238" y="77727"/>
                </a:cubicBezTo>
                <a:cubicBezTo>
                  <a:pt x="96238" y="77727"/>
                  <a:pt x="96275" y="77727"/>
                  <a:pt x="96312" y="77652"/>
                </a:cubicBezTo>
                <a:cubicBezTo>
                  <a:pt x="96312" y="77652"/>
                  <a:pt x="96312" y="77577"/>
                  <a:pt x="96349" y="77577"/>
                </a:cubicBezTo>
                <a:cubicBezTo>
                  <a:pt x="96385" y="77501"/>
                  <a:pt x="96385" y="77501"/>
                  <a:pt x="96422" y="77501"/>
                </a:cubicBezTo>
                <a:cubicBezTo>
                  <a:pt x="96459" y="77426"/>
                  <a:pt x="96459" y="77426"/>
                  <a:pt x="96496" y="77426"/>
                </a:cubicBezTo>
                <a:cubicBezTo>
                  <a:pt x="96532" y="77351"/>
                  <a:pt x="96532" y="77426"/>
                  <a:pt x="96563" y="77426"/>
                </a:cubicBezTo>
                <a:cubicBezTo>
                  <a:pt x="96600" y="77351"/>
                  <a:pt x="96600" y="77276"/>
                  <a:pt x="96637" y="77276"/>
                </a:cubicBezTo>
                <a:cubicBezTo>
                  <a:pt x="96784" y="77351"/>
                  <a:pt x="96784" y="77351"/>
                  <a:pt x="96784" y="77351"/>
                </a:cubicBezTo>
                <a:cubicBezTo>
                  <a:pt x="97218" y="77351"/>
                  <a:pt x="97218" y="77351"/>
                  <a:pt x="97218" y="77351"/>
                </a:cubicBezTo>
                <a:cubicBezTo>
                  <a:pt x="97218" y="77351"/>
                  <a:pt x="97255" y="77351"/>
                  <a:pt x="97292" y="77351"/>
                </a:cubicBezTo>
                <a:lnTo>
                  <a:pt x="97329" y="77426"/>
                </a:lnTo>
                <a:cubicBezTo>
                  <a:pt x="97402" y="77501"/>
                  <a:pt x="97402" y="77577"/>
                  <a:pt x="97439" y="77577"/>
                </a:cubicBezTo>
                <a:cubicBezTo>
                  <a:pt x="97476" y="77577"/>
                  <a:pt x="97513" y="77577"/>
                  <a:pt x="97549" y="77577"/>
                </a:cubicBezTo>
                <a:cubicBezTo>
                  <a:pt x="97580" y="77501"/>
                  <a:pt x="97617" y="77501"/>
                  <a:pt x="97617" y="77501"/>
                </a:cubicBezTo>
                <a:cubicBezTo>
                  <a:pt x="97653" y="77426"/>
                  <a:pt x="97653" y="77351"/>
                  <a:pt x="97690" y="77351"/>
                </a:cubicBezTo>
                <a:cubicBezTo>
                  <a:pt x="97690" y="77276"/>
                  <a:pt x="97727" y="77351"/>
                  <a:pt x="97764" y="77351"/>
                </a:cubicBezTo>
                <a:cubicBezTo>
                  <a:pt x="97800" y="77276"/>
                  <a:pt x="97800" y="77276"/>
                  <a:pt x="97800" y="77276"/>
                </a:cubicBezTo>
                <a:cubicBezTo>
                  <a:pt x="97837" y="77201"/>
                  <a:pt x="97837" y="77125"/>
                  <a:pt x="97874" y="77125"/>
                </a:cubicBezTo>
                <a:cubicBezTo>
                  <a:pt x="97911" y="76975"/>
                  <a:pt x="97947" y="76912"/>
                  <a:pt x="97947" y="76762"/>
                </a:cubicBezTo>
                <a:cubicBezTo>
                  <a:pt x="97874" y="76762"/>
                  <a:pt x="97837" y="76762"/>
                  <a:pt x="97764" y="76837"/>
                </a:cubicBezTo>
                <a:close/>
                <a:moveTo>
                  <a:pt x="97402" y="84482"/>
                </a:moveTo>
                <a:lnTo>
                  <a:pt x="97402" y="84482"/>
                </a:lnTo>
                <a:cubicBezTo>
                  <a:pt x="97402" y="84557"/>
                  <a:pt x="97366" y="84632"/>
                  <a:pt x="97366" y="84632"/>
                </a:cubicBezTo>
                <a:cubicBezTo>
                  <a:pt x="97366" y="84783"/>
                  <a:pt x="97439" y="84783"/>
                  <a:pt x="97513" y="84858"/>
                </a:cubicBezTo>
                <a:cubicBezTo>
                  <a:pt x="97513" y="84858"/>
                  <a:pt x="97549" y="84858"/>
                  <a:pt x="97580" y="84858"/>
                </a:cubicBezTo>
                <a:cubicBezTo>
                  <a:pt x="97617" y="84858"/>
                  <a:pt x="97617" y="84933"/>
                  <a:pt x="97653" y="84933"/>
                </a:cubicBezTo>
                <a:cubicBezTo>
                  <a:pt x="97690" y="84933"/>
                  <a:pt x="97727" y="84783"/>
                  <a:pt x="97764" y="84632"/>
                </a:cubicBezTo>
                <a:cubicBezTo>
                  <a:pt x="97800" y="84557"/>
                  <a:pt x="97837" y="84482"/>
                  <a:pt x="97874" y="84407"/>
                </a:cubicBezTo>
                <a:cubicBezTo>
                  <a:pt x="97911" y="84344"/>
                  <a:pt x="97947" y="84269"/>
                  <a:pt x="97984" y="84269"/>
                </a:cubicBezTo>
                <a:cubicBezTo>
                  <a:pt x="97984" y="84194"/>
                  <a:pt x="98021" y="84194"/>
                  <a:pt x="98058" y="84194"/>
                </a:cubicBezTo>
                <a:cubicBezTo>
                  <a:pt x="98094" y="84194"/>
                  <a:pt x="98125" y="84194"/>
                  <a:pt x="98199" y="84194"/>
                </a:cubicBezTo>
                <a:cubicBezTo>
                  <a:pt x="98235" y="84119"/>
                  <a:pt x="98272" y="83968"/>
                  <a:pt x="98309" y="83893"/>
                </a:cubicBezTo>
                <a:cubicBezTo>
                  <a:pt x="98382" y="83893"/>
                  <a:pt x="98419" y="83818"/>
                  <a:pt x="98456" y="83818"/>
                </a:cubicBezTo>
                <a:cubicBezTo>
                  <a:pt x="98529" y="83818"/>
                  <a:pt x="98566" y="83818"/>
                  <a:pt x="98597" y="83818"/>
                </a:cubicBezTo>
                <a:cubicBezTo>
                  <a:pt x="98633" y="83818"/>
                  <a:pt x="98633" y="83818"/>
                  <a:pt x="98670" y="83818"/>
                </a:cubicBezTo>
                <a:cubicBezTo>
                  <a:pt x="98707" y="83818"/>
                  <a:pt x="98707" y="83743"/>
                  <a:pt x="98707" y="83667"/>
                </a:cubicBezTo>
                <a:cubicBezTo>
                  <a:pt x="98670" y="83667"/>
                  <a:pt x="98670" y="83667"/>
                  <a:pt x="98633" y="83592"/>
                </a:cubicBezTo>
                <a:cubicBezTo>
                  <a:pt x="98597" y="83592"/>
                  <a:pt x="98597" y="83517"/>
                  <a:pt x="98566" y="83442"/>
                </a:cubicBezTo>
                <a:cubicBezTo>
                  <a:pt x="98529" y="83442"/>
                  <a:pt x="98493" y="83442"/>
                  <a:pt x="98419" y="83442"/>
                </a:cubicBezTo>
                <a:cubicBezTo>
                  <a:pt x="98419" y="83442"/>
                  <a:pt x="98382" y="83442"/>
                  <a:pt x="98346" y="83442"/>
                </a:cubicBezTo>
                <a:lnTo>
                  <a:pt x="98309" y="83442"/>
                </a:lnTo>
                <a:cubicBezTo>
                  <a:pt x="98272" y="83517"/>
                  <a:pt x="98272" y="83592"/>
                  <a:pt x="98235" y="83592"/>
                </a:cubicBezTo>
                <a:cubicBezTo>
                  <a:pt x="98199" y="83667"/>
                  <a:pt x="98162" y="83667"/>
                  <a:pt x="98162" y="83667"/>
                </a:cubicBezTo>
                <a:cubicBezTo>
                  <a:pt x="98125" y="83667"/>
                  <a:pt x="98094" y="83667"/>
                  <a:pt x="98094" y="83667"/>
                </a:cubicBezTo>
                <a:cubicBezTo>
                  <a:pt x="98058" y="83743"/>
                  <a:pt x="98058" y="83818"/>
                  <a:pt x="98021" y="83818"/>
                </a:cubicBezTo>
                <a:cubicBezTo>
                  <a:pt x="97984" y="83818"/>
                  <a:pt x="97947" y="83818"/>
                  <a:pt x="97911" y="83818"/>
                </a:cubicBezTo>
                <a:cubicBezTo>
                  <a:pt x="97911" y="83818"/>
                  <a:pt x="97874" y="83818"/>
                  <a:pt x="97837" y="83893"/>
                </a:cubicBezTo>
                <a:cubicBezTo>
                  <a:pt x="97837" y="83893"/>
                  <a:pt x="97874" y="83968"/>
                  <a:pt x="97837" y="84043"/>
                </a:cubicBezTo>
                <a:cubicBezTo>
                  <a:pt x="97800" y="84043"/>
                  <a:pt x="97727" y="84043"/>
                  <a:pt x="97690" y="84043"/>
                </a:cubicBezTo>
                <a:cubicBezTo>
                  <a:pt x="97653" y="84043"/>
                  <a:pt x="97653" y="84043"/>
                  <a:pt x="97617" y="84043"/>
                </a:cubicBezTo>
                <a:cubicBezTo>
                  <a:pt x="97580" y="84043"/>
                  <a:pt x="97580" y="84194"/>
                  <a:pt x="97549" y="84194"/>
                </a:cubicBezTo>
                <a:cubicBezTo>
                  <a:pt x="97549" y="84269"/>
                  <a:pt x="97513" y="84269"/>
                  <a:pt x="97476" y="84344"/>
                </a:cubicBezTo>
                <a:cubicBezTo>
                  <a:pt x="97476" y="84344"/>
                  <a:pt x="97402" y="84407"/>
                  <a:pt x="97402" y="84482"/>
                </a:cubicBezTo>
                <a:cubicBezTo>
                  <a:pt x="97402" y="84557"/>
                  <a:pt x="97402" y="84557"/>
                  <a:pt x="97402" y="84557"/>
                </a:cubicBezTo>
                <a:cubicBezTo>
                  <a:pt x="97402" y="84632"/>
                  <a:pt x="97439" y="84632"/>
                  <a:pt x="97439" y="84708"/>
                </a:cubicBezTo>
                <a:lnTo>
                  <a:pt x="97402" y="84482"/>
                </a:lnTo>
                <a:close/>
                <a:moveTo>
                  <a:pt x="97255" y="85159"/>
                </a:moveTo>
                <a:lnTo>
                  <a:pt x="97255" y="85159"/>
                </a:lnTo>
                <a:cubicBezTo>
                  <a:pt x="97218" y="85159"/>
                  <a:pt x="97182" y="85234"/>
                  <a:pt x="97108" y="85309"/>
                </a:cubicBezTo>
                <a:cubicBezTo>
                  <a:pt x="97145" y="85384"/>
                  <a:pt x="97145" y="85384"/>
                  <a:pt x="97145" y="85447"/>
                </a:cubicBezTo>
                <a:cubicBezTo>
                  <a:pt x="97366" y="85447"/>
                  <a:pt x="97366" y="85447"/>
                  <a:pt x="97366" y="85447"/>
                </a:cubicBezTo>
                <a:cubicBezTo>
                  <a:pt x="97366" y="85234"/>
                  <a:pt x="97366" y="85234"/>
                  <a:pt x="97366" y="85234"/>
                </a:cubicBezTo>
                <a:cubicBezTo>
                  <a:pt x="97329" y="85084"/>
                  <a:pt x="97329" y="85084"/>
                  <a:pt x="97329" y="85084"/>
                </a:cubicBezTo>
                <a:cubicBezTo>
                  <a:pt x="97292" y="85084"/>
                  <a:pt x="97292" y="85084"/>
                  <a:pt x="97255" y="85159"/>
                </a:cubicBezTo>
                <a:close/>
                <a:moveTo>
                  <a:pt x="96165" y="83667"/>
                </a:moveTo>
                <a:lnTo>
                  <a:pt x="96165" y="83667"/>
                </a:lnTo>
                <a:cubicBezTo>
                  <a:pt x="96202" y="83743"/>
                  <a:pt x="96238" y="83818"/>
                  <a:pt x="96312" y="83893"/>
                </a:cubicBezTo>
                <a:cubicBezTo>
                  <a:pt x="96459" y="83893"/>
                  <a:pt x="96532" y="83893"/>
                  <a:pt x="96673" y="83893"/>
                </a:cubicBezTo>
                <a:cubicBezTo>
                  <a:pt x="96747" y="83893"/>
                  <a:pt x="96747" y="83893"/>
                  <a:pt x="96747" y="83893"/>
                </a:cubicBezTo>
                <a:cubicBezTo>
                  <a:pt x="96857" y="83893"/>
                  <a:pt x="96931" y="83893"/>
                  <a:pt x="97041" y="83893"/>
                </a:cubicBezTo>
                <a:cubicBezTo>
                  <a:pt x="97071" y="83893"/>
                  <a:pt x="97108" y="83818"/>
                  <a:pt x="97108" y="83818"/>
                </a:cubicBezTo>
                <a:cubicBezTo>
                  <a:pt x="97145" y="83818"/>
                  <a:pt x="97182" y="83818"/>
                  <a:pt x="97182" y="83818"/>
                </a:cubicBezTo>
                <a:cubicBezTo>
                  <a:pt x="97218" y="83818"/>
                  <a:pt x="97218" y="83818"/>
                  <a:pt x="97255" y="83818"/>
                </a:cubicBezTo>
                <a:cubicBezTo>
                  <a:pt x="97292" y="83818"/>
                  <a:pt x="97292" y="83743"/>
                  <a:pt x="97329" y="83743"/>
                </a:cubicBezTo>
                <a:cubicBezTo>
                  <a:pt x="97366" y="83667"/>
                  <a:pt x="97366" y="83592"/>
                  <a:pt x="97402" y="83592"/>
                </a:cubicBezTo>
                <a:cubicBezTo>
                  <a:pt x="97439" y="83592"/>
                  <a:pt x="97439" y="83592"/>
                  <a:pt x="97476" y="83592"/>
                </a:cubicBezTo>
                <a:cubicBezTo>
                  <a:pt x="97513" y="83592"/>
                  <a:pt x="97549" y="83592"/>
                  <a:pt x="97617" y="83592"/>
                </a:cubicBezTo>
                <a:cubicBezTo>
                  <a:pt x="97653" y="83592"/>
                  <a:pt x="97653" y="83592"/>
                  <a:pt x="97690" y="83592"/>
                </a:cubicBezTo>
                <a:cubicBezTo>
                  <a:pt x="97727" y="83592"/>
                  <a:pt x="97727" y="83517"/>
                  <a:pt x="97764" y="83442"/>
                </a:cubicBezTo>
                <a:cubicBezTo>
                  <a:pt x="97727" y="83367"/>
                  <a:pt x="97727" y="83367"/>
                  <a:pt x="97727" y="83367"/>
                </a:cubicBezTo>
                <a:cubicBezTo>
                  <a:pt x="97690" y="83367"/>
                  <a:pt x="97690" y="83304"/>
                  <a:pt x="97653" y="83367"/>
                </a:cubicBezTo>
                <a:cubicBezTo>
                  <a:pt x="97617" y="83367"/>
                  <a:pt x="97617" y="83442"/>
                  <a:pt x="97580" y="83442"/>
                </a:cubicBezTo>
                <a:cubicBezTo>
                  <a:pt x="97513" y="83442"/>
                  <a:pt x="97439" y="83442"/>
                  <a:pt x="97366" y="83442"/>
                </a:cubicBezTo>
                <a:cubicBezTo>
                  <a:pt x="97329" y="83442"/>
                  <a:pt x="97255" y="83517"/>
                  <a:pt x="97218" y="83517"/>
                </a:cubicBezTo>
                <a:cubicBezTo>
                  <a:pt x="97145" y="83517"/>
                  <a:pt x="97145" y="83517"/>
                  <a:pt x="97145" y="83517"/>
                </a:cubicBezTo>
                <a:cubicBezTo>
                  <a:pt x="97108" y="83517"/>
                  <a:pt x="97108" y="83517"/>
                  <a:pt x="97071" y="83517"/>
                </a:cubicBezTo>
                <a:cubicBezTo>
                  <a:pt x="97071" y="83517"/>
                  <a:pt x="97041" y="83517"/>
                  <a:pt x="97004" y="83517"/>
                </a:cubicBezTo>
                <a:cubicBezTo>
                  <a:pt x="96967" y="83592"/>
                  <a:pt x="96967" y="83592"/>
                  <a:pt x="96894" y="83592"/>
                </a:cubicBezTo>
                <a:cubicBezTo>
                  <a:pt x="96857" y="83592"/>
                  <a:pt x="96857" y="83592"/>
                  <a:pt x="96820" y="83592"/>
                </a:cubicBezTo>
                <a:cubicBezTo>
                  <a:pt x="96784" y="83592"/>
                  <a:pt x="96747" y="83442"/>
                  <a:pt x="96710" y="83442"/>
                </a:cubicBezTo>
                <a:cubicBezTo>
                  <a:pt x="96673" y="83442"/>
                  <a:pt x="96637" y="83442"/>
                  <a:pt x="96563" y="83367"/>
                </a:cubicBezTo>
                <a:cubicBezTo>
                  <a:pt x="96532" y="83367"/>
                  <a:pt x="96532" y="83367"/>
                  <a:pt x="96459" y="83367"/>
                </a:cubicBezTo>
                <a:cubicBezTo>
                  <a:pt x="96422" y="83367"/>
                  <a:pt x="96422" y="83367"/>
                  <a:pt x="96385" y="83367"/>
                </a:cubicBezTo>
                <a:cubicBezTo>
                  <a:pt x="96349" y="83442"/>
                  <a:pt x="96312" y="83442"/>
                  <a:pt x="96275" y="83442"/>
                </a:cubicBezTo>
                <a:cubicBezTo>
                  <a:pt x="96238" y="83517"/>
                  <a:pt x="96238" y="83592"/>
                  <a:pt x="96202" y="83592"/>
                </a:cubicBezTo>
                <a:cubicBezTo>
                  <a:pt x="96091" y="83592"/>
                  <a:pt x="96091" y="83592"/>
                  <a:pt x="96091" y="83592"/>
                </a:cubicBezTo>
                <a:lnTo>
                  <a:pt x="96165" y="83667"/>
                </a:lnTo>
                <a:close/>
                <a:moveTo>
                  <a:pt x="96024" y="84119"/>
                </a:moveTo>
                <a:lnTo>
                  <a:pt x="96024" y="84119"/>
                </a:lnTo>
                <a:cubicBezTo>
                  <a:pt x="95987" y="84194"/>
                  <a:pt x="95950" y="84194"/>
                  <a:pt x="95914" y="84269"/>
                </a:cubicBezTo>
                <a:cubicBezTo>
                  <a:pt x="95914" y="84344"/>
                  <a:pt x="95914" y="84344"/>
                  <a:pt x="95950" y="84407"/>
                </a:cubicBezTo>
                <a:cubicBezTo>
                  <a:pt x="95950" y="84482"/>
                  <a:pt x="95987" y="84482"/>
                  <a:pt x="95987" y="84482"/>
                </a:cubicBezTo>
                <a:cubicBezTo>
                  <a:pt x="96024" y="84557"/>
                  <a:pt x="96024" y="84632"/>
                  <a:pt x="96024" y="84632"/>
                </a:cubicBezTo>
                <a:cubicBezTo>
                  <a:pt x="96055" y="84708"/>
                  <a:pt x="96055" y="84783"/>
                  <a:pt x="96091" y="84783"/>
                </a:cubicBezTo>
                <a:cubicBezTo>
                  <a:pt x="96128" y="84858"/>
                  <a:pt x="96128" y="84858"/>
                  <a:pt x="96165" y="84858"/>
                </a:cubicBezTo>
                <a:cubicBezTo>
                  <a:pt x="96238" y="84858"/>
                  <a:pt x="96275" y="84858"/>
                  <a:pt x="96312" y="84858"/>
                </a:cubicBezTo>
                <a:cubicBezTo>
                  <a:pt x="96422" y="84858"/>
                  <a:pt x="96459" y="84858"/>
                  <a:pt x="96532" y="84783"/>
                </a:cubicBezTo>
                <a:cubicBezTo>
                  <a:pt x="96532" y="84632"/>
                  <a:pt x="96532" y="84632"/>
                  <a:pt x="96532" y="84632"/>
                </a:cubicBezTo>
                <a:cubicBezTo>
                  <a:pt x="96496" y="84632"/>
                  <a:pt x="96496" y="84632"/>
                  <a:pt x="96459" y="84632"/>
                </a:cubicBezTo>
                <a:cubicBezTo>
                  <a:pt x="96422" y="84632"/>
                  <a:pt x="96385" y="84557"/>
                  <a:pt x="96385" y="84557"/>
                </a:cubicBezTo>
                <a:cubicBezTo>
                  <a:pt x="96349" y="84482"/>
                  <a:pt x="96385" y="84407"/>
                  <a:pt x="96349" y="84407"/>
                </a:cubicBezTo>
                <a:cubicBezTo>
                  <a:pt x="96349" y="84407"/>
                  <a:pt x="96312" y="84407"/>
                  <a:pt x="96275" y="84344"/>
                </a:cubicBezTo>
                <a:cubicBezTo>
                  <a:pt x="96275" y="84344"/>
                  <a:pt x="96238" y="84344"/>
                  <a:pt x="96202" y="84344"/>
                </a:cubicBezTo>
                <a:cubicBezTo>
                  <a:pt x="96165" y="84344"/>
                  <a:pt x="96165" y="84269"/>
                  <a:pt x="96165" y="84194"/>
                </a:cubicBezTo>
                <a:cubicBezTo>
                  <a:pt x="96128" y="84194"/>
                  <a:pt x="96055" y="84119"/>
                  <a:pt x="96024" y="84119"/>
                </a:cubicBezTo>
                <a:close/>
                <a:moveTo>
                  <a:pt x="95148" y="83517"/>
                </a:moveTo>
                <a:lnTo>
                  <a:pt x="95148" y="83517"/>
                </a:lnTo>
                <a:cubicBezTo>
                  <a:pt x="95111" y="83517"/>
                  <a:pt x="95038" y="83592"/>
                  <a:pt x="95038" y="83667"/>
                </a:cubicBezTo>
                <a:cubicBezTo>
                  <a:pt x="95038" y="83743"/>
                  <a:pt x="95075" y="83743"/>
                  <a:pt x="95111" y="83818"/>
                </a:cubicBezTo>
                <a:cubicBezTo>
                  <a:pt x="95148" y="83968"/>
                  <a:pt x="95222" y="83893"/>
                  <a:pt x="95332" y="83893"/>
                </a:cubicBezTo>
                <a:cubicBezTo>
                  <a:pt x="95369" y="83893"/>
                  <a:pt x="95405" y="83893"/>
                  <a:pt x="95442" y="83893"/>
                </a:cubicBezTo>
                <a:cubicBezTo>
                  <a:pt x="95479" y="83818"/>
                  <a:pt x="95509" y="83818"/>
                  <a:pt x="95509" y="83818"/>
                </a:cubicBezTo>
                <a:cubicBezTo>
                  <a:pt x="95546" y="83743"/>
                  <a:pt x="95546" y="83667"/>
                  <a:pt x="95583" y="83667"/>
                </a:cubicBezTo>
                <a:cubicBezTo>
                  <a:pt x="95620" y="83592"/>
                  <a:pt x="95693" y="83667"/>
                  <a:pt x="95730" y="83667"/>
                </a:cubicBezTo>
                <a:cubicBezTo>
                  <a:pt x="95803" y="83667"/>
                  <a:pt x="95840" y="83667"/>
                  <a:pt x="95914" y="83667"/>
                </a:cubicBezTo>
                <a:lnTo>
                  <a:pt x="95950" y="83667"/>
                </a:lnTo>
                <a:lnTo>
                  <a:pt x="95950" y="83667"/>
                </a:lnTo>
                <a:cubicBezTo>
                  <a:pt x="95914" y="83592"/>
                  <a:pt x="95950" y="83517"/>
                  <a:pt x="95950" y="83442"/>
                </a:cubicBezTo>
                <a:cubicBezTo>
                  <a:pt x="95877" y="83442"/>
                  <a:pt x="95840" y="83517"/>
                  <a:pt x="95803" y="83442"/>
                </a:cubicBezTo>
                <a:cubicBezTo>
                  <a:pt x="95767" y="83442"/>
                  <a:pt x="95767" y="83442"/>
                  <a:pt x="95730" y="83367"/>
                </a:cubicBezTo>
                <a:cubicBezTo>
                  <a:pt x="95693" y="83367"/>
                  <a:pt x="95656" y="83442"/>
                  <a:pt x="95656" y="83367"/>
                </a:cubicBezTo>
                <a:cubicBezTo>
                  <a:pt x="95620" y="83367"/>
                  <a:pt x="95583" y="83367"/>
                  <a:pt x="95546" y="83367"/>
                </a:cubicBezTo>
                <a:cubicBezTo>
                  <a:pt x="95479" y="83367"/>
                  <a:pt x="95479" y="83367"/>
                  <a:pt x="95442" y="83367"/>
                </a:cubicBezTo>
                <a:cubicBezTo>
                  <a:pt x="95405" y="83367"/>
                  <a:pt x="95369" y="83442"/>
                  <a:pt x="95369" y="83442"/>
                </a:cubicBezTo>
                <a:cubicBezTo>
                  <a:pt x="95332" y="83442"/>
                  <a:pt x="95332" y="83517"/>
                  <a:pt x="95295" y="83517"/>
                </a:cubicBezTo>
                <a:cubicBezTo>
                  <a:pt x="95258" y="83517"/>
                  <a:pt x="95222" y="83517"/>
                  <a:pt x="95148" y="83517"/>
                </a:cubicBezTo>
                <a:close/>
                <a:moveTo>
                  <a:pt x="91375" y="82326"/>
                </a:moveTo>
                <a:lnTo>
                  <a:pt x="91375" y="82326"/>
                </a:lnTo>
                <a:cubicBezTo>
                  <a:pt x="91375" y="82477"/>
                  <a:pt x="91375" y="82477"/>
                  <a:pt x="91375" y="82477"/>
                </a:cubicBezTo>
                <a:cubicBezTo>
                  <a:pt x="91589" y="82477"/>
                  <a:pt x="91589" y="82477"/>
                  <a:pt x="91589" y="82477"/>
                </a:cubicBezTo>
                <a:cubicBezTo>
                  <a:pt x="91589" y="82778"/>
                  <a:pt x="91589" y="82778"/>
                  <a:pt x="91589" y="82778"/>
                </a:cubicBezTo>
                <a:cubicBezTo>
                  <a:pt x="91626" y="82778"/>
                  <a:pt x="91663" y="82778"/>
                  <a:pt x="91699" y="82778"/>
                </a:cubicBezTo>
                <a:cubicBezTo>
                  <a:pt x="91736" y="82778"/>
                  <a:pt x="91773" y="82778"/>
                  <a:pt x="91773" y="82778"/>
                </a:cubicBezTo>
                <a:cubicBezTo>
                  <a:pt x="91846" y="82853"/>
                  <a:pt x="91846" y="82853"/>
                  <a:pt x="91846" y="82853"/>
                </a:cubicBezTo>
                <a:cubicBezTo>
                  <a:pt x="91883" y="82928"/>
                  <a:pt x="91883" y="83003"/>
                  <a:pt x="91914" y="83003"/>
                </a:cubicBezTo>
                <a:cubicBezTo>
                  <a:pt x="91914" y="83078"/>
                  <a:pt x="91957" y="83154"/>
                  <a:pt x="91987" y="83154"/>
                </a:cubicBezTo>
                <a:cubicBezTo>
                  <a:pt x="92024" y="83229"/>
                  <a:pt x="92024" y="83229"/>
                  <a:pt x="92098" y="83229"/>
                </a:cubicBezTo>
                <a:cubicBezTo>
                  <a:pt x="92171" y="83229"/>
                  <a:pt x="92171" y="83078"/>
                  <a:pt x="92245" y="83078"/>
                </a:cubicBezTo>
                <a:cubicBezTo>
                  <a:pt x="92281" y="83078"/>
                  <a:pt x="92318" y="83078"/>
                  <a:pt x="92318" y="83078"/>
                </a:cubicBezTo>
                <a:cubicBezTo>
                  <a:pt x="92392" y="83078"/>
                  <a:pt x="92428" y="83078"/>
                  <a:pt x="92459" y="83078"/>
                </a:cubicBezTo>
                <a:cubicBezTo>
                  <a:pt x="92532" y="83078"/>
                  <a:pt x="92569" y="83003"/>
                  <a:pt x="92606" y="83003"/>
                </a:cubicBezTo>
                <a:cubicBezTo>
                  <a:pt x="92679" y="83003"/>
                  <a:pt x="92716" y="83003"/>
                  <a:pt x="92753" y="83078"/>
                </a:cubicBezTo>
                <a:cubicBezTo>
                  <a:pt x="92790" y="83078"/>
                  <a:pt x="92790" y="83154"/>
                  <a:pt x="92790" y="83229"/>
                </a:cubicBezTo>
                <a:cubicBezTo>
                  <a:pt x="92826" y="83229"/>
                  <a:pt x="92826" y="83304"/>
                  <a:pt x="92863" y="83304"/>
                </a:cubicBezTo>
                <a:cubicBezTo>
                  <a:pt x="92900" y="83304"/>
                  <a:pt x="92900" y="83304"/>
                  <a:pt x="92931" y="83304"/>
                </a:cubicBezTo>
                <a:cubicBezTo>
                  <a:pt x="93004" y="83304"/>
                  <a:pt x="93041" y="83304"/>
                  <a:pt x="93078" y="83304"/>
                </a:cubicBezTo>
                <a:cubicBezTo>
                  <a:pt x="93151" y="83304"/>
                  <a:pt x="93188" y="83304"/>
                  <a:pt x="93261" y="83304"/>
                </a:cubicBezTo>
                <a:cubicBezTo>
                  <a:pt x="93335" y="83367"/>
                  <a:pt x="93335" y="83442"/>
                  <a:pt x="93408" y="83517"/>
                </a:cubicBezTo>
                <a:cubicBezTo>
                  <a:pt x="93445" y="83517"/>
                  <a:pt x="93445" y="83592"/>
                  <a:pt x="93476" y="83592"/>
                </a:cubicBezTo>
                <a:cubicBezTo>
                  <a:pt x="93476" y="83592"/>
                  <a:pt x="93513" y="83592"/>
                  <a:pt x="93549" y="83592"/>
                </a:cubicBezTo>
                <a:cubicBezTo>
                  <a:pt x="93623" y="83667"/>
                  <a:pt x="93660" y="83667"/>
                  <a:pt x="93696" y="83667"/>
                </a:cubicBezTo>
                <a:cubicBezTo>
                  <a:pt x="93696" y="83592"/>
                  <a:pt x="93696" y="83592"/>
                  <a:pt x="93696" y="83517"/>
                </a:cubicBezTo>
                <a:cubicBezTo>
                  <a:pt x="93696" y="83442"/>
                  <a:pt x="93733" y="83442"/>
                  <a:pt x="93733" y="83367"/>
                </a:cubicBezTo>
                <a:cubicBezTo>
                  <a:pt x="93770" y="83367"/>
                  <a:pt x="93807" y="83367"/>
                  <a:pt x="93807" y="83367"/>
                </a:cubicBezTo>
                <a:cubicBezTo>
                  <a:pt x="93843" y="83367"/>
                  <a:pt x="93843" y="83442"/>
                  <a:pt x="93880" y="83442"/>
                </a:cubicBezTo>
                <a:cubicBezTo>
                  <a:pt x="93917" y="83517"/>
                  <a:pt x="93917" y="83442"/>
                  <a:pt x="93947" y="83442"/>
                </a:cubicBezTo>
                <a:cubicBezTo>
                  <a:pt x="94021" y="83442"/>
                  <a:pt x="94021" y="83442"/>
                  <a:pt x="94021" y="83442"/>
                </a:cubicBezTo>
                <a:cubicBezTo>
                  <a:pt x="94058" y="83442"/>
                  <a:pt x="94094" y="83367"/>
                  <a:pt x="94131" y="83367"/>
                </a:cubicBezTo>
                <a:cubicBezTo>
                  <a:pt x="94168" y="83367"/>
                  <a:pt x="94205" y="83442"/>
                  <a:pt x="94241" y="83442"/>
                </a:cubicBezTo>
                <a:cubicBezTo>
                  <a:pt x="94278" y="83517"/>
                  <a:pt x="94315" y="83517"/>
                  <a:pt x="94315" y="83517"/>
                </a:cubicBezTo>
                <a:cubicBezTo>
                  <a:pt x="94352" y="83517"/>
                  <a:pt x="94352" y="83592"/>
                  <a:pt x="94388" y="83667"/>
                </a:cubicBezTo>
                <a:cubicBezTo>
                  <a:pt x="94425" y="83743"/>
                  <a:pt x="94462" y="83818"/>
                  <a:pt x="94493" y="83818"/>
                </a:cubicBezTo>
                <a:cubicBezTo>
                  <a:pt x="94566" y="83893"/>
                  <a:pt x="94603" y="83893"/>
                  <a:pt x="94676" y="83893"/>
                </a:cubicBezTo>
                <a:cubicBezTo>
                  <a:pt x="94750" y="83893"/>
                  <a:pt x="94750" y="83893"/>
                  <a:pt x="94750" y="83893"/>
                </a:cubicBezTo>
                <a:cubicBezTo>
                  <a:pt x="94787" y="83893"/>
                  <a:pt x="94787" y="83818"/>
                  <a:pt x="94823" y="83818"/>
                </a:cubicBezTo>
                <a:cubicBezTo>
                  <a:pt x="94787" y="83667"/>
                  <a:pt x="94750" y="83592"/>
                  <a:pt x="94750" y="83517"/>
                </a:cubicBezTo>
                <a:cubicBezTo>
                  <a:pt x="94713" y="83442"/>
                  <a:pt x="94713" y="83367"/>
                  <a:pt x="94676" y="83367"/>
                </a:cubicBezTo>
                <a:cubicBezTo>
                  <a:pt x="94640" y="83367"/>
                  <a:pt x="94640" y="83367"/>
                  <a:pt x="94603" y="83367"/>
                </a:cubicBezTo>
                <a:cubicBezTo>
                  <a:pt x="94529" y="83304"/>
                  <a:pt x="94493" y="83229"/>
                  <a:pt x="94493" y="83078"/>
                </a:cubicBezTo>
                <a:cubicBezTo>
                  <a:pt x="93947" y="83078"/>
                  <a:pt x="93947" y="83078"/>
                  <a:pt x="93947" y="83078"/>
                </a:cubicBezTo>
                <a:cubicBezTo>
                  <a:pt x="93947" y="83078"/>
                  <a:pt x="93917" y="83003"/>
                  <a:pt x="93947" y="82928"/>
                </a:cubicBezTo>
                <a:cubicBezTo>
                  <a:pt x="93947" y="82853"/>
                  <a:pt x="93947" y="82853"/>
                  <a:pt x="93990" y="82778"/>
                </a:cubicBezTo>
                <a:lnTo>
                  <a:pt x="94021" y="82778"/>
                </a:lnTo>
                <a:cubicBezTo>
                  <a:pt x="94094" y="82702"/>
                  <a:pt x="94131" y="82778"/>
                  <a:pt x="94168" y="82778"/>
                </a:cubicBezTo>
                <a:cubicBezTo>
                  <a:pt x="94241" y="82778"/>
                  <a:pt x="94278" y="82702"/>
                  <a:pt x="94315" y="82627"/>
                </a:cubicBezTo>
                <a:cubicBezTo>
                  <a:pt x="94278" y="82627"/>
                  <a:pt x="94241" y="82627"/>
                  <a:pt x="94168" y="82552"/>
                </a:cubicBezTo>
                <a:cubicBezTo>
                  <a:pt x="94168" y="82552"/>
                  <a:pt x="94131" y="82552"/>
                  <a:pt x="94094" y="82477"/>
                </a:cubicBezTo>
                <a:cubicBezTo>
                  <a:pt x="94094" y="82477"/>
                  <a:pt x="94058" y="82552"/>
                  <a:pt x="94021" y="82477"/>
                </a:cubicBezTo>
                <a:cubicBezTo>
                  <a:pt x="93990" y="82477"/>
                  <a:pt x="93947" y="82402"/>
                  <a:pt x="93880" y="82402"/>
                </a:cubicBezTo>
                <a:cubicBezTo>
                  <a:pt x="93843" y="82402"/>
                  <a:pt x="93807" y="82477"/>
                  <a:pt x="93733" y="82477"/>
                </a:cubicBezTo>
                <a:cubicBezTo>
                  <a:pt x="93696" y="82477"/>
                  <a:pt x="93696" y="82402"/>
                  <a:pt x="93660" y="82402"/>
                </a:cubicBezTo>
                <a:cubicBezTo>
                  <a:pt x="93586" y="82402"/>
                  <a:pt x="93513" y="82477"/>
                  <a:pt x="93445" y="82402"/>
                </a:cubicBezTo>
                <a:cubicBezTo>
                  <a:pt x="93408" y="82402"/>
                  <a:pt x="93372" y="82326"/>
                  <a:pt x="93298" y="82251"/>
                </a:cubicBezTo>
                <a:cubicBezTo>
                  <a:pt x="93261" y="82251"/>
                  <a:pt x="93225" y="82189"/>
                  <a:pt x="93151" y="82189"/>
                </a:cubicBezTo>
                <a:lnTo>
                  <a:pt x="91375" y="82326"/>
                </a:lnTo>
                <a:close/>
                <a:moveTo>
                  <a:pt x="90284" y="81286"/>
                </a:moveTo>
                <a:lnTo>
                  <a:pt x="90284" y="81286"/>
                </a:lnTo>
                <a:cubicBezTo>
                  <a:pt x="90284" y="81286"/>
                  <a:pt x="90248" y="81361"/>
                  <a:pt x="90248" y="81437"/>
                </a:cubicBezTo>
                <a:lnTo>
                  <a:pt x="90248" y="81512"/>
                </a:lnTo>
                <a:cubicBezTo>
                  <a:pt x="90321" y="81662"/>
                  <a:pt x="90321" y="81662"/>
                  <a:pt x="90321" y="81662"/>
                </a:cubicBezTo>
                <a:cubicBezTo>
                  <a:pt x="90321" y="81512"/>
                  <a:pt x="90321" y="81512"/>
                  <a:pt x="90321" y="81512"/>
                </a:cubicBezTo>
                <a:cubicBezTo>
                  <a:pt x="90321" y="81437"/>
                  <a:pt x="90284" y="81437"/>
                  <a:pt x="90284" y="81437"/>
                </a:cubicBezTo>
                <a:lnTo>
                  <a:pt x="90284" y="81286"/>
                </a:lnTo>
                <a:close/>
                <a:moveTo>
                  <a:pt x="92790" y="76386"/>
                </a:moveTo>
                <a:lnTo>
                  <a:pt x="92790" y="76386"/>
                </a:lnTo>
                <a:cubicBezTo>
                  <a:pt x="92716" y="76386"/>
                  <a:pt x="92716" y="76386"/>
                  <a:pt x="92716" y="76386"/>
                </a:cubicBezTo>
                <a:cubicBezTo>
                  <a:pt x="92679" y="76386"/>
                  <a:pt x="92679" y="76386"/>
                  <a:pt x="92643" y="76461"/>
                </a:cubicBezTo>
                <a:cubicBezTo>
                  <a:pt x="92643" y="76687"/>
                  <a:pt x="92643" y="76837"/>
                  <a:pt x="92606" y="76975"/>
                </a:cubicBezTo>
                <a:cubicBezTo>
                  <a:pt x="92606" y="77063"/>
                  <a:pt x="92532" y="77063"/>
                  <a:pt x="92532" y="77125"/>
                </a:cubicBezTo>
                <a:cubicBezTo>
                  <a:pt x="92532" y="77125"/>
                  <a:pt x="92532" y="77201"/>
                  <a:pt x="92532" y="77276"/>
                </a:cubicBezTo>
                <a:cubicBezTo>
                  <a:pt x="92496" y="77351"/>
                  <a:pt x="92532" y="77426"/>
                  <a:pt x="92532" y="77577"/>
                </a:cubicBezTo>
                <a:cubicBezTo>
                  <a:pt x="92532" y="77727"/>
                  <a:pt x="92496" y="77802"/>
                  <a:pt x="92532" y="77877"/>
                </a:cubicBezTo>
                <a:cubicBezTo>
                  <a:pt x="92532" y="77953"/>
                  <a:pt x="92532" y="78028"/>
                  <a:pt x="92532" y="78028"/>
                </a:cubicBezTo>
                <a:cubicBezTo>
                  <a:pt x="92569" y="78090"/>
                  <a:pt x="92569" y="78090"/>
                  <a:pt x="92606" y="78166"/>
                </a:cubicBezTo>
                <a:cubicBezTo>
                  <a:pt x="92643" y="78241"/>
                  <a:pt x="92716" y="78241"/>
                  <a:pt x="92753" y="78316"/>
                </a:cubicBezTo>
                <a:cubicBezTo>
                  <a:pt x="92790" y="78316"/>
                  <a:pt x="92790" y="78391"/>
                  <a:pt x="92790" y="78466"/>
                </a:cubicBezTo>
                <a:cubicBezTo>
                  <a:pt x="92826" y="78466"/>
                  <a:pt x="92863" y="78466"/>
                  <a:pt x="92863" y="78542"/>
                </a:cubicBezTo>
                <a:cubicBezTo>
                  <a:pt x="92900" y="78617"/>
                  <a:pt x="92863" y="78692"/>
                  <a:pt x="92863" y="78767"/>
                </a:cubicBezTo>
                <a:cubicBezTo>
                  <a:pt x="92863" y="78767"/>
                  <a:pt x="92863" y="78767"/>
                  <a:pt x="92863" y="78842"/>
                </a:cubicBezTo>
                <a:cubicBezTo>
                  <a:pt x="92863" y="78993"/>
                  <a:pt x="92863" y="78993"/>
                  <a:pt x="92863" y="78993"/>
                </a:cubicBezTo>
                <a:cubicBezTo>
                  <a:pt x="92863" y="79068"/>
                  <a:pt x="92826" y="79068"/>
                  <a:pt x="92826" y="79206"/>
                </a:cubicBezTo>
                <a:cubicBezTo>
                  <a:pt x="92826" y="79281"/>
                  <a:pt x="92863" y="79356"/>
                  <a:pt x="92863" y="79431"/>
                </a:cubicBezTo>
                <a:lnTo>
                  <a:pt x="92863" y="79507"/>
                </a:lnTo>
                <a:cubicBezTo>
                  <a:pt x="92900" y="79582"/>
                  <a:pt x="92900" y="79657"/>
                  <a:pt x="92931" y="79657"/>
                </a:cubicBezTo>
                <a:cubicBezTo>
                  <a:pt x="92931" y="79732"/>
                  <a:pt x="92973" y="79732"/>
                  <a:pt x="93004" y="79732"/>
                </a:cubicBezTo>
                <a:cubicBezTo>
                  <a:pt x="93041" y="79807"/>
                  <a:pt x="93078" y="79807"/>
                  <a:pt x="93114" y="79807"/>
                </a:cubicBezTo>
                <a:cubicBezTo>
                  <a:pt x="93188" y="79807"/>
                  <a:pt x="93225" y="79807"/>
                  <a:pt x="93298" y="79807"/>
                </a:cubicBezTo>
                <a:cubicBezTo>
                  <a:pt x="93298" y="79807"/>
                  <a:pt x="93335" y="79807"/>
                  <a:pt x="93372" y="79807"/>
                </a:cubicBezTo>
                <a:cubicBezTo>
                  <a:pt x="93372" y="79883"/>
                  <a:pt x="93372" y="79958"/>
                  <a:pt x="93372" y="79958"/>
                </a:cubicBezTo>
                <a:cubicBezTo>
                  <a:pt x="93408" y="80033"/>
                  <a:pt x="93445" y="80171"/>
                  <a:pt x="93513" y="80171"/>
                </a:cubicBezTo>
                <a:cubicBezTo>
                  <a:pt x="93549" y="80171"/>
                  <a:pt x="93586" y="80171"/>
                  <a:pt x="93623" y="80171"/>
                </a:cubicBezTo>
                <a:cubicBezTo>
                  <a:pt x="93696" y="80171"/>
                  <a:pt x="93733" y="80171"/>
                  <a:pt x="93770" y="80171"/>
                </a:cubicBezTo>
                <a:cubicBezTo>
                  <a:pt x="93843" y="80171"/>
                  <a:pt x="93880" y="80033"/>
                  <a:pt x="93947" y="80033"/>
                </a:cubicBezTo>
                <a:cubicBezTo>
                  <a:pt x="93990" y="80033"/>
                  <a:pt x="94021" y="80033"/>
                  <a:pt x="94058" y="80033"/>
                </a:cubicBezTo>
                <a:cubicBezTo>
                  <a:pt x="94094" y="80108"/>
                  <a:pt x="94094" y="80108"/>
                  <a:pt x="94131" y="80171"/>
                </a:cubicBezTo>
                <a:cubicBezTo>
                  <a:pt x="94168" y="80171"/>
                  <a:pt x="94131" y="80321"/>
                  <a:pt x="94168" y="80321"/>
                </a:cubicBezTo>
                <a:cubicBezTo>
                  <a:pt x="94241" y="80321"/>
                  <a:pt x="94241" y="80171"/>
                  <a:pt x="94278" y="80171"/>
                </a:cubicBezTo>
                <a:cubicBezTo>
                  <a:pt x="94352" y="80171"/>
                  <a:pt x="94425" y="80321"/>
                  <a:pt x="94462" y="80396"/>
                </a:cubicBezTo>
                <a:cubicBezTo>
                  <a:pt x="94493" y="80472"/>
                  <a:pt x="94493" y="80547"/>
                  <a:pt x="94529" y="80547"/>
                </a:cubicBezTo>
                <a:cubicBezTo>
                  <a:pt x="94566" y="80547"/>
                  <a:pt x="94566" y="80547"/>
                  <a:pt x="94603" y="80547"/>
                </a:cubicBezTo>
                <a:cubicBezTo>
                  <a:pt x="94640" y="80622"/>
                  <a:pt x="94676" y="80547"/>
                  <a:pt x="94713" y="80547"/>
                </a:cubicBezTo>
                <a:cubicBezTo>
                  <a:pt x="94823" y="80547"/>
                  <a:pt x="94823" y="80547"/>
                  <a:pt x="94823" y="80547"/>
                </a:cubicBezTo>
                <a:cubicBezTo>
                  <a:pt x="94823" y="80547"/>
                  <a:pt x="94823" y="80547"/>
                  <a:pt x="94860" y="80547"/>
                </a:cubicBezTo>
                <a:cubicBezTo>
                  <a:pt x="94860" y="80246"/>
                  <a:pt x="94860" y="80246"/>
                  <a:pt x="94860" y="80246"/>
                </a:cubicBezTo>
                <a:cubicBezTo>
                  <a:pt x="94860" y="80171"/>
                  <a:pt x="94860" y="80171"/>
                  <a:pt x="94860" y="80108"/>
                </a:cubicBezTo>
                <a:cubicBezTo>
                  <a:pt x="94897" y="80108"/>
                  <a:pt x="94897" y="80108"/>
                  <a:pt x="94934" y="80033"/>
                </a:cubicBezTo>
                <a:cubicBezTo>
                  <a:pt x="94970" y="80033"/>
                  <a:pt x="94970" y="80033"/>
                  <a:pt x="95007" y="79958"/>
                </a:cubicBezTo>
                <a:cubicBezTo>
                  <a:pt x="95038" y="79958"/>
                  <a:pt x="95038" y="79883"/>
                  <a:pt x="95038" y="79732"/>
                </a:cubicBezTo>
                <a:cubicBezTo>
                  <a:pt x="95038" y="79657"/>
                  <a:pt x="95038" y="79582"/>
                  <a:pt x="95038" y="79507"/>
                </a:cubicBezTo>
                <a:cubicBezTo>
                  <a:pt x="95038" y="79507"/>
                  <a:pt x="95007" y="79431"/>
                  <a:pt x="94970" y="79431"/>
                </a:cubicBezTo>
                <a:cubicBezTo>
                  <a:pt x="94970" y="79356"/>
                  <a:pt x="94970" y="79281"/>
                  <a:pt x="94970" y="79206"/>
                </a:cubicBezTo>
                <a:cubicBezTo>
                  <a:pt x="94970" y="79143"/>
                  <a:pt x="95007" y="79143"/>
                  <a:pt x="95007" y="79068"/>
                </a:cubicBezTo>
                <a:cubicBezTo>
                  <a:pt x="95007" y="79068"/>
                  <a:pt x="95038" y="78993"/>
                  <a:pt x="95075" y="78993"/>
                </a:cubicBezTo>
                <a:cubicBezTo>
                  <a:pt x="95075" y="78918"/>
                  <a:pt x="95111" y="78842"/>
                  <a:pt x="95111" y="78842"/>
                </a:cubicBezTo>
                <a:cubicBezTo>
                  <a:pt x="95111" y="78767"/>
                  <a:pt x="95148" y="78692"/>
                  <a:pt x="95148" y="78617"/>
                </a:cubicBezTo>
                <a:cubicBezTo>
                  <a:pt x="95185" y="78466"/>
                  <a:pt x="95185" y="78391"/>
                  <a:pt x="95222" y="78241"/>
                </a:cubicBezTo>
                <a:cubicBezTo>
                  <a:pt x="95442" y="78241"/>
                  <a:pt x="95442" y="78241"/>
                  <a:pt x="95442" y="78241"/>
                </a:cubicBezTo>
                <a:cubicBezTo>
                  <a:pt x="95442" y="77501"/>
                  <a:pt x="95442" y="77501"/>
                  <a:pt x="95442" y="77501"/>
                </a:cubicBezTo>
                <a:cubicBezTo>
                  <a:pt x="95509" y="77501"/>
                  <a:pt x="95546" y="77501"/>
                  <a:pt x="95656" y="77501"/>
                </a:cubicBezTo>
                <a:cubicBezTo>
                  <a:pt x="95693" y="77501"/>
                  <a:pt x="95693" y="77426"/>
                  <a:pt x="95730" y="77426"/>
                </a:cubicBezTo>
                <a:cubicBezTo>
                  <a:pt x="95767" y="77426"/>
                  <a:pt x="95803" y="77351"/>
                  <a:pt x="95803" y="77276"/>
                </a:cubicBezTo>
                <a:cubicBezTo>
                  <a:pt x="95803" y="77276"/>
                  <a:pt x="95840" y="77201"/>
                  <a:pt x="95840" y="77125"/>
                </a:cubicBezTo>
                <a:cubicBezTo>
                  <a:pt x="95803" y="77125"/>
                  <a:pt x="95803" y="76975"/>
                  <a:pt x="95803" y="76975"/>
                </a:cubicBezTo>
                <a:cubicBezTo>
                  <a:pt x="95767" y="76975"/>
                  <a:pt x="95730" y="76975"/>
                  <a:pt x="95693" y="76975"/>
                </a:cubicBezTo>
                <a:cubicBezTo>
                  <a:pt x="95693" y="76975"/>
                  <a:pt x="95656" y="76975"/>
                  <a:pt x="95620" y="76975"/>
                </a:cubicBezTo>
                <a:cubicBezTo>
                  <a:pt x="95583" y="76975"/>
                  <a:pt x="95546" y="76975"/>
                  <a:pt x="95479" y="76975"/>
                </a:cubicBezTo>
                <a:cubicBezTo>
                  <a:pt x="95479" y="76912"/>
                  <a:pt x="95442" y="76837"/>
                  <a:pt x="95442" y="76762"/>
                </a:cubicBezTo>
                <a:cubicBezTo>
                  <a:pt x="95442" y="76687"/>
                  <a:pt x="95479" y="76687"/>
                  <a:pt x="95479" y="76612"/>
                </a:cubicBezTo>
                <a:cubicBezTo>
                  <a:pt x="95479" y="76386"/>
                  <a:pt x="95479" y="76386"/>
                  <a:pt x="95479" y="76386"/>
                </a:cubicBezTo>
                <a:cubicBezTo>
                  <a:pt x="95479" y="76311"/>
                  <a:pt x="95509" y="76236"/>
                  <a:pt x="95479" y="76160"/>
                </a:cubicBezTo>
                <a:cubicBezTo>
                  <a:pt x="95479" y="76085"/>
                  <a:pt x="95479" y="76085"/>
                  <a:pt x="95442" y="76010"/>
                </a:cubicBezTo>
                <a:cubicBezTo>
                  <a:pt x="95442" y="75947"/>
                  <a:pt x="95405" y="75872"/>
                  <a:pt x="95405" y="75797"/>
                </a:cubicBezTo>
                <a:cubicBezTo>
                  <a:pt x="95405" y="75045"/>
                  <a:pt x="95405" y="75045"/>
                  <a:pt x="95405" y="75045"/>
                </a:cubicBezTo>
                <a:cubicBezTo>
                  <a:pt x="95479" y="75045"/>
                  <a:pt x="95509" y="75045"/>
                  <a:pt x="95583" y="75045"/>
                </a:cubicBezTo>
                <a:cubicBezTo>
                  <a:pt x="95620" y="75045"/>
                  <a:pt x="95656" y="75045"/>
                  <a:pt x="95656" y="75045"/>
                </a:cubicBezTo>
                <a:cubicBezTo>
                  <a:pt x="95656" y="74982"/>
                  <a:pt x="95656" y="74895"/>
                  <a:pt x="95656" y="74832"/>
                </a:cubicBezTo>
                <a:cubicBezTo>
                  <a:pt x="95656" y="74832"/>
                  <a:pt x="95656" y="74757"/>
                  <a:pt x="95656" y="74681"/>
                </a:cubicBezTo>
                <a:cubicBezTo>
                  <a:pt x="95693" y="74681"/>
                  <a:pt x="95693" y="74606"/>
                  <a:pt x="95730" y="74606"/>
                </a:cubicBezTo>
                <a:cubicBezTo>
                  <a:pt x="95730" y="74531"/>
                  <a:pt x="95767" y="74606"/>
                  <a:pt x="95803" y="74606"/>
                </a:cubicBezTo>
                <a:cubicBezTo>
                  <a:pt x="95803" y="74531"/>
                  <a:pt x="95840" y="74456"/>
                  <a:pt x="95877" y="74456"/>
                </a:cubicBezTo>
                <a:cubicBezTo>
                  <a:pt x="95914" y="74381"/>
                  <a:pt x="95950" y="74381"/>
                  <a:pt x="95987" y="74306"/>
                </a:cubicBezTo>
                <a:cubicBezTo>
                  <a:pt x="95987" y="74230"/>
                  <a:pt x="95987" y="74080"/>
                  <a:pt x="95950" y="74005"/>
                </a:cubicBezTo>
                <a:cubicBezTo>
                  <a:pt x="95914" y="73930"/>
                  <a:pt x="95877" y="73930"/>
                  <a:pt x="95803" y="73930"/>
                </a:cubicBezTo>
                <a:cubicBezTo>
                  <a:pt x="95767" y="73930"/>
                  <a:pt x="95730" y="73930"/>
                  <a:pt x="95656" y="73930"/>
                </a:cubicBezTo>
                <a:cubicBezTo>
                  <a:pt x="95620" y="73930"/>
                  <a:pt x="95620" y="74005"/>
                  <a:pt x="95583" y="73930"/>
                </a:cubicBezTo>
                <a:cubicBezTo>
                  <a:pt x="95546" y="73930"/>
                  <a:pt x="95546" y="73867"/>
                  <a:pt x="95509" y="73867"/>
                </a:cubicBezTo>
                <a:cubicBezTo>
                  <a:pt x="95479" y="73867"/>
                  <a:pt x="95442" y="73867"/>
                  <a:pt x="95442" y="73792"/>
                </a:cubicBezTo>
                <a:cubicBezTo>
                  <a:pt x="95442" y="73716"/>
                  <a:pt x="95442" y="73716"/>
                  <a:pt x="95442" y="73641"/>
                </a:cubicBezTo>
                <a:cubicBezTo>
                  <a:pt x="95442" y="73566"/>
                  <a:pt x="95442" y="73566"/>
                  <a:pt x="95442" y="73491"/>
                </a:cubicBezTo>
                <a:cubicBezTo>
                  <a:pt x="95442" y="73416"/>
                  <a:pt x="95369" y="73416"/>
                  <a:pt x="95369" y="73416"/>
                </a:cubicBezTo>
                <a:cubicBezTo>
                  <a:pt x="95332" y="73265"/>
                  <a:pt x="95332" y="73190"/>
                  <a:pt x="95295" y="73115"/>
                </a:cubicBezTo>
                <a:cubicBezTo>
                  <a:pt x="95295" y="73040"/>
                  <a:pt x="95258" y="73115"/>
                  <a:pt x="95222" y="73040"/>
                </a:cubicBezTo>
                <a:cubicBezTo>
                  <a:pt x="95222" y="73040"/>
                  <a:pt x="95185" y="73040"/>
                  <a:pt x="95148" y="73040"/>
                </a:cubicBezTo>
                <a:cubicBezTo>
                  <a:pt x="95148" y="73040"/>
                  <a:pt x="95148" y="73115"/>
                  <a:pt x="95148" y="73190"/>
                </a:cubicBezTo>
                <a:cubicBezTo>
                  <a:pt x="95111" y="73265"/>
                  <a:pt x="95111" y="73265"/>
                  <a:pt x="95075" y="73340"/>
                </a:cubicBezTo>
                <a:cubicBezTo>
                  <a:pt x="95038" y="73340"/>
                  <a:pt x="95038" y="73416"/>
                  <a:pt x="95007" y="73491"/>
                </a:cubicBezTo>
                <a:cubicBezTo>
                  <a:pt x="94970" y="73491"/>
                  <a:pt x="94934" y="73491"/>
                  <a:pt x="94897" y="73566"/>
                </a:cubicBezTo>
                <a:cubicBezTo>
                  <a:pt x="94860" y="73566"/>
                  <a:pt x="94823" y="73641"/>
                  <a:pt x="94823" y="73716"/>
                </a:cubicBezTo>
                <a:cubicBezTo>
                  <a:pt x="94787" y="73716"/>
                  <a:pt x="94750" y="73792"/>
                  <a:pt x="94750" y="73792"/>
                </a:cubicBezTo>
                <a:cubicBezTo>
                  <a:pt x="94713" y="73867"/>
                  <a:pt x="94713" y="73930"/>
                  <a:pt x="94676" y="73930"/>
                </a:cubicBezTo>
                <a:cubicBezTo>
                  <a:pt x="94676" y="74005"/>
                  <a:pt x="94676" y="74080"/>
                  <a:pt x="94676" y="74080"/>
                </a:cubicBezTo>
                <a:cubicBezTo>
                  <a:pt x="94676" y="74155"/>
                  <a:pt x="94640" y="74230"/>
                  <a:pt x="94640" y="74230"/>
                </a:cubicBezTo>
                <a:cubicBezTo>
                  <a:pt x="94640" y="74306"/>
                  <a:pt x="94603" y="74306"/>
                  <a:pt x="94566" y="74381"/>
                </a:cubicBezTo>
                <a:cubicBezTo>
                  <a:pt x="94529" y="74456"/>
                  <a:pt x="94529" y="74456"/>
                  <a:pt x="94493" y="74531"/>
                </a:cubicBezTo>
                <a:cubicBezTo>
                  <a:pt x="94493" y="74606"/>
                  <a:pt x="94493" y="74681"/>
                  <a:pt x="94462" y="74681"/>
                </a:cubicBezTo>
                <a:cubicBezTo>
                  <a:pt x="94425" y="74681"/>
                  <a:pt x="94425" y="74757"/>
                  <a:pt x="94388" y="74757"/>
                </a:cubicBezTo>
                <a:cubicBezTo>
                  <a:pt x="94315" y="74832"/>
                  <a:pt x="94241" y="74757"/>
                  <a:pt x="94168" y="74832"/>
                </a:cubicBezTo>
                <a:cubicBezTo>
                  <a:pt x="94131" y="74832"/>
                  <a:pt x="94131" y="74895"/>
                  <a:pt x="94094" y="74982"/>
                </a:cubicBezTo>
                <a:cubicBezTo>
                  <a:pt x="94058" y="74982"/>
                  <a:pt x="94058" y="75045"/>
                  <a:pt x="94021" y="75045"/>
                </a:cubicBezTo>
                <a:cubicBezTo>
                  <a:pt x="93990" y="75120"/>
                  <a:pt x="93990" y="75195"/>
                  <a:pt x="93990" y="75271"/>
                </a:cubicBezTo>
                <a:cubicBezTo>
                  <a:pt x="93947" y="75271"/>
                  <a:pt x="93990" y="75346"/>
                  <a:pt x="93947" y="75421"/>
                </a:cubicBezTo>
                <a:cubicBezTo>
                  <a:pt x="93917" y="75421"/>
                  <a:pt x="93917" y="75421"/>
                  <a:pt x="93880" y="75496"/>
                </a:cubicBezTo>
                <a:cubicBezTo>
                  <a:pt x="93843" y="75496"/>
                  <a:pt x="93843" y="75571"/>
                  <a:pt x="93807" y="75571"/>
                </a:cubicBezTo>
                <a:cubicBezTo>
                  <a:pt x="93807" y="75646"/>
                  <a:pt x="93770" y="75646"/>
                  <a:pt x="93733" y="75646"/>
                </a:cubicBezTo>
                <a:cubicBezTo>
                  <a:pt x="93733" y="75722"/>
                  <a:pt x="93733" y="75797"/>
                  <a:pt x="93696" y="75797"/>
                </a:cubicBezTo>
                <a:cubicBezTo>
                  <a:pt x="93660" y="75872"/>
                  <a:pt x="93623" y="75872"/>
                  <a:pt x="93586" y="75872"/>
                </a:cubicBezTo>
                <a:cubicBezTo>
                  <a:pt x="93586" y="75947"/>
                  <a:pt x="93549" y="75947"/>
                  <a:pt x="93549" y="75947"/>
                </a:cubicBezTo>
                <a:cubicBezTo>
                  <a:pt x="93476" y="75947"/>
                  <a:pt x="93445" y="75947"/>
                  <a:pt x="93408" y="75947"/>
                </a:cubicBezTo>
                <a:cubicBezTo>
                  <a:pt x="93408" y="76687"/>
                  <a:pt x="93408" y="76687"/>
                  <a:pt x="93408" y="76687"/>
                </a:cubicBezTo>
                <a:cubicBezTo>
                  <a:pt x="93335" y="76687"/>
                  <a:pt x="93335" y="76612"/>
                  <a:pt x="93261" y="76612"/>
                </a:cubicBezTo>
                <a:cubicBezTo>
                  <a:pt x="93225" y="76687"/>
                  <a:pt x="93225" y="76687"/>
                  <a:pt x="93188" y="76687"/>
                </a:cubicBezTo>
                <a:cubicBezTo>
                  <a:pt x="93151" y="76762"/>
                  <a:pt x="93151" y="76687"/>
                  <a:pt x="93114" y="76687"/>
                </a:cubicBezTo>
                <a:cubicBezTo>
                  <a:pt x="93041" y="76687"/>
                  <a:pt x="93041" y="76762"/>
                  <a:pt x="93004" y="76687"/>
                </a:cubicBezTo>
                <a:cubicBezTo>
                  <a:pt x="92931" y="76687"/>
                  <a:pt x="92900" y="76612"/>
                  <a:pt x="92863" y="76461"/>
                </a:cubicBezTo>
                <a:lnTo>
                  <a:pt x="92790" y="76386"/>
                </a:lnTo>
                <a:close/>
                <a:moveTo>
                  <a:pt x="89084" y="78542"/>
                </a:moveTo>
                <a:lnTo>
                  <a:pt x="89084" y="78542"/>
                </a:lnTo>
                <a:cubicBezTo>
                  <a:pt x="89084" y="78617"/>
                  <a:pt x="89084" y="78692"/>
                  <a:pt x="89084" y="78767"/>
                </a:cubicBezTo>
                <a:cubicBezTo>
                  <a:pt x="89120" y="78918"/>
                  <a:pt x="89157" y="78993"/>
                  <a:pt x="89194" y="79068"/>
                </a:cubicBezTo>
                <a:cubicBezTo>
                  <a:pt x="89231" y="79206"/>
                  <a:pt x="89231" y="79281"/>
                  <a:pt x="89304" y="79356"/>
                </a:cubicBezTo>
                <a:cubicBezTo>
                  <a:pt x="89341" y="79507"/>
                  <a:pt x="89378" y="79582"/>
                  <a:pt x="89408" y="79657"/>
                </a:cubicBezTo>
                <a:cubicBezTo>
                  <a:pt x="89445" y="79732"/>
                  <a:pt x="89445" y="79732"/>
                  <a:pt x="89445" y="79807"/>
                </a:cubicBezTo>
                <a:cubicBezTo>
                  <a:pt x="89482" y="79807"/>
                  <a:pt x="89519" y="79807"/>
                  <a:pt x="89519" y="79807"/>
                </a:cubicBezTo>
                <a:cubicBezTo>
                  <a:pt x="89555" y="79883"/>
                  <a:pt x="89555" y="79958"/>
                  <a:pt x="89592" y="79958"/>
                </a:cubicBezTo>
                <a:cubicBezTo>
                  <a:pt x="89592" y="80033"/>
                  <a:pt x="89592" y="80108"/>
                  <a:pt x="89592" y="80108"/>
                </a:cubicBezTo>
                <a:cubicBezTo>
                  <a:pt x="89629" y="80171"/>
                  <a:pt x="89629" y="80171"/>
                  <a:pt x="89666" y="80246"/>
                </a:cubicBezTo>
                <a:cubicBezTo>
                  <a:pt x="89666" y="80321"/>
                  <a:pt x="89702" y="80246"/>
                  <a:pt x="89739" y="80246"/>
                </a:cubicBezTo>
                <a:cubicBezTo>
                  <a:pt x="89739" y="79657"/>
                  <a:pt x="89739" y="79657"/>
                  <a:pt x="89739" y="79657"/>
                </a:cubicBezTo>
                <a:cubicBezTo>
                  <a:pt x="89702" y="79657"/>
                  <a:pt x="89666" y="79657"/>
                  <a:pt x="89666" y="79582"/>
                </a:cubicBezTo>
                <a:cubicBezTo>
                  <a:pt x="89629" y="79582"/>
                  <a:pt x="89629" y="79507"/>
                  <a:pt x="89592" y="79507"/>
                </a:cubicBezTo>
                <a:cubicBezTo>
                  <a:pt x="89555" y="79431"/>
                  <a:pt x="89519" y="79431"/>
                  <a:pt x="89519" y="79431"/>
                </a:cubicBezTo>
                <a:cubicBezTo>
                  <a:pt x="89482" y="79431"/>
                  <a:pt x="89445" y="79431"/>
                  <a:pt x="89408" y="79431"/>
                </a:cubicBezTo>
                <a:cubicBezTo>
                  <a:pt x="89378" y="79431"/>
                  <a:pt x="89378" y="79356"/>
                  <a:pt x="89341" y="79281"/>
                </a:cubicBezTo>
                <a:cubicBezTo>
                  <a:pt x="89341" y="79206"/>
                  <a:pt x="89304" y="79206"/>
                  <a:pt x="89304" y="79143"/>
                </a:cubicBezTo>
                <a:cubicBezTo>
                  <a:pt x="89304" y="79143"/>
                  <a:pt x="89304" y="79068"/>
                  <a:pt x="89304" y="78993"/>
                </a:cubicBezTo>
                <a:cubicBezTo>
                  <a:pt x="89267" y="78918"/>
                  <a:pt x="89304" y="78842"/>
                  <a:pt x="89304" y="78692"/>
                </a:cubicBezTo>
                <a:cubicBezTo>
                  <a:pt x="89304" y="78617"/>
                  <a:pt x="89304" y="78542"/>
                  <a:pt x="89267" y="78466"/>
                </a:cubicBezTo>
                <a:cubicBezTo>
                  <a:pt x="89231" y="78316"/>
                  <a:pt x="89194" y="78316"/>
                  <a:pt x="89120" y="78316"/>
                </a:cubicBezTo>
                <a:cubicBezTo>
                  <a:pt x="89084" y="78466"/>
                  <a:pt x="89084" y="78466"/>
                  <a:pt x="89084" y="78466"/>
                </a:cubicBezTo>
                <a:cubicBezTo>
                  <a:pt x="89084" y="78466"/>
                  <a:pt x="89084" y="78466"/>
                  <a:pt x="89084" y="78542"/>
                </a:cubicBezTo>
                <a:close/>
                <a:moveTo>
                  <a:pt x="88539" y="76912"/>
                </a:moveTo>
                <a:lnTo>
                  <a:pt x="88539" y="76912"/>
                </a:lnTo>
                <a:cubicBezTo>
                  <a:pt x="88575" y="77063"/>
                  <a:pt x="88612" y="77125"/>
                  <a:pt x="88649" y="77276"/>
                </a:cubicBezTo>
                <a:cubicBezTo>
                  <a:pt x="88686" y="77276"/>
                  <a:pt x="88722" y="77351"/>
                  <a:pt x="88759" y="77426"/>
                </a:cubicBezTo>
                <a:cubicBezTo>
                  <a:pt x="88759" y="77426"/>
                  <a:pt x="88796" y="77426"/>
                  <a:pt x="88833" y="77501"/>
                </a:cubicBezTo>
                <a:cubicBezTo>
                  <a:pt x="88833" y="77577"/>
                  <a:pt x="88863" y="77652"/>
                  <a:pt x="88863" y="77727"/>
                </a:cubicBezTo>
                <a:lnTo>
                  <a:pt x="88863" y="77652"/>
                </a:lnTo>
                <a:cubicBezTo>
                  <a:pt x="88863" y="77501"/>
                  <a:pt x="88863" y="77501"/>
                  <a:pt x="88863" y="77501"/>
                </a:cubicBezTo>
                <a:cubicBezTo>
                  <a:pt x="88863" y="77426"/>
                  <a:pt x="88863" y="77276"/>
                  <a:pt x="88863" y="77201"/>
                </a:cubicBezTo>
                <a:cubicBezTo>
                  <a:pt x="88833" y="77125"/>
                  <a:pt x="88796" y="77125"/>
                  <a:pt x="88796" y="77125"/>
                </a:cubicBezTo>
                <a:cubicBezTo>
                  <a:pt x="88722" y="76975"/>
                  <a:pt x="88722" y="76912"/>
                  <a:pt x="88649" y="76837"/>
                </a:cubicBezTo>
                <a:cubicBezTo>
                  <a:pt x="88649" y="76837"/>
                  <a:pt x="88612" y="76837"/>
                  <a:pt x="88575" y="76762"/>
                </a:cubicBezTo>
                <a:cubicBezTo>
                  <a:pt x="88575" y="76837"/>
                  <a:pt x="88539" y="76837"/>
                  <a:pt x="88539" y="76912"/>
                </a:cubicBezTo>
                <a:cubicBezTo>
                  <a:pt x="88539" y="76975"/>
                  <a:pt x="88539" y="77063"/>
                  <a:pt x="88539" y="77063"/>
                </a:cubicBezTo>
                <a:lnTo>
                  <a:pt x="88539" y="76912"/>
                </a:lnTo>
                <a:close/>
                <a:moveTo>
                  <a:pt x="88287" y="76010"/>
                </a:moveTo>
                <a:lnTo>
                  <a:pt x="88287" y="76010"/>
                </a:lnTo>
                <a:cubicBezTo>
                  <a:pt x="88287" y="75947"/>
                  <a:pt x="88251" y="75947"/>
                  <a:pt x="88251" y="75872"/>
                </a:cubicBezTo>
                <a:cubicBezTo>
                  <a:pt x="88177" y="75722"/>
                  <a:pt x="88177" y="75722"/>
                  <a:pt x="88177" y="75722"/>
                </a:cubicBezTo>
                <a:cubicBezTo>
                  <a:pt x="88177" y="75797"/>
                  <a:pt x="88177" y="75872"/>
                  <a:pt x="88177" y="75947"/>
                </a:cubicBezTo>
                <a:lnTo>
                  <a:pt x="88214" y="76010"/>
                </a:lnTo>
                <a:cubicBezTo>
                  <a:pt x="88214" y="76085"/>
                  <a:pt x="88214" y="76160"/>
                  <a:pt x="88214" y="76160"/>
                </a:cubicBezTo>
                <a:cubicBezTo>
                  <a:pt x="88214" y="76236"/>
                  <a:pt x="88214" y="76311"/>
                  <a:pt x="88251" y="76311"/>
                </a:cubicBezTo>
                <a:cubicBezTo>
                  <a:pt x="88287" y="76386"/>
                  <a:pt x="88324" y="76386"/>
                  <a:pt x="88392" y="76386"/>
                </a:cubicBezTo>
                <a:cubicBezTo>
                  <a:pt x="88392" y="76236"/>
                  <a:pt x="88392" y="76236"/>
                  <a:pt x="88392" y="76236"/>
                </a:cubicBezTo>
                <a:cubicBezTo>
                  <a:pt x="88355" y="76160"/>
                  <a:pt x="88287" y="76085"/>
                  <a:pt x="88287" y="76010"/>
                </a:cubicBezTo>
                <a:close/>
                <a:moveTo>
                  <a:pt x="88392" y="74381"/>
                </a:moveTo>
                <a:lnTo>
                  <a:pt x="88392" y="74381"/>
                </a:lnTo>
                <a:cubicBezTo>
                  <a:pt x="88355" y="74381"/>
                  <a:pt x="88355" y="74381"/>
                  <a:pt x="88324" y="74381"/>
                </a:cubicBezTo>
                <a:cubicBezTo>
                  <a:pt x="88287" y="74306"/>
                  <a:pt x="88287" y="74306"/>
                  <a:pt x="88251" y="74230"/>
                </a:cubicBezTo>
                <a:cubicBezTo>
                  <a:pt x="88251" y="74230"/>
                  <a:pt x="88214" y="74230"/>
                  <a:pt x="88177" y="74230"/>
                </a:cubicBezTo>
                <a:cubicBezTo>
                  <a:pt x="88140" y="74155"/>
                  <a:pt x="88104" y="74005"/>
                  <a:pt x="88030" y="74005"/>
                </a:cubicBezTo>
                <a:cubicBezTo>
                  <a:pt x="88030" y="74005"/>
                  <a:pt x="87993" y="73930"/>
                  <a:pt x="87957" y="73930"/>
                </a:cubicBezTo>
                <a:lnTo>
                  <a:pt x="87920" y="74005"/>
                </a:lnTo>
                <a:cubicBezTo>
                  <a:pt x="87920" y="74080"/>
                  <a:pt x="87883" y="74080"/>
                  <a:pt x="87920" y="74155"/>
                </a:cubicBezTo>
                <a:cubicBezTo>
                  <a:pt x="87920" y="74230"/>
                  <a:pt x="87957" y="74306"/>
                  <a:pt x="87957" y="74456"/>
                </a:cubicBezTo>
                <a:cubicBezTo>
                  <a:pt x="87993" y="74456"/>
                  <a:pt x="88030" y="74531"/>
                  <a:pt x="88030" y="74606"/>
                </a:cubicBezTo>
                <a:cubicBezTo>
                  <a:pt x="88067" y="74606"/>
                  <a:pt x="88104" y="74681"/>
                  <a:pt x="88104" y="74757"/>
                </a:cubicBezTo>
                <a:cubicBezTo>
                  <a:pt x="88140" y="74832"/>
                  <a:pt x="88177" y="74832"/>
                  <a:pt x="88177" y="74895"/>
                </a:cubicBezTo>
                <a:cubicBezTo>
                  <a:pt x="88214" y="74982"/>
                  <a:pt x="88214" y="74982"/>
                  <a:pt x="88251" y="75045"/>
                </a:cubicBezTo>
                <a:cubicBezTo>
                  <a:pt x="88287" y="75120"/>
                  <a:pt x="88355" y="75120"/>
                  <a:pt x="88392" y="75120"/>
                </a:cubicBezTo>
                <a:cubicBezTo>
                  <a:pt x="88428" y="75195"/>
                  <a:pt x="88428" y="75195"/>
                  <a:pt x="88465" y="75271"/>
                </a:cubicBezTo>
                <a:cubicBezTo>
                  <a:pt x="88502" y="75346"/>
                  <a:pt x="88502" y="75346"/>
                  <a:pt x="88502" y="75421"/>
                </a:cubicBezTo>
                <a:cubicBezTo>
                  <a:pt x="88539" y="75496"/>
                  <a:pt x="88575" y="75496"/>
                  <a:pt x="88575" y="75571"/>
                </a:cubicBezTo>
                <a:cubicBezTo>
                  <a:pt x="88612" y="75646"/>
                  <a:pt x="88612" y="75722"/>
                  <a:pt x="88649" y="75872"/>
                </a:cubicBezTo>
                <a:cubicBezTo>
                  <a:pt x="88649" y="75947"/>
                  <a:pt x="88649" y="76010"/>
                  <a:pt x="88686" y="76010"/>
                </a:cubicBezTo>
                <a:cubicBezTo>
                  <a:pt x="88686" y="76085"/>
                  <a:pt x="88686" y="76160"/>
                  <a:pt x="88722" y="76160"/>
                </a:cubicBezTo>
                <a:cubicBezTo>
                  <a:pt x="88722" y="76160"/>
                  <a:pt x="88759" y="76236"/>
                  <a:pt x="88796" y="76236"/>
                </a:cubicBezTo>
                <a:cubicBezTo>
                  <a:pt x="88796" y="76236"/>
                  <a:pt x="88833" y="76236"/>
                  <a:pt x="88863" y="76236"/>
                </a:cubicBezTo>
                <a:lnTo>
                  <a:pt x="88900" y="76236"/>
                </a:lnTo>
                <a:cubicBezTo>
                  <a:pt x="88973" y="76311"/>
                  <a:pt x="89010" y="76386"/>
                  <a:pt x="89010" y="76536"/>
                </a:cubicBezTo>
                <a:cubicBezTo>
                  <a:pt x="89047" y="76612"/>
                  <a:pt x="89084" y="76687"/>
                  <a:pt x="89084" y="76762"/>
                </a:cubicBezTo>
                <a:cubicBezTo>
                  <a:pt x="89084" y="76912"/>
                  <a:pt x="89084" y="76975"/>
                  <a:pt x="89084" y="77063"/>
                </a:cubicBezTo>
                <a:cubicBezTo>
                  <a:pt x="89084" y="77201"/>
                  <a:pt x="89084" y="77201"/>
                  <a:pt x="89084" y="77201"/>
                </a:cubicBezTo>
                <a:cubicBezTo>
                  <a:pt x="89084" y="77276"/>
                  <a:pt x="89120" y="77276"/>
                  <a:pt x="89120" y="77351"/>
                </a:cubicBezTo>
                <a:cubicBezTo>
                  <a:pt x="89157" y="77501"/>
                  <a:pt x="89231" y="77501"/>
                  <a:pt x="89267" y="77577"/>
                </a:cubicBezTo>
                <a:cubicBezTo>
                  <a:pt x="89341" y="77727"/>
                  <a:pt x="89378" y="77802"/>
                  <a:pt x="89408" y="77877"/>
                </a:cubicBezTo>
                <a:cubicBezTo>
                  <a:pt x="89445" y="77877"/>
                  <a:pt x="89445" y="77953"/>
                  <a:pt x="89482" y="77953"/>
                </a:cubicBezTo>
                <a:cubicBezTo>
                  <a:pt x="89519" y="78090"/>
                  <a:pt x="89555" y="78166"/>
                  <a:pt x="89592" y="78241"/>
                </a:cubicBezTo>
                <a:cubicBezTo>
                  <a:pt x="89629" y="78391"/>
                  <a:pt x="89666" y="78391"/>
                  <a:pt x="89702" y="78542"/>
                </a:cubicBezTo>
                <a:cubicBezTo>
                  <a:pt x="89739" y="78617"/>
                  <a:pt x="89776" y="78692"/>
                  <a:pt x="89776" y="78842"/>
                </a:cubicBezTo>
                <a:cubicBezTo>
                  <a:pt x="89776" y="78918"/>
                  <a:pt x="89776" y="79068"/>
                  <a:pt x="89776" y="79143"/>
                </a:cubicBezTo>
                <a:cubicBezTo>
                  <a:pt x="89813" y="79206"/>
                  <a:pt x="89813" y="79206"/>
                  <a:pt x="89813" y="79281"/>
                </a:cubicBezTo>
                <a:cubicBezTo>
                  <a:pt x="89849" y="79431"/>
                  <a:pt x="89880" y="79507"/>
                  <a:pt x="89880" y="79582"/>
                </a:cubicBezTo>
                <a:cubicBezTo>
                  <a:pt x="89917" y="79657"/>
                  <a:pt x="89954" y="79657"/>
                  <a:pt x="89954" y="79732"/>
                </a:cubicBezTo>
                <a:cubicBezTo>
                  <a:pt x="89990" y="79807"/>
                  <a:pt x="90027" y="79807"/>
                  <a:pt x="90027" y="79883"/>
                </a:cubicBezTo>
                <a:cubicBezTo>
                  <a:pt x="90064" y="79958"/>
                  <a:pt x="90101" y="79958"/>
                  <a:pt x="90101" y="80033"/>
                </a:cubicBezTo>
                <a:cubicBezTo>
                  <a:pt x="90137" y="80108"/>
                  <a:pt x="90137" y="80171"/>
                  <a:pt x="90174" y="80171"/>
                </a:cubicBezTo>
                <a:cubicBezTo>
                  <a:pt x="90211" y="80321"/>
                  <a:pt x="90248" y="80321"/>
                  <a:pt x="90321" y="80472"/>
                </a:cubicBezTo>
                <a:cubicBezTo>
                  <a:pt x="90358" y="80547"/>
                  <a:pt x="90395" y="80622"/>
                  <a:pt x="90425" y="80697"/>
                </a:cubicBezTo>
                <a:cubicBezTo>
                  <a:pt x="90462" y="80772"/>
                  <a:pt x="90499" y="80772"/>
                  <a:pt x="90499" y="80848"/>
                </a:cubicBezTo>
                <a:cubicBezTo>
                  <a:pt x="90535" y="80923"/>
                  <a:pt x="90535" y="80998"/>
                  <a:pt x="90535" y="80998"/>
                </a:cubicBezTo>
                <a:cubicBezTo>
                  <a:pt x="90572" y="81148"/>
                  <a:pt x="90646" y="81211"/>
                  <a:pt x="90683" y="81286"/>
                </a:cubicBezTo>
                <a:cubicBezTo>
                  <a:pt x="90756" y="81361"/>
                  <a:pt x="90793" y="81437"/>
                  <a:pt x="90830" y="81512"/>
                </a:cubicBezTo>
                <a:cubicBezTo>
                  <a:pt x="90830" y="81587"/>
                  <a:pt x="90866" y="81587"/>
                  <a:pt x="90897" y="81587"/>
                </a:cubicBezTo>
                <a:cubicBezTo>
                  <a:pt x="90897" y="81662"/>
                  <a:pt x="90897" y="81737"/>
                  <a:pt x="90897" y="81737"/>
                </a:cubicBezTo>
                <a:cubicBezTo>
                  <a:pt x="90940" y="81737"/>
                  <a:pt x="90970" y="81662"/>
                  <a:pt x="90970" y="81662"/>
                </a:cubicBezTo>
                <a:cubicBezTo>
                  <a:pt x="91007" y="81662"/>
                  <a:pt x="91044" y="81662"/>
                  <a:pt x="91044" y="81662"/>
                </a:cubicBezTo>
                <a:cubicBezTo>
                  <a:pt x="91117" y="81662"/>
                  <a:pt x="91154" y="81662"/>
                  <a:pt x="91228" y="81662"/>
                </a:cubicBezTo>
                <a:cubicBezTo>
                  <a:pt x="91264" y="81662"/>
                  <a:pt x="91301" y="81662"/>
                  <a:pt x="91338" y="81662"/>
                </a:cubicBezTo>
                <a:cubicBezTo>
                  <a:pt x="91375" y="81662"/>
                  <a:pt x="91411" y="81587"/>
                  <a:pt x="91411" y="81512"/>
                </a:cubicBezTo>
                <a:cubicBezTo>
                  <a:pt x="91442" y="81437"/>
                  <a:pt x="91479" y="81437"/>
                  <a:pt x="91479" y="81361"/>
                </a:cubicBezTo>
                <a:cubicBezTo>
                  <a:pt x="91479" y="81211"/>
                  <a:pt x="91479" y="81211"/>
                  <a:pt x="91479" y="81211"/>
                </a:cubicBezTo>
                <a:cubicBezTo>
                  <a:pt x="91479" y="81073"/>
                  <a:pt x="91442" y="80998"/>
                  <a:pt x="91479" y="80772"/>
                </a:cubicBezTo>
                <a:cubicBezTo>
                  <a:pt x="91479" y="80772"/>
                  <a:pt x="91479" y="80697"/>
                  <a:pt x="91479" y="80622"/>
                </a:cubicBezTo>
                <a:cubicBezTo>
                  <a:pt x="91479" y="80547"/>
                  <a:pt x="91516" y="80472"/>
                  <a:pt x="91516" y="80396"/>
                </a:cubicBezTo>
                <a:cubicBezTo>
                  <a:pt x="91516" y="80246"/>
                  <a:pt x="91516" y="80246"/>
                  <a:pt x="91516" y="80246"/>
                </a:cubicBezTo>
                <a:cubicBezTo>
                  <a:pt x="91516" y="80171"/>
                  <a:pt x="91516" y="80108"/>
                  <a:pt x="91552" y="80108"/>
                </a:cubicBezTo>
                <a:cubicBezTo>
                  <a:pt x="91552" y="80033"/>
                  <a:pt x="91589" y="79958"/>
                  <a:pt x="91626" y="79958"/>
                </a:cubicBezTo>
                <a:cubicBezTo>
                  <a:pt x="91663" y="79958"/>
                  <a:pt x="91699" y="79958"/>
                  <a:pt x="91736" y="79958"/>
                </a:cubicBezTo>
                <a:cubicBezTo>
                  <a:pt x="91773" y="79958"/>
                  <a:pt x="91773" y="80033"/>
                  <a:pt x="91810" y="80033"/>
                </a:cubicBezTo>
                <a:cubicBezTo>
                  <a:pt x="91846" y="80033"/>
                  <a:pt x="91846" y="79958"/>
                  <a:pt x="91883" y="79958"/>
                </a:cubicBezTo>
                <a:cubicBezTo>
                  <a:pt x="91883" y="79883"/>
                  <a:pt x="91883" y="79807"/>
                  <a:pt x="91883" y="79807"/>
                </a:cubicBezTo>
                <a:cubicBezTo>
                  <a:pt x="91883" y="79732"/>
                  <a:pt x="91846" y="79657"/>
                  <a:pt x="91810" y="79582"/>
                </a:cubicBezTo>
                <a:cubicBezTo>
                  <a:pt x="91810" y="79582"/>
                  <a:pt x="91773" y="79507"/>
                  <a:pt x="91736" y="79507"/>
                </a:cubicBezTo>
                <a:cubicBezTo>
                  <a:pt x="91736" y="79431"/>
                  <a:pt x="91699" y="79507"/>
                  <a:pt x="91663" y="79507"/>
                </a:cubicBezTo>
                <a:cubicBezTo>
                  <a:pt x="91663" y="79431"/>
                  <a:pt x="91626" y="79431"/>
                  <a:pt x="91626" y="79431"/>
                </a:cubicBezTo>
                <a:cubicBezTo>
                  <a:pt x="91626" y="79356"/>
                  <a:pt x="91589" y="79281"/>
                  <a:pt x="91626" y="79281"/>
                </a:cubicBezTo>
                <a:cubicBezTo>
                  <a:pt x="91626" y="79206"/>
                  <a:pt x="91663" y="79143"/>
                  <a:pt x="91663" y="79143"/>
                </a:cubicBezTo>
                <a:cubicBezTo>
                  <a:pt x="91663" y="79068"/>
                  <a:pt x="91663" y="78993"/>
                  <a:pt x="91663" y="78993"/>
                </a:cubicBezTo>
                <a:cubicBezTo>
                  <a:pt x="91626" y="78918"/>
                  <a:pt x="91589" y="78918"/>
                  <a:pt x="91589" y="78918"/>
                </a:cubicBezTo>
                <a:cubicBezTo>
                  <a:pt x="91552" y="78918"/>
                  <a:pt x="91516" y="78842"/>
                  <a:pt x="91516" y="78842"/>
                </a:cubicBezTo>
                <a:cubicBezTo>
                  <a:pt x="91479" y="78842"/>
                  <a:pt x="91442" y="78842"/>
                  <a:pt x="91411" y="78842"/>
                </a:cubicBezTo>
                <a:cubicBezTo>
                  <a:pt x="91375" y="78842"/>
                  <a:pt x="91375" y="78842"/>
                  <a:pt x="91338" y="78842"/>
                </a:cubicBezTo>
                <a:cubicBezTo>
                  <a:pt x="91301" y="78842"/>
                  <a:pt x="91264" y="78842"/>
                  <a:pt x="91264" y="78918"/>
                </a:cubicBezTo>
                <a:cubicBezTo>
                  <a:pt x="91228" y="78918"/>
                  <a:pt x="91264" y="78993"/>
                  <a:pt x="91228" y="79068"/>
                </a:cubicBezTo>
                <a:cubicBezTo>
                  <a:pt x="91228" y="79068"/>
                  <a:pt x="91228" y="79143"/>
                  <a:pt x="91228" y="79206"/>
                </a:cubicBezTo>
                <a:cubicBezTo>
                  <a:pt x="91044" y="79206"/>
                  <a:pt x="91044" y="79206"/>
                  <a:pt x="91044" y="79206"/>
                </a:cubicBezTo>
                <a:cubicBezTo>
                  <a:pt x="91044" y="79068"/>
                  <a:pt x="91007" y="78993"/>
                  <a:pt x="91007" y="78918"/>
                </a:cubicBezTo>
                <a:cubicBezTo>
                  <a:pt x="91007" y="78767"/>
                  <a:pt x="91044" y="78692"/>
                  <a:pt x="91044" y="78617"/>
                </a:cubicBezTo>
                <a:cubicBezTo>
                  <a:pt x="91007" y="78617"/>
                  <a:pt x="91007" y="78542"/>
                  <a:pt x="90970" y="78542"/>
                </a:cubicBezTo>
                <a:cubicBezTo>
                  <a:pt x="90897" y="78542"/>
                  <a:pt x="90897" y="78542"/>
                  <a:pt x="90897" y="78542"/>
                </a:cubicBezTo>
                <a:cubicBezTo>
                  <a:pt x="90866" y="78466"/>
                  <a:pt x="90830" y="78542"/>
                  <a:pt x="90756" y="78542"/>
                </a:cubicBezTo>
                <a:cubicBezTo>
                  <a:pt x="90719" y="78466"/>
                  <a:pt x="90719" y="78391"/>
                  <a:pt x="90683" y="78391"/>
                </a:cubicBezTo>
                <a:cubicBezTo>
                  <a:pt x="90646" y="78391"/>
                  <a:pt x="90646" y="78316"/>
                  <a:pt x="90609" y="78316"/>
                </a:cubicBezTo>
                <a:cubicBezTo>
                  <a:pt x="90572" y="78241"/>
                  <a:pt x="90535" y="78241"/>
                  <a:pt x="90535" y="78241"/>
                </a:cubicBezTo>
                <a:cubicBezTo>
                  <a:pt x="90499" y="78166"/>
                  <a:pt x="90499" y="78090"/>
                  <a:pt x="90499" y="78028"/>
                </a:cubicBezTo>
                <a:cubicBezTo>
                  <a:pt x="90499" y="77351"/>
                  <a:pt x="90499" y="77351"/>
                  <a:pt x="90499" y="77351"/>
                </a:cubicBezTo>
                <a:cubicBezTo>
                  <a:pt x="90425" y="77351"/>
                  <a:pt x="90395" y="77351"/>
                  <a:pt x="90321" y="77351"/>
                </a:cubicBezTo>
                <a:cubicBezTo>
                  <a:pt x="90284" y="77351"/>
                  <a:pt x="90284" y="77351"/>
                  <a:pt x="90248" y="77351"/>
                </a:cubicBezTo>
                <a:cubicBezTo>
                  <a:pt x="90211" y="77276"/>
                  <a:pt x="90211" y="77201"/>
                  <a:pt x="90174" y="77201"/>
                </a:cubicBezTo>
                <a:cubicBezTo>
                  <a:pt x="90174" y="77125"/>
                  <a:pt x="90137" y="77125"/>
                  <a:pt x="90101" y="77063"/>
                </a:cubicBezTo>
                <a:cubicBezTo>
                  <a:pt x="90101" y="77063"/>
                  <a:pt x="90101" y="76975"/>
                  <a:pt x="90101" y="76912"/>
                </a:cubicBezTo>
                <a:cubicBezTo>
                  <a:pt x="90064" y="76912"/>
                  <a:pt x="90064" y="76837"/>
                  <a:pt x="90064" y="76762"/>
                </a:cubicBezTo>
                <a:cubicBezTo>
                  <a:pt x="90064" y="76762"/>
                  <a:pt x="90064" y="76687"/>
                  <a:pt x="90064" y="76612"/>
                </a:cubicBezTo>
                <a:lnTo>
                  <a:pt x="90064" y="76536"/>
                </a:lnTo>
                <a:cubicBezTo>
                  <a:pt x="90064" y="76461"/>
                  <a:pt x="90027" y="76386"/>
                  <a:pt x="89990" y="76386"/>
                </a:cubicBezTo>
                <a:cubicBezTo>
                  <a:pt x="89990" y="76386"/>
                  <a:pt x="89954" y="76461"/>
                  <a:pt x="89917" y="76461"/>
                </a:cubicBezTo>
                <a:cubicBezTo>
                  <a:pt x="89849" y="76461"/>
                  <a:pt x="89849" y="76461"/>
                  <a:pt x="89849" y="76461"/>
                </a:cubicBezTo>
                <a:cubicBezTo>
                  <a:pt x="89813" y="76461"/>
                  <a:pt x="89776" y="76386"/>
                  <a:pt x="89739" y="76386"/>
                </a:cubicBezTo>
                <a:cubicBezTo>
                  <a:pt x="89702" y="76386"/>
                  <a:pt x="89666" y="76311"/>
                  <a:pt x="89629" y="76311"/>
                </a:cubicBezTo>
                <a:cubicBezTo>
                  <a:pt x="89592" y="76236"/>
                  <a:pt x="89592" y="76236"/>
                  <a:pt x="89555" y="76160"/>
                </a:cubicBezTo>
                <a:cubicBezTo>
                  <a:pt x="89555" y="76085"/>
                  <a:pt x="89555" y="76010"/>
                  <a:pt x="89555" y="76010"/>
                </a:cubicBezTo>
                <a:cubicBezTo>
                  <a:pt x="89519" y="75947"/>
                  <a:pt x="89482" y="76010"/>
                  <a:pt x="89482" y="75947"/>
                </a:cubicBezTo>
                <a:cubicBezTo>
                  <a:pt x="89445" y="75947"/>
                  <a:pt x="89445" y="75872"/>
                  <a:pt x="89408" y="75797"/>
                </a:cubicBezTo>
                <a:cubicBezTo>
                  <a:pt x="89408" y="75797"/>
                  <a:pt x="89408" y="75722"/>
                  <a:pt x="89378" y="75646"/>
                </a:cubicBezTo>
                <a:cubicBezTo>
                  <a:pt x="89341" y="75646"/>
                  <a:pt x="89341" y="75646"/>
                  <a:pt x="89304" y="75571"/>
                </a:cubicBezTo>
                <a:cubicBezTo>
                  <a:pt x="89267" y="75496"/>
                  <a:pt x="89267" y="75496"/>
                  <a:pt x="89231" y="75421"/>
                </a:cubicBezTo>
                <a:cubicBezTo>
                  <a:pt x="89194" y="75421"/>
                  <a:pt x="89157" y="75346"/>
                  <a:pt x="89157" y="75346"/>
                </a:cubicBezTo>
                <a:cubicBezTo>
                  <a:pt x="89120" y="75271"/>
                  <a:pt x="89120" y="75195"/>
                  <a:pt x="89120" y="75195"/>
                </a:cubicBezTo>
                <a:cubicBezTo>
                  <a:pt x="89084" y="75120"/>
                  <a:pt x="89010" y="75120"/>
                  <a:pt x="88973" y="75045"/>
                </a:cubicBezTo>
                <a:cubicBezTo>
                  <a:pt x="88937" y="75045"/>
                  <a:pt x="88900" y="75045"/>
                  <a:pt x="88900" y="75045"/>
                </a:cubicBezTo>
                <a:cubicBezTo>
                  <a:pt x="88900" y="74982"/>
                  <a:pt x="88900" y="74982"/>
                  <a:pt x="88863" y="74895"/>
                </a:cubicBezTo>
                <a:cubicBezTo>
                  <a:pt x="88863" y="74832"/>
                  <a:pt x="88900" y="74832"/>
                  <a:pt x="88863" y="74757"/>
                </a:cubicBezTo>
                <a:cubicBezTo>
                  <a:pt x="88863" y="74681"/>
                  <a:pt x="88833" y="74757"/>
                  <a:pt x="88833" y="74681"/>
                </a:cubicBezTo>
                <a:cubicBezTo>
                  <a:pt x="88796" y="74681"/>
                  <a:pt x="88759" y="74606"/>
                  <a:pt x="88759" y="74531"/>
                </a:cubicBezTo>
                <a:cubicBezTo>
                  <a:pt x="88722" y="74456"/>
                  <a:pt x="88686" y="74381"/>
                  <a:pt x="88649" y="74230"/>
                </a:cubicBezTo>
                <a:cubicBezTo>
                  <a:pt x="88575" y="74230"/>
                  <a:pt x="88465" y="74381"/>
                  <a:pt x="88392" y="74381"/>
                </a:cubicBezTo>
                <a:close/>
                <a:moveTo>
                  <a:pt x="97439" y="71849"/>
                </a:moveTo>
                <a:lnTo>
                  <a:pt x="97439" y="71849"/>
                </a:lnTo>
                <a:cubicBezTo>
                  <a:pt x="97366" y="71924"/>
                  <a:pt x="97329" y="71849"/>
                  <a:pt x="97292" y="71924"/>
                </a:cubicBezTo>
                <a:cubicBezTo>
                  <a:pt x="97255" y="71924"/>
                  <a:pt x="97255" y="71924"/>
                  <a:pt x="97218" y="71924"/>
                </a:cubicBezTo>
                <a:cubicBezTo>
                  <a:pt x="97218" y="72000"/>
                  <a:pt x="97255" y="72075"/>
                  <a:pt x="97218" y="72075"/>
                </a:cubicBezTo>
                <a:cubicBezTo>
                  <a:pt x="97218" y="72150"/>
                  <a:pt x="97182" y="72150"/>
                  <a:pt x="97145" y="72150"/>
                </a:cubicBezTo>
                <a:cubicBezTo>
                  <a:pt x="97145" y="72225"/>
                  <a:pt x="97108" y="72150"/>
                  <a:pt x="97071" y="72150"/>
                </a:cubicBezTo>
                <a:cubicBezTo>
                  <a:pt x="97071" y="72150"/>
                  <a:pt x="97041" y="72150"/>
                  <a:pt x="97004" y="72150"/>
                </a:cubicBezTo>
                <a:cubicBezTo>
                  <a:pt x="97004" y="72225"/>
                  <a:pt x="96967" y="72225"/>
                  <a:pt x="96931" y="72225"/>
                </a:cubicBezTo>
                <a:cubicBezTo>
                  <a:pt x="96931" y="72300"/>
                  <a:pt x="96931" y="72300"/>
                  <a:pt x="96894" y="72375"/>
                </a:cubicBezTo>
                <a:cubicBezTo>
                  <a:pt x="96894" y="72451"/>
                  <a:pt x="96857" y="72451"/>
                  <a:pt x="96857" y="72526"/>
                </a:cubicBezTo>
                <a:cubicBezTo>
                  <a:pt x="96857" y="73265"/>
                  <a:pt x="96857" y="73265"/>
                  <a:pt x="96857" y="73265"/>
                </a:cubicBezTo>
                <a:cubicBezTo>
                  <a:pt x="96931" y="73340"/>
                  <a:pt x="96931" y="73340"/>
                  <a:pt x="96931" y="73340"/>
                </a:cubicBezTo>
                <a:cubicBezTo>
                  <a:pt x="96931" y="73265"/>
                  <a:pt x="96967" y="73265"/>
                  <a:pt x="96967" y="73190"/>
                </a:cubicBezTo>
                <a:cubicBezTo>
                  <a:pt x="96967" y="73040"/>
                  <a:pt x="96967" y="73040"/>
                  <a:pt x="96967" y="73040"/>
                </a:cubicBezTo>
                <a:cubicBezTo>
                  <a:pt x="96967" y="72902"/>
                  <a:pt x="96967" y="72902"/>
                  <a:pt x="96967" y="72902"/>
                </a:cubicBezTo>
                <a:cubicBezTo>
                  <a:pt x="96967" y="72902"/>
                  <a:pt x="96967" y="72814"/>
                  <a:pt x="96967" y="72751"/>
                </a:cubicBezTo>
                <a:cubicBezTo>
                  <a:pt x="97004" y="72751"/>
                  <a:pt x="97041" y="72751"/>
                  <a:pt x="97041" y="72751"/>
                </a:cubicBezTo>
                <a:cubicBezTo>
                  <a:pt x="97071" y="72751"/>
                  <a:pt x="97071" y="72676"/>
                  <a:pt x="97108" y="72676"/>
                </a:cubicBezTo>
                <a:cubicBezTo>
                  <a:pt x="97182" y="72601"/>
                  <a:pt x="97218" y="72601"/>
                  <a:pt x="97255" y="72601"/>
                </a:cubicBezTo>
                <a:cubicBezTo>
                  <a:pt x="97366" y="72601"/>
                  <a:pt x="97402" y="72601"/>
                  <a:pt x="97476" y="72676"/>
                </a:cubicBezTo>
                <a:cubicBezTo>
                  <a:pt x="97476" y="72902"/>
                  <a:pt x="97476" y="72902"/>
                  <a:pt x="97476" y="72902"/>
                </a:cubicBezTo>
                <a:cubicBezTo>
                  <a:pt x="97476" y="73040"/>
                  <a:pt x="97476" y="73115"/>
                  <a:pt x="97476" y="73190"/>
                </a:cubicBezTo>
                <a:cubicBezTo>
                  <a:pt x="97513" y="73265"/>
                  <a:pt x="97513" y="73340"/>
                  <a:pt x="97513" y="73340"/>
                </a:cubicBezTo>
                <a:cubicBezTo>
                  <a:pt x="97549" y="73416"/>
                  <a:pt x="97580" y="73416"/>
                  <a:pt x="97580" y="73416"/>
                </a:cubicBezTo>
                <a:cubicBezTo>
                  <a:pt x="97617" y="73416"/>
                  <a:pt x="97653" y="73416"/>
                  <a:pt x="97653" y="73416"/>
                </a:cubicBezTo>
                <a:cubicBezTo>
                  <a:pt x="97690" y="73416"/>
                  <a:pt x="97690" y="73491"/>
                  <a:pt x="97727" y="73566"/>
                </a:cubicBezTo>
                <a:cubicBezTo>
                  <a:pt x="97764" y="73566"/>
                  <a:pt x="97800" y="73641"/>
                  <a:pt x="97800" y="73641"/>
                </a:cubicBezTo>
                <a:cubicBezTo>
                  <a:pt x="97837" y="73641"/>
                  <a:pt x="97874" y="73566"/>
                  <a:pt x="97911" y="73641"/>
                </a:cubicBezTo>
                <a:cubicBezTo>
                  <a:pt x="97911" y="73716"/>
                  <a:pt x="97947" y="73716"/>
                  <a:pt x="97947" y="73792"/>
                </a:cubicBezTo>
                <a:cubicBezTo>
                  <a:pt x="97984" y="73792"/>
                  <a:pt x="97947" y="73867"/>
                  <a:pt x="97947" y="73930"/>
                </a:cubicBezTo>
                <a:cubicBezTo>
                  <a:pt x="97984" y="73930"/>
                  <a:pt x="98021" y="73930"/>
                  <a:pt x="98021" y="73930"/>
                </a:cubicBezTo>
                <a:cubicBezTo>
                  <a:pt x="98058" y="73930"/>
                  <a:pt x="98058" y="74005"/>
                  <a:pt x="98094" y="74005"/>
                </a:cubicBezTo>
                <a:cubicBezTo>
                  <a:pt x="98162" y="74005"/>
                  <a:pt x="98162" y="74005"/>
                  <a:pt x="98162" y="74005"/>
                </a:cubicBezTo>
                <a:cubicBezTo>
                  <a:pt x="98162" y="73716"/>
                  <a:pt x="98162" y="73716"/>
                  <a:pt x="98162" y="73716"/>
                </a:cubicBezTo>
                <a:cubicBezTo>
                  <a:pt x="98162" y="73641"/>
                  <a:pt x="98162" y="73641"/>
                  <a:pt x="98162" y="73566"/>
                </a:cubicBezTo>
                <a:cubicBezTo>
                  <a:pt x="98125" y="73491"/>
                  <a:pt x="98094" y="73566"/>
                  <a:pt x="98094" y="73491"/>
                </a:cubicBezTo>
                <a:cubicBezTo>
                  <a:pt x="98058" y="73491"/>
                  <a:pt x="98094" y="73416"/>
                  <a:pt x="98094" y="73340"/>
                </a:cubicBezTo>
                <a:cubicBezTo>
                  <a:pt x="98058" y="73265"/>
                  <a:pt x="98058" y="73190"/>
                  <a:pt x="98058" y="73040"/>
                </a:cubicBezTo>
                <a:cubicBezTo>
                  <a:pt x="98094" y="73040"/>
                  <a:pt x="98094" y="72965"/>
                  <a:pt x="98125" y="72965"/>
                </a:cubicBezTo>
                <a:cubicBezTo>
                  <a:pt x="98162" y="72965"/>
                  <a:pt x="98162" y="73040"/>
                  <a:pt x="98199" y="73040"/>
                </a:cubicBezTo>
                <a:cubicBezTo>
                  <a:pt x="98235" y="73040"/>
                  <a:pt x="98235" y="73040"/>
                  <a:pt x="98272" y="73040"/>
                </a:cubicBezTo>
                <a:cubicBezTo>
                  <a:pt x="98309" y="73040"/>
                  <a:pt x="98309" y="73040"/>
                  <a:pt x="98346" y="73040"/>
                </a:cubicBezTo>
                <a:cubicBezTo>
                  <a:pt x="98382" y="72902"/>
                  <a:pt x="98382" y="72902"/>
                  <a:pt x="98382" y="72902"/>
                </a:cubicBezTo>
                <a:cubicBezTo>
                  <a:pt x="98309" y="72676"/>
                  <a:pt x="98309" y="72676"/>
                  <a:pt x="98309" y="72676"/>
                </a:cubicBezTo>
                <a:cubicBezTo>
                  <a:pt x="98309" y="71561"/>
                  <a:pt x="98309" y="71561"/>
                  <a:pt x="98309" y="71561"/>
                </a:cubicBezTo>
                <a:cubicBezTo>
                  <a:pt x="98309" y="71486"/>
                  <a:pt x="98309" y="71486"/>
                  <a:pt x="98309" y="71410"/>
                </a:cubicBezTo>
                <a:cubicBezTo>
                  <a:pt x="98309" y="71335"/>
                  <a:pt x="98272" y="71335"/>
                  <a:pt x="98272" y="71260"/>
                </a:cubicBezTo>
                <a:cubicBezTo>
                  <a:pt x="98235" y="71185"/>
                  <a:pt x="98199" y="71110"/>
                  <a:pt x="98162" y="71110"/>
                </a:cubicBezTo>
                <a:cubicBezTo>
                  <a:pt x="98125" y="71110"/>
                  <a:pt x="98094" y="71185"/>
                  <a:pt x="98094" y="71260"/>
                </a:cubicBezTo>
                <a:cubicBezTo>
                  <a:pt x="98058" y="71410"/>
                  <a:pt x="98058" y="71410"/>
                  <a:pt x="98058" y="71410"/>
                </a:cubicBezTo>
                <a:cubicBezTo>
                  <a:pt x="98058" y="71410"/>
                  <a:pt x="98058" y="71486"/>
                  <a:pt x="98021" y="71561"/>
                </a:cubicBezTo>
                <a:cubicBezTo>
                  <a:pt x="97984" y="71636"/>
                  <a:pt x="97947" y="71636"/>
                  <a:pt x="97874" y="71711"/>
                </a:cubicBezTo>
                <a:cubicBezTo>
                  <a:pt x="97874" y="71711"/>
                  <a:pt x="97837" y="71636"/>
                  <a:pt x="97800" y="71636"/>
                </a:cubicBezTo>
                <a:cubicBezTo>
                  <a:pt x="97800" y="71636"/>
                  <a:pt x="97764" y="71711"/>
                  <a:pt x="97764" y="71786"/>
                </a:cubicBezTo>
                <a:cubicBezTo>
                  <a:pt x="97727" y="71786"/>
                  <a:pt x="97690" y="71849"/>
                  <a:pt x="97690" y="71849"/>
                </a:cubicBezTo>
                <a:cubicBezTo>
                  <a:pt x="97653" y="71924"/>
                  <a:pt x="97690" y="72000"/>
                  <a:pt x="97653" y="72000"/>
                </a:cubicBezTo>
                <a:cubicBezTo>
                  <a:pt x="97617" y="72075"/>
                  <a:pt x="97580" y="72075"/>
                  <a:pt x="97513" y="72075"/>
                </a:cubicBezTo>
                <a:cubicBezTo>
                  <a:pt x="97513" y="72075"/>
                  <a:pt x="97476" y="72075"/>
                  <a:pt x="97439" y="72075"/>
                </a:cubicBezTo>
                <a:cubicBezTo>
                  <a:pt x="97439" y="72075"/>
                  <a:pt x="97476" y="71924"/>
                  <a:pt x="97439" y="71849"/>
                </a:cubicBezTo>
                <a:close/>
                <a:moveTo>
                  <a:pt x="96422" y="68591"/>
                </a:moveTo>
                <a:lnTo>
                  <a:pt x="96422" y="68591"/>
                </a:lnTo>
                <a:cubicBezTo>
                  <a:pt x="96385" y="68653"/>
                  <a:pt x="96385" y="68653"/>
                  <a:pt x="96385" y="68804"/>
                </a:cubicBezTo>
                <a:cubicBezTo>
                  <a:pt x="96385" y="68879"/>
                  <a:pt x="96422" y="68954"/>
                  <a:pt x="96422" y="69029"/>
                </a:cubicBezTo>
                <a:cubicBezTo>
                  <a:pt x="96459" y="69104"/>
                  <a:pt x="96496" y="69104"/>
                  <a:pt x="96496" y="69104"/>
                </a:cubicBezTo>
                <a:cubicBezTo>
                  <a:pt x="96532" y="69180"/>
                  <a:pt x="96563" y="69104"/>
                  <a:pt x="96563" y="69104"/>
                </a:cubicBezTo>
                <a:cubicBezTo>
                  <a:pt x="96637" y="69180"/>
                  <a:pt x="96637" y="69104"/>
                  <a:pt x="96710" y="69104"/>
                </a:cubicBezTo>
                <a:cubicBezTo>
                  <a:pt x="96710" y="69330"/>
                  <a:pt x="96673" y="69405"/>
                  <a:pt x="96710" y="69556"/>
                </a:cubicBezTo>
                <a:cubicBezTo>
                  <a:pt x="96710" y="69631"/>
                  <a:pt x="96747" y="69631"/>
                  <a:pt x="96747" y="69706"/>
                </a:cubicBezTo>
                <a:cubicBezTo>
                  <a:pt x="96747" y="69844"/>
                  <a:pt x="96784" y="69919"/>
                  <a:pt x="96784" y="70069"/>
                </a:cubicBezTo>
                <a:cubicBezTo>
                  <a:pt x="96784" y="70145"/>
                  <a:pt x="96747" y="70220"/>
                  <a:pt x="96747" y="70295"/>
                </a:cubicBezTo>
                <a:cubicBezTo>
                  <a:pt x="96747" y="70370"/>
                  <a:pt x="96747" y="70370"/>
                  <a:pt x="96747" y="70445"/>
                </a:cubicBezTo>
                <a:cubicBezTo>
                  <a:pt x="96747" y="70445"/>
                  <a:pt x="96747" y="70445"/>
                  <a:pt x="96747" y="70521"/>
                </a:cubicBezTo>
                <a:cubicBezTo>
                  <a:pt x="96747" y="70521"/>
                  <a:pt x="96784" y="70596"/>
                  <a:pt x="96820" y="70596"/>
                </a:cubicBezTo>
                <a:cubicBezTo>
                  <a:pt x="96820" y="70671"/>
                  <a:pt x="96857" y="70671"/>
                  <a:pt x="96894" y="70734"/>
                </a:cubicBezTo>
                <a:cubicBezTo>
                  <a:pt x="96894" y="70734"/>
                  <a:pt x="96931" y="70734"/>
                  <a:pt x="96931" y="70821"/>
                </a:cubicBezTo>
                <a:cubicBezTo>
                  <a:pt x="97004" y="70821"/>
                  <a:pt x="97041" y="70734"/>
                  <a:pt x="97071" y="70734"/>
                </a:cubicBezTo>
                <a:cubicBezTo>
                  <a:pt x="97071" y="70821"/>
                  <a:pt x="97041" y="70821"/>
                  <a:pt x="97041" y="70884"/>
                </a:cubicBezTo>
                <a:cubicBezTo>
                  <a:pt x="97041" y="70959"/>
                  <a:pt x="97041" y="70959"/>
                  <a:pt x="97041" y="71034"/>
                </a:cubicBezTo>
                <a:cubicBezTo>
                  <a:pt x="97041" y="71110"/>
                  <a:pt x="97004" y="71110"/>
                  <a:pt x="97004" y="71185"/>
                </a:cubicBezTo>
                <a:cubicBezTo>
                  <a:pt x="97004" y="71260"/>
                  <a:pt x="97004" y="71260"/>
                  <a:pt x="97004" y="71335"/>
                </a:cubicBezTo>
                <a:cubicBezTo>
                  <a:pt x="97041" y="71335"/>
                  <a:pt x="97071" y="71335"/>
                  <a:pt x="97071" y="71410"/>
                </a:cubicBezTo>
                <a:cubicBezTo>
                  <a:pt x="97108" y="71410"/>
                  <a:pt x="97108" y="71486"/>
                  <a:pt x="97145" y="71486"/>
                </a:cubicBezTo>
                <a:cubicBezTo>
                  <a:pt x="97182" y="71486"/>
                  <a:pt x="97182" y="71486"/>
                  <a:pt x="97218" y="71486"/>
                </a:cubicBezTo>
                <a:cubicBezTo>
                  <a:pt x="97255" y="71486"/>
                  <a:pt x="97255" y="71486"/>
                  <a:pt x="97292" y="71486"/>
                </a:cubicBezTo>
                <a:cubicBezTo>
                  <a:pt x="97329" y="71410"/>
                  <a:pt x="97292" y="71335"/>
                  <a:pt x="97292" y="71335"/>
                </a:cubicBezTo>
                <a:cubicBezTo>
                  <a:pt x="97292" y="71260"/>
                  <a:pt x="97329" y="71260"/>
                  <a:pt x="97366" y="71260"/>
                </a:cubicBezTo>
                <a:cubicBezTo>
                  <a:pt x="97402" y="71260"/>
                  <a:pt x="97439" y="71260"/>
                  <a:pt x="97476" y="71260"/>
                </a:cubicBezTo>
                <a:cubicBezTo>
                  <a:pt x="97476" y="70884"/>
                  <a:pt x="97476" y="70884"/>
                  <a:pt x="97476" y="70884"/>
                </a:cubicBezTo>
                <a:cubicBezTo>
                  <a:pt x="97476" y="70734"/>
                  <a:pt x="97439" y="70671"/>
                  <a:pt x="97402" y="70596"/>
                </a:cubicBezTo>
                <a:cubicBezTo>
                  <a:pt x="97366" y="70596"/>
                  <a:pt x="97329" y="70596"/>
                  <a:pt x="97329" y="70596"/>
                </a:cubicBezTo>
                <a:cubicBezTo>
                  <a:pt x="97292" y="70521"/>
                  <a:pt x="97292" y="70521"/>
                  <a:pt x="97255" y="70445"/>
                </a:cubicBezTo>
                <a:cubicBezTo>
                  <a:pt x="97255" y="70445"/>
                  <a:pt x="97255" y="70370"/>
                  <a:pt x="97255" y="70295"/>
                </a:cubicBezTo>
                <a:cubicBezTo>
                  <a:pt x="97218" y="70295"/>
                  <a:pt x="97255" y="70220"/>
                  <a:pt x="97255" y="70145"/>
                </a:cubicBezTo>
                <a:cubicBezTo>
                  <a:pt x="97218" y="70145"/>
                  <a:pt x="97182" y="70069"/>
                  <a:pt x="97182" y="70069"/>
                </a:cubicBezTo>
                <a:cubicBezTo>
                  <a:pt x="97145" y="70069"/>
                  <a:pt x="97108" y="69994"/>
                  <a:pt x="97108" y="69994"/>
                </a:cubicBezTo>
                <a:cubicBezTo>
                  <a:pt x="97071" y="69994"/>
                  <a:pt x="97041" y="69994"/>
                  <a:pt x="97041" y="69919"/>
                </a:cubicBezTo>
                <a:cubicBezTo>
                  <a:pt x="97004" y="69919"/>
                  <a:pt x="97004" y="69844"/>
                  <a:pt x="97004" y="69844"/>
                </a:cubicBezTo>
                <a:cubicBezTo>
                  <a:pt x="97004" y="69769"/>
                  <a:pt x="96967" y="69706"/>
                  <a:pt x="96967" y="69706"/>
                </a:cubicBezTo>
                <a:cubicBezTo>
                  <a:pt x="96967" y="69556"/>
                  <a:pt x="96967" y="69480"/>
                  <a:pt x="96967" y="69405"/>
                </a:cubicBezTo>
                <a:cubicBezTo>
                  <a:pt x="96967" y="69330"/>
                  <a:pt x="96931" y="69330"/>
                  <a:pt x="96894" y="69255"/>
                </a:cubicBezTo>
                <a:cubicBezTo>
                  <a:pt x="96894" y="69104"/>
                  <a:pt x="96857" y="69029"/>
                  <a:pt x="96784" y="68954"/>
                </a:cubicBezTo>
                <a:cubicBezTo>
                  <a:pt x="96747" y="68954"/>
                  <a:pt x="96710" y="68879"/>
                  <a:pt x="96637" y="68879"/>
                </a:cubicBezTo>
                <a:cubicBezTo>
                  <a:pt x="96637" y="68804"/>
                  <a:pt x="96637" y="68741"/>
                  <a:pt x="96600" y="68741"/>
                </a:cubicBezTo>
                <a:cubicBezTo>
                  <a:pt x="96563" y="68653"/>
                  <a:pt x="96563" y="68653"/>
                  <a:pt x="96532" y="68591"/>
                </a:cubicBezTo>
                <a:cubicBezTo>
                  <a:pt x="96496" y="68591"/>
                  <a:pt x="96422" y="68591"/>
                  <a:pt x="96422" y="68591"/>
                </a:cubicBezTo>
                <a:close/>
                <a:moveTo>
                  <a:pt x="96894" y="68440"/>
                </a:moveTo>
                <a:lnTo>
                  <a:pt x="96894" y="68440"/>
                </a:lnTo>
                <a:cubicBezTo>
                  <a:pt x="96967" y="68515"/>
                  <a:pt x="97004" y="68591"/>
                  <a:pt x="97071" y="68653"/>
                </a:cubicBezTo>
                <a:cubicBezTo>
                  <a:pt x="97108" y="68653"/>
                  <a:pt x="97108" y="68741"/>
                  <a:pt x="97145" y="68804"/>
                </a:cubicBezTo>
                <a:cubicBezTo>
                  <a:pt x="97145" y="68804"/>
                  <a:pt x="97182" y="68804"/>
                  <a:pt x="97218" y="68879"/>
                </a:cubicBezTo>
                <a:cubicBezTo>
                  <a:pt x="97218" y="68879"/>
                  <a:pt x="97255" y="68804"/>
                  <a:pt x="97292" y="68879"/>
                </a:cubicBezTo>
                <a:cubicBezTo>
                  <a:pt x="97292" y="68879"/>
                  <a:pt x="97255" y="68954"/>
                  <a:pt x="97292" y="68954"/>
                </a:cubicBezTo>
                <a:cubicBezTo>
                  <a:pt x="97292" y="69029"/>
                  <a:pt x="97329" y="69029"/>
                  <a:pt x="97329" y="69029"/>
                </a:cubicBezTo>
                <a:cubicBezTo>
                  <a:pt x="97366" y="69104"/>
                  <a:pt x="97402" y="69104"/>
                  <a:pt x="97402" y="69180"/>
                </a:cubicBezTo>
                <a:cubicBezTo>
                  <a:pt x="97439" y="69255"/>
                  <a:pt x="97439" y="69330"/>
                  <a:pt x="97439" y="69330"/>
                </a:cubicBezTo>
                <a:cubicBezTo>
                  <a:pt x="97439" y="69405"/>
                  <a:pt x="97439" y="69480"/>
                  <a:pt x="97439" y="69480"/>
                </a:cubicBezTo>
                <a:cubicBezTo>
                  <a:pt x="97439" y="69556"/>
                  <a:pt x="97439" y="69631"/>
                  <a:pt x="97476" y="69631"/>
                </a:cubicBezTo>
                <a:cubicBezTo>
                  <a:pt x="97476" y="69706"/>
                  <a:pt x="97513" y="69706"/>
                  <a:pt x="97549" y="69706"/>
                </a:cubicBezTo>
                <a:cubicBezTo>
                  <a:pt x="97580" y="69769"/>
                  <a:pt x="97617" y="69844"/>
                  <a:pt x="97690" y="69919"/>
                </a:cubicBezTo>
                <a:cubicBezTo>
                  <a:pt x="97690" y="69994"/>
                  <a:pt x="97727" y="69994"/>
                  <a:pt x="97764" y="69994"/>
                </a:cubicBezTo>
                <a:cubicBezTo>
                  <a:pt x="97764" y="70069"/>
                  <a:pt x="97800" y="70145"/>
                  <a:pt x="97800" y="70145"/>
                </a:cubicBezTo>
                <a:cubicBezTo>
                  <a:pt x="97837" y="70295"/>
                  <a:pt x="97800" y="70370"/>
                  <a:pt x="97800" y="70445"/>
                </a:cubicBezTo>
                <a:cubicBezTo>
                  <a:pt x="98094" y="70445"/>
                  <a:pt x="98094" y="70445"/>
                  <a:pt x="98094" y="70445"/>
                </a:cubicBezTo>
                <a:cubicBezTo>
                  <a:pt x="98094" y="70445"/>
                  <a:pt x="98094" y="70370"/>
                  <a:pt x="98094" y="70295"/>
                </a:cubicBezTo>
                <a:cubicBezTo>
                  <a:pt x="98094" y="70220"/>
                  <a:pt x="98125" y="70145"/>
                  <a:pt x="98125" y="69994"/>
                </a:cubicBezTo>
                <a:lnTo>
                  <a:pt x="98094" y="69994"/>
                </a:lnTo>
                <a:cubicBezTo>
                  <a:pt x="98094" y="69769"/>
                  <a:pt x="98058" y="69631"/>
                  <a:pt x="97984" y="69556"/>
                </a:cubicBezTo>
                <a:cubicBezTo>
                  <a:pt x="97984" y="69480"/>
                  <a:pt x="97947" y="69480"/>
                  <a:pt x="97911" y="69480"/>
                </a:cubicBezTo>
                <a:cubicBezTo>
                  <a:pt x="97911" y="69405"/>
                  <a:pt x="97911" y="69330"/>
                  <a:pt x="97911" y="69330"/>
                </a:cubicBezTo>
                <a:cubicBezTo>
                  <a:pt x="97874" y="69255"/>
                  <a:pt x="97874" y="69180"/>
                  <a:pt x="97837" y="69104"/>
                </a:cubicBezTo>
                <a:cubicBezTo>
                  <a:pt x="97837" y="69104"/>
                  <a:pt x="97800" y="69029"/>
                  <a:pt x="97800" y="68954"/>
                </a:cubicBezTo>
                <a:cubicBezTo>
                  <a:pt x="97764" y="68954"/>
                  <a:pt x="97727" y="68879"/>
                  <a:pt x="97690" y="68879"/>
                </a:cubicBezTo>
                <a:lnTo>
                  <a:pt x="97617" y="68879"/>
                </a:lnTo>
                <a:cubicBezTo>
                  <a:pt x="97580" y="68741"/>
                  <a:pt x="97580" y="68741"/>
                  <a:pt x="97580" y="68741"/>
                </a:cubicBezTo>
                <a:cubicBezTo>
                  <a:pt x="97580" y="68653"/>
                  <a:pt x="97617" y="68591"/>
                  <a:pt x="97617" y="68591"/>
                </a:cubicBezTo>
                <a:cubicBezTo>
                  <a:pt x="97617" y="68139"/>
                  <a:pt x="97617" y="68139"/>
                  <a:pt x="97617" y="68139"/>
                </a:cubicBezTo>
                <a:cubicBezTo>
                  <a:pt x="97580" y="68139"/>
                  <a:pt x="97580" y="68139"/>
                  <a:pt x="97549" y="68139"/>
                </a:cubicBezTo>
                <a:cubicBezTo>
                  <a:pt x="97513" y="68139"/>
                  <a:pt x="97513" y="68139"/>
                  <a:pt x="97476" y="68139"/>
                </a:cubicBezTo>
                <a:cubicBezTo>
                  <a:pt x="97402" y="68139"/>
                  <a:pt x="97402" y="68139"/>
                  <a:pt x="97402" y="68139"/>
                </a:cubicBezTo>
                <a:cubicBezTo>
                  <a:pt x="97329" y="68139"/>
                  <a:pt x="97292" y="68139"/>
                  <a:pt x="97255" y="68139"/>
                </a:cubicBezTo>
                <a:cubicBezTo>
                  <a:pt x="97218" y="68215"/>
                  <a:pt x="97255" y="68290"/>
                  <a:pt x="97218" y="68290"/>
                </a:cubicBezTo>
                <a:cubicBezTo>
                  <a:pt x="97218" y="68365"/>
                  <a:pt x="97182" y="68365"/>
                  <a:pt x="97145" y="68365"/>
                </a:cubicBezTo>
                <a:cubicBezTo>
                  <a:pt x="97145" y="68365"/>
                  <a:pt x="97108" y="68365"/>
                  <a:pt x="97071" y="68365"/>
                </a:cubicBezTo>
                <a:cubicBezTo>
                  <a:pt x="97041" y="68365"/>
                  <a:pt x="96967" y="68440"/>
                  <a:pt x="96894" y="68440"/>
                </a:cubicBezTo>
                <a:close/>
                <a:moveTo>
                  <a:pt x="96238" y="69104"/>
                </a:moveTo>
                <a:lnTo>
                  <a:pt x="96238" y="69104"/>
                </a:lnTo>
                <a:cubicBezTo>
                  <a:pt x="96238" y="69180"/>
                  <a:pt x="96238" y="69180"/>
                  <a:pt x="96202" y="69255"/>
                </a:cubicBezTo>
                <a:cubicBezTo>
                  <a:pt x="96165" y="69405"/>
                  <a:pt x="96128" y="69405"/>
                  <a:pt x="96091" y="69556"/>
                </a:cubicBezTo>
                <a:cubicBezTo>
                  <a:pt x="96091" y="69631"/>
                  <a:pt x="96091" y="69631"/>
                  <a:pt x="96091" y="69706"/>
                </a:cubicBezTo>
                <a:cubicBezTo>
                  <a:pt x="96055" y="69769"/>
                  <a:pt x="96055" y="69769"/>
                  <a:pt x="96024" y="69844"/>
                </a:cubicBezTo>
                <a:cubicBezTo>
                  <a:pt x="96024" y="69919"/>
                  <a:pt x="96024" y="69919"/>
                  <a:pt x="95987" y="69994"/>
                </a:cubicBezTo>
                <a:cubicBezTo>
                  <a:pt x="95987" y="70069"/>
                  <a:pt x="95950" y="70069"/>
                  <a:pt x="95950" y="70069"/>
                </a:cubicBezTo>
                <a:cubicBezTo>
                  <a:pt x="95914" y="70145"/>
                  <a:pt x="95914" y="70220"/>
                  <a:pt x="95914" y="70220"/>
                </a:cubicBezTo>
                <a:cubicBezTo>
                  <a:pt x="95877" y="70295"/>
                  <a:pt x="95877" y="70370"/>
                  <a:pt x="95877" y="70370"/>
                </a:cubicBezTo>
                <a:cubicBezTo>
                  <a:pt x="95840" y="70445"/>
                  <a:pt x="95803" y="70445"/>
                  <a:pt x="95803" y="70521"/>
                </a:cubicBezTo>
                <a:cubicBezTo>
                  <a:pt x="95767" y="70521"/>
                  <a:pt x="95803" y="70596"/>
                  <a:pt x="95803" y="70671"/>
                </a:cubicBezTo>
                <a:cubicBezTo>
                  <a:pt x="95803" y="70671"/>
                  <a:pt x="95803" y="70734"/>
                  <a:pt x="95803" y="70821"/>
                </a:cubicBezTo>
                <a:cubicBezTo>
                  <a:pt x="95803" y="70821"/>
                  <a:pt x="95767" y="70884"/>
                  <a:pt x="95730" y="70884"/>
                </a:cubicBezTo>
                <a:cubicBezTo>
                  <a:pt x="95730" y="70959"/>
                  <a:pt x="95693" y="71034"/>
                  <a:pt x="95693" y="71034"/>
                </a:cubicBezTo>
                <a:cubicBezTo>
                  <a:pt x="95656" y="71110"/>
                  <a:pt x="95656" y="71185"/>
                  <a:pt x="95656" y="71185"/>
                </a:cubicBezTo>
                <a:cubicBezTo>
                  <a:pt x="95620" y="71260"/>
                  <a:pt x="95546" y="71185"/>
                  <a:pt x="95509" y="71260"/>
                </a:cubicBezTo>
                <a:cubicBezTo>
                  <a:pt x="95479" y="71335"/>
                  <a:pt x="95509" y="71410"/>
                  <a:pt x="95479" y="71410"/>
                </a:cubicBezTo>
                <a:cubicBezTo>
                  <a:pt x="95479" y="71486"/>
                  <a:pt x="95442" y="71486"/>
                  <a:pt x="95442" y="71561"/>
                </a:cubicBezTo>
                <a:cubicBezTo>
                  <a:pt x="95405" y="71561"/>
                  <a:pt x="95369" y="71561"/>
                  <a:pt x="95369" y="71561"/>
                </a:cubicBezTo>
                <a:cubicBezTo>
                  <a:pt x="95332" y="71561"/>
                  <a:pt x="95295" y="71561"/>
                  <a:pt x="95295" y="71561"/>
                </a:cubicBezTo>
                <a:cubicBezTo>
                  <a:pt x="95258" y="71561"/>
                  <a:pt x="95258" y="71636"/>
                  <a:pt x="95222" y="71711"/>
                </a:cubicBezTo>
                <a:cubicBezTo>
                  <a:pt x="95185" y="71786"/>
                  <a:pt x="95185" y="71849"/>
                  <a:pt x="95185" y="72000"/>
                </a:cubicBezTo>
                <a:cubicBezTo>
                  <a:pt x="95222" y="72000"/>
                  <a:pt x="95222" y="72000"/>
                  <a:pt x="95258" y="72000"/>
                </a:cubicBezTo>
                <a:cubicBezTo>
                  <a:pt x="95258" y="72000"/>
                  <a:pt x="95295" y="72000"/>
                  <a:pt x="95332" y="72000"/>
                </a:cubicBezTo>
                <a:cubicBezTo>
                  <a:pt x="95332" y="72000"/>
                  <a:pt x="95369" y="72000"/>
                  <a:pt x="95405" y="72000"/>
                </a:cubicBezTo>
                <a:cubicBezTo>
                  <a:pt x="95405" y="72000"/>
                  <a:pt x="95442" y="71924"/>
                  <a:pt x="95442" y="71849"/>
                </a:cubicBezTo>
                <a:cubicBezTo>
                  <a:pt x="95479" y="71849"/>
                  <a:pt x="95509" y="71786"/>
                  <a:pt x="95509" y="71786"/>
                </a:cubicBezTo>
                <a:cubicBezTo>
                  <a:pt x="95509" y="71711"/>
                  <a:pt x="95509" y="71636"/>
                  <a:pt x="95509" y="71636"/>
                </a:cubicBezTo>
                <a:cubicBezTo>
                  <a:pt x="95546" y="71486"/>
                  <a:pt x="95583" y="71410"/>
                  <a:pt x="95620" y="71335"/>
                </a:cubicBezTo>
                <a:cubicBezTo>
                  <a:pt x="95620" y="71335"/>
                  <a:pt x="95656" y="71335"/>
                  <a:pt x="95693" y="71335"/>
                </a:cubicBezTo>
                <a:cubicBezTo>
                  <a:pt x="95730" y="71260"/>
                  <a:pt x="95730" y="71260"/>
                  <a:pt x="95767" y="71260"/>
                </a:cubicBezTo>
                <a:cubicBezTo>
                  <a:pt x="95803" y="71185"/>
                  <a:pt x="95840" y="71260"/>
                  <a:pt x="95914" y="71260"/>
                </a:cubicBezTo>
                <a:cubicBezTo>
                  <a:pt x="95914" y="71110"/>
                  <a:pt x="95914" y="71034"/>
                  <a:pt x="95914" y="70959"/>
                </a:cubicBezTo>
                <a:cubicBezTo>
                  <a:pt x="95914" y="70821"/>
                  <a:pt x="95950" y="70734"/>
                  <a:pt x="95950" y="70671"/>
                </a:cubicBezTo>
                <a:cubicBezTo>
                  <a:pt x="95987" y="70596"/>
                  <a:pt x="96024" y="70445"/>
                  <a:pt x="96055" y="70370"/>
                </a:cubicBezTo>
                <a:cubicBezTo>
                  <a:pt x="96055" y="70370"/>
                  <a:pt x="96091" y="70370"/>
                  <a:pt x="96128" y="70295"/>
                </a:cubicBezTo>
                <a:cubicBezTo>
                  <a:pt x="96128" y="70295"/>
                  <a:pt x="96165" y="70295"/>
                  <a:pt x="96202" y="70220"/>
                </a:cubicBezTo>
                <a:cubicBezTo>
                  <a:pt x="96202" y="70220"/>
                  <a:pt x="96202" y="70145"/>
                  <a:pt x="96202" y="70069"/>
                </a:cubicBezTo>
                <a:cubicBezTo>
                  <a:pt x="96238" y="69919"/>
                  <a:pt x="96202" y="69844"/>
                  <a:pt x="96202" y="69769"/>
                </a:cubicBezTo>
                <a:cubicBezTo>
                  <a:pt x="96202" y="69706"/>
                  <a:pt x="96238" y="69631"/>
                  <a:pt x="96238" y="69631"/>
                </a:cubicBezTo>
                <a:cubicBezTo>
                  <a:pt x="96238" y="69480"/>
                  <a:pt x="96238" y="69255"/>
                  <a:pt x="96238" y="69104"/>
                </a:cubicBezTo>
                <a:close/>
                <a:moveTo>
                  <a:pt x="96532" y="64944"/>
                </a:moveTo>
                <a:lnTo>
                  <a:pt x="96532" y="64944"/>
                </a:lnTo>
                <a:cubicBezTo>
                  <a:pt x="96349" y="64944"/>
                  <a:pt x="96349" y="64944"/>
                  <a:pt x="96349" y="64944"/>
                </a:cubicBezTo>
                <a:cubicBezTo>
                  <a:pt x="96349" y="64944"/>
                  <a:pt x="96349" y="64944"/>
                  <a:pt x="96349" y="65019"/>
                </a:cubicBezTo>
                <a:lnTo>
                  <a:pt x="96349" y="65019"/>
                </a:lnTo>
                <a:cubicBezTo>
                  <a:pt x="96349" y="65094"/>
                  <a:pt x="96349" y="65094"/>
                  <a:pt x="96349" y="65169"/>
                </a:cubicBezTo>
                <a:lnTo>
                  <a:pt x="96349" y="65169"/>
                </a:lnTo>
                <a:cubicBezTo>
                  <a:pt x="96349" y="65244"/>
                  <a:pt x="96349" y="65244"/>
                  <a:pt x="96349" y="65320"/>
                </a:cubicBezTo>
                <a:cubicBezTo>
                  <a:pt x="96349" y="65320"/>
                  <a:pt x="96349" y="65320"/>
                  <a:pt x="96349" y="65395"/>
                </a:cubicBezTo>
                <a:cubicBezTo>
                  <a:pt x="96349" y="65395"/>
                  <a:pt x="96349" y="65395"/>
                  <a:pt x="96385" y="65470"/>
                </a:cubicBezTo>
                <a:lnTo>
                  <a:pt x="96385" y="65545"/>
                </a:lnTo>
                <a:cubicBezTo>
                  <a:pt x="96385" y="65608"/>
                  <a:pt x="96385" y="65608"/>
                  <a:pt x="96385" y="65608"/>
                </a:cubicBezTo>
                <a:cubicBezTo>
                  <a:pt x="96385" y="65683"/>
                  <a:pt x="96349" y="65683"/>
                  <a:pt x="96349" y="65758"/>
                </a:cubicBezTo>
                <a:cubicBezTo>
                  <a:pt x="96349" y="65758"/>
                  <a:pt x="96312" y="65758"/>
                  <a:pt x="96312" y="65833"/>
                </a:cubicBezTo>
                <a:cubicBezTo>
                  <a:pt x="96312" y="65833"/>
                  <a:pt x="96312" y="65909"/>
                  <a:pt x="96312" y="65984"/>
                </a:cubicBezTo>
                <a:cubicBezTo>
                  <a:pt x="96312" y="66059"/>
                  <a:pt x="96349" y="66134"/>
                  <a:pt x="96349" y="66285"/>
                </a:cubicBezTo>
                <a:cubicBezTo>
                  <a:pt x="96349" y="66360"/>
                  <a:pt x="96312" y="66360"/>
                  <a:pt x="96312" y="66360"/>
                </a:cubicBezTo>
                <a:cubicBezTo>
                  <a:pt x="96275" y="66360"/>
                  <a:pt x="96275" y="66435"/>
                  <a:pt x="96275" y="66435"/>
                </a:cubicBezTo>
                <a:cubicBezTo>
                  <a:pt x="96238" y="66435"/>
                  <a:pt x="96238" y="66435"/>
                  <a:pt x="96202" y="66510"/>
                </a:cubicBezTo>
                <a:cubicBezTo>
                  <a:pt x="96165" y="66510"/>
                  <a:pt x="96128" y="66510"/>
                  <a:pt x="96128" y="66573"/>
                </a:cubicBezTo>
                <a:cubicBezTo>
                  <a:pt x="96091" y="66573"/>
                  <a:pt x="96091" y="66648"/>
                  <a:pt x="96091" y="66648"/>
                </a:cubicBezTo>
                <a:cubicBezTo>
                  <a:pt x="96091" y="66723"/>
                  <a:pt x="96091" y="66723"/>
                  <a:pt x="96091" y="66723"/>
                </a:cubicBezTo>
                <a:cubicBezTo>
                  <a:pt x="96091" y="66798"/>
                  <a:pt x="96091" y="66798"/>
                  <a:pt x="96091" y="66874"/>
                </a:cubicBezTo>
                <a:cubicBezTo>
                  <a:pt x="96091" y="66874"/>
                  <a:pt x="96128" y="66874"/>
                  <a:pt x="96128" y="66949"/>
                </a:cubicBezTo>
                <a:cubicBezTo>
                  <a:pt x="96128" y="67024"/>
                  <a:pt x="96165" y="67024"/>
                  <a:pt x="96165" y="67099"/>
                </a:cubicBezTo>
                <a:cubicBezTo>
                  <a:pt x="96202" y="67099"/>
                  <a:pt x="96202" y="67099"/>
                  <a:pt x="96238" y="67174"/>
                </a:cubicBezTo>
                <a:lnTo>
                  <a:pt x="96275" y="67250"/>
                </a:lnTo>
                <a:cubicBezTo>
                  <a:pt x="96312" y="67250"/>
                  <a:pt x="96349" y="67325"/>
                  <a:pt x="96385" y="67400"/>
                </a:cubicBezTo>
                <a:cubicBezTo>
                  <a:pt x="96385" y="67400"/>
                  <a:pt x="96385" y="67400"/>
                  <a:pt x="96422" y="67400"/>
                </a:cubicBezTo>
                <a:lnTo>
                  <a:pt x="96422" y="67400"/>
                </a:lnTo>
                <a:cubicBezTo>
                  <a:pt x="96422" y="67550"/>
                  <a:pt x="96385" y="67550"/>
                  <a:pt x="96385" y="67688"/>
                </a:cubicBezTo>
                <a:cubicBezTo>
                  <a:pt x="96385" y="67763"/>
                  <a:pt x="96422" y="67763"/>
                  <a:pt x="96422" y="67839"/>
                </a:cubicBezTo>
                <a:cubicBezTo>
                  <a:pt x="96422" y="67914"/>
                  <a:pt x="96422" y="67914"/>
                  <a:pt x="96459" y="67989"/>
                </a:cubicBezTo>
                <a:cubicBezTo>
                  <a:pt x="96496" y="67989"/>
                  <a:pt x="96496" y="67989"/>
                  <a:pt x="96496" y="67989"/>
                </a:cubicBezTo>
                <a:cubicBezTo>
                  <a:pt x="96532" y="67989"/>
                  <a:pt x="96532" y="67989"/>
                  <a:pt x="96563" y="67989"/>
                </a:cubicBezTo>
                <a:cubicBezTo>
                  <a:pt x="96710" y="67989"/>
                  <a:pt x="96710" y="67989"/>
                  <a:pt x="96710" y="67989"/>
                </a:cubicBezTo>
                <a:cubicBezTo>
                  <a:pt x="96710" y="67763"/>
                  <a:pt x="96710" y="67763"/>
                  <a:pt x="96710" y="67763"/>
                </a:cubicBezTo>
                <a:cubicBezTo>
                  <a:pt x="96710" y="67688"/>
                  <a:pt x="96710" y="67688"/>
                  <a:pt x="96710" y="67626"/>
                </a:cubicBezTo>
                <a:cubicBezTo>
                  <a:pt x="96710" y="67325"/>
                  <a:pt x="96710" y="67325"/>
                  <a:pt x="96710" y="67325"/>
                </a:cubicBezTo>
                <a:cubicBezTo>
                  <a:pt x="96710" y="67250"/>
                  <a:pt x="96710" y="67174"/>
                  <a:pt x="96747" y="67099"/>
                </a:cubicBezTo>
                <a:cubicBezTo>
                  <a:pt x="96784" y="67024"/>
                  <a:pt x="96784" y="67024"/>
                  <a:pt x="96820" y="66949"/>
                </a:cubicBezTo>
                <a:lnTo>
                  <a:pt x="96857" y="66949"/>
                </a:lnTo>
                <a:cubicBezTo>
                  <a:pt x="96857" y="66949"/>
                  <a:pt x="96857" y="66874"/>
                  <a:pt x="96894" y="66874"/>
                </a:cubicBezTo>
                <a:lnTo>
                  <a:pt x="96894" y="66798"/>
                </a:lnTo>
                <a:cubicBezTo>
                  <a:pt x="96931" y="66723"/>
                  <a:pt x="96931" y="66723"/>
                  <a:pt x="96931" y="66723"/>
                </a:cubicBezTo>
                <a:cubicBezTo>
                  <a:pt x="96967" y="66648"/>
                  <a:pt x="96967" y="66648"/>
                  <a:pt x="96967" y="66573"/>
                </a:cubicBezTo>
                <a:cubicBezTo>
                  <a:pt x="96967" y="66510"/>
                  <a:pt x="97004" y="66510"/>
                  <a:pt x="97004" y="66435"/>
                </a:cubicBezTo>
                <a:cubicBezTo>
                  <a:pt x="97004" y="66360"/>
                  <a:pt x="97004" y="66360"/>
                  <a:pt x="97004" y="66285"/>
                </a:cubicBezTo>
                <a:cubicBezTo>
                  <a:pt x="97004" y="66209"/>
                  <a:pt x="97004" y="66209"/>
                  <a:pt x="97004" y="66209"/>
                </a:cubicBezTo>
                <a:cubicBezTo>
                  <a:pt x="97004" y="66134"/>
                  <a:pt x="97041" y="66134"/>
                  <a:pt x="97041" y="66059"/>
                </a:cubicBezTo>
                <a:cubicBezTo>
                  <a:pt x="97041" y="65984"/>
                  <a:pt x="97041" y="65984"/>
                  <a:pt x="97041" y="65984"/>
                </a:cubicBezTo>
                <a:cubicBezTo>
                  <a:pt x="97041" y="65984"/>
                  <a:pt x="97041" y="65909"/>
                  <a:pt x="97004" y="65833"/>
                </a:cubicBezTo>
                <a:cubicBezTo>
                  <a:pt x="97004" y="65833"/>
                  <a:pt x="97004" y="65833"/>
                  <a:pt x="97004" y="65758"/>
                </a:cubicBezTo>
                <a:cubicBezTo>
                  <a:pt x="97004" y="65758"/>
                  <a:pt x="97004" y="65758"/>
                  <a:pt x="96967" y="65683"/>
                </a:cubicBezTo>
                <a:cubicBezTo>
                  <a:pt x="96967" y="65683"/>
                  <a:pt x="96967" y="65683"/>
                  <a:pt x="96967" y="65608"/>
                </a:cubicBezTo>
                <a:cubicBezTo>
                  <a:pt x="96967" y="65608"/>
                  <a:pt x="96967" y="65608"/>
                  <a:pt x="96967" y="65545"/>
                </a:cubicBezTo>
                <a:lnTo>
                  <a:pt x="96931" y="65470"/>
                </a:lnTo>
                <a:lnTo>
                  <a:pt x="96931" y="65395"/>
                </a:lnTo>
                <a:lnTo>
                  <a:pt x="96894" y="65320"/>
                </a:lnTo>
                <a:cubicBezTo>
                  <a:pt x="96894" y="65320"/>
                  <a:pt x="96894" y="65244"/>
                  <a:pt x="96857" y="65244"/>
                </a:cubicBezTo>
                <a:cubicBezTo>
                  <a:pt x="96857" y="65244"/>
                  <a:pt x="96857" y="65169"/>
                  <a:pt x="96820" y="65169"/>
                </a:cubicBezTo>
                <a:lnTo>
                  <a:pt x="96784" y="65169"/>
                </a:lnTo>
                <a:cubicBezTo>
                  <a:pt x="96747" y="65169"/>
                  <a:pt x="96747" y="65169"/>
                  <a:pt x="96747" y="65169"/>
                </a:cubicBezTo>
                <a:cubicBezTo>
                  <a:pt x="96710" y="65169"/>
                  <a:pt x="96710" y="65169"/>
                  <a:pt x="96673" y="65094"/>
                </a:cubicBezTo>
                <a:lnTo>
                  <a:pt x="96637" y="65094"/>
                </a:lnTo>
                <a:lnTo>
                  <a:pt x="96637" y="65019"/>
                </a:lnTo>
                <a:cubicBezTo>
                  <a:pt x="96600" y="65019"/>
                  <a:pt x="96600" y="64944"/>
                  <a:pt x="96600" y="64944"/>
                </a:cubicBezTo>
                <a:cubicBezTo>
                  <a:pt x="96563" y="64944"/>
                  <a:pt x="96532" y="64944"/>
                  <a:pt x="96532" y="64944"/>
                </a:cubicBezTo>
                <a:close/>
                <a:moveTo>
                  <a:pt x="96857" y="60407"/>
                </a:moveTo>
                <a:lnTo>
                  <a:pt x="96857" y="60407"/>
                </a:lnTo>
                <a:cubicBezTo>
                  <a:pt x="96857" y="60332"/>
                  <a:pt x="96857" y="60269"/>
                  <a:pt x="96894" y="60194"/>
                </a:cubicBezTo>
                <a:cubicBezTo>
                  <a:pt x="96820" y="60194"/>
                  <a:pt x="96784" y="60194"/>
                  <a:pt x="96747" y="60194"/>
                </a:cubicBezTo>
                <a:cubicBezTo>
                  <a:pt x="96710" y="60194"/>
                  <a:pt x="96673" y="60194"/>
                  <a:pt x="96673" y="60194"/>
                </a:cubicBezTo>
                <a:cubicBezTo>
                  <a:pt x="96637" y="60194"/>
                  <a:pt x="96637" y="60269"/>
                  <a:pt x="96600" y="60332"/>
                </a:cubicBezTo>
                <a:cubicBezTo>
                  <a:pt x="96600" y="60332"/>
                  <a:pt x="96563" y="60407"/>
                  <a:pt x="96532" y="60407"/>
                </a:cubicBezTo>
                <a:cubicBezTo>
                  <a:pt x="96532" y="60482"/>
                  <a:pt x="96496" y="60482"/>
                  <a:pt x="96459" y="60557"/>
                </a:cubicBezTo>
                <a:cubicBezTo>
                  <a:pt x="96459" y="60632"/>
                  <a:pt x="96422" y="60632"/>
                  <a:pt x="96422" y="60708"/>
                </a:cubicBezTo>
                <a:cubicBezTo>
                  <a:pt x="96422" y="60708"/>
                  <a:pt x="96422" y="60783"/>
                  <a:pt x="96385" y="60858"/>
                </a:cubicBezTo>
                <a:lnTo>
                  <a:pt x="96312" y="60858"/>
                </a:lnTo>
                <a:cubicBezTo>
                  <a:pt x="96312" y="60933"/>
                  <a:pt x="96312" y="60933"/>
                  <a:pt x="96312" y="61008"/>
                </a:cubicBezTo>
                <a:cubicBezTo>
                  <a:pt x="96275" y="61084"/>
                  <a:pt x="96275" y="61159"/>
                  <a:pt x="96275" y="61309"/>
                </a:cubicBezTo>
                <a:cubicBezTo>
                  <a:pt x="96275" y="62487"/>
                  <a:pt x="96275" y="62487"/>
                  <a:pt x="96275" y="62487"/>
                </a:cubicBezTo>
                <a:cubicBezTo>
                  <a:pt x="96459" y="62487"/>
                  <a:pt x="96459" y="62487"/>
                  <a:pt x="96459" y="62487"/>
                </a:cubicBezTo>
                <a:cubicBezTo>
                  <a:pt x="96459" y="62412"/>
                  <a:pt x="96459" y="62349"/>
                  <a:pt x="96459" y="62199"/>
                </a:cubicBezTo>
                <a:cubicBezTo>
                  <a:pt x="96459" y="62124"/>
                  <a:pt x="96496" y="62124"/>
                  <a:pt x="96496" y="62049"/>
                </a:cubicBezTo>
                <a:cubicBezTo>
                  <a:pt x="96496" y="61973"/>
                  <a:pt x="96496" y="61973"/>
                  <a:pt x="96496" y="61898"/>
                </a:cubicBezTo>
                <a:cubicBezTo>
                  <a:pt x="96532" y="61823"/>
                  <a:pt x="96563" y="61823"/>
                  <a:pt x="96563" y="61823"/>
                </a:cubicBezTo>
                <a:cubicBezTo>
                  <a:pt x="96600" y="61673"/>
                  <a:pt x="96600" y="61673"/>
                  <a:pt x="96600" y="61673"/>
                </a:cubicBezTo>
                <a:cubicBezTo>
                  <a:pt x="96637" y="61597"/>
                  <a:pt x="96600" y="61522"/>
                  <a:pt x="96600" y="61522"/>
                </a:cubicBezTo>
                <a:cubicBezTo>
                  <a:pt x="96637" y="61447"/>
                  <a:pt x="96673" y="61447"/>
                  <a:pt x="96673" y="61372"/>
                </a:cubicBezTo>
                <a:cubicBezTo>
                  <a:pt x="96710" y="61309"/>
                  <a:pt x="96710" y="61309"/>
                  <a:pt x="96710" y="61234"/>
                </a:cubicBezTo>
                <a:cubicBezTo>
                  <a:pt x="96747" y="61084"/>
                  <a:pt x="96820" y="61084"/>
                  <a:pt x="96857" y="60933"/>
                </a:cubicBezTo>
                <a:cubicBezTo>
                  <a:pt x="96857" y="60858"/>
                  <a:pt x="96894" y="60858"/>
                  <a:pt x="96894" y="60783"/>
                </a:cubicBezTo>
                <a:cubicBezTo>
                  <a:pt x="96894" y="60632"/>
                  <a:pt x="96894" y="60632"/>
                  <a:pt x="96894" y="60632"/>
                </a:cubicBezTo>
                <a:cubicBezTo>
                  <a:pt x="96894" y="60482"/>
                  <a:pt x="96894" y="60482"/>
                  <a:pt x="96894" y="60482"/>
                </a:cubicBezTo>
                <a:cubicBezTo>
                  <a:pt x="96894" y="60482"/>
                  <a:pt x="96857" y="60482"/>
                  <a:pt x="96857" y="60407"/>
                </a:cubicBezTo>
                <a:close/>
                <a:moveTo>
                  <a:pt x="105788" y="44365"/>
                </a:moveTo>
                <a:lnTo>
                  <a:pt x="105788" y="44365"/>
                </a:lnTo>
                <a:cubicBezTo>
                  <a:pt x="105758" y="44365"/>
                  <a:pt x="105721" y="44365"/>
                  <a:pt x="105721" y="44365"/>
                </a:cubicBezTo>
                <a:cubicBezTo>
                  <a:pt x="105647" y="44440"/>
                  <a:pt x="105611" y="44440"/>
                  <a:pt x="105574" y="44578"/>
                </a:cubicBezTo>
                <a:cubicBezTo>
                  <a:pt x="105537" y="44578"/>
                  <a:pt x="105574" y="44653"/>
                  <a:pt x="105537" y="44728"/>
                </a:cubicBezTo>
                <a:cubicBezTo>
                  <a:pt x="105537" y="44728"/>
                  <a:pt x="105537" y="44804"/>
                  <a:pt x="105500" y="44804"/>
                </a:cubicBezTo>
                <a:cubicBezTo>
                  <a:pt x="105500" y="44879"/>
                  <a:pt x="105464" y="44879"/>
                  <a:pt x="105427" y="44879"/>
                </a:cubicBezTo>
                <a:cubicBezTo>
                  <a:pt x="105390" y="44954"/>
                  <a:pt x="105353" y="45029"/>
                  <a:pt x="105316" y="45104"/>
                </a:cubicBezTo>
                <a:cubicBezTo>
                  <a:pt x="105280" y="45104"/>
                  <a:pt x="105243" y="45104"/>
                  <a:pt x="105243" y="45104"/>
                </a:cubicBezTo>
                <a:cubicBezTo>
                  <a:pt x="105176" y="45104"/>
                  <a:pt x="105139" y="45104"/>
                  <a:pt x="105102" y="45104"/>
                </a:cubicBezTo>
                <a:cubicBezTo>
                  <a:pt x="105029" y="45104"/>
                  <a:pt x="105029" y="45104"/>
                  <a:pt x="105029" y="45104"/>
                </a:cubicBezTo>
                <a:cubicBezTo>
                  <a:pt x="104992" y="45104"/>
                  <a:pt x="104992" y="45180"/>
                  <a:pt x="104955" y="45180"/>
                </a:cubicBezTo>
                <a:cubicBezTo>
                  <a:pt x="104882" y="45180"/>
                  <a:pt x="104882" y="45180"/>
                  <a:pt x="104882" y="45180"/>
                </a:cubicBezTo>
                <a:cubicBezTo>
                  <a:pt x="104845" y="45180"/>
                  <a:pt x="104771" y="45104"/>
                  <a:pt x="104741" y="45180"/>
                </a:cubicBezTo>
                <a:cubicBezTo>
                  <a:pt x="104704" y="45180"/>
                  <a:pt x="104704" y="45255"/>
                  <a:pt x="104704" y="45330"/>
                </a:cubicBezTo>
                <a:cubicBezTo>
                  <a:pt x="104667" y="45330"/>
                  <a:pt x="104667" y="45330"/>
                  <a:pt x="104630" y="45405"/>
                </a:cubicBezTo>
                <a:cubicBezTo>
                  <a:pt x="104594" y="45405"/>
                  <a:pt x="104594" y="45405"/>
                  <a:pt x="104557" y="45480"/>
                </a:cubicBezTo>
                <a:cubicBezTo>
                  <a:pt x="104520" y="45480"/>
                  <a:pt x="104483" y="45556"/>
                  <a:pt x="104447" y="45556"/>
                </a:cubicBezTo>
                <a:cubicBezTo>
                  <a:pt x="104410" y="45556"/>
                  <a:pt x="104373" y="45480"/>
                  <a:pt x="104336" y="45480"/>
                </a:cubicBezTo>
                <a:cubicBezTo>
                  <a:pt x="104263" y="45405"/>
                  <a:pt x="104196" y="45330"/>
                  <a:pt x="104122" y="45255"/>
                </a:cubicBezTo>
                <a:cubicBezTo>
                  <a:pt x="104085" y="45180"/>
                  <a:pt x="104085" y="45180"/>
                  <a:pt x="104049" y="45104"/>
                </a:cubicBezTo>
                <a:cubicBezTo>
                  <a:pt x="103975" y="45029"/>
                  <a:pt x="103975" y="44954"/>
                  <a:pt x="103938" y="44804"/>
                </a:cubicBezTo>
                <a:cubicBezTo>
                  <a:pt x="103901" y="44804"/>
                  <a:pt x="103901" y="44804"/>
                  <a:pt x="103865" y="44728"/>
                </a:cubicBezTo>
                <a:cubicBezTo>
                  <a:pt x="103828" y="44728"/>
                  <a:pt x="103828" y="44653"/>
                  <a:pt x="103791" y="44653"/>
                </a:cubicBezTo>
                <a:cubicBezTo>
                  <a:pt x="103724" y="44578"/>
                  <a:pt x="103650" y="44578"/>
                  <a:pt x="103577" y="44578"/>
                </a:cubicBezTo>
                <a:cubicBezTo>
                  <a:pt x="103540" y="44515"/>
                  <a:pt x="103503" y="44515"/>
                  <a:pt x="103467" y="44440"/>
                </a:cubicBezTo>
                <a:cubicBezTo>
                  <a:pt x="103467" y="44515"/>
                  <a:pt x="103467" y="44515"/>
                  <a:pt x="103467" y="44578"/>
                </a:cubicBezTo>
                <a:cubicBezTo>
                  <a:pt x="103430" y="44728"/>
                  <a:pt x="103430" y="44804"/>
                  <a:pt x="103467" y="44879"/>
                </a:cubicBezTo>
                <a:cubicBezTo>
                  <a:pt x="103467" y="44954"/>
                  <a:pt x="103467" y="45029"/>
                  <a:pt x="103467" y="45029"/>
                </a:cubicBezTo>
                <a:cubicBezTo>
                  <a:pt x="103467" y="45180"/>
                  <a:pt x="103467" y="45255"/>
                  <a:pt x="103467" y="45330"/>
                </a:cubicBezTo>
                <a:cubicBezTo>
                  <a:pt x="103467" y="45405"/>
                  <a:pt x="103467" y="45480"/>
                  <a:pt x="103467" y="45480"/>
                </a:cubicBezTo>
                <a:cubicBezTo>
                  <a:pt x="103467" y="45556"/>
                  <a:pt x="103467" y="45556"/>
                  <a:pt x="103467" y="45631"/>
                </a:cubicBezTo>
                <a:cubicBezTo>
                  <a:pt x="103467" y="45693"/>
                  <a:pt x="103430" y="45693"/>
                  <a:pt x="103393" y="45769"/>
                </a:cubicBezTo>
                <a:cubicBezTo>
                  <a:pt x="103393" y="45769"/>
                  <a:pt x="103393" y="45844"/>
                  <a:pt x="103356" y="45844"/>
                </a:cubicBezTo>
                <a:cubicBezTo>
                  <a:pt x="103356" y="45919"/>
                  <a:pt x="103320" y="45919"/>
                  <a:pt x="103283" y="45919"/>
                </a:cubicBezTo>
                <a:cubicBezTo>
                  <a:pt x="103283" y="45994"/>
                  <a:pt x="103246" y="45994"/>
                  <a:pt x="103246" y="46069"/>
                </a:cubicBezTo>
                <a:cubicBezTo>
                  <a:pt x="103209" y="46220"/>
                  <a:pt x="103209" y="46370"/>
                  <a:pt x="103209" y="46521"/>
                </a:cubicBezTo>
                <a:cubicBezTo>
                  <a:pt x="103179" y="46521"/>
                  <a:pt x="103179" y="46596"/>
                  <a:pt x="103142" y="46596"/>
                </a:cubicBezTo>
                <a:cubicBezTo>
                  <a:pt x="103105" y="46596"/>
                  <a:pt x="103105" y="46521"/>
                  <a:pt x="103068" y="46445"/>
                </a:cubicBezTo>
                <a:cubicBezTo>
                  <a:pt x="103068" y="46445"/>
                  <a:pt x="103068" y="46370"/>
                  <a:pt x="103032" y="46295"/>
                </a:cubicBezTo>
                <a:cubicBezTo>
                  <a:pt x="103032" y="46370"/>
                  <a:pt x="102995" y="46445"/>
                  <a:pt x="102995" y="46521"/>
                </a:cubicBezTo>
                <a:cubicBezTo>
                  <a:pt x="102995" y="46521"/>
                  <a:pt x="102995" y="46596"/>
                  <a:pt x="102995" y="46659"/>
                </a:cubicBezTo>
                <a:cubicBezTo>
                  <a:pt x="102958" y="46659"/>
                  <a:pt x="102921" y="46596"/>
                  <a:pt x="102921" y="46659"/>
                </a:cubicBezTo>
                <a:cubicBezTo>
                  <a:pt x="102885" y="46659"/>
                  <a:pt x="102885" y="46746"/>
                  <a:pt x="102848" y="46746"/>
                </a:cubicBezTo>
                <a:cubicBezTo>
                  <a:pt x="102811" y="46884"/>
                  <a:pt x="102774" y="46959"/>
                  <a:pt x="102774" y="47110"/>
                </a:cubicBezTo>
                <a:cubicBezTo>
                  <a:pt x="102774" y="47185"/>
                  <a:pt x="102774" y="47260"/>
                  <a:pt x="102811" y="47335"/>
                </a:cubicBezTo>
                <a:cubicBezTo>
                  <a:pt x="102811" y="47410"/>
                  <a:pt x="102848" y="47410"/>
                  <a:pt x="102885" y="47410"/>
                </a:cubicBezTo>
                <a:cubicBezTo>
                  <a:pt x="102885" y="47486"/>
                  <a:pt x="102921" y="47486"/>
                  <a:pt x="102958" y="47561"/>
                </a:cubicBezTo>
                <a:cubicBezTo>
                  <a:pt x="102958" y="47636"/>
                  <a:pt x="102921" y="47711"/>
                  <a:pt x="102958" y="47711"/>
                </a:cubicBezTo>
                <a:cubicBezTo>
                  <a:pt x="102958" y="47774"/>
                  <a:pt x="102995" y="47774"/>
                  <a:pt x="102995" y="47774"/>
                </a:cubicBezTo>
                <a:cubicBezTo>
                  <a:pt x="103032" y="47774"/>
                  <a:pt x="103032" y="47774"/>
                  <a:pt x="103032" y="47774"/>
                </a:cubicBezTo>
                <a:cubicBezTo>
                  <a:pt x="103105" y="47774"/>
                  <a:pt x="103105" y="47711"/>
                  <a:pt x="103142" y="47711"/>
                </a:cubicBezTo>
                <a:cubicBezTo>
                  <a:pt x="103142" y="48075"/>
                  <a:pt x="103142" y="48075"/>
                  <a:pt x="103142" y="48075"/>
                </a:cubicBezTo>
                <a:cubicBezTo>
                  <a:pt x="102885" y="48075"/>
                  <a:pt x="102885" y="48075"/>
                  <a:pt x="102885" y="48075"/>
                </a:cubicBezTo>
                <a:cubicBezTo>
                  <a:pt x="102885" y="48150"/>
                  <a:pt x="102885" y="48225"/>
                  <a:pt x="102885" y="48375"/>
                </a:cubicBezTo>
                <a:cubicBezTo>
                  <a:pt x="102885" y="48526"/>
                  <a:pt x="102885" y="48526"/>
                  <a:pt x="102885" y="48526"/>
                </a:cubicBezTo>
                <a:cubicBezTo>
                  <a:pt x="102885" y="48601"/>
                  <a:pt x="102885" y="48676"/>
                  <a:pt x="102885" y="48676"/>
                </a:cubicBezTo>
                <a:cubicBezTo>
                  <a:pt x="102885" y="48739"/>
                  <a:pt x="102848" y="48814"/>
                  <a:pt x="102848" y="48814"/>
                </a:cubicBezTo>
                <a:cubicBezTo>
                  <a:pt x="102848" y="48889"/>
                  <a:pt x="102811" y="48889"/>
                  <a:pt x="102811" y="48965"/>
                </a:cubicBezTo>
                <a:cubicBezTo>
                  <a:pt x="102811" y="49040"/>
                  <a:pt x="102848" y="49040"/>
                  <a:pt x="102848" y="49115"/>
                </a:cubicBezTo>
                <a:cubicBezTo>
                  <a:pt x="102848" y="49641"/>
                  <a:pt x="102848" y="49641"/>
                  <a:pt x="102848" y="49641"/>
                </a:cubicBezTo>
                <a:cubicBezTo>
                  <a:pt x="102848" y="49716"/>
                  <a:pt x="102848" y="49792"/>
                  <a:pt x="102848" y="49930"/>
                </a:cubicBezTo>
                <a:cubicBezTo>
                  <a:pt x="102848" y="49930"/>
                  <a:pt x="102848" y="50005"/>
                  <a:pt x="102811" y="50080"/>
                </a:cubicBezTo>
                <a:cubicBezTo>
                  <a:pt x="102811" y="50080"/>
                  <a:pt x="102774" y="50080"/>
                  <a:pt x="102738" y="50155"/>
                </a:cubicBezTo>
                <a:cubicBezTo>
                  <a:pt x="102738" y="50155"/>
                  <a:pt x="102707" y="50155"/>
                  <a:pt x="102664" y="50155"/>
                </a:cubicBezTo>
                <a:cubicBezTo>
                  <a:pt x="102633" y="50155"/>
                  <a:pt x="102633" y="50230"/>
                  <a:pt x="102597" y="50306"/>
                </a:cubicBezTo>
                <a:cubicBezTo>
                  <a:pt x="102597" y="50381"/>
                  <a:pt x="102560" y="50456"/>
                  <a:pt x="102523" y="50606"/>
                </a:cubicBezTo>
                <a:cubicBezTo>
                  <a:pt x="102523" y="50681"/>
                  <a:pt x="102486" y="50681"/>
                  <a:pt x="102450" y="50757"/>
                </a:cubicBezTo>
                <a:cubicBezTo>
                  <a:pt x="102413" y="50819"/>
                  <a:pt x="102376" y="50907"/>
                  <a:pt x="102339" y="50970"/>
                </a:cubicBezTo>
                <a:cubicBezTo>
                  <a:pt x="102339" y="50970"/>
                  <a:pt x="102339" y="50907"/>
                  <a:pt x="102339" y="50819"/>
                </a:cubicBezTo>
                <a:cubicBezTo>
                  <a:pt x="102339" y="50819"/>
                  <a:pt x="102376" y="50757"/>
                  <a:pt x="102376" y="50681"/>
                </a:cubicBezTo>
                <a:cubicBezTo>
                  <a:pt x="102376" y="50606"/>
                  <a:pt x="102339" y="50531"/>
                  <a:pt x="102339" y="50456"/>
                </a:cubicBezTo>
                <a:lnTo>
                  <a:pt x="102303" y="50456"/>
                </a:lnTo>
                <a:cubicBezTo>
                  <a:pt x="102303" y="50531"/>
                  <a:pt x="102303" y="50606"/>
                  <a:pt x="102266" y="50606"/>
                </a:cubicBezTo>
                <a:cubicBezTo>
                  <a:pt x="102266" y="50757"/>
                  <a:pt x="102266" y="50819"/>
                  <a:pt x="102266" y="50907"/>
                </a:cubicBezTo>
                <a:cubicBezTo>
                  <a:pt x="102015" y="50907"/>
                  <a:pt x="102015" y="50907"/>
                  <a:pt x="102015" y="50907"/>
                </a:cubicBezTo>
                <a:cubicBezTo>
                  <a:pt x="102015" y="51496"/>
                  <a:pt x="102015" y="51496"/>
                  <a:pt x="102015" y="51496"/>
                </a:cubicBezTo>
                <a:cubicBezTo>
                  <a:pt x="101941" y="51496"/>
                  <a:pt x="101941" y="51496"/>
                  <a:pt x="101941" y="51496"/>
                </a:cubicBezTo>
                <a:cubicBezTo>
                  <a:pt x="101905" y="51496"/>
                  <a:pt x="101868" y="51496"/>
                  <a:pt x="101868" y="51496"/>
                </a:cubicBezTo>
                <a:cubicBezTo>
                  <a:pt x="101831" y="51421"/>
                  <a:pt x="101831" y="51346"/>
                  <a:pt x="101831" y="51346"/>
                </a:cubicBezTo>
                <a:cubicBezTo>
                  <a:pt x="101794" y="51195"/>
                  <a:pt x="101831" y="51120"/>
                  <a:pt x="101831" y="51045"/>
                </a:cubicBezTo>
                <a:cubicBezTo>
                  <a:pt x="101758" y="50970"/>
                  <a:pt x="101758" y="50970"/>
                  <a:pt x="101758" y="50970"/>
                </a:cubicBezTo>
                <a:cubicBezTo>
                  <a:pt x="101758" y="51045"/>
                  <a:pt x="101721" y="51045"/>
                  <a:pt x="101721" y="51120"/>
                </a:cubicBezTo>
                <a:cubicBezTo>
                  <a:pt x="101721" y="51195"/>
                  <a:pt x="101721" y="51271"/>
                  <a:pt x="101721" y="51346"/>
                </a:cubicBezTo>
                <a:cubicBezTo>
                  <a:pt x="101721" y="51421"/>
                  <a:pt x="101721" y="51496"/>
                  <a:pt x="101690" y="51571"/>
                </a:cubicBezTo>
                <a:cubicBezTo>
                  <a:pt x="101690" y="51646"/>
                  <a:pt x="101647" y="51646"/>
                  <a:pt x="101617" y="51646"/>
                </a:cubicBezTo>
                <a:cubicBezTo>
                  <a:pt x="101580" y="51646"/>
                  <a:pt x="101543" y="51646"/>
                  <a:pt x="101506" y="51646"/>
                </a:cubicBezTo>
                <a:cubicBezTo>
                  <a:pt x="101506" y="52536"/>
                  <a:pt x="101506" y="52536"/>
                  <a:pt x="101506" y="52536"/>
                </a:cubicBezTo>
                <a:cubicBezTo>
                  <a:pt x="101359" y="52536"/>
                  <a:pt x="101359" y="52536"/>
                  <a:pt x="101359" y="52536"/>
                </a:cubicBezTo>
                <a:cubicBezTo>
                  <a:pt x="101323" y="52461"/>
                  <a:pt x="101286" y="52461"/>
                  <a:pt x="101286" y="52461"/>
                </a:cubicBezTo>
                <a:cubicBezTo>
                  <a:pt x="101249" y="52386"/>
                  <a:pt x="101286" y="52311"/>
                  <a:pt x="101249" y="52311"/>
                </a:cubicBezTo>
                <a:cubicBezTo>
                  <a:pt x="101249" y="52236"/>
                  <a:pt x="101212" y="52236"/>
                  <a:pt x="101176" y="52160"/>
                </a:cubicBezTo>
                <a:lnTo>
                  <a:pt x="101145" y="52160"/>
                </a:lnTo>
                <a:cubicBezTo>
                  <a:pt x="101108" y="52236"/>
                  <a:pt x="101071" y="52386"/>
                  <a:pt x="101035" y="52461"/>
                </a:cubicBezTo>
                <a:cubicBezTo>
                  <a:pt x="101035" y="52461"/>
                  <a:pt x="100998" y="52461"/>
                  <a:pt x="100961" y="52461"/>
                </a:cubicBezTo>
                <a:cubicBezTo>
                  <a:pt x="100924" y="52461"/>
                  <a:pt x="100888" y="52461"/>
                  <a:pt x="100814" y="52461"/>
                </a:cubicBezTo>
                <a:cubicBezTo>
                  <a:pt x="100741" y="52386"/>
                  <a:pt x="100673" y="52386"/>
                  <a:pt x="100600" y="52461"/>
                </a:cubicBezTo>
                <a:cubicBezTo>
                  <a:pt x="100563" y="52461"/>
                  <a:pt x="100563" y="52386"/>
                  <a:pt x="100526" y="52461"/>
                </a:cubicBezTo>
                <a:cubicBezTo>
                  <a:pt x="100490" y="52461"/>
                  <a:pt x="100490" y="52461"/>
                  <a:pt x="100453" y="52536"/>
                </a:cubicBezTo>
                <a:cubicBezTo>
                  <a:pt x="100453" y="52536"/>
                  <a:pt x="100416" y="52536"/>
                  <a:pt x="100379" y="52536"/>
                </a:cubicBezTo>
                <a:cubicBezTo>
                  <a:pt x="100343" y="52536"/>
                  <a:pt x="100306" y="52536"/>
                  <a:pt x="100232" y="52536"/>
                </a:cubicBezTo>
                <a:cubicBezTo>
                  <a:pt x="100196" y="52612"/>
                  <a:pt x="100159" y="52687"/>
                  <a:pt x="100128" y="52762"/>
                </a:cubicBezTo>
                <a:cubicBezTo>
                  <a:pt x="100128" y="52837"/>
                  <a:pt x="100091" y="52900"/>
                  <a:pt x="100091" y="52900"/>
                </a:cubicBezTo>
                <a:cubicBezTo>
                  <a:pt x="100091" y="52987"/>
                  <a:pt x="100091" y="52987"/>
                  <a:pt x="100091" y="53050"/>
                </a:cubicBezTo>
                <a:cubicBezTo>
                  <a:pt x="100091" y="53201"/>
                  <a:pt x="100091" y="53276"/>
                  <a:pt x="100091" y="53351"/>
                </a:cubicBezTo>
                <a:cubicBezTo>
                  <a:pt x="99761" y="53351"/>
                  <a:pt x="99761" y="53351"/>
                  <a:pt x="99761" y="53351"/>
                </a:cubicBezTo>
                <a:cubicBezTo>
                  <a:pt x="99761" y="53426"/>
                  <a:pt x="99761" y="53501"/>
                  <a:pt x="99761" y="53501"/>
                </a:cubicBezTo>
                <a:cubicBezTo>
                  <a:pt x="99761" y="53652"/>
                  <a:pt x="99761" y="53727"/>
                  <a:pt x="99761" y="53802"/>
                </a:cubicBezTo>
                <a:cubicBezTo>
                  <a:pt x="99724" y="53802"/>
                  <a:pt x="99687" y="53802"/>
                  <a:pt x="99614" y="53877"/>
                </a:cubicBezTo>
                <a:cubicBezTo>
                  <a:pt x="99583" y="53877"/>
                  <a:pt x="99583" y="53877"/>
                  <a:pt x="99546" y="53877"/>
                </a:cubicBezTo>
                <a:cubicBezTo>
                  <a:pt x="99509" y="53953"/>
                  <a:pt x="99509" y="53953"/>
                  <a:pt x="99509" y="54015"/>
                </a:cubicBezTo>
                <a:cubicBezTo>
                  <a:pt x="99473" y="54090"/>
                  <a:pt x="99473" y="54090"/>
                  <a:pt x="99436" y="54166"/>
                </a:cubicBezTo>
                <a:cubicBezTo>
                  <a:pt x="99436" y="54241"/>
                  <a:pt x="99436" y="54241"/>
                  <a:pt x="99436" y="54316"/>
                </a:cubicBezTo>
                <a:cubicBezTo>
                  <a:pt x="99436" y="54391"/>
                  <a:pt x="99399" y="54391"/>
                  <a:pt x="99399" y="54466"/>
                </a:cubicBezTo>
                <a:cubicBezTo>
                  <a:pt x="99399" y="54542"/>
                  <a:pt x="99362" y="54542"/>
                  <a:pt x="99362" y="54617"/>
                </a:cubicBezTo>
                <a:cubicBezTo>
                  <a:pt x="99399" y="54617"/>
                  <a:pt x="99436" y="54692"/>
                  <a:pt x="99473" y="54692"/>
                </a:cubicBezTo>
                <a:cubicBezTo>
                  <a:pt x="99509" y="54692"/>
                  <a:pt x="99546" y="54692"/>
                  <a:pt x="99614" y="54692"/>
                </a:cubicBezTo>
                <a:cubicBezTo>
                  <a:pt x="99687" y="54692"/>
                  <a:pt x="99724" y="54692"/>
                  <a:pt x="99761" y="54692"/>
                </a:cubicBezTo>
                <a:cubicBezTo>
                  <a:pt x="99797" y="54692"/>
                  <a:pt x="99761" y="54617"/>
                  <a:pt x="99761" y="54617"/>
                </a:cubicBezTo>
                <a:cubicBezTo>
                  <a:pt x="99761" y="54692"/>
                  <a:pt x="99797" y="54767"/>
                  <a:pt x="99761" y="54767"/>
                </a:cubicBezTo>
                <a:cubicBezTo>
                  <a:pt x="99761" y="54842"/>
                  <a:pt x="99761" y="54918"/>
                  <a:pt x="99761" y="54918"/>
                </a:cubicBezTo>
                <a:cubicBezTo>
                  <a:pt x="99761" y="54980"/>
                  <a:pt x="99724" y="54980"/>
                  <a:pt x="99687" y="55068"/>
                </a:cubicBezTo>
                <a:cubicBezTo>
                  <a:pt x="99687" y="55206"/>
                  <a:pt x="99687" y="55206"/>
                  <a:pt x="99687" y="55206"/>
                </a:cubicBezTo>
                <a:cubicBezTo>
                  <a:pt x="99656" y="55281"/>
                  <a:pt x="99614" y="55281"/>
                  <a:pt x="99614" y="55356"/>
                </a:cubicBezTo>
                <a:cubicBezTo>
                  <a:pt x="99614" y="55431"/>
                  <a:pt x="99614" y="55507"/>
                  <a:pt x="99614" y="55582"/>
                </a:cubicBezTo>
                <a:cubicBezTo>
                  <a:pt x="99614" y="55807"/>
                  <a:pt x="99687" y="55958"/>
                  <a:pt x="99797" y="55958"/>
                </a:cubicBezTo>
                <a:cubicBezTo>
                  <a:pt x="99908" y="55958"/>
                  <a:pt x="99908" y="55958"/>
                  <a:pt x="99908" y="55958"/>
                </a:cubicBezTo>
                <a:cubicBezTo>
                  <a:pt x="99908" y="55732"/>
                  <a:pt x="99908" y="55657"/>
                  <a:pt x="99908" y="55507"/>
                </a:cubicBezTo>
                <a:cubicBezTo>
                  <a:pt x="99908" y="55431"/>
                  <a:pt x="99908" y="55281"/>
                  <a:pt x="99944" y="55206"/>
                </a:cubicBezTo>
                <a:cubicBezTo>
                  <a:pt x="99981" y="55131"/>
                  <a:pt x="100055" y="55131"/>
                  <a:pt x="100091" y="55131"/>
                </a:cubicBezTo>
                <a:cubicBezTo>
                  <a:pt x="100159" y="55068"/>
                  <a:pt x="100232" y="54980"/>
                  <a:pt x="100232" y="54842"/>
                </a:cubicBezTo>
                <a:cubicBezTo>
                  <a:pt x="100232" y="54692"/>
                  <a:pt x="100159" y="54617"/>
                  <a:pt x="100159" y="54466"/>
                </a:cubicBezTo>
                <a:cubicBezTo>
                  <a:pt x="100128" y="54391"/>
                  <a:pt x="100159" y="54391"/>
                  <a:pt x="100159" y="54316"/>
                </a:cubicBezTo>
                <a:cubicBezTo>
                  <a:pt x="100128" y="54241"/>
                  <a:pt x="100159" y="54166"/>
                  <a:pt x="100159" y="54015"/>
                </a:cubicBezTo>
                <a:cubicBezTo>
                  <a:pt x="100128" y="54015"/>
                  <a:pt x="100091" y="54090"/>
                  <a:pt x="100091" y="54090"/>
                </a:cubicBezTo>
                <a:cubicBezTo>
                  <a:pt x="100018" y="54090"/>
                  <a:pt x="99981" y="54090"/>
                  <a:pt x="99908" y="54015"/>
                </a:cubicBezTo>
                <a:cubicBezTo>
                  <a:pt x="99944" y="54015"/>
                  <a:pt x="99908" y="53953"/>
                  <a:pt x="99908" y="53877"/>
                </a:cubicBezTo>
                <a:cubicBezTo>
                  <a:pt x="99944" y="53877"/>
                  <a:pt x="99981" y="53877"/>
                  <a:pt x="99981" y="53802"/>
                </a:cubicBezTo>
                <a:cubicBezTo>
                  <a:pt x="100018" y="53802"/>
                  <a:pt x="100018" y="53727"/>
                  <a:pt x="100055" y="53727"/>
                </a:cubicBezTo>
                <a:cubicBezTo>
                  <a:pt x="100128" y="53727"/>
                  <a:pt x="100159" y="53727"/>
                  <a:pt x="100196" y="53727"/>
                </a:cubicBezTo>
                <a:cubicBezTo>
                  <a:pt x="100269" y="53727"/>
                  <a:pt x="100306" y="53652"/>
                  <a:pt x="100379" y="53577"/>
                </a:cubicBezTo>
                <a:cubicBezTo>
                  <a:pt x="100453" y="53501"/>
                  <a:pt x="100490" y="53351"/>
                  <a:pt x="100600" y="53351"/>
                </a:cubicBezTo>
                <a:cubicBezTo>
                  <a:pt x="100600" y="53276"/>
                  <a:pt x="100630" y="53351"/>
                  <a:pt x="100673" y="53351"/>
                </a:cubicBezTo>
                <a:lnTo>
                  <a:pt x="100704" y="53276"/>
                </a:lnTo>
                <a:cubicBezTo>
                  <a:pt x="100777" y="53276"/>
                  <a:pt x="100814" y="53276"/>
                  <a:pt x="100851" y="53276"/>
                </a:cubicBezTo>
                <a:cubicBezTo>
                  <a:pt x="100888" y="53276"/>
                  <a:pt x="100924" y="53276"/>
                  <a:pt x="100924" y="53276"/>
                </a:cubicBezTo>
                <a:cubicBezTo>
                  <a:pt x="100961" y="53276"/>
                  <a:pt x="100961" y="53201"/>
                  <a:pt x="100998" y="53201"/>
                </a:cubicBezTo>
                <a:cubicBezTo>
                  <a:pt x="101071" y="53201"/>
                  <a:pt x="101145" y="53201"/>
                  <a:pt x="101212" y="53201"/>
                </a:cubicBezTo>
                <a:cubicBezTo>
                  <a:pt x="101249" y="53201"/>
                  <a:pt x="101249" y="53201"/>
                  <a:pt x="101286" y="53201"/>
                </a:cubicBezTo>
                <a:cubicBezTo>
                  <a:pt x="101249" y="53201"/>
                  <a:pt x="101249" y="53276"/>
                  <a:pt x="101212" y="53351"/>
                </a:cubicBezTo>
                <a:cubicBezTo>
                  <a:pt x="101212" y="53351"/>
                  <a:pt x="101176" y="53351"/>
                  <a:pt x="101145" y="53351"/>
                </a:cubicBezTo>
                <a:cubicBezTo>
                  <a:pt x="101108" y="53351"/>
                  <a:pt x="101071" y="53276"/>
                  <a:pt x="101035" y="53351"/>
                </a:cubicBezTo>
                <a:cubicBezTo>
                  <a:pt x="100888" y="53351"/>
                  <a:pt x="100851" y="53577"/>
                  <a:pt x="100741" y="53577"/>
                </a:cubicBezTo>
                <a:cubicBezTo>
                  <a:pt x="100379" y="53577"/>
                  <a:pt x="100379" y="53577"/>
                  <a:pt x="100379" y="53577"/>
                </a:cubicBezTo>
                <a:cubicBezTo>
                  <a:pt x="100379" y="54542"/>
                  <a:pt x="100379" y="54542"/>
                  <a:pt x="100379" y="54542"/>
                </a:cubicBezTo>
                <a:cubicBezTo>
                  <a:pt x="100526" y="54542"/>
                  <a:pt x="100526" y="54542"/>
                  <a:pt x="100526" y="54542"/>
                </a:cubicBezTo>
                <a:cubicBezTo>
                  <a:pt x="100563" y="54542"/>
                  <a:pt x="100600" y="54542"/>
                  <a:pt x="100630" y="54466"/>
                </a:cubicBezTo>
                <a:cubicBezTo>
                  <a:pt x="100673" y="54466"/>
                  <a:pt x="100704" y="54391"/>
                  <a:pt x="100741" y="54391"/>
                </a:cubicBezTo>
                <a:cubicBezTo>
                  <a:pt x="100777" y="54316"/>
                  <a:pt x="100777" y="54241"/>
                  <a:pt x="100777" y="54241"/>
                </a:cubicBezTo>
                <a:cubicBezTo>
                  <a:pt x="100814" y="54166"/>
                  <a:pt x="100814" y="54090"/>
                  <a:pt x="100851" y="54090"/>
                </a:cubicBezTo>
                <a:cubicBezTo>
                  <a:pt x="100888" y="54015"/>
                  <a:pt x="100888" y="53953"/>
                  <a:pt x="100924" y="53953"/>
                </a:cubicBezTo>
                <a:cubicBezTo>
                  <a:pt x="100961" y="53953"/>
                  <a:pt x="100998" y="53953"/>
                  <a:pt x="100998" y="53953"/>
                </a:cubicBezTo>
                <a:cubicBezTo>
                  <a:pt x="101035" y="53953"/>
                  <a:pt x="101108" y="53953"/>
                  <a:pt x="101145" y="53953"/>
                </a:cubicBezTo>
                <a:cubicBezTo>
                  <a:pt x="101176" y="53877"/>
                  <a:pt x="101176" y="53802"/>
                  <a:pt x="101176" y="53802"/>
                </a:cubicBezTo>
                <a:cubicBezTo>
                  <a:pt x="101176" y="53727"/>
                  <a:pt x="101176" y="53727"/>
                  <a:pt x="101176" y="53652"/>
                </a:cubicBezTo>
                <a:cubicBezTo>
                  <a:pt x="101176" y="53577"/>
                  <a:pt x="101212" y="53577"/>
                  <a:pt x="101249" y="53577"/>
                </a:cubicBezTo>
                <a:cubicBezTo>
                  <a:pt x="101249" y="53652"/>
                  <a:pt x="101286" y="53652"/>
                  <a:pt x="101286" y="53727"/>
                </a:cubicBezTo>
                <a:cubicBezTo>
                  <a:pt x="101323" y="53727"/>
                  <a:pt x="101286" y="53802"/>
                  <a:pt x="101286" y="53877"/>
                </a:cubicBezTo>
                <a:cubicBezTo>
                  <a:pt x="101323" y="53953"/>
                  <a:pt x="101359" y="53953"/>
                  <a:pt x="101359" y="53953"/>
                </a:cubicBezTo>
                <a:cubicBezTo>
                  <a:pt x="101396" y="54015"/>
                  <a:pt x="101433" y="54015"/>
                  <a:pt x="101470" y="54015"/>
                </a:cubicBezTo>
                <a:cubicBezTo>
                  <a:pt x="101543" y="54015"/>
                  <a:pt x="101543" y="53953"/>
                  <a:pt x="101580" y="53877"/>
                </a:cubicBezTo>
                <a:cubicBezTo>
                  <a:pt x="101580" y="53802"/>
                  <a:pt x="101580" y="53727"/>
                  <a:pt x="101617" y="53727"/>
                </a:cubicBezTo>
                <a:cubicBezTo>
                  <a:pt x="101647" y="53577"/>
                  <a:pt x="101721" y="53652"/>
                  <a:pt x="101794" y="53652"/>
                </a:cubicBezTo>
                <a:cubicBezTo>
                  <a:pt x="101794" y="53577"/>
                  <a:pt x="101794" y="53577"/>
                  <a:pt x="101794" y="53501"/>
                </a:cubicBezTo>
                <a:cubicBezTo>
                  <a:pt x="101794" y="53426"/>
                  <a:pt x="101831" y="53426"/>
                  <a:pt x="101831" y="53351"/>
                </a:cubicBezTo>
                <a:cubicBezTo>
                  <a:pt x="101831" y="53276"/>
                  <a:pt x="101794" y="53276"/>
                  <a:pt x="101794" y="53201"/>
                </a:cubicBezTo>
                <a:cubicBezTo>
                  <a:pt x="101794" y="53201"/>
                  <a:pt x="101794" y="53125"/>
                  <a:pt x="101794" y="53050"/>
                </a:cubicBezTo>
                <a:cubicBezTo>
                  <a:pt x="101868" y="52987"/>
                  <a:pt x="101868" y="52987"/>
                  <a:pt x="101868" y="52987"/>
                </a:cubicBezTo>
                <a:cubicBezTo>
                  <a:pt x="102633" y="53050"/>
                  <a:pt x="102633" y="53050"/>
                  <a:pt x="102633" y="53050"/>
                </a:cubicBezTo>
                <a:cubicBezTo>
                  <a:pt x="102707" y="52987"/>
                  <a:pt x="102707" y="52837"/>
                  <a:pt x="102774" y="52837"/>
                </a:cubicBezTo>
                <a:cubicBezTo>
                  <a:pt x="102811" y="52762"/>
                  <a:pt x="102848" y="52837"/>
                  <a:pt x="102921" y="52837"/>
                </a:cubicBezTo>
                <a:cubicBezTo>
                  <a:pt x="102995" y="52837"/>
                  <a:pt x="103032" y="52762"/>
                  <a:pt x="103032" y="52687"/>
                </a:cubicBezTo>
                <a:cubicBezTo>
                  <a:pt x="103068" y="52612"/>
                  <a:pt x="103105" y="52536"/>
                  <a:pt x="103105" y="52386"/>
                </a:cubicBezTo>
                <a:cubicBezTo>
                  <a:pt x="103105" y="51722"/>
                  <a:pt x="103105" y="51722"/>
                  <a:pt x="103105" y="51722"/>
                </a:cubicBezTo>
                <a:cubicBezTo>
                  <a:pt x="103105" y="51646"/>
                  <a:pt x="103142" y="51646"/>
                  <a:pt x="103142" y="51571"/>
                </a:cubicBezTo>
                <a:cubicBezTo>
                  <a:pt x="103142" y="51496"/>
                  <a:pt x="103142" y="51496"/>
                  <a:pt x="103142" y="51421"/>
                </a:cubicBezTo>
                <a:cubicBezTo>
                  <a:pt x="103179" y="51271"/>
                  <a:pt x="103246" y="51271"/>
                  <a:pt x="103246" y="51120"/>
                </a:cubicBezTo>
                <a:cubicBezTo>
                  <a:pt x="103246" y="50970"/>
                  <a:pt x="103246" y="50970"/>
                  <a:pt x="103246" y="50970"/>
                </a:cubicBezTo>
                <a:cubicBezTo>
                  <a:pt x="103246" y="50907"/>
                  <a:pt x="103246" y="50819"/>
                  <a:pt x="103246" y="50681"/>
                </a:cubicBezTo>
                <a:cubicBezTo>
                  <a:pt x="103246" y="50456"/>
                  <a:pt x="103246" y="50456"/>
                  <a:pt x="103246" y="50456"/>
                </a:cubicBezTo>
                <a:cubicBezTo>
                  <a:pt x="103246" y="50381"/>
                  <a:pt x="103209" y="50306"/>
                  <a:pt x="103246" y="50230"/>
                </a:cubicBezTo>
                <a:cubicBezTo>
                  <a:pt x="103246" y="50155"/>
                  <a:pt x="103283" y="50155"/>
                  <a:pt x="103320" y="50155"/>
                </a:cubicBezTo>
                <a:cubicBezTo>
                  <a:pt x="103356" y="50080"/>
                  <a:pt x="103393" y="50080"/>
                  <a:pt x="103393" y="50080"/>
                </a:cubicBezTo>
                <a:cubicBezTo>
                  <a:pt x="103430" y="49930"/>
                  <a:pt x="103393" y="49792"/>
                  <a:pt x="103430" y="49641"/>
                </a:cubicBezTo>
                <a:cubicBezTo>
                  <a:pt x="103430" y="49566"/>
                  <a:pt x="103430" y="49566"/>
                  <a:pt x="103430" y="49491"/>
                </a:cubicBezTo>
                <a:cubicBezTo>
                  <a:pt x="103430" y="49416"/>
                  <a:pt x="103467" y="49340"/>
                  <a:pt x="103467" y="49190"/>
                </a:cubicBezTo>
                <a:cubicBezTo>
                  <a:pt x="103503" y="49115"/>
                  <a:pt x="103540" y="49115"/>
                  <a:pt x="103540" y="49040"/>
                </a:cubicBezTo>
                <a:cubicBezTo>
                  <a:pt x="103577" y="48965"/>
                  <a:pt x="103540" y="48889"/>
                  <a:pt x="103540" y="48739"/>
                </a:cubicBezTo>
                <a:cubicBezTo>
                  <a:pt x="103540" y="48676"/>
                  <a:pt x="103577" y="48526"/>
                  <a:pt x="103540" y="48451"/>
                </a:cubicBezTo>
                <a:cubicBezTo>
                  <a:pt x="103540" y="48375"/>
                  <a:pt x="103467" y="48375"/>
                  <a:pt x="103467" y="48375"/>
                </a:cubicBezTo>
                <a:cubicBezTo>
                  <a:pt x="103467" y="48300"/>
                  <a:pt x="103430" y="48225"/>
                  <a:pt x="103430" y="48225"/>
                </a:cubicBezTo>
                <a:cubicBezTo>
                  <a:pt x="103393" y="48075"/>
                  <a:pt x="103356" y="48000"/>
                  <a:pt x="103356" y="47924"/>
                </a:cubicBezTo>
                <a:cubicBezTo>
                  <a:pt x="103356" y="47849"/>
                  <a:pt x="103356" y="47849"/>
                  <a:pt x="103356" y="47774"/>
                </a:cubicBezTo>
                <a:cubicBezTo>
                  <a:pt x="103320" y="47636"/>
                  <a:pt x="103283" y="47636"/>
                  <a:pt x="103283" y="47486"/>
                </a:cubicBezTo>
                <a:cubicBezTo>
                  <a:pt x="103283" y="47410"/>
                  <a:pt x="103283" y="47410"/>
                  <a:pt x="103283" y="47335"/>
                </a:cubicBezTo>
                <a:cubicBezTo>
                  <a:pt x="103246" y="47260"/>
                  <a:pt x="103246" y="47260"/>
                  <a:pt x="103246" y="47185"/>
                </a:cubicBezTo>
                <a:cubicBezTo>
                  <a:pt x="103209" y="47185"/>
                  <a:pt x="103179" y="47185"/>
                  <a:pt x="103179" y="47185"/>
                </a:cubicBezTo>
                <a:cubicBezTo>
                  <a:pt x="103142" y="47110"/>
                  <a:pt x="103068" y="47110"/>
                  <a:pt x="103032" y="47110"/>
                </a:cubicBezTo>
                <a:cubicBezTo>
                  <a:pt x="103032" y="46884"/>
                  <a:pt x="103032" y="46884"/>
                  <a:pt x="103032" y="46884"/>
                </a:cubicBezTo>
                <a:cubicBezTo>
                  <a:pt x="103356" y="46884"/>
                  <a:pt x="103356" y="46884"/>
                  <a:pt x="103356" y="46884"/>
                </a:cubicBezTo>
                <a:cubicBezTo>
                  <a:pt x="103430" y="46884"/>
                  <a:pt x="103430" y="46746"/>
                  <a:pt x="103467" y="46746"/>
                </a:cubicBezTo>
                <a:cubicBezTo>
                  <a:pt x="103503" y="46746"/>
                  <a:pt x="103503" y="46746"/>
                  <a:pt x="103503" y="46746"/>
                </a:cubicBezTo>
                <a:cubicBezTo>
                  <a:pt x="103540" y="46746"/>
                  <a:pt x="103577" y="46884"/>
                  <a:pt x="103614" y="46884"/>
                </a:cubicBezTo>
                <a:cubicBezTo>
                  <a:pt x="103650" y="46884"/>
                  <a:pt x="103650" y="46959"/>
                  <a:pt x="103681" y="46959"/>
                </a:cubicBezTo>
                <a:cubicBezTo>
                  <a:pt x="103681" y="46959"/>
                  <a:pt x="103724" y="46959"/>
                  <a:pt x="103754" y="46959"/>
                </a:cubicBezTo>
                <a:cubicBezTo>
                  <a:pt x="103754" y="46959"/>
                  <a:pt x="103754" y="47110"/>
                  <a:pt x="103791" y="47110"/>
                </a:cubicBezTo>
                <a:cubicBezTo>
                  <a:pt x="103828" y="47110"/>
                  <a:pt x="103865" y="47110"/>
                  <a:pt x="103938" y="47110"/>
                </a:cubicBezTo>
                <a:cubicBezTo>
                  <a:pt x="104012" y="47110"/>
                  <a:pt x="104049" y="47185"/>
                  <a:pt x="104085" y="47185"/>
                </a:cubicBezTo>
                <a:cubicBezTo>
                  <a:pt x="104085" y="47110"/>
                  <a:pt x="104122" y="47110"/>
                  <a:pt x="104122" y="47034"/>
                </a:cubicBezTo>
                <a:cubicBezTo>
                  <a:pt x="104122" y="46884"/>
                  <a:pt x="104122" y="46746"/>
                  <a:pt x="104085" y="46596"/>
                </a:cubicBezTo>
                <a:cubicBezTo>
                  <a:pt x="104483" y="46596"/>
                  <a:pt x="104483" y="46596"/>
                  <a:pt x="104483" y="46596"/>
                </a:cubicBezTo>
                <a:cubicBezTo>
                  <a:pt x="104520" y="46596"/>
                  <a:pt x="104520" y="46521"/>
                  <a:pt x="104557" y="46521"/>
                </a:cubicBezTo>
                <a:cubicBezTo>
                  <a:pt x="104557" y="46445"/>
                  <a:pt x="104594" y="46445"/>
                  <a:pt x="104630" y="46445"/>
                </a:cubicBezTo>
                <a:cubicBezTo>
                  <a:pt x="104630" y="46445"/>
                  <a:pt x="104667" y="46445"/>
                  <a:pt x="104704" y="46445"/>
                </a:cubicBezTo>
                <a:cubicBezTo>
                  <a:pt x="104704" y="46370"/>
                  <a:pt x="104704" y="46295"/>
                  <a:pt x="104704" y="46295"/>
                </a:cubicBezTo>
                <a:cubicBezTo>
                  <a:pt x="104741" y="46145"/>
                  <a:pt x="104704" y="46069"/>
                  <a:pt x="104704" y="45994"/>
                </a:cubicBezTo>
                <a:cubicBezTo>
                  <a:pt x="104704" y="45919"/>
                  <a:pt x="104704" y="45919"/>
                  <a:pt x="104741" y="45844"/>
                </a:cubicBezTo>
                <a:cubicBezTo>
                  <a:pt x="104741" y="45769"/>
                  <a:pt x="104741" y="45769"/>
                  <a:pt x="104771" y="45693"/>
                </a:cubicBezTo>
                <a:cubicBezTo>
                  <a:pt x="104771" y="45693"/>
                  <a:pt x="104808" y="45693"/>
                  <a:pt x="104845" y="45693"/>
                </a:cubicBezTo>
                <a:cubicBezTo>
                  <a:pt x="104845" y="45631"/>
                  <a:pt x="104882" y="45631"/>
                  <a:pt x="104882" y="45631"/>
                </a:cubicBezTo>
                <a:cubicBezTo>
                  <a:pt x="104955" y="45556"/>
                  <a:pt x="104992" y="45631"/>
                  <a:pt x="105029" y="45631"/>
                </a:cubicBezTo>
                <a:cubicBezTo>
                  <a:pt x="105065" y="45556"/>
                  <a:pt x="105065" y="45480"/>
                  <a:pt x="105102" y="45480"/>
                </a:cubicBezTo>
                <a:cubicBezTo>
                  <a:pt x="105176" y="45405"/>
                  <a:pt x="105243" y="45405"/>
                  <a:pt x="105316" y="45405"/>
                </a:cubicBezTo>
                <a:cubicBezTo>
                  <a:pt x="105390" y="45405"/>
                  <a:pt x="105390" y="45405"/>
                  <a:pt x="105390" y="45405"/>
                </a:cubicBezTo>
                <a:cubicBezTo>
                  <a:pt x="105427" y="45405"/>
                  <a:pt x="105427" y="45330"/>
                  <a:pt x="105464" y="45330"/>
                </a:cubicBezTo>
                <a:cubicBezTo>
                  <a:pt x="105464" y="45330"/>
                  <a:pt x="105500" y="45330"/>
                  <a:pt x="105537" y="45330"/>
                </a:cubicBezTo>
                <a:cubicBezTo>
                  <a:pt x="105537" y="45255"/>
                  <a:pt x="105537" y="45180"/>
                  <a:pt x="105537" y="45180"/>
                </a:cubicBezTo>
                <a:cubicBezTo>
                  <a:pt x="105574" y="45104"/>
                  <a:pt x="105574" y="45029"/>
                  <a:pt x="105574" y="45029"/>
                </a:cubicBezTo>
                <a:cubicBezTo>
                  <a:pt x="105574" y="44954"/>
                  <a:pt x="105611" y="44954"/>
                  <a:pt x="105647" y="44954"/>
                </a:cubicBezTo>
                <a:cubicBezTo>
                  <a:pt x="105647" y="44879"/>
                  <a:pt x="105684" y="44879"/>
                  <a:pt x="105684" y="44804"/>
                </a:cubicBezTo>
                <a:cubicBezTo>
                  <a:pt x="105721" y="44728"/>
                  <a:pt x="105758" y="44728"/>
                  <a:pt x="105758" y="44728"/>
                </a:cubicBezTo>
                <a:cubicBezTo>
                  <a:pt x="105758" y="44653"/>
                  <a:pt x="105758" y="44578"/>
                  <a:pt x="105788" y="44578"/>
                </a:cubicBezTo>
                <a:cubicBezTo>
                  <a:pt x="105788" y="44515"/>
                  <a:pt x="105788" y="44440"/>
                  <a:pt x="105788" y="44365"/>
                </a:cubicBezTo>
                <a:close/>
                <a:moveTo>
                  <a:pt x="106407" y="43688"/>
                </a:moveTo>
                <a:lnTo>
                  <a:pt x="106407" y="43688"/>
                </a:lnTo>
                <a:cubicBezTo>
                  <a:pt x="106407" y="43688"/>
                  <a:pt x="106370" y="43688"/>
                  <a:pt x="106333" y="43688"/>
                </a:cubicBezTo>
                <a:lnTo>
                  <a:pt x="106297" y="43763"/>
                </a:lnTo>
                <a:cubicBezTo>
                  <a:pt x="106266" y="43839"/>
                  <a:pt x="106229" y="43839"/>
                  <a:pt x="106229" y="43839"/>
                </a:cubicBezTo>
                <a:cubicBezTo>
                  <a:pt x="106192" y="43914"/>
                  <a:pt x="106192" y="43989"/>
                  <a:pt x="106156" y="43989"/>
                </a:cubicBezTo>
                <a:cubicBezTo>
                  <a:pt x="106119" y="44064"/>
                  <a:pt x="106082" y="44064"/>
                  <a:pt x="106082" y="44064"/>
                </a:cubicBezTo>
                <a:cubicBezTo>
                  <a:pt x="106119" y="44139"/>
                  <a:pt x="106156" y="44215"/>
                  <a:pt x="106192" y="44215"/>
                </a:cubicBezTo>
                <a:cubicBezTo>
                  <a:pt x="106266" y="44215"/>
                  <a:pt x="106297" y="44215"/>
                  <a:pt x="106297" y="44139"/>
                </a:cubicBezTo>
                <a:cubicBezTo>
                  <a:pt x="106333" y="44139"/>
                  <a:pt x="106333" y="44064"/>
                  <a:pt x="106333" y="43989"/>
                </a:cubicBezTo>
                <a:cubicBezTo>
                  <a:pt x="106370" y="43914"/>
                  <a:pt x="106407" y="43839"/>
                  <a:pt x="106407" y="43688"/>
                </a:cubicBezTo>
                <a:close/>
                <a:moveTo>
                  <a:pt x="108153" y="39903"/>
                </a:moveTo>
                <a:lnTo>
                  <a:pt x="108153" y="39903"/>
                </a:lnTo>
                <a:cubicBezTo>
                  <a:pt x="108116" y="39903"/>
                  <a:pt x="108116" y="39979"/>
                  <a:pt x="108116" y="40054"/>
                </a:cubicBezTo>
                <a:cubicBezTo>
                  <a:pt x="108079" y="40129"/>
                  <a:pt x="108042" y="40129"/>
                  <a:pt x="108042" y="40204"/>
                </a:cubicBezTo>
                <a:cubicBezTo>
                  <a:pt x="108042" y="40204"/>
                  <a:pt x="108042" y="40279"/>
                  <a:pt x="108042" y="40355"/>
                </a:cubicBezTo>
                <a:cubicBezTo>
                  <a:pt x="108042" y="40417"/>
                  <a:pt x="108006" y="40492"/>
                  <a:pt x="107969" y="40568"/>
                </a:cubicBezTo>
                <a:cubicBezTo>
                  <a:pt x="107932" y="40718"/>
                  <a:pt x="107932" y="40718"/>
                  <a:pt x="107932" y="40718"/>
                </a:cubicBezTo>
                <a:cubicBezTo>
                  <a:pt x="107932" y="40643"/>
                  <a:pt x="107969" y="40718"/>
                  <a:pt x="108006" y="40718"/>
                </a:cubicBezTo>
                <a:cubicBezTo>
                  <a:pt x="108042" y="40643"/>
                  <a:pt x="108042" y="40568"/>
                  <a:pt x="108042" y="40492"/>
                </a:cubicBezTo>
                <a:cubicBezTo>
                  <a:pt x="108079" y="40417"/>
                  <a:pt x="108079" y="40417"/>
                  <a:pt x="108116" y="40355"/>
                </a:cubicBezTo>
                <a:cubicBezTo>
                  <a:pt x="108116" y="40355"/>
                  <a:pt x="108153" y="40355"/>
                  <a:pt x="108189" y="40279"/>
                </a:cubicBezTo>
                <a:cubicBezTo>
                  <a:pt x="108189" y="40279"/>
                  <a:pt x="108189" y="40204"/>
                  <a:pt x="108189" y="40129"/>
                </a:cubicBezTo>
                <a:cubicBezTo>
                  <a:pt x="108189" y="40129"/>
                  <a:pt x="108226" y="40054"/>
                  <a:pt x="108226" y="39979"/>
                </a:cubicBezTo>
                <a:lnTo>
                  <a:pt x="108226" y="39903"/>
                </a:lnTo>
                <a:cubicBezTo>
                  <a:pt x="108153" y="39828"/>
                  <a:pt x="108153" y="39828"/>
                  <a:pt x="108153" y="39828"/>
                </a:cubicBezTo>
                <a:lnTo>
                  <a:pt x="108153" y="39903"/>
                </a:lnTo>
                <a:close/>
                <a:moveTo>
                  <a:pt x="112330" y="36119"/>
                </a:moveTo>
                <a:lnTo>
                  <a:pt x="112330" y="36119"/>
                </a:lnTo>
                <a:cubicBezTo>
                  <a:pt x="112294" y="35968"/>
                  <a:pt x="112294" y="35968"/>
                  <a:pt x="112294" y="35968"/>
                </a:cubicBezTo>
                <a:cubicBezTo>
                  <a:pt x="112257" y="35893"/>
                  <a:pt x="112220" y="35893"/>
                  <a:pt x="112183" y="35893"/>
                </a:cubicBezTo>
                <a:cubicBezTo>
                  <a:pt x="112183" y="35893"/>
                  <a:pt x="112147" y="35893"/>
                  <a:pt x="112110" y="35893"/>
                </a:cubicBezTo>
                <a:cubicBezTo>
                  <a:pt x="112110" y="35968"/>
                  <a:pt x="112110" y="36043"/>
                  <a:pt x="112110" y="36119"/>
                </a:cubicBezTo>
                <a:cubicBezTo>
                  <a:pt x="112110" y="36181"/>
                  <a:pt x="112110" y="36181"/>
                  <a:pt x="112110" y="36332"/>
                </a:cubicBezTo>
                <a:cubicBezTo>
                  <a:pt x="112330" y="36332"/>
                  <a:pt x="112330" y="36332"/>
                  <a:pt x="112330" y="36332"/>
                </a:cubicBezTo>
                <a:cubicBezTo>
                  <a:pt x="112330" y="36256"/>
                  <a:pt x="112330" y="36181"/>
                  <a:pt x="112330" y="36119"/>
                </a:cubicBezTo>
                <a:close/>
                <a:moveTo>
                  <a:pt x="111852" y="36181"/>
                </a:moveTo>
                <a:lnTo>
                  <a:pt x="111852" y="36181"/>
                </a:lnTo>
                <a:cubicBezTo>
                  <a:pt x="111822" y="36181"/>
                  <a:pt x="111822" y="36119"/>
                  <a:pt x="111822" y="36119"/>
                </a:cubicBezTo>
                <a:cubicBezTo>
                  <a:pt x="111785" y="35968"/>
                  <a:pt x="111822" y="35893"/>
                  <a:pt x="111822" y="35743"/>
                </a:cubicBezTo>
                <a:cubicBezTo>
                  <a:pt x="111822" y="35667"/>
                  <a:pt x="111785" y="35667"/>
                  <a:pt x="111748" y="35592"/>
                </a:cubicBezTo>
                <a:cubicBezTo>
                  <a:pt x="111748" y="35517"/>
                  <a:pt x="111712" y="35517"/>
                  <a:pt x="111712" y="35442"/>
                </a:cubicBezTo>
                <a:cubicBezTo>
                  <a:pt x="111675" y="35367"/>
                  <a:pt x="111638" y="35367"/>
                  <a:pt x="111601" y="35291"/>
                </a:cubicBezTo>
                <a:cubicBezTo>
                  <a:pt x="111601" y="35442"/>
                  <a:pt x="111601" y="35517"/>
                  <a:pt x="111601" y="35667"/>
                </a:cubicBezTo>
                <a:cubicBezTo>
                  <a:pt x="111601" y="35667"/>
                  <a:pt x="111638" y="35743"/>
                  <a:pt x="111638" y="35818"/>
                </a:cubicBezTo>
                <a:cubicBezTo>
                  <a:pt x="111638" y="35893"/>
                  <a:pt x="111638" y="35968"/>
                  <a:pt x="111638" y="36119"/>
                </a:cubicBezTo>
                <a:cubicBezTo>
                  <a:pt x="111638" y="36181"/>
                  <a:pt x="111675" y="36256"/>
                  <a:pt x="111675" y="36407"/>
                </a:cubicBezTo>
                <a:cubicBezTo>
                  <a:pt x="111895" y="36407"/>
                  <a:pt x="111895" y="36407"/>
                  <a:pt x="111895" y="36407"/>
                </a:cubicBezTo>
                <a:cubicBezTo>
                  <a:pt x="111852" y="36332"/>
                  <a:pt x="111852" y="36256"/>
                  <a:pt x="111852" y="36181"/>
                </a:cubicBezTo>
                <a:close/>
                <a:moveTo>
                  <a:pt x="110909" y="32321"/>
                </a:moveTo>
                <a:lnTo>
                  <a:pt x="110909" y="32321"/>
                </a:lnTo>
                <a:cubicBezTo>
                  <a:pt x="110946" y="32321"/>
                  <a:pt x="110983" y="32246"/>
                  <a:pt x="111019" y="32246"/>
                </a:cubicBezTo>
                <a:lnTo>
                  <a:pt x="111056" y="32171"/>
                </a:lnTo>
                <a:cubicBezTo>
                  <a:pt x="111093" y="32096"/>
                  <a:pt x="111130" y="32171"/>
                  <a:pt x="111130" y="32096"/>
                </a:cubicBezTo>
                <a:cubicBezTo>
                  <a:pt x="111166" y="32020"/>
                  <a:pt x="111166" y="31958"/>
                  <a:pt x="111166" y="31807"/>
                </a:cubicBezTo>
                <a:cubicBezTo>
                  <a:pt x="111130" y="31807"/>
                  <a:pt x="111130" y="31732"/>
                  <a:pt x="111093" y="31732"/>
                </a:cubicBezTo>
                <a:cubicBezTo>
                  <a:pt x="111056" y="31732"/>
                  <a:pt x="111056" y="31732"/>
                  <a:pt x="111056" y="31732"/>
                </a:cubicBezTo>
                <a:cubicBezTo>
                  <a:pt x="111019" y="31732"/>
                  <a:pt x="110983" y="31807"/>
                  <a:pt x="110946" y="31807"/>
                </a:cubicBezTo>
                <a:cubicBezTo>
                  <a:pt x="110909" y="31807"/>
                  <a:pt x="110842" y="31807"/>
                  <a:pt x="110805" y="31807"/>
                </a:cubicBezTo>
                <a:cubicBezTo>
                  <a:pt x="110768" y="31883"/>
                  <a:pt x="110695" y="31958"/>
                  <a:pt x="110695" y="32020"/>
                </a:cubicBezTo>
                <a:cubicBezTo>
                  <a:pt x="110695" y="32321"/>
                  <a:pt x="110695" y="32321"/>
                  <a:pt x="110695" y="32321"/>
                </a:cubicBezTo>
                <a:cubicBezTo>
                  <a:pt x="110732" y="32321"/>
                  <a:pt x="110768" y="32321"/>
                  <a:pt x="110768" y="32321"/>
                </a:cubicBezTo>
                <a:cubicBezTo>
                  <a:pt x="110842" y="32321"/>
                  <a:pt x="110879" y="32321"/>
                  <a:pt x="110909" y="32321"/>
                </a:cubicBezTo>
                <a:close/>
                <a:moveTo>
                  <a:pt x="119013" y="27346"/>
                </a:moveTo>
                <a:lnTo>
                  <a:pt x="119013" y="27346"/>
                </a:lnTo>
                <a:cubicBezTo>
                  <a:pt x="119050" y="27346"/>
                  <a:pt x="119117" y="27346"/>
                  <a:pt x="119154" y="27346"/>
                </a:cubicBezTo>
                <a:cubicBezTo>
                  <a:pt x="119154" y="27346"/>
                  <a:pt x="119191" y="27346"/>
                  <a:pt x="119228" y="27346"/>
                </a:cubicBezTo>
                <a:cubicBezTo>
                  <a:pt x="119264" y="27346"/>
                  <a:pt x="119228" y="27496"/>
                  <a:pt x="119264" y="27496"/>
                </a:cubicBezTo>
                <a:cubicBezTo>
                  <a:pt x="119338" y="27571"/>
                  <a:pt x="119375" y="27496"/>
                  <a:pt x="119448" y="27496"/>
                </a:cubicBezTo>
                <a:cubicBezTo>
                  <a:pt x="119522" y="27496"/>
                  <a:pt x="119522" y="27496"/>
                  <a:pt x="119522" y="27496"/>
                </a:cubicBezTo>
                <a:cubicBezTo>
                  <a:pt x="119558" y="27496"/>
                  <a:pt x="119595" y="27421"/>
                  <a:pt x="119626" y="27421"/>
                </a:cubicBezTo>
                <a:cubicBezTo>
                  <a:pt x="119699" y="27421"/>
                  <a:pt x="119736" y="27496"/>
                  <a:pt x="119810" y="27571"/>
                </a:cubicBezTo>
                <a:cubicBezTo>
                  <a:pt x="119846" y="27571"/>
                  <a:pt x="119846" y="27646"/>
                  <a:pt x="119920" y="27646"/>
                </a:cubicBezTo>
                <a:cubicBezTo>
                  <a:pt x="119957" y="27646"/>
                  <a:pt x="119957" y="27646"/>
                  <a:pt x="119993" y="27646"/>
                </a:cubicBezTo>
                <a:cubicBezTo>
                  <a:pt x="119993" y="27346"/>
                  <a:pt x="119993" y="27346"/>
                  <a:pt x="119993" y="27346"/>
                </a:cubicBezTo>
                <a:lnTo>
                  <a:pt x="119957" y="27346"/>
                </a:lnTo>
                <a:cubicBezTo>
                  <a:pt x="119920" y="27271"/>
                  <a:pt x="119883" y="27271"/>
                  <a:pt x="119883" y="27271"/>
                </a:cubicBezTo>
                <a:cubicBezTo>
                  <a:pt x="119846" y="27195"/>
                  <a:pt x="119810" y="27195"/>
                  <a:pt x="119810" y="27195"/>
                </a:cubicBezTo>
                <a:cubicBezTo>
                  <a:pt x="119736" y="27195"/>
                  <a:pt x="119699" y="27120"/>
                  <a:pt x="119626" y="27120"/>
                </a:cubicBezTo>
                <a:cubicBezTo>
                  <a:pt x="119595" y="27120"/>
                  <a:pt x="119558" y="27120"/>
                  <a:pt x="119522" y="27120"/>
                </a:cubicBezTo>
                <a:cubicBezTo>
                  <a:pt x="119485" y="27120"/>
                  <a:pt x="119448" y="27045"/>
                  <a:pt x="119448" y="27045"/>
                </a:cubicBezTo>
                <a:cubicBezTo>
                  <a:pt x="119411" y="27045"/>
                  <a:pt x="119375" y="27045"/>
                  <a:pt x="119375" y="27045"/>
                </a:cubicBezTo>
                <a:cubicBezTo>
                  <a:pt x="119338" y="27045"/>
                  <a:pt x="119301" y="26970"/>
                  <a:pt x="119264" y="26970"/>
                </a:cubicBezTo>
                <a:cubicBezTo>
                  <a:pt x="119154" y="26970"/>
                  <a:pt x="119081" y="27045"/>
                  <a:pt x="119013" y="27120"/>
                </a:cubicBezTo>
                <a:cubicBezTo>
                  <a:pt x="119013" y="27120"/>
                  <a:pt x="118977" y="27346"/>
                  <a:pt x="119013" y="27346"/>
                </a:cubicBezTo>
                <a:close/>
                <a:moveTo>
                  <a:pt x="115926" y="18573"/>
                </a:moveTo>
                <a:lnTo>
                  <a:pt x="115926" y="18573"/>
                </a:lnTo>
                <a:cubicBezTo>
                  <a:pt x="115926" y="18573"/>
                  <a:pt x="115963" y="18573"/>
                  <a:pt x="116000" y="18573"/>
                </a:cubicBezTo>
                <a:cubicBezTo>
                  <a:pt x="116067" y="18573"/>
                  <a:pt x="116104" y="18573"/>
                  <a:pt x="116177" y="18573"/>
                </a:cubicBezTo>
                <a:cubicBezTo>
                  <a:pt x="116287" y="18573"/>
                  <a:pt x="116324" y="18573"/>
                  <a:pt x="116434" y="18573"/>
                </a:cubicBezTo>
                <a:cubicBezTo>
                  <a:pt x="116471" y="18573"/>
                  <a:pt x="116508" y="18498"/>
                  <a:pt x="116575" y="18498"/>
                </a:cubicBezTo>
                <a:cubicBezTo>
                  <a:pt x="116575" y="18422"/>
                  <a:pt x="116612" y="18422"/>
                  <a:pt x="116649" y="18422"/>
                </a:cubicBezTo>
                <a:cubicBezTo>
                  <a:pt x="116686" y="18360"/>
                  <a:pt x="116722" y="18422"/>
                  <a:pt x="116796" y="18422"/>
                </a:cubicBezTo>
                <a:cubicBezTo>
                  <a:pt x="116943" y="18422"/>
                  <a:pt x="116943" y="18422"/>
                  <a:pt x="116943" y="18422"/>
                </a:cubicBezTo>
                <a:cubicBezTo>
                  <a:pt x="116943" y="18422"/>
                  <a:pt x="116980" y="18422"/>
                  <a:pt x="117016" y="18422"/>
                </a:cubicBezTo>
                <a:cubicBezTo>
                  <a:pt x="117084" y="18422"/>
                  <a:pt x="117084" y="18422"/>
                  <a:pt x="117084" y="18422"/>
                </a:cubicBezTo>
                <a:cubicBezTo>
                  <a:pt x="117120" y="18422"/>
                  <a:pt x="117120" y="18422"/>
                  <a:pt x="117157" y="18422"/>
                </a:cubicBezTo>
                <a:cubicBezTo>
                  <a:pt x="117157" y="18209"/>
                  <a:pt x="117157" y="18209"/>
                  <a:pt x="117157" y="18209"/>
                </a:cubicBezTo>
                <a:cubicBezTo>
                  <a:pt x="117157" y="18134"/>
                  <a:pt x="117157" y="18059"/>
                  <a:pt x="117120" y="18059"/>
                </a:cubicBezTo>
                <a:cubicBezTo>
                  <a:pt x="117084" y="17984"/>
                  <a:pt x="117084" y="17984"/>
                  <a:pt x="117047" y="17909"/>
                </a:cubicBezTo>
                <a:cubicBezTo>
                  <a:pt x="116980" y="17833"/>
                  <a:pt x="116943" y="17909"/>
                  <a:pt x="116833" y="17909"/>
                </a:cubicBezTo>
                <a:cubicBezTo>
                  <a:pt x="116833" y="17909"/>
                  <a:pt x="116796" y="17833"/>
                  <a:pt x="116759" y="17833"/>
                </a:cubicBezTo>
                <a:cubicBezTo>
                  <a:pt x="116759" y="17833"/>
                  <a:pt x="116722" y="17909"/>
                  <a:pt x="116686" y="17833"/>
                </a:cubicBezTo>
                <a:cubicBezTo>
                  <a:pt x="116649" y="17833"/>
                  <a:pt x="116649" y="17833"/>
                  <a:pt x="116612" y="17758"/>
                </a:cubicBezTo>
                <a:cubicBezTo>
                  <a:pt x="116575" y="17758"/>
                  <a:pt x="116575" y="17683"/>
                  <a:pt x="116539" y="17683"/>
                </a:cubicBezTo>
                <a:cubicBezTo>
                  <a:pt x="116508" y="17608"/>
                  <a:pt x="116508" y="17683"/>
                  <a:pt x="116471" y="17683"/>
                </a:cubicBezTo>
                <a:cubicBezTo>
                  <a:pt x="116434" y="17683"/>
                  <a:pt x="116434" y="17608"/>
                  <a:pt x="116398" y="17683"/>
                </a:cubicBezTo>
                <a:cubicBezTo>
                  <a:pt x="116361" y="17683"/>
                  <a:pt x="116361" y="17758"/>
                  <a:pt x="116324" y="17758"/>
                </a:cubicBezTo>
                <a:cubicBezTo>
                  <a:pt x="116287" y="17758"/>
                  <a:pt x="116324" y="17909"/>
                  <a:pt x="116287" y="17909"/>
                </a:cubicBezTo>
                <a:cubicBezTo>
                  <a:pt x="116287" y="17909"/>
                  <a:pt x="116251" y="17909"/>
                  <a:pt x="116214" y="17909"/>
                </a:cubicBezTo>
                <a:cubicBezTo>
                  <a:pt x="116214" y="17909"/>
                  <a:pt x="116177" y="17909"/>
                  <a:pt x="116140" y="17909"/>
                </a:cubicBezTo>
                <a:cubicBezTo>
                  <a:pt x="116104" y="17909"/>
                  <a:pt x="116067" y="17909"/>
                  <a:pt x="116000" y="17909"/>
                </a:cubicBezTo>
                <a:cubicBezTo>
                  <a:pt x="115963" y="17909"/>
                  <a:pt x="115963" y="17984"/>
                  <a:pt x="115926" y="17984"/>
                </a:cubicBezTo>
                <a:cubicBezTo>
                  <a:pt x="115852" y="18059"/>
                  <a:pt x="115852" y="18209"/>
                  <a:pt x="115852" y="18422"/>
                </a:cubicBezTo>
                <a:cubicBezTo>
                  <a:pt x="115889" y="18498"/>
                  <a:pt x="115889" y="18573"/>
                  <a:pt x="115926" y="18573"/>
                </a:cubicBezTo>
                <a:close/>
                <a:moveTo>
                  <a:pt x="104992" y="13084"/>
                </a:moveTo>
                <a:lnTo>
                  <a:pt x="104992" y="13084"/>
                </a:lnTo>
                <a:cubicBezTo>
                  <a:pt x="105029" y="13159"/>
                  <a:pt x="105029" y="13159"/>
                  <a:pt x="105065" y="13159"/>
                </a:cubicBezTo>
                <a:cubicBezTo>
                  <a:pt x="105102" y="13159"/>
                  <a:pt x="105102" y="13159"/>
                  <a:pt x="105139" y="13221"/>
                </a:cubicBezTo>
                <a:cubicBezTo>
                  <a:pt x="105139" y="13221"/>
                  <a:pt x="105139" y="13297"/>
                  <a:pt x="105176" y="13372"/>
                </a:cubicBezTo>
                <a:cubicBezTo>
                  <a:pt x="105212" y="13447"/>
                  <a:pt x="105243" y="13447"/>
                  <a:pt x="105280" y="13447"/>
                </a:cubicBezTo>
                <a:cubicBezTo>
                  <a:pt x="105316" y="13447"/>
                  <a:pt x="105353" y="13447"/>
                  <a:pt x="105390" y="13372"/>
                </a:cubicBezTo>
                <a:cubicBezTo>
                  <a:pt x="105464" y="13372"/>
                  <a:pt x="105500" y="13297"/>
                  <a:pt x="105537" y="13297"/>
                </a:cubicBezTo>
                <a:cubicBezTo>
                  <a:pt x="105611" y="13297"/>
                  <a:pt x="105647" y="13372"/>
                  <a:pt x="105684" y="13447"/>
                </a:cubicBezTo>
                <a:cubicBezTo>
                  <a:pt x="105721" y="13447"/>
                  <a:pt x="105721" y="13522"/>
                  <a:pt x="105758" y="13597"/>
                </a:cubicBezTo>
                <a:cubicBezTo>
                  <a:pt x="105788" y="13597"/>
                  <a:pt x="105788" y="13597"/>
                  <a:pt x="105825" y="13597"/>
                </a:cubicBezTo>
                <a:cubicBezTo>
                  <a:pt x="105862" y="13597"/>
                  <a:pt x="105862" y="13673"/>
                  <a:pt x="105898" y="13673"/>
                </a:cubicBezTo>
                <a:cubicBezTo>
                  <a:pt x="105935" y="13673"/>
                  <a:pt x="105972" y="13673"/>
                  <a:pt x="106045" y="13673"/>
                </a:cubicBezTo>
                <a:cubicBezTo>
                  <a:pt x="106119" y="13673"/>
                  <a:pt x="106119" y="13673"/>
                  <a:pt x="106119" y="13673"/>
                </a:cubicBezTo>
                <a:cubicBezTo>
                  <a:pt x="106119" y="13673"/>
                  <a:pt x="106156" y="13673"/>
                  <a:pt x="106192" y="13673"/>
                </a:cubicBezTo>
                <a:cubicBezTo>
                  <a:pt x="106229" y="13673"/>
                  <a:pt x="106229" y="13597"/>
                  <a:pt x="106266" y="13522"/>
                </a:cubicBezTo>
                <a:cubicBezTo>
                  <a:pt x="106266" y="13522"/>
                  <a:pt x="106266" y="13372"/>
                  <a:pt x="106297" y="13372"/>
                </a:cubicBezTo>
                <a:cubicBezTo>
                  <a:pt x="106333" y="13372"/>
                  <a:pt x="106333" y="13372"/>
                  <a:pt x="106370" y="13372"/>
                </a:cubicBezTo>
                <a:cubicBezTo>
                  <a:pt x="106407" y="13372"/>
                  <a:pt x="106444" y="13372"/>
                  <a:pt x="106480" y="13372"/>
                </a:cubicBezTo>
                <a:cubicBezTo>
                  <a:pt x="106480" y="13084"/>
                  <a:pt x="106480" y="13084"/>
                  <a:pt x="106480" y="13084"/>
                </a:cubicBezTo>
                <a:cubicBezTo>
                  <a:pt x="106480" y="13084"/>
                  <a:pt x="106444" y="13008"/>
                  <a:pt x="106444" y="12933"/>
                </a:cubicBezTo>
                <a:lnTo>
                  <a:pt x="106480" y="12933"/>
                </a:lnTo>
                <a:cubicBezTo>
                  <a:pt x="106370" y="12933"/>
                  <a:pt x="106333" y="12933"/>
                  <a:pt x="106229" y="12933"/>
                </a:cubicBezTo>
                <a:cubicBezTo>
                  <a:pt x="106192" y="12933"/>
                  <a:pt x="106192" y="12933"/>
                  <a:pt x="106156" y="12933"/>
                </a:cubicBezTo>
                <a:cubicBezTo>
                  <a:pt x="106119" y="12933"/>
                  <a:pt x="106082" y="12933"/>
                  <a:pt x="106009" y="12933"/>
                </a:cubicBezTo>
                <a:cubicBezTo>
                  <a:pt x="105935" y="12933"/>
                  <a:pt x="105935" y="12933"/>
                  <a:pt x="105935" y="12933"/>
                </a:cubicBezTo>
                <a:cubicBezTo>
                  <a:pt x="105935" y="12933"/>
                  <a:pt x="105898" y="12933"/>
                  <a:pt x="105862" y="12933"/>
                </a:cubicBezTo>
                <a:cubicBezTo>
                  <a:pt x="105788" y="12933"/>
                  <a:pt x="105788" y="12933"/>
                  <a:pt x="105788" y="12933"/>
                </a:cubicBezTo>
                <a:cubicBezTo>
                  <a:pt x="105758" y="12933"/>
                  <a:pt x="105758" y="12933"/>
                  <a:pt x="105721" y="12933"/>
                </a:cubicBezTo>
                <a:cubicBezTo>
                  <a:pt x="105721" y="12557"/>
                  <a:pt x="105721" y="12557"/>
                  <a:pt x="105721" y="12557"/>
                </a:cubicBezTo>
                <a:cubicBezTo>
                  <a:pt x="105647" y="12557"/>
                  <a:pt x="105574" y="12557"/>
                  <a:pt x="105500" y="12557"/>
                </a:cubicBezTo>
                <a:cubicBezTo>
                  <a:pt x="105464" y="12557"/>
                  <a:pt x="105464" y="12557"/>
                  <a:pt x="105427" y="12557"/>
                </a:cubicBezTo>
                <a:cubicBezTo>
                  <a:pt x="105390" y="12557"/>
                  <a:pt x="105427" y="12708"/>
                  <a:pt x="105390" y="12708"/>
                </a:cubicBezTo>
                <a:cubicBezTo>
                  <a:pt x="105390" y="12783"/>
                  <a:pt x="105353" y="12708"/>
                  <a:pt x="105316" y="12708"/>
                </a:cubicBezTo>
                <a:cubicBezTo>
                  <a:pt x="105243" y="12708"/>
                  <a:pt x="105243" y="12708"/>
                  <a:pt x="105212" y="12708"/>
                </a:cubicBezTo>
                <a:cubicBezTo>
                  <a:pt x="105102" y="12632"/>
                  <a:pt x="105102" y="12482"/>
                  <a:pt x="105029" y="12332"/>
                </a:cubicBezTo>
                <a:cubicBezTo>
                  <a:pt x="104955" y="12407"/>
                  <a:pt x="104955" y="12407"/>
                  <a:pt x="104955" y="12407"/>
                </a:cubicBezTo>
                <a:cubicBezTo>
                  <a:pt x="104955" y="13008"/>
                  <a:pt x="104955" y="13008"/>
                  <a:pt x="104955" y="13008"/>
                </a:cubicBezTo>
                <a:cubicBezTo>
                  <a:pt x="104992" y="13008"/>
                  <a:pt x="104955" y="13084"/>
                  <a:pt x="104992" y="13084"/>
                </a:cubicBezTo>
                <a:close/>
                <a:moveTo>
                  <a:pt x="102885" y="15377"/>
                </a:moveTo>
                <a:lnTo>
                  <a:pt x="102885" y="15377"/>
                </a:lnTo>
                <a:cubicBezTo>
                  <a:pt x="102958" y="15377"/>
                  <a:pt x="102995" y="15452"/>
                  <a:pt x="103032" y="15452"/>
                </a:cubicBezTo>
                <a:cubicBezTo>
                  <a:pt x="103068" y="15452"/>
                  <a:pt x="103105" y="15452"/>
                  <a:pt x="103179" y="15452"/>
                </a:cubicBezTo>
                <a:cubicBezTo>
                  <a:pt x="103246" y="15452"/>
                  <a:pt x="103246" y="15452"/>
                  <a:pt x="103246" y="15452"/>
                </a:cubicBezTo>
                <a:cubicBezTo>
                  <a:pt x="103283" y="15452"/>
                  <a:pt x="103283" y="15452"/>
                  <a:pt x="103320" y="15452"/>
                </a:cubicBezTo>
                <a:cubicBezTo>
                  <a:pt x="103393" y="15452"/>
                  <a:pt x="103467" y="15452"/>
                  <a:pt x="103540" y="15452"/>
                </a:cubicBezTo>
                <a:cubicBezTo>
                  <a:pt x="103577" y="15452"/>
                  <a:pt x="103614" y="15377"/>
                  <a:pt x="103650" y="15377"/>
                </a:cubicBezTo>
                <a:cubicBezTo>
                  <a:pt x="103681" y="15377"/>
                  <a:pt x="103681" y="15377"/>
                  <a:pt x="103681" y="15377"/>
                </a:cubicBezTo>
                <a:cubicBezTo>
                  <a:pt x="103724" y="15377"/>
                  <a:pt x="103724" y="15452"/>
                  <a:pt x="103754" y="15527"/>
                </a:cubicBezTo>
                <a:cubicBezTo>
                  <a:pt x="103791" y="15527"/>
                  <a:pt x="103828" y="15603"/>
                  <a:pt x="103901" y="15603"/>
                </a:cubicBezTo>
                <a:cubicBezTo>
                  <a:pt x="103901" y="15603"/>
                  <a:pt x="103938" y="15678"/>
                  <a:pt x="103975" y="15678"/>
                </a:cubicBezTo>
                <a:cubicBezTo>
                  <a:pt x="104085" y="15678"/>
                  <a:pt x="104085" y="15678"/>
                  <a:pt x="104085" y="15678"/>
                </a:cubicBezTo>
                <a:cubicBezTo>
                  <a:pt x="104122" y="15377"/>
                  <a:pt x="104122" y="15377"/>
                  <a:pt x="104122" y="15377"/>
                </a:cubicBezTo>
                <a:cubicBezTo>
                  <a:pt x="104085" y="15302"/>
                  <a:pt x="104085" y="15227"/>
                  <a:pt x="104085" y="15227"/>
                </a:cubicBezTo>
                <a:cubicBezTo>
                  <a:pt x="104049" y="15164"/>
                  <a:pt x="104049" y="15164"/>
                  <a:pt x="104012" y="15164"/>
                </a:cubicBezTo>
                <a:cubicBezTo>
                  <a:pt x="103975" y="15089"/>
                  <a:pt x="103975" y="15089"/>
                  <a:pt x="103938" y="15014"/>
                </a:cubicBezTo>
                <a:cubicBezTo>
                  <a:pt x="103901" y="15014"/>
                  <a:pt x="103901" y="15089"/>
                  <a:pt x="103865" y="15014"/>
                </a:cubicBezTo>
                <a:cubicBezTo>
                  <a:pt x="103828" y="15014"/>
                  <a:pt x="103828" y="15014"/>
                  <a:pt x="103791" y="15014"/>
                </a:cubicBezTo>
                <a:cubicBezTo>
                  <a:pt x="103754" y="14938"/>
                  <a:pt x="103754" y="14938"/>
                  <a:pt x="103724" y="14863"/>
                </a:cubicBezTo>
                <a:lnTo>
                  <a:pt x="103724" y="14788"/>
                </a:lnTo>
                <a:cubicBezTo>
                  <a:pt x="103681" y="14713"/>
                  <a:pt x="103650" y="14788"/>
                  <a:pt x="103650" y="14788"/>
                </a:cubicBezTo>
                <a:cubicBezTo>
                  <a:pt x="103577" y="14788"/>
                  <a:pt x="103577" y="14788"/>
                  <a:pt x="103577" y="14788"/>
                </a:cubicBezTo>
                <a:cubicBezTo>
                  <a:pt x="103503" y="14788"/>
                  <a:pt x="103430" y="14713"/>
                  <a:pt x="103356" y="14788"/>
                </a:cubicBezTo>
                <a:cubicBezTo>
                  <a:pt x="103320" y="14788"/>
                  <a:pt x="103320" y="14863"/>
                  <a:pt x="103283" y="14863"/>
                </a:cubicBezTo>
                <a:cubicBezTo>
                  <a:pt x="103283" y="14938"/>
                  <a:pt x="103283" y="15014"/>
                  <a:pt x="103246" y="15014"/>
                </a:cubicBezTo>
                <a:cubicBezTo>
                  <a:pt x="103246" y="15089"/>
                  <a:pt x="103209" y="15014"/>
                  <a:pt x="103179" y="15014"/>
                </a:cubicBezTo>
                <a:cubicBezTo>
                  <a:pt x="103068" y="15089"/>
                  <a:pt x="103032" y="15227"/>
                  <a:pt x="102958" y="15377"/>
                </a:cubicBezTo>
                <a:lnTo>
                  <a:pt x="102885" y="15377"/>
                </a:lnTo>
                <a:close/>
                <a:moveTo>
                  <a:pt x="103246" y="14487"/>
                </a:moveTo>
                <a:lnTo>
                  <a:pt x="103246" y="14487"/>
                </a:lnTo>
                <a:cubicBezTo>
                  <a:pt x="103283" y="14487"/>
                  <a:pt x="103283" y="14487"/>
                  <a:pt x="103320" y="14412"/>
                </a:cubicBezTo>
                <a:cubicBezTo>
                  <a:pt x="103320" y="14412"/>
                  <a:pt x="103320" y="14337"/>
                  <a:pt x="103320" y="14262"/>
                </a:cubicBezTo>
                <a:cubicBezTo>
                  <a:pt x="103283" y="14262"/>
                  <a:pt x="103283" y="14186"/>
                  <a:pt x="103246" y="14186"/>
                </a:cubicBezTo>
                <a:cubicBezTo>
                  <a:pt x="103246" y="14186"/>
                  <a:pt x="103209" y="14186"/>
                  <a:pt x="103179" y="14186"/>
                </a:cubicBezTo>
                <a:cubicBezTo>
                  <a:pt x="103142" y="14186"/>
                  <a:pt x="103105" y="14124"/>
                  <a:pt x="103032" y="14124"/>
                </a:cubicBezTo>
                <a:cubicBezTo>
                  <a:pt x="102921" y="14124"/>
                  <a:pt x="102921" y="14124"/>
                  <a:pt x="102921" y="14124"/>
                </a:cubicBezTo>
                <a:cubicBezTo>
                  <a:pt x="102921" y="14186"/>
                  <a:pt x="102885" y="14186"/>
                  <a:pt x="102885" y="14262"/>
                </a:cubicBezTo>
                <a:cubicBezTo>
                  <a:pt x="102885" y="14337"/>
                  <a:pt x="102921" y="14412"/>
                  <a:pt x="102958" y="14412"/>
                </a:cubicBezTo>
                <a:cubicBezTo>
                  <a:pt x="102958" y="14487"/>
                  <a:pt x="102995" y="14487"/>
                  <a:pt x="102995" y="14487"/>
                </a:cubicBezTo>
                <a:cubicBezTo>
                  <a:pt x="103068" y="14487"/>
                  <a:pt x="103105" y="14562"/>
                  <a:pt x="103142" y="14562"/>
                </a:cubicBezTo>
                <a:cubicBezTo>
                  <a:pt x="103179" y="14562"/>
                  <a:pt x="103209" y="14487"/>
                  <a:pt x="103246" y="14487"/>
                </a:cubicBezTo>
                <a:close/>
                <a:moveTo>
                  <a:pt x="101941" y="12933"/>
                </a:moveTo>
                <a:lnTo>
                  <a:pt x="101941" y="12933"/>
                </a:lnTo>
                <a:cubicBezTo>
                  <a:pt x="101941" y="12933"/>
                  <a:pt x="101941" y="13008"/>
                  <a:pt x="101978" y="13008"/>
                </a:cubicBezTo>
                <a:cubicBezTo>
                  <a:pt x="102015" y="13084"/>
                  <a:pt x="101978" y="13159"/>
                  <a:pt x="102015" y="13159"/>
                </a:cubicBezTo>
                <a:cubicBezTo>
                  <a:pt x="102052" y="13221"/>
                  <a:pt x="102052" y="13221"/>
                  <a:pt x="102088" y="13221"/>
                </a:cubicBezTo>
                <a:cubicBezTo>
                  <a:pt x="102125" y="13221"/>
                  <a:pt x="102125" y="13297"/>
                  <a:pt x="102162" y="13297"/>
                </a:cubicBezTo>
                <a:cubicBezTo>
                  <a:pt x="102192" y="13372"/>
                  <a:pt x="102192" y="13372"/>
                  <a:pt x="102229" y="13372"/>
                </a:cubicBezTo>
                <a:cubicBezTo>
                  <a:pt x="102266" y="13372"/>
                  <a:pt x="102303" y="13447"/>
                  <a:pt x="102303" y="13522"/>
                </a:cubicBezTo>
                <a:cubicBezTo>
                  <a:pt x="102339" y="13522"/>
                  <a:pt x="102339" y="13597"/>
                  <a:pt x="102339" y="13673"/>
                </a:cubicBezTo>
                <a:cubicBezTo>
                  <a:pt x="102376" y="13673"/>
                  <a:pt x="102376" y="13748"/>
                  <a:pt x="102376" y="13823"/>
                </a:cubicBezTo>
                <a:cubicBezTo>
                  <a:pt x="102413" y="13823"/>
                  <a:pt x="102450" y="13823"/>
                  <a:pt x="102486" y="13823"/>
                </a:cubicBezTo>
                <a:cubicBezTo>
                  <a:pt x="102560" y="13823"/>
                  <a:pt x="102597" y="13823"/>
                  <a:pt x="102664" y="13823"/>
                </a:cubicBezTo>
                <a:cubicBezTo>
                  <a:pt x="102664" y="13673"/>
                  <a:pt x="102707" y="13673"/>
                  <a:pt x="102707" y="13597"/>
                </a:cubicBezTo>
                <a:cubicBezTo>
                  <a:pt x="102707" y="13522"/>
                  <a:pt x="102707" y="13447"/>
                  <a:pt x="102707" y="13447"/>
                </a:cubicBezTo>
                <a:cubicBezTo>
                  <a:pt x="102707" y="13372"/>
                  <a:pt x="102738" y="13372"/>
                  <a:pt x="102738" y="13297"/>
                </a:cubicBezTo>
                <a:cubicBezTo>
                  <a:pt x="102811" y="13372"/>
                  <a:pt x="102885" y="13447"/>
                  <a:pt x="102958" y="13447"/>
                </a:cubicBezTo>
                <a:cubicBezTo>
                  <a:pt x="103032" y="13447"/>
                  <a:pt x="103105" y="13447"/>
                  <a:pt x="103179" y="13447"/>
                </a:cubicBezTo>
                <a:cubicBezTo>
                  <a:pt x="103246" y="13447"/>
                  <a:pt x="103283" y="13447"/>
                  <a:pt x="103320" y="13372"/>
                </a:cubicBezTo>
                <a:cubicBezTo>
                  <a:pt x="103356" y="13372"/>
                  <a:pt x="103320" y="13297"/>
                  <a:pt x="103356" y="13221"/>
                </a:cubicBezTo>
                <a:cubicBezTo>
                  <a:pt x="103356" y="13221"/>
                  <a:pt x="103393" y="13221"/>
                  <a:pt x="103430" y="13221"/>
                </a:cubicBezTo>
                <a:lnTo>
                  <a:pt x="103467" y="13221"/>
                </a:lnTo>
                <a:cubicBezTo>
                  <a:pt x="103503" y="13297"/>
                  <a:pt x="103503" y="13372"/>
                  <a:pt x="103540" y="13372"/>
                </a:cubicBezTo>
                <a:cubicBezTo>
                  <a:pt x="103577" y="13372"/>
                  <a:pt x="103577" y="13447"/>
                  <a:pt x="103614" y="13447"/>
                </a:cubicBezTo>
                <a:cubicBezTo>
                  <a:pt x="103681" y="13447"/>
                  <a:pt x="103681" y="13297"/>
                  <a:pt x="103754" y="13221"/>
                </a:cubicBezTo>
                <a:cubicBezTo>
                  <a:pt x="103754" y="13221"/>
                  <a:pt x="103754" y="13159"/>
                  <a:pt x="103791" y="13084"/>
                </a:cubicBezTo>
                <a:cubicBezTo>
                  <a:pt x="103828" y="13084"/>
                  <a:pt x="103865" y="13084"/>
                  <a:pt x="103901" y="13084"/>
                </a:cubicBezTo>
                <a:cubicBezTo>
                  <a:pt x="103938" y="13084"/>
                  <a:pt x="103938" y="13084"/>
                  <a:pt x="103938" y="13084"/>
                </a:cubicBezTo>
                <a:cubicBezTo>
                  <a:pt x="103975" y="13084"/>
                  <a:pt x="103975" y="13159"/>
                  <a:pt x="104012" y="13159"/>
                </a:cubicBezTo>
                <a:cubicBezTo>
                  <a:pt x="104049" y="13221"/>
                  <a:pt x="104049" y="13221"/>
                  <a:pt x="104085" y="13221"/>
                </a:cubicBezTo>
                <a:cubicBezTo>
                  <a:pt x="104122" y="13221"/>
                  <a:pt x="104122" y="13221"/>
                  <a:pt x="104159" y="13221"/>
                </a:cubicBezTo>
                <a:cubicBezTo>
                  <a:pt x="104410" y="13221"/>
                  <a:pt x="104410" y="13221"/>
                  <a:pt x="104410" y="13221"/>
                </a:cubicBezTo>
                <a:cubicBezTo>
                  <a:pt x="104410" y="13084"/>
                  <a:pt x="104410" y="13008"/>
                  <a:pt x="104410" y="12858"/>
                </a:cubicBezTo>
                <a:cubicBezTo>
                  <a:pt x="104447" y="12783"/>
                  <a:pt x="104447" y="12783"/>
                  <a:pt x="104447" y="12708"/>
                </a:cubicBezTo>
                <a:cubicBezTo>
                  <a:pt x="104483" y="12632"/>
                  <a:pt x="104520" y="12632"/>
                  <a:pt x="104520" y="12557"/>
                </a:cubicBezTo>
                <a:cubicBezTo>
                  <a:pt x="104557" y="12482"/>
                  <a:pt x="104594" y="12482"/>
                  <a:pt x="104594" y="12407"/>
                </a:cubicBezTo>
                <a:cubicBezTo>
                  <a:pt x="104594" y="12407"/>
                  <a:pt x="104594" y="12332"/>
                  <a:pt x="104594" y="12256"/>
                </a:cubicBezTo>
                <a:cubicBezTo>
                  <a:pt x="104557" y="12256"/>
                  <a:pt x="104520" y="12256"/>
                  <a:pt x="104520" y="12256"/>
                </a:cubicBezTo>
                <a:cubicBezTo>
                  <a:pt x="104483" y="12256"/>
                  <a:pt x="104483" y="12256"/>
                  <a:pt x="104447" y="12256"/>
                </a:cubicBezTo>
                <a:cubicBezTo>
                  <a:pt x="104410" y="12256"/>
                  <a:pt x="104447" y="12106"/>
                  <a:pt x="104410" y="12106"/>
                </a:cubicBezTo>
                <a:cubicBezTo>
                  <a:pt x="104373" y="12106"/>
                  <a:pt x="104373" y="12106"/>
                  <a:pt x="104336" y="12106"/>
                </a:cubicBezTo>
                <a:cubicBezTo>
                  <a:pt x="104263" y="12106"/>
                  <a:pt x="104226" y="12106"/>
                  <a:pt x="104122" y="12106"/>
                </a:cubicBezTo>
                <a:cubicBezTo>
                  <a:pt x="104085" y="12106"/>
                  <a:pt x="104085" y="12043"/>
                  <a:pt x="104012" y="12043"/>
                </a:cubicBezTo>
                <a:cubicBezTo>
                  <a:pt x="103975" y="12043"/>
                  <a:pt x="103975" y="12043"/>
                  <a:pt x="103975" y="12043"/>
                </a:cubicBezTo>
                <a:cubicBezTo>
                  <a:pt x="103975" y="12106"/>
                  <a:pt x="103938" y="12106"/>
                  <a:pt x="103938" y="12106"/>
                </a:cubicBezTo>
                <a:cubicBezTo>
                  <a:pt x="103901" y="12181"/>
                  <a:pt x="103901" y="12256"/>
                  <a:pt x="103901" y="12256"/>
                </a:cubicBezTo>
                <a:cubicBezTo>
                  <a:pt x="103865" y="12332"/>
                  <a:pt x="103828" y="12332"/>
                  <a:pt x="103828" y="12407"/>
                </a:cubicBezTo>
                <a:cubicBezTo>
                  <a:pt x="103828" y="12482"/>
                  <a:pt x="103828" y="12557"/>
                  <a:pt x="103828" y="12557"/>
                </a:cubicBezTo>
                <a:cubicBezTo>
                  <a:pt x="103791" y="12708"/>
                  <a:pt x="103828" y="12783"/>
                  <a:pt x="103828" y="12858"/>
                </a:cubicBezTo>
                <a:cubicBezTo>
                  <a:pt x="103754" y="12858"/>
                  <a:pt x="103724" y="12858"/>
                  <a:pt x="103681" y="12858"/>
                </a:cubicBezTo>
                <a:cubicBezTo>
                  <a:pt x="103650" y="12858"/>
                  <a:pt x="103650" y="12858"/>
                  <a:pt x="103614" y="12858"/>
                </a:cubicBezTo>
                <a:cubicBezTo>
                  <a:pt x="103614" y="12482"/>
                  <a:pt x="103614" y="12482"/>
                  <a:pt x="103614" y="12482"/>
                </a:cubicBezTo>
                <a:cubicBezTo>
                  <a:pt x="103614" y="12407"/>
                  <a:pt x="103650" y="12332"/>
                  <a:pt x="103650" y="12332"/>
                </a:cubicBezTo>
                <a:cubicBezTo>
                  <a:pt x="103681" y="12181"/>
                  <a:pt x="103724" y="12181"/>
                  <a:pt x="103724" y="12043"/>
                </a:cubicBezTo>
                <a:cubicBezTo>
                  <a:pt x="103724" y="11968"/>
                  <a:pt x="103681" y="11968"/>
                  <a:pt x="103681" y="11893"/>
                </a:cubicBezTo>
                <a:cubicBezTo>
                  <a:pt x="103650" y="11893"/>
                  <a:pt x="103614" y="11893"/>
                  <a:pt x="103540" y="11893"/>
                </a:cubicBezTo>
                <a:cubicBezTo>
                  <a:pt x="103540" y="11893"/>
                  <a:pt x="103503" y="11893"/>
                  <a:pt x="103467" y="11893"/>
                </a:cubicBezTo>
                <a:cubicBezTo>
                  <a:pt x="103430" y="11818"/>
                  <a:pt x="103393" y="11893"/>
                  <a:pt x="103356" y="11893"/>
                </a:cubicBezTo>
                <a:cubicBezTo>
                  <a:pt x="103320" y="11893"/>
                  <a:pt x="103283" y="11893"/>
                  <a:pt x="103283" y="11893"/>
                </a:cubicBezTo>
                <a:cubicBezTo>
                  <a:pt x="103283" y="12256"/>
                  <a:pt x="103283" y="12256"/>
                  <a:pt x="103283" y="12256"/>
                </a:cubicBezTo>
                <a:cubicBezTo>
                  <a:pt x="103209" y="12256"/>
                  <a:pt x="103179" y="12256"/>
                  <a:pt x="103142" y="12256"/>
                </a:cubicBezTo>
                <a:cubicBezTo>
                  <a:pt x="103068" y="12256"/>
                  <a:pt x="103032" y="12256"/>
                  <a:pt x="102995" y="12256"/>
                </a:cubicBezTo>
                <a:cubicBezTo>
                  <a:pt x="102958" y="12256"/>
                  <a:pt x="102958" y="12256"/>
                  <a:pt x="102921" y="12256"/>
                </a:cubicBezTo>
                <a:cubicBezTo>
                  <a:pt x="102885" y="12256"/>
                  <a:pt x="102885" y="12106"/>
                  <a:pt x="102885" y="12106"/>
                </a:cubicBezTo>
                <a:cubicBezTo>
                  <a:pt x="102848" y="12043"/>
                  <a:pt x="102848" y="12043"/>
                  <a:pt x="102811" y="11968"/>
                </a:cubicBezTo>
                <a:cubicBezTo>
                  <a:pt x="102811" y="11893"/>
                  <a:pt x="102774" y="11968"/>
                  <a:pt x="102738" y="11893"/>
                </a:cubicBezTo>
                <a:cubicBezTo>
                  <a:pt x="102738" y="11893"/>
                  <a:pt x="102774" y="11743"/>
                  <a:pt x="102738" y="11743"/>
                </a:cubicBezTo>
                <a:cubicBezTo>
                  <a:pt x="102707" y="11667"/>
                  <a:pt x="102664" y="11743"/>
                  <a:pt x="102633" y="11743"/>
                </a:cubicBezTo>
                <a:cubicBezTo>
                  <a:pt x="102523" y="11743"/>
                  <a:pt x="102523" y="11743"/>
                  <a:pt x="102523" y="11743"/>
                </a:cubicBezTo>
                <a:lnTo>
                  <a:pt x="102486" y="11818"/>
                </a:lnTo>
                <a:cubicBezTo>
                  <a:pt x="102339" y="11818"/>
                  <a:pt x="102266" y="11818"/>
                  <a:pt x="102125" y="11818"/>
                </a:cubicBezTo>
                <a:cubicBezTo>
                  <a:pt x="102125" y="11893"/>
                  <a:pt x="102162" y="11968"/>
                  <a:pt x="102125" y="12106"/>
                </a:cubicBezTo>
                <a:cubicBezTo>
                  <a:pt x="102125" y="12181"/>
                  <a:pt x="102088" y="12256"/>
                  <a:pt x="102052" y="12407"/>
                </a:cubicBezTo>
                <a:cubicBezTo>
                  <a:pt x="102052" y="12407"/>
                  <a:pt x="102052" y="12482"/>
                  <a:pt x="102052" y="12557"/>
                </a:cubicBezTo>
                <a:cubicBezTo>
                  <a:pt x="102052" y="12632"/>
                  <a:pt x="102015" y="12632"/>
                  <a:pt x="102015" y="12708"/>
                </a:cubicBezTo>
                <a:cubicBezTo>
                  <a:pt x="101978" y="12783"/>
                  <a:pt x="102015" y="12783"/>
                  <a:pt x="102015" y="12858"/>
                </a:cubicBezTo>
                <a:cubicBezTo>
                  <a:pt x="101978" y="12933"/>
                  <a:pt x="101978" y="12933"/>
                  <a:pt x="101978" y="13008"/>
                </a:cubicBezTo>
                <a:lnTo>
                  <a:pt x="101941" y="12933"/>
                </a:lnTo>
                <a:close/>
                <a:moveTo>
                  <a:pt x="101580" y="12632"/>
                </a:moveTo>
                <a:lnTo>
                  <a:pt x="101580" y="12632"/>
                </a:lnTo>
                <a:cubicBezTo>
                  <a:pt x="101543" y="12557"/>
                  <a:pt x="101543" y="12482"/>
                  <a:pt x="101543" y="12482"/>
                </a:cubicBezTo>
                <a:cubicBezTo>
                  <a:pt x="101543" y="12332"/>
                  <a:pt x="101543" y="12256"/>
                  <a:pt x="101580" y="12181"/>
                </a:cubicBezTo>
                <a:cubicBezTo>
                  <a:pt x="101543" y="12181"/>
                  <a:pt x="101506" y="12181"/>
                  <a:pt x="101470" y="12181"/>
                </a:cubicBezTo>
                <a:cubicBezTo>
                  <a:pt x="101433" y="12181"/>
                  <a:pt x="101433" y="12106"/>
                  <a:pt x="101396" y="12106"/>
                </a:cubicBezTo>
                <a:cubicBezTo>
                  <a:pt x="101359" y="12106"/>
                  <a:pt x="101359" y="12181"/>
                  <a:pt x="101323" y="12256"/>
                </a:cubicBezTo>
                <a:cubicBezTo>
                  <a:pt x="101323" y="12256"/>
                  <a:pt x="101323" y="12332"/>
                  <a:pt x="101323" y="12407"/>
                </a:cubicBezTo>
                <a:cubicBezTo>
                  <a:pt x="101323" y="12482"/>
                  <a:pt x="101323" y="12482"/>
                  <a:pt x="101323" y="12557"/>
                </a:cubicBezTo>
                <a:cubicBezTo>
                  <a:pt x="101323" y="12632"/>
                  <a:pt x="101359" y="12632"/>
                  <a:pt x="101396" y="12632"/>
                </a:cubicBezTo>
                <a:cubicBezTo>
                  <a:pt x="101433" y="12708"/>
                  <a:pt x="101433" y="12783"/>
                  <a:pt x="101470" y="12783"/>
                </a:cubicBezTo>
                <a:cubicBezTo>
                  <a:pt x="101506" y="12783"/>
                  <a:pt x="101543" y="12632"/>
                  <a:pt x="101580" y="12632"/>
                </a:cubicBezTo>
                <a:close/>
                <a:moveTo>
                  <a:pt x="101359" y="14124"/>
                </a:moveTo>
                <a:lnTo>
                  <a:pt x="101359" y="14124"/>
                </a:lnTo>
                <a:cubicBezTo>
                  <a:pt x="101359" y="14186"/>
                  <a:pt x="101359" y="14262"/>
                  <a:pt x="101396" y="14262"/>
                </a:cubicBezTo>
                <a:cubicBezTo>
                  <a:pt x="101396" y="14412"/>
                  <a:pt x="101470" y="14487"/>
                  <a:pt x="101470" y="14562"/>
                </a:cubicBezTo>
                <a:cubicBezTo>
                  <a:pt x="101470" y="14638"/>
                  <a:pt x="101506" y="14638"/>
                  <a:pt x="101506" y="14713"/>
                </a:cubicBezTo>
                <a:cubicBezTo>
                  <a:pt x="101506" y="14788"/>
                  <a:pt x="101506" y="14863"/>
                  <a:pt x="101506" y="15014"/>
                </a:cubicBezTo>
                <a:cubicBezTo>
                  <a:pt x="101831" y="15014"/>
                  <a:pt x="101831" y="15014"/>
                  <a:pt x="101831" y="15014"/>
                </a:cubicBezTo>
                <a:cubicBezTo>
                  <a:pt x="101794" y="14938"/>
                  <a:pt x="101831" y="14863"/>
                  <a:pt x="101794" y="14863"/>
                </a:cubicBezTo>
                <a:cubicBezTo>
                  <a:pt x="101758" y="14788"/>
                  <a:pt x="101721" y="14788"/>
                  <a:pt x="101690" y="14788"/>
                </a:cubicBezTo>
                <a:cubicBezTo>
                  <a:pt x="101690" y="14788"/>
                  <a:pt x="101647" y="14788"/>
                  <a:pt x="101617" y="14713"/>
                </a:cubicBezTo>
                <a:cubicBezTo>
                  <a:pt x="101580" y="14638"/>
                  <a:pt x="101580" y="14562"/>
                  <a:pt x="101543" y="14412"/>
                </a:cubicBezTo>
                <a:cubicBezTo>
                  <a:pt x="101506" y="14262"/>
                  <a:pt x="101506" y="14262"/>
                  <a:pt x="101506" y="14262"/>
                </a:cubicBezTo>
                <a:cubicBezTo>
                  <a:pt x="101506" y="14186"/>
                  <a:pt x="101470" y="14186"/>
                  <a:pt x="101470" y="14124"/>
                </a:cubicBezTo>
                <a:lnTo>
                  <a:pt x="101359" y="14124"/>
                </a:lnTo>
                <a:close/>
                <a:moveTo>
                  <a:pt x="92061" y="8910"/>
                </a:moveTo>
                <a:lnTo>
                  <a:pt x="92061" y="8910"/>
                </a:lnTo>
                <a:cubicBezTo>
                  <a:pt x="92061" y="8848"/>
                  <a:pt x="92024" y="8848"/>
                  <a:pt x="91987" y="8772"/>
                </a:cubicBezTo>
                <a:cubicBezTo>
                  <a:pt x="91987" y="8772"/>
                  <a:pt x="92024" y="8697"/>
                  <a:pt x="91987" y="8622"/>
                </a:cubicBezTo>
                <a:cubicBezTo>
                  <a:pt x="91987" y="8622"/>
                  <a:pt x="91957" y="8622"/>
                  <a:pt x="91914" y="8622"/>
                </a:cubicBezTo>
                <a:cubicBezTo>
                  <a:pt x="91883" y="8622"/>
                  <a:pt x="91883" y="8547"/>
                  <a:pt x="91846" y="8547"/>
                </a:cubicBezTo>
                <a:cubicBezTo>
                  <a:pt x="91773" y="8547"/>
                  <a:pt x="91773" y="8547"/>
                  <a:pt x="91773" y="8547"/>
                </a:cubicBezTo>
                <a:cubicBezTo>
                  <a:pt x="91736" y="8547"/>
                  <a:pt x="91736" y="8472"/>
                  <a:pt x="91699" y="8472"/>
                </a:cubicBezTo>
                <a:cubicBezTo>
                  <a:pt x="91663" y="8472"/>
                  <a:pt x="91663" y="8472"/>
                  <a:pt x="91626" y="8472"/>
                </a:cubicBezTo>
                <a:cubicBezTo>
                  <a:pt x="91552" y="8472"/>
                  <a:pt x="91552" y="8472"/>
                  <a:pt x="91552" y="8472"/>
                </a:cubicBezTo>
                <a:cubicBezTo>
                  <a:pt x="91516" y="8472"/>
                  <a:pt x="91516" y="8547"/>
                  <a:pt x="91479" y="8622"/>
                </a:cubicBezTo>
                <a:cubicBezTo>
                  <a:pt x="91479" y="8772"/>
                  <a:pt x="91479" y="8772"/>
                  <a:pt x="91479" y="8772"/>
                </a:cubicBezTo>
                <a:cubicBezTo>
                  <a:pt x="91516" y="8772"/>
                  <a:pt x="91552" y="8772"/>
                  <a:pt x="91552" y="8772"/>
                </a:cubicBezTo>
                <a:cubicBezTo>
                  <a:pt x="91589" y="8772"/>
                  <a:pt x="91589" y="8772"/>
                  <a:pt x="91626" y="8772"/>
                </a:cubicBezTo>
                <a:cubicBezTo>
                  <a:pt x="91663" y="8848"/>
                  <a:pt x="91663" y="8848"/>
                  <a:pt x="91699" y="8910"/>
                </a:cubicBezTo>
                <a:cubicBezTo>
                  <a:pt x="91736" y="8910"/>
                  <a:pt x="91736" y="8998"/>
                  <a:pt x="91736" y="9061"/>
                </a:cubicBezTo>
                <a:cubicBezTo>
                  <a:pt x="91810" y="9061"/>
                  <a:pt x="91846" y="9061"/>
                  <a:pt x="91914" y="9061"/>
                </a:cubicBezTo>
                <a:cubicBezTo>
                  <a:pt x="91987" y="9061"/>
                  <a:pt x="91987" y="9061"/>
                  <a:pt x="91987" y="9061"/>
                </a:cubicBezTo>
                <a:cubicBezTo>
                  <a:pt x="92024" y="9061"/>
                  <a:pt x="92024" y="9061"/>
                  <a:pt x="92061" y="9061"/>
                </a:cubicBezTo>
                <a:cubicBezTo>
                  <a:pt x="92061" y="8998"/>
                  <a:pt x="92061" y="8910"/>
                  <a:pt x="92061" y="8910"/>
                </a:cubicBezTo>
                <a:close/>
                <a:moveTo>
                  <a:pt x="87993" y="10552"/>
                </a:moveTo>
                <a:lnTo>
                  <a:pt x="87993" y="10552"/>
                </a:lnTo>
                <a:cubicBezTo>
                  <a:pt x="88030" y="10552"/>
                  <a:pt x="88030" y="10477"/>
                  <a:pt x="88067" y="10477"/>
                </a:cubicBezTo>
                <a:cubicBezTo>
                  <a:pt x="88104" y="10477"/>
                  <a:pt x="88140" y="10552"/>
                  <a:pt x="88214" y="10552"/>
                </a:cubicBezTo>
                <a:cubicBezTo>
                  <a:pt x="88214" y="10552"/>
                  <a:pt x="88251" y="10627"/>
                  <a:pt x="88287" y="10627"/>
                </a:cubicBezTo>
                <a:cubicBezTo>
                  <a:pt x="88355" y="10627"/>
                  <a:pt x="88355" y="10627"/>
                  <a:pt x="88355" y="10627"/>
                </a:cubicBezTo>
                <a:lnTo>
                  <a:pt x="88355" y="10552"/>
                </a:lnTo>
                <a:cubicBezTo>
                  <a:pt x="88355" y="10477"/>
                  <a:pt x="88355" y="10402"/>
                  <a:pt x="88355" y="10326"/>
                </a:cubicBezTo>
                <a:cubicBezTo>
                  <a:pt x="88324" y="10251"/>
                  <a:pt x="88355" y="10176"/>
                  <a:pt x="88355" y="10176"/>
                </a:cubicBezTo>
                <a:cubicBezTo>
                  <a:pt x="88324" y="10101"/>
                  <a:pt x="88287" y="10101"/>
                  <a:pt x="88251" y="10101"/>
                </a:cubicBezTo>
                <a:cubicBezTo>
                  <a:pt x="88214" y="10101"/>
                  <a:pt x="88214" y="10101"/>
                  <a:pt x="88214" y="10101"/>
                </a:cubicBezTo>
                <a:cubicBezTo>
                  <a:pt x="88177" y="10101"/>
                  <a:pt x="88177" y="10176"/>
                  <a:pt x="88140" y="10251"/>
                </a:cubicBezTo>
                <a:cubicBezTo>
                  <a:pt x="88104" y="10326"/>
                  <a:pt x="88067" y="10326"/>
                  <a:pt x="87993" y="10402"/>
                </a:cubicBezTo>
                <a:lnTo>
                  <a:pt x="87993" y="10552"/>
                </a:lnTo>
                <a:close/>
                <a:moveTo>
                  <a:pt x="89519" y="9286"/>
                </a:moveTo>
                <a:lnTo>
                  <a:pt x="89519" y="9286"/>
                </a:lnTo>
                <a:cubicBezTo>
                  <a:pt x="89592" y="9286"/>
                  <a:pt x="89629" y="9136"/>
                  <a:pt x="89702" y="9061"/>
                </a:cubicBezTo>
                <a:cubicBezTo>
                  <a:pt x="89702" y="8998"/>
                  <a:pt x="89739" y="8998"/>
                  <a:pt x="89776" y="8910"/>
                </a:cubicBezTo>
                <a:cubicBezTo>
                  <a:pt x="89776" y="8848"/>
                  <a:pt x="89776" y="8848"/>
                  <a:pt x="89813" y="8772"/>
                </a:cubicBezTo>
                <a:cubicBezTo>
                  <a:pt x="89849" y="8772"/>
                  <a:pt x="89880" y="8772"/>
                  <a:pt x="89880" y="8772"/>
                </a:cubicBezTo>
                <a:cubicBezTo>
                  <a:pt x="89917" y="8772"/>
                  <a:pt x="89954" y="8697"/>
                  <a:pt x="89990" y="8697"/>
                </a:cubicBezTo>
                <a:cubicBezTo>
                  <a:pt x="90027" y="8697"/>
                  <a:pt x="90027" y="8772"/>
                  <a:pt x="90064" y="8772"/>
                </a:cubicBezTo>
                <a:cubicBezTo>
                  <a:pt x="90425" y="8772"/>
                  <a:pt x="90425" y="8772"/>
                  <a:pt x="90425" y="8772"/>
                </a:cubicBezTo>
                <a:cubicBezTo>
                  <a:pt x="90462" y="8772"/>
                  <a:pt x="90462" y="8697"/>
                  <a:pt x="90499" y="8697"/>
                </a:cubicBezTo>
                <a:cubicBezTo>
                  <a:pt x="90535" y="8622"/>
                  <a:pt x="90535" y="8622"/>
                  <a:pt x="90572" y="8622"/>
                </a:cubicBezTo>
                <a:cubicBezTo>
                  <a:pt x="90609" y="8622"/>
                  <a:pt x="90609" y="8622"/>
                  <a:pt x="90646" y="8622"/>
                </a:cubicBezTo>
                <a:cubicBezTo>
                  <a:pt x="90719" y="8622"/>
                  <a:pt x="90756" y="8622"/>
                  <a:pt x="90793" y="8622"/>
                </a:cubicBezTo>
                <a:cubicBezTo>
                  <a:pt x="90830" y="8622"/>
                  <a:pt x="90830" y="8622"/>
                  <a:pt x="90866" y="8622"/>
                </a:cubicBezTo>
                <a:cubicBezTo>
                  <a:pt x="90897" y="8622"/>
                  <a:pt x="90940" y="8472"/>
                  <a:pt x="90970" y="8472"/>
                </a:cubicBezTo>
                <a:cubicBezTo>
                  <a:pt x="91044" y="8472"/>
                  <a:pt x="91081" y="8547"/>
                  <a:pt x="91154" y="8547"/>
                </a:cubicBezTo>
                <a:cubicBezTo>
                  <a:pt x="91191" y="8547"/>
                  <a:pt x="91228" y="8547"/>
                  <a:pt x="91264" y="8472"/>
                </a:cubicBezTo>
                <a:cubicBezTo>
                  <a:pt x="91301" y="8396"/>
                  <a:pt x="91301" y="8396"/>
                  <a:pt x="91301" y="8321"/>
                </a:cubicBezTo>
                <a:cubicBezTo>
                  <a:pt x="91338" y="8246"/>
                  <a:pt x="91338" y="8246"/>
                  <a:pt x="91338" y="8171"/>
                </a:cubicBezTo>
                <a:cubicBezTo>
                  <a:pt x="91338" y="8096"/>
                  <a:pt x="91301" y="8096"/>
                  <a:pt x="91301" y="8020"/>
                </a:cubicBezTo>
                <a:cubicBezTo>
                  <a:pt x="91301" y="7883"/>
                  <a:pt x="91301" y="7883"/>
                  <a:pt x="91301" y="7883"/>
                </a:cubicBezTo>
                <a:cubicBezTo>
                  <a:pt x="91007" y="7883"/>
                  <a:pt x="91007" y="7883"/>
                  <a:pt x="91007" y="7883"/>
                </a:cubicBezTo>
                <a:cubicBezTo>
                  <a:pt x="91007" y="7732"/>
                  <a:pt x="91007" y="7657"/>
                  <a:pt x="91007" y="7507"/>
                </a:cubicBezTo>
                <a:cubicBezTo>
                  <a:pt x="91007" y="7507"/>
                  <a:pt x="91007" y="7431"/>
                  <a:pt x="91007" y="7356"/>
                </a:cubicBezTo>
                <a:cubicBezTo>
                  <a:pt x="91007" y="7356"/>
                  <a:pt x="90970" y="7356"/>
                  <a:pt x="90940" y="7281"/>
                </a:cubicBezTo>
                <a:cubicBezTo>
                  <a:pt x="90940" y="7281"/>
                  <a:pt x="90897" y="7281"/>
                  <a:pt x="90866" y="7281"/>
                </a:cubicBezTo>
                <a:cubicBezTo>
                  <a:pt x="90793" y="7206"/>
                  <a:pt x="90756" y="7206"/>
                  <a:pt x="90646" y="7206"/>
                </a:cubicBezTo>
                <a:cubicBezTo>
                  <a:pt x="90609" y="7206"/>
                  <a:pt x="90609" y="7206"/>
                  <a:pt x="90572" y="7206"/>
                </a:cubicBezTo>
                <a:cubicBezTo>
                  <a:pt x="90535" y="7206"/>
                  <a:pt x="90572" y="7281"/>
                  <a:pt x="90535" y="7356"/>
                </a:cubicBezTo>
                <a:cubicBezTo>
                  <a:pt x="90499" y="7431"/>
                  <a:pt x="90499" y="7507"/>
                  <a:pt x="90462" y="7507"/>
                </a:cubicBezTo>
                <a:cubicBezTo>
                  <a:pt x="90425" y="7507"/>
                  <a:pt x="90425" y="7507"/>
                  <a:pt x="90425" y="7507"/>
                </a:cubicBezTo>
                <a:cubicBezTo>
                  <a:pt x="90395" y="7507"/>
                  <a:pt x="90395" y="7431"/>
                  <a:pt x="90358" y="7356"/>
                </a:cubicBezTo>
                <a:cubicBezTo>
                  <a:pt x="90395" y="7356"/>
                  <a:pt x="90425" y="7281"/>
                  <a:pt x="90425" y="7206"/>
                </a:cubicBezTo>
                <a:cubicBezTo>
                  <a:pt x="90462" y="7206"/>
                  <a:pt x="90499" y="7206"/>
                  <a:pt x="90499" y="7131"/>
                </a:cubicBezTo>
                <a:cubicBezTo>
                  <a:pt x="90499" y="7055"/>
                  <a:pt x="90499" y="7055"/>
                  <a:pt x="90499" y="6980"/>
                </a:cubicBezTo>
                <a:cubicBezTo>
                  <a:pt x="90499" y="6980"/>
                  <a:pt x="90462" y="6980"/>
                  <a:pt x="90425" y="6980"/>
                </a:cubicBezTo>
                <a:cubicBezTo>
                  <a:pt x="90425" y="6918"/>
                  <a:pt x="90395" y="6918"/>
                  <a:pt x="90358" y="6918"/>
                </a:cubicBezTo>
                <a:cubicBezTo>
                  <a:pt x="90321" y="6918"/>
                  <a:pt x="90358" y="6767"/>
                  <a:pt x="90284" y="6767"/>
                </a:cubicBezTo>
                <a:cubicBezTo>
                  <a:pt x="90248" y="6767"/>
                  <a:pt x="90248" y="6767"/>
                  <a:pt x="90248" y="6767"/>
                </a:cubicBezTo>
                <a:cubicBezTo>
                  <a:pt x="90248" y="6767"/>
                  <a:pt x="90211" y="6830"/>
                  <a:pt x="90211" y="6918"/>
                </a:cubicBezTo>
                <a:cubicBezTo>
                  <a:pt x="90174" y="6918"/>
                  <a:pt x="90137" y="6918"/>
                  <a:pt x="90101" y="6918"/>
                </a:cubicBezTo>
                <a:cubicBezTo>
                  <a:pt x="90101" y="6918"/>
                  <a:pt x="90064" y="6918"/>
                  <a:pt x="90027" y="6980"/>
                </a:cubicBezTo>
                <a:cubicBezTo>
                  <a:pt x="90027" y="6980"/>
                  <a:pt x="89990" y="7055"/>
                  <a:pt x="89990" y="7131"/>
                </a:cubicBezTo>
                <a:cubicBezTo>
                  <a:pt x="89954" y="7131"/>
                  <a:pt x="89917" y="7131"/>
                  <a:pt x="89917" y="7206"/>
                </a:cubicBezTo>
                <a:cubicBezTo>
                  <a:pt x="89917" y="7281"/>
                  <a:pt x="89880" y="7281"/>
                  <a:pt x="89880" y="7356"/>
                </a:cubicBezTo>
                <a:cubicBezTo>
                  <a:pt x="89880" y="7431"/>
                  <a:pt x="89880" y="7431"/>
                  <a:pt x="89849" y="7507"/>
                </a:cubicBezTo>
                <a:cubicBezTo>
                  <a:pt x="89849" y="7582"/>
                  <a:pt x="89849" y="7582"/>
                  <a:pt x="89813" y="7657"/>
                </a:cubicBezTo>
                <a:cubicBezTo>
                  <a:pt x="89813" y="7657"/>
                  <a:pt x="89776" y="7582"/>
                  <a:pt x="89776" y="7657"/>
                </a:cubicBezTo>
                <a:cubicBezTo>
                  <a:pt x="89739" y="7657"/>
                  <a:pt x="89702" y="7657"/>
                  <a:pt x="89702" y="7732"/>
                </a:cubicBezTo>
                <a:cubicBezTo>
                  <a:pt x="89666" y="7807"/>
                  <a:pt x="89702" y="7807"/>
                  <a:pt x="89702" y="7883"/>
                </a:cubicBezTo>
                <a:cubicBezTo>
                  <a:pt x="89666" y="7945"/>
                  <a:pt x="89702" y="8096"/>
                  <a:pt x="89702" y="8171"/>
                </a:cubicBezTo>
                <a:cubicBezTo>
                  <a:pt x="89666" y="8246"/>
                  <a:pt x="89666" y="8246"/>
                  <a:pt x="89666" y="8321"/>
                </a:cubicBezTo>
                <a:cubicBezTo>
                  <a:pt x="89629" y="8396"/>
                  <a:pt x="89592" y="8321"/>
                  <a:pt x="89592" y="8396"/>
                </a:cubicBezTo>
                <a:cubicBezTo>
                  <a:pt x="89555" y="8396"/>
                  <a:pt x="89519" y="8396"/>
                  <a:pt x="89482" y="8472"/>
                </a:cubicBezTo>
                <a:cubicBezTo>
                  <a:pt x="89482" y="8472"/>
                  <a:pt x="89445" y="8472"/>
                  <a:pt x="89408" y="8547"/>
                </a:cubicBezTo>
                <a:cubicBezTo>
                  <a:pt x="89408" y="8622"/>
                  <a:pt x="89378" y="8622"/>
                  <a:pt x="89378" y="8697"/>
                </a:cubicBezTo>
                <a:cubicBezTo>
                  <a:pt x="89378" y="8772"/>
                  <a:pt x="89378" y="8772"/>
                  <a:pt x="89378" y="8848"/>
                </a:cubicBezTo>
                <a:cubicBezTo>
                  <a:pt x="89378" y="8910"/>
                  <a:pt x="89378" y="8998"/>
                  <a:pt x="89378" y="9061"/>
                </a:cubicBezTo>
                <a:cubicBezTo>
                  <a:pt x="89408" y="9061"/>
                  <a:pt x="89482" y="9286"/>
                  <a:pt x="89519" y="9286"/>
                </a:cubicBezTo>
                <a:close/>
                <a:moveTo>
                  <a:pt x="88392" y="5727"/>
                </a:moveTo>
                <a:lnTo>
                  <a:pt x="88392" y="5727"/>
                </a:lnTo>
                <a:cubicBezTo>
                  <a:pt x="88355" y="5727"/>
                  <a:pt x="88355" y="5802"/>
                  <a:pt x="88324" y="5802"/>
                </a:cubicBezTo>
                <a:cubicBezTo>
                  <a:pt x="88287" y="5865"/>
                  <a:pt x="88287" y="5865"/>
                  <a:pt x="88251" y="5865"/>
                </a:cubicBezTo>
                <a:cubicBezTo>
                  <a:pt x="88214" y="5940"/>
                  <a:pt x="88251" y="6015"/>
                  <a:pt x="88214" y="6015"/>
                </a:cubicBezTo>
                <a:cubicBezTo>
                  <a:pt x="88177" y="6015"/>
                  <a:pt x="88140" y="6015"/>
                  <a:pt x="88140" y="6090"/>
                </a:cubicBezTo>
                <a:cubicBezTo>
                  <a:pt x="88067" y="6090"/>
                  <a:pt x="87993" y="6015"/>
                  <a:pt x="87920" y="6090"/>
                </a:cubicBezTo>
                <a:cubicBezTo>
                  <a:pt x="87883" y="6090"/>
                  <a:pt x="87883" y="6090"/>
                  <a:pt x="87846" y="6090"/>
                </a:cubicBezTo>
                <a:cubicBezTo>
                  <a:pt x="87816" y="6090"/>
                  <a:pt x="87816" y="6090"/>
                  <a:pt x="87779" y="6090"/>
                </a:cubicBezTo>
                <a:cubicBezTo>
                  <a:pt x="87742" y="6090"/>
                  <a:pt x="87742" y="6166"/>
                  <a:pt x="87705" y="6166"/>
                </a:cubicBezTo>
                <a:cubicBezTo>
                  <a:pt x="87669" y="6241"/>
                  <a:pt x="87705" y="6316"/>
                  <a:pt x="87669" y="6316"/>
                </a:cubicBezTo>
                <a:cubicBezTo>
                  <a:pt x="87632" y="6391"/>
                  <a:pt x="87595" y="6316"/>
                  <a:pt x="87595" y="6316"/>
                </a:cubicBezTo>
                <a:cubicBezTo>
                  <a:pt x="87558" y="6391"/>
                  <a:pt x="87558" y="6391"/>
                  <a:pt x="87522" y="6391"/>
                </a:cubicBezTo>
                <a:cubicBezTo>
                  <a:pt x="87485" y="6391"/>
                  <a:pt x="87448" y="6466"/>
                  <a:pt x="87448" y="6542"/>
                </a:cubicBezTo>
                <a:cubicBezTo>
                  <a:pt x="87411" y="6617"/>
                  <a:pt x="87411" y="6617"/>
                  <a:pt x="87411" y="6692"/>
                </a:cubicBezTo>
                <a:cubicBezTo>
                  <a:pt x="87375" y="6692"/>
                  <a:pt x="87411" y="6767"/>
                  <a:pt x="87411" y="6767"/>
                </a:cubicBezTo>
                <a:cubicBezTo>
                  <a:pt x="87448" y="6830"/>
                  <a:pt x="87485" y="6830"/>
                  <a:pt x="87522" y="6918"/>
                </a:cubicBezTo>
                <a:cubicBezTo>
                  <a:pt x="87558" y="6918"/>
                  <a:pt x="87595" y="6918"/>
                  <a:pt x="87595" y="6980"/>
                </a:cubicBezTo>
                <a:cubicBezTo>
                  <a:pt x="87632" y="6980"/>
                  <a:pt x="87595" y="7055"/>
                  <a:pt x="87595" y="7131"/>
                </a:cubicBezTo>
                <a:lnTo>
                  <a:pt x="87595" y="7206"/>
                </a:lnTo>
                <a:cubicBezTo>
                  <a:pt x="87595" y="7356"/>
                  <a:pt x="87632" y="7356"/>
                  <a:pt x="87632" y="7431"/>
                </a:cubicBezTo>
                <a:cubicBezTo>
                  <a:pt x="88251" y="7431"/>
                  <a:pt x="88251" y="7431"/>
                  <a:pt x="88251" y="7431"/>
                </a:cubicBezTo>
                <a:cubicBezTo>
                  <a:pt x="88287" y="7431"/>
                  <a:pt x="88287" y="7507"/>
                  <a:pt x="88324" y="7507"/>
                </a:cubicBezTo>
                <a:cubicBezTo>
                  <a:pt x="88355" y="7507"/>
                  <a:pt x="88355" y="7507"/>
                  <a:pt x="88392" y="7507"/>
                </a:cubicBezTo>
                <a:cubicBezTo>
                  <a:pt x="88428" y="7507"/>
                  <a:pt x="88428" y="7582"/>
                  <a:pt x="88428" y="7657"/>
                </a:cubicBezTo>
                <a:cubicBezTo>
                  <a:pt x="88465" y="7657"/>
                  <a:pt x="88465" y="7732"/>
                  <a:pt x="88502" y="7807"/>
                </a:cubicBezTo>
                <a:cubicBezTo>
                  <a:pt x="88686" y="7807"/>
                  <a:pt x="88759" y="7807"/>
                  <a:pt x="88937" y="7807"/>
                </a:cubicBezTo>
                <a:cubicBezTo>
                  <a:pt x="88973" y="7807"/>
                  <a:pt x="89010" y="7807"/>
                  <a:pt x="89010" y="7807"/>
                </a:cubicBezTo>
                <a:cubicBezTo>
                  <a:pt x="89120" y="7807"/>
                  <a:pt x="89120" y="7807"/>
                  <a:pt x="89120" y="7807"/>
                </a:cubicBezTo>
                <a:cubicBezTo>
                  <a:pt x="89194" y="7807"/>
                  <a:pt x="89194" y="7807"/>
                  <a:pt x="89267" y="7807"/>
                </a:cubicBezTo>
                <a:cubicBezTo>
                  <a:pt x="89267" y="7807"/>
                  <a:pt x="89304" y="7807"/>
                  <a:pt x="89341" y="7807"/>
                </a:cubicBezTo>
                <a:cubicBezTo>
                  <a:pt x="89378" y="7732"/>
                  <a:pt x="89408" y="7732"/>
                  <a:pt x="89445" y="7657"/>
                </a:cubicBezTo>
                <a:cubicBezTo>
                  <a:pt x="89482" y="7657"/>
                  <a:pt x="89482" y="7582"/>
                  <a:pt x="89482" y="7507"/>
                </a:cubicBezTo>
                <a:cubicBezTo>
                  <a:pt x="89482" y="7206"/>
                  <a:pt x="89482" y="7206"/>
                  <a:pt x="89482" y="7206"/>
                </a:cubicBezTo>
                <a:cubicBezTo>
                  <a:pt x="89445" y="7206"/>
                  <a:pt x="89445" y="7281"/>
                  <a:pt x="89378" y="7206"/>
                </a:cubicBezTo>
                <a:cubicBezTo>
                  <a:pt x="89378" y="7206"/>
                  <a:pt x="89341" y="7206"/>
                  <a:pt x="89341" y="7131"/>
                </a:cubicBezTo>
                <a:cubicBezTo>
                  <a:pt x="89341" y="7055"/>
                  <a:pt x="89341" y="6980"/>
                  <a:pt x="89341" y="6918"/>
                </a:cubicBezTo>
                <a:cubicBezTo>
                  <a:pt x="89341" y="6830"/>
                  <a:pt x="89378" y="6767"/>
                  <a:pt x="89378" y="6767"/>
                </a:cubicBezTo>
                <a:cubicBezTo>
                  <a:pt x="89378" y="6692"/>
                  <a:pt x="89408" y="6692"/>
                  <a:pt x="89408" y="6617"/>
                </a:cubicBezTo>
                <a:cubicBezTo>
                  <a:pt x="89445" y="6542"/>
                  <a:pt x="89482" y="6542"/>
                  <a:pt x="89482" y="6391"/>
                </a:cubicBezTo>
                <a:cubicBezTo>
                  <a:pt x="89482" y="6316"/>
                  <a:pt x="89445" y="6241"/>
                  <a:pt x="89445" y="6166"/>
                </a:cubicBezTo>
                <a:cubicBezTo>
                  <a:pt x="89445" y="6090"/>
                  <a:pt x="89408" y="6090"/>
                  <a:pt x="89408" y="6015"/>
                </a:cubicBezTo>
                <a:cubicBezTo>
                  <a:pt x="89378" y="5940"/>
                  <a:pt x="89378" y="5940"/>
                  <a:pt x="89341" y="5865"/>
                </a:cubicBezTo>
                <a:cubicBezTo>
                  <a:pt x="89304" y="5802"/>
                  <a:pt x="89267" y="5865"/>
                  <a:pt x="89194" y="5865"/>
                </a:cubicBezTo>
                <a:cubicBezTo>
                  <a:pt x="89157" y="5865"/>
                  <a:pt x="89120" y="5802"/>
                  <a:pt x="89084" y="5865"/>
                </a:cubicBezTo>
                <a:cubicBezTo>
                  <a:pt x="89047" y="5865"/>
                  <a:pt x="89010" y="5865"/>
                  <a:pt x="89010" y="5940"/>
                </a:cubicBezTo>
                <a:cubicBezTo>
                  <a:pt x="88973" y="5940"/>
                  <a:pt x="88973" y="6015"/>
                  <a:pt x="88973" y="6090"/>
                </a:cubicBezTo>
                <a:cubicBezTo>
                  <a:pt x="88937" y="6090"/>
                  <a:pt x="88937" y="6166"/>
                  <a:pt x="88900" y="6166"/>
                </a:cubicBezTo>
                <a:cubicBezTo>
                  <a:pt x="88863" y="6166"/>
                  <a:pt x="88863" y="6166"/>
                  <a:pt x="88833" y="6166"/>
                </a:cubicBezTo>
                <a:cubicBezTo>
                  <a:pt x="88796" y="6166"/>
                  <a:pt x="88759" y="6166"/>
                  <a:pt x="88686" y="6166"/>
                </a:cubicBezTo>
                <a:cubicBezTo>
                  <a:pt x="88722" y="6090"/>
                  <a:pt x="88722" y="6090"/>
                  <a:pt x="88722" y="6015"/>
                </a:cubicBezTo>
                <a:cubicBezTo>
                  <a:pt x="88759" y="5940"/>
                  <a:pt x="88759" y="5940"/>
                  <a:pt x="88796" y="5940"/>
                </a:cubicBezTo>
                <a:cubicBezTo>
                  <a:pt x="88796" y="5727"/>
                  <a:pt x="88796" y="5727"/>
                  <a:pt x="88796" y="5727"/>
                </a:cubicBezTo>
                <a:cubicBezTo>
                  <a:pt x="88686" y="5727"/>
                  <a:pt x="88649" y="5727"/>
                  <a:pt x="88539" y="5727"/>
                </a:cubicBezTo>
                <a:cubicBezTo>
                  <a:pt x="88502" y="5727"/>
                  <a:pt x="88465" y="5727"/>
                  <a:pt x="88392" y="5727"/>
                </a:cubicBezTo>
                <a:close/>
                <a:moveTo>
                  <a:pt x="87338" y="5865"/>
                </a:moveTo>
                <a:lnTo>
                  <a:pt x="87338" y="5865"/>
                </a:lnTo>
                <a:cubicBezTo>
                  <a:pt x="87375" y="5940"/>
                  <a:pt x="87375" y="5940"/>
                  <a:pt x="87411" y="5940"/>
                </a:cubicBezTo>
                <a:cubicBezTo>
                  <a:pt x="87448" y="5940"/>
                  <a:pt x="87485" y="5940"/>
                  <a:pt x="87522" y="5940"/>
                </a:cubicBezTo>
                <a:cubicBezTo>
                  <a:pt x="87558" y="5940"/>
                  <a:pt x="87595" y="5940"/>
                  <a:pt x="87632" y="5940"/>
                </a:cubicBezTo>
                <a:cubicBezTo>
                  <a:pt x="87669" y="5940"/>
                  <a:pt x="87669" y="5865"/>
                  <a:pt x="87705" y="5865"/>
                </a:cubicBezTo>
                <a:cubicBezTo>
                  <a:pt x="87742" y="5802"/>
                  <a:pt x="87742" y="5727"/>
                  <a:pt x="87779" y="5727"/>
                </a:cubicBezTo>
                <a:cubicBezTo>
                  <a:pt x="87779" y="5727"/>
                  <a:pt x="87816" y="5727"/>
                  <a:pt x="87846" y="5727"/>
                </a:cubicBezTo>
                <a:cubicBezTo>
                  <a:pt x="87883" y="5727"/>
                  <a:pt x="87920" y="5727"/>
                  <a:pt x="87957" y="5727"/>
                </a:cubicBezTo>
                <a:cubicBezTo>
                  <a:pt x="87993" y="5727"/>
                  <a:pt x="88030" y="5727"/>
                  <a:pt x="88030" y="5652"/>
                </a:cubicBezTo>
                <a:cubicBezTo>
                  <a:pt x="88067" y="5652"/>
                  <a:pt x="88067" y="5577"/>
                  <a:pt x="88104" y="5501"/>
                </a:cubicBezTo>
                <a:cubicBezTo>
                  <a:pt x="88140" y="5501"/>
                  <a:pt x="88177" y="5501"/>
                  <a:pt x="88251" y="5501"/>
                </a:cubicBezTo>
                <a:cubicBezTo>
                  <a:pt x="88355" y="5501"/>
                  <a:pt x="88392" y="5501"/>
                  <a:pt x="88502" y="5501"/>
                </a:cubicBezTo>
                <a:cubicBezTo>
                  <a:pt x="88502" y="5426"/>
                  <a:pt x="88539" y="5351"/>
                  <a:pt x="88539" y="5276"/>
                </a:cubicBezTo>
                <a:cubicBezTo>
                  <a:pt x="88539" y="5201"/>
                  <a:pt x="88539" y="5125"/>
                  <a:pt x="88539" y="5050"/>
                </a:cubicBezTo>
                <a:cubicBezTo>
                  <a:pt x="88575" y="4975"/>
                  <a:pt x="88575" y="4900"/>
                  <a:pt x="88612" y="4900"/>
                </a:cubicBezTo>
                <a:cubicBezTo>
                  <a:pt x="88612" y="4837"/>
                  <a:pt x="88649" y="4900"/>
                  <a:pt x="88686" y="4900"/>
                </a:cubicBezTo>
                <a:cubicBezTo>
                  <a:pt x="88686" y="4837"/>
                  <a:pt x="88686" y="4749"/>
                  <a:pt x="88722" y="4749"/>
                </a:cubicBezTo>
                <a:cubicBezTo>
                  <a:pt x="88759" y="4687"/>
                  <a:pt x="88759" y="4687"/>
                  <a:pt x="88796" y="4687"/>
                </a:cubicBezTo>
                <a:cubicBezTo>
                  <a:pt x="88759" y="4612"/>
                  <a:pt x="88759" y="4612"/>
                  <a:pt x="88722" y="4612"/>
                </a:cubicBezTo>
                <a:lnTo>
                  <a:pt x="88722" y="4536"/>
                </a:lnTo>
                <a:cubicBezTo>
                  <a:pt x="88287" y="4536"/>
                  <a:pt x="88287" y="4536"/>
                  <a:pt x="88287" y="4536"/>
                </a:cubicBezTo>
                <a:cubicBezTo>
                  <a:pt x="88287" y="4386"/>
                  <a:pt x="88287" y="4311"/>
                  <a:pt x="88251" y="4236"/>
                </a:cubicBezTo>
                <a:cubicBezTo>
                  <a:pt x="88214" y="4160"/>
                  <a:pt x="88214" y="4085"/>
                  <a:pt x="88214" y="4085"/>
                </a:cubicBezTo>
                <a:cubicBezTo>
                  <a:pt x="88177" y="4010"/>
                  <a:pt x="88140" y="4085"/>
                  <a:pt x="88140" y="4085"/>
                </a:cubicBezTo>
                <a:cubicBezTo>
                  <a:pt x="88104" y="4010"/>
                  <a:pt x="88104" y="4010"/>
                  <a:pt x="88067" y="4010"/>
                </a:cubicBezTo>
                <a:cubicBezTo>
                  <a:pt x="87993" y="4010"/>
                  <a:pt x="87957" y="4010"/>
                  <a:pt x="87920" y="4085"/>
                </a:cubicBezTo>
                <a:cubicBezTo>
                  <a:pt x="87883" y="4085"/>
                  <a:pt x="87883" y="4085"/>
                  <a:pt x="87846" y="4160"/>
                </a:cubicBezTo>
                <a:cubicBezTo>
                  <a:pt x="87816" y="4160"/>
                  <a:pt x="87816" y="4236"/>
                  <a:pt x="87816" y="4236"/>
                </a:cubicBezTo>
                <a:cubicBezTo>
                  <a:pt x="87742" y="4311"/>
                  <a:pt x="87705" y="4311"/>
                  <a:pt x="87632" y="4311"/>
                </a:cubicBezTo>
                <a:cubicBezTo>
                  <a:pt x="87632" y="4311"/>
                  <a:pt x="87595" y="4386"/>
                  <a:pt x="87558" y="4386"/>
                </a:cubicBezTo>
                <a:cubicBezTo>
                  <a:pt x="87522" y="4386"/>
                  <a:pt x="87485" y="4461"/>
                  <a:pt x="87411" y="4461"/>
                </a:cubicBezTo>
                <a:cubicBezTo>
                  <a:pt x="87375" y="4536"/>
                  <a:pt x="87338" y="4461"/>
                  <a:pt x="87271" y="4461"/>
                </a:cubicBezTo>
                <a:cubicBezTo>
                  <a:pt x="87234" y="4461"/>
                  <a:pt x="87234" y="4536"/>
                  <a:pt x="87197" y="4536"/>
                </a:cubicBezTo>
                <a:cubicBezTo>
                  <a:pt x="87197" y="4612"/>
                  <a:pt x="87197" y="4687"/>
                  <a:pt x="87197" y="4837"/>
                </a:cubicBezTo>
                <a:cubicBezTo>
                  <a:pt x="87197" y="4900"/>
                  <a:pt x="87197" y="4900"/>
                  <a:pt x="87160" y="4975"/>
                </a:cubicBezTo>
                <a:cubicBezTo>
                  <a:pt x="87160" y="5050"/>
                  <a:pt x="87124" y="5050"/>
                  <a:pt x="87087" y="5125"/>
                </a:cubicBezTo>
                <a:cubicBezTo>
                  <a:pt x="87050" y="5125"/>
                  <a:pt x="87013" y="5050"/>
                  <a:pt x="86977" y="5125"/>
                </a:cubicBezTo>
                <a:cubicBezTo>
                  <a:pt x="86940" y="5125"/>
                  <a:pt x="86903" y="5125"/>
                  <a:pt x="86903" y="5201"/>
                </a:cubicBezTo>
                <a:cubicBezTo>
                  <a:pt x="86866" y="5201"/>
                  <a:pt x="86830" y="5201"/>
                  <a:pt x="86799" y="5201"/>
                </a:cubicBezTo>
                <a:cubicBezTo>
                  <a:pt x="86799" y="5201"/>
                  <a:pt x="86799" y="5276"/>
                  <a:pt x="86799" y="5351"/>
                </a:cubicBezTo>
                <a:cubicBezTo>
                  <a:pt x="86799" y="5426"/>
                  <a:pt x="86799" y="5426"/>
                  <a:pt x="86830" y="5501"/>
                </a:cubicBezTo>
                <a:cubicBezTo>
                  <a:pt x="86866" y="5577"/>
                  <a:pt x="86866" y="5577"/>
                  <a:pt x="86940" y="5577"/>
                </a:cubicBezTo>
                <a:cubicBezTo>
                  <a:pt x="86977" y="5577"/>
                  <a:pt x="87013" y="5501"/>
                  <a:pt x="87050" y="5501"/>
                </a:cubicBezTo>
                <a:cubicBezTo>
                  <a:pt x="87087" y="5501"/>
                  <a:pt x="87087" y="5501"/>
                  <a:pt x="87087" y="5501"/>
                </a:cubicBezTo>
                <a:cubicBezTo>
                  <a:pt x="87124" y="5501"/>
                  <a:pt x="87160" y="5577"/>
                  <a:pt x="87160" y="5652"/>
                </a:cubicBezTo>
                <a:cubicBezTo>
                  <a:pt x="87197" y="5652"/>
                  <a:pt x="87197" y="5727"/>
                  <a:pt x="87234" y="5802"/>
                </a:cubicBezTo>
                <a:cubicBezTo>
                  <a:pt x="87234" y="5802"/>
                  <a:pt x="87271" y="5802"/>
                  <a:pt x="87307" y="5802"/>
                </a:cubicBezTo>
                <a:lnTo>
                  <a:pt x="87338" y="5865"/>
                </a:lnTo>
                <a:close/>
                <a:moveTo>
                  <a:pt x="87197" y="6166"/>
                </a:moveTo>
                <a:lnTo>
                  <a:pt x="87197" y="6166"/>
                </a:lnTo>
                <a:cubicBezTo>
                  <a:pt x="87197" y="6166"/>
                  <a:pt x="87160" y="6166"/>
                  <a:pt x="87124" y="6166"/>
                </a:cubicBezTo>
                <a:cubicBezTo>
                  <a:pt x="87124" y="6166"/>
                  <a:pt x="87087" y="6090"/>
                  <a:pt x="87050" y="6090"/>
                </a:cubicBezTo>
                <a:cubicBezTo>
                  <a:pt x="87050" y="6090"/>
                  <a:pt x="87013" y="6090"/>
                  <a:pt x="86977" y="6090"/>
                </a:cubicBezTo>
                <a:cubicBezTo>
                  <a:pt x="86940" y="6015"/>
                  <a:pt x="86903" y="6015"/>
                  <a:pt x="86903" y="6015"/>
                </a:cubicBezTo>
                <a:cubicBezTo>
                  <a:pt x="86830" y="6015"/>
                  <a:pt x="86830" y="6015"/>
                  <a:pt x="86830" y="6015"/>
                </a:cubicBezTo>
                <a:cubicBezTo>
                  <a:pt x="86799" y="6015"/>
                  <a:pt x="86762" y="5940"/>
                  <a:pt x="86762" y="5940"/>
                </a:cubicBezTo>
                <a:cubicBezTo>
                  <a:pt x="86725" y="5940"/>
                  <a:pt x="86725" y="6015"/>
                  <a:pt x="86689" y="6015"/>
                </a:cubicBezTo>
                <a:cubicBezTo>
                  <a:pt x="86615" y="6015"/>
                  <a:pt x="86615" y="6015"/>
                  <a:pt x="86615" y="6015"/>
                </a:cubicBezTo>
                <a:cubicBezTo>
                  <a:pt x="86578" y="6015"/>
                  <a:pt x="86578" y="6015"/>
                  <a:pt x="86578" y="6015"/>
                </a:cubicBezTo>
                <a:cubicBezTo>
                  <a:pt x="86578" y="6166"/>
                  <a:pt x="86578" y="6316"/>
                  <a:pt x="86578" y="6466"/>
                </a:cubicBezTo>
                <a:cubicBezTo>
                  <a:pt x="86689" y="6466"/>
                  <a:pt x="86725" y="6466"/>
                  <a:pt x="86866" y="6466"/>
                </a:cubicBezTo>
                <a:cubicBezTo>
                  <a:pt x="86940" y="6466"/>
                  <a:pt x="86940" y="6466"/>
                  <a:pt x="86940" y="6466"/>
                </a:cubicBezTo>
                <a:cubicBezTo>
                  <a:pt x="86940" y="6466"/>
                  <a:pt x="86977" y="6542"/>
                  <a:pt x="86977" y="6617"/>
                </a:cubicBezTo>
                <a:cubicBezTo>
                  <a:pt x="87013" y="6617"/>
                  <a:pt x="87013" y="6767"/>
                  <a:pt x="87013" y="6767"/>
                </a:cubicBezTo>
                <a:cubicBezTo>
                  <a:pt x="87050" y="6767"/>
                  <a:pt x="87087" y="6767"/>
                  <a:pt x="87087" y="6767"/>
                </a:cubicBezTo>
                <a:cubicBezTo>
                  <a:pt x="87124" y="6767"/>
                  <a:pt x="87160" y="6767"/>
                  <a:pt x="87160" y="6767"/>
                </a:cubicBezTo>
                <a:cubicBezTo>
                  <a:pt x="87197" y="6767"/>
                  <a:pt x="87197" y="6692"/>
                  <a:pt x="87234" y="6692"/>
                </a:cubicBezTo>
                <a:cubicBezTo>
                  <a:pt x="87271" y="6617"/>
                  <a:pt x="87307" y="6617"/>
                  <a:pt x="87307" y="6617"/>
                </a:cubicBezTo>
                <a:cubicBezTo>
                  <a:pt x="87307" y="6542"/>
                  <a:pt x="87307" y="6542"/>
                  <a:pt x="87307" y="6466"/>
                </a:cubicBezTo>
                <a:cubicBezTo>
                  <a:pt x="87307" y="6316"/>
                  <a:pt x="87307" y="6316"/>
                  <a:pt x="87307" y="6316"/>
                </a:cubicBezTo>
                <a:cubicBezTo>
                  <a:pt x="87307" y="6241"/>
                  <a:pt x="87271" y="6241"/>
                  <a:pt x="87271" y="6166"/>
                </a:cubicBezTo>
                <a:cubicBezTo>
                  <a:pt x="87234" y="6166"/>
                  <a:pt x="87234" y="6166"/>
                  <a:pt x="87197" y="6166"/>
                </a:cubicBezTo>
                <a:close/>
                <a:moveTo>
                  <a:pt x="86505" y="3860"/>
                </a:moveTo>
                <a:lnTo>
                  <a:pt x="86505" y="3860"/>
                </a:lnTo>
                <a:cubicBezTo>
                  <a:pt x="86431" y="3860"/>
                  <a:pt x="86431" y="4010"/>
                  <a:pt x="86395" y="4010"/>
                </a:cubicBezTo>
                <a:cubicBezTo>
                  <a:pt x="86358" y="4010"/>
                  <a:pt x="86321" y="3935"/>
                  <a:pt x="86290" y="3935"/>
                </a:cubicBezTo>
                <a:cubicBezTo>
                  <a:pt x="86290" y="3935"/>
                  <a:pt x="86254" y="3860"/>
                  <a:pt x="86217" y="3860"/>
                </a:cubicBezTo>
                <a:cubicBezTo>
                  <a:pt x="86180" y="4010"/>
                  <a:pt x="86180" y="4010"/>
                  <a:pt x="86180" y="4010"/>
                </a:cubicBezTo>
                <a:cubicBezTo>
                  <a:pt x="86180" y="4311"/>
                  <a:pt x="86180" y="4311"/>
                  <a:pt x="86180" y="4311"/>
                </a:cubicBezTo>
                <a:cubicBezTo>
                  <a:pt x="86217" y="4311"/>
                  <a:pt x="86217" y="4311"/>
                  <a:pt x="86254" y="4311"/>
                </a:cubicBezTo>
                <a:cubicBezTo>
                  <a:pt x="86290" y="4386"/>
                  <a:pt x="86290" y="4461"/>
                  <a:pt x="86321" y="4461"/>
                </a:cubicBezTo>
                <a:cubicBezTo>
                  <a:pt x="86358" y="4461"/>
                  <a:pt x="86358" y="4536"/>
                  <a:pt x="86395" y="4536"/>
                </a:cubicBezTo>
                <a:cubicBezTo>
                  <a:pt x="86431" y="4536"/>
                  <a:pt x="86431" y="4536"/>
                  <a:pt x="86431" y="4536"/>
                </a:cubicBezTo>
                <a:cubicBezTo>
                  <a:pt x="86468" y="4536"/>
                  <a:pt x="86505" y="4536"/>
                  <a:pt x="86542" y="4461"/>
                </a:cubicBezTo>
                <a:cubicBezTo>
                  <a:pt x="86578" y="4461"/>
                  <a:pt x="86615" y="4461"/>
                  <a:pt x="86615" y="4386"/>
                </a:cubicBezTo>
                <a:cubicBezTo>
                  <a:pt x="86615" y="4386"/>
                  <a:pt x="86615" y="4311"/>
                  <a:pt x="86615" y="4236"/>
                </a:cubicBezTo>
                <a:cubicBezTo>
                  <a:pt x="86615" y="4236"/>
                  <a:pt x="86615" y="4160"/>
                  <a:pt x="86578" y="4160"/>
                </a:cubicBezTo>
                <a:cubicBezTo>
                  <a:pt x="86578" y="4085"/>
                  <a:pt x="86615" y="4010"/>
                  <a:pt x="86578" y="4010"/>
                </a:cubicBezTo>
                <a:cubicBezTo>
                  <a:pt x="86578" y="3935"/>
                  <a:pt x="86542" y="3860"/>
                  <a:pt x="86505" y="3860"/>
                </a:cubicBezTo>
                <a:close/>
                <a:moveTo>
                  <a:pt x="72851" y="20653"/>
                </a:moveTo>
                <a:lnTo>
                  <a:pt x="72851" y="20653"/>
                </a:lnTo>
                <a:cubicBezTo>
                  <a:pt x="72814" y="20653"/>
                  <a:pt x="72814" y="20653"/>
                  <a:pt x="72777" y="20653"/>
                </a:cubicBezTo>
                <a:cubicBezTo>
                  <a:pt x="72741" y="20578"/>
                  <a:pt x="72741" y="20578"/>
                  <a:pt x="72704" y="20578"/>
                </a:cubicBezTo>
                <a:cubicBezTo>
                  <a:pt x="72667" y="20578"/>
                  <a:pt x="72667" y="20503"/>
                  <a:pt x="72667" y="20440"/>
                </a:cubicBezTo>
                <a:cubicBezTo>
                  <a:pt x="72667" y="20440"/>
                  <a:pt x="72667" y="20365"/>
                  <a:pt x="72667" y="20290"/>
                </a:cubicBezTo>
                <a:cubicBezTo>
                  <a:pt x="72232" y="20290"/>
                  <a:pt x="72232" y="20290"/>
                  <a:pt x="72232" y="20290"/>
                </a:cubicBezTo>
                <a:cubicBezTo>
                  <a:pt x="72232" y="20365"/>
                  <a:pt x="72232" y="20440"/>
                  <a:pt x="72232" y="20503"/>
                </a:cubicBezTo>
                <a:cubicBezTo>
                  <a:pt x="72232" y="20503"/>
                  <a:pt x="72232" y="20578"/>
                  <a:pt x="72269" y="20653"/>
                </a:cubicBezTo>
                <a:cubicBezTo>
                  <a:pt x="72269" y="21330"/>
                  <a:pt x="72269" y="21330"/>
                  <a:pt x="72269" y="21330"/>
                </a:cubicBezTo>
                <a:cubicBezTo>
                  <a:pt x="72447" y="21330"/>
                  <a:pt x="72447" y="21330"/>
                  <a:pt x="72447" y="21330"/>
                </a:cubicBezTo>
                <a:cubicBezTo>
                  <a:pt x="72490" y="21330"/>
                  <a:pt x="72520" y="21330"/>
                  <a:pt x="72520" y="21255"/>
                </a:cubicBezTo>
                <a:cubicBezTo>
                  <a:pt x="72557" y="21180"/>
                  <a:pt x="72557" y="21104"/>
                  <a:pt x="72594" y="21029"/>
                </a:cubicBezTo>
                <a:cubicBezTo>
                  <a:pt x="72594" y="21029"/>
                  <a:pt x="72594" y="21029"/>
                  <a:pt x="72630" y="21029"/>
                </a:cubicBezTo>
                <a:cubicBezTo>
                  <a:pt x="72667" y="21029"/>
                  <a:pt x="72667" y="21029"/>
                  <a:pt x="72741" y="20954"/>
                </a:cubicBezTo>
                <a:cubicBezTo>
                  <a:pt x="72741" y="20954"/>
                  <a:pt x="72777" y="20954"/>
                  <a:pt x="72814" y="20954"/>
                </a:cubicBezTo>
                <a:cubicBezTo>
                  <a:pt x="72814" y="20879"/>
                  <a:pt x="72814" y="20879"/>
                  <a:pt x="72851" y="20804"/>
                </a:cubicBezTo>
                <a:cubicBezTo>
                  <a:pt x="72851" y="20728"/>
                  <a:pt x="72851" y="20728"/>
                  <a:pt x="72851" y="20653"/>
                </a:cubicBezTo>
                <a:close/>
                <a:moveTo>
                  <a:pt x="74192" y="15452"/>
                </a:moveTo>
                <a:lnTo>
                  <a:pt x="74192" y="15452"/>
                </a:lnTo>
                <a:cubicBezTo>
                  <a:pt x="74156" y="15452"/>
                  <a:pt x="74119" y="15452"/>
                  <a:pt x="74045" y="15452"/>
                </a:cubicBezTo>
                <a:cubicBezTo>
                  <a:pt x="74009" y="15452"/>
                  <a:pt x="74009" y="15452"/>
                  <a:pt x="73978" y="15452"/>
                </a:cubicBezTo>
                <a:cubicBezTo>
                  <a:pt x="73978" y="15903"/>
                  <a:pt x="73978" y="15903"/>
                  <a:pt x="73978" y="15903"/>
                </a:cubicBezTo>
                <a:cubicBezTo>
                  <a:pt x="73905" y="15903"/>
                  <a:pt x="73868" y="15903"/>
                  <a:pt x="73794" y="15903"/>
                </a:cubicBezTo>
                <a:cubicBezTo>
                  <a:pt x="73758" y="15979"/>
                  <a:pt x="73721" y="15979"/>
                  <a:pt x="73647" y="16054"/>
                </a:cubicBezTo>
                <a:cubicBezTo>
                  <a:pt x="73647" y="16129"/>
                  <a:pt x="73647" y="16129"/>
                  <a:pt x="73647" y="16204"/>
                </a:cubicBezTo>
                <a:cubicBezTo>
                  <a:pt x="73647" y="16279"/>
                  <a:pt x="73684" y="16279"/>
                  <a:pt x="73684" y="16342"/>
                </a:cubicBezTo>
                <a:cubicBezTo>
                  <a:pt x="73684" y="16342"/>
                  <a:pt x="73684" y="16417"/>
                  <a:pt x="73684" y="16492"/>
                </a:cubicBezTo>
                <a:cubicBezTo>
                  <a:pt x="73647" y="16568"/>
                  <a:pt x="73611" y="16492"/>
                  <a:pt x="73611" y="16568"/>
                </a:cubicBezTo>
                <a:cubicBezTo>
                  <a:pt x="73574" y="16643"/>
                  <a:pt x="73611" y="16643"/>
                  <a:pt x="73611" y="16718"/>
                </a:cubicBezTo>
                <a:cubicBezTo>
                  <a:pt x="73611" y="16793"/>
                  <a:pt x="73574" y="16793"/>
                  <a:pt x="73574" y="16868"/>
                </a:cubicBezTo>
                <a:cubicBezTo>
                  <a:pt x="73537" y="16868"/>
                  <a:pt x="73506" y="16868"/>
                  <a:pt x="73433" y="16868"/>
                </a:cubicBezTo>
                <a:cubicBezTo>
                  <a:pt x="73433" y="16868"/>
                  <a:pt x="73396" y="16868"/>
                  <a:pt x="73359" y="16868"/>
                </a:cubicBezTo>
                <a:cubicBezTo>
                  <a:pt x="73359" y="16868"/>
                  <a:pt x="73323" y="16944"/>
                  <a:pt x="73323" y="17019"/>
                </a:cubicBezTo>
                <a:cubicBezTo>
                  <a:pt x="73323" y="17019"/>
                  <a:pt x="73323" y="17094"/>
                  <a:pt x="73323" y="17169"/>
                </a:cubicBezTo>
                <a:cubicBezTo>
                  <a:pt x="73323" y="17244"/>
                  <a:pt x="73249" y="17169"/>
                  <a:pt x="73249" y="17244"/>
                </a:cubicBezTo>
                <a:cubicBezTo>
                  <a:pt x="73212" y="17320"/>
                  <a:pt x="73249" y="17382"/>
                  <a:pt x="73249" y="17533"/>
                </a:cubicBezTo>
                <a:cubicBezTo>
                  <a:pt x="73249" y="17533"/>
                  <a:pt x="73249" y="17608"/>
                  <a:pt x="73249" y="17683"/>
                </a:cubicBezTo>
                <a:lnTo>
                  <a:pt x="73249" y="17758"/>
                </a:lnTo>
                <a:cubicBezTo>
                  <a:pt x="73249" y="17833"/>
                  <a:pt x="73249" y="17909"/>
                  <a:pt x="73249" y="17909"/>
                </a:cubicBezTo>
                <a:cubicBezTo>
                  <a:pt x="73433" y="17984"/>
                  <a:pt x="73433" y="17984"/>
                  <a:pt x="73433" y="17984"/>
                </a:cubicBezTo>
                <a:cubicBezTo>
                  <a:pt x="73433" y="17909"/>
                  <a:pt x="73433" y="17833"/>
                  <a:pt x="73433" y="17833"/>
                </a:cubicBezTo>
                <a:cubicBezTo>
                  <a:pt x="73464" y="17758"/>
                  <a:pt x="73506" y="17758"/>
                  <a:pt x="73506" y="17758"/>
                </a:cubicBezTo>
                <a:cubicBezTo>
                  <a:pt x="73537" y="17758"/>
                  <a:pt x="73574" y="17758"/>
                  <a:pt x="73574" y="17758"/>
                </a:cubicBezTo>
                <a:cubicBezTo>
                  <a:pt x="73574" y="17833"/>
                  <a:pt x="73574" y="17909"/>
                  <a:pt x="73611" y="17909"/>
                </a:cubicBezTo>
                <a:cubicBezTo>
                  <a:pt x="73611" y="17984"/>
                  <a:pt x="73647" y="18059"/>
                  <a:pt x="73647" y="18059"/>
                </a:cubicBezTo>
                <a:cubicBezTo>
                  <a:pt x="73684" y="18059"/>
                  <a:pt x="73721" y="17984"/>
                  <a:pt x="73721" y="17909"/>
                </a:cubicBezTo>
                <a:cubicBezTo>
                  <a:pt x="73721" y="17909"/>
                  <a:pt x="73721" y="17833"/>
                  <a:pt x="73721" y="17758"/>
                </a:cubicBezTo>
                <a:cubicBezTo>
                  <a:pt x="73758" y="17833"/>
                  <a:pt x="73758" y="17833"/>
                  <a:pt x="73794" y="17833"/>
                </a:cubicBezTo>
                <a:cubicBezTo>
                  <a:pt x="73831" y="17909"/>
                  <a:pt x="73831" y="17984"/>
                  <a:pt x="73868" y="17984"/>
                </a:cubicBezTo>
                <a:cubicBezTo>
                  <a:pt x="73905" y="18059"/>
                  <a:pt x="73978" y="18059"/>
                  <a:pt x="74009" y="18209"/>
                </a:cubicBezTo>
                <a:cubicBezTo>
                  <a:pt x="74045" y="18209"/>
                  <a:pt x="74045" y="18285"/>
                  <a:pt x="74045" y="18360"/>
                </a:cubicBezTo>
                <a:cubicBezTo>
                  <a:pt x="73941" y="18648"/>
                  <a:pt x="73941" y="18648"/>
                  <a:pt x="73941" y="18648"/>
                </a:cubicBezTo>
                <a:cubicBezTo>
                  <a:pt x="73941" y="18723"/>
                  <a:pt x="73941" y="18723"/>
                  <a:pt x="73941" y="18723"/>
                </a:cubicBezTo>
                <a:cubicBezTo>
                  <a:pt x="73941" y="18798"/>
                  <a:pt x="73978" y="18798"/>
                  <a:pt x="73978" y="18874"/>
                </a:cubicBezTo>
                <a:cubicBezTo>
                  <a:pt x="74339" y="18874"/>
                  <a:pt x="74339" y="18874"/>
                  <a:pt x="74339" y="18874"/>
                </a:cubicBezTo>
                <a:cubicBezTo>
                  <a:pt x="74450" y="18874"/>
                  <a:pt x="74480" y="18949"/>
                  <a:pt x="74591" y="18949"/>
                </a:cubicBezTo>
                <a:cubicBezTo>
                  <a:pt x="74627" y="18949"/>
                  <a:pt x="74664" y="18949"/>
                  <a:pt x="74701" y="18949"/>
                </a:cubicBezTo>
                <a:cubicBezTo>
                  <a:pt x="74738" y="18949"/>
                  <a:pt x="74774" y="19024"/>
                  <a:pt x="74848" y="19024"/>
                </a:cubicBezTo>
                <a:cubicBezTo>
                  <a:pt x="74885" y="19024"/>
                  <a:pt x="74921" y="19024"/>
                  <a:pt x="74958" y="19024"/>
                </a:cubicBezTo>
                <a:cubicBezTo>
                  <a:pt x="75062" y="19024"/>
                  <a:pt x="75062" y="19024"/>
                  <a:pt x="75062" y="19024"/>
                </a:cubicBezTo>
                <a:cubicBezTo>
                  <a:pt x="75099" y="19024"/>
                  <a:pt x="75099" y="19024"/>
                  <a:pt x="75136" y="19024"/>
                </a:cubicBezTo>
                <a:cubicBezTo>
                  <a:pt x="75173" y="19024"/>
                  <a:pt x="75173" y="19024"/>
                  <a:pt x="75173" y="19024"/>
                </a:cubicBezTo>
                <a:cubicBezTo>
                  <a:pt x="75173" y="18723"/>
                  <a:pt x="75173" y="18723"/>
                  <a:pt x="75173" y="18723"/>
                </a:cubicBezTo>
                <a:cubicBezTo>
                  <a:pt x="75173" y="18648"/>
                  <a:pt x="75173" y="18648"/>
                  <a:pt x="75173" y="18573"/>
                </a:cubicBezTo>
                <a:cubicBezTo>
                  <a:pt x="75173" y="18498"/>
                  <a:pt x="75099" y="18573"/>
                  <a:pt x="75099" y="18498"/>
                </a:cubicBezTo>
                <a:cubicBezTo>
                  <a:pt x="75099" y="18422"/>
                  <a:pt x="75099" y="18360"/>
                  <a:pt x="75099" y="18209"/>
                </a:cubicBezTo>
                <a:cubicBezTo>
                  <a:pt x="75062" y="18209"/>
                  <a:pt x="75062" y="18285"/>
                  <a:pt x="75026" y="18209"/>
                </a:cubicBezTo>
                <a:cubicBezTo>
                  <a:pt x="74995" y="18209"/>
                  <a:pt x="74995" y="18134"/>
                  <a:pt x="74958" y="18134"/>
                </a:cubicBezTo>
                <a:cubicBezTo>
                  <a:pt x="74958" y="18059"/>
                  <a:pt x="74958" y="17984"/>
                  <a:pt x="74958" y="17984"/>
                </a:cubicBezTo>
                <a:cubicBezTo>
                  <a:pt x="74958" y="17909"/>
                  <a:pt x="74921" y="17909"/>
                  <a:pt x="74885" y="17833"/>
                </a:cubicBezTo>
                <a:cubicBezTo>
                  <a:pt x="74885" y="17833"/>
                  <a:pt x="74848" y="17758"/>
                  <a:pt x="74811" y="17758"/>
                </a:cubicBezTo>
                <a:cubicBezTo>
                  <a:pt x="74811" y="17683"/>
                  <a:pt x="74774" y="17608"/>
                  <a:pt x="74738" y="17533"/>
                </a:cubicBezTo>
                <a:cubicBezTo>
                  <a:pt x="74738" y="17533"/>
                  <a:pt x="74738" y="17457"/>
                  <a:pt x="74701" y="17382"/>
                </a:cubicBezTo>
                <a:lnTo>
                  <a:pt x="74664" y="17382"/>
                </a:lnTo>
                <a:cubicBezTo>
                  <a:pt x="74627" y="17320"/>
                  <a:pt x="74664" y="17244"/>
                  <a:pt x="74664" y="17244"/>
                </a:cubicBezTo>
                <a:cubicBezTo>
                  <a:pt x="74627" y="17169"/>
                  <a:pt x="74664" y="17169"/>
                  <a:pt x="74664" y="17094"/>
                </a:cubicBezTo>
                <a:cubicBezTo>
                  <a:pt x="74627" y="17019"/>
                  <a:pt x="74627" y="16944"/>
                  <a:pt x="74627" y="16868"/>
                </a:cubicBezTo>
                <a:cubicBezTo>
                  <a:pt x="74627" y="16793"/>
                  <a:pt x="74627" y="16793"/>
                  <a:pt x="74627" y="16793"/>
                </a:cubicBezTo>
                <a:cubicBezTo>
                  <a:pt x="74627" y="16718"/>
                  <a:pt x="74664" y="16718"/>
                  <a:pt x="74701" y="16718"/>
                </a:cubicBezTo>
                <a:cubicBezTo>
                  <a:pt x="74701" y="16643"/>
                  <a:pt x="74701" y="16568"/>
                  <a:pt x="74701" y="16568"/>
                </a:cubicBezTo>
                <a:cubicBezTo>
                  <a:pt x="74701" y="16342"/>
                  <a:pt x="74664" y="16279"/>
                  <a:pt x="74701" y="16129"/>
                </a:cubicBezTo>
                <a:cubicBezTo>
                  <a:pt x="74701" y="16054"/>
                  <a:pt x="74738" y="16054"/>
                  <a:pt x="74774" y="16054"/>
                </a:cubicBezTo>
                <a:cubicBezTo>
                  <a:pt x="74811" y="15979"/>
                  <a:pt x="74848" y="15903"/>
                  <a:pt x="74885" y="15753"/>
                </a:cubicBezTo>
                <a:cubicBezTo>
                  <a:pt x="74921" y="15753"/>
                  <a:pt x="74885" y="15603"/>
                  <a:pt x="74921" y="15603"/>
                </a:cubicBezTo>
                <a:cubicBezTo>
                  <a:pt x="74921" y="15603"/>
                  <a:pt x="74958" y="15603"/>
                  <a:pt x="74995" y="15603"/>
                </a:cubicBezTo>
                <a:cubicBezTo>
                  <a:pt x="74995" y="15527"/>
                  <a:pt x="75026" y="15603"/>
                  <a:pt x="75062" y="15527"/>
                </a:cubicBezTo>
                <a:cubicBezTo>
                  <a:pt x="75062" y="15527"/>
                  <a:pt x="75026" y="15452"/>
                  <a:pt x="75062" y="15377"/>
                </a:cubicBezTo>
                <a:cubicBezTo>
                  <a:pt x="75062" y="15377"/>
                  <a:pt x="75099" y="15377"/>
                  <a:pt x="75136" y="15377"/>
                </a:cubicBezTo>
                <a:cubicBezTo>
                  <a:pt x="75173" y="15302"/>
                  <a:pt x="75209" y="15227"/>
                  <a:pt x="75246" y="15089"/>
                </a:cubicBezTo>
                <a:cubicBezTo>
                  <a:pt x="75246" y="15089"/>
                  <a:pt x="75246" y="15014"/>
                  <a:pt x="75246" y="14938"/>
                </a:cubicBezTo>
                <a:cubicBezTo>
                  <a:pt x="75246" y="14938"/>
                  <a:pt x="75283" y="14938"/>
                  <a:pt x="75320" y="14863"/>
                </a:cubicBezTo>
                <a:cubicBezTo>
                  <a:pt x="75320" y="14863"/>
                  <a:pt x="75320" y="14788"/>
                  <a:pt x="75356" y="14788"/>
                </a:cubicBezTo>
                <a:cubicBezTo>
                  <a:pt x="75356" y="14713"/>
                  <a:pt x="75393" y="14788"/>
                  <a:pt x="75430" y="14788"/>
                </a:cubicBezTo>
                <a:cubicBezTo>
                  <a:pt x="75467" y="14713"/>
                  <a:pt x="75497" y="14638"/>
                  <a:pt x="75540" y="14487"/>
                </a:cubicBezTo>
                <a:cubicBezTo>
                  <a:pt x="75540" y="14487"/>
                  <a:pt x="75540" y="14412"/>
                  <a:pt x="75540" y="14337"/>
                </a:cubicBezTo>
                <a:cubicBezTo>
                  <a:pt x="75540" y="14337"/>
                  <a:pt x="75571" y="14262"/>
                  <a:pt x="75571" y="14186"/>
                </a:cubicBezTo>
                <a:cubicBezTo>
                  <a:pt x="75607" y="14186"/>
                  <a:pt x="75644" y="14186"/>
                  <a:pt x="75644" y="14124"/>
                </a:cubicBezTo>
                <a:cubicBezTo>
                  <a:pt x="75644" y="14049"/>
                  <a:pt x="75681" y="14049"/>
                  <a:pt x="75681" y="13973"/>
                </a:cubicBezTo>
                <a:cubicBezTo>
                  <a:pt x="75718" y="13898"/>
                  <a:pt x="75681" y="13898"/>
                  <a:pt x="75681" y="13823"/>
                </a:cubicBezTo>
                <a:cubicBezTo>
                  <a:pt x="75754" y="13823"/>
                  <a:pt x="75791" y="13823"/>
                  <a:pt x="75865" y="13823"/>
                </a:cubicBezTo>
                <a:cubicBezTo>
                  <a:pt x="75901" y="13823"/>
                  <a:pt x="75901" y="13823"/>
                  <a:pt x="75938" y="13823"/>
                </a:cubicBezTo>
                <a:cubicBezTo>
                  <a:pt x="75975" y="13823"/>
                  <a:pt x="75975" y="13673"/>
                  <a:pt x="76012" y="13673"/>
                </a:cubicBezTo>
                <a:cubicBezTo>
                  <a:pt x="76012" y="13673"/>
                  <a:pt x="76042" y="13673"/>
                  <a:pt x="76079" y="13673"/>
                </a:cubicBezTo>
                <a:cubicBezTo>
                  <a:pt x="76116" y="13673"/>
                  <a:pt x="76153" y="13673"/>
                  <a:pt x="76153" y="13597"/>
                </a:cubicBezTo>
                <a:cubicBezTo>
                  <a:pt x="76189" y="13522"/>
                  <a:pt x="76153" y="13447"/>
                  <a:pt x="76153" y="13447"/>
                </a:cubicBezTo>
                <a:cubicBezTo>
                  <a:pt x="76189" y="13372"/>
                  <a:pt x="76226" y="13372"/>
                  <a:pt x="76226" y="13372"/>
                </a:cubicBezTo>
                <a:cubicBezTo>
                  <a:pt x="76263" y="13372"/>
                  <a:pt x="76300" y="13372"/>
                  <a:pt x="76300" y="13372"/>
                </a:cubicBezTo>
                <a:cubicBezTo>
                  <a:pt x="76336" y="13372"/>
                  <a:pt x="76373" y="13372"/>
                  <a:pt x="76373" y="13372"/>
                </a:cubicBezTo>
                <a:cubicBezTo>
                  <a:pt x="76410" y="13297"/>
                  <a:pt x="76410" y="13297"/>
                  <a:pt x="76447" y="13221"/>
                </a:cubicBezTo>
                <a:cubicBezTo>
                  <a:pt x="76483" y="13221"/>
                  <a:pt x="76483" y="13159"/>
                  <a:pt x="76483" y="13084"/>
                </a:cubicBezTo>
                <a:cubicBezTo>
                  <a:pt x="76520" y="13084"/>
                  <a:pt x="76520" y="13084"/>
                  <a:pt x="76557" y="13008"/>
                </a:cubicBezTo>
                <a:cubicBezTo>
                  <a:pt x="76588" y="13008"/>
                  <a:pt x="76624" y="13008"/>
                  <a:pt x="76624" y="12933"/>
                </a:cubicBezTo>
                <a:cubicBezTo>
                  <a:pt x="76624" y="12783"/>
                  <a:pt x="76624" y="12708"/>
                  <a:pt x="76588" y="12632"/>
                </a:cubicBezTo>
                <a:cubicBezTo>
                  <a:pt x="76661" y="12632"/>
                  <a:pt x="76698" y="12632"/>
                  <a:pt x="76735" y="12632"/>
                </a:cubicBezTo>
                <a:cubicBezTo>
                  <a:pt x="76845" y="12632"/>
                  <a:pt x="76918" y="12632"/>
                  <a:pt x="77029" y="12557"/>
                </a:cubicBezTo>
                <a:cubicBezTo>
                  <a:pt x="77059" y="12557"/>
                  <a:pt x="77059" y="12482"/>
                  <a:pt x="77059" y="12407"/>
                </a:cubicBezTo>
                <a:cubicBezTo>
                  <a:pt x="77096" y="12407"/>
                  <a:pt x="77133" y="12332"/>
                  <a:pt x="77169" y="12256"/>
                </a:cubicBezTo>
                <a:cubicBezTo>
                  <a:pt x="77169" y="12256"/>
                  <a:pt x="77206" y="12256"/>
                  <a:pt x="77243" y="12256"/>
                </a:cubicBezTo>
                <a:cubicBezTo>
                  <a:pt x="77280" y="12256"/>
                  <a:pt x="77316" y="12181"/>
                  <a:pt x="77390" y="12181"/>
                </a:cubicBezTo>
                <a:cubicBezTo>
                  <a:pt x="77788" y="12181"/>
                  <a:pt x="77788" y="12181"/>
                  <a:pt x="77788" y="12181"/>
                </a:cubicBezTo>
                <a:cubicBezTo>
                  <a:pt x="77825" y="12181"/>
                  <a:pt x="77862" y="12106"/>
                  <a:pt x="77862" y="12106"/>
                </a:cubicBezTo>
                <a:cubicBezTo>
                  <a:pt x="77898" y="12043"/>
                  <a:pt x="77898" y="11968"/>
                  <a:pt x="77935" y="11968"/>
                </a:cubicBezTo>
                <a:cubicBezTo>
                  <a:pt x="77972" y="11968"/>
                  <a:pt x="78009" y="11968"/>
                  <a:pt x="78082" y="11968"/>
                </a:cubicBezTo>
                <a:cubicBezTo>
                  <a:pt x="78113" y="11968"/>
                  <a:pt x="78150" y="11968"/>
                  <a:pt x="78223" y="11968"/>
                </a:cubicBezTo>
                <a:cubicBezTo>
                  <a:pt x="78297" y="11893"/>
                  <a:pt x="78297" y="11743"/>
                  <a:pt x="78370" y="11743"/>
                </a:cubicBezTo>
                <a:cubicBezTo>
                  <a:pt x="78695" y="11743"/>
                  <a:pt x="78695" y="11743"/>
                  <a:pt x="78695" y="11743"/>
                </a:cubicBezTo>
                <a:cubicBezTo>
                  <a:pt x="78732" y="11743"/>
                  <a:pt x="78768" y="11667"/>
                  <a:pt x="78768" y="11667"/>
                </a:cubicBezTo>
                <a:cubicBezTo>
                  <a:pt x="78842" y="11592"/>
                  <a:pt x="78842" y="11442"/>
                  <a:pt x="78915" y="11367"/>
                </a:cubicBezTo>
                <a:cubicBezTo>
                  <a:pt x="78915" y="11291"/>
                  <a:pt x="78915" y="11216"/>
                  <a:pt x="78952" y="11216"/>
                </a:cubicBezTo>
                <a:cubicBezTo>
                  <a:pt x="78952" y="11216"/>
                  <a:pt x="78989" y="11216"/>
                  <a:pt x="78989" y="11141"/>
                </a:cubicBezTo>
                <a:cubicBezTo>
                  <a:pt x="79062" y="11141"/>
                  <a:pt x="79099" y="11141"/>
                  <a:pt x="79130" y="11141"/>
                </a:cubicBezTo>
                <a:cubicBezTo>
                  <a:pt x="79166" y="11078"/>
                  <a:pt x="79166" y="11078"/>
                  <a:pt x="79166" y="10991"/>
                </a:cubicBezTo>
                <a:cubicBezTo>
                  <a:pt x="79166" y="10928"/>
                  <a:pt x="79130" y="10853"/>
                  <a:pt x="79130" y="10853"/>
                </a:cubicBezTo>
                <a:cubicBezTo>
                  <a:pt x="79130" y="10778"/>
                  <a:pt x="79099" y="10702"/>
                  <a:pt x="79099" y="10702"/>
                </a:cubicBezTo>
                <a:cubicBezTo>
                  <a:pt x="79099" y="10627"/>
                  <a:pt x="79099" y="10552"/>
                  <a:pt x="79062" y="10552"/>
                </a:cubicBezTo>
                <a:cubicBezTo>
                  <a:pt x="79026" y="10477"/>
                  <a:pt x="78989" y="10552"/>
                  <a:pt x="78915" y="10552"/>
                </a:cubicBezTo>
                <a:cubicBezTo>
                  <a:pt x="78879" y="10552"/>
                  <a:pt x="78879" y="10477"/>
                  <a:pt x="78842" y="10477"/>
                </a:cubicBezTo>
                <a:cubicBezTo>
                  <a:pt x="78768" y="10477"/>
                  <a:pt x="78768" y="10477"/>
                  <a:pt x="78768" y="10477"/>
                </a:cubicBezTo>
                <a:cubicBezTo>
                  <a:pt x="78695" y="10477"/>
                  <a:pt x="78695" y="10477"/>
                  <a:pt x="78695" y="10477"/>
                </a:cubicBezTo>
                <a:cubicBezTo>
                  <a:pt x="78658" y="10477"/>
                  <a:pt x="78658" y="10477"/>
                  <a:pt x="78621" y="10477"/>
                </a:cubicBezTo>
                <a:cubicBezTo>
                  <a:pt x="78554" y="10477"/>
                  <a:pt x="78517" y="10477"/>
                  <a:pt x="78480" y="10477"/>
                </a:cubicBezTo>
                <a:cubicBezTo>
                  <a:pt x="78407" y="10552"/>
                  <a:pt x="78370" y="10552"/>
                  <a:pt x="78333" y="10627"/>
                </a:cubicBezTo>
                <a:cubicBezTo>
                  <a:pt x="78333" y="10702"/>
                  <a:pt x="78333" y="10778"/>
                  <a:pt x="78333" y="10778"/>
                </a:cubicBezTo>
                <a:cubicBezTo>
                  <a:pt x="78297" y="10853"/>
                  <a:pt x="78297" y="10853"/>
                  <a:pt x="78297" y="10928"/>
                </a:cubicBezTo>
                <a:cubicBezTo>
                  <a:pt x="78260" y="10991"/>
                  <a:pt x="78260" y="10991"/>
                  <a:pt x="78223" y="10991"/>
                </a:cubicBezTo>
                <a:cubicBezTo>
                  <a:pt x="78150" y="11078"/>
                  <a:pt x="78113" y="10991"/>
                  <a:pt x="78082" y="10991"/>
                </a:cubicBezTo>
                <a:cubicBezTo>
                  <a:pt x="78045" y="10991"/>
                  <a:pt x="78045" y="10991"/>
                  <a:pt x="78009" y="10991"/>
                </a:cubicBezTo>
                <a:cubicBezTo>
                  <a:pt x="77972" y="11078"/>
                  <a:pt x="77972" y="11078"/>
                  <a:pt x="77935" y="11078"/>
                </a:cubicBezTo>
                <a:cubicBezTo>
                  <a:pt x="77898" y="11141"/>
                  <a:pt x="77898" y="11216"/>
                  <a:pt x="77862" y="11216"/>
                </a:cubicBezTo>
                <a:cubicBezTo>
                  <a:pt x="77825" y="11216"/>
                  <a:pt x="77825" y="11291"/>
                  <a:pt x="77788" y="11291"/>
                </a:cubicBezTo>
                <a:cubicBezTo>
                  <a:pt x="77788" y="11291"/>
                  <a:pt x="77751" y="11291"/>
                  <a:pt x="77715" y="11291"/>
                </a:cubicBezTo>
                <a:cubicBezTo>
                  <a:pt x="77678" y="11291"/>
                  <a:pt x="77641" y="11291"/>
                  <a:pt x="77574" y="11291"/>
                </a:cubicBezTo>
                <a:cubicBezTo>
                  <a:pt x="77537" y="11291"/>
                  <a:pt x="77537" y="11291"/>
                  <a:pt x="77500" y="11291"/>
                </a:cubicBezTo>
                <a:cubicBezTo>
                  <a:pt x="77464" y="11367"/>
                  <a:pt x="77427" y="11367"/>
                  <a:pt x="77427" y="11367"/>
                </a:cubicBezTo>
                <a:cubicBezTo>
                  <a:pt x="77390" y="11442"/>
                  <a:pt x="77353" y="11442"/>
                  <a:pt x="77353" y="11442"/>
                </a:cubicBezTo>
                <a:cubicBezTo>
                  <a:pt x="77316" y="11442"/>
                  <a:pt x="77316" y="11517"/>
                  <a:pt x="77280" y="11517"/>
                </a:cubicBezTo>
                <a:cubicBezTo>
                  <a:pt x="77243" y="11517"/>
                  <a:pt x="77243" y="11517"/>
                  <a:pt x="77206" y="11517"/>
                </a:cubicBezTo>
                <a:cubicBezTo>
                  <a:pt x="77096" y="11592"/>
                  <a:pt x="77059" y="11517"/>
                  <a:pt x="76955" y="11517"/>
                </a:cubicBezTo>
                <a:cubicBezTo>
                  <a:pt x="76918" y="11517"/>
                  <a:pt x="76882" y="11517"/>
                  <a:pt x="76808" y="11517"/>
                </a:cubicBezTo>
                <a:cubicBezTo>
                  <a:pt x="76735" y="11517"/>
                  <a:pt x="76735" y="11517"/>
                  <a:pt x="76735" y="11517"/>
                </a:cubicBezTo>
                <a:cubicBezTo>
                  <a:pt x="76698" y="11517"/>
                  <a:pt x="76698" y="11517"/>
                  <a:pt x="76661" y="11517"/>
                </a:cubicBezTo>
                <a:cubicBezTo>
                  <a:pt x="76588" y="11517"/>
                  <a:pt x="76557" y="11517"/>
                  <a:pt x="76520" y="11517"/>
                </a:cubicBezTo>
                <a:cubicBezTo>
                  <a:pt x="76483" y="11517"/>
                  <a:pt x="76447" y="11592"/>
                  <a:pt x="76447" y="11592"/>
                </a:cubicBezTo>
                <a:cubicBezTo>
                  <a:pt x="76373" y="11667"/>
                  <a:pt x="76336" y="11667"/>
                  <a:pt x="76300" y="11743"/>
                </a:cubicBezTo>
                <a:cubicBezTo>
                  <a:pt x="76263" y="11743"/>
                  <a:pt x="76263" y="11818"/>
                  <a:pt x="76263" y="11893"/>
                </a:cubicBezTo>
                <a:cubicBezTo>
                  <a:pt x="76226" y="11968"/>
                  <a:pt x="76189" y="12043"/>
                  <a:pt x="76153" y="12106"/>
                </a:cubicBezTo>
                <a:cubicBezTo>
                  <a:pt x="75681" y="12106"/>
                  <a:pt x="75681" y="12106"/>
                  <a:pt x="75681" y="12106"/>
                </a:cubicBezTo>
                <a:cubicBezTo>
                  <a:pt x="75644" y="12181"/>
                  <a:pt x="75644" y="12181"/>
                  <a:pt x="75607" y="12256"/>
                </a:cubicBezTo>
                <a:cubicBezTo>
                  <a:pt x="75571" y="12256"/>
                  <a:pt x="75571" y="12332"/>
                  <a:pt x="75571" y="12407"/>
                </a:cubicBezTo>
                <a:cubicBezTo>
                  <a:pt x="75540" y="12407"/>
                  <a:pt x="75540" y="12482"/>
                  <a:pt x="75497" y="12557"/>
                </a:cubicBezTo>
                <a:cubicBezTo>
                  <a:pt x="75497" y="12557"/>
                  <a:pt x="75467" y="12557"/>
                  <a:pt x="75430" y="12557"/>
                </a:cubicBezTo>
                <a:cubicBezTo>
                  <a:pt x="75393" y="12632"/>
                  <a:pt x="75356" y="12557"/>
                  <a:pt x="75320" y="12632"/>
                </a:cubicBezTo>
                <a:cubicBezTo>
                  <a:pt x="75320" y="12632"/>
                  <a:pt x="75283" y="12632"/>
                  <a:pt x="75246" y="12632"/>
                </a:cubicBezTo>
                <a:cubicBezTo>
                  <a:pt x="75246" y="12708"/>
                  <a:pt x="75209" y="12708"/>
                  <a:pt x="75173" y="12783"/>
                </a:cubicBezTo>
                <a:cubicBezTo>
                  <a:pt x="75173" y="12783"/>
                  <a:pt x="75173" y="12858"/>
                  <a:pt x="75173" y="12933"/>
                </a:cubicBezTo>
                <a:cubicBezTo>
                  <a:pt x="75173" y="13008"/>
                  <a:pt x="75173" y="13084"/>
                  <a:pt x="75173" y="13221"/>
                </a:cubicBezTo>
                <a:cubicBezTo>
                  <a:pt x="75136" y="13221"/>
                  <a:pt x="75136" y="13159"/>
                  <a:pt x="75099" y="13159"/>
                </a:cubicBezTo>
                <a:cubicBezTo>
                  <a:pt x="74995" y="13159"/>
                  <a:pt x="74958" y="13159"/>
                  <a:pt x="74885" y="13159"/>
                </a:cubicBezTo>
                <a:cubicBezTo>
                  <a:pt x="74848" y="13159"/>
                  <a:pt x="74848" y="13221"/>
                  <a:pt x="74811" y="13221"/>
                </a:cubicBezTo>
                <a:cubicBezTo>
                  <a:pt x="74811" y="13297"/>
                  <a:pt x="74848" y="13297"/>
                  <a:pt x="74848" y="13372"/>
                </a:cubicBezTo>
                <a:cubicBezTo>
                  <a:pt x="74848" y="13522"/>
                  <a:pt x="74811" y="13597"/>
                  <a:pt x="74774" y="13673"/>
                </a:cubicBezTo>
                <a:cubicBezTo>
                  <a:pt x="74738" y="13748"/>
                  <a:pt x="74701" y="13748"/>
                  <a:pt x="74701" y="13823"/>
                </a:cubicBezTo>
                <a:lnTo>
                  <a:pt x="74701" y="13898"/>
                </a:lnTo>
                <a:cubicBezTo>
                  <a:pt x="74701" y="14049"/>
                  <a:pt x="74701" y="14049"/>
                  <a:pt x="74701" y="14049"/>
                </a:cubicBezTo>
                <a:cubicBezTo>
                  <a:pt x="74701" y="14337"/>
                  <a:pt x="74701" y="14337"/>
                  <a:pt x="74701" y="14337"/>
                </a:cubicBezTo>
                <a:cubicBezTo>
                  <a:pt x="74664" y="14337"/>
                  <a:pt x="74627" y="14412"/>
                  <a:pt x="74591" y="14412"/>
                </a:cubicBezTo>
                <a:cubicBezTo>
                  <a:pt x="74523" y="14412"/>
                  <a:pt x="74450" y="14337"/>
                  <a:pt x="74376" y="14412"/>
                </a:cubicBezTo>
                <a:cubicBezTo>
                  <a:pt x="74339" y="14412"/>
                  <a:pt x="74266" y="14412"/>
                  <a:pt x="74229" y="14487"/>
                </a:cubicBezTo>
                <a:cubicBezTo>
                  <a:pt x="74192" y="14562"/>
                  <a:pt x="74156" y="14562"/>
                  <a:pt x="74156" y="14638"/>
                </a:cubicBezTo>
                <a:cubicBezTo>
                  <a:pt x="74082" y="14713"/>
                  <a:pt x="74045" y="14788"/>
                  <a:pt x="74045" y="14863"/>
                </a:cubicBezTo>
                <a:cubicBezTo>
                  <a:pt x="74045" y="14938"/>
                  <a:pt x="74082" y="15014"/>
                  <a:pt x="74082" y="15089"/>
                </a:cubicBezTo>
                <a:cubicBezTo>
                  <a:pt x="74119" y="15089"/>
                  <a:pt x="74119" y="15089"/>
                  <a:pt x="74156" y="15014"/>
                </a:cubicBezTo>
                <a:cubicBezTo>
                  <a:pt x="74192" y="15014"/>
                  <a:pt x="74229" y="14938"/>
                  <a:pt x="74266" y="14938"/>
                </a:cubicBezTo>
                <a:cubicBezTo>
                  <a:pt x="74303" y="14938"/>
                  <a:pt x="74339" y="14938"/>
                  <a:pt x="74376" y="14938"/>
                </a:cubicBezTo>
                <a:cubicBezTo>
                  <a:pt x="74339" y="15089"/>
                  <a:pt x="74339" y="15089"/>
                  <a:pt x="74339" y="15164"/>
                </a:cubicBezTo>
                <a:cubicBezTo>
                  <a:pt x="74339" y="15227"/>
                  <a:pt x="74339" y="15227"/>
                  <a:pt x="74339" y="15227"/>
                </a:cubicBezTo>
                <a:cubicBezTo>
                  <a:pt x="74339" y="15302"/>
                  <a:pt x="74376" y="15377"/>
                  <a:pt x="74376" y="15377"/>
                </a:cubicBezTo>
                <a:cubicBezTo>
                  <a:pt x="74339" y="15377"/>
                  <a:pt x="74229" y="15452"/>
                  <a:pt x="74192" y="15452"/>
                </a:cubicBezTo>
                <a:close/>
                <a:moveTo>
                  <a:pt x="79460" y="15828"/>
                </a:moveTo>
                <a:lnTo>
                  <a:pt x="79460" y="15828"/>
                </a:lnTo>
                <a:cubicBezTo>
                  <a:pt x="79497" y="15828"/>
                  <a:pt x="79534" y="15753"/>
                  <a:pt x="79571" y="15753"/>
                </a:cubicBezTo>
                <a:cubicBezTo>
                  <a:pt x="79571" y="15753"/>
                  <a:pt x="79607" y="15753"/>
                  <a:pt x="79644" y="15753"/>
                </a:cubicBezTo>
                <a:cubicBezTo>
                  <a:pt x="79644" y="15753"/>
                  <a:pt x="79675" y="15678"/>
                  <a:pt x="79712" y="15678"/>
                </a:cubicBezTo>
                <a:cubicBezTo>
                  <a:pt x="79748" y="15678"/>
                  <a:pt x="79785" y="15678"/>
                  <a:pt x="79859" y="15678"/>
                </a:cubicBezTo>
                <a:cubicBezTo>
                  <a:pt x="79895" y="15678"/>
                  <a:pt x="79895" y="15678"/>
                  <a:pt x="79895" y="15678"/>
                </a:cubicBezTo>
                <a:cubicBezTo>
                  <a:pt x="79932" y="15678"/>
                  <a:pt x="79969" y="15603"/>
                  <a:pt x="79969" y="15603"/>
                </a:cubicBezTo>
                <a:cubicBezTo>
                  <a:pt x="79969" y="15527"/>
                  <a:pt x="80006" y="15452"/>
                  <a:pt x="79969" y="15452"/>
                </a:cubicBezTo>
                <a:cubicBezTo>
                  <a:pt x="79969" y="15377"/>
                  <a:pt x="79969" y="15302"/>
                  <a:pt x="79932" y="15302"/>
                </a:cubicBezTo>
                <a:cubicBezTo>
                  <a:pt x="79895" y="15227"/>
                  <a:pt x="79895" y="15227"/>
                  <a:pt x="79859" y="15227"/>
                </a:cubicBezTo>
                <a:cubicBezTo>
                  <a:pt x="79822" y="15227"/>
                  <a:pt x="79822" y="15164"/>
                  <a:pt x="79785" y="15164"/>
                </a:cubicBezTo>
                <a:cubicBezTo>
                  <a:pt x="79748" y="15164"/>
                  <a:pt x="79748" y="15164"/>
                  <a:pt x="79712" y="15164"/>
                </a:cubicBezTo>
                <a:cubicBezTo>
                  <a:pt x="79644" y="15164"/>
                  <a:pt x="79644" y="15227"/>
                  <a:pt x="79571" y="15302"/>
                </a:cubicBezTo>
                <a:cubicBezTo>
                  <a:pt x="79534" y="15302"/>
                  <a:pt x="79534" y="15377"/>
                  <a:pt x="79497" y="15452"/>
                </a:cubicBezTo>
                <a:cubicBezTo>
                  <a:pt x="79460" y="15527"/>
                  <a:pt x="79424" y="15603"/>
                  <a:pt x="79387" y="15678"/>
                </a:cubicBezTo>
                <a:cubicBezTo>
                  <a:pt x="79387" y="15753"/>
                  <a:pt x="79424" y="15828"/>
                  <a:pt x="79460" y="15828"/>
                </a:cubicBezTo>
                <a:close/>
                <a:moveTo>
                  <a:pt x="76955" y="4461"/>
                </a:moveTo>
                <a:lnTo>
                  <a:pt x="76955" y="4461"/>
                </a:lnTo>
                <a:cubicBezTo>
                  <a:pt x="76992" y="4612"/>
                  <a:pt x="76992" y="4612"/>
                  <a:pt x="76992" y="4612"/>
                </a:cubicBezTo>
                <a:cubicBezTo>
                  <a:pt x="77029" y="4687"/>
                  <a:pt x="77059" y="4749"/>
                  <a:pt x="77133" y="4837"/>
                </a:cubicBezTo>
                <a:cubicBezTo>
                  <a:pt x="77169" y="4900"/>
                  <a:pt x="77169" y="4900"/>
                  <a:pt x="77206" y="4975"/>
                </a:cubicBezTo>
                <a:cubicBezTo>
                  <a:pt x="77243" y="5050"/>
                  <a:pt x="77316" y="5050"/>
                  <a:pt x="77390" y="5050"/>
                </a:cubicBezTo>
                <a:cubicBezTo>
                  <a:pt x="77427" y="5050"/>
                  <a:pt x="77464" y="5050"/>
                  <a:pt x="77500" y="5050"/>
                </a:cubicBezTo>
                <a:cubicBezTo>
                  <a:pt x="77500" y="4975"/>
                  <a:pt x="77537" y="4975"/>
                  <a:pt x="77537" y="4975"/>
                </a:cubicBezTo>
                <a:cubicBezTo>
                  <a:pt x="77574" y="4900"/>
                  <a:pt x="77604" y="4900"/>
                  <a:pt x="77604" y="4900"/>
                </a:cubicBezTo>
                <a:cubicBezTo>
                  <a:pt x="77641" y="4837"/>
                  <a:pt x="77641" y="4749"/>
                  <a:pt x="77641" y="4749"/>
                </a:cubicBezTo>
                <a:cubicBezTo>
                  <a:pt x="77678" y="4687"/>
                  <a:pt x="77678" y="4612"/>
                  <a:pt x="77715" y="4612"/>
                </a:cubicBezTo>
                <a:cubicBezTo>
                  <a:pt x="77715" y="4536"/>
                  <a:pt x="77751" y="4612"/>
                  <a:pt x="77788" y="4536"/>
                </a:cubicBezTo>
                <a:cubicBezTo>
                  <a:pt x="77788" y="4536"/>
                  <a:pt x="77825" y="4536"/>
                  <a:pt x="77862" y="4461"/>
                </a:cubicBezTo>
                <a:cubicBezTo>
                  <a:pt x="77862" y="4461"/>
                  <a:pt x="77898" y="4461"/>
                  <a:pt x="77935" y="4386"/>
                </a:cubicBezTo>
                <a:cubicBezTo>
                  <a:pt x="77972" y="4386"/>
                  <a:pt x="78009" y="4386"/>
                  <a:pt x="78045" y="4311"/>
                </a:cubicBezTo>
                <a:cubicBezTo>
                  <a:pt x="78045" y="4236"/>
                  <a:pt x="78045" y="4236"/>
                  <a:pt x="78045" y="4236"/>
                </a:cubicBezTo>
                <a:cubicBezTo>
                  <a:pt x="78009" y="4160"/>
                  <a:pt x="78009" y="4160"/>
                  <a:pt x="77972" y="4160"/>
                </a:cubicBezTo>
                <a:cubicBezTo>
                  <a:pt x="77898" y="4160"/>
                  <a:pt x="77898" y="4160"/>
                  <a:pt x="77898" y="4160"/>
                </a:cubicBezTo>
                <a:cubicBezTo>
                  <a:pt x="77898" y="4160"/>
                  <a:pt x="77862" y="4085"/>
                  <a:pt x="77825" y="4085"/>
                </a:cubicBezTo>
                <a:cubicBezTo>
                  <a:pt x="77788" y="4085"/>
                  <a:pt x="77751" y="4085"/>
                  <a:pt x="77715" y="4085"/>
                </a:cubicBezTo>
                <a:cubicBezTo>
                  <a:pt x="77678" y="4085"/>
                  <a:pt x="77641" y="4085"/>
                  <a:pt x="77604" y="4085"/>
                </a:cubicBezTo>
                <a:cubicBezTo>
                  <a:pt x="77604" y="4085"/>
                  <a:pt x="77574" y="4085"/>
                  <a:pt x="77537" y="4160"/>
                </a:cubicBezTo>
                <a:cubicBezTo>
                  <a:pt x="77537" y="4160"/>
                  <a:pt x="77574" y="4236"/>
                  <a:pt x="77537" y="4236"/>
                </a:cubicBezTo>
                <a:cubicBezTo>
                  <a:pt x="77500" y="4311"/>
                  <a:pt x="77500" y="4236"/>
                  <a:pt x="77464" y="4236"/>
                </a:cubicBezTo>
                <a:cubicBezTo>
                  <a:pt x="77390" y="4311"/>
                  <a:pt x="77316" y="4236"/>
                  <a:pt x="77243" y="4236"/>
                </a:cubicBezTo>
                <a:cubicBezTo>
                  <a:pt x="77243" y="4311"/>
                  <a:pt x="77206" y="4311"/>
                  <a:pt x="77169" y="4311"/>
                </a:cubicBezTo>
                <a:cubicBezTo>
                  <a:pt x="77169" y="4311"/>
                  <a:pt x="77133" y="4386"/>
                  <a:pt x="77096" y="4386"/>
                </a:cubicBezTo>
                <a:cubicBezTo>
                  <a:pt x="77096" y="4461"/>
                  <a:pt x="77059" y="4536"/>
                  <a:pt x="77059" y="4536"/>
                </a:cubicBezTo>
                <a:cubicBezTo>
                  <a:pt x="77029" y="4536"/>
                  <a:pt x="76992" y="4461"/>
                  <a:pt x="76955" y="4461"/>
                </a:cubicBezTo>
                <a:close/>
                <a:moveTo>
                  <a:pt x="76116" y="4461"/>
                </a:moveTo>
                <a:lnTo>
                  <a:pt x="76116" y="4461"/>
                </a:lnTo>
                <a:cubicBezTo>
                  <a:pt x="76116" y="4536"/>
                  <a:pt x="76116" y="4536"/>
                  <a:pt x="76116" y="4612"/>
                </a:cubicBezTo>
                <a:cubicBezTo>
                  <a:pt x="76079" y="4612"/>
                  <a:pt x="76116" y="4687"/>
                  <a:pt x="76116" y="4749"/>
                </a:cubicBezTo>
                <a:cubicBezTo>
                  <a:pt x="76079" y="4749"/>
                  <a:pt x="76042" y="4749"/>
                  <a:pt x="76042" y="4749"/>
                </a:cubicBezTo>
                <a:cubicBezTo>
                  <a:pt x="75975" y="4837"/>
                  <a:pt x="75938" y="4900"/>
                  <a:pt x="75901" y="4975"/>
                </a:cubicBezTo>
                <a:cubicBezTo>
                  <a:pt x="75865" y="4975"/>
                  <a:pt x="75865" y="5050"/>
                  <a:pt x="75865" y="5125"/>
                </a:cubicBezTo>
                <a:cubicBezTo>
                  <a:pt x="75938" y="5201"/>
                  <a:pt x="75938" y="5201"/>
                  <a:pt x="75938" y="5201"/>
                </a:cubicBezTo>
                <a:cubicBezTo>
                  <a:pt x="75938" y="5201"/>
                  <a:pt x="75975" y="5276"/>
                  <a:pt x="76012" y="5276"/>
                </a:cubicBezTo>
                <a:cubicBezTo>
                  <a:pt x="76042" y="5276"/>
                  <a:pt x="76042" y="5276"/>
                  <a:pt x="76116" y="5276"/>
                </a:cubicBezTo>
                <a:lnTo>
                  <a:pt x="76116" y="5276"/>
                </a:lnTo>
                <a:cubicBezTo>
                  <a:pt x="76153" y="5276"/>
                  <a:pt x="76189" y="5201"/>
                  <a:pt x="76189" y="5201"/>
                </a:cubicBezTo>
                <a:cubicBezTo>
                  <a:pt x="76226" y="5201"/>
                  <a:pt x="76263" y="5201"/>
                  <a:pt x="76300" y="5201"/>
                </a:cubicBezTo>
                <a:cubicBezTo>
                  <a:pt x="76410" y="5201"/>
                  <a:pt x="76410" y="5201"/>
                  <a:pt x="76410" y="5201"/>
                </a:cubicBezTo>
                <a:cubicBezTo>
                  <a:pt x="76447" y="5201"/>
                  <a:pt x="76483" y="5201"/>
                  <a:pt x="76520" y="5201"/>
                </a:cubicBezTo>
                <a:cubicBezTo>
                  <a:pt x="76588" y="5276"/>
                  <a:pt x="76661" y="5276"/>
                  <a:pt x="76771" y="5201"/>
                </a:cubicBezTo>
                <a:cubicBezTo>
                  <a:pt x="76808" y="5201"/>
                  <a:pt x="76808" y="5201"/>
                  <a:pt x="76845" y="5201"/>
                </a:cubicBezTo>
                <a:cubicBezTo>
                  <a:pt x="76808" y="5125"/>
                  <a:pt x="76771" y="5050"/>
                  <a:pt x="76771" y="5050"/>
                </a:cubicBezTo>
                <a:cubicBezTo>
                  <a:pt x="76735" y="4975"/>
                  <a:pt x="76735" y="4975"/>
                  <a:pt x="76698" y="4900"/>
                </a:cubicBezTo>
                <a:cubicBezTo>
                  <a:pt x="76698" y="4837"/>
                  <a:pt x="76735" y="4749"/>
                  <a:pt x="76698" y="4749"/>
                </a:cubicBezTo>
                <a:cubicBezTo>
                  <a:pt x="76698" y="4612"/>
                  <a:pt x="76624" y="4536"/>
                  <a:pt x="76624" y="4461"/>
                </a:cubicBezTo>
                <a:cubicBezTo>
                  <a:pt x="76624" y="4386"/>
                  <a:pt x="76624" y="4236"/>
                  <a:pt x="76624" y="4160"/>
                </a:cubicBezTo>
                <a:cubicBezTo>
                  <a:pt x="76520" y="4160"/>
                  <a:pt x="76520" y="4160"/>
                  <a:pt x="76520" y="4160"/>
                </a:cubicBezTo>
                <a:cubicBezTo>
                  <a:pt x="76483" y="4160"/>
                  <a:pt x="76483" y="4160"/>
                  <a:pt x="76447" y="4160"/>
                </a:cubicBezTo>
                <a:cubicBezTo>
                  <a:pt x="76410" y="4236"/>
                  <a:pt x="76410" y="4236"/>
                  <a:pt x="76410" y="4311"/>
                </a:cubicBezTo>
                <a:cubicBezTo>
                  <a:pt x="76373" y="4386"/>
                  <a:pt x="76373" y="4386"/>
                  <a:pt x="76336" y="4461"/>
                </a:cubicBezTo>
                <a:cubicBezTo>
                  <a:pt x="76300" y="4461"/>
                  <a:pt x="76263" y="4461"/>
                  <a:pt x="76263" y="4461"/>
                </a:cubicBezTo>
                <a:cubicBezTo>
                  <a:pt x="76226" y="4536"/>
                  <a:pt x="76226" y="4536"/>
                  <a:pt x="76189" y="4536"/>
                </a:cubicBezTo>
                <a:lnTo>
                  <a:pt x="76116" y="4461"/>
                </a:lnTo>
                <a:close/>
                <a:moveTo>
                  <a:pt x="75975" y="5727"/>
                </a:moveTo>
                <a:lnTo>
                  <a:pt x="75975" y="5727"/>
                </a:lnTo>
                <a:cubicBezTo>
                  <a:pt x="75938" y="5727"/>
                  <a:pt x="75938" y="5802"/>
                  <a:pt x="75901" y="5802"/>
                </a:cubicBezTo>
                <a:cubicBezTo>
                  <a:pt x="75828" y="5802"/>
                  <a:pt x="75828" y="5802"/>
                  <a:pt x="75828" y="5802"/>
                </a:cubicBezTo>
                <a:cubicBezTo>
                  <a:pt x="75791" y="5802"/>
                  <a:pt x="75791" y="5865"/>
                  <a:pt x="75754" y="5865"/>
                </a:cubicBezTo>
                <a:cubicBezTo>
                  <a:pt x="75681" y="5865"/>
                  <a:pt x="75681" y="5865"/>
                  <a:pt x="75681" y="5865"/>
                </a:cubicBezTo>
                <a:cubicBezTo>
                  <a:pt x="75718" y="5865"/>
                  <a:pt x="75681" y="5940"/>
                  <a:pt x="75681" y="6015"/>
                </a:cubicBezTo>
                <a:cubicBezTo>
                  <a:pt x="75718" y="6015"/>
                  <a:pt x="75718" y="6090"/>
                  <a:pt x="75718" y="6166"/>
                </a:cubicBezTo>
                <a:cubicBezTo>
                  <a:pt x="75754" y="6166"/>
                  <a:pt x="75791" y="6166"/>
                  <a:pt x="75828" y="6166"/>
                </a:cubicBezTo>
                <a:cubicBezTo>
                  <a:pt x="75828" y="6166"/>
                  <a:pt x="75865" y="6166"/>
                  <a:pt x="75901" y="6166"/>
                </a:cubicBezTo>
                <a:cubicBezTo>
                  <a:pt x="75901" y="6090"/>
                  <a:pt x="75938" y="6090"/>
                  <a:pt x="75975" y="6090"/>
                </a:cubicBezTo>
                <a:cubicBezTo>
                  <a:pt x="76012" y="6015"/>
                  <a:pt x="76042" y="6015"/>
                  <a:pt x="76116" y="6015"/>
                </a:cubicBezTo>
                <a:cubicBezTo>
                  <a:pt x="76079" y="5940"/>
                  <a:pt x="76116" y="5865"/>
                  <a:pt x="76116" y="5865"/>
                </a:cubicBezTo>
                <a:cubicBezTo>
                  <a:pt x="76079" y="5802"/>
                  <a:pt x="76042" y="5802"/>
                  <a:pt x="76042" y="5727"/>
                </a:cubicBezTo>
                <a:cubicBezTo>
                  <a:pt x="76012" y="5727"/>
                  <a:pt x="76012" y="5727"/>
                  <a:pt x="75975" y="5727"/>
                </a:cubicBezTo>
                <a:close/>
                <a:moveTo>
                  <a:pt x="74738" y="5501"/>
                </a:moveTo>
                <a:lnTo>
                  <a:pt x="74738" y="5501"/>
                </a:lnTo>
                <a:cubicBezTo>
                  <a:pt x="74738" y="5940"/>
                  <a:pt x="74738" y="5940"/>
                  <a:pt x="74738" y="5940"/>
                </a:cubicBezTo>
                <a:cubicBezTo>
                  <a:pt x="75062" y="5940"/>
                  <a:pt x="75062" y="5940"/>
                  <a:pt x="75062" y="5940"/>
                </a:cubicBezTo>
                <a:cubicBezTo>
                  <a:pt x="75099" y="5865"/>
                  <a:pt x="75136" y="5865"/>
                  <a:pt x="75136" y="5802"/>
                </a:cubicBezTo>
                <a:cubicBezTo>
                  <a:pt x="75136" y="5802"/>
                  <a:pt x="75136" y="5727"/>
                  <a:pt x="75136" y="5652"/>
                </a:cubicBezTo>
                <a:cubicBezTo>
                  <a:pt x="75136" y="5652"/>
                  <a:pt x="75173" y="5652"/>
                  <a:pt x="75173" y="5577"/>
                </a:cubicBezTo>
                <a:cubicBezTo>
                  <a:pt x="75173" y="5727"/>
                  <a:pt x="75173" y="5865"/>
                  <a:pt x="75209" y="5940"/>
                </a:cubicBezTo>
                <a:cubicBezTo>
                  <a:pt x="75246" y="6015"/>
                  <a:pt x="75283" y="6015"/>
                  <a:pt x="75320" y="6015"/>
                </a:cubicBezTo>
                <a:cubicBezTo>
                  <a:pt x="75356" y="6015"/>
                  <a:pt x="75356" y="5940"/>
                  <a:pt x="75393" y="5940"/>
                </a:cubicBezTo>
                <a:cubicBezTo>
                  <a:pt x="75430" y="5940"/>
                  <a:pt x="75430" y="5940"/>
                  <a:pt x="75467" y="5940"/>
                </a:cubicBezTo>
                <a:cubicBezTo>
                  <a:pt x="75467" y="5802"/>
                  <a:pt x="75467" y="5727"/>
                  <a:pt x="75467" y="5501"/>
                </a:cubicBezTo>
                <a:cubicBezTo>
                  <a:pt x="75754" y="5501"/>
                  <a:pt x="75754" y="5501"/>
                  <a:pt x="75754" y="5501"/>
                </a:cubicBezTo>
                <a:cubicBezTo>
                  <a:pt x="75754" y="5351"/>
                  <a:pt x="75754" y="5351"/>
                  <a:pt x="75754" y="5351"/>
                </a:cubicBezTo>
                <a:cubicBezTo>
                  <a:pt x="75754" y="5351"/>
                  <a:pt x="75754" y="5276"/>
                  <a:pt x="75754" y="5201"/>
                </a:cubicBezTo>
                <a:cubicBezTo>
                  <a:pt x="75246" y="5201"/>
                  <a:pt x="75246" y="5201"/>
                  <a:pt x="75246" y="5201"/>
                </a:cubicBezTo>
                <a:cubicBezTo>
                  <a:pt x="75173" y="5201"/>
                  <a:pt x="75136" y="5276"/>
                  <a:pt x="75099" y="5351"/>
                </a:cubicBezTo>
                <a:cubicBezTo>
                  <a:pt x="75062" y="5351"/>
                  <a:pt x="75026" y="5426"/>
                  <a:pt x="74995" y="5426"/>
                </a:cubicBezTo>
                <a:cubicBezTo>
                  <a:pt x="74958" y="5426"/>
                  <a:pt x="74958" y="5501"/>
                  <a:pt x="74921" y="5501"/>
                </a:cubicBezTo>
                <a:cubicBezTo>
                  <a:pt x="74885" y="5577"/>
                  <a:pt x="74811" y="5577"/>
                  <a:pt x="74738" y="5652"/>
                </a:cubicBezTo>
                <a:lnTo>
                  <a:pt x="74738" y="5501"/>
                </a:lnTo>
                <a:close/>
                <a:moveTo>
                  <a:pt x="73758" y="5577"/>
                </a:moveTo>
                <a:lnTo>
                  <a:pt x="73758" y="5577"/>
                </a:lnTo>
                <a:cubicBezTo>
                  <a:pt x="73758" y="5577"/>
                  <a:pt x="73831" y="5577"/>
                  <a:pt x="73831" y="5501"/>
                </a:cubicBezTo>
                <a:cubicBezTo>
                  <a:pt x="73831" y="5501"/>
                  <a:pt x="73831" y="5426"/>
                  <a:pt x="73831" y="5351"/>
                </a:cubicBezTo>
                <a:cubicBezTo>
                  <a:pt x="73831" y="5351"/>
                  <a:pt x="73831" y="5276"/>
                  <a:pt x="73868" y="5201"/>
                </a:cubicBezTo>
                <a:cubicBezTo>
                  <a:pt x="73905" y="5201"/>
                  <a:pt x="73941" y="5276"/>
                  <a:pt x="74009" y="5201"/>
                </a:cubicBezTo>
                <a:cubicBezTo>
                  <a:pt x="74009" y="5201"/>
                  <a:pt x="74045" y="5201"/>
                  <a:pt x="74082" y="5201"/>
                </a:cubicBezTo>
                <a:cubicBezTo>
                  <a:pt x="74119" y="5201"/>
                  <a:pt x="74119" y="5125"/>
                  <a:pt x="74156" y="5125"/>
                </a:cubicBezTo>
                <a:cubicBezTo>
                  <a:pt x="74192" y="5050"/>
                  <a:pt x="74229" y="5125"/>
                  <a:pt x="74266" y="5125"/>
                </a:cubicBezTo>
                <a:cubicBezTo>
                  <a:pt x="74303" y="5050"/>
                  <a:pt x="74339" y="4975"/>
                  <a:pt x="74339" y="4975"/>
                </a:cubicBezTo>
                <a:cubicBezTo>
                  <a:pt x="74376" y="4975"/>
                  <a:pt x="74413" y="4975"/>
                  <a:pt x="74413" y="4975"/>
                </a:cubicBezTo>
                <a:cubicBezTo>
                  <a:pt x="74480" y="4975"/>
                  <a:pt x="74523" y="4975"/>
                  <a:pt x="74554" y="4975"/>
                </a:cubicBezTo>
                <a:cubicBezTo>
                  <a:pt x="74591" y="4975"/>
                  <a:pt x="74591" y="4900"/>
                  <a:pt x="74627" y="4900"/>
                </a:cubicBezTo>
                <a:cubicBezTo>
                  <a:pt x="74664" y="4900"/>
                  <a:pt x="74627" y="4749"/>
                  <a:pt x="74664" y="4749"/>
                </a:cubicBezTo>
                <a:cubicBezTo>
                  <a:pt x="74738" y="4749"/>
                  <a:pt x="74738" y="4837"/>
                  <a:pt x="74811" y="4900"/>
                </a:cubicBezTo>
                <a:cubicBezTo>
                  <a:pt x="74811" y="4900"/>
                  <a:pt x="74848" y="4900"/>
                  <a:pt x="74885" y="4900"/>
                </a:cubicBezTo>
                <a:cubicBezTo>
                  <a:pt x="74921" y="4900"/>
                  <a:pt x="74921" y="4975"/>
                  <a:pt x="74958" y="4975"/>
                </a:cubicBezTo>
                <a:cubicBezTo>
                  <a:pt x="75099" y="4975"/>
                  <a:pt x="75099" y="4975"/>
                  <a:pt x="75099" y="4975"/>
                </a:cubicBezTo>
                <a:cubicBezTo>
                  <a:pt x="75099" y="4900"/>
                  <a:pt x="75099" y="4837"/>
                  <a:pt x="75099" y="4837"/>
                </a:cubicBezTo>
                <a:cubicBezTo>
                  <a:pt x="75099" y="4687"/>
                  <a:pt x="75062" y="4612"/>
                  <a:pt x="75062" y="4536"/>
                </a:cubicBezTo>
                <a:cubicBezTo>
                  <a:pt x="75062" y="4386"/>
                  <a:pt x="75136" y="4311"/>
                  <a:pt x="75173" y="4311"/>
                </a:cubicBezTo>
                <a:cubicBezTo>
                  <a:pt x="75246" y="4311"/>
                  <a:pt x="75246" y="4386"/>
                  <a:pt x="75283" y="4386"/>
                </a:cubicBezTo>
                <a:cubicBezTo>
                  <a:pt x="75320" y="4461"/>
                  <a:pt x="75356" y="4461"/>
                  <a:pt x="75356" y="4461"/>
                </a:cubicBezTo>
                <a:cubicBezTo>
                  <a:pt x="75393" y="4461"/>
                  <a:pt x="75393" y="4536"/>
                  <a:pt x="75393" y="4612"/>
                </a:cubicBezTo>
                <a:cubicBezTo>
                  <a:pt x="75467" y="4687"/>
                  <a:pt x="75497" y="4749"/>
                  <a:pt x="75571" y="4749"/>
                </a:cubicBezTo>
                <a:cubicBezTo>
                  <a:pt x="75644" y="4749"/>
                  <a:pt x="75681" y="4687"/>
                  <a:pt x="75754" y="4687"/>
                </a:cubicBezTo>
                <a:cubicBezTo>
                  <a:pt x="75754" y="4612"/>
                  <a:pt x="75791" y="4612"/>
                  <a:pt x="75791" y="4536"/>
                </a:cubicBezTo>
                <a:cubicBezTo>
                  <a:pt x="75791" y="4461"/>
                  <a:pt x="75754" y="4461"/>
                  <a:pt x="75754" y="4386"/>
                </a:cubicBezTo>
                <a:cubicBezTo>
                  <a:pt x="75754" y="4236"/>
                  <a:pt x="75754" y="4236"/>
                  <a:pt x="75754" y="4236"/>
                </a:cubicBezTo>
                <a:cubicBezTo>
                  <a:pt x="75718" y="4236"/>
                  <a:pt x="75681" y="4160"/>
                  <a:pt x="75607" y="4236"/>
                </a:cubicBezTo>
                <a:cubicBezTo>
                  <a:pt x="75571" y="4236"/>
                  <a:pt x="75571" y="4236"/>
                  <a:pt x="75540" y="4236"/>
                </a:cubicBezTo>
                <a:cubicBezTo>
                  <a:pt x="75497" y="4236"/>
                  <a:pt x="75467" y="4236"/>
                  <a:pt x="75393" y="4236"/>
                </a:cubicBezTo>
                <a:cubicBezTo>
                  <a:pt x="75393" y="4236"/>
                  <a:pt x="75356" y="4236"/>
                  <a:pt x="75320" y="4236"/>
                </a:cubicBezTo>
                <a:cubicBezTo>
                  <a:pt x="75356" y="4085"/>
                  <a:pt x="75356" y="4085"/>
                  <a:pt x="75393" y="4010"/>
                </a:cubicBezTo>
                <a:cubicBezTo>
                  <a:pt x="75430" y="3935"/>
                  <a:pt x="75467" y="3935"/>
                  <a:pt x="75497" y="3860"/>
                </a:cubicBezTo>
                <a:cubicBezTo>
                  <a:pt x="75540" y="3784"/>
                  <a:pt x="75540" y="3722"/>
                  <a:pt x="75571" y="3646"/>
                </a:cubicBezTo>
                <a:cubicBezTo>
                  <a:pt x="75540" y="3496"/>
                  <a:pt x="75540" y="3496"/>
                  <a:pt x="75540" y="3496"/>
                </a:cubicBezTo>
                <a:cubicBezTo>
                  <a:pt x="75497" y="3496"/>
                  <a:pt x="75497" y="3496"/>
                  <a:pt x="75467" y="3496"/>
                </a:cubicBezTo>
                <a:cubicBezTo>
                  <a:pt x="75430" y="3496"/>
                  <a:pt x="75430" y="3571"/>
                  <a:pt x="75393" y="3571"/>
                </a:cubicBezTo>
                <a:cubicBezTo>
                  <a:pt x="75356" y="3571"/>
                  <a:pt x="75320" y="3571"/>
                  <a:pt x="75320" y="3571"/>
                </a:cubicBezTo>
                <a:cubicBezTo>
                  <a:pt x="75246" y="3571"/>
                  <a:pt x="75246" y="3571"/>
                  <a:pt x="75246" y="3571"/>
                </a:cubicBezTo>
                <a:cubicBezTo>
                  <a:pt x="75209" y="3571"/>
                  <a:pt x="75209" y="3646"/>
                  <a:pt x="75173" y="3646"/>
                </a:cubicBezTo>
                <a:cubicBezTo>
                  <a:pt x="75136" y="3646"/>
                  <a:pt x="75099" y="3646"/>
                  <a:pt x="75099" y="3646"/>
                </a:cubicBezTo>
                <a:cubicBezTo>
                  <a:pt x="75062" y="3722"/>
                  <a:pt x="75026" y="3722"/>
                  <a:pt x="75026" y="3784"/>
                </a:cubicBezTo>
                <a:cubicBezTo>
                  <a:pt x="75026" y="3784"/>
                  <a:pt x="75026" y="3860"/>
                  <a:pt x="75026" y="3935"/>
                </a:cubicBezTo>
                <a:cubicBezTo>
                  <a:pt x="75026" y="3935"/>
                  <a:pt x="75026" y="4010"/>
                  <a:pt x="75026" y="4085"/>
                </a:cubicBezTo>
                <a:cubicBezTo>
                  <a:pt x="75026" y="4160"/>
                  <a:pt x="75026" y="4160"/>
                  <a:pt x="75026" y="4236"/>
                </a:cubicBezTo>
                <a:cubicBezTo>
                  <a:pt x="74958" y="4236"/>
                  <a:pt x="74921" y="4236"/>
                  <a:pt x="74848" y="4236"/>
                </a:cubicBezTo>
                <a:cubicBezTo>
                  <a:pt x="74848" y="4236"/>
                  <a:pt x="74811" y="4236"/>
                  <a:pt x="74774" y="4236"/>
                </a:cubicBezTo>
                <a:cubicBezTo>
                  <a:pt x="74701" y="4236"/>
                  <a:pt x="74701" y="4236"/>
                  <a:pt x="74701" y="4236"/>
                </a:cubicBezTo>
                <a:cubicBezTo>
                  <a:pt x="74627" y="4236"/>
                  <a:pt x="74627" y="4236"/>
                  <a:pt x="74627" y="4236"/>
                </a:cubicBezTo>
                <a:cubicBezTo>
                  <a:pt x="74591" y="4236"/>
                  <a:pt x="74554" y="4160"/>
                  <a:pt x="74554" y="4236"/>
                </a:cubicBezTo>
                <a:cubicBezTo>
                  <a:pt x="74523" y="4236"/>
                  <a:pt x="74480" y="4236"/>
                  <a:pt x="74480" y="4311"/>
                </a:cubicBezTo>
                <a:cubicBezTo>
                  <a:pt x="74480" y="4386"/>
                  <a:pt x="74523" y="4461"/>
                  <a:pt x="74523" y="4461"/>
                </a:cubicBezTo>
                <a:cubicBezTo>
                  <a:pt x="74480" y="4536"/>
                  <a:pt x="74450" y="4536"/>
                  <a:pt x="74450" y="4536"/>
                </a:cubicBezTo>
                <a:cubicBezTo>
                  <a:pt x="74450" y="4612"/>
                  <a:pt x="74480" y="4612"/>
                  <a:pt x="74480" y="4687"/>
                </a:cubicBezTo>
                <a:cubicBezTo>
                  <a:pt x="74480" y="4975"/>
                  <a:pt x="74480" y="4975"/>
                  <a:pt x="74480" y="4975"/>
                </a:cubicBezTo>
                <a:cubicBezTo>
                  <a:pt x="74376" y="4975"/>
                  <a:pt x="74303" y="4975"/>
                  <a:pt x="74192" y="4975"/>
                </a:cubicBezTo>
                <a:cubicBezTo>
                  <a:pt x="74156" y="4975"/>
                  <a:pt x="74119" y="4975"/>
                  <a:pt x="74119" y="5050"/>
                </a:cubicBezTo>
                <a:cubicBezTo>
                  <a:pt x="74082" y="5050"/>
                  <a:pt x="74045" y="5050"/>
                  <a:pt x="74045" y="5050"/>
                </a:cubicBezTo>
                <a:cubicBezTo>
                  <a:pt x="74009" y="5050"/>
                  <a:pt x="74009" y="5125"/>
                  <a:pt x="73978" y="5125"/>
                </a:cubicBezTo>
                <a:cubicBezTo>
                  <a:pt x="73941" y="5125"/>
                  <a:pt x="73905" y="5125"/>
                  <a:pt x="73905" y="5125"/>
                </a:cubicBezTo>
                <a:cubicBezTo>
                  <a:pt x="73868" y="5125"/>
                  <a:pt x="73868" y="5201"/>
                  <a:pt x="73831" y="5201"/>
                </a:cubicBezTo>
                <a:cubicBezTo>
                  <a:pt x="73794" y="5201"/>
                  <a:pt x="73794" y="5276"/>
                  <a:pt x="73758" y="5351"/>
                </a:cubicBezTo>
                <a:cubicBezTo>
                  <a:pt x="73684" y="5501"/>
                  <a:pt x="73684" y="5501"/>
                  <a:pt x="73684" y="5501"/>
                </a:cubicBezTo>
                <a:lnTo>
                  <a:pt x="73758" y="5577"/>
                </a:lnTo>
                <a:close/>
                <a:moveTo>
                  <a:pt x="72343" y="4612"/>
                </a:moveTo>
                <a:lnTo>
                  <a:pt x="72343" y="4612"/>
                </a:lnTo>
                <a:cubicBezTo>
                  <a:pt x="72306" y="4612"/>
                  <a:pt x="72269" y="4612"/>
                  <a:pt x="72232" y="4612"/>
                </a:cubicBezTo>
                <a:cubicBezTo>
                  <a:pt x="72196" y="4612"/>
                  <a:pt x="72159" y="4687"/>
                  <a:pt x="72159" y="4687"/>
                </a:cubicBezTo>
                <a:cubicBezTo>
                  <a:pt x="72122" y="4749"/>
                  <a:pt x="72122" y="4749"/>
                  <a:pt x="72085" y="4749"/>
                </a:cubicBezTo>
                <a:cubicBezTo>
                  <a:pt x="72049" y="4749"/>
                  <a:pt x="72049" y="4749"/>
                  <a:pt x="72049" y="4749"/>
                </a:cubicBezTo>
                <a:cubicBezTo>
                  <a:pt x="72012" y="4749"/>
                  <a:pt x="71975" y="4749"/>
                  <a:pt x="71944" y="4749"/>
                </a:cubicBezTo>
                <a:cubicBezTo>
                  <a:pt x="71908" y="4749"/>
                  <a:pt x="71908" y="4687"/>
                  <a:pt x="71871" y="4687"/>
                </a:cubicBezTo>
                <a:cubicBezTo>
                  <a:pt x="71834" y="4687"/>
                  <a:pt x="71797" y="4687"/>
                  <a:pt x="71797" y="4612"/>
                </a:cubicBezTo>
                <a:cubicBezTo>
                  <a:pt x="71761" y="4687"/>
                  <a:pt x="71761" y="4749"/>
                  <a:pt x="71724" y="4837"/>
                </a:cubicBezTo>
                <a:lnTo>
                  <a:pt x="71724" y="4975"/>
                </a:lnTo>
                <a:cubicBezTo>
                  <a:pt x="71687" y="4975"/>
                  <a:pt x="71687" y="5050"/>
                  <a:pt x="71650" y="5050"/>
                </a:cubicBezTo>
                <a:cubicBezTo>
                  <a:pt x="71614" y="5050"/>
                  <a:pt x="71614" y="4900"/>
                  <a:pt x="71577" y="4900"/>
                </a:cubicBezTo>
                <a:cubicBezTo>
                  <a:pt x="71540" y="4900"/>
                  <a:pt x="71540" y="4900"/>
                  <a:pt x="71503" y="4900"/>
                </a:cubicBezTo>
                <a:cubicBezTo>
                  <a:pt x="71430" y="4837"/>
                  <a:pt x="71399" y="4837"/>
                  <a:pt x="71362" y="4837"/>
                </a:cubicBezTo>
                <a:cubicBezTo>
                  <a:pt x="71215" y="4837"/>
                  <a:pt x="71215" y="4837"/>
                  <a:pt x="71215" y="4837"/>
                </a:cubicBezTo>
                <a:cubicBezTo>
                  <a:pt x="71215" y="4900"/>
                  <a:pt x="71215" y="5050"/>
                  <a:pt x="71252" y="5125"/>
                </a:cubicBezTo>
                <a:cubicBezTo>
                  <a:pt x="71289" y="5276"/>
                  <a:pt x="71326" y="5351"/>
                  <a:pt x="71399" y="5351"/>
                </a:cubicBezTo>
                <a:cubicBezTo>
                  <a:pt x="71473" y="5351"/>
                  <a:pt x="71473" y="5276"/>
                  <a:pt x="71540" y="5201"/>
                </a:cubicBezTo>
                <a:cubicBezTo>
                  <a:pt x="71540" y="5201"/>
                  <a:pt x="71577" y="5201"/>
                  <a:pt x="71614" y="5201"/>
                </a:cubicBezTo>
                <a:cubicBezTo>
                  <a:pt x="71650" y="5201"/>
                  <a:pt x="71650" y="5125"/>
                  <a:pt x="71687" y="5125"/>
                </a:cubicBezTo>
                <a:cubicBezTo>
                  <a:pt x="71724" y="5125"/>
                  <a:pt x="71724" y="5050"/>
                  <a:pt x="71761" y="5050"/>
                </a:cubicBezTo>
                <a:cubicBezTo>
                  <a:pt x="71834" y="5050"/>
                  <a:pt x="71871" y="5050"/>
                  <a:pt x="71908" y="5050"/>
                </a:cubicBezTo>
                <a:cubicBezTo>
                  <a:pt x="71975" y="5050"/>
                  <a:pt x="71975" y="5050"/>
                  <a:pt x="72049" y="5050"/>
                </a:cubicBezTo>
                <a:cubicBezTo>
                  <a:pt x="72085" y="5050"/>
                  <a:pt x="72085" y="5125"/>
                  <a:pt x="72122" y="5125"/>
                </a:cubicBezTo>
                <a:cubicBezTo>
                  <a:pt x="72122" y="5125"/>
                  <a:pt x="72159" y="5050"/>
                  <a:pt x="72196" y="5050"/>
                </a:cubicBezTo>
                <a:cubicBezTo>
                  <a:pt x="72196" y="5276"/>
                  <a:pt x="72196" y="5276"/>
                  <a:pt x="72196" y="5276"/>
                </a:cubicBezTo>
                <a:cubicBezTo>
                  <a:pt x="72159" y="5351"/>
                  <a:pt x="72159" y="5426"/>
                  <a:pt x="72122" y="5426"/>
                </a:cubicBezTo>
                <a:cubicBezTo>
                  <a:pt x="72085" y="5426"/>
                  <a:pt x="72049" y="5426"/>
                  <a:pt x="71975" y="5426"/>
                </a:cubicBezTo>
                <a:cubicBezTo>
                  <a:pt x="71975" y="5727"/>
                  <a:pt x="71975" y="5727"/>
                  <a:pt x="71975" y="5727"/>
                </a:cubicBezTo>
                <a:cubicBezTo>
                  <a:pt x="71975" y="5802"/>
                  <a:pt x="71975" y="5802"/>
                  <a:pt x="72012" y="5865"/>
                </a:cubicBezTo>
                <a:cubicBezTo>
                  <a:pt x="72049" y="5940"/>
                  <a:pt x="72049" y="5940"/>
                  <a:pt x="72085" y="6015"/>
                </a:cubicBezTo>
                <a:cubicBezTo>
                  <a:pt x="72159" y="6090"/>
                  <a:pt x="72159" y="6090"/>
                  <a:pt x="72159" y="6090"/>
                </a:cubicBezTo>
                <a:cubicBezTo>
                  <a:pt x="72232" y="6166"/>
                  <a:pt x="72269" y="6166"/>
                  <a:pt x="72379" y="6166"/>
                </a:cubicBezTo>
                <a:cubicBezTo>
                  <a:pt x="72416" y="6166"/>
                  <a:pt x="72447" y="6166"/>
                  <a:pt x="72490" y="6166"/>
                </a:cubicBezTo>
                <a:cubicBezTo>
                  <a:pt x="72520" y="6090"/>
                  <a:pt x="72557" y="6090"/>
                  <a:pt x="72557" y="6015"/>
                </a:cubicBezTo>
                <a:cubicBezTo>
                  <a:pt x="72594" y="5940"/>
                  <a:pt x="72630" y="5865"/>
                  <a:pt x="72630" y="5802"/>
                </a:cubicBezTo>
                <a:cubicBezTo>
                  <a:pt x="72630" y="5727"/>
                  <a:pt x="72594" y="5652"/>
                  <a:pt x="72594" y="5501"/>
                </a:cubicBezTo>
                <a:cubicBezTo>
                  <a:pt x="72594" y="5351"/>
                  <a:pt x="72594" y="5351"/>
                  <a:pt x="72594" y="5351"/>
                </a:cubicBezTo>
                <a:cubicBezTo>
                  <a:pt x="72667" y="5351"/>
                  <a:pt x="72741" y="5351"/>
                  <a:pt x="72814" y="5351"/>
                </a:cubicBezTo>
                <a:cubicBezTo>
                  <a:pt x="72851" y="5351"/>
                  <a:pt x="72851" y="5351"/>
                  <a:pt x="72888" y="5351"/>
                </a:cubicBezTo>
                <a:cubicBezTo>
                  <a:pt x="72924" y="5351"/>
                  <a:pt x="72924" y="5351"/>
                  <a:pt x="72924" y="5351"/>
                </a:cubicBezTo>
                <a:cubicBezTo>
                  <a:pt x="72961" y="5351"/>
                  <a:pt x="72992" y="5351"/>
                  <a:pt x="73029" y="5351"/>
                </a:cubicBezTo>
                <a:cubicBezTo>
                  <a:pt x="73065" y="5351"/>
                  <a:pt x="73065" y="5276"/>
                  <a:pt x="73102" y="5201"/>
                </a:cubicBezTo>
                <a:cubicBezTo>
                  <a:pt x="73139" y="5201"/>
                  <a:pt x="73139" y="5201"/>
                  <a:pt x="73176" y="5201"/>
                </a:cubicBezTo>
                <a:cubicBezTo>
                  <a:pt x="73212" y="5125"/>
                  <a:pt x="73212" y="5050"/>
                  <a:pt x="73212" y="4975"/>
                </a:cubicBezTo>
                <a:cubicBezTo>
                  <a:pt x="73212" y="4749"/>
                  <a:pt x="73212" y="4749"/>
                  <a:pt x="73212" y="4749"/>
                </a:cubicBezTo>
                <a:cubicBezTo>
                  <a:pt x="73139" y="4687"/>
                  <a:pt x="73102" y="4687"/>
                  <a:pt x="73029" y="4687"/>
                </a:cubicBezTo>
                <a:cubicBezTo>
                  <a:pt x="73029" y="4236"/>
                  <a:pt x="73029" y="4236"/>
                  <a:pt x="73029" y="4236"/>
                </a:cubicBezTo>
                <a:cubicBezTo>
                  <a:pt x="72992" y="4236"/>
                  <a:pt x="72992" y="4236"/>
                  <a:pt x="72961" y="4236"/>
                </a:cubicBezTo>
                <a:cubicBezTo>
                  <a:pt x="72924" y="4236"/>
                  <a:pt x="72924" y="4236"/>
                  <a:pt x="72888" y="4236"/>
                </a:cubicBezTo>
                <a:cubicBezTo>
                  <a:pt x="72814" y="4236"/>
                  <a:pt x="72777" y="4236"/>
                  <a:pt x="72741" y="4236"/>
                </a:cubicBezTo>
                <a:cubicBezTo>
                  <a:pt x="72741" y="4311"/>
                  <a:pt x="72741" y="4386"/>
                  <a:pt x="72741" y="4386"/>
                </a:cubicBezTo>
                <a:cubicBezTo>
                  <a:pt x="72741" y="4461"/>
                  <a:pt x="72704" y="4461"/>
                  <a:pt x="72667" y="4536"/>
                </a:cubicBezTo>
                <a:cubicBezTo>
                  <a:pt x="72667" y="4612"/>
                  <a:pt x="72630" y="4612"/>
                  <a:pt x="72594" y="4687"/>
                </a:cubicBezTo>
                <a:cubicBezTo>
                  <a:pt x="72520" y="4749"/>
                  <a:pt x="72447" y="4612"/>
                  <a:pt x="72343" y="4612"/>
                </a:cubicBezTo>
                <a:close/>
                <a:moveTo>
                  <a:pt x="62352" y="5865"/>
                </a:moveTo>
                <a:lnTo>
                  <a:pt x="62352" y="5865"/>
                </a:lnTo>
                <a:cubicBezTo>
                  <a:pt x="62352" y="5940"/>
                  <a:pt x="62388" y="5865"/>
                  <a:pt x="62425" y="5940"/>
                </a:cubicBezTo>
                <a:cubicBezTo>
                  <a:pt x="62462" y="5940"/>
                  <a:pt x="62462" y="5940"/>
                  <a:pt x="62499" y="6015"/>
                </a:cubicBezTo>
                <a:cubicBezTo>
                  <a:pt x="62572" y="6015"/>
                  <a:pt x="62572" y="6015"/>
                  <a:pt x="62572" y="6015"/>
                </a:cubicBezTo>
                <a:cubicBezTo>
                  <a:pt x="62572" y="6015"/>
                  <a:pt x="62609" y="6015"/>
                  <a:pt x="62646" y="6015"/>
                </a:cubicBezTo>
                <a:cubicBezTo>
                  <a:pt x="62683" y="6015"/>
                  <a:pt x="62683" y="6090"/>
                  <a:pt x="62756" y="6090"/>
                </a:cubicBezTo>
                <a:cubicBezTo>
                  <a:pt x="62787" y="6090"/>
                  <a:pt x="62823" y="6090"/>
                  <a:pt x="62860" y="6090"/>
                </a:cubicBezTo>
                <a:cubicBezTo>
                  <a:pt x="62897" y="6015"/>
                  <a:pt x="62897" y="6015"/>
                  <a:pt x="62934" y="6015"/>
                </a:cubicBezTo>
                <a:cubicBezTo>
                  <a:pt x="63007" y="6015"/>
                  <a:pt x="63007" y="6015"/>
                  <a:pt x="63044" y="6015"/>
                </a:cubicBezTo>
                <a:cubicBezTo>
                  <a:pt x="63081" y="6015"/>
                  <a:pt x="63117" y="6015"/>
                  <a:pt x="63117" y="6090"/>
                </a:cubicBezTo>
                <a:cubicBezTo>
                  <a:pt x="63154" y="6090"/>
                  <a:pt x="63154" y="6090"/>
                  <a:pt x="63191" y="6166"/>
                </a:cubicBezTo>
                <a:cubicBezTo>
                  <a:pt x="63228" y="6166"/>
                  <a:pt x="63191" y="6241"/>
                  <a:pt x="63228" y="6316"/>
                </a:cubicBezTo>
                <a:cubicBezTo>
                  <a:pt x="62683" y="6316"/>
                  <a:pt x="62683" y="6316"/>
                  <a:pt x="62683" y="6316"/>
                </a:cubicBezTo>
                <a:cubicBezTo>
                  <a:pt x="62683" y="6617"/>
                  <a:pt x="62683" y="6617"/>
                  <a:pt x="62683" y="6617"/>
                </a:cubicBezTo>
                <a:cubicBezTo>
                  <a:pt x="62756" y="6692"/>
                  <a:pt x="62787" y="6692"/>
                  <a:pt x="62823" y="6767"/>
                </a:cubicBezTo>
                <a:cubicBezTo>
                  <a:pt x="62897" y="6767"/>
                  <a:pt x="62897" y="6918"/>
                  <a:pt x="62970" y="6918"/>
                </a:cubicBezTo>
                <a:cubicBezTo>
                  <a:pt x="63332" y="6918"/>
                  <a:pt x="63332" y="6918"/>
                  <a:pt x="63332" y="6918"/>
                </a:cubicBezTo>
                <a:cubicBezTo>
                  <a:pt x="63369" y="6918"/>
                  <a:pt x="63405" y="6830"/>
                  <a:pt x="63405" y="6830"/>
                </a:cubicBezTo>
                <a:cubicBezTo>
                  <a:pt x="63479" y="6830"/>
                  <a:pt x="63516" y="6830"/>
                  <a:pt x="63552" y="6918"/>
                </a:cubicBezTo>
                <a:cubicBezTo>
                  <a:pt x="63589" y="6918"/>
                  <a:pt x="63589" y="6980"/>
                  <a:pt x="63626" y="7055"/>
                </a:cubicBezTo>
                <a:cubicBezTo>
                  <a:pt x="63626" y="7055"/>
                  <a:pt x="63663" y="7055"/>
                  <a:pt x="63699" y="7131"/>
                </a:cubicBezTo>
                <a:cubicBezTo>
                  <a:pt x="63730" y="7131"/>
                  <a:pt x="63730" y="7131"/>
                  <a:pt x="63773" y="7131"/>
                </a:cubicBezTo>
                <a:cubicBezTo>
                  <a:pt x="63803" y="7131"/>
                  <a:pt x="63840" y="7131"/>
                  <a:pt x="63877" y="7131"/>
                </a:cubicBezTo>
                <a:cubicBezTo>
                  <a:pt x="63950" y="7131"/>
                  <a:pt x="63987" y="7131"/>
                  <a:pt x="64061" y="7131"/>
                </a:cubicBezTo>
                <a:cubicBezTo>
                  <a:pt x="64098" y="7055"/>
                  <a:pt x="64098" y="7055"/>
                  <a:pt x="64134" y="7055"/>
                </a:cubicBezTo>
                <a:cubicBezTo>
                  <a:pt x="64171" y="6980"/>
                  <a:pt x="64171" y="6980"/>
                  <a:pt x="64208" y="6918"/>
                </a:cubicBezTo>
                <a:cubicBezTo>
                  <a:pt x="64245" y="6918"/>
                  <a:pt x="64245" y="6767"/>
                  <a:pt x="64275" y="6767"/>
                </a:cubicBezTo>
                <a:cubicBezTo>
                  <a:pt x="64385" y="6767"/>
                  <a:pt x="64422" y="6918"/>
                  <a:pt x="64496" y="6918"/>
                </a:cubicBezTo>
                <a:cubicBezTo>
                  <a:pt x="64569" y="6918"/>
                  <a:pt x="64643" y="6918"/>
                  <a:pt x="64679" y="6830"/>
                </a:cubicBezTo>
                <a:cubicBezTo>
                  <a:pt x="64716" y="6767"/>
                  <a:pt x="64747" y="6767"/>
                  <a:pt x="64747" y="6767"/>
                </a:cubicBezTo>
                <a:cubicBezTo>
                  <a:pt x="64790" y="6692"/>
                  <a:pt x="64747" y="6542"/>
                  <a:pt x="64747" y="6466"/>
                </a:cubicBezTo>
                <a:cubicBezTo>
                  <a:pt x="64790" y="6316"/>
                  <a:pt x="64790" y="6241"/>
                  <a:pt x="64857" y="6241"/>
                </a:cubicBezTo>
                <a:cubicBezTo>
                  <a:pt x="64894" y="6241"/>
                  <a:pt x="64894" y="6241"/>
                  <a:pt x="64931" y="6241"/>
                </a:cubicBezTo>
                <a:cubicBezTo>
                  <a:pt x="64967" y="6241"/>
                  <a:pt x="64967" y="6241"/>
                  <a:pt x="65004" y="6166"/>
                </a:cubicBezTo>
                <a:cubicBezTo>
                  <a:pt x="65041" y="6166"/>
                  <a:pt x="65041" y="6090"/>
                  <a:pt x="65078" y="6090"/>
                </a:cubicBezTo>
                <a:cubicBezTo>
                  <a:pt x="65151" y="6015"/>
                  <a:pt x="65151" y="6015"/>
                  <a:pt x="65151" y="6015"/>
                </a:cubicBezTo>
                <a:cubicBezTo>
                  <a:pt x="65114" y="5940"/>
                  <a:pt x="65078" y="5802"/>
                  <a:pt x="65041" y="5802"/>
                </a:cubicBezTo>
                <a:cubicBezTo>
                  <a:pt x="64967" y="5727"/>
                  <a:pt x="64931" y="5727"/>
                  <a:pt x="64894" y="5727"/>
                </a:cubicBezTo>
                <a:cubicBezTo>
                  <a:pt x="64857" y="5727"/>
                  <a:pt x="64820" y="5727"/>
                  <a:pt x="64790" y="5727"/>
                </a:cubicBezTo>
                <a:cubicBezTo>
                  <a:pt x="64747" y="5727"/>
                  <a:pt x="64716" y="5865"/>
                  <a:pt x="64679" y="5865"/>
                </a:cubicBezTo>
                <a:cubicBezTo>
                  <a:pt x="64532" y="5865"/>
                  <a:pt x="64532" y="5865"/>
                  <a:pt x="64532" y="5865"/>
                </a:cubicBezTo>
                <a:cubicBezTo>
                  <a:pt x="64532" y="5802"/>
                  <a:pt x="64532" y="5727"/>
                  <a:pt x="64532" y="5652"/>
                </a:cubicBezTo>
                <a:cubicBezTo>
                  <a:pt x="64532" y="5577"/>
                  <a:pt x="64496" y="5577"/>
                  <a:pt x="64496" y="5501"/>
                </a:cubicBezTo>
                <a:cubicBezTo>
                  <a:pt x="64459" y="5426"/>
                  <a:pt x="64422" y="5426"/>
                  <a:pt x="64385" y="5351"/>
                </a:cubicBezTo>
                <a:cubicBezTo>
                  <a:pt x="64385" y="5351"/>
                  <a:pt x="64349" y="5276"/>
                  <a:pt x="64349" y="5201"/>
                </a:cubicBezTo>
                <a:cubicBezTo>
                  <a:pt x="64312" y="5276"/>
                  <a:pt x="64312" y="5276"/>
                  <a:pt x="64275" y="5276"/>
                </a:cubicBezTo>
                <a:cubicBezTo>
                  <a:pt x="64245" y="5276"/>
                  <a:pt x="64245" y="5351"/>
                  <a:pt x="64245" y="5426"/>
                </a:cubicBezTo>
                <a:cubicBezTo>
                  <a:pt x="64208" y="5426"/>
                  <a:pt x="64171" y="5501"/>
                  <a:pt x="64171" y="5577"/>
                </a:cubicBezTo>
                <a:cubicBezTo>
                  <a:pt x="64098" y="5652"/>
                  <a:pt x="64061" y="5727"/>
                  <a:pt x="63987" y="5727"/>
                </a:cubicBezTo>
                <a:cubicBezTo>
                  <a:pt x="63987" y="5727"/>
                  <a:pt x="63950" y="5802"/>
                  <a:pt x="63914" y="5802"/>
                </a:cubicBezTo>
                <a:cubicBezTo>
                  <a:pt x="63877" y="5802"/>
                  <a:pt x="63877" y="5727"/>
                  <a:pt x="63840" y="5652"/>
                </a:cubicBezTo>
                <a:cubicBezTo>
                  <a:pt x="63987" y="5351"/>
                  <a:pt x="63987" y="5351"/>
                  <a:pt x="63987" y="5351"/>
                </a:cubicBezTo>
                <a:cubicBezTo>
                  <a:pt x="63987" y="5276"/>
                  <a:pt x="63987" y="5276"/>
                  <a:pt x="63987" y="5276"/>
                </a:cubicBezTo>
                <a:cubicBezTo>
                  <a:pt x="63987" y="5201"/>
                  <a:pt x="63987" y="5201"/>
                  <a:pt x="63987" y="5125"/>
                </a:cubicBezTo>
                <a:cubicBezTo>
                  <a:pt x="63950" y="5125"/>
                  <a:pt x="63950" y="5125"/>
                  <a:pt x="63914" y="5201"/>
                </a:cubicBezTo>
                <a:cubicBezTo>
                  <a:pt x="63877" y="5201"/>
                  <a:pt x="63877" y="5276"/>
                  <a:pt x="63840" y="5276"/>
                </a:cubicBezTo>
                <a:cubicBezTo>
                  <a:pt x="63803" y="5276"/>
                  <a:pt x="63803" y="5276"/>
                  <a:pt x="63803" y="5276"/>
                </a:cubicBezTo>
                <a:cubicBezTo>
                  <a:pt x="63773" y="5351"/>
                  <a:pt x="63773" y="5201"/>
                  <a:pt x="63730" y="5201"/>
                </a:cubicBezTo>
                <a:cubicBezTo>
                  <a:pt x="63516" y="5201"/>
                  <a:pt x="63516" y="5201"/>
                  <a:pt x="63516" y="5201"/>
                </a:cubicBezTo>
                <a:cubicBezTo>
                  <a:pt x="63516" y="5351"/>
                  <a:pt x="63516" y="5426"/>
                  <a:pt x="63516" y="5577"/>
                </a:cubicBezTo>
                <a:cubicBezTo>
                  <a:pt x="63516" y="5727"/>
                  <a:pt x="63516" y="5802"/>
                  <a:pt x="63479" y="5865"/>
                </a:cubicBezTo>
                <a:cubicBezTo>
                  <a:pt x="63479" y="5940"/>
                  <a:pt x="63442" y="5940"/>
                  <a:pt x="63442" y="6015"/>
                </a:cubicBezTo>
                <a:cubicBezTo>
                  <a:pt x="63369" y="6015"/>
                  <a:pt x="63369" y="6015"/>
                  <a:pt x="63369" y="6015"/>
                </a:cubicBezTo>
                <a:cubicBezTo>
                  <a:pt x="63369" y="5802"/>
                  <a:pt x="63369" y="5727"/>
                  <a:pt x="63332" y="5577"/>
                </a:cubicBezTo>
                <a:cubicBezTo>
                  <a:pt x="63332" y="5501"/>
                  <a:pt x="63295" y="5501"/>
                  <a:pt x="63258" y="5426"/>
                </a:cubicBezTo>
                <a:cubicBezTo>
                  <a:pt x="63258" y="5426"/>
                  <a:pt x="63228" y="5426"/>
                  <a:pt x="63191" y="5351"/>
                </a:cubicBezTo>
                <a:cubicBezTo>
                  <a:pt x="63154" y="5351"/>
                  <a:pt x="63154" y="5351"/>
                  <a:pt x="63117" y="5351"/>
                </a:cubicBezTo>
                <a:cubicBezTo>
                  <a:pt x="62897" y="5351"/>
                  <a:pt x="62787" y="5276"/>
                  <a:pt x="62535" y="5276"/>
                </a:cubicBezTo>
                <a:cubicBezTo>
                  <a:pt x="62535" y="5276"/>
                  <a:pt x="62499" y="5351"/>
                  <a:pt x="62462" y="5351"/>
                </a:cubicBezTo>
                <a:lnTo>
                  <a:pt x="62425" y="5351"/>
                </a:lnTo>
                <a:cubicBezTo>
                  <a:pt x="62352" y="5426"/>
                  <a:pt x="62315" y="5501"/>
                  <a:pt x="62315" y="5577"/>
                </a:cubicBezTo>
                <a:cubicBezTo>
                  <a:pt x="62315" y="5727"/>
                  <a:pt x="62315" y="5802"/>
                  <a:pt x="62352" y="5865"/>
                </a:cubicBezTo>
                <a:close/>
                <a:moveTo>
                  <a:pt x="61629" y="8547"/>
                </a:moveTo>
                <a:lnTo>
                  <a:pt x="61629" y="8547"/>
                </a:lnTo>
                <a:cubicBezTo>
                  <a:pt x="61629" y="8622"/>
                  <a:pt x="61666" y="8622"/>
                  <a:pt x="61666" y="8622"/>
                </a:cubicBezTo>
                <a:cubicBezTo>
                  <a:pt x="61666" y="8622"/>
                  <a:pt x="61666" y="8772"/>
                  <a:pt x="61629" y="8772"/>
                </a:cubicBezTo>
                <a:cubicBezTo>
                  <a:pt x="61592" y="8772"/>
                  <a:pt x="61555" y="8697"/>
                  <a:pt x="61482" y="8697"/>
                </a:cubicBezTo>
                <a:cubicBezTo>
                  <a:pt x="61408" y="8697"/>
                  <a:pt x="61408" y="8697"/>
                  <a:pt x="61408" y="8697"/>
                </a:cubicBezTo>
                <a:cubicBezTo>
                  <a:pt x="61372" y="8697"/>
                  <a:pt x="61335" y="8697"/>
                  <a:pt x="61335" y="8697"/>
                </a:cubicBezTo>
                <a:cubicBezTo>
                  <a:pt x="61261" y="8697"/>
                  <a:pt x="61225" y="8622"/>
                  <a:pt x="61194" y="8697"/>
                </a:cubicBezTo>
                <a:cubicBezTo>
                  <a:pt x="61151" y="8697"/>
                  <a:pt x="61151" y="8697"/>
                  <a:pt x="61120" y="8772"/>
                </a:cubicBezTo>
                <a:cubicBezTo>
                  <a:pt x="61084" y="8772"/>
                  <a:pt x="61084" y="8848"/>
                  <a:pt x="61047" y="8848"/>
                </a:cubicBezTo>
                <a:cubicBezTo>
                  <a:pt x="60973" y="8848"/>
                  <a:pt x="60900" y="8772"/>
                  <a:pt x="60826" y="8848"/>
                </a:cubicBezTo>
                <a:cubicBezTo>
                  <a:pt x="60716" y="8848"/>
                  <a:pt x="60679" y="8848"/>
                  <a:pt x="60612" y="8998"/>
                </a:cubicBezTo>
                <a:cubicBezTo>
                  <a:pt x="60575" y="8998"/>
                  <a:pt x="60575" y="9061"/>
                  <a:pt x="60575" y="9136"/>
                </a:cubicBezTo>
                <a:cubicBezTo>
                  <a:pt x="60575" y="9437"/>
                  <a:pt x="60575" y="9437"/>
                  <a:pt x="60575" y="9437"/>
                </a:cubicBezTo>
                <a:cubicBezTo>
                  <a:pt x="60679" y="9361"/>
                  <a:pt x="60716" y="9361"/>
                  <a:pt x="60790" y="9361"/>
                </a:cubicBezTo>
                <a:cubicBezTo>
                  <a:pt x="60863" y="9361"/>
                  <a:pt x="60863" y="9361"/>
                  <a:pt x="60863" y="9361"/>
                </a:cubicBezTo>
                <a:cubicBezTo>
                  <a:pt x="60900" y="9361"/>
                  <a:pt x="60900" y="9361"/>
                  <a:pt x="60937" y="9361"/>
                </a:cubicBezTo>
                <a:cubicBezTo>
                  <a:pt x="60973" y="9361"/>
                  <a:pt x="61010" y="9437"/>
                  <a:pt x="61047" y="9437"/>
                </a:cubicBezTo>
                <a:cubicBezTo>
                  <a:pt x="61120" y="9437"/>
                  <a:pt x="61194" y="9437"/>
                  <a:pt x="61225" y="9361"/>
                </a:cubicBezTo>
                <a:cubicBezTo>
                  <a:pt x="61298" y="9286"/>
                  <a:pt x="61335" y="9211"/>
                  <a:pt x="61372" y="9136"/>
                </a:cubicBezTo>
                <a:cubicBezTo>
                  <a:pt x="61408" y="9136"/>
                  <a:pt x="61445" y="9061"/>
                  <a:pt x="61482" y="9061"/>
                </a:cubicBezTo>
                <a:cubicBezTo>
                  <a:pt x="61519" y="9061"/>
                  <a:pt x="61519" y="9061"/>
                  <a:pt x="61519" y="9061"/>
                </a:cubicBezTo>
                <a:cubicBezTo>
                  <a:pt x="61555" y="9061"/>
                  <a:pt x="61555" y="9061"/>
                  <a:pt x="61592" y="9061"/>
                </a:cubicBezTo>
                <a:cubicBezTo>
                  <a:pt x="61629" y="9136"/>
                  <a:pt x="61592" y="9211"/>
                  <a:pt x="61629" y="9211"/>
                </a:cubicBezTo>
                <a:cubicBezTo>
                  <a:pt x="61592" y="9286"/>
                  <a:pt x="61592" y="9361"/>
                  <a:pt x="61555" y="9361"/>
                </a:cubicBezTo>
                <a:cubicBezTo>
                  <a:pt x="61555" y="9361"/>
                  <a:pt x="61519" y="9361"/>
                  <a:pt x="61482" y="9361"/>
                </a:cubicBezTo>
                <a:cubicBezTo>
                  <a:pt x="61482" y="9437"/>
                  <a:pt x="61445" y="9437"/>
                  <a:pt x="61445" y="9437"/>
                </a:cubicBezTo>
                <a:cubicBezTo>
                  <a:pt x="61408" y="9437"/>
                  <a:pt x="61408" y="9512"/>
                  <a:pt x="61372" y="9587"/>
                </a:cubicBezTo>
                <a:cubicBezTo>
                  <a:pt x="61335" y="9587"/>
                  <a:pt x="61298" y="9662"/>
                  <a:pt x="61261" y="9662"/>
                </a:cubicBezTo>
                <a:cubicBezTo>
                  <a:pt x="61225" y="9662"/>
                  <a:pt x="61194" y="9662"/>
                  <a:pt x="61151" y="9662"/>
                </a:cubicBezTo>
                <a:cubicBezTo>
                  <a:pt x="61084" y="9662"/>
                  <a:pt x="61010" y="9662"/>
                  <a:pt x="60937" y="9662"/>
                </a:cubicBezTo>
                <a:cubicBezTo>
                  <a:pt x="60900" y="9662"/>
                  <a:pt x="60863" y="9662"/>
                  <a:pt x="60863" y="9662"/>
                </a:cubicBezTo>
                <a:cubicBezTo>
                  <a:pt x="60826" y="9662"/>
                  <a:pt x="60790" y="9662"/>
                  <a:pt x="60790" y="9737"/>
                </a:cubicBezTo>
                <a:cubicBezTo>
                  <a:pt x="60753" y="9737"/>
                  <a:pt x="60716" y="9737"/>
                  <a:pt x="60716" y="9737"/>
                </a:cubicBezTo>
                <a:cubicBezTo>
                  <a:pt x="60679" y="9813"/>
                  <a:pt x="60679" y="9813"/>
                  <a:pt x="60679" y="9888"/>
                </a:cubicBezTo>
                <a:cubicBezTo>
                  <a:pt x="60679" y="9963"/>
                  <a:pt x="60716" y="9963"/>
                  <a:pt x="60716" y="10026"/>
                </a:cubicBezTo>
                <a:cubicBezTo>
                  <a:pt x="60753" y="10176"/>
                  <a:pt x="60790" y="10251"/>
                  <a:pt x="60826" y="10251"/>
                </a:cubicBezTo>
                <a:cubicBezTo>
                  <a:pt x="60863" y="10326"/>
                  <a:pt x="60863" y="10251"/>
                  <a:pt x="60900" y="10251"/>
                </a:cubicBezTo>
                <a:cubicBezTo>
                  <a:pt x="60973" y="10326"/>
                  <a:pt x="61010" y="10251"/>
                  <a:pt x="61047" y="10251"/>
                </a:cubicBezTo>
                <a:cubicBezTo>
                  <a:pt x="61084" y="10251"/>
                  <a:pt x="61084" y="10326"/>
                  <a:pt x="61120" y="10326"/>
                </a:cubicBezTo>
                <a:cubicBezTo>
                  <a:pt x="61151" y="10326"/>
                  <a:pt x="61194" y="10402"/>
                  <a:pt x="61261" y="10477"/>
                </a:cubicBezTo>
                <a:cubicBezTo>
                  <a:pt x="61261" y="10477"/>
                  <a:pt x="61298" y="10552"/>
                  <a:pt x="61335" y="10552"/>
                </a:cubicBezTo>
                <a:cubicBezTo>
                  <a:pt x="61335" y="10627"/>
                  <a:pt x="61335" y="10702"/>
                  <a:pt x="61372" y="10702"/>
                </a:cubicBezTo>
                <a:cubicBezTo>
                  <a:pt x="61372" y="10778"/>
                  <a:pt x="61408" y="10778"/>
                  <a:pt x="61408" y="10853"/>
                </a:cubicBezTo>
                <a:cubicBezTo>
                  <a:pt x="61445" y="10991"/>
                  <a:pt x="61482" y="10991"/>
                  <a:pt x="61519" y="11141"/>
                </a:cubicBezTo>
                <a:cubicBezTo>
                  <a:pt x="61592" y="11078"/>
                  <a:pt x="61592" y="11078"/>
                  <a:pt x="61592" y="11078"/>
                </a:cubicBezTo>
                <a:lnTo>
                  <a:pt x="61592" y="10991"/>
                </a:lnTo>
                <a:cubicBezTo>
                  <a:pt x="61592" y="10928"/>
                  <a:pt x="61629" y="10853"/>
                  <a:pt x="61629" y="10853"/>
                </a:cubicBezTo>
                <a:cubicBezTo>
                  <a:pt x="61666" y="10778"/>
                  <a:pt x="61696" y="10778"/>
                  <a:pt x="61696" y="10778"/>
                </a:cubicBezTo>
                <a:cubicBezTo>
                  <a:pt x="61770" y="10702"/>
                  <a:pt x="61807" y="10702"/>
                  <a:pt x="61843" y="10552"/>
                </a:cubicBezTo>
                <a:cubicBezTo>
                  <a:pt x="61843" y="10552"/>
                  <a:pt x="61843" y="10477"/>
                  <a:pt x="61880" y="10402"/>
                </a:cubicBezTo>
                <a:cubicBezTo>
                  <a:pt x="61880" y="10326"/>
                  <a:pt x="61843" y="10251"/>
                  <a:pt x="61880" y="10101"/>
                </a:cubicBezTo>
                <a:cubicBezTo>
                  <a:pt x="61880" y="10026"/>
                  <a:pt x="61880" y="10026"/>
                  <a:pt x="61917" y="9963"/>
                </a:cubicBezTo>
                <a:cubicBezTo>
                  <a:pt x="61917" y="9888"/>
                  <a:pt x="61954" y="9888"/>
                  <a:pt x="61954" y="9813"/>
                </a:cubicBezTo>
                <a:cubicBezTo>
                  <a:pt x="61990" y="9813"/>
                  <a:pt x="62027" y="9737"/>
                  <a:pt x="62027" y="9737"/>
                </a:cubicBezTo>
                <a:cubicBezTo>
                  <a:pt x="62101" y="9737"/>
                  <a:pt x="62137" y="9737"/>
                  <a:pt x="62174" y="9737"/>
                </a:cubicBezTo>
                <a:cubicBezTo>
                  <a:pt x="62174" y="9061"/>
                  <a:pt x="62174" y="9061"/>
                  <a:pt x="62174" y="9061"/>
                </a:cubicBezTo>
                <a:cubicBezTo>
                  <a:pt x="62211" y="9061"/>
                  <a:pt x="62241" y="9061"/>
                  <a:pt x="62315" y="9061"/>
                </a:cubicBezTo>
                <a:cubicBezTo>
                  <a:pt x="62352" y="8998"/>
                  <a:pt x="62388" y="8910"/>
                  <a:pt x="62462" y="8848"/>
                </a:cubicBezTo>
                <a:cubicBezTo>
                  <a:pt x="62425" y="8772"/>
                  <a:pt x="62388" y="8772"/>
                  <a:pt x="62388" y="8697"/>
                </a:cubicBezTo>
                <a:cubicBezTo>
                  <a:pt x="62388" y="8622"/>
                  <a:pt x="62388" y="8622"/>
                  <a:pt x="62388" y="8547"/>
                </a:cubicBezTo>
                <a:cubicBezTo>
                  <a:pt x="62388" y="8547"/>
                  <a:pt x="62388" y="8472"/>
                  <a:pt x="62388" y="8396"/>
                </a:cubicBezTo>
                <a:cubicBezTo>
                  <a:pt x="62388" y="8396"/>
                  <a:pt x="62425" y="8321"/>
                  <a:pt x="62425" y="8246"/>
                </a:cubicBezTo>
                <a:cubicBezTo>
                  <a:pt x="62425" y="8246"/>
                  <a:pt x="62388" y="8171"/>
                  <a:pt x="62388" y="8096"/>
                </a:cubicBezTo>
                <a:cubicBezTo>
                  <a:pt x="62897" y="8096"/>
                  <a:pt x="62897" y="8096"/>
                  <a:pt x="62897" y="8096"/>
                </a:cubicBezTo>
                <a:cubicBezTo>
                  <a:pt x="62897" y="8171"/>
                  <a:pt x="62897" y="8246"/>
                  <a:pt x="62897" y="8321"/>
                </a:cubicBezTo>
                <a:cubicBezTo>
                  <a:pt x="62897" y="8396"/>
                  <a:pt x="62860" y="8472"/>
                  <a:pt x="62860" y="8622"/>
                </a:cubicBezTo>
                <a:cubicBezTo>
                  <a:pt x="62860" y="8697"/>
                  <a:pt x="62860" y="8697"/>
                  <a:pt x="62860" y="8772"/>
                </a:cubicBezTo>
                <a:cubicBezTo>
                  <a:pt x="62897" y="8772"/>
                  <a:pt x="62934" y="8772"/>
                  <a:pt x="63007" y="8772"/>
                </a:cubicBezTo>
                <a:cubicBezTo>
                  <a:pt x="63044" y="8772"/>
                  <a:pt x="63081" y="8772"/>
                  <a:pt x="63081" y="8848"/>
                </a:cubicBezTo>
                <a:cubicBezTo>
                  <a:pt x="63117" y="8848"/>
                  <a:pt x="63154" y="8848"/>
                  <a:pt x="63154" y="8910"/>
                </a:cubicBezTo>
                <a:cubicBezTo>
                  <a:pt x="63154" y="8998"/>
                  <a:pt x="63154" y="8998"/>
                  <a:pt x="63154" y="9061"/>
                </a:cubicBezTo>
                <a:cubicBezTo>
                  <a:pt x="63154" y="9136"/>
                  <a:pt x="63154" y="9286"/>
                  <a:pt x="63154" y="9361"/>
                </a:cubicBezTo>
                <a:cubicBezTo>
                  <a:pt x="63117" y="9437"/>
                  <a:pt x="63081" y="9361"/>
                  <a:pt x="63081" y="9437"/>
                </a:cubicBezTo>
                <a:cubicBezTo>
                  <a:pt x="63007" y="9512"/>
                  <a:pt x="62970" y="9587"/>
                  <a:pt x="62970" y="9737"/>
                </a:cubicBezTo>
                <a:cubicBezTo>
                  <a:pt x="62970" y="9813"/>
                  <a:pt x="62970" y="9888"/>
                  <a:pt x="62970" y="9963"/>
                </a:cubicBezTo>
                <a:cubicBezTo>
                  <a:pt x="63154" y="9963"/>
                  <a:pt x="63154" y="9963"/>
                  <a:pt x="63154" y="9963"/>
                </a:cubicBezTo>
                <a:cubicBezTo>
                  <a:pt x="63228" y="9963"/>
                  <a:pt x="63258" y="9813"/>
                  <a:pt x="63369" y="9662"/>
                </a:cubicBezTo>
                <a:cubicBezTo>
                  <a:pt x="63405" y="9587"/>
                  <a:pt x="63442" y="9512"/>
                  <a:pt x="63479" y="9512"/>
                </a:cubicBezTo>
                <a:cubicBezTo>
                  <a:pt x="63516" y="9512"/>
                  <a:pt x="63552" y="9587"/>
                  <a:pt x="63552" y="9662"/>
                </a:cubicBezTo>
                <a:cubicBezTo>
                  <a:pt x="63589" y="9662"/>
                  <a:pt x="63552" y="9737"/>
                  <a:pt x="63552" y="9813"/>
                </a:cubicBezTo>
                <a:cubicBezTo>
                  <a:pt x="63552" y="9888"/>
                  <a:pt x="63552" y="9963"/>
                  <a:pt x="63552" y="10026"/>
                </a:cubicBezTo>
                <a:cubicBezTo>
                  <a:pt x="63773" y="10026"/>
                  <a:pt x="63773" y="10026"/>
                  <a:pt x="63773" y="10026"/>
                </a:cubicBezTo>
                <a:cubicBezTo>
                  <a:pt x="63773" y="10026"/>
                  <a:pt x="63803" y="10026"/>
                  <a:pt x="63840" y="10026"/>
                </a:cubicBezTo>
                <a:cubicBezTo>
                  <a:pt x="63840" y="9963"/>
                  <a:pt x="63840" y="9888"/>
                  <a:pt x="63840" y="9888"/>
                </a:cubicBezTo>
                <a:cubicBezTo>
                  <a:pt x="63840" y="9813"/>
                  <a:pt x="63877" y="9737"/>
                  <a:pt x="63877" y="9737"/>
                </a:cubicBezTo>
                <a:cubicBezTo>
                  <a:pt x="64275" y="9737"/>
                  <a:pt x="64275" y="9737"/>
                  <a:pt x="64275" y="9737"/>
                </a:cubicBezTo>
                <a:cubicBezTo>
                  <a:pt x="64422" y="9662"/>
                  <a:pt x="64422" y="9662"/>
                  <a:pt x="64422" y="9662"/>
                </a:cubicBezTo>
                <a:cubicBezTo>
                  <a:pt x="64422" y="9512"/>
                  <a:pt x="64422" y="9512"/>
                  <a:pt x="64422" y="9512"/>
                </a:cubicBezTo>
                <a:cubicBezTo>
                  <a:pt x="64385" y="9361"/>
                  <a:pt x="64349" y="9211"/>
                  <a:pt x="64245" y="9211"/>
                </a:cubicBezTo>
                <a:cubicBezTo>
                  <a:pt x="64208" y="9211"/>
                  <a:pt x="64208" y="9211"/>
                  <a:pt x="64171" y="9211"/>
                </a:cubicBezTo>
                <a:cubicBezTo>
                  <a:pt x="64098" y="9211"/>
                  <a:pt x="64061" y="9211"/>
                  <a:pt x="64024" y="9211"/>
                </a:cubicBezTo>
                <a:cubicBezTo>
                  <a:pt x="63987" y="9061"/>
                  <a:pt x="63987" y="8998"/>
                  <a:pt x="63987" y="8910"/>
                </a:cubicBezTo>
                <a:cubicBezTo>
                  <a:pt x="63987" y="8848"/>
                  <a:pt x="64024" y="8772"/>
                  <a:pt x="64024" y="8772"/>
                </a:cubicBezTo>
                <a:cubicBezTo>
                  <a:pt x="63552" y="8772"/>
                  <a:pt x="63552" y="8772"/>
                  <a:pt x="63552" y="8772"/>
                </a:cubicBezTo>
                <a:cubicBezTo>
                  <a:pt x="63552" y="8547"/>
                  <a:pt x="63589" y="8321"/>
                  <a:pt x="63516" y="8171"/>
                </a:cubicBezTo>
                <a:cubicBezTo>
                  <a:pt x="63479" y="8171"/>
                  <a:pt x="63479" y="8171"/>
                  <a:pt x="63442" y="8171"/>
                </a:cubicBezTo>
                <a:cubicBezTo>
                  <a:pt x="63405" y="8171"/>
                  <a:pt x="63405" y="8096"/>
                  <a:pt x="63369" y="8096"/>
                </a:cubicBezTo>
                <a:cubicBezTo>
                  <a:pt x="63369" y="8096"/>
                  <a:pt x="63332" y="8020"/>
                  <a:pt x="63332" y="7945"/>
                </a:cubicBezTo>
                <a:lnTo>
                  <a:pt x="63332" y="7807"/>
                </a:lnTo>
                <a:cubicBezTo>
                  <a:pt x="63258" y="7732"/>
                  <a:pt x="63228" y="7732"/>
                  <a:pt x="63154" y="7732"/>
                </a:cubicBezTo>
                <a:cubicBezTo>
                  <a:pt x="63154" y="7732"/>
                  <a:pt x="63117" y="7732"/>
                  <a:pt x="63081" y="7732"/>
                </a:cubicBezTo>
                <a:cubicBezTo>
                  <a:pt x="63044" y="7732"/>
                  <a:pt x="63044" y="7657"/>
                  <a:pt x="63007" y="7657"/>
                </a:cubicBezTo>
                <a:cubicBezTo>
                  <a:pt x="62970" y="7582"/>
                  <a:pt x="63007" y="7431"/>
                  <a:pt x="62934" y="7356"/>
                </a:cubicBezTo>
                <a:cubicBezTo>
                  <a:pt x="62934" y="7356"/>
                  <a:pt x="62897" y="7356"/>
                  <a:pt x="62897" y="7281"/>
                </a:cubicBezTo>
                <a:cubicBezTo>
                  <a:pt x="62860" y="7281"/>
                  <a:pt x="62823" y="7281"/>
                  <a:pt x="62823" y="7281"/>
                </a:cubicBezTo>
                <a:cubicBezTo>
                  <a:pt x="62787" y="7281"/>
                  <a:pt x="62756" y="7281"/>
                  <a:pt x="62756" y="7281"/>
                </a:cubicBezTo>
                <a:cubicBezTo>
                  <a:pt x="62683" y="7356"/>
                  <a:pt x="62683" y="7431"/>
                  <a:pt x="62646" y="7431"/>
                </a:cubicBezTo>
                <a:cubicBezTo>
                  <a:pt x="62572" y="7431"/>
                  <a:pt x="62535" y="7431"/>
                  <a:pt x="62499" y="7356"/>
                </a:cubicBezTo>
                <a:cubicBezTo>
                  <a:pt x="62462" y="7356"/>
                  <a:pt x="62462" y="7431"/>
                  <a:pt x="62425" y="7356"/>
                </a:cubicBezTo>
                <a:cubicBezTo>
                  <a:pt x="62388" y="7356"/>
                  <a:pt x="62388" y="7281"/>
                  <a:pt x="62352" y="7281"/>
                </a:cubicBezTo>
                <a:cubicBezTo>
                  <a:pt x="62352" y="6830"/>
                  <a:pt x="62352" y="6830"/>
                  <a:pt x="62352" y="6830"/>
                </a:cubicBezTo>
                <a:lnTo>
                  <a:pt x="62388" y="6918"/>
                </a:lnTo>
                <a:cubicBezTo>
                  <a:pt x="62352" y="6918"/>
                  <a:pt x="62315" y="6918"/>
                  <a:pt x="62278" y="6918"/>
                </a:cubicBezTo>
                <a:cubicBezTo>
                  <a:pt x="62241" y="6918"/>
                  <a:pt x="62211" y="6918"/>
                  <a:pt x="62174" y="6918"/>
                </a:cubicBezTo>
                <a:cubicBezTo>
                  <a:pt x="62137" y="6918"/>
                  <a:pt x="62137" y="6918"/>
                  <a:pt x="62101" y="6830"/>
                </a:cubicBezTo>
                <a:cubicBezTo>
                  <a:pt x="62101" y="6830"/>
                  <a:pt x="62101" y="6767"/>
                  <a:pt x="62101" y="6692"/>
                </a:cubicBezTo>
                <a:cubicBezTo>
                  <a:pt x="62137" y="6617"/>
                  <a:pt x="62211" y="6542"/>
                  <a:pt x="62211" y="6391"/>
                </a:cubicBezTo>
                <a:cubicBezTo>
                  <a:pt x="62211" y="6391"/>
                  <a:pt x="62211" y="6316"/>
                  <a:pt x="62211" y="6241"/>
                </a:cubicBezTo>
                <a:cubicBezTo>
                  <a:pt x="61592" y="6090"/>
                  <a:pt x="61592" y="6090"/>
                  <a:pt x="61592" y="6090"/>
                </a:cubicBezTo>
                <a:cubicBezTo>
                  <a:pt x="61592" y="6090"/>
                  <a:pt x="61555" y="6015"/>
                  <a:pt x="61519" y="6090"/>
                </a:cubicBezTo>
                <a:cubicBezTo>
                  <a:pt x="61482" y="6090"/>
                  <a:pt x="61482" y="6166"/>
                  <a:pt x="61482" y="6166"/>
                </a:cubicBezTo>
                <a:cubicBezTo>
                  <a:pt x="61445" y="6316"/>
                  <a:pt x="61445" y="6391"/>
                  <a:pt x="61445" y="6466"/>
                </a:cubicBezTo>
                <a:cubicBezTo>
                  <a:pt x="61445" y="6617"/>
                  <a:pt x="61445" y="6617"/>
                  <a:pt x="61445" y="6617"/>
                </a:cubicBezTo>
                <a:cubicBezTo>
                  <a:pt x="61445" y="6692"/>
                  <a:pt x="61445" y="6767"/>
                  <a:pt x="61445" y="6767"/>
                </a:cubicBezTo>
                <a:cubicBezTo>
                  <a:pt x="61445" y="6830"/>
                  <a:pt x="61482" y="6918"/>
                  <a:pt x="61482" y="6980"/>
                </a:cubicBezTo>
                <a:cubicBezTo>
                  <a:pt x="61482" y="7131"/>
                  <a:pt x="61482" y="7131"/>
                  <a:pt x="61445" y="7206"/>
                </a:cubicBezTo>
                <a:cubicBezTo>
                  <a:pt x="61408" y="7281"/>
                  <a:pt x="61372" y="7356"/>
                  <a:pt x="61335" y="7356"/>
                </a:cubicBezTo>
                <a:cubicBezTo>
                  <a:pt x="61298" y="7356"/>
                  <a:pt x="61261" y="7356"/>
                  <a:pt x="61225" y="7281"/>
                </a:cubicBezTo>
                <a:cubicBezTo>
                  <a:pt x="61194" y="7206"/>
                  <a:pt x="61194" y="7055"/>
                  <a:pt x="61194" y="6980"/>
                </a:cubicBezTo>
                <a:cubicBezTo>
                  <a:pt x="61194" y="6830"/>
                  <a:pt x="61194" y="6830"/>
                  <a:pt x="61194" y="6830"/>
                </a:cubicBezTo>
                <a:cubicBezTo>
                  <a:pt x="61194" y="6767"/>
                  <a:pt x="61151" y="6692"/>
                  <a:pt x="61151" y="6692"/>
                </a:cubicBezTo>
                <a:cubicBezTo>
                  <a:pt x="61151" y="6542"/>
                  <a:pt x="61151" y="6542"/>
                  <a:pt x="61151" y="6542"/>
                </a:cubicBezTo>
                <a:cubicBezTo>
                  <a:pt x="61151" y="6391"/>
                  <a:pt x="61151" y="6391"/>
                  <a:pt x="61151" y="6241"/>
                </a:cubicBezTo>
                <a:cubicBezTo>
                  <a:pt x="61010" y="6241"/>
                  <a:pt x="61010" y="6241"/>
                  <a:pt x="61010" y="6241"/>
                </a:cubicBezTo>
                <a:cubicBezTo>
                  <a:pt x="60973" y="6316"/>
                  <a:pt x="60900" y="6316"/>
                  <a:pt x="60863" y="6391"/>
                </a:cubicBezTo>
                <a:cubicBezTo>
                  <a:pt x="60863" y="6391"/>
                  <a:pt x="60863" y="6466"/>
                  <a:pt x="60826" y="6542"/>
                </a:cubicBezTo>
                <a:cubicBezTo>
                  <a:pt x="60826" y="6542"/>
                  <a:pt x="60790" y="6617"/>
                  <a:pt x="60753" y="6617"/>
                </a:cubicBezTo>
                <a:cubicBezTo>
                  <a:pt x="60753" y="6692"/>
                  <a:pt x="60716" y="6767"/>
                  <a:pt x="60679" y="6767"/>
                </a:cubicBezTo>
                <a:cubicBezTo>
                  <a:pt x="60465" y="6767"/>
                  <a:pt x="60465" y="6767"/>
                  <a:pt x="60465" y="6767"/>
                </a:cubicBezTo>
                <a:cubicBezTo>
                  <a:pt x="60465" y="6466"/>
                  <a:pt x="60465" y="6466"/>
                  <a:pt x="60465" y="6466"/>
                </a:cubicBezTo>
                <a:cubicBezTo>
                  <a:pt x="60502" y="6466"/>
                  <a:pt x="60465" y="6391"/>
                  <a:pt x="60502" y="6316"/>
                </a:cubicBezTo>
                <a:cubicBezTo>
                  <a:pt x="60539" y="6316"/>
                  <a:pt x="60539" y="6391"/>
                  <a:pt x="60575" y="6316"/>
                </a:cubicBezTo>
                <a:cubicBezTo>
                  <a:pt x="60612" y="6316"/>
                  <a:pt x="60612" y="6241"/>
                  <a:pt x="60649" y="6241"/>
                </a:cubicBezTo>
                <a:cubicBezTo>
                  <a:pt x="60612" y="6090"/>
                  <a:pt x="60612" y="6090"/>
                  <a:pt x="60612" y="6090"/>
                </a:cubicBezTo>
                <a:cubicBezTo>
                  <a:pt x="60612" y="6090"/>
                  <a:pt x="60575" y="6090"/>
                  <a:pt x="60539" y="6090"/>
                </a:cubicBezTo>
                <a:lnTo>
                  <a:pt x="60502" y="6166"/>
                </a:lnTo>
                <a:cubicBezTo>
                  <a:pt x="60465" y="6241"/>
                  <a:pt x="60428" y="6241"/>
                  <a:pt x="60428" y="6241"/>
                </a:cubicBezTo>
                <a:cubicBezTo>
                  <a:pt x="60392" y="6316"/>
                  <a:pt x="60392" y="6391"/>
                  <a:pt x="60392" y="6391"/>
                </a:cubicBezTo>
                <a:cubicBezTo>
                  <a:pt x="59926" y="6391"/>
                  <a:pt x="59926" y="6391"/>
                  <a:pt x="59926" y="6391"/>
                </a:cubicBezTo>
                <a:cubicBezTo>
                  <a:pt x="59889" y="6391"/>
                  <a:pt x="59889" y="6466"/>
                  <a:pt x="59852" y="6466"/>
                </a:cubicBezTo>
                <a:cubicBezTo>
                  <a:pt x="59816" y="6466"/>
                  <a:pt x="59742" y="6466"/>
                  <a:pt x="59705" y="6466"/>
                </a:cubicBezTo>
                <a:cubicBezTo>
                  <a:pt x="59669" y="6466"/>
                  <a:pt x="59669" y="6542"/>
                  <a:pt x="59638" y="6542"/>
                </a:cubicBezTo>
                <a:cubicBezTo>
                  <a:pt x="59638" y="6692"/>
                  <a:pt x="59638" y="6767"/>
                  <a:pt x="59638" y="6830"/>
                </a:cubicBezTo>
                <a:cubicBezTo>
                  <a:pt x="59669" y="6918"/>
                  <a:pt x="59705" y="6918"/>
                  <a:pt x="59705" y="6980"/>
                </a:cubicBezTo>
                <a:cubicBezTo>
                  <a:pt x="59742" y="7055"/>
                  <a:pt x="59742" y="7131"/>
                  <a:pt x="59779" y="7131"/>
                </a:cubicBezTo>
                <a:cubicBezTo>
                  <a:pt x="59852" y="7131"/>
                  <a:pt x="59889" y="7131"/>
                  <a:pt x="60000" y="7131"/>
                </a:cubicBezTo>
                <a:cubicBezTo>
                  <a:pt x="60000" y="7131"/>
                  <a:pt x="60030" y="7131"/>
                  <a:pt x="60067" y="7131"/>
                </a:cubicBezTo>
                <a:cubicBezTo>
                  <a:pt x="60067" y="7206"/>
                  <a:pt x="60067" y="7281"/>
                  <a:pt x="60067" y="7281"/>
                </a:cubicBezTo>
                <a:cubicBezTo>
                  <a:pt x="60030" y="7356"/>
                  <a:pt x="60030" y="7431"/>
                  <a:pt x="60030" y="7431"/>
                </a:cubicBezTo>
                <a:cubicBezTo>
                  <a:pt x="60030" y="7507"/>
                  <a:pt x="59963" y="7507"/>
                  <a:pt x="59963" y="7582"/>
                </a:cubicBezTo>
                <a:cubicBezTo>
                  <a:pt x="59963" y="7657"/>
                  <a:pt x="59963" y="7732"/>
                  <a:pt x="60000" y="7807"/>
                </a:cubicBezTo>
                <a:cubicBezTo>
                  <a:pt x="60000" y="7807"/>
                  <a:pt x="60030" y="7807"/>
                  <a:pt x="60067" y="7883"/>
                </a:cubicBezTo>
                <a:cubicBezTo>
                  <a:pt x="60067" y="7945"/>
                  <a:pt x="60067" y="8020"/>
                  <a:pt x="60067" y="8096"/>
                </a:cubicBezTo>
                <a:cubicBezTo>
                  <a:pt x="60067" y="8171"/>
                  <a:pt x="60067" y="8246"/>
                  <a:pt x="60030" y="8321"/>
                </a:cubicBezTo>
                <a:cubicBezTo>
                  <a:pt x="60000" y="8321"/>
                  <a:pt x="60000" y="8321"/>
                  <a:pt x="59963" y="8246"/>
                </a:cubicBezTo>
                <a:cubicBezTo>
                  <a:pt x="59963" y="8246"/>
                  <a:pt x="59926" y="8246"/>
                  <a:pt x="59889" y="8171"/>
                </a:cubicBezTo>
                <a:lnTo>
                  <a:pt x="59889" y="8096"/>
                </a:lnTo>
                <a:cubicBezTo>
                  <a:pt x="59852" y="8020"/>
                  <a:pt x="59852" y="7945"/>
                  <a:pt x="59852" y="7883"/>
                </a:cubicBezTo>
                <a:cubicBezTo>
                  <a:pt x="59816" y="7883"/>
                  <a:pt x="59816" y="7807"/>
                  <a:pt x="59779" y="7807"/>
                </a:cubicBezTo>
                <a:cubicBezTo>
                  <a:pt x="59742" y="7732"/>
                  <a:pt x="59742" y="7732"/>
                  <a:pt x="59705" y="7732"/>
                </a:cubicBezTo>
                <a:cubicBezTo>
                  <a:pt x="59669" y="7657"/>
                  <a:pt x="59669" y="7732"/>
                  <a:pt x="59638" y="7732"/>
                </a:cubicBezTo>
                <a:cubicBezTo>
                  <a:pt x="59669" y="7807"/>
                  <a:pt x="59705" y="7883"/>
                  <a:pt x="59705" y="8020"/>
                </a:cubicBezTo>
                <a:lnTo>
                  <a:pt x="59705" y="8096"/>
                </a:lnTo>
                <a:cubicBezTo>
                  <a:pt x="59705" y="8171"/>
                  <a:pt x="59705" y="8246"/>
                  <a:pt x="59705" y="8246"/>
                </a:cubicBezTo>
                <a:cubicBezTo>
                  <a:pt x="59742" y="8321"/>
                  <a:pt x="59779" y="8396"/>
                  <a:pt x="59779" y="8396"/>
                </a:cubicBezTo>
                <a:cubicBezTo>
                  <a:pt x="59816" y="8472"/>
                  <a:pt x="59816" y="8547"/>
                  <a:pt x="59852" y="8547"/>
                </a:cubicBezTo>
                <a:cubicBezTo>
                  <a:pt x="59926" y="8622"/>
                  <a:pt x="59963" y="8697"/>
                  <a:pt x="60030" y="8697"/>
                </a:cubicBezTo>
                <a:cubicBezTo>
                  <a:pt x="60067" y="8697"/>
                  <a:pt x="60067" y="8622"/>
                  <a:pt x="60104" y="8622"/>
                </a:cubicBezTo>
                <a:cubicBezTo>
                  <a:pt x="60104" y="8547"/>
                  <a:pt x="60067" y="8472"/>
                  <a:pt x="60067" y="8321"/>
                </a:cubicBezTo>
                <a:cubicBezTo>
                  <a:pt x="60067" y="8321"/>
                  <a:pt x="60104" y="8246"/>
                  <a:pt x="60104" y="8171"/>
                </a:cubicBezTo>
                <a:cubicBezTo>
                  <a:pt x="60140" y="8246"/>
                  <a:pt x="60208" y="8171"/>
                  <a:pt x="60245" y="8246"/>
                </a:cubicBezTo>
                <a:cubicBezTo>
                  <a:pt x="60281" y="8321"/>
                  <a:pt x="60245" y="8472"/>
                  <a:pt x="60281" y="8547"/>
                </a:cubicBezTo>
                <a:cubicBezTo>
                  <a:pt x="60318" y="8622"/>
                  <a:pt x="60318" y="8622"/>
                  <a:pt x="60355" y="8622"/>
                </a:cubicBezTo>
                <a:cubicBezTo>
                  <a:pt x="60392" y="8697"/>
                  <a:pt x="60392" y="8697"/>
                  <a:pt x="60428" y="8697"/>
                </a:cubicBezTo>
                <a:cubicBezTo>
                  <a:pt x="60465" y="8772"/>
                  <a:pt x="60539" y="8697"/>
                  <a:pt x="60575" y="8697"/>
                </a:cubicBezTo>
                <a:cubicBezTo>
                  <a:pt x="60649" y="8697"/>
                  <a:pt x="60649" y="8697"/>
                  <a:pt x="60649" y="8697"/>
                </a:cubicBezTo>
                <a:cubicBezTo>
                  <a:pt x="60679" y="8697"/>
                  <a:pt x="60679" y="8772"/>
                  <a:pt x="60716" y="8697"/>
                </a:cubicBezTo>
                <a:cubicBezTo>
                  <a:pt x="60753" y="8697"/>
                  <a:pt x="60753" y="8622"/>
                  <a:pt x="60753" y="8547"/>
                </a:cubicBezTo>
                <a:cubicBezTo>
                  <a:pt x="60790" y="8547"/>
                  <a:pt x="60753" y="8472"/>
                  <a:pt x="60753" y="8396"/>
                </a:cubicBezTo>
                <a:cubicBezTo>
                  <a:pt x="60790" y="8396"/>
                  <a:pt x="60790" y="8321"/>
                  <a:pt x="60826" y="8246"/>
                </a:cubicBezTo>
                <a:cubicBezTo>
                  <a:pt x="60826" y="8246"/>
                  <a:pt x="60863" y="8321"/>
                  <a:pt x="60900" y="8246"/>
                </a:cubicBezTo>
                <a:cubicBezTo>
                  <a:pt x="60900" y="8246"/>
                  <a:pt x="60937" y="8246"/>
                  <a:pt x="60973" y="8171"/>
                </a:cubicBezTo>
                <a:cubicBezTo>
                  <a:pt x="60937" y="8171"/>
                  <a:pt x="60937" y="8096"/>
                  <a:pt x="60937" y="8096"/>
                </a:cubicBezTo>
                <a:cubicBezTo>
                  <a:pt x="60937" y="7883"/>
                  <a:pt x="60937" y="7883"/>
                  <a:pt x="60937" y="7883"/>
                </a:cubicBezTo>
                <a:cubicBezTo>
                  <a:pt x="61084" y="7807"/>
                  <a:pt x="61084" y="7807"/>
                  <a:pt x="61084" y="7807"/>
                </a:cubicBezTo>
                <a:cubicBezTo>
                  <a:pt x="61084" y="7883"/>
                  <a:pt x="61151" y="7883"/>
                  <a:pt x="61151" y="7945"/>
                </a:cubicBezTo>
                <a:cubicBezTo>
                  <a:pt x="61151" y="7945"/>
                  <a:pt x="61151" y="8020"/>
                  <a:pt x="61151" y="8096"/>
                </a:cubicBezTo>
                <a:cubicBezTo>
                  <a:pt x="61151" y="8171"/>
                  <a:pt x="61151" y="8246"/>
                  <a:pt x="61151" y="8321"/>
                </a:cubicBezTo>
                <a:cubicBezTo>
                  <a:pt x="61445" y="8321"/>
                  <a:pt x="61445" y="8321"/>
                  <a:pt x="61445" y="8321"/>
                </a:cubicBezTo>
                <a:cubicBezTo>
                  <a:pt x="61555" y="8096"/>
                  <a:pt x="61555" y="8096"/>
                  <a:pt x="61555" y="8096"/>
                </a:cubicBezTo>
                <a:cubicBezTo>
                  <a:pt x="61629" y="8246"/>
                  <a:pt x="61629" y="8246"/>
                  <a:pt x="61629" y="8246"/>
                </a:cubicBezTo>
                <a:cubicBezTo>
                  <a:pt x="61629" y="8396"/>
                  <a:pt x="61629" y="8472"/>
                  <a:pt x="61629" y="8547"/>
                </a:cubicBezTo>
                <a:close/>
                <a:moveTo>
                  <a:pt x="104882" y="31732"/>
                </a:moveTo>
                <a:lnTo>
                  <a:pt x="104882" y="31732"/>
                </a:lnTo>
                <a:cubicBezTo>
                  <a:pt x="104955" y="31732"/>
                  <a:pt x="104955" y="31732"/>
                  <a:pt x="104992" y="31657"/>
                </a:cubicBezTo>
                <a:cubicBezTo>
                  <a:pt x="105029" y="31657"/>
                  <a:pt x="105065" y="31582"/>
                  <a:pt x="105065" y="31582"/>
                </a:cubicBezTo>
                <a:cubicBezTo>
                  <a:pt x="105935" y="31582"/>
                  <a:pt x="105935" y="31582"/>
                  <a:pt x="105935" y="31582"/>
                </a:cubicBezTo>
                <a:cubicBezTo>
                  <a:pt x="105935" y="31281"/>
                  <a:pt x="105935" y="31281"/>
                  <a:pt x="105935" y="31281"/>
                </a:cubicBezTo>
                <a:cubicBezTo>
                  <a:pt x="105972" y="31206"/>
                  <a:pt x="105935" y="31055"/>
                  <a:pt x="105972" y="30993"/>
                </a:cubicBezTo>
                <a:cubicBezTo>
                  <a:pt x="106009" y="30905"/>
                  <a:pt x="106045" y="30905"/>
                  <a:pt x="106045" y="30905"/>
                </a:cubicBezTo>
                <a:cubicBezTo>
                  <a:pt x="106082" y="30905"/>
                  <a:pt x="106119" y="30993"/>
                  <a:pt x="106156" y="31055"/>
                </a:cubicBezTo>
                <a:cubicBezTo>
                  <a:pt x="106192" y="31055"/>
                  <a:pt x="106192" y="31131"/>
                  <a:pt x="106266" y="31131"/>
                </a:cubicBezTo>
                <a:cubicBezTo>
                  <a:pt x="106297" y="31131"/>
                  <a:pt x="106333" y="31055"/>
                  <a:pt x="106370" y="31055"/>
                </a:cubicBezTo>
                <a:cubicBezTo>
                  <a:pt x="106444" y="31055"/>
                  <a:pt x="106444" y="31131"/>
                  <a:pt x="106480" y="31131"/>
                </a:cubicBezTo>
                <a:cubicBezTo>
                  <a:pt x="106517" y="31206"/>
                  <a:pt x="106517" y="31281"/>
                  <a:pt x="106554" y="31281"/>
                </a:cubicBezTo>
                <a:cubicBezTo>
                  <a:pt x="106591" y="31281"/>
                  <a:pt x="106627" y="31281"/>
                  <a:pt x="106627" y="31281"/>
                </a:cubicBezTo>
                <a:cubicBezTo>
                  <a:pt x="106664" y="31356"/>
                  <a:pt x="106664" y="31431"/>
                  <a:pt x="106701" y="31431"/>
                </a:cubicBezTo>
                <a:cubicBezTo>
                  <a:pt x="106701" y="31507"/>
                  <a:pt x="106701" y="31507"/>
                  <a:pt x="106701" y="31582"/>
                </a:cubicBezTo>
                <a:cubicBezTo>
                  <a:pt x="106664" y="31657"/>
                  <a:pt x="106627" y="31657"/>
                  <a:pt x="106627" y="31732"/>
                </a:cubicBezTo>
                <a:cubicBezTo>
                  <a:pt x="106627" y="31807"/>
                  <a:pt x="106627" y="31883"/>
                  <a:pt x="106664" y="31958"/>
                </a:cubicBezTo>
                <a:cubicBezTo>
                  <a:pt x="106664" y="32020"/>
                  <a:pt x="106701" y="32020"/>
                  <a:pt x="106738" y="32020"/>
                </a:cubicBezTo>
                <a:cubicBezTo>
                  <a:pt x="107062" y="32020"/>
                  <a:pt x="107062" y="32020"/>
                  <a:pt x="107062" y="32020"/>
                </a:cubicBezTo>
                <a:cubicBezTo>
                  <a:pt x="107136" y="32020"/>
                  <a:pt x="107173" y="31883"/>
                  <a:pt x="107209" y="31807"/>
                </a:cubicBezTo>
                <a:cubicBezTo>
                  <a:pt x="107246" y="31732"/>
                  <a:pt x="107246" y="31732"/>
                  <a:pt x="107246" y="31657"/>
                </a:cubicBezTo>
                <a:cubicBezTo>
                  <a:pt x="107283" y="31582"/>
                  <a:pt x="107283" y="31507"/>
                  <a:pt x="107313" y="31507"/>
                </a:cubicBezTo>
                <a:cubicBezTo>
                  <a:pt x="107424" y="31507"/>
                  <a:pt x="107424" y="31657"/>
                  <a:pt x="107497" y="31807"/>
                </a:cubicBezTo>
                <a:cubicBezTo>
                  <a:pt x="107534" y="31883"/>
                  <a:pt x="107571" y="31883"/>
                  <a:pt x="107571" y="31958"/>
                </a:cubicBezTo>
                <a:cubicBezTo>
                  <a:pt x="107571" y="31883"/>
                  <a:pt x="107571" y="31807"/>
                  <a:pt x="107571" y="31807"/>
                </a:cubicBezTo>
                <a:cubicBezTo>
                  <a:pt x="107571" y="31732"/>
                  <a:pt x="107607" y="31732"/>
                  <a:pt x="107607" y="31657"/>
                </a:cubicBezTo>
                <a:cubicBezTo>
                  <a:pt x="107644" y="31657"/>
                  <a:pt x="107644" y="31657"/>
                  <a:pt x="107681" y="31657"/>
                </a:cubicBezTo>
                <a:cubicBezTo>
                  <a:pt x="107718" y="31732"/>
                  <a:pt x="107718" y="31807"/>
                  <a:pt x="107754" y="31807"/>
                </a:cubicBezTo>
                <a:cubicBezTo>
                  <a:pt x="107969" y="31807"/>
                  <a:pt x="107969" y="31807"/>
                  <a:pt x="107969" y="31807"/>
                </a:cubicBezTo>
                <a:cubicBezTo>
                  <a:pt x="107969" y="31732"/>
                  <a:pt x="107969" y="31657"/>
                  <a:pt x="107969" y="31657"/>
                </a:cubicBezTo>
                <a:cubicBezTo>
                  <a:pt x="107932" y="31582"/>
                  <a:pt x="107932" y="31582"/>
                  <a:pt x="107895" y="31507"/>
                </a:cubicBezTo>
                <a:cubicBezTo>
                  <a:pt x="107895" y="31431"/>
                  <a:pt x="107895" y="31431"/>
                  <a:pt x="107895" y="31356"/>
                </a:cubicBezTo>
                <a:cubicBezTo>
                  <a:pt x="107828" y="31356"/>
                  <a:pt x="107791" y="31356"/>
                  <a:pt x="107754" y="31356"/>
                </a:cubicBezTo>
                <a:cubicBezTo>
                  <a:pt x="107718" y="31356"/>
                  <a:pt x="107718" y="31356"/>
                  <a:pt x="107681" y="31356"/>
                </a:cubicBezTo>
                <a:cubicBezTo>
                  <a:pt x="107681" y="30993"/>
                  <a:pt x="107681" y="30993"/>
                  <a:pt x="107681" y="30993"/>
                </a:cubicBezTo>
                <a:cubicBezTo>
                  <a:pt x="107681" y="30842"/>
                  <a:pt x="107754" y="30842"/>
                  <a:pt x="107791" y="30767"/>
                </a:cubicBezTo>
                <a:cubicBezTo>
                  <a:pt x="107828" y="30692"/>
                  <a:pt x="107828" y="30767"/>
                  <a:pt x="107859" y="30767"/>
                </a:cubicBezTo>
                <a:cubicBezTo>
                  <a:pt x="107895" y="30692"/>
                  <a:pt x="107895" y="30692"/>
                  <a:pt x="107895" y="30617"/>
                </a:cubicBezTo>
                <a:cubicBezTo>
                  <a:pt x="107932" y="30542"/>
                  <a:pt x="107932" y="30542"/>
                  <a:pt x="107932" y="30466"/>
                </a:cubicBezTo>
                <a:cubicBezTo>
                  <a:pt x="107969" y="30391"/>
                  <a:pt x="107969" y="30391"/>
                  <a:pt x="108006" y="30316"/>
                </a:cubicBezTo>
                <a:cubicBezTo>
                  <a:pt x="108006" y="30241"/>
                  <a:pt x="108042" y="30241"/>
                  <a:pt x="108042" y="30166"/>
                </a:cubicBezTo>
                <a:cubicBezTo>
                  <a:pt x="108079" y="30090"/>
                  <a:pt x="108079" y="30015"/>
                  <a:pt x="108116" y="30015"/>
                </a:cubicBezTo>
                <a:cubicBezTo>
                  <a:pt x="108153" y="30015"/>
                  <a:pt x="108153" y="30015"/>
                  <a:pt x="108189" y="30015"/>
                </a:cubicBezTo>
                <a:cubicBezTo>
                  <a:pt x="108263" y="29940"/>
                  <a:pt x="108263" y="29940"/>
                  <a:pt x="108263" y="29940"/>
                </a:cubicBezTo>
                <a:cubicBezTo>
                  <a:pt x="108300" y="29940"/>
                  <a:pt x="108300" y="29877"/>
                  <a:pt x="108300" y="29802"/>
                </a:cubicBezTo>
                <a:cubicBezTo>
                  <a:pt x="108367" y="29652"/>
                  <a:pt x="108404" y="29577"/>
                  <a:pt x="108441" y="29426"/>
                </a:cubicBezTo>
                <a:cubicBezTo>
                  <a:pt x="108514" y="29276"/>
                  <a:pt x="108551" y="29125"/>
                  <a:pt x="108661" y="29050"/>
                </a:cubicBezTo>
                <a:cubicBezTo>
                  <a:pt x="108698" y="28912"/>
                  <a:pt x="108735" y="28912"/>
                  <a:pt x="108808" y="28912"/>
                </a:cubicBezTo>
                <a:cubicBezTo>
                  <a:pt x="108845" y="28912"/>
                  <a:pt x="108875" y="28912"/>
                  <a:pt x="108912" y="28912"/>
                </a:cubicBezTo>
                <a:cubicBezTo>
                  <a:pt x="108949" y="28912"/>
                  <a:pt x="108986" y="28975"/>
                  <a:pt x="109022" y="28975"/>
                </a:cubicBezTo>
                <a:cubicBezTo>
                  <a:pt x="109059" y="28975"/>
                  <a:pt x="109059" y="28975"/>
                  <a:pt x="109059" y="28975"/>
                </a:cubicBezTo>
                <a:cubicBezTo>
                  <a:pt x="109096" y="28975"/>
                  <a:pt x="109096" y="28975"/>
                  <a:pt x="109133" y="28912"/>
                </a:cubicBezTo>
                <a:cubicBezTo>
                  <a:pt x="109169" y="28912"/>
                  <a:pt x="109169" y="28762"/>
                  <a:pt x="109206" y="28762"/>
                </a:cubicBezTo>
                <a:cubicBezTo>
                  <a:pt x="109243" y="28762"/>
                  <a:pt x="109243" y="28762"/>
                  <a:pt x="109243" y="28762"/>
                </a:cubicBezTo>
                <a:cubicBezTo>
                  <a:pt x="109280" y="28762"/>
                  <a:pt x="109280" y="28912"/>
                  <a:pt x="109280" y="28912"/>
                </a:cubicBezTo>
                <a:cubicBezTo>
                  <a:pt x="109316" y="28975"/>
                  <a:pt x="109316" y="29050"/>
                  <a:pt x="109347" y="29050"/>
                </a:cubicBezTo>
                <a:cubicBezTo>
                  <a:pt x="109347" y="29050"/>
                  <a:pt x="109390" y="29125"/>
                  <a:pt x="109421" y="29125"/>
                </a:cubicBezTo>
                <a:cubicBezTo>
                  <a:pt x="109421" y="29125"/>
                  <a:pt x="109457" y="29125"/>
                  <a:pt x="109494" y="29125"/>
                </a:cubicBezTo>
                <a:cubicBezTo>
                  <a:pt x="109494" y="29125"/>
                  <a:pt x="109531" y="29201"/>
                  <a:pt x="109568" y="29201"/>
                </a:cubicBezTo>
                <a:cubicBezTo>
                  <a:pt x="109531" y="29276"/>
                  <a:pt x="109494" y="29351"/>
                  <a:pt x="109494" y="29426"/>
                </a:cubicBezTo>
                <a:cubicBezTo>
                  <a:pt x="109494" y="29501"/>
                  <a:pt x="109494" y="29501"/>
                  <a:pt x="109494" y="29501"/>
                </a:cubicBezTo>
                <a:cubicBezTo>
                  <a:pt x="109494" y="29577"/>
                  <a:pt x="109494" y="29577"/>
                  <a:pt x="109531" y="29652"/>
                </a:cubicBezTo>
                <a:cubicBezTo>
                  <a:pt x="109531" y="29652"/>
                  <a:pt x="109568" y="29652"/>
                  <a:pt x="109604" y="29727"/>
                </a:cubicBezTo>
                <a:cubicBezTo>
                  <a:pt x="109604" y="29727"/>
                  <a:pt x="109604" y="29802"/>
                  <a:pt x="109604" y="29877"/>
                </a:cubicBezTo>
                <a:cubicBezTo>
                  <a:pt x="109604" y="29940"/>
                  <a:pt x="109604" y="30015"/>
                  <a:pt x="109604" y="30166"/>
                </a:cubicBezTo>
                <a:cubicBezTo>
                  <a:pt x="109678" y="30166"/>
                  <a:pt x="109678" y="30166"/>
                  <a:pt x="109678" y="30166"/>
                </a:cubicBezTo>
                <a:cubicBezTo>
                  <a:pt x="109715" y="30166"/>
                  <a:pt x="109751" y="30166"/>
                  <a:pt x="109751" y="30090"/>
                </a:cubicBezTo>
                <a:cubicBezTo>
                  <a:pt x="109788" y="30015"/>
                  <a:pt x="109788" y="30015"/>
                  <a:pt x="109825" y="29940"/>
                </a:cubicBezTo>
                <a:cubicBezTo>
                  <a:pt x="109862" y="29877"/>
                  <a:pt x="109892" y="29802"/>
                  <a:pt x="109966" y="29727"/>
                </a:cubicBezTo>
                <a:cubicBezTo>
                  <a:pt x="110003" y="29727"/>
                  <a:pt x="110003" y="29727"/>
                  <a:pt x="110039" y="29727"/>
                </a:cubicBezTo>
                <a:cubicBezTo>
                  <a:pt x="110076" y="29652"/>
                  <a:pt x="110076" y="29652"/>
                  <a:pt x="110113" y="29577"/>
                </a:cubicBezTo>
                <a:cubicBezTo>
                  <a:pt x="110150" y="29577"/>
                  <a:pt x="110150" y="29501"/>
                  <a:pt x="110150" y="29426"/>
                </a:cubicBezTo>
                <a:cubicBezTo>
                  <a:pt x="110186" y="29426"/>
                  <a:pt x="110223" y="29351"/>
                  <a:pt x="110223" y="29351"/>
                </a:cubicBezTo>
                <a:cubicBezTo>
                  <a:pt x="110260" y="29276"/>
                  <a:pt x="110260" y="29201"/>
                  <a:pt x="110297" y="29201"/>
                </a:cubicBezTo>
                <a:cubicBezTo>
                  <a:pt x="110333" y="29125"/>
                  <a:pt x="110364" y="29125"/>
                  <a:pt x="110437" y="29125"/>
                </a:cubicBezTo>
                <a:cubicBezTo>
                  <a:pt x="110437" y="29125"/>
                  <a:pt x="110474" y="29125"/>
                  <a:pt x="110511" y="29125"/>
                </a:cubicBezTo>
                <a:cubicBezTo>
                  <a:pt x="110511" y="29125"/>
                  <a:pt x="110511" y="29050"/>
                  <a:pt x="110548" y="28975"/>
                </a:cubicBezTo>
                <a:cubicBezTo>
                  <a:pt x="110548" y="28975"/>
                  <a:pt x="110548" y="28912"/>
                  <a:pt x="110548" y="28825"/>
                </a:cubicBezTo>
                <a:cubicBezTo>
                  <a:pt x="110584" y="28825"/>
                  <a:pt x="110584" y="28762"/>
                  <a:pt x="110584" y="28687"/>
                </a:cubicBezTo>
                <a:cubicBezTo>
                  <a:pt x="110621" y="28612"/>
                  <a:pt x="110584" y="28536"/>
                  <a:pt x="110584" y="28386"/>
                </a:cubicBezTo>
                <a:cubicBezTo>
                  <a:pt x="110621" y="28311"/>
                  <a:pt x="110621" y="28236"/>
                  <a:pt x="110621" y="28160"/>
                </a:cubicBezTo>
                <a:cubicBezTo>
                  <a:pt x="110695" y="28160"/>
                  <a:pt x="110732" y="28160"/>
                  <a:pt x="110768" y="28160"/>
                </a:cubicBezTo>
                <a:cubicBezTo>
                  <a:pt x="110842" y="28085"/>
                  <a:pt x="110879" y="28010"/>
                  <a:pt x="110909" y="28010"/>
                </a:cubicBezTo>
                <a:cubicBezTo>
                  <a:pt x="111277" y="28010"/>
                  <a:pt x="111277" y="28010"/>
                  <a:pt x="111277" y="28010"/>
                </a:cubicBezTo>
                <a:cubicBezTo>
                  <a:pt x="111277" y="28236"/>
                  <a:pt x="111277" y="28236"/>
                  <a:pt x="111277" y="28236"/>
                </a:cubicBezTo>
                <a:cubicBezTo>
                  <a:pt x="111240" y="28311"/>
                  <a:pt x="111240" y="28311"/>
                  <a:pt x="111203" y="28386"/>
                </a:cubicBezTo>
                <a:cubicBezTo>
                  <a:pt x="111056" y="28461"/>
                  <a:pt x="111056" y="28461"/>
                  <a:pt x="111056" y="28461"/>
                </a:cubicBezTo>
                <a:cubicBezTo>
                  <a:pt x="111019" y="28536"/>
                  <a:pt x="111019" y="28536"/>
                  <a:pt x="110983" y="28536"/>
                </a:cubicBezTo>
                <a:cubicBezTo>
                  <a:pt x="110946" y="28612"/>
                  <a:pt x="110909" y="28612"/>
                  <a:pt x="110909" y="28687"/>
                </a:cubicBezTo>
                <a:cubicBezTo>
                  <a:pt x="110909" y="28762"/>
                  <a:pt x="110879" y="28825"/>
                  <a:pt x="110879" y="28825"/>
                </a:cubicBezTo>
                <a:cubicBezTo>
                  <a:pt x="110879" y="28912"/>
                  <a:pt x="110879" y="28975"/>
                  <a:pt x="110879" y="28975"/>
                </a:cubicBezTo>
                <a:cubicBezTo>
                  <a:pt x="110879" y="29050"/>
                  <a:pt x="110879" y="29125"/>
                  <a:pt x="110879" y="29125"/>
                </a:cubicBezTo>
                <a:cubicBezTo>
                  <a:pt x="110879" y="29201"/>
                  <a:pt x="110842" y="29201"/>
                  <a:pt x="110842" y="29276"/>
                </a:cubicBezTo>
                <a:cubicBezTo>
                  <a:pt x="110842" y="29426"/>
                  <a:pt x="110805" y="29501"/>
                  <a:pt x="110768" y="29577"/>
                </a:cubicBezTo>
                <a:cubicBezTo>
                  <a:pt x="110768" y="29652"/>
                  <a:pt x="110768" y="29727"/>
                  <a:pt x="110768" y="29727"/>
                </a:cubicBezTo>
                <a:cubicBezTo>
                  <a:pt x="110768" y="29802"/>
                  <a:pt x="110768" y="29877"/>
                  <a:pt x="110732" y="29877"/>
                </a:cubicBezTo>
                <a:cubicBezTo>
                  <a:pt x="110732" y="29940"/>
                  <a:pt x="110732" y="30015"/>
                  <a:pt x="110695" y="30015"/>
                </a:cubicBezTo>
                <a:cubicBezTo>
                  <a:pt x="110658" y="30015"/>
                  <a:pt x="110658" y="30015"/>
                  <a:pt x="110621" y="30090"/>
                </a:cubicBezTo>
                <a:cubicBezTo>
                  <a:pt x="110584" y="30090"/>
                  <a:pt x="110548" y="30090"/>
                  <a:pt x="110548" y="30166"/>
                </a:cubicBezTo>
                <a:cubicBezTo>
                  <a:pt x="110511" y="30166"/>
                  <a:pt x="110474" y="30166"/>
                  <a:pt x="110474" y="30166"/>
                </a:cubicBezTo>
                <a:cubicBezTo>
                  <a:pt x="110437" y="30241"/>
                  <a:pt x="110437" y="30241"/>
                  <a:pt x="110437" y="30316"/>
                </a:cubicBezTo>
                <a:cubicBezTo>
                  <a:pt x="110437" y="30391"/>
                  <a:pt x="110437" y="30391"/>
                  <a:pt x="110437" y="30466"/>
                </a:cubicBezTo>
                <a:cubicBezTo>
                  <a:pt x="110407" y="30617"/>
                  <a:pt x="110333" y="30617"/>
                  <a:pt x="110297" y="30692"/>
                </a:cubicBezTo>
                <a:cubicBezTo>
                  <a:pt x="110223" y="30767"/>
                  <a:pt x="110150" y="30905"/>
                  <a:pt x="110076" y="30993"/>
                </a:cubicBezTo>
                <a:cubicBezTo>
                  <a:pt x="110003" y="31131"/>
                  <a:pt x="109929" y="31206"/>
                  <a:pt x="109862" y="31281"/>
                </a:cubicBezTo>
                <a:cubicBezTo>
                  <a:pt x="109751" y="31356"/>
                  <a:pt x="109715" y="31507"/>
                  <a:pt x="109641" y="31582"/>
                </a:cubicBezTo>
                <a:cubicBezTo>
                  <a:pt x="109568" y="31732"/>
                  <a:pt x="109531" y="31883"/>
                  <a:pt x="109457" y="32020"/>
                </a:cubicBezTo>
                <a:cubicBezTo>
                  <a:pt x="109457" y="32096"/>
                  <a:pt x="109421" y="32171"/>
                  <a:pt x="109421" y="32171"/>
                </a:cubicBezTo>
                <a:cubicBezTo>
                  <a:pt x="109347" y="32246"/>
                  <a:pt x="109316" y="32246"/>
                  <a:pt x="109280" y="32321"/>
                </a:cubicBezTo>
                <a:cubicBezTo>
                  <a:pt x="109243" y="32396"/>
                  <a:pt x="109280" y="32472"/>
                  <a:pt x="109243" y="32472"/>
                </a:cubicBezTo>
                <a:cubicBezTo>
                  <a:pt x="109243" y="32547"/>
                  <a:pt x="109206" y="32622"/>
                  <a:pt x="109169" y="32622"/>
                </a:cubicBezTo>
                <a:lnTo>
                  <a:pt x="109133" y="32622"/>
                </a:lnTo>
                <a:cubicBezTo>
                  <a:pt x="109096" y="32622"/>
                  <a:pt x="109059" y="32622"/>
                  <a:pt x="109022" y="32622"/>
                </a:cubicBezTo>
                <a:cubicBezTo>
                  <a:pt x="108986" y="32622"/>
                  <a:pt x="108986" y="32697"/>
                  <a:pt x="108949" y="32697"/>
                </a:cubicBezTo>
                <a:cubicBezTo>
                  <a:pt x="108949" y="32697"/>
                  <a:pt x="108912" y="32772"/>
                  <a:pt x="108875" y="32772"/>
                </a:cubicBezTo>
                <a:cubicBezTo>
                  <a:pt x="108845" y="32772"/>
                  <a:pt x="108808" y="32848"/>
                  <a:pt x="108735" y="32923"/>
                </a:cubicBezTo>
                <a:cubicBezTo>
                  <a:pt x="108698" y="32923"/>
                  <a:pt x="108698" y="32923"/>
                  <a:pt x="108661" y="32985"/>
                </a:cubicBezTo>
                <a:cubicBezTo>
                  <a:pt x="108624" y="32985"/>
                  <a:pt x="108624" y="32923"/>
                  <a:pt x="108588" y="32985"/>
                </a:cubicBezTo>
                <a:cubicBezTo>
                  <a:pt x="108551" y="32985"/>
                  <a:pt x="108551" y="32985"/>
                  <a:pt x="108514" y="33073"/>
                </a:cubicBezTo>
                <a:cubicBezTo>
                  <a:pt x="108514" y="33073"/>
                  <a:pt x="108477" y="33136"/>
                  <a:pt x="108477" y="33211"/>
                </a:cubicBezTo>
                <a:cubicBezTo>
                  <a:pt x="108477" y="33286"/>
                  <a:pt x="108514" y="33286"/>
                  <a:pt x="108514" y="33361"/>
                </a:cubicBezTo>
                <a:cubicBezTo>
                  <a:pt x="108514" y="33512"/>
                  <a:pt x="108514" y="33662"/>
                  <a:pt x="108477" y="33813"/>
                </a:cubicBezTo>
                <a:cubicBezTo>
                  <a:pt x="108477" y="33888"/>
                  <a:pt x="108441" y="33888"/>
                  <a:pt x="108404" y="33963"/>
                </a:cubicBezTo>
                <a:cubicBezTo>
                  <a:pt x="108404" y="33963"/>
                  <a:pt x="108367" y="33963"/>
                  <a:pt x="108330" y="34038"/>
                </a:cubicBezTo>
                <a:cubicBezTo>
                  <a:pt x="108330" y="34101"/>
                  <a:pt x="108330" y="34101"/>
                  <a:pt x="108330" y="34176"/>
                </a:cubicBezTo>
                <a:cubicBezTo>
                  <a:pt x="108330" y="34251"/>
                  <a:pt x="108300" y="34251"/>
                  <a:pt x="108263" y="34326"/>
                </a:cubicBezTo>
                <a:cubicBezTo>
                  <a:pt x="108263" y="34402"/>
                  <a:pt x="108263" y="34477"/>
                  <a:pt x="108263" y="34552"/>
                </a:cubicBezTo>
                <a:cubicBezTo>
                  <a:pt x="108263" y="34627"/>
                  <a:pt x="108300" y="34702"/>
                  <a:pt x="108263" y="34853"/>
                </a:cubicBezTo>
                <a:cubicBezTo>
                  <a:pt x="108263" y="34928"/>
                  <a:pt x="108189" y="35003"/>
                  <a:pt x="108189" y="35154"/>
                </a:cubicBezTo>
                <a:cubicBezTo>
                  <a:pt x="108189" y="35216"/>
                  <a:pt x="108189" y="35291"/>
                  <a:pt x="108189" y="35442"/>
                </a:cubicBezTo>
                <a:cubicBezTo>
                  <a:pt x="108189" y="35517"/>
                  <a:pt x="108189" y="35592"/>
                  <a:pt x="108189" y="35743"/>
                </a:cubicBezTo>
                <a:cubicBezTo>
                  <a:pt x="108189" y="36332"/>
                  <a:pt x="108226" y="36632"/>
                  <a:pt x="108226" y="37234"/>
                </a:cubicBezTo>
                <a:cubicBezTo>
                  <a:pt x="108226" y="37297"/>
                  <a:pt x="108226" y="37372"/>
                  <a:pt x="108226" y="37447"/>
                </a:cubicBezTo>
                <a:cubicBezTo>
                  <a:pt x="108226" y="37522"/>
                  <a:pt x="108189" y="37522"/>
                  <a:pt x="108153" y="37597"/>
                </a:cubicBezTo>
                <a:cubicBezTo>
                  <a:pt x="108330" y="38199"/>
                  <a:pt x="108330" y="38199"/>
                  <a:pt x="108330" y="38199"/>
                </a:cubicBezTo>
                <a:cubicBezTo>
                  <a:pt x="108330" y="39377"/>
                  <a:pt x="108330" y="39377"/>
                  <a:pt x="108330" y="39377"/>
                </a:cubicBezTo>
                <a:cubicBezTo>
                  <a:pt x="108367" y="39377"/>
                  <a:pt x="108367" y="39452"/>
                  <a:pt x="108404" y="39452"/>
                </a:cubicBezTo>
                <a:cubicBezTo>
                  <a:pt x="108441" y="39452"/>
                  <a:pt x="108441" y="39377"/>
                  <a:pt x="108477" y="39314"/>
                </a:cubicBezTo>
                <a:cubicBezTo>
                  <a:pt x="108514" y="39314"/>
                  <a:pt x="108551" y="39314"/>
                  <a:pt x="108551" y="39314"/>
                </a:cubicBezTo>
                <a:cubicBezTo>
                  <a:pt x="108588" y="39314"/>
                  <a:pt x="108588" y="39239"/>
                  <a:pt x="108624" y="39239"/>
                </a:cubicBezTo>
                <a:cubicBezTo>
                  <a:pt x="108661" y="39239"/>
                  <a:pt x="108661" y="39164"/>
                  <a:pt x="108698" y="39164"/>
                </a:cubicBezTo>
                <a:cubicBezTo>
                  <a:pt x="108735" y="39164"/>
                  <a:pt x="108771" y="39164"/>
                  <a:pt x="108808" y="39164"/>
                </a:cubicBezTo>
                <a:cubicBezTo>
                  <a:pt x="108808" y="39014"/>
                  <a:pt x="108808" y="38938"/>
                  <a:pt x="108808" y="38788"/>
                </a:cubicBezTo>
                <a:cubicBezTo>
                  <a:pt x="108808" y="38713"/>
                  <a:pt x="108808" y="38638"/>
                  <a:pt x="108808" y="38638"/>
                </a:cubicBezTo>
                <a:cubicBezTo>
                  <a:pt x="108845" y="38562"/>
                  <a:pt x="108845" y="38487"/>
                  <a:pt x="108875" y="38487"/>
                </a:cubicBezTo>
                <a:cubicBezTo>
                  <a:pt x="108875" y="38412"/>
                  <a:pt x="108912" y="38412"/>
                  <a:pt x="108949" y="38412"/>
                </a:cubicBezTo>
                <a:cubicBezTo>
                  <a:pt x="108949" y="38337"/>
                  <a:pt x="108986" y="38337"/>
                  <a:pt x="108986" y="38274"/>
                </a:cubicBezTo>
                <a:cubicBezTo>
                  <a:pt x="109022" y="38199"/>
                  <a:pt x="109022" y="38199"/>
                  <a:pt x="109059" y="38124"/>
                </a:cubicBezTo>
                <a:cubicBezTo>
                  <a:pt x="109096" y="37973"/>
                  <a:pt x="109096" y="37973"/>
                  <a:pt x="109096" y="37973"/>
                </a:cubicBezTo>
                <a:cubicBezTo>
                  <a:pt x="109096" y="37898"/>
                  <a:pt x="109096" y="37898"/>
                  <a:pt x="109133" y="37823"/>
                </a:cubicBezTo>
                <a:cubicBezTo>
                  <a:pt x="109133" y="37748"/>
                  <a:pt x="109169" y="37673"/>
                  <a:pt x="109206" y="37673"/>
                </a:cubicBezTo>
                <a:cubicBezTo>
                  <a:pt x="109243" y="37673"/>
                  <a:pt x="109243" y="37673"/>
                  <a:pt x="109243" y="37673"/>
                </a:cubicBezTo>
                <a:cubicBezTo>
                  <a:pt x="109280" y="37673"/>
                  <a:pt x="109280" y="37748"/>
                  <a:pt x="109316" y="37748"/>
                </a:cubicBezTo>
                <a:cubicBezTo>
                  <a:pt x="109390" y="37748"/>
                  <a:pt x="109390" y="37748"/>
                  <a:pt x="109390" y="37748"/>
                </a:cubicBezTo>
                <a:cubicBezTo>
                  <a:pt x="109390" y="37748"/>
                  <a:pt x="109421" y="37748"/>
                  <a:pt x="109457" y="37748"/>
                </a:cubicBezTo>
                <a:cubicBezTo>
                  <a:pt x="109457" y="37748"/>
                  <a:pt x="109494" y="37673"/>
                  <a:pt x="109494" y="37597"/>
                </a:cubicBezTo>
                <a:cubicBezTo>
                  <a:pt x="109531" y="37597"/>
                  <a:pt x="109531" y="37522"/>
                  <a:pt x="109531" y="37447"/>
                </a:cubicBezTo>
                <a:cubicBezTo>
                  <a:pt x="109531" y="36783"/>
                  <a:pt x="109531" y="36783"/>
                  <a:pt x="109531" y="36783"/>
                </a:cubicBezTo>
                <a:cubicBezTo>
                  <a:pt x="109568" y="36632"/>
                  <a:pt x="109604" y="36557"/>
                  <a:pt x="109641" y="36482"/>
                </a:cubicBezTo>
                <a:cubicBezTo>
                  <a:pt x="109678" y="36407"/>
                  <a:pt x="109715" y="36407"/>
                  <a:pt x="109715" y="36332"/>
                </a:cubicBezTo>
                <a:cubicBezTo>
                  <a:pt x="110223" y="36332"/>
                  <a:pt x="110223" y="36332"/>
                  <a:pt x="110223" y="36332"/>
                </a:cubicBezTo>
                <a:cubicBezTo>
                  <a:pt x="110223" y="35968"/>
                  <a:pt x="110223" y="35968"/>
                  <a:pt x="110223" y="35968"/>
                </a:cubicBezTo>
                <a:cubicBezTo>
                  <a:pt x="110223" y="35818"/>
                  <a:pt x="110186" y="35818"/>
                  <a:pt x="110150" y="35667"/>
                </a:cubicBezTo>
                <a:cubicBezTo>
                  <a:pt x="110150" y="35592"/>
                  <a:pt x="110113" y="35592"/>
                  <a:pt x="110113" y="35517"/>
                </a:cubicBezTo>
                <a:cubicBezTo>
                  <a:pt x="110113" y="35367"/>
                  <a:pt x="110113" y="35367"/>
                  <a:pt x="110113" y="35367"/>
                </a:cubicBezTo>
                <a:cubicBezTo>
                  <a:pt x="110113" y="35216"/>
                  <a:pt x="110113" y="35216"/>
                  <a:pt x="110113" y="35216"/>
                </a:cubicBezTo>
                <a:lnTo>
                  <a:pt x="110150" y="35154"/>
                </a:lnTo>
                <a:cubicBezTo>
                  <a:pt x="110186" y="35078"/>
                  <a:pt x="110223" y="35003"/>
                  <a:pt x="110223" y="34928"/>
                </a:cubicBezTo>
                <a:cubicBezTo>
                  <a:pt x="110260" y="34853"/>
                  <a:pt x="110260" y="34853"/>
                  <a:pt x="110260" y="34778"/>
                </a:cubicBezTo>
                <a:cubicBezTo>
                  <a:pt x="110297" y="34702"/>
                  <a:pt x="110297" y="34627"/>
                  <a:pt x="110333" y="34627"/>
                </a:cubicBezTo>
                <a:cubicBezTo>
                  <a:pt x="110364" y="34627"/>
                  <a:pt x="110407" y="34627"/>
                  <a:pt x="110437" y="34702"/>
                </a:cubicBezTo>
                <a:cubicBezTo>
                  <a:pt x="110474" y="34702"/>
                  <a:pt x="110437" y="34778"/>
                  <a:pt x="110474" y="34853"/>
                </a:cubicBezTo>
                <a:cubicBezTo>
                  <a:pt x="110474" y="34853"/>
                  <a:pt x="110511" y="34853"/>
                  <a:pt x="110548" y="34928"/>
                </a:cubicBezTo>
                <a:cubicBezTo>
                  <a:pt x="110658" y="34928"/>
                  <a:pt x="110658" y="34928"/>
                  <a:pt x="110658" y="34928"/>
                </a:cubicBezTo>
                <a:cubicBezTo>
                  <a:pt x="110695" y="34627"/>
                  <a:pt x="110695" y="34627"/>
                  <a:pt x="110695" y="34627"/>
                </a:cubicBezTo>
                <a:cubicBezTo>
                  <a:pt x="110658" y="34627"/>
                  <a:pt x="110658" y="34552"/>
                  <a:pt x="110621" y="34477"/>
                </a:cubicBezTo>
                <a:cubicBezTo>
                  <a:pt x="110584" y="34402"/>
                  <a:pt x="110548" y="34402"/>
                  <a:pt x="110511" y="34251"/>
                </a:cubicBezTo>
                <a:cubicBezTo>
                  <a:pt x="110511" y="34176"/>
                  <a:pt x="110511" y="34176"/>
                  <a:pt x="110511" y="34101"/>
                </a:cubicBezTo>
                <a:cubicBezTo>
                  <a:pt x="110511" y="34038"/>
                  <a:pt x="110511" y="34038"/>
                  <a:pt x="110511" y="33963"/>
                </a:cubicBezTo>
                <a:cubicBezTo>
                  <a:pt x="110511" y="33888"/>
                  <a:pt x="110474" y="33888"/>
                  <a:pt x="110474" y="33813"/>
                </a:cubicBezTo>
                <a:cubicBezTo>
                  <a:pt x="110474" y="33737"/>
                  <a:pt x="110474" y="33662"/>
                  <a:pt x="110474" y="33512"/>
                </a:cubicBezTo>
                <a:cubicBezTo>
                  <a:pt x="110474" y="33437"/>
                  <a:pt x="110437" y="33437"/>
                  <a:pt x="110474" y="33361"/>
                </a:cubicBezTo>
                <a:cubicBezTo>
                  <a:pt x="110474" y="33286"/>
                  <a:pt x="110511" y="33361"/>
                  <a:pt x="110548" y="33286"/>
                </a:cubicBezTo>
                <a:cubicBezTo>
                  <a:pt x="110548" y="33286"/>
                  <a:pt x="110584" y="33286"/>
                  <a:pt x="110584" y="33211"/>
                </a:cubicBezTo>
                <a:cubicBezTo>
                  <a:pt x="110584" y="33211"/>
                  <a:pt x="110621" y="33136"/>
                  <a:pt x="110584" y="33136"/>
                </a:cubicBezTo>
                <a:cubicBezTo>
                  <a:pt x="110584" y="33073"/>
                  <a:pt x="110548" y="32985"/>
                  <a:pt x="110548" y="32985"/>
                </a:cubicBezTo>
                <a:cubicBezTo>
                  <a:pt x="110511" y="32985"/>
                  <a:pt x="110511" y="32923"/>
                  <a:pt x="110474" y="32985"/>
                </a:cubicBezTo>
                <a:cubicBezTo>
                  <a:pt x="110437" y="32985"/>
                  <a:pt x="110437" y="33136"/>
                  <a:pt x="110437" y="33136"/>
                </a:cubicBezTo>
                <a:cubicBezTo>
                  <a:pt x="110297" y="33136"/>
                  <a:pt x="110297" y="33136"/>
                  <a:pt x="110297" y="33136"/>
                </a:cubicBezTo>
                <a:cubicBezTo>
                  <a:pt x="110297" y="32985"/>
                  <a:pt x="110260" y="32923"/>
                  <a:pt x="110297" y="32772"/>
                </a:cubicBezTo>
                <a:cubicBezTo>
                  <a:pt x="110297" y="32697"/>
                  <a:pt x="110333" y="32622"/>
                  <a:pt x="110364" y="32472"/>
                </a:cubicBezTo>
                <a:cubicBezTo>
                  <a:pt x="110364" y="32472"/>
                  <a:pt x="110364" y="32396"/>
                  <a:pt x="110364" y="32321"/>
                </a:cubicBezTo>
                <a:cubicBezTo>
                  <a:pt x="110407" y="32321"/>
                  <a:pt x="110407" y="32246"/>
                  <a:pt x="110437" y="32246"/>
                </a:cubicBezTo>
                <a:cubicBezTo>
                  <a:pt x="110474" y="32096"/>
                  <a:pt x="110511" y="32171"/>
                  <a:pt x="110548" y="32096"/>
                </a:cubicBezTo>
                <a:cubicBezTo>
                  <a:pt x="110584" y="32020"/>
                  <a:pt x="110621" y="31958"/>
                  <a:pt x="110621" y="31958"/>
                </a:cubicBezTo>
                <a:cubicBezTo>
                  <a:pt x="110621" y="31883"/>
                  <a:pt x="110621" y="31807"/>
                  <a:pt x="110621" y="31807"/>
                </a:cubicBezTo>
                <a:cubicBezTo>
                  <a:pt x="110658" y="31732"/>
                  <a:pt x="110658" y="31732"/>
                  <a:pt x="110658" y="31657"/>
                </a:cubicBezTo>
                <a:cubicBezTo>
                  <a:pt x="110695" y="31582"/>
                  <a:pt x="110695" y="31582"/>
                  <a:pt x="110695" y="31507"/>
                </a:cubicBezTo>
                <a:cubicBezTo>
                  <a:pt x="110695" y="31356"/>
                  <a:pt x="110695" y="31281"/>
                  <a:pt x="110695" y="31206"/>
                </a:cubicBezTo>
                <a:cubicBezTo>
                  <a:pt x="110695" y="31131"/>
                  <a:pt x="110695" y="31055"/>
                  <a:pt x="110695" y="31055"/>
                </a:cubicBezTo>
                <a:cubicBezTo>
                  <a:pt x="110695" y="30993"/>
                  <a:pt x="110695" y="30905"/>
                  <a:pt x="110732" y="30905"/>
                </a:cubicBezTo>
                <a:cubicBezTo>
                  <a:pt x="110732" y="30842"/>
                  <a:pt x="110768" y="30767"/>
                  <a:pt x="110768" y="30767"/>
                </a:cubicBezTo>
                <a:cubicBezTo>
                  <a:pt x="110805" y="30692"/>
                  <a:pt x="110842" y="30692"/>
                  <a:pt x="110842" y="30692"/>
                </a:cubicBezTo>
                <a:cubicBezTo>
                  <a:pt x="110879" y="30692"/>
                  <a:pt x="110879" y="30692"/>
                  <a:pt x="110909" y="30692"/>
                </a:cubicBezTo>
                <a:cubicBezTo>
                  <a:pt x="110983" y="30692"/>
                  <a:pt x="111019" y="30767"/>
                  <a:pt x="111056" y="30842"/>
                </a:cubicBezTo>
                <a:cubicBezTo>
                  <a:pt x="111093" y="30842"/>
                  <a:pt x="111056" y="30905"/>
                  <a:pt x="111093" y="30993"/>
                </a:cubicBezTo>
                <a:cubicBezTo>
                  <a:pt x="111130" y="30993"/>
                  <a:pt x="111166" y="31055"/>
                  <a:pt x="111203" y="31055"/>
                </a:cubicBezTo>
                <a:cubicBezTo>
                  <a:pt x="111240" y="31055"/>
                  <a:pt x="111277" y="31055"/>
                  <a:pt x="111313" y="30993"/>
                </a:cubicBezTo>
                <a:cubicBezTo>
                  <a:pt x="111313" y="30993"/>
                  <a:pt x="111350" y="30905"/>
                  <a:pt x="111350" y="30842"/>
                </a:cubicBezTo>
                <a:cubicBezTo>
                  <a:pt x="111381" y="30842"/>
                  <a:pt x="111381" y="30767"/>
                  <a:pt x="111424" y="30692"/>
                </a:cubicBezTo>
                <a:cubicBezTo>
                  <a:pt x="111424" y="30692"/>
                  <a:pt x="111454" y="30692"/>
                  <a:pt x="111491" y="30617"/>
                </a:cubicBezTo>
                <a:cubicBezTo>
                  <a:pt x="111491" y="30692"/>
                  <a:pt x="111528" y="30692"/>
                  <a:pt x="111528" y="30767"/>
                </a:cubicBezTo>
                <a:cubicBezTo>
                  <a:pt x="111565" y="30767"/>
                  <a:pt x="111528" y="30842"/>
                  <a:pt x="111528" y="30905"/>
                </a:cubicBezTo>
                <a:cubicBezTo>
                  <a:pt x="111565" y="30993"/>
                  <a:pt x="111601" y="30993"/>
                  <a:pt x="111601" y="31055"/>
                </a:cubicBezTo>
                <a:cubicBezTo>
                  <a:pt x="111601" y="30993"/>
                  <a:pt x="111638" y="31055"/>
                  <a:pt x="111675" y="31055"/>
                </a:cubicBezTo>
                <a:cubicBezTo>
                  <a:pt x="111712" y="30993"/>
                  <a:pt x="111712" y="30993"/>
                  <a:pt x="111748" y="30905"/>
                </a:cubicBezTo>
                <a:cubicBezTo>
                  <a:pt x="111748" y="30905"/>
                  <a:pt x="111785" y="30842"/>
                  <a:pt x="111822" y="30842"/>
                </a:cubicBezTo>
                <a:cubicBezTo>
                  <a:pt x="111852" y="30692"/>
                  <a:pt x="111852" y="30617"/>
                  <a:pt x="111926" y="30542"/>
                </a:cubicBezTo>
                <a:cubicBezTo>
                  <a:pt x="111926" y="30466"/>
                  <a:pt x="111926" y="30391"/>
                  <a:pt x="111963" y="30391"/>
                </a:cubicBezTo>
                <a:cubicBezTo>
                  <a:pt x="112000" y="30391"/>
                  <a:pt x="112036" y="30391"/>
                  <a:pt x="112073" y="30391"/>
                </a:cubicBezTo>
                <a:cubicBezTo>
                  <a:pt x="112110" y="30391"/>
                  <a:pt x="112147" y="30391"/>
                  <a:pt x="112183" y="30391"/>
                </a:cubicBezTo>
                <a:cubicBezTo>
                  <a:pt x="112220" y="30391"/>
                  <a:pt x="112220" y="30391"/>
                  <a:pt x="112257" y="30391"/>
                </a:cubicBezTo>
                <a:cubicBezTo>
                  <a:pt x="112257" y="30466"/>
                  <a:pt x="112294" y="30466"/>
                  <a:pt x="112330" y="30466"/>
                </a:cubicBezTo>
                <a:cubicBezTo>
                  <a:pt x="112839" y="30466"/>
                  <a:pt x="112839" y="30466"/>
                  <a:pt x="112839" y="30466"/>
                </a:cubicBezTo>
                <a:cubicBezTo>
                  <a:pt x="112839" y="30542"/>
                  <a:pt x="112802" y="30617"/>
                  <a:pt x="112839" y="30767"/>
                </a:cubicBezTo>
                <a:cubicBezTo>
                  <a:pt x="112839" y="30842"/>
                  <a:pt x="112802" y="30842"/>
                  <a:pt x="112839" y="30905"/>
                </a:cubicBezTo>
                <a:cubicBezTo>
                  <a:pt x="112839" y="30993"/>
                  <a:pt x="112875" y="31055"/>
                  <a:pt x="112912" y="31131"/>
                </a:cubicBezTo>
                <a:cubicBezTo>
                  <a:pt x="112943" y="31131"/>
                  <a:pt x="112980" y="31131"/>
                  <a:pt x="112980" y="31131"/>
                </a:cubicBezTo>
                <a:cubicBezTo>
                  <a:pt x="112980" y="30905"/>
                  <a:pt x="112980" y="30692"/>
                  <a:pt x="113053" y="30542"/>
                </a:cubicBezTo>
                <a:cubicBezTo>
                  <a:pt x="113090" y="30542"/>
                  <a:pt x="113127" y="30542"/>
                  <a:pt x="113127" y="30466"/>
                </a:cubicBezTo>
                <a:cubicBezTo>
                  <a:pt x="113163" y="30466"/>
                  <a:pt x="113163" y="30391"/>
                  <a:pt x="113200" y="30391"/>
                </a:cubicBezTo>
                <a:cubicBezTo>
                  <a:pt x="113237" y="30316"/>
                  <a:pt x="113237" y="30316"/>
                  <a:pt x="113274" y="30241"/>
                </a:cubicBezTo>
                <a:cubicBezTo>
                  <a:pt x="113310" y="30090"/>
                  <a:pt x="113310" y="30015"/>
                  <a:pt x="113384" y="29940"/>
                </a:cubicBezTo>
                <a:cubicBezTo>
                  <a:pt x="113384" y="29877"/>
                  <a:pt x="113415" y="29802"/>
                  <a:pt x="113415" y="29727"/>
                </a:cubicBezTo>
                <a:cubicBezTo>
                  <a:pt x="113457" y="29727"/>
                  <a:pt x="113457" y="29652"/>
                  <a:pt x="113488" y="29577"/>
                </a:cubicBezTo>
                <a:cubicBezTo>
                  <a:pt x="113525" y="29577"/>
                  <a:pt x="113562" y="29577"/>
                  <a:pt x="113635" y="29501"/>
                </a:cubicBezTo>
                <a:cubicBezTo>
                  <a:pt x="113672" y="29501"/>
                  <a:pt x="113672" y="29426"/>
                  <a:pt x="113709" y="29426"/>
                </a:cubicBezTo>
                <a:cubicBezTo>
                  <a:pt x="113819" y="29426"/>
                  <a:pt x="113819" y="29426"/>
                  <a:pt x="113819" y="29426"/>
                </a:cubicBezTo>
                <a:cubicBezTo>
                  <a:pt x="113856" y="29426"/>
                  <a:pt x="113892" y="29501"/>
                  <a:pt x="113960" y="29426"/>
                </a:cubicBezTo>
                <a:cubicBezTo>
                  <a:pt x="113996" y="29426"/>
                  <a:pt x="113996" y="29426"/>
                  <a:pt x="114033" y="29351"/>
                </a:cubicBezTo>
                <a:cubicBezTo>
                  <a:pt x="114070" y="29351"/>
                  <a:pt x="114107" y="29351"/>
                  <a:pt x="114180" y="29276"/>
                </a:cubicBezTo>
                <a:cubicBezTo>
                  <a:pt x="114217" y="29276"/>
                  <a:pt x="114217" y="29276"/>
                  <a:pt x="114254" y="29201"/>
                </a:cubicBezTo>
                <a:cubicBezTo>
                  <a:pt x="114290" y="29201"/>
                  <a:pt x="114290" y="29125"/>
                  <a:pt x="114290" y="29050"/>
                </a:cubicBezTo>
                <a:cubicBezTo>
                  <a:pt x="114327" y="28975"/>
                  <a:pt x="114327" y="28975"/>
                  <a:pt x="114364" y="28912"/>
                </a:cubicBezTo>
                <a:cubicBezTo>
                  <a:pt x="114401" y="28912"/>
                  <a:pt x="114401" y="28912"/>
                  <a:pt x="114437" y="28912"/>
                </a:cubicBezTo>
                <a:cubicBezTo>
                  <a:pt x="114505" y="28825"/>
                  <a:pt x="114542" y="28612"/>
                  <a:pt x="114652" y="28612"/>
                </a:cubicBezTo>
                <a:cubicBezTo>
                  <a:pt x="114689" y="28612"/>
                  <a:pt x="114725" y="28612"/>
                  <a:pt x="114799" y="28612"/>
                </a:cubicBezTo>
                <a:cubicBezTo>
                  <a:pt x="114836" y="28612"/>
                  <a:pt x="114872" y="28536"/>
                  <a:pt x="114872" y="28536"/>
                </a:cubicBezTo>
                <a:cubicBezTo>
                  <a:pt x="114909" y="28536"/>
                  <a:pt x="114946" y="28461"/>
                  <a:pt x="114977" y="28461"/>
                </a:cubicBezTo>
                <a:cubicBezTo>
                  <a:pt x="115050" y="28386"/>
                  <a:pt x="115050" y="28236"/>
                  <a:pt x="115124" y="28160"/>
                </a:cubicBezTo>
                <a:cubicBezTo>
                  <a:pt x="115124" y="28085"/>
                  <a:pt x="115160" y="28010"/>
                  <a:pt x="115197" y="28010"/>
                </a:cubicBezTo>
                <a:cubicBezTo>
                  <a:pt x="115234" y="28010"/>
                  <a:pt x="115271" y="28010"/>
                  <a:pt x="115307" y="28010"/>
                </a:cubicBezTo>
                <a:cubicBezTo>
                  <a:pt x="115418" y="28010"/>
                  <a:pt x="115454" y="28010"/>
                  <a:pt x="115522" y="28085"/>
                </a:cubicBezTo>
                <a:cubicBezTo>
                  <a:pt x="115558" y="28085"/>
                  <a:pt x="115558" y="28160"/>
                  <a:pt x="115595" y="28160"/>
                </a:cubicBezTo>
                <a:cubicBezTo>
                  <a:pt x="115632" y="28236"/>
                  <a:pt x="115632" y="28311"/>
                  <a:pt x="115669" y="28311"/>
                </a:cubicBezTo>
                <a:cubicBezTo>
                  <a:pt x="115705" y="28311"/>
                  <a:pt x="115705" y="28311"/>
                  <a:pt x="115742" y="28386"/>
                </a:cubicBezTo>
                <a:cubicBezTo>
                  <a:pt x="115816" y="28386"/>
                  <a:pt x="115852" y="28386"/>
                  <a:pt x="115926" y="28386"/>
                </a:cubicBezTo>
                <a:cubicBezTo>
                  <a:pt x="116030" y="28386"/>
                  <a:pt x="116030" y="28386"/>
                  <a:pt x="116030" y="28386"/>
                </a:cubicBezTo>
                <a:cubicBezTo>
                  <a:pt x="116067" y="28386"/>
                  <a:pt x="116067" y="28386"/>
                  <a:pt x="116104" y="28386"/>
                </a:cubicBezTo>
                <a:cubicBezTo>
                  <a:pt x="116104" y="27935"/>
                  <a:pt x="116104" y="27935"/>
                  <a:pt x="116104" y="27935"/>
                </a:cubicBezTo>
                <a:cubicBezTo>
                  <a:pt x="116067" y="27860"/>
                  <a:pt x="116067" y="27860"/>
                  <a:pt x="116030" y="27797"/>
                </a:cubicBezTo>
                <a:cubicBezTo>
                  <a:pt x="116030" y="27797"/>
                  <a:pt x="116000" y="27797"/>
                  <a:pt x="115963" y="27722"/>
                </a:cubicBezTo>
                <a:cubicBezTo>
                  <a:pt x="115963" y="27646"/>
                  <a:pt x="115963" y="27646"/>
                  <a:pt x="115963" y="27571"/>
                </a:cubicBezTo>
                <a:cubicBezTo>
                  <a:pt x="115926" y="27421"/>
                  <a:pt x="115926" y="27421"/>
                  <a:pt x="115926" y="27421"/>
                </a:cubicBezTo>
                <a:cubicBezTo>
                  <a:pt x="115889" y="27346"/>
                  <a:pt x="115889" y="27346"/>
                  <a:pt x="115852" y="27271"/>
                </a:cubicBezTo>
                <a:cubicBezTo>
                  <a:pt x="115852" y="27195"/>
                  <a:pt x="115816" y="27195"/>
                  <a:pt x="115816" y="27120"/>
                </a:cubicBezTo>
                <a:cubicBezTo>
                  <a:pt x="115816" y="27120"/>
                  <a:pt x="115816" y="27045"/>
                  <a:pt x="115779" y="26970"/>
                </a:cubicBezTo>
                <a:cubicBezTo>
                  <a:pt x="115779" y="26531"/>
                  <a:pt x="115779" y="26531"/>
                  <a:pt x="115779" y="26531"/>
                </a:cubicBezTo>
                <a:cubicBezTo>
                  <a:pt x="115705" y="26531"/>
                  <a:pt x="115632" y="26606"/>
                  <a:pt x="115595" y="26456"/>
                </a:cubicBezTo>
                <a:cubicBezTo>
                  <a:pt x="115558" y="26456"/>
                  <a:pt x="115558" y="26381"/>
                  <a:pt x="115558" y="26381"/>
                </a:cubicBezTo>
                <a:cubicBezTo>
                  <a:pt x="115522" y="26306"/>
                  <a:pt x="115558" y="26230"/>
                  <a:pt x="115522" y="26230"/>
                </a:cubicBezTo>
                <a:cubicBezTo>
                  <a:pt x="115522" y="26155"/>
                  <a:pt x="115522" y="26080"/>
                  <a:pt x="115485" y="26080"/>
                </a:cubicBezTo>
                <a:cubicBezTo>
                  <a:pt x="115485" y="26005"/>
                  <a:pt x="115454" y="26005"/>
                  <a:pt x="115418" y="26005"/>
                </a:cubicBezTo>
                <a:cubicBezTo>
                  <a:pt x="115050" y="26005"/>
                  <a:pt x="115050" y="26005"/>
                  <a:pt x="115050" y="26005"/>
                </a:cubicBezTo>
                <a:cubicBezTo>
                  <a:pt x="115013" y="26005"/>
                  <a:pt x="115013" y="26005"/>
                  <a:pt x="114977" y="26005"/>
                </a:cubicBezTo>
                <a:cubicBezTo>
                  <a:pt x="114946" y="25930"/>
                  <a:pt x="114977" y="25854"/>
                  <a:pt x="114946" y="25854"/>
                </a:cubicBezTo>
                <a:cubicBezTo>
                  <a:pt x="114977" y="25779"/>
                  <a:pt x="114977" y="25716"/>
                  <a:pt x="115013" y="25716"/>
                </a:cubicBezTo>
                <a:cubicBezTo>
                  <a:pt x="115013" y="25716"/>
                  <a:pt x="115050" y="25716"/>
                  <a:pt x="115087" y="25641"/>
                </a:cubicBezTo>
                <a:cubicBezTo>
                  <a:pt x="115124" y="25641"/>
                  <a:pt x="115124" y="25566"/>
                  <a:pt x="115160" y="25491"/>
                </a:cubicBezTo>
                <a:cubicBezTo>
                  <a:pt x="115160" y="25491"/>
                  <a:pt x="115197" y="25491"/>
                  <a:pt x="115234" y="25491"/>
                </a:cubicBezTo>
                <a:cubicBezTo>
                  <a:pt x="115271" y="25491"/>
                  <a:pt x="115271" y="25491"/>
                  <a:pt x="115271" y="25491"/>
                </a:cubicBezTo>
                <a:cubicBezTo>
                  <a:pt x="115344" y="25566"/>
                  <a:pt x="115381" y="25716"/>
                  <a:pt x="115418" y="25716"/>
                </a:cubicBezTo>
                <a:cubicBezTo>
                  <a:pt x="115852" y="25716"/>
                  <a:pt x="115852" y="25716"/>
                  <a:pt x="115852" y="25716"/>
                </a:cubicBezTo>
                <a:cubicBezTo>
                  <a:pt x="115926" y="25716"/>
                  <a:pt x="115963" y="25716"/>
                  <a:pt x="116000" y="25716"/>
                </a:cubicBezTo>
                <a:cubicBezTo>
                  <a:pt x="116067" y="25716"/>
                  <a:pt x="116104" y="25716"/>
                  <a:pt x="116140" y="25716"/>
                </a:cubicBezTo>
                <a:cubicBezTo>
                  <a:pt x="116214" y="25641"/>
                  <a:pt x="116214" y="25566"/>
                  <a:pt x="116251" y="25491"/>
                </a:cubicBezTo>
                <a:cubicBezTo>
                  <a:pt x="116287" y="25416"/>
                  <a:pt x="116324" y="25340"/>
                  <a:pt x="116324" y="25340"/>
                </a:cubicBezTo>
                <a:cubicBezTo>
                  <a:pt x="116361" y="25265"/>
                  <a:pt x="116398" y="25265"/>
                  <a:pt x="116398" y="25265"/>
                </a:cubicBezTo>
                <a:cubicBezTo>
                  <a:pt x="116434" y="25190"/>
                  <a:pt x="116398" y="25115"/>
                  <a:pt x="116398" y="25040"/>
                </a:cubicBezTo>
                <a:cubicBezTo>
                  <a:pt x="116398" y="24965"/>
                  <a:pt x="116434" y="24889"/>
                  <a:pt x="116398" y="24814"/>
                </a:cubicBezTo>
                <a:cubicBezTo>
                  <a:pt x="116398" y="24751"/>
                  <a:pt x="116361" y="24814"/>
                  <a:pt x="116324" y="24751"/>
                </a:cubicBezTo>
                <a:lnTo>
                  <a:pt x="116324" y="24664"/>
                </a:lnTo>
                <a:cubicBezTo>
                  <a:pt x="116324" y="24225"/>
                  <a:pt x="116324" y="24225"/>
                  <a:pt x="116324" y="24225"/>
                </a:cubicBezTo>
                <a:cubicBezTo>
                  <a:pt x="116398" y="24225"/>
                  <a:pt x="116434" y="24150"/>
                  <a:pt x="116508" y="24150"/>
                </a:cubicBezTo>
                <a:cubicBezTo>
                  <a:pt x="116575" y="24150"/>
                  <a:pt x="116649" y="24300"/>
                  <a:pt x="116686" y="24451"/>
                </a:cubicBezTo>
                <a:cubicBezTo>
                  <a:pt x="116686" y="24526"/>
                  <a:pt x="116649" y="24526"/>
                  <a:pt x="116686" y="24601"/>
                </a:cubicBezTo>
                <a:cubicBezTo>
                  <a:pt x="116686" y="24664"/>
                  <a:pt x="116686" y="24664"/>
                  <a:pt x="116686" y="24751"/>
                </a:cubicBezTo>
                <a:cubicBezTo>
                  <a:pt x="116722" y="24889"/>
                  <a:pt x="116759" y="24889"/>
                  <a:pt x="116796" y="25040"/>
                </a:cubicBezTo>
                <a:cubicBezTo>
                  <a:pt x="117378" y="25040"/>
                  <a:pt x="117378" y="25040"/>
                  <a:pt x="117378" y="25040"/>
                </a:cubicBezTo>
                <a:cubicBezTo>
                  <a:pt x="117415" y="25040"/>
                  <a:pt x="117415" y="25040"/>
                  <a:pt x="117451" y="25040"/>
                </a:cubicBezTo>
                <a:cubicBezTo>
                  <a:pt x="117488" y="25040"/>
                  <a:pt x="117525" y="25115"/>
                  <a:pt x="117562" y="25115"/>
                </a:cubicBezTo>
                <a:cubicBezTo>
                  <a:pt x="117562" y="25190"/>
                  <a:pt x="117592" y="25190"/>
                  <a:pt x="117629" y="25265"/>
                </a:cubicBezTo>
                <a:cubicBezTo>
                  <a:pt x="117629" y="25416"/>
                  <a:pt x="117629" y="25491"/>
                  <a:pt x="117629" y="25641"/>
                </a:cubicBezTo>
                <a:cubicBezTo>
                  <a:pt x="117960" y="25641"/>
                  <a:pt x="117960" y="25641"/>
                  <a:pt x="117960" y="25641"/>
                </a:cubicBezTo>
                <a:cubicBezTo>
                  <a:pt x="117996" y="25641"/>
                  <a:pt x="118033" y="25716"/>
                  <a:pt x="118101" y="25779"/>
                </a:cubicBezTo>
                <a:cubicBezTo>
                  <a:pt x="118101" y="25854"/>
                  <a:pt x="118101" y="25930"/>
                  <a:pt x="118137" y="25930"/>
                </a:cubicBezTo>
                <a:cubicBezTo>
                  <a:pt x="118174" y="26005"/>
                  <a:pt x="118211" y="26080"/>
                  <a:pt x="118284" y="26155"/>
                </a:cubicBezTo>
                <a:cubicBezTo>
                  <a:pt x="118321" y="26155"/>
                  <a:pt x="118321" y="26155"/>
                  <a:pt x="118358" y="26230"/>
                </a:cubicBezTo>
                <a:cubicBezTo>
                  <a:pt x="118395" y="26230"/>
                  <a:pt x="118431" y="26306"/>
                  <a:pt x="118468" y="26306"/>
                </a:cubicBezTo>
                <a:cubicBezTo>
                  <a:pt x="118505" y="26306"/>
                  <a:pt x="118505" y="26306"/>
                  <a:pt x="118505" y="26306"/>
                </a:cubicBezTo>
                <a:cubicBezTo>
                  <a:pt x="118542" y="26306"/>
                  <a:pt x="118578" y="26230"/>
                  <a:pt x="118578" y="26230"/>
                </a:cubicBezTo>
                <a:cubicBezTo>
                  <a:pt x="118578" y="26155"/>
                  <a:pt x="118578" y="26080"/>
                  <a:pt x="118578" y="26080"/>
                </a:cubicBezTo>
                <a:cubicBezTo>
                  <a:pt x="118578" y="25930"/>
                  <a:pt x="118578" y="25854"/>
                  <a:pt x="118578" y="25779"/>
                </a:cubicBezTo>
                <a:cubicBezTo>
                  <a:pt x="118578" y="25716"/>
                  <a:pt x="118578" y="25716"/>
                  <a:pt x="118578" y="25641"/>
                </a:cubicBezTo>
                <a:cubicBezTo>
                  <a:pt x="118646" y="25641"/>
                  <a:pt x="118646" y="25641"/>
                  <a:pt x="118646" y="25641"/>
                </a:cubicBezTo>
                <a:cubicBezTo>
                  <a:pt x="118683" y="25641"/>
                  <a:pt x="118719" y="25641"/>
                  <a:pt x="118756" y="25566"/>
                </a:cubicBezTo>
                <a:cubicBezTo>
                  <a:pt x="118756" y="25416"/>
                  <a:pt x="118793" y="25340"/>
                  <a:pt x="118756" y="25190"/>
                </a:cubicBezTo>
                <a:cubicBezTo>
                  <a:pt x="118756" y="25115"/>
                  <a:pt x="118756" y="25040"/>
                  <a:pt x="118756" y="25040"/>
                </a:cubicBezTo>
                <a:cubicBezTo>
                  <a:pt x="118756" y="24965"/>
                  <a:pt x="118756" y="24889"/>
                  <a:pt x="118756" y="24889"/>
                </a:cubicBezTo>
                <a:cubicBezTo>
                  <a:pt x="118756" y="24814"/>
                  <a:pt x="118756" y="24751"/>
                  <a:pt x="118756" y="24751"/>
                </a:cubicBezTo>
                <a:cubicBezTo>
                  <a:pt x="118793" y="24664"/>
                  <a:pt x="118830" y="24664"/>
                  <a:pt x="118830" y="24664"/>
                </a:cubicBezTo>
                <a:cubicBezTo>
                  <a:pt x="118903" y="24751"/>
                  <a:pt x="118903" y="24814"/>
                  <a:pt x="118977" y="24889"/>
                </a:cubicBezTo>
                <a:cubicBezTo>
                  <a:pt x="119013" y="24889"/>
                  <a:pt x="119013" y="24965"/>
                  <a:pt x="119050" y="24965"/>
                </a:cubicBezTo>
                <a:cubicBezTo>
                  <a:pt x="119117" y="24965"/>
                  <a:pt x="119117" y="24965"/>
                  <a:pt x="119117" y="24965"/>
                </a:cubicBezTo>
                <a:cubicBezTo>
                  <a:pt x="119154" y="24965"/>
                  <a:pt x="119154" y="24965"/>
                  <a:pt x="119191" y="24965"/>
                </a:cubicBezTo>
                <a:cubicBezTo>
                  <a:pt x="119228" y="24965"/>
                  <a:pt x="119228" y="24965"/>
                  <a:pt x="119264" y="24889"/>
                </a:cubicBezTo>
                <a:cubicBezTo>
                  <a:pt x="119264" y="24889"/>
                  <a:pt x="119301" y="24814"/>
                  <a:pt x="119301" y="24751"/>
                </a:cubicBezTo>
                <a:cubicBezTo>
                  <a:pt x="119338" y="24751"/>
                  <a:pt x="119375" y="24664"/>
                  <a:pt x="119375" y="24664"/>
                </a:cubicBezTo>
                <a:cubicBezTo>
                  <a:pt x="119411" y="24601"/>
                  <a:pt x="119411" y="24526"/>
                  <a:pt x="119411" y="24526"/>
                </a:cubicBezTo>
                <a:cubicBezTo>
                  <a:pt x="119448" y="24526"/>
                  <a:pt x="119448" y="24526"/>
                  <a:pt x="119485" y="24526"/>
                </a:cubicBezTo>
                <a:cubicBezTo>
                  <a:pt x="119522" y="24526"/>
                  <a:pt x="119522" y="24451"/>
                  <a:pt x="119558" y="24451"/>
                </a:cubicBezTo>
                <a:cubicBezTo>
                  <a:pt x="119595" y="24375"/>
                  <a:pt x="119626" y="24375"/>
                  <a:pt x="119626" y="24375"/>
                </a:cubicBezTo>
                <a:cubicBezTo>
                  <a:pt x="119626" y="24300"/>
                  <a:pt x="119626" y="24225"/>
                  <a:pt x="119626" y="24225"/>
                </a:cubicBezTo>
                <a:cubicBezTo>
                  <a:pt x="119626" y="24075"/>
                  <a:pt x="119595" y="24000"/>
                  <a:pt x="119522" y="24000"/>
                </a:cubicBezTo>
                <a:cubicBezTo>
                  <a:pt x="119522" y="23924"/>
                  <a:pt x="119485" y="23924"/>
                  <a:pt x="119485" y="23924"/>
                </a:cubicBezTo>
                <a:cubicBezTo>
                  <a:pt x="119411" y="23849"/>
                  <a:pt x="119375" y="23924"/>
                  <a:pt x="119338" y="23849"/>
                </a:cubicBezTo>
                <a:cubicBezTo>
                  <a:pt x="119301" y="23849"/>
                  <a:pt x="119338" y="23774"/>
                  <a:pt x="119301" y="23699"/>
                </a:cubicBezTo>
                <a:cubicBezTo>
                  <a:pt x="119301" y="23699"/>
                  <a:pt x="119264" y="23636"/>
                  <a:pt x="119264" y="23561"/>
                </a:cubicBezTo>
                <a:cubicBezTo>
                  <a:pt x="119228" y="23561"/>
                  <a:pt x="119228" y="23561"/>
                  <a:pt x="119191" y="23486"/>
                </a:cubicBezTo>
                <a:cubicBezTo>
                  <a:pt x="119154" y="23410"/>
                  <a:pt x="119081" y="23410"/>
                  <a:pt x="119050" y="23410"/>
                </a:cubicBezTo>
                <a:cubicBezTo>
                  <a:pt x="118977" y="23410"/>
                  <a:pt x="118977" y="23410"/>
                  <a:pt x="118977" y="23410"/>
                </a:cubicBezTo>
                <a:cubicBezTo>
                  <a:pt x="118903" y="23410"/>
                  <a:pt x="118903" y="23486"/>
                  <a:pt x="118830" y="23486"/>
                </a:cubicBezTo>
                <a:cubicBezTo>
                  <a:pt x="118756" y="23486"/>
                  <a:pt x="118719" y="23410"/>
                  <a:pt x="118646" y="23410"/>
                </a:cubicBezTo>
                <a:cubicBezTo>
                  <a:pt x="118578" y="23410"/>
                  <a:pt x="118578" y="23410"/>
                  <a:pt x="118578" y="23410"/>
                </a:cubicBezTo>
                <a:cubicBezTo>
                  <a:pt x="118542" y="23410"/>
                  <a:pt x="118542" y="23410"/>
                  <a:pt x="118505" y="23410"/>
                </a:cubicBezTo>
                <a:cubicBezTo>
                  <a:pt x="118468" y="23410"/>
                  <a:pt x="118431" y="23335"/>
                  <a:pt x="118431" y="23335"/>
                </a:cubicBezTo>
                <a:cubicBezTo>
                  <a:pt x="118395" y="23260"/>
                  <a:pt x="118395" y="23185"/>
                  <a:pt x="118358" y="23185"/>
                </a:cubicBezTo>
                <a:cubicBezTo>
                  <a:pt x="118321" y="23185"/>
                  <a:pt x="118284" y="23185"/>
                  <a:pt x="118284" y="23185"/>
                </a:cubicBezTo>
                <a:cubicBezTo>
                  <a:pt x="118248" y="23185"/>
                  <a:pt x="118211" y="23185"/>
                  <a:pt x="118174" y="23185"/>
                </a:cubicBezTo>
                <a:cubicBezTo>
                  <a:pt x="118174" y="23185"/>
                  <a:pt x="118137" y="23260"/>
                  <a:pt x="118101" y="23260"/>
                </a:cubicBezTo>
                <a:cubicBezTo>
                  <a:pt x="118137" y="23335"/>
                  <a:pt x="118137" y="23410"/>
                  <a:pt x="118174" y="23410"/>
                </a:cubicBezTo>
                <a:cubicBezTo>
                  <a:pt x="118211" y="23410"/>
                  <a:pt x="118211" y="23410"/>
                  <a:pt x="118248" y="23410"/>
                </a:cubicBezTo>
                <a:cubicBezTo>
                  <a:pt x="118248" y="23410"/>
                  <a:pt x="118284" y="23486"/>
                  <a:pt x="118321" y="23486"/>
                </a:cubicBezTo>
                <a:cubicBezTo>
                  <a:pt x="118358" y="23561"/>
                  <a:pt x="118321" y="23636"/>
                  <a:pt x="118321" y="23699"/>
                </a:cubicBezTo>
                <a:cubicBezTo>
                  <a:pt x="118321" y="23774"/>
                  <a:pt x="118321" y="23774"/>
                  <a:pt x="118321" y="23774"/>
                </a:cubicBezTo>
                <a:cubicBezTo>
                  <a:pt x="118321" y="23774"/>
                  <a:pt x="118321" y="23849"/>
                  <a:pt x="118321" y="23924"/>
                </a:cubicBezTo>
                <a:cubicBezTo>
                  <a:pt x="118284" y="24000"/>
                  <a:pt x="118248" y="24000"/>
                  <a:pt x="118211" y="24000"/>
                </a:cubicBezTo>
                <a:cubicBezTo>
                  <a:pt x="118101" y="24000"/>
                  <a:pt x="118064" y="23924"/>
                  <a:pt x="118033" y="23774"/>
                </a:cubicBezTo>
                <a:cubicBezTo>
                  <a:pt x="118033" y="23699"/>
                  <a:pt x="118033" y="23699"/>
                  <a:pt x="118033" y="23636"/>
                </a:cubicBezTo>
                <a:cubicBezTo>
                  <a:pt x="118033" y="22734"/>
                  <a:pt x="118033" y="22734"/>
                  <a:pt x="118033" y="22734"/>
                </a:cubicBezTo>
                <a:cubicBezTo>
                  <a:pt x="118033" y="22671"/>
                  <a:pt x="117996" y="22671"/>
                  <a:pt x="117960" y="22583"/>
                </a:cubicBezTo>
                <a:cubicBezTo>
                  <a:pt x="117923" y="22583"/>
                  <a:pt x="117923" y="22583"/>
                  <a:pt x="117886" y="22583"/>
                </a:cubicBezTo>
                <a:cubicBezTo>
                  <a:pt x="117849" y="22521"/>
                  <a:pt x="117849" y="22521"/>
                  <a:pt x="117813" y="22521"/>
                </a:cubicBezTo>
                <a:cubicBezTo>
                  <a:pt x="117739" y="22521"/>
                  <a:pt x="117739" y="22521"/>
                  <a:pt x="117739" y="22521"/>
                </a:cubicBezTo>
                <a:cubicBezTo>
                  <a:pt x="117702" y="22521"/>
                  <a:pt x="117702" y="22445"/>
                  <a:pt x="117666" y="22445"/>
                </a:cubicBezTo>
                <a:cubicBezTo>
                  <a:pt x="117592" y="22445"/>
                  <a:pt x="117562" y="22445"/>
                  <a:pt x="117525" y="22445"/>
                </a:cubicBezTo>
                <a:cubicBezTo>
                  <a:pt x="117488" y="22370"/>
                  <a:pt x="117488" y="22295"/>
                  <a:pt x="117451" y="22295"/>
                </a:cubicBezTo>
                <a:cubicBezTo>
                  <a:pt x="117415" y="22220"/>
                  <a:pt x="117378" y="22220"/>
                  <a:pt x="117378" y="22220"/>
                </a:cubicBezTo>
                <a:cubicBezTo>
                  <a:pt x="117341" y="22220"/>
                  <a:pt x="117304" y="22145"/>
                  <a:pt x="117267" y="22145"/>
                </a:cubicBezTo>
                <a:cubicBezTo>
                  <a:pt x="117231" y="22145"/>
                  <a:pt x="117194" y="22069"/>
                  <a:pt x="117157" y="22069"/>
                </a:cubicBezTo>
                <a:cubicBezTo>
                  <a:pt x="117120" y="21994"/>
                  <a:pt x="117084" y="21994"/>
                  <a:pt x="117084" y="21919"/>
                </a:cubicBezTo>
                <a:cubicBezTo>
                  <a:pt x="117047" y="21844"/>
                  <a:pt x="117016" y="21844"/>
                  <a:pt x="117016" y="21769"/>
                </a:cubicBezTo>
                <a:cubicBezTo>
                  <a:pt x="116980" y="21693"/>
                  <a:pt x="117016" y="21618"/>
                  <a:pt x="116980" y="21618"/>
                </a:cubicBezTo>
                <a:cubicBezTo>
                  <a:pt x="116980" y="21618"/>
                  <a:pt x="116943" y="21618"/>
                  <a:pt x="116906" y="21618"/>
                </a:cubicBezTo>
                <a:cubicBezTo>
                  <a:pt x="116869" y="21556"/>
                  <a:pt x="116869" y="21556"/>
                  <a:pt x="116833" y="21556"/>
                </a:cubicBezTo>
                <a:cubicBezTo>
                  <a:pt x="116759" y="21556"/>
                  <a:pt x="116722" y="21556"/>
                  <a:pt x="116686" y="21556"/>
                </a:cubicBezTo>
                <a:cubicBezTo>
                  <a:pt x="116649" y="21556"/>
                  <a:pt x="116612" y="21480"/>
                  <a:pt x="116612" y="21480"/>
                </a:cubicBezTo>
                <a:cubicBezTo>
                  <a:pt x="116539" y="21480"/>
                  <a:pt x="116508" y="21480"/>
                  <a:pt x="116434" y="21480"/>
                </a:cubicBezTo>
                <a:cubicBezTo>
                  <a:pt x="116434" y="21330"/>
                  <a:pt x="116471" y="21180"/>
                  <a:pt x="116398" y="21104"/>
                </a:cubicBezTo>
                <a:cubicBezTo>
                  <a:pt x="116361" y="20954"/>
                  <a:pt x="116287" y="20879"/>
                  <a:pt x="116214" y="20804"/>
                </a:cubicBezTo>
                <a:cubicBezTo>
                  <a:pt x="116140" y="20728"/>
                  <a:pt x="116140" y="20653"/>
                  <a:pt x="116104" y="20653"/>
                </a:cubicBezTo>
                <a:cubicBezTo>
                  <a:pt x="116067" y="20578"/>
                  <a:pt x="116030" y="20578"/>
                  <a:pt x="115963" y="20578"/>
                </a:cubicBezTo>
                <a:cubicBezTo>
                  <a:pt x="115926" y="20503"/>
                  <a:pt x="115889" y="20578"/>
                  <a:pt x="115816" y="20578"/>
                </a:cubicBezTo>
                <a:cubicBezTo>
                  <a:pt x="115779" y="20578"/>
                  <a:pt x="115779" y="20503"/>
                  <a:pt x="115742" y="20503"/>
                </a:cubicBezTo>
                <a:cubicBezTo>
                  <a:pt x="115705" y="20440"/>
                  <a:pt x="115669" y="20440"/>
                  <a:pt x="115669" y="20440"/>
                </a:cubicBezTo>
                <a:cubicBezTo>
                  <a:pt x="115632" y="20365"/>
                  <a:pt x="115632" y="20290"/>
                  <a:pt x="115595" y="20290"/>
                </a:cubicBezTo>
                <a:cubicBezTo>
                  <a:pt x="115558" y="20290"/>
                  <a:pt x="115522" y="20290"/>
                  <a:pt x="115522" y="20290"/>
                </a:cubicBezTo>
                <a:cubicBezTo>
                  <a:pt x="115485" y="20215"/>
                  <a:pt x="115485" y="20215"/>
                  <a:pt x="115454" y="20215"/>
                </a:cubicBezTo>
                <a:cubicBezTo>
                  <a:pt x="115381" y="20215"/>
                  <a:pt x="115381" y="20215"/>
                  <a:pt x="115381" y="20215"/>
                </a:cubicBezTo>
                <a:cubicBezTo>
                  <a:pt x="115307" y="20215"/>
                  <a:pt x="115307" y="20215"/>
                  <a:pt x="115307" y="20215"/>
                </a:cubicBezTo>
                <a:cubicBezTo>
                  <a:pt x="115271" y="20215"/>
                  <a:pt x="115271" y="20139"/>
                  <a:pt x="115234" y="20139"/>
                </a:cubicBezTo>
                <a:cubicBezTo>
                  <a:pt x="115197" y="20139"/>
                  <a:pt x="115160" y="20064"/>
                  <a:pt x="115160" y="20064"/>
                </a:cubicBezTo>
                <a:cubicBezTo>
                  <a:pt x="115087" y="19989"/>
                  <a:pt x="115013" y="19989"/>
                  <a:pt x="114977" y="19914"/>
                </a:cubicBezTo>
                <a:cubicBezTo>
                  <a:pt x="114946" y="19914"/>
                  <a:pt x="114946" y="19839"/>
                  <a:pt x="114909" y="19763"/>
                </a:cubicBezTo>
                <a:cubicBezTo>
                  <a:pt x="114836" y="19763"/>
                  <a:pt x="114762" y="19763"/>
                  <a:pt x="114689" y="19763"/>
                </a:cubicBezTo>
                <a:cubicBezTo>
                  <a:pt x="114578" y="19763"/>
                  <a:pt x="114578" y="19763"/>
                  <a:pt x="114578" y="19763"/>
                </a:cubicBezTo>
                <a:cubicBezTo>
                  <a:pt x="114542" y="19763"/>
                  <a:pt x="114542" y="19839"/>
                  <a:pt x="114505" y="19839"/>
                </a:cubicBezTo>
                <a:cubicBezTo>
                  <a:pt x="114468" y="19914"/>
                  <a:pt x="114468" y="19989"/>
                  <a:pt x="114437" y="19989"/>
                </a:cubicBezTo>
                <a:cubicBezTo>
                  <a:pt x="114401" y="20064"/>
                  <a:pt x="114364" y="20064"/>
                  <a:pt x="114327" y="20064"/>
                </a:cubicBezTo>
                <a:cubicBezTo>
                  <a:pt x="114254" y="20064"/>
                  <a:pt x="114217" y="19989"/>
                  <a:pt x="114143" y="19989"/>
                </a:cubicBezTo>
                <a:cubicBezTo>
                  <a:pt x="114070" y="19989"/>
                  <a:pt x="114070" y="19989"/>
                  <a:pt x="114070" y="19989"/>
                </a:cubicBezTo>
                <a:cubicBezTo>
                  <a:pt x="114033" y="19989"/>
                  <a:pt x="113996" y="19989"/>
                  <a:pt x="113960" y="19914"/>
                </a:cubicBezTo>
                <a:cubicBezTo>
                  <a:pt x="113929" y="19914"/>
                  <a:pt x="113929" y="19839"/>
                  <a:pt x="113892" y="19763"/>
                </a:cubicBezTo>
                <a:cubicBezTo>
                  <a:pt x="113892" y="19763"/>
                  <a:pt x="113856" y="19839"/>
                  <a:pt x="113856" y="19763"/>
                </a:cubicBezTo>
                <a:cubicBezTo>
                  <a:pt x="113782" y="19763"/>
                  <a:pt x="113745" y="19763"/>
                  <a:pt x="113672" y="19688"/>
                </a:cubicBezTo>
                <a:cubicBezTo>
                  <a:pt x="113635" y="19613"/>
                  <a:pt x="113598" y="19538"/>
                  <a:pt x="113525" y="19538"/>
                </a:cubicBezTo>
                <a:cubicBezTo>
                  <a:pt x="113525" y="19475"/>
                  <a:pt x="113488" y="19475"/>
                  <a:pt x="113457" y="19475"/>
                </a:cubicBezTo>
                <a:cubicBezTo>
                  <a:pt x="113415" y="19475"/>
                  <a:pt x="113415" y="19475"/>
                  <a:pt x="113384" y="19475"/>
                </a:cubicBezTo>
                <a:cubicBezTo>
                  <a:pt x="113310" y="19475"/>
                  <a:pt x="113310" y="19475"/>
                  <a:pt x="113274" y="19475"/>
                </a:cubicBezTo>
                <a:cubicBezTo>
                  <a:pt x="113237" y="19475"/>
                  <a:pt x="113200" y="19538"/>
                  <a:pt x="113200" y="19538"/>
                </a:cubicBezTo>
                <a:cubicBezTo>
                  <a:pt x="113163" y="19613"/>
                  <a:pt x="113127" y="19613"/>
                  <a:pt x="113127" y="19688"/>
                </a:cubicBezTo>
                <a:cubicBezTo>
                  <a:pt x="113127" y="19688"/>
                  <a:pt x="113163" y="19763"/>
                  <a:pt x="113127" y="19763"/>
                </a:cubicBezTo>
                <a:cubicBezTo>
                  <a:pt x="113127" y="19839"/>
                  <a:pt x="113090" y="19914"/>
                  <a:pt x="113090" y="19914"/>
                </a:cubicBezTo>
                <a:cubicBezTo>
                  <a:pt x="113090" y="19989"/>
                  <a:pt x="113053" y="20064"/>
                  <a:pt x="113053" y="20064"/>
                </a:cubicBezTo>
                <a:cubicBezTo>
                  <a:pt x="113016" y="20139"/>
                  <a:pt x="113016" y="20139"/>
                  <a:pt x="112980" y="20215"/>
                </a:cubicBezTo>
                <a:cubicBezTo>
                  <a:pt x="113016" y="20215"/>
                  <a:pt x="113016" y="20215"/>
                  <a:pt x="113053" y="20290"/>
                </a:cubicBezTo>
                <a:cubicBezTo>
                  <a:pt x="113090" y="20290"/>
                  <a:pt x="113090" y="20365"/>
                  <a:pt x="113127" y="20365"/>
                </a:cubicBezTo>
                <a:cubicBezTo>
                  <a:pt x="113127" y="20440"/>
                  <a:pt x="113163" y="20440"/>
                  <a:pt x="113200" y="20440"/>
                </a:cubicBezTo>
                <a:cubicBezTo>
                  <a:pt x="113237" y="20503"/>
                  <a:pt x="113237" y="20653"/>
                  <a:pt x="113237" y="20728"/>
                </a:cubicBezTo>
                <a:cubicBezTo>
                  <a:pt x="113237" y="20804"/>
                  <a:pt x="113237" y="20804"/>
                  <a:pt x="113237" y="20879"/>
                </a:cubicBezTo>
                <a:cubicBezTo>
                  <a:pt x="113200" y="20954"/>
                  <a:pt x="113163" y="20954"/>
                  <a:pt x="113163" y="21029"/>
                </a:cubicBezTo>
                <a:cubicBezTo>
                  <a:pt x="113127" y="21029"/>
                  <a:pt x="113127" y="21104"/>
                  <a:pt x="113127" y="21180"/>
                </a:cubicBezTo>
                <a:cubicBezTo>
                  <a:pt x="113090" y="21180"/>
                  <a:pt x="113090" y="21255"/>
                  <a:pt x="113053" y="21255"/>
                </a:cubicBezTo>
                <a:cubicBezTo>
                  <a:pt x="112765" y="21255"/>
                  <a:pt x="112765" y="21255"/>
                  <a:pt x="112765" y="21255"/>
                </a:cubicBezTo>
                <a:cubicBezTo>
                  <a:pt x="112765" y="20728"/>
                  <a:pt x="112765" y="20728"/>
                  <a:pt x="112765" y="20728"/>
                </a:cubicBezTo>
                <a:cubicBezTo>
                  <a:pt x="112398" y="20728"/>
                  <a:pt x="112398" y="20728"/>
                  <a:pt x="112398" y="20728"/>
                </a:cubicBezTo>
                <a:cubicBezTo>
                  <a:pt x="112398" y="20215"/>
                  <a:pt x="112398" y="20215"/>
                  <a:pt x="112398" y="20215"/>
                </a:cubicBezTo>
                <a:cubicBezTo>
                  <a:pt x="112441" y="20215"/>
                  <a:pt x="112441" y="20215"/>
                  <a:pt x="112441" y="20215"/>
                </a:cubicBezTo>
                <a:cubicBezTo>
                  <a:pt x="112545" y="20215"/>
                  <a:pt x="112581" y="20215"/>
                  <a:pt x="112655" y="20215"/>
                </a:cubicBezTo>
                <a:cubicBezTo>
                  <a:pt x="112728" y="20139"/>
                  <a:pt x="112765" y="20064"/>
                  <a:pt x="112802" y="19989"/>
                </a:cubicBezTo>
                <a:cubicBezTo>
                  <a:pt x="112802" y="19839"/>
                  <a:pt x="112802" y="19839"/>
                  <a:pt x="112802" y="19839"/>
                </a:cubicBezTo>
                <a:cubicBezTo>
                  <a:pt x="112765" y="19839"/>
                  <a:pt x="112728" y="19839"/>
                  <a:pt x="112728" y="19839"/>
                </a:cubicBezTo>
                <a:cubicBezTo>
                  <a:pt x="112692" y="19839"/>
                  <a:pt x="112692" y="19763"/>
                  <a:pt x="112655" y="19763"/>
                </a:cubicBezTo>
                <a:cubicBezTo>
                  <a:pt x="112183" y="19763"/>
                  <a:pt x="112183" y="19763"/>
                  <a:pt x="112183" y="19763"/>
                </a:cubicBezTo>
                <a:cubicBezTo>
                  <a:pt x="112183" y="19914"/>
                  <a:pt x="112183" y="19989"/>
                  <a:pt x="112183" y="20064"/>
                </a:cubicBezTo>
                <a:cubicBezTo>
                  <a:pt x="112183" y="20139"/>
                  <a:pt x="112183" y="20215"/>
                  <a:pt x="112183" y="20215"/>
                </a:cubicBezTo>
                <a:cubicBezTo>
                  <a:pt x="112183" y="20290"/>
                  <a:pt x="112147" y="20365"/>
                  <a:pt x="112147" y="20365"/>
                </a:cubicBezTo>
                <a:cubicBezTo>
                  <a:pt x="112110" y="20440"/>
                  <a:pt x="112073" y="20365"/>
                  <a:pt x="112073" y="20440"/>
                </a:cubicBezTo>
                <a:cubicBezTo>
                  <a:pt x="112036" y="20440"/>
                  <a:pt x="112000" y="20503"/>
                  <a:pt x="111963" y="20503"/>
                </a:cubicBezTo>
                <a:cubicBezTo>
                  <a:pt x="111926" y="20503"/>
                  <a:pt x="111926" y="20503"/>
                  <a:pt x="111926" y="20503"/>
                </a:cubicBezTo>
                <a:cubicBezTo>
                  <a:pt x="111895" y="20440"/>
                  <a:pt x="111852" y="20440"/>
                  <a:pt x="111852" y="20365"/>
                </a:cubicBezTo>
                <a:cubicBezTo>
                  <a:pt x="111785" y="20365"/>
                  <a:pt x="111748" y="20290"/>
                  <a:pt x="111712" y="20290"/>
                </a:cubicBezTo>
                <a:cubicBezTo>
                  <a:pt x="111565" y="20215"/>
                  <a:pt x="111454" y="20290"/>
                  <a:pt x="111313" y="20290"/>
                </a:cubicBezTo>
                <a:cubicBezTo>
                  <a:pt x="111019" y="20290"/>
                  <a:pt x="111019" y="20290"/>
                  <a:pt x="111019" y="20290"/>
                </a:cubicBezTo>
                <a:cubicBezTo>
                  <a:pt x="110983" y="20290"/>
                  <a:pt x="110946" y="20290"/>
                  <a:pt x="110909" y="20290"/>
                </a:cubicBezTo>
                <a:cubicBezTo>
                  <a:pt x="110842" y="20290"/>
                  <a:pt x="110805" y="20440"/>
                  <a:pt x="110732" y="20440"/>
                </a:cubicBezTo>
                <a:cubicBezTo>
                  <a:pt x="110695" y="20440"/>
                  <a:pt x="110695" y="20440"/>
                  <a:pt x="110621" y="20440"/>
                </a:cubicBezTo>
                <a:cubicBezTo>
                  <a:pt x="110584" y="20440"/>
                  <a:pt x="110584" y="20440"/>
                  <a:pt x="110548" y="20440"/>
                </a:cubicBezTo>
                <a:cubicBezTo>
                  <a:pt x="110511" y="20440"/>
                  <a:pt x="110474" y="20440"/>
                  <a:pt x="110437" y="20365"/>
                </a:cubicBezTo>
                <a:cubicBezTo>
                  <a:pt x="110407" y="20290"/>
                  <a:pt x="110407" y="20215"/>
                  <a:pt x="110364" y="20215"/>
                </a:cubicBezTo>
                <a:cubicBezTo>
                  <a:pt x="110364" y="20139"/>
                  <a:pt x="110333" y="20139"/>
                  <a:pt x="110297" y="20139"/>
                </a:cubicBezTo>
                <a:cubicBezTo>
                  <a:pt x="110150" y="20139"/>
                  <a:pt x="110150" y="20139"/>
                  <a:pt x="110150" y="20139"/>
                </a:cubicBezTo>
                <a:cubicBezTo>
                  <a:pt x="110150" y="20215"/>
                  <a:pt x="110150" y="20290"/>
                  <a:pt x="110150" y="20365"/>
                </a:cubicBezTo>
                <a:cubicBezTo>
                  <a:pt x="110150" y="20440"/>
                  <a:pt x="110150" y="20440"/>
                  <a:pt x="110150" y="20503"/>
                </a:cubicBezTo>
                <a:cubicBezTo>
                  <a:pt x="110150" y="20954"/>
                  <a:pt x="110150" y="20954"/>
                  <a:pt x="110150" y="20954"/>
                </a:cubicBezTo>
                <a:cubicBezTo>
                  <a:pt x="110076" y="21029"/>
                  <a:pt x="110076" y="21029"/>
                  <a:pt x="110076" y="21029"/>
                </a:cubicBezTo>
                <a:cubicBezTo>
                  <a:pt x="110003" y="20954"/>
                  <a:pt x="110003" y="20954"/>
                  <a:pt x="110003" y="20954"/>
                </a:cubicBezTo>
                <a:cubicBezTo>
                  <a:pt x="110003" y="20653"/>
                  <a:pt x="110003" y="20653"/>
                  <a:pt x="110003" y="20653"/>
                </a:cubicBezTo>
                <a:cubicBezTo>
                  <a:pt x="110003" y="20578"/>
                  <a:pt x="110003" y="20440"/>
                  <a:pt x="109966" y="20365"/>
                </a:cubicBezTo>
                <a:cubicBezTo>
                  <a:pt x="109966" y="20290"/>
                  <a:pt x="109929" y="20290"/>
                  <a:pt x="109892" y="20290"/>
                </a:cubicBezTo>
                <a:cubicBezTo>
                  <a:pt x="109892" y="20215"/>
                  <a:pt x="109862" y="20215"/>
                  <a:pt x="109825" y="20215"/>
                </a:cubicBezTo>
                <a:cubicBezTo>
                  <a:pt x="109825" y="20215"/>
                  <a:pt x="109788" y="20139"/>
                  <a:pt x="109751" y="20139"/>
                </a:cubicBezTo>
                <a:cubicBezTo>
                  <a:pt x="109751" y="20139"/>
                  <a:pt x="109715" y="20139"/>
                  <a:pt x="109678" y="20064"/>
                </a:cubicBezTo>
                <a:cubicBezTo>
                  <a:pt x="109678" y="20064"/>
                  <a:pt x="109641" y="19989"/>
                  <a:pt x="109604" y="19914"/>
                </a:cubicBezTo>
                <a:cubicBezTo>
                  <a:pt x="109604" y="19839"/>
                  <a:pt x="109568" y="19763"/>
                  <a:pt x="109568" y="19688"/>
                </a:cubicBezTo>
                <a:cubicBezTo>
                  <a:pt x="109568" y="19538"/>
                  <a:pt x="109604" y="19475"/>
                  <a:pt x="109604" y="19325"/>
                </a:cubicBezTo>
                <a:cubicBezTo>
                  <a:pt x="109604" y="19325"/>
                  <a:pt x="109641" y="19250"/>
                  <a:pt x="109641" y="19174"/>
                </a:cubicBezTo>
                <a:cubicBezTo>
                  <a:pt x="109641" y="19099"/>
                  <a:pt x="109604" y="19099"/>
                  <a:pt x="109604" y="19024"/>
                </a:cubicBezTo>
                <a:cubicBezTo>
                  <a:pt x="109604" y="18949"/>
                  <a:pt x="109568" y="18949"/>
                  <a:pt x="109568" y="18874"/>
                </a:cubicBezTo>
                <a:cubicBezTo>
                  <a:pt x="109531" y="18874"/>
                  <a:pt x="109531" y="18798"/>
                  <a:pt x="109531" y="18723"/>
                </a:cubicBezTo>
                <a:cubicBezTo>
                  <a:pt x="109494" y="18723"/>
                  <a:pt x="109457" y="18723"/>
                  <a:pt x="109457" y="18723"/>
                </a:cubicBezTo>
                <a:cubicBezTo>
                  <a:pt x="109421" y="18648"/>
                  <a:pt x="109390" y="18648"/>
                  <a:pt x="109390" y="18648"/>
                </a:cubicBezTo>
                <a:cubicBezTo>
                  <a:pt x="109347" y="18573"/>
                  <a:pt x="109390" y="18498"/>
                  <a:pt x="109347" y="18498"/>
                </a:cubicBezTo>
                <a:cubicBezTo>
                  <a:pt x="109347" y="18422"/>
                  <a:pt x="109316" y="18422"/>
                  <a:pt x="109280" y="18422"/>
                </a:cubicBezTo>
                <a:cubicBezTo>
                  <a:pt x="109280" y="18422"/>
                  <a:pt x="109243" y="18422"/>
                  <a:pt x="109206" y="18422"/>
                </a:cubicBezTo>
                <a:cubicBezTo>
                  <a:pt x="109206" y="18422"/>
                  <a:pt x="109169" y="18360"/>
                  <a:pt x="109133" y="18360"/>
                </a:cubicBezTo>
                <a:cubicBezTo>
                  <a:pt x="109133" y="18360"/>
                  <a:pt x="109096" y="18360"/>
                  <a:pt x="109059" y="18360"/>
                </a:cubicBezTo>
                <a:cubicBezTo>
                  <a:pt x="109022" y="18360"/>
                  <a:pt x="109022" y="18285"/>
                  <a:pt x="108986" y="18285"/>
                </a:cubicBezTo>
                <a:cubicBezTo>
                  <a:pt x="108949" y="18285"/>
                  <a:pt x="108912" y="18285"/>
                  <a:pt x="108845" y="18285"/>
                </a:cubicBezTo>
                <a:cubicBezTo>
                  <a:pt x="108808" y="18285"/>
                  <a:pt x="108771" y="18285"/>
                  <a:pt x="108698" y="18285"/>
                </a:cubicBezTo>
                <a:cubicBezTo>
                  <a:pt x="108661" y="18285"/>
                  <a:pt x="108661" y="18285"/>
                  <a:pt x="108624" y="18285"/>
                </a:cubicBezTo>
                <a:cubicBezTo>
                  <a:pt x="108588" y="18285"/>
                  <a:pt x="108588" y="18285"/>
                  <a:pt x="108551" y="18360"/>
                </a:cubicBezTo>
                <a:cubicBezTo>
                  <a:pt x="108514" y="18360"/>
                  <a:pt x="108514" y="18360"/>
                  <a:pt x="108477" y="18422"/>
                </a:cubicBezTo>
                <a:cubicBezTo>
                  <a:pt x="108441" y="18422"/>
                  <a:pt x="108477" y="18498"/>
                  <a:pt x="108441" y="18573"/>
                </a:cubicBezTo>
                <a:cubicBezTo>
                  <a:pt x="108404" y="18573"/>
                  <a:pt x="108367" y="18573"/>
                  <a:pt x="108330" y="18573"/>
                </a:cubicBezTo>
                <a:cubicBezTo>
                  <a:pt x="108330" y="18573"/>
                  <a:pt x="108300" y="18648"/>
                  <a:pt x="108263" y="18648"/>
                </a:cubicBezTo>
                <a:cubicBezTo>
                  <a:pt x="108116" y="18648"/>
                  <a:pt x="108116" y="18648"/>
                  <a:pt x="108116" y="18648"/>
                </a:cubicBezTo>
                <a:cubicBezTo>
                  <a:pt x="108079" y="18648"/>
                  <a:pt x="108042" y="18648"/>
                  <a:pt x="108042" y="18648"/>
                </a:cubicBezTo>
                <a:cubicBezTo>
                  <a:pt x="107932" y="18648"/>
                  <a:pt x="107895" y="18648"/>
                  <a:pt x="107791" y="18648"/>
                </a:cubicBezTo>
                <a:cubicBezTo>
                  <a:pt x="107718" y="18648"/>
                  <a:pt x="107681" y="18648"/>
                  <a:pt x="107644" y="18723"/>
                </a:cubicBezTo>
                <a:cubicBezTo>
                  <a:pt x="107607" y="18723"/>
                  <a:pt x="107607" y="18798"/>
                  <a:pt x="107571" y="18798"/>
                </a:cubicBezTo>
                <a:cubicBezTo>
                  <a:pt x="107497" y="18798"/>
                  <a:pt x="107497" y="18798"/>
                  <a:pt x="107497" y="18798"/>
                </a:cubicBezTo>
                <a:cubicBezTo>
                  <a:pt x="107460" y="18798"/>
                  <a:pt x="107424" y="18798"/>
                  <a:pt x="107424" y="18798"/>
                </a:cubicBezTo>
                <a:cubicBezTo>
                  <a:pt x="107387" y="18798"/>
                  <a:pt x="107387" y="18723"/>
                  <a:pt x="107350" y="18723"/>
                </a:cubicBezTo>
                <a:cubicBezTo>
                  <a:pt x="107313" y="18723"/>
                  <a:pt x="107313" y="18723"/>
                  <a:pt x="107283" y="18723"/>
                </a:cubicBezTo>
                <a:cubicBezTo>
                  <a:pt x="107246" y="18648"/>
                  <a:pt x="107246" y="18573"/>
                  <a:pt x="107209" y="18573"/>
                </a:cubicBezTo>
                <a:cubicBezTo>
                  <a:pt x="107173" y="18498"/>
                  <a:pt x="107173" y="18422"/>
                  <a:pt x="107136" y="18422"/>
                </a:cubicBezTo>
                <a:cubicBezTo>
                  <a:pt x="107099" y="18422"/>
                  <a:pt x="107062" y="18422"/>
                  <a:pt x="107062" y="18422"/>
                </a:cubicBezTo>
                <a:cubicBezTo>
                  <a:pt x="106879" y="18422"/>
                  <a:pt x="106879" y="18422"/>
                  <a:pt x="106879" y="18422"/>
                </a:cubicBezTo>
                <a:cubicBezTo>
                  <a:pt x="106842" y="18422"/>
                  <a:pt x="106842" y="18360"/>
                  <a:pt x="106805" y="18360"/>
                </a:cubicBezTo>
                <a:cubicBezTo>
                  <a:pt x="106774" y="18360"/>
                  <a:pt x="106738" y="18360"/>
                  <a:pt x="106701" y="18360"/>
                </a:cubicBezTo>
                <a:cubicBezTo>
                  <a:pt x="106664" y="18360"/>
                  <a:pt x="106627" y="18285"/>
                  <a:pt x="106591" y="18285"/>
                </a:cubicBezTo>
                <a:cubicBezTo>
                  <a:pt x="106554" y="18285"/>
                  <a:pt x="106554" y="18209"/>
                  <a:pt x="106517" y="18209"/>
                </a:cubicBezTo>
                <a:cubicBezTo>
                  <a:pt x="106591" y="18059"/>
                  <a:pt x="106591" y="18059"/>
                  <a:pt x="106591" y="18059"/>
                </a:cubicBezTo>
                <a:cubicBezTo>
                  <a:pt x="106517" y="17984"/>
                  <a:pt x="106480" y="17984"/>
                  <a:pt x="106444" y="17909"/>
                </a:cubicBezTo>
                <a:cubicBezTo>
                  <a:pt x="106407" y="17833"/>
                  <a:pt x="106407" y="17833"/>
                  <a:pt x="106370" y="17758"/>
                </a:cubicBezTo>
                <a:cubicBezTo>
                  <a:pt x="106333" y="17758"/>
                  <a:pt x="106370" y="17683"/>
                  <a:pt x="106333" y="17683"/>
                </a:cubicBezTo>
                <a:cubicBezTo>
                  <a:pt x="106297" y="17608"/>
                  <a:pt x="106266" y="17608"/>
                  <a:pt x="106192" y="17608"/>
                </a:cubicBezTo>
                <a:cubicBezTo>
                  <a:pt x="106045" y="17608"/>
                  <a:pt x="106045" y="17608"/>
                  <a:pt x="106045" y="17608"/>
                </a:cubicBezTo>
                <a:cubicBezTo>
                  <a:pt x="106009" y="17457"/>
                  <a:pt x="106009" y="17457"/>
                  <a:pt x="106009" y="17457"/>
                </a:cubicBezTo>
                <a:cubicBezTo>
                  <a:pt x="106045" y="17457"/>
                  <a:pt x="106045" y="17382"/>
                  <a:pt x="106082" y="17320"/>
                </a:cubicBezTo>
                <a:cubicBezTo>
                  <a:pt x="106119" y="17244"/>
                  <a:pt x="106156" y="17244"/>
                  <a:pt x="106229" y="17169"/>
                </a:cubicBezTo>
                <a:cubicBezTo>
                  <a:pt x="106192" y="17019"/>
                  <a:pt x="106192" y="17019"/>
                  <a:pt x="106192" y="17019"/>
                </a:cubicBezTo>
                <a:cubicBezTo>
                  <a:pt x="106156" y="17019"/>
                  <a:pt x="106119" y="17019"/>
                  <a:pt x="106119" y="17019"/>
                </a:cubicBezTo>
                <a:cubicBezTo>
                  <a:pt x="106082" y="17019"/>
                  <a:pt x="106045" y="16944"/>
                  <a:pt x="106009" y="16944"/>
                </a:cubicBezTo>
                <a:cubicBezTo>
                  <a:pt x="105139" y="16944"/>
                  <a:pt x="105139" y="16944"/>
                  <a:pt x="105139" y="16944"/>
                </a:cubicBezTo>
                <a:cubicBezTo>
                  <a:pt x="105139" y="17094"/>
                  <a:pt x="105139" y="17094"/>
                  <a:pt x="105139" y="17244"/>
                </a:cubicBezTo>
                <a:cubicBezTo>
                  <a:pt x="105139" y="17320"/>
                  <a:pt x="105102" y="17320"/>
                  <a:pt x="105065" y="17382"/>
                </a:cubicBezTo>
                <a:cubicBezTo>
                  <a:pt x="105029" y="17457"/>
                  <a:pt x="105029" y="17533"/>
                  <a:pt x="104955" y="17608"/>
                </a:cubicBezTo>
                <a:cubicBezTo>
                  <a:pt x="104918" y="17608"/>
                  <a:pt x="104918" y="17608"/>
                  <a:pt x="104882" y="17608"/>
                </a:cubicBezTo>
                <a:cubicBezTo>
                  <a:pt x="104808" y="17608"/>
                  <a:pt x="104808" y="17608"/>
                  <a:pt x="104808" y="17608"/>
                </a:cubicBezTo>
                <a:cubicBezTo>
                  <a:pt x="104771" y="17608"/>
                  <a:pt x="104771" y="17533"/>
                  <a:pt x="104741" y="17533"/>
                </a:cubicBezTo>
                <a:cubicBezTo>
                  <a:pt x="104771" y="17457"/>
                  <a:pt x="104771" y="17382"/>
                  <a:pt x="104771" y="17382"/>
                </a:cubicBezTo>
                <a:cubicBezTo>
                  <a:pt x="104771" y="17320"/>
                  <a:pt x="104808" y="17244"/>
                  <a:pt x="104808" y="17169"/>
                </a:cubicBezTo>
                <a:cubicBezTo>
                  <a:pt x="104808" y="17169"/>
                  <a:pt x="104808" y="17094"/>
                  <a:pt x="104808" y="17019"/>
                </a:cubicBezTo>
                <a:cubicBezTo>
                  <a:pt x="104808" y="17019"/>
                  <a:pt x="104845" y="16944"/>
                  <a:pt x="104882" y="16868"/>
                </a:cubicBezTo>
                <a:lnTo>
                  <a:pt x="104918" y="16868"/>
                </a:lnTo>
                <a:cubicBezTo>
                  <a:pt x="104955" y="16868"/>
                  <a:pt x="104918" y="16793"/>
                  <a:pt x="104918" y="16718"/>
                </a:cubicBezTo>
                <a:cubicBezTo>
                  <a:pt x="104882" y="16718"/>
                  <a:pt x="104845" y="16718"/>
                  <a:pt x="104808" y="16718"/>
                </a:cubicBezTo>
                <a:cubicBezTo>
                  <a:pt x="104771" y="16718"/>
                  <a:pt x="104741" y="16643"/>
                  <a:pt x="104704" y="16643"/>
                </a:cubicBezTo>
                <a:cubicBezTo>
                  <a:pt x="104667" y="16643"/>
                  <a:pt x="104667" y="16568"/>
                  <a:pt x="104630" y="16568"/>
                </a:cubicBezTo>
                <a:cubicBezTo>
                  <a:pt x="104594" y="16568"/>
                  <a:pt x="104594" y="16568"/>
                  <a:pt x="104557" y="16568"/>
                </a:cubicBezTo>
                <a:cubicBezTo>
                  <a:pt x="104483" y="16492"/>
                  <a:pt x="104483" y="16417"/>
                  <a:pt x="104410" y="16417"/>
                </a:cubicBezTo>
                <a:cubicBezTo>
                  <a:pt x="104373" y="16417"/>
                  <a:pt x="104373" y="16417"/>
                  <a:pt x="104336" y="16417"/>
                </a:cubicBezTo>
                <a:cubicBezTo>
                  <a:pt x="104300" y="16417"/>
                  <a:pt x="104300" y="16417"/>
                  <a:pt x="104263" y="16417"/>
                </a:cubicBezTo>
                <a:cubicBezTo>
                  <a:pt x="104196" y="16417"/>
                  <a:pt x="104159" y="16417"/>
                  <a:pt x="104085" y="16417"/>
                </a:cubicBezTo>
                <a:cubicBezTo>
                  <a:pt x="104049" y="16417"/>
                  <a:pt x="104012" y="16417"/>
                  <a:pt x="103938" y="16417"/>
                </a:cubicBezTo>
                <a:cubicBezTo>
                  <a:pt x="103901" y="16342"/>
                  <a:pt x="103901" y="16279"/>
                  <a:pt x="103865" y="16279"/>
                </a:cubicBezTo>
                <a:cubicBezTo>
                  <a:pt x="103828" y="16279"/>
                  <a:pt x="103791" y="16279"/>
                  <a:pt x="103754" y="16279"/>
                </a:cubicBezTo>
                <a:cubicBezTo>
                  <a:pt x="103724" y="16279"/>
                  <a:pt x="103681" y="16204"/>
                  <a:pt x="103614" y="16204"/>
                </a:cubicBezTo>
                <a:cubicBezTo>
                  <a:pt x="103540" y="16129"/>
                  <a:pt x="103467" y="16204"/>
                  <a:pt x="103393" y="16204"/>
                </a:cubicBezTo>
                <a:cubicBezTo>
                  <a:pt x="103356" y="16204"/>
                  <a:pt x="103320" y="16129"/>
                  <a:pt x="103246" y="16129"/>
                </a:cubicBezTo>
                <a:cubicBezTo>
                  <a:pt x="103246" y="16129"/>
                  <a:pt x="103209" y="16054"/>
                  <a:pt x="103179" y="16054"/>
                </a:cubicBezTo>
                <a:cubicBezTo>
                  <a:pt x="103142" y="16054"/>
                  <a:pt x="103142" y="16129"/>
                  <a:pt x="103105" y="16204"/>
                </a:cubicBezTo>
                <a:cubicBezTo>
                  <a:pt x="103105" y="16204"/>
                  <a:pt x="103142" y="16279"/>
                  <a:pt x="103105" y="16342"/>
                </a:cubicBezTo>
                <a:cubicBezTo>
                  <a:pt x="103105" y="16417"/>
                  <a:pt x="103105" y="16492"/>
                  <a:pt x="103105" y="16643"/>
                </a:cubicBezTo>
                <a:cubicBezTo>
                  <a:pt x="102707" y="16643"/>
                  <a:pt x="102707" y="16643"/>
                  <a:pt x="102707" y="16643"/>
                </a:cubicBezTo>
                <a:cubicBezTo>
                  <a:pt x="102664" y="16643"/>
                  <a:pt x="102633" y="16718"/>
                  <a:pt x="102560" y="16718"/>
                </a:cubicBezTo>
                <a:cubicBezTo>
                  <a:pt x="102560" y="16793"/>
                  <a:pt x="102560" y="16793"/>
                  <a:pt x="102560" y="16868"/>
                </a:cubicBezTo>
                <a:cubicBezTo>
                  <a:pt x="102560" y="16944"/>
                  <a:pt x="102560" y="17019"/>
                  <a:pt x="102597" y="17019"/>
                </a:cubicBezTo>
                <a:cubicBezTo>
                  <a:pt x="102597" y="17094"/>
                  <a:pt x="102633" y="17169"/>
                  <a:pt x="102633" y="17169"/>
                </a:cubicBezTo>
                <a:cubicBezTo>
                  <a:pt x="102664" y="17244"/>
                  <a:pt x="102707" y="17244"/>
                  <a:pt x="102707" y="17244"/>
                </a:cubicBezTo>
                <a:cubicBezTo>
                  <a:pt x="102738" y="17320"/>
                  <a:pt x="102774" y="17244"/>
                  <a:pt x="102774" y="17320"/>
                </a:cubicBezTo>
                <a:cubicBezTo>
                  <a:pt x="102811" y="17320"/>
                  <a:pt x="102811" y="17382"/>
                  <a:pt x="102811" y="17457"/>
                </a:cubicBezTo>
                <a:cubicBezTo>
                  <a:pt x="102848" y="17457"/>
                  <a:pt x="102885" y="17457"/>
                  <a:pt x="102885" y="17533"/>
                </a:cubicBezTo>
                <a:cubicBezTo>
                  <a:pt x="102885" y="17608"/>
                  <a:pt x="102885" y="17608"/>
                  <a:pt x="102921" y="17683"/>
                </a:cubicBezTo>
                <a:cubicBezTo>
                  <a:pt x="102921" y="17758"/>
                  <a:pt x="102921" y="17758"/>
                  <a:pt x="102921" y="17833"/>
                </a:cubicBezTo>
                <a:cubicBezTo>
                  <a:pt x="102921" y="17909"/>
                  <a:pt x="102921" y="17909"/>
                  <a:pt x="102921" y="17984"/>
                </a:cubicBezTo>
                <a:cubicBezTo>
                  <a:pt x="102848" y="17984"/>
                  <a:pt x="102848" y="17984"/>
                  <a:pt x="102848" y="17984"/>
                </a:cubicBezTo>
                <a:cubicBezTo>
                  <a:pt x="102774" y="17984"/>
                  <a:pt x="102738" y="17909"/>
                  <a:pt x="102707" y="17909"/>
                </a:cubicBezTo>
                <a:cubicBezTo>
                  <a:pt x="102664" y="17909"/>
                  <a:pt x="102664" y="17833"/>
                  <a:pt x="102633" y="17833"/>
                </a:cubicBezTo>
                <a:cubicBezTo>
                  <a:pt x="102597" y="17833"/>
                  <a:pt x="102560" y="17909"/>
                  <a:pt x="102523" y="17833"/>
                </a:cubicBezTo>
                <a:lnTo>
                  <a:pt x="102486" y="17833"/>
                </a:lnTo>
                <a:cubicBezTo>
                  <a:pt x="102450" y="17833"/>
                  <a:pt x="102413" y="17758"/>
                  <a:pt x="102413" y="17758"/>
                </a:cubicBezTo>
                <a:cubicBezTo>
                  <a:pt x="102376" y="17683"/>
                  <a:pt x="102339" y="17683"/>
                  <a:pt x="102339" y="17683"/>
                </a:cubicBezTo>
                <a:cubicBezTo>
                  <a:pt x="102303" y="17683"/>
                  <a:pt x="102303" y="17758"/>
                  <a:pt x="102266" y="17758"/>
                </a:cubicBezTo>
                <a:cubicBezTo>
                  <a:pt x="102192" y="17758"/>
                  <a:pt x="102162" y="17683"/>
                  <a:pt x="102088" y="17683"/>
                </a:cubicBezTo>
                <a:cubicBezTo>
                  <a:pt x="102088" y="17909"/>
                  <a:pt x="102088" y="17909"/>
                  <a:pt x="102088" y="17909"/>
                </a:cubicBezTo>
                <a:cubicBezTo>
                  <a:pt x="102162" y="17984"/>
                  <a:pt x="102162" y="17984"/>
                  <a:pt x="102162" y="17984"/>
                </a:cubicBezTo>
                <a:cubicBezTo>
                  <a:pt x="102192" y="17984"/>
                  <a:pt x="102192" y="17984"/>
                  <a:pt x="102229" y="18059"/>
                </a:cubicBezTo>
                <a:cubicBezTo>
                  <a:pt x="102266" y="18059"/>
                  <a:pt x="102303" y="18134"/>
                  <a:pt x="102303" y="18209"/>
                </a:cubicBezTo>
                <a:cubicBezTo>
                  <a:pt x="102303" y="18360"/>
                  <a:pt x="102266" y="18360"/>
                  <a:pt x="102266" y="18498"/>
                </a:cubicBezTo>
                <a:cubicBezTo>
                  <a:pt x="102192" y="18422"/>
                  <a:pt x="102162" y="18422"/>
                  <a:pt x="102088" y="18360"/>
                </a:cubicBezTo>
                <a:cubicBezTo>
                  <a:pt x="102088" y="18285"/>
                  <a:pt x="102052" y="18285"/>
                  <a:pt x="102052" y="18209"/>
                </a:cubicBezTo>
                <a:cubicBezTo>
                  <a:pt x="102015" y="18209"/>
                  <a:pt x="101978" y="18134"/>
                  <a:pt x="101978" y="18059"/>
                </a:cubicBezTo>
                <a:cubicBezTo>
                  <a:pt x="101941" y="18059"/>
                  <a:pt x="101905" y="18059"/>
                  <a:pt x="101905" y="17984"/>
                </a:cubicBezTo>
                <a:cubicBezTo>
                  <a:pt x="101868" y="17984"/>
                  <a:pt x="101868" y="17909"/>
                  <a:pt x="101831" y="17833"/>
                </a:cubicBezTo>
                <a:cubicBezTo>
                  <a:pt x="101831" y="17833"/>
                  <a:pt x="101868" y="17758"/>
                  <a:pt x="101831" y="17758"/>
                </a:cubicBezTo>
                <a:cubicBezTo>
                  <a:pt x="101831" y="17683"/>
                  <a:pt x="101794" y="17683"/>
                  <a:pt x="101758" y="17683"/>
                </a:cubicBezTo>
                <a:cubicBezTo>
                  <a:pt x="101721" y="17683"/>
                  <a:pt x="101690" y="17683"/>
                  <a:pt x="101617" y="17683"/>
                </a:cubicBezTo>
                <a:cubicBezTo>
                  <a:pt x="101580" y="17683"/>
                  <a:pt x="101580" y="17683"/>
                  <a:pt x="101543" y="17683"/>
                </a:cubicBezTo>
                <a:cubicBezTo>
                  <a:pt x="101506" y="17683"/>
                  <a:pt x="101506" y="17683"/>
                  <a:pt x="101470" y="17683"/>
                </a:cubicBezTo>
                <a:cubicBezTo>
                  <a:pt x="101470" y="17683"/>
                  <a:pt x="101470" y="17758"/>
                  <a:pt x="101470" y="17833"/>
                </a:cubicBezTo>
                <a:cubicBezTo>
                  <a:pt x="101470" y="17909"/>
                  <a:pt x="101433" y="17909"/>
                  <a:pt x="101396" y="17909"/>
                </a:cubicBezTo>
                <a:cubicBezTo>
                  <a:pt x="101359" y="18059"/>
                  <a:pt x="101286" y="18059"/>
                  <a:pt x="101176" y="18059"/>
                </a:cubicBezTo>
                <a:cubicBezTo>
                  <a:pt x="101108" y="18059"/>
                  <a:pt x="101071" y="17984"/>
                  <a:pt x="100998" y="17909"/>
                </a:cubicBezTo>
                <a:cubicBezTo>
                  <a:pt x="100924" y="17909"/>
                  <a:pt x="100888" y="17909"/>
                  <a:pt x="100814" y="17833"/>
                </a:cubicBezTo>
                <a:cubicBezTo>
                  <a:pt x="100814" y="17833"/>
                  <a:pt x="100777" y="17909"/>
                  <a:pt x="100741" y="17833"/>
                </a:cubicBezTo>
                <a:cubicBezTo>
                  <a:pt x="100741" y="17833"/>
                  <a:pt x="100741" y="17758"/>
                  <a:pt x="100704" y="17758"/>
                </a:cubicBezTo>
                <a:cubicBezTo>
                  <a:pt x="100673" y="17683"/>
                  <a:pt x="100673" y="17683"/>
                  <a:pt x="100630" y="17683"/>
                </a:cubicBezTo>
                <a:cubicBezTo>
                  <a:pt x="100600" y="17683"/>
                  <a:pt x="100600" y="17683"/>
                  <a:pt x="100563" y="17758"/>
                </a:cubicBezTo>
                <a:cubicBezTo>
                  <a:pt x="100526" y="17758"/>
                  <a:pt x="100563" y="17833"/>
                  <a:pt x="100526" y="17833"/>
                </a:cubicBezTo>
                <a:cubicBezTo>
                  <a:pt x="100416" y="17833"/>
                  <a:pt x="100416" y="17758"/>
                  <a:pt x="100306" y="17758"/>
                </a:cubicBezTo>
                <a:cubicBezTo>
                  <a:pt x="100269" y="17758"/>
                  <a:pt x="100232" y="17758"/>
                  <a:pt x="100196" y="17833"/>
                </a:cubicBezTo>
                <a:cubicBezTo>
                  <a:pt x="100196" y="17909"/>
                  <a:pt x="100232" y="18059"/>
                  <a:pt x="100232" y="18134"/>
                </a:cubicBezTo>
                <a:cubicBezTo>
                  <a:pt x="100232" y="18360"/>
                  <a:pt x="100232" y="18422"/>
                  <a:pt x="100232" y="18573"/>
                </a:cubicBezTo>
                <a:cubicBezTo>
                  <a:pt x="100232" y="18723"/>
                  <a:pt x="100232" y="18723"/>
                  <a:pt x="100196" y="18874"/>
                </a:cubicBezTo>
                <a:cubicBezTo>
                  <a:pt x="99834" y="18874"/>
                  <a:pt x="99834" y="18874"/>
                  <a:pt x="99834" y="18874"/>
                </a:cubicBezTo>
                <a:cubicBezTo>
                  <a:pt x="99834" y="18723"/>
                  <a:pt x="99871" y="18573"/>
                  <a:pt x="99797" y="18422"/>
                </a:cubicBezTo>
                <a:cubicBezTo>
                  <a:pt x="99797" y="18360"/>
                  <a:pt x="99761" y="18360"/>
                  <a:pt x="99724" y="18360"/>
                </a:cubicBezTo>
                <a:cubicBezTo>
                  <a:pt x="99724" y="18285"/>
                  <a:pt x="99687" y="18209"/>
                  <a:pt x="99656" y="18209"/>
                </a:cubicBezTo>
                <a:cubicBezTo>
                  <a:pt x="99614" y="18209"/>
                  <a:pt x="99614" y="18209"/>
                  <a:pt x="99583" y="18134"/>
                </a:cubicBezTo>
                <a:cubicBezTo>
                  <a:pt x="99546" y="18134"/>
                  <a:pt x="99546" y="18059"/>
                  <a:pt x="99509" y="18059"/>
                </a:cubicBezTo>
                <a:cubicBezTo>
                  <a:pt x="99473" y="17984"/>
                  <a:pt x="99473" y="17984"/>
                  <a:pt x="99436" y="17909"/>
                </a:cubicBezTo>
                <a:cubicBezTo>
                  <a:pt x="99399" y="17909"/>
                  <a:pt x="99399" y="17833"/>
                  <a:pt x="99362" y="17758"/>
                </a:cubicBezTo>
                <a:cubicBezTo>
                  <a:pt x="99289" y="17683"/>
                  <a:pt x="99252" y="17608"/>
                  <a:pt x="99252" y="17457"/>
                </a:cubicBezTo>
                <a:cubicBezTo>
                  <a:pt x="99252" y="17382"/>
                  <a:pt x="99252" y="17382"/>
                  <a:pt x="99252" y="17382"/>
                </a:cubicBezTo>
                <a:cubicBezTo>
                  <a:pt x="99252" y="17320"/>
                  <a:pt x="99252" y="17320"/>
                  <a:pt x="99252" y="17244"/>
                </a:cubicBezTo>
                <a:cubicBezTo>
                  <a:pt x="99252" y="17244"/>
                  <a:pt x="99326" y="17244"/>
                  <a:pt x="99326" y="17169"/>
                </a:cubicBezTo>
                <a:cubicBezTo>
                  <a:pt x="99326" y="17094"/>
                  <a:pt x="99289" y="17094"/>
                  <a:pt x="99289" y="17019"/>
                </a:cubicBezTo>
                <a:cubicBezTo>
                  <a:pt x="99289" y="16868"/>
                  <a:pt x="99289" y="16793"/>
                  <a:pt x="99289" y="16718"/>
                </a:cubicBezTo>
                <a:cubicBezTo>
                  <a:pt x="99289" y="16568"/>
                  <a:pt x="99289" y="16492"/>
                  <a:pt x="99289" y="16417"/>
                </a:cubicBezTo>
                <a:cubicBezTo>
                  <a:pt x="99289" y="16279"/>
                  <a:pt x="99252" y="16204"/>
                  <a:pt x="99252" y="16054"/>
                </a:cubicBezTo>
                <a:cubicBezTo>
                  <a:pt x="99252" y="15979"/>
                  <a:pt x="99289" y="15903"/>
                  <a:pt x="99252" y="15828"/>
                </a:cubicBezTo>
                <a:cubicBezTo>
                  <a:pt x="99252" y="15753"/>
                  <a:pt x="99252" y="15678"/>
                  <a:pt x="99252" y="15678"/>
                </a:cubicBezTo>
                <a:cubicBezTo>
                  <a:pt x="99215" y="15603"/>
                  <a:pt x="99179" y="15603"/>
                  <a:pt x="99179" y="15527"/>
                </a:cubicBezTo>
                <a:cubicBezTo>
                  <a:pt x="99142" y="15452"/>
                  <a:pt x="99111" y="15452"/>
                  <a:pt x="99075" y="15377"/>
                </a:cubicBezTo>
                <a:cubicBezTo>
                  <a:pt x="99038" y="15377"/>
                  <a:pt x="99038" y="15302"/>
                  <a:pt x="99001" y="15302"/>
                </a:cubicBezTo>
                <a:cubicBezTo>
                  <a:pt x="98964" y="15302"/>
                  <a:pt x="98928" y="15302"/>
                  <a:pt x="98854" y="15302"/>
                </a:cubicBezTo>
                <a:cubicBezTo>
                  <a:pt x="98817" y="15302"/>
                  <a:pt x="98781" y="15302"/>
                  <a:pt x="98744" y="15377"/>
                </a:cubicBezTo>
                <a:cubicBezTo>
                  <a:pt x="98744" y="15377"/>
                  <a:pt x="98744" y="15452"/>
                  <a:pt x="98707" y="15527"/>
                </a:cubicBezTo>
                <a:cubicBezTo>
                  <a:pt x="98707" y="15527"/>
                  <a:pt x="98707" y="15603"/>
                  <a:pt x="98707" y="15678"/>
                </a:cubicBezTo>
                <a:cubicBezTo>
                  <a:pt x="98670" y="15678"/>
                  <a:pt x="98633" y="15678"/>
                  <a:pt x="98566" y="15678"/>
                </a:cubicBezTo>
                <a:cubicBezTo>
                  <a:pt x="98493" y="15678"/>
                  <a:pt x="98419" y="15678"/>
                  <a:pt x="98382" y="15527"/>
                </a:cubicBezTo>
                <a:cubicBezTo>
                  <a:pt x="98382" y="15452"/>
                  <a:pt x="98382" y="15377"/>
                  <a:pt x="98346" y="15377"/>
                </a:cubicBezTo>
                <a:cubicBezTo>
                  <a:pt x="98346" y="15302"/>
                  <a:pt x="98309" y="15227"/>
                  <a:pt x="98309" y="15227"/>
                </a:cubicBezTo>
                <a:cubicBezTo>
                  <a:pt x="98272" y="15164"/>
                  <a:pt x="98272" y="15089"/>
                  <a:pt x="98235" y="15089"/>
                </a:cubicBezTo>
                <a:cubicBezTo>
                  <a:pt x="98199" y="15089"/>
                  <a:pt x="98199" y="15089"/>
                  <a:pt x="98162" y="15089"/>
                </a:cubicBezTo>
                <a:cubicBezTo>
                  <a:pt x="98094" y="15089"/>
                  <a:pt x="98058" y="15089"/>
                  <a:pt x="97984" y="15014"/>
                </a:cubicBezTo>
                <a:cubicBezTo>
                  <a:pt x="97947" y="15014"/>
                  <a:pt x="97984" y="14938"/>
                  <a:pt x="97947" y="14863"/>
                </a:cubicBezTo>
                <a:cubicBezTo>
                  <a:pt x="97874" y="14788"/>
                  <a:pt x="97837" y="14788"/>
                  <a:pt x="97764" y="14788"/>
                </a:cubicBezTo>
                <a:cubicBezTo>
                  <a:pt x="97727" y="14788"/>
                  <a:pt x="97690" y="14788"/>
                  <a:pt x="97653" y="14863"/>
                </a:cubicBezTo>
                <a:cubicBezTo>
                  <a:pt x="97617" y="14863"/>
                  <a:pt x="97580" y="14863"/>
                  <a:pt x="97549" y="14863"/>
                </a:cubicBezTo>
                <a:cubicBezTo>
                  <a:pt x="97513" y="14938"/>
                  <a:pt x="97513" y="14938"/>
                  <a:pt x="97476" y="15014"/>
                </a:cubicBezTo>
                <a:cubicBezTo>
                  <a:pt x="97439" y="15014"/>
                  <a:pt x="97402" y="15089"/>
                  <a:pt x="97366" y="15089"/>
                </a:cubicBezTo>
                <a:cubicBezTo>
                  <a:pt x="97329" y="15089"/>
                  <a:pt x="97329" y="15164"/>
                  <a:pt x="97292" y="15227"/>
                </a:cubicBezTo>
                <a:cubicBezTo>
                  <a:pt x="97366" y="15527"/>
                  <a:pt x="97366" y="15527"/>
                  <a:pt x="97366" y="15527"/>
                </a:cubicBezTo>
                <a:cubicBezTo>
                  <a:pt x="97366" y="15603"/>
                  <a:pt x="97402" y="15603"/>
                  <a:pt x="97402" y="15678"/>
                </a:cubicBezTo>
                <a:cubicBezTo>
                  <a:pt x="97439" y="15678"/>
                  <a:pt x="97476" y="15753"/>
                  <a:pt x="97476" y="15828"/>
                </a:cubicBezTo>
                <a:cubicBezTo>
                  <a:pt x="97476" y="15828"/>
                  <a:pt x="97476" y="15903"/>
                  <a:pt x="97476" y="15979"/>
                </a:cubicBezTo>
                <a:cubicBezTo>
                  <a:pt x="97476" y="16054"/>
                  <a:pt x="97476" y="16054"/>
                  <a:pt x="97476" y="16129"/>
                </a:cubicBezTo>
                <a:cubicBezTo>
                  <a:pt x="97004" y="16129"/>
                  <a:pt x="97004" y="16129"/>
                  <a:pt x="97004" y="16129"/>
                </a:cubicBezTo>
                <a:cubicBezTo>
                  <a:pt x="96967" y="16129"/>
                  <a:pt x="96967" y="16204"/>
                  <a:pt x="96931" y="16204"/>
                </a:cubicBezTo>
                <a:cubicBezTo>
                  <a:pt x="96857" y="16279"/>
                  <a:pt x="96820" y="16342"/>
                  <a:pt x="96710" y="16342"/>
                </a:cubicBezTo>
                <a:cubicBezTo>
                  <a:pt x="96637" y="16342"/>
                  <a:pt x="96600" y="16279"/>
                  <a:pt x="96532" y="16204"/>
                </a:cubicBezTo>
                <a:cubicBezTo>
                  <a:pt x="96496" y="16204"/>
                  <a:pt x="96459" y="16129"/>
                  <a:pt x="96422" y="16129"/>
                </a:cubicBezTo>
                <a:cubicBezTo>
                  <a:pt x="96349" y="16054"/>
                  <a:pt x="96312" y="16054"/>
                  <a:pt x="96275" y="16054"/>
                </a:cubicBezTo>
                <a:cubicBezTo>
                  <a:pt x="96238" y="16054"/>
                  <a:pt x="96238" y="15903"/>
                  <a:pt x="96202" y="15903"/>
                </a:cubicBezTo>
                <a:cubicBezTo>
                  <a:pt x="96165" y="15828"/>
                  <a:pt x="96128" y="15828"/>
                  <a:pt x="96091" y="15828"/>
                </a:cubicBezTo>
                <a:cubicBezTo>
                  <a:pt x="96055" y="15828"/>
                  <a:pt x="96055" y="15903"/>
                  <a:pt x="96024" y="15903"/>
                </a:cubicBezTo>
                <a:cubicBezTo>
                  <a:pt x="95987" y="15903"/>
                  <a:pt x="95987" y="16054"/>
                  <a:pt x="95950" y="16054"/>
                </a:cubicBezTo>
                <a:cubicBezTo>
                  <a:pt x="95914" y="16054"/>
                  <a:pt x="95877" y="15979"/>
                  <a:pt x="95840" y="15903"/>
                </a:cubicBezTo>
                <a:cubicBezTo>
                  <a:pt x="95803" y="15828"/>
                  <a:pt x="95840" y="15753"/>
                  <a:pt x="95840" y="15678"/>
                </a:cubicBezTo>
                <a:cubicBezTo>
                  <a:pt x="95840" y="15377"/>
                  <a:pt x="95840" y="15377"/>
                  <a:pt x="95840" y="15377"/>
                </a:cubicBezTo>
                <a:cubicBezTo>
                  <a:pt x="95803" y="15302"/>
                  <a:pt x="95767" y="15227"/>
                  <a:pt x="95730" y="15227"/>
                </a:cubicBezTo>
                <a:cubicBezTo>
                  <a:pt x="95693" y="15164"/>
                  <a:pt x="95693" y="15089"/>
                  <a:pt x="95656" y="15089"/>
                </a:cubicBezTo>
                <a:cubicBezTo>
                  <a:pt x="95656" y="15089"/>
                  <a:pt x="95620" y="15089"/>
                  <a:pt x="95583" y="15089"/>
                </a:cubicBezTo>
                <a:cubicBezTo>
                  <a:pt x="95583" y="15089"/>
                  <a:pt x="95546" y="15089"/>
                  <a:pt x="95509" y="15089"/>
                </a:cubicBezTo>
                <a:cubicBezTo>
                  <a:pt x="95509" y="15089"/>
                  <a:pt x="95479" y="15089"/>
                  <a:pt x="95442" y="15164"/>
                </a:cubicBezTo>
                <a:cubicBezTo>
                  <a:pt x="95442" y="15164"/>
                  <a:pt x="95442" y="15302"/>
                  <a:pt x="95405" y="15302"/>
                </a:cubicBezTo>
                <a:cubicBezTo>
                  <a:pt x="95369" y="15302"/>
                  <a:pt x="95332" y="15227"/>
                  <a:pt x="95295" y="15227"/>
                </a:cubicBezTo>
                <a:cubicBezTo>
                  <a:pt x="95222" y="15227"/>
                  <a:pt x="95222" y="15227"/>
                  <a:pt x="95222" y="15227"/>
                </a:cubicBezTo>
                <a:cubicBezTo>
                  <a:pt x="95185" y="15227"/>
                  <a:pt x="95185" y="15164"/>
                  <a:pt x="95148" y="15164"/>
                </a:cubicBezTo>
                <a:cubicBezTo>
                  <a:pt x="94787" y="15164"/>
                  <a:pt x="94787" y="15164"/>
                  <a:pt x="94787" y="15164"/>
                </a:cubicBezTo>
                <a:cubicBezTo>
                  <a:pt x="94640" y="15227"/>
                  <a:pt x="94640" y="15227"/>
                  <a:pt x="94640" y="15227"/>
                </a:cubicBezTo>
                <a:cubicBezTo>
                  <a:pt x="94566" y="15227"/>
                  <a:pt x="94529" y="15164"/>
                  <a:pt x="94462" y="15164"/>
                </a:cubicBezTo>
                <a:cubicBezTo>
                  <a:pt x="94425" y="15164"/>
                  <a:pt x="94425" y="15164"/>
                  <a:pt x="94388" y="15164"/>
                </a:cubicBezTo>
                <a:lnTo>
                  <a:pt x="94388" y="15302"/>
                </a:lnTo>
                <a:cubicBezTo>
                  <a:pt x="94352" y="15377"/>
                  <a:pt x="94315" y="15302"/>
                  <a:pt x="94241" y="15302"/>
                </a:cubicBezTo>
                <a:cubicBezTo>
                  <a:pt x="94131" y="15302"/>
                  <a:pt x="94131" y="15302"/>
                  <a:pt x="94131" y="15302"/>
                </a:cubicBezTo>
                <a:cubicBezTo>
                  <a:pt x="94131" y="15302"/>
                  <a:pt x="94094" y="15302"/>
                  <a:pt x="94058" y="15302"/>
                </a:cubicBezTo>
                <a:cubicBezTo>
                  <a:pt x="94058" y="15302"/>
                  <a:pt x="94021" y="15302"/>
                  <a:pt x="93990" y="15302"/>
                </a:cubicBezTo>
                <a:cubicBezTo>
                  <a:pt x="93990" y="15227"/>
                  <a:pt x="94021" y="15164"/>
                  <a:pt x="94021" y="15014"/>
                </a:cubicBezTo>
                <a:cubicBezTo>
                  <a:pt x="94021" y="15014"/>
                  <a:pt x="93990" y="14938"/>
                  <a:pt x="93990" y="14863"/>
                </a:cubicBezTo>
                <a:lnTo>
                  <a:pt x="93990" y="14788"/>
                </a:lnTo>
                <a:cubicBezTo>
                  <a:pt x="93880" y="14713"/>
                  <a:pt x="93880" y="14713"/>
                  <a:pt x="93880" y="14713"/>
                </a:cubicBezTo>
                <a:cubicBezTo>
                  <a:pt x="93880" y="14713"/>
                  <a:pt x="93843" y="14713"/>
                  <a:pt x="93807" y="14788"/>
                </a:cubicBezTo>
                <a:cubicBezTo>
                  <a:pt x="93807" y="14788"/>
                  <a:pt x="93807" y="14863"/>
                  <a:pt x="93770" y="14863"/>
                </a:cubicBezTo>
                <a:cubicBezTo>
                  <a:pt x="93733" y="15014"/>
                  <a:pt x="93696" y="15089"/>
                  <a:pt x="93586" y="15089"/>
                </a:cubicBezTo>
                <a:cubicBezTo>
                  <a:pt x="93549" y="15089"/>
                  <a:pt x="93549" y="15089"/>
                  <a:pt x="93513" y="15014"/>
                </a:cubicBezTo>
                <a:cubicBezTo>
                  <a:pt x="93476" y="15014"/>
                  <a:pt x="93445" y="14938"/>
                  <a:pt x="93445" y="14863"/>
                </a:cubicBezTo>
                <a:cubicBezTo>
                  <a:pt x="93445" y="14788"/>
                  <a:pt x="93445" y="14788"/>
                  <a:pt x="93445" y="14788"/>
                </a:cubicBezTo>
                <a:cubicBezTo>
                  <a:pt x="93513" y="14788"/>
                  <a:pt x="93549" y="14788"/>
                  <a:pt x="93586" y="14788"/>
                </a:cubicBezTo>
                <a:cubicBezTo>
                  <a:pt x="93623" y="14788"/>
                  <a:pt x="93623" y="14788"/>
                  <a:pt x="93660" y="14788"/>
                </a:cubicBezTo>
                <a:cubicBezTo>
                  <a:pt x="93696" y="14713"/>
                  <a:pt x="93696" y="14713"/>
                  <a:pt x="93733" y="14638"/>
                </a:cubicBezTo>
                <a:cubicBezTo>
                  <a:pt x="93733" y="14638"/>
                  <a:pt x="93733" y="14562"/>
                  <a:pt x="93770" y="14487"/>
                </a:cubicBezTo>
                <a:cubicBezTo>
                  <a:pt x="93770" y="14487"/>
                  <a:pt x="93807" y="14487"/>
                  <a:pt x="93843" y="14487"/>
                </a:cubicBezTo>
                <a:cubicBezTo>
                  <a:pt x="93843" y="14412"/>
                  <a:pt x="93880" y="14412"/>
                  <a:pt x="93917" y="14412"/>
                </a:cubicBezTo>
                <a:cubicBezTo>
                  <a:pt x="93947" y="14337"/>
                  <a:pt x="93947" y="14262"/>
                  <a:pt x="93947" y="14186"/>
                </a:cubicBezTo>
                <a:cubicBezTo>
                  <a:pt x="93947" y="14124"/>
                  <a:pt x="93947" y="14124"/>
                  <a:pt x="93947" y="14124"/>
                </a:cubicBezTo>
                <a:cubicBezTo>
                  <a:pt x="93947" y="14049"/>
                  <a:pt x="93947" y="14049"/>
                  <a:pt x="93917" y="13973"/>
                </a:cubicBezTo>
                <a:cubicBezTo>
                  <a:pt x="93880" y="13898"/>
                  <a:pt x="93843" y="13973"/>
                  <a:pt x="93807" y="13973"/>
                </a:cubicBezTo>
                <a:cubicBezTo>
                  <a:pt x="93733" y="13973"/>
                  <a:pt x="93696" y="13973"/>
                  <a:pt x="93623" y="13973"/>
                </a:cubicBezTo>
                <a:cubicBezTo>
                  <a:pt x="93623" y="14049"/>
                  <a:pt x="93586" y="14049"/>
                  <a:pt x="93586" y="14124"/>
                </a:cubicBezTo>
                <a:cubicBezTo>
                  <a:pt x="93549" y="14124"/>
                  <a:pt x="93513" y="14124"/>
                  <a:pt x="93513" y="14186"/>
                </a:cubicBezTo>
                <a:cubicBezTo>
                  <a:pt x="93476" y="14186"/>
                  <a:pt x="93476" y="14337"/>
                  <a:pt x="93476" y="14337"/>
                </a:cubicBezTo>
                <a:cubicBezTo>
                  <a:pt x="93445" y="14412"/>
                  <a:pt x="93445" y="14487"/>
                  <a:pt x="93408" y="14487"/>
                </a:cubicBezTo>
                <a:cubicBezTo>
                  <a:pt x="93408" y="14562"/>
                  <a:pt x="93372" y="14562"/>
                  <a:pt x="93335" y="14638"/>
                </a:cubicBezTo>
                <a:cubicBezTo>
                  <a:pt x="93298" y="14638"/>
                  <a:pt x="93298" y="14788"/>
                  <a:pt x="93261" y="14788"/>
                </a:cubicBezTo>
                <a:cubicBezTo>
                  <a:pt x="92826" y="14788"/>
                  <a:pt x="92826" y="14788"/>
                  <a:pt x="92826" y="14788"/>
                </a:cubicBezTo>
                <a:cubicBezTo>
                  <a:pt x="92753" y="14863"/>
                  <a:pt x="92753" y="14863"/>
                  <a:pt x="92753" y="14863"/>
                </a:cubicBezTo>
                <a:lnTo>
                  <a:pt x="92753" y="14938"/>
                </a:lnTo>
                <a:cubicBezTo>
                  <a:pt x="92790" y="15089"/>
                  <a:pt x="92826" y="15089"/>
                  <a:pt x="92826" y="15164"/>
                </a:cubicBezTo>
                <a:cubicBezTo>
                  <a:pt x="92826" y="15227"/>
                  <a:pt x="92826" y="15227"/>
                  <a:pt x="92826" y="15227"/>
                </a:cubicBezTo>
                <a:cubicBezTo>
                  <a:pt x="92826" y="15302"/>
                  <a:pt x="92753" y="15302"/>
                  <a:pt x="92753" y="15302"/>
                </a:cubicBezTo>
                <a:cubicBezTo>
                  <a:pt x="92716" y="15377"/>
                  <a:pt x="92716" y="15452"/>
                  <a:pt x="92679" y="15452"/>
                </a:cubicBezTo>
                <a:cubicBezTo>
                  <a:pt x="92643" y="15527"/>
                  <a:pt x="92606" y="15527"/>
                  <a:pt x="92569" y="15527"/>
                </a:cubicBezTo>
                <a:cubicBezTo>
                  <a:pt x="92532" y="15527"/>
                  <a:pt x="92532" y="15527"/>
                  <a:pt x="92532" y="15527"/>
                </a:cubicBezTo>
                <a:cubicBezTo>
                  <a:pt x="92496" y="15527"/>
                  <a:pt x="92496" y="15452"/>
                  <a:pt x="92459" y="15452"/>
                </a:cubicBezTo>
                <a:cubicBezTo>
                  <a:pt x="92428" y="15452"/>
                  <a:pt x="92392" y="15452"/>
                  <a:pt x="92318" y="15452"/>
                </a:cubicBezTo>
                <a:cubicBezTo>
                  <a:pt x="92281" y="15452"/>
                  <a:pt x="92281" y="15527"/>
                  <a:pt x="92245" y="15527"/>
                </a:cubicBezTo>
                <a:cubicBezTo>
                  <a:pt x="92208" y="15603"/>
                  <a:pt x="92208" y="15603"/>
                  <a:pt x="92171" y="15678"/>
                </a:cubicBezTo>
                <a:cubicBezTo>
                  <a:pt x="92134" y="15678"/>
                  <a:pt x="92098" y="15678"/>
                  <a:pt x="92024" y="15678"/>
                </a:cubicBezTo>
                <a:cubicBezTo>
                  <a:pt x="91883" y="15678"/>
                  <a:pt x="91883" y="15678"/>
                  <a:pt x="91883" y="15678"/>
                </a:cubicBezTo>
                <a:cubicBezTo>
                  <a:pt x="91810" y="15678"/>
                  <a:pt x="91773" y="15753"/>
                  <a:pt x="91699" y="15753"/>
                </a:cubicBezTo>
                <a:cubicBezTo>
                  <a:pt x="91663" y="15753"/>
                  <a:pt x="91663" y="15753"/>
                  <a:pt x="91663" y="15753"/>
                </a:cubicBezTo>
                <a:lnTo>
                  <a:pt x="91663" y="15678"/>
                </a:lnTo>
                <a:cubicBezTo>
                  <a:pt x="91699" y="15678"/>
                  <a:pt x="91736" y="15678"/>
                  <a:pt x="91736" y="15678"/>
                </a:cubicBezTo>
                <a:cubicBezTo>
                  <a:pt x="91773" y="15603"/>
                  <a:pt x="91773" y="15527"/>
                  <a:pt x="91810" y="15527"/>
                </a:cubicBezTo>
                <a:cubicBezTo>
                  <a:pt x="91810" y="15452"/>
                  <a:pt x="91846" y="15452"/>
                  <a:pt x="91883" y="15377"/>
                </a:cubicBezTo>
                <a:cubicBezTo>
                  <a:pt x="91883" y="15377"/>
                  <a:pt x="91914" y="15302"/>
                  <a:pt x="91914" y="15227"/>
                </a:cubicBezTo>
                <a:cubicBezTo>
                  <a:pt x="91957" y="15227"/>
                  <a:pt x="91957" y="15227"/>
                  <a:pt x="91987" y="15164"/>
                </a:cubicBezTo>
                <a:cubicBezTo>
                  <a:pt x="92024" y="15164"/>
                  <a:pt x="92098" y="15227"/>
                  <a:pt x="92134" y="15164"/>
                </a:cubicBezTo>
                <a:cubicBezTo>
                  <a:pt x="92171" y="15164"/>
                  <a:pt x="92171" y="15227"/>
                  <a:pt x="92208" y="15164"/>
                </a:cubicBezTo>
                <a:cubicBezTo>
                  <a:pt x="92245" y="15164"/>
                  <a:pt x="92208" y="15089"/>
                  <a:pt x="92245" y="15014"/>
                </a:cubicBezTo>
                <a:cubicBezTo>
                  <a:pt x="92281" y="15014"/>
                  <a:pt x="92281" y="14938"/>
                  <a:pt x="92318" y="14938"/>
                </a:cubicBezTo>
                <a:cubicBezTo>
                  <a:pt x="92355" y="14863"/>
                  <a:pt x="92428" y="14863"/>
                  <a:pt x="92459" y="14713"/>
                </a:cubicBezTo>
                <a:cubicBezTo>
                  <a:pt x="92496" y="14638"/>
                  <a:pt x="92496" y="14487"/>
                  <a:pt x="92532" y="14412"/>
                </a:cubicBezTo>
                <a:cubicBezTo>
                  <a:pt x="92569" y="14337"/>
                  <a:pt x="92606" y="14337"/>
                  <a:pt x="92679" y="14337"/>
                </a:cubicBezTo>
                <a:cubicBezTo>
                  <a:pt x="92753" y="14337"/>
                  <a:pt x="92753" y="14337"/>
                  <a:pt x="92753" y="14337"/>
                </a:cubicBezTo>
                <a:cubicBezTo>
                  <a:pt x="92790" y="14337"/>
                  <a:pt x="92790" y="14337"/>
                  <a:pt x="92826" y="14337"/>
                </a:cubicBezTo>
                <a:cubicBezTo>
                  <a:pt x="92826" y="14337"/>
                  <a:pt x="92863" y="14337"/>
                  <a:pt x="92900" y="14337"/>
                </a:cubicBezTo>
                <a:cubicBezTo>
                  <a:pt x="92900" y="14337"/>
                  <a:pt x="92931" y="14262"/>
                  <a:pt x="92973" y="14262"/>
                </a:cubicBezTo>
                <a:cubicBezTo>
                  <a:pt x="92973" y="14186"/>
                  <a:pt x="92973" y="14124"/>
                  <a:pt x="92973" y="14124"/>
                </a:cubicBezTo>
                <a:cubicBezTo>
                  <a:pt x="93004" y="14049"/>
                  <a:pt x="93004" y="14049"/>
                  <a:pt x="93041" y="13973"/>
                </a:cubicBezTo>
                <a:cubicBezTo>
                  <a:pt x="93078" y="13898"/>
                  <a:pt x="93114" y="13898"/>
                  <a:pt x="93151" y="13898"/>
                </a:cubicBezTo>
                <a:cubicBezTo>
                  <a:pt x="93225" y="13898"/>
                  <a:pt x="93225" y="13898"/>
                  <a:pt x="93225" y="13898"/>
                </a:cubicBezTo>
                <a:cubicBezTo>
                  <a:pt x="93261" y="13898"/>
                  <a:pt x="93298" y="13898"/>
                  <a:pt x="93298" y="13898"/>
                </a:cubicBezTo>
                <a:cubicBezTo>
                  <a:pt x="93335" y="13898"/>
                  <a:pt x="93372" y="13898"/>
                  <a:pt x="93408" y="13898"/>
                </a:cubicBezTo>
                <a:cubicBezTo>
                  <a:pt x="93408" y="13823"/>
                  <a:pt x="93445" y="13823"/>
                  <a:pt x="93476" y="13823"/>
                </a:cubicBezTo>
                <a:cubicBezTo>
                  <a:pt x="93476" y="13823"/>
                  <a:pt x="93513" y="13748"/>
                  <a:pt x="93549" y="13748"/>
                </a:cubicBezTo>
                <a:cubicBezTo>
                  <a:pt x="93549" y="13673"/>
                  <a:pt x="93586" y="13673"/>
                  <a:pt x="93586" y="13597"/>
                </a:cubicBezTo>
                <a:cubicBezTo>
                  <a:pt x="93623" y="13597"/>
                  <a:pt x="93586" y="13522"/>
                  <a:pt x="93586" y="13447"/>
                </a:cubicBezTo>
                <a:cubicBezTo>
                  <a:pt x="93623" y="13372"/>
                  <a:pt x="93623" y="13297"/>
                  <a:pt x="93623" y="13159"/>
                </a:cubicBezTo>
                <a:cubicBezTo>
                  <a:pt x="93990" y="13159"/>
                  <a:pt x="93990" y="13159"/>
                  <a:pt x="93990" y="13159"/>
                </a:cubicBezTo>
                <a:cubicBezTo>
                  <a:pt x="93990" y="13084"/>
                  <a:pt x="93990" y="13084"/>
                  <a:pt x="94021" y="12933"/>
                </a:cubicBezTo>
                <a:cubicBezTo>
                  <a:pt x="94021" y="12933"/>
                  <a:pt x="93990" y="12858"/>
                  <a:pt x="94021" y="12858"/>
                </a:cubicBezTo>
                <a:cubicBezTo>
                  <a:pt x="94021" y="12783"/>
                  <a:pt x="94021" y="12708"/>
                  <a:pt x="94021" y="12708"/>
                </a:cubicBezTo>
                <a:cubicBezTo>
                  <a:pt x="94058" y="12632"/>
                  <a:pt x="94094" y="12708"/>
                  <a:pt x="94094" y="12708"/>
                </a:cubicBezTo>
                <a:cubicBezTo>
                  <a:pt x="94131" y="12632"/>
                  <a:pt x="94131" y="12632"/>
                  <a:pt x="94131" y="12557"/>
                </a:cubicBezTo>
                <a:cubicBezTo>
                  <a:pt x="94131" y="12482"/>
                  <a:pt x="94131" y="12407"/>
                  <a:pt x="94131" y="12407"/>
                </a:cubicBezTo>
                <a:cubicBezTo>
                  <a:pt x="94131" y="12332"/>
                  <a:pt x="94131" y="12256"/>
                  <a:pt x="94094" y="12256"/>
                </a:cubicBezTo>
                <a:cubicBezTo>
                  <a:pt x="94094" y="12181"/>
                  <a:pt x="94058" y="12256"/>
                  <a:pt x="94021" y="12181"/>
                </a:cubicBezTo>
                <a:cubicBezTo>
                  <a:pt x="94021" y="12181"/>
                  <a:pt x="94058" y="12106"/>
                  <a:pt x="94021" y="12043"/>
                </a:cubicBezTo>
                <a:lnTo>
                  <a:pt x="94021" y="11968"/>
                </a:lnTo>
                <a:cubicBezTo>
                  <a:pt x="93990" y="11893"/>
                  <a:pt x="93947" y="11968"/>
                  <a:pt x="93947" y="11968"/>
                </a:cubicBezTo>
                <a:cubicBezTo>
                  <a:pt x="93917" y="11893"/>
                  <a:pt x="93947" y="11818"/>
                  <a:pt x="93947" y="11818"/>
                </a:cubicBezTo>
                <a:cubicBezTo>
                  <a:pt x="93917" y="11743"/>
                  <a:pt x="93917" y="11667"/>
                  <a:pt x="93917" y="11592"/>
                </a:cubicBezTo>
                <a:cubicBezTo>
                  <a:pt x="93880" y="11517"/>
                  <a:pt x="93843" y="11517"/>
                  <a:pt x="93807" y="11442"/>
                </a:cubicBezTo>
                <a:cubicBezTo>
                  <a:pt x="93770" y="11442"/>
                  <a:pt x="93770" y="11367"/>
                  <a:pt x="93733" y="11367"/>
                </a:cubicBezTo>
                <a:cubicBezTo>
                  <a:pt x="93696" y="11367"/>
                  <a:pt x="93696" y="11367"/>
                  <a:pt x="93660" y="11367"/>
                </a:cubicBezTo>
                <a:cubicBezTo>
                  <a:pt x="93623" y="11367"/>
                  <a:pt x="93623" y="11291"/>
                  <a:pt x="93586" y="11291"/>
                </a:cubicBezTo>
                <a:cubicBezTo>
                  <a:pt x="93586" y="11141"/>
                  <a:pt x="93586" y="11078"/>
                  <a:pt x="93586" y="10928"/>
                </a:cubicBezTo>
                <a:cubicBezTo>
                  <a:pt x="93078" y="10928"/>
                  <a:pt x="93078" y="10928"/>
                  <a:pt x="93078" y="10928"/>
                </a:cubicBezTo>
                <a:cubicBezTo>
                  <a:pt x="93004" y="10928"/>
                  <a:pt x="92973" y="10853"/>
                  <a:pt x="92931" y="10853"/>
                </a:cubicBezTo>
                <a:cubicBezTo>
                  <a:pt x="92863" y="10778"/>
                  <a:pt x="92826" y="10778"/>
                  <a:pt x="92753" y="10778"/>
                </a:cubicBezTo>
                <a:cubicBezTo>
                  <a:pt x="92753" y="10778"/>
                  <a:pt x="92716" y="10778"/>
                  <a:pt x="92679" y="10778"/>
                </a:cubicBezTo>
                <a:cubicBezTo>
                  <a:pt x="92679" y="10778"/>
                  <a:pt x="92643" y="10853"/>
                  <a:pt x="92606" y="10853"/>
                </a:cubicBezTo>
                <a:cubicBezTo>
                  <a:pt x="92606" y="10853"/>
                  <a:pt x="92606" y="10991"/>
                  <a:pt x="92569" y="10991"/>
                </a:cubicBezTo>
                <a:cubicBezTo>
                  <a:pt x="92569" y="10991"/>
                  <a:pt x="92532" y="10991"/>
                  <a:pt x="92496" y="10991"/>
                </a:cubicBezTo>
                <a:cubicBezTo>
                  <a:pt x="92459" y="10928"/>
                  <a:pt x="92428" y="10853"/>
                  <a:pt x="92392" y="10778"/>
                </a:cubicBezTo>
                <a:cubicBezTo>
                  <a:pt x="92355" y="10778"/>
                  <a:pt x="92318" y="10778"/>
                  <a:pt x="92318" y="10778"/>
                </a:cubicBezTo>
                <a:cubicBezTo>
                  <a:pt x="92281" y="10702"/>
                  <a:pt x="92245" y="10702"/>
                  <a:pt x="92208" y="10702"/>
                </a:cubicBezTo>
                <a:cubicBezTo>
                  <a:pt x="92171" y="10702"/>
                  <a:pt x="92134" y="10778"/>
                  <a:pt x="92098" y="10778"/>
                </a:cubicBezTo>
                <a:cubicBezTo>
                  <a:pt x="92098" y="11141"/>
                  <a:pt x="92098" y="11141"/>
                  <a:pt x="92098" y="11141"/>
                </a:cubicBezTo>
                <a:cubicBezTo>
                  <a:pt x="91883" y="11141"/>
                  <a:pt x="91883" y="11141"/>
                  <a:pt x="91883" y="11141"/>
                </a:cubicBezTo>
                <a:cubicBezTo>
                  <a:pt x="91810" y="11078"/>
                  <a:pt x="91810" y="11078"/>
                  <a:pt x="91810" y="11078"/>
                </a:cubicBezTo>
                <a:cubicBezTo>
                  <a:pt x="91846" y="10991"/>
                  <a:pt x="91846" y="10928"/>
                  <a:pt x="91846" y="10928"/>
                </a:cubicBezTo>
                <a:cubicBezTo>
                  <a:pt x="91883" y="10928"/>
                  <a:pt x="91914" y="10928"/>
                  <a:pt x="91914" y="10928"/>
                </a:cubicBezTo>
                <a:cubicBezTo>
                  <a:pt x="91957" y="10778"/>
                  <a:pt x="91987" y="10702"/>
                  <a:pt x="91987" y="10627"/>
                </a:cubicBezTo>
                <a:cubicBezTo>
                  <a:pt x="91987" y="10552"/>
                  <a:pt x="91987" y="10552"/>
                  <a:pt x="91987" y="10477"/>
                </a:cubicBezTo>
                <a:cubicBezTo>
                  <a:pt x="91589" y="10477"/>
                  <a:pt x="91589" y="10477"/>
                  <a:pt x="91589" y="10477"/>
                </a:cubicBezTo>
                <a:cubicBezTo>
                  <a:pt x="91552" y="10477"/>
                  <a:pt x="91516" y="10402"/>
                  <a:pt x="91442" y="10402"/>
                </a:cubicBezTo>
                <a:cubicBezTo>
                  <a:pt x="91375" y="10402"/>
                  <a:pt x="91338" y="10402"/>
                  <a:pt x="91264" y="10402"/>
                </a:cubicBezTo>
                <a:lnTo>
                  <a:pt x="91228" y="10326"/>
                </a:lnTo>
                <a:cubicBezTo>
                  <a:pt x="91228" y="10326"/>
                  <a:pt x="91228" y="10251"/>
                  <a:pt x="91228" y="10176"/>
                </a:cubicBezTo>
                <a:cubicBezTo>
                  <a:pt x="91264" y="10101"/>
                  <a:pt x="91301" y="10026"/>
                  <a:pt x="91375" y="9963"/>
                </a:cubicBezTo>
                <a:cubicBezTo>
                  <a:pt x="91375" y="9963"/>
                  <a:pt x="91411" y="9963"/>
                  <a:pt x="91442" y="9963"/>
                </a:cubicBezTo>
                <a:cubicBezTo>
                  <a:pt x="91479" y="9963"/>
                  <a:pt x="91479" y="9888"/>
                  <a:pt x="91516" y="9888"/>
                </a:cubicBezTo>
                <a:cubicBezTo>
                  <a:pt x="91516" y="9587"/>
                  <a:pt x="91516" y="9587"/>
                  <a:pt x="91516" y="9587"/>
                </a:cubicBezTo>
                <a:cubicBezTo>
                  <a:pt x="90719" y="9587"/>
                  <a:pt x="90719" y="9587"/>
                  <a:pt x="90719" y="9587"/>
                </a:cubicBezTo>
                <a:cubicBezTo>
                  <a:pt x="90683" y="9587"/>
                  <a:pt x="90646" y="9587"/>
                  <a:pt x="90646" y="9662"/>
                </a:cubicBezTo>
                <a:cubicBezTo>
                  <a:pt x="90572" y="9662"/>
                  <a:pt x="90535" y="9737"/>
                  <a:pt x="90499" y="9737"/>
                </a:cubicBezTo>
                <a:cubicBezTo>
                  <a:pt x="90462" y="9737"/>
                  <a:pt x="90425" y="9737"/>
                  <a:pt x="90425" y="9737"/>
                </a:cubicBezTo>
                <a:cubicBezTo>
                  <a:pt x="90358" y="9813"/>
                  <a:pt x="90284" y="9813"/>
                  <a:pt x="90211" y="9888"/>
                </a:cubicBezTo>
                <a:cubicBezTo>
                  <a:pt x="90174" y="9888"/>
                  <a:pt x="90174" y="9888"/>
                  <a:pt x="90137" y="9963"/>
                </a:cubicBezTo>
                <a:cubicBezTo>
                  <a:pt x="90101" y="9963"/>
                  <a:pt x="90101" y="10026"/>
                  <a:pt x="90064" y="10026"/>
                </a:cubicBezTo>
                <a:cubicBezTo>
                  <a:pt x="90027" y="10101"/>
                  <a:pt x="90027" y="10101"/>
                  <a:pt x="90027" y="10176"/>
                </a:cubicBezTo>
                <a:cubicBezTo>
                  <a:pt x="90027" y="10251"/>
                  <a:pt x="90027" y="10326"/>
                  <a:pt x="90027" y="10326"/>
                </a:cubicBezTo>
                <a:cubicBezTo>
                  <a:pt x="90027" y="10402"/>
                  <a:pt x="90027" y="10477"/>
                  <a:pt x="90027" y="10477"/>
                </a:cubicBezTo>
                <a:cubicBezTo>
                  <a:pt x="89990" y="10552"/>
                  <a:pt x="89990" y="10627"/>
                  <a:pt x="89954" y="10627"/>
                </a:cubicBezTo>
                <a:cubicBezTo>
                  <a:pt x="89917" y="10702"/>
                  <a:pt x="89880" y="10702"/>
                  <a:pt x="89813" y="10778"/>
                </a:cubicBezTo>
                <a:cubicBezTo>
                  <a:pt x="89849" y="10853"/>
                  <a:pt x="89849" y="10853"/>
                  <a:pt x="89849" y="10928"/>
                </a:cubicBezTo>
                <a:cubicBezTo>
                  <a:pt x="89880" y="10991"/>
                  <a:pt x="89917" y="10991"/>
                  <a:pt x="89917" y="10991"/>
                </a:cubicBezTo>
                <a:cubicBezTo>
                  <a:pt x="89917" y="11141"/>
                  <a:pt x="89917" y="11141"/>
                  <a:pt x="89917" y="11141"/>
                </a:cubicBezTo>
                <a:cubicBezTo>
                  <a:pt x="89231" y="11141"/>
                  <a:pt x="89231" y="11141"/>
                  <a:pt x="89231" y="11141"/>
                </a:cubicBezTo>
                <a:cubicBezTo>
                  <a:pt x="89194" y="11291"/>
                  <a:pt x="89231" y="11367"/>
                  <a:pt x="89194" y="11442"/>
                </a:cubicBezTo>
                <a:cubicBezTo>
                  <a:pt x="89120" y="11517"/>
                  <a:pt x="89084" y="11442"/>
                  <a:pt x="89010" y="11517"/>
                </a:cubicBezTo>
                <a:cubicBezTo>
                  <a:pt x="89010" y="11592"/>
                  <a:pt x="89047" y="11667"/>
                  <a:pt x="89010" y="11667"/>
                </a:cubicBezTo>
                <a:cubicBezTo>
                  <a:pt x="89010" y="11743"/>
                  <a:pt x="88973" y="11818"/>
                  <a:pt x="88973" y="11818"/>
                </a:cubicBezTo>
                <a:cubicBezTo>
                  <a:pt x="88937" y="11893"/>
                  <a:pt x="88937" y="11893"/>
                  <a:pt x="88900" y="11893"/>
                </a:cubicBezTo>
                <a:cubicBezTo>
                  <a:pt x="88833" y="11968"/>
                  <a:pt x="88796" y="11968"/>
                  <a:pt x="88722" y="11968"/>
                </a:cubicBezTo>
                <a:cubicBezTo>
                  <a:pt x="88649" y="11968"/>
                  <a:pt x="88612" y="11968"/>
                  <a:pt x="88575" y="11968"/>
                </a:cubicBezTo>
                <a:cubicBezTo>
                  <a:pt x="88575" y="11893"/>
                  <a:pt x="88539" y="11893"/>
                  <a:pt x="88502" y="11893"/>
                </a:cubicBezTo>
                <a:cubicBezTo>
                  <a:pt x="88502" y="11818"/>
                  <a:pt x="88465" y="11818"/>
                  <a:pt x="88428" y="11743"/>
                </a:cubicBezTo>
                <a:cubicBezTo>
                  <a:pt x="88428" y="11743"/>
                  <a:pt x="88428" y="11667"/>
                  <a:pt x="88392" y="11592"/>
                </a:cubicBezTo>
                <a:cubicBezTo>
                  <a:pt x="88355" y="11592"/>
                  <a:pt x="88355" y="11592"/>
                  <a:pt x="88324" y="11592"/>
                </a:cubicBezTo>
                <a:cubicBezTo>
                  <a:pt x="88287" y="11592"/>
                  <a:pt x="88287" y="11592"/>
                  <a:pt x="88251" y="11592"/>
                </a:cubicBezTo>
                <a:cubicBezTo>
                  <a:pt x="88177" y="11592"/>
                  <a:pt x="88140" y="11592"/>
                  <a:pt x="88067" y="11592"/>
                </a:cubicBezTo>
                <a:cubicBezTo>
                  <a:pt x="87993" y="11592"/>
                  <a:pt x="87993" y="11592"/>
                  <a:pt x="87993" y="11592"/>
                </a:cubicBezTo>
                <a:cubicBezTo>
                  <a:pt x="87957" y="11592"/>
                  <a:pt x="87920" y="11442"/>
                  <a:pt x="87846" y="11442"/>
                </a:cubicBezTo>
                <a:cubicBezTo>
                  <a:pt x="87816" y="11442"/>
                  <a:pt x="87779" y="11517"/>
                  <a:pt x="87779" y="11517"/>
                </a:cubicBezTo>
                <a:cubicBezTo>
                  <a:pt x="87742" y="11517"/>
                  <a:pt x="87705" y="11442"/>
                  <a:pt x="87669" y="11517"/>
                </a:cubicBezTo>
                <a:cubicBezTo>
                  <a:pt x="87669" y="11592"/>
                  <a:pt x="87632" y="11592"/>
                  <a:pt x="87632" y="11667"/>
                </a:cubicBezTo>
                <a:cubicBezTo>
                  <a:pt x="87595" y="11743"/>
                  <a:pt x="87669" y="11818"/>
                  <a:pt x="87632" y="11893"/>
                </a:cubicBezTo>
                <a:lnTo>
                  <a:pt x="87632" y="11968"/>
                </a:lnTo>
                <a:cubicBezTo>
                  <a:pt x="87632" y="12043"/>
                  <a:pt x="87558" y="12043"/>
                  <a:pt x="87558" y="12043"/>
                </a:cubicBezTo>
                <a:cubicBezTo>
                  <a:pt x="87522" y="12106"/>
                  <a:pt x="87485" y="12106"/>
                  <a:pt x="87448" y="12106"/>
                </a:cubicBezTo>
                <a:cubicBezTo>
                  <a:pt x="87087" y="12106"/>
                  <a:pt x="87087" y="12106"/>
                  <a:pt x="87087" y="12106"/>
                </a:cubicBezTo>
                <a:cubicBezTo>
                  <a:pt x="87013" y="12106"/>
                  <a:pt x="86977" y="12181"/>
                  <a:pt x="86903" y="12256"/>
                </a:cubicBezTo>
                <a:cubicBezTo>
                  <a:pt x="86866" y="12332"/>
                  <a:pt x="86830" y="12332"/>
                  <a:pt x="86830" y="12332"/>
                </a:cubicBezTo>
                <a:cubicBezTo>
                  <a:pt x="86762" y="12407"/>
                  <a:pt x="86725" y="12482"/>
                  <a:pt x="86689" y="12482"/>
                </a:cubicBezTo>
                <a:cubicBezTo>
                  <a:pt x="86652" y="12482"/>
                  <a:pt x="86615" y="12482"/>
                  <a:pt x="86615" y="12557"/>
                </a:cubicBezTo>
                <a:cubicBezTo>
                  <a:pt x="86578" y="12557"/>
                  <a:pt x="86578" y="12708"/>
                  <a:pt x="86505" y="12708"/>
                </a:cubicBezTo>
                <a:lnTo>
                  <a:pt x="86468" y="12632"/>
                </a:lnTo>
                <a:cubicBezTo>
                  <a:pt x="86431" y="12632"/>
                  <a:pt x="86431" y="12482"/>
                  <a:pt x="86431" y="12482"/>
                </a:cubicBezTo>
                <a:cubicBezTo>
                  <a:pt x="86395" y="12482"/>
                  <a:pt x="86358" y="12482"/>
                  <a:pt x="86321" y="12482"/>
                </a:cubicBezTo>
                <a:cubicBezTo>
                  <a:pt x="86290" y="12482"/>
                  <a:pt x="86254" y="12482"/>
                  <a:pt x="86180" y="12557"/>
                </a:cubicBezTo>
                <a:cubicBezTo>
                  <a:pt x="86143" y="12557"/>
                  <a:pt x="86143" y="12632"/>
                  <a:pt x="86107" y="12632"/>
                </a:cubicBezTo>
                <a:cubicBezTo>
                  <a:pt x="86070" y="12708"/>
                  <a:pt x="86033" y="12708"/>
                  <a:pt x="85996" y="12783"/>
                </a:cubicBezTo>
                <a:cubicBezTo>
                  <a:pt x="85960" y="12858"/>
                  <a:pt x="85960" y="12933"/>
                  <a:pt x="85923" y="12933"/>
                </a:cubicBezTo>
                <a:cubicBezTo>
                  <a:pt x="85886" y="12933"/>
                  <a:pt x="85849" y="12933"/>
                  <a:pt x="85849" y="12933"/>
                </a:cubicBezTo>
                <a:cubicBezTo>
                  <a:pt x="85813" y="13008"/>
                  <a:pt x="85776" y="12933"/>
                  <a:pt x="85745" y="12933"/>
                </a:cubicBezTo>
                <a:cubicBezTo>
                  <a:pt x="85672" y="12933"/>
                  <a:pt x="85635" y="12933"/>
                  <a:pt x="85562" y="13008"/>
                </a:cubicBezTo>
                <a:cubicBezTo>
                  <a:pt x="85525" y="13008"/>
                  <a:pt x="85488" y="13084"/>
                  <a:pt x="85451" y="13159"/>
                </a:cubicBezTo>
                <a:cubicBezTo>
                  <a:pt x="85415" y="13159"/>
                  <a:pt x="85415" y="13221"/>
                  <a:pt x="85378" y="13297"/>
                </a:cubicBezTo>
                <a:cubicBezTo>
                  <a:pt x="85378" y="13372"/>
                  <a:pt x="85378" y="13447"/>
                  <a:pt x="85378" y="13447"/>
                </a:cubicBezTo>
                <a:cubicBezTo>
                  <a:pt x="85341" y="13522"/>
                  <a:pt x="85341" y="13597"/>
                  <a:pt x="85341" y="13597"/>
                </a:cubicBezTo>
                <a:cubicBezTo>
                  <a:pt x="85304" y="13597"/>
                  <a:pt x="85274" y="13597"/>
                  <a:pt x="85274" y="13597"/>
                </a:cubicBezTo>
                <a:cubicBezTo>
                  <a:pt x="85237" y="13597"/>
                  <a:pt x="85200" y="13597"/>
                  <a:pt x="85163" y="13597"/>
                </a:cubicBezTo>
                <a:cubicBezTo>
                  <a:pt x="85163" y="13597"/>
                  <a:pt x="85127" y="13673"/>
                  <a:pt x="85090" y="13673"/>
                </a:cubicBezTo>
                <a:lnTo>
                  <a:pt x="85053" y="13673"/>
                </a:lnTo>
                <a:cubicBezTo>
                  <a:pt x="85016" y="13673"/>
                  <a:pt x="84980" y="13673"/>
                  <a:pt x="84980" y="13748"/>
                </a:cubicBezTo>
                <a:cubicBezTo>
                  <a:pt x="84943" y="13748"/>
                  <a:pt x="84906" y="13748"/>
                  <a:pt x="84906" y="13898"/>
                </a:cubicBezTo>
                <a:cubicBezTo>
                  <a:pt x="84906" y="13973"/>
                  <a:pt x="84943" y="14049"/>
                  <a:pt x="84980" y="14124"/>
                </a:cubicBezTo>
                <a:cubicBezTo>
                  <a:pt x="84980" y="14186"/>
                  <a:pt x="85016" y="14186"/>
                  <a:pt x="85053" y="14186"/>
                </a:cubicBezTo>
                <a:cubicBezTo>
                  <a:pt x="85090" y="14262"/>
                  <a:pt x="85127" y="14262"/>
                  <a:pt x="85200" y="14337"/>
                </a:cubicBezTo>
                <a:cubicBezTo>
                  <a:pt x="85237" y="14337"/>
                  <a:pt x="85237" y="14337"/>
                  <a:pt x="85274" y="14412"/>
                </a:cubicBezTo>
                <a:cubicBezTo>
                  <a:pt x="85274" y="14412"/>
                  <a:pt x="85274" y="14487"/>
                  <a:pt x="85274" y="14562"/>
                </a:cubicBezTo>
                <a:cubicBezTo>
                  <a:pt x="85274" y="14713"/>
                  <a:pt x="85274" y="14713"/>
                  <a:pt x="85274" y="14713"/>
                </a:cubicBezTo>
                <a:cubicBezTo>
                  <a:pt x="85274" y="14713"/>
                  <a:pt x="85237" y="14788"/>
                  <a:pt x="85200" y="14863"/>
                </a:cubicBezTo>
                <a:cubicBezTo>
                  <a:pt x="85200" y="14788"/>
                  <a:pt x="85163" y="14788"/>
                  <a:pt x="85127" y="14788"/>
                </a:cubicBezTo>
                <a:cubicBezTo>
                  <a:pt x="85053" y="14788"/>
                  <a:pt x="85016" y="14713"/>
                  <a:pt x="84906" y="14713"/>
                </a:cubicBezTo>
                <a:cubicBezTo>
                  <a:pt x="84869" y="14713"/>
                  <a:pt x="84833" y="14713"/>
                  <a:pt x="84759" y="14788"/>
                </a:cubicBezTo>
                <a:cubicBezTo>
                  <a:pt x="84759" y="14788"/>
                  <a:pt x="84728" y="14788"/>
                  <a:pt x="84692" y="14788"/>
                </a:cubicBezTo>
                <a:cubicBezTo>
                  <a:pt x="84692" y="14788"/>
                  <a:pt x="84692" y="14863"/>
                  <a:pt x="84655" y="14938"/>
                </a:cubicBezTo>
                <a:cubicBezTo>
                  <a:pt x="84618" y="14938"/>
                  <a:pt x="84618" y="15014"/>
                  <a:pt x="84581" y="15014"/>
                </a:cubicBezTo>
                <a:cubicBezTo>
                  <a:pt x="84545" y="15089"/>
                  <a:pt x="84545" y="15014"/>
                  <a:pt x="84508" y="15014"/>
                </a:cubicBezTo>
                <a:cubicBezTo>
                  <a:pt x="84471" y="15014"/>
                  <a:pt x="84471" y="15089"/>
                  <a:pt x="84434" y="15014"/>
                </a:cubicBezTo>
                <a:cubicBezTo>
                  <a:pt x="84398" y="15014"/>
                  <a:pt x="84398" y="14863"/>
                  <a:pt x="84361" y="14863"/>
                </a:cubicBezTo>
                <a:cubicBezTo>
                  <a:pt x="84287" y="14863"/>
                  <a:pt x="84257" y="14938"/>
                  <a:pt x="84147" y="14938"/>
                </a:cubicBezTo>
                <a:cubicBezTo>
                  <a:pt x="84110" y="14938"/>
                  <a:pt x="84073" y="14938"/>
                  <a:pt x="84036" y="14938"/>
                </a:cubicBezTo>
                <a:cubicBezTo>
                  <a:pt x="84000" y="14938"/>
                  <a:pt x="83963" y="14938"/>
                  <a:pt x="83963" y="14938"/>
                </a:cubicBezTo>
                <a:cubicBezTo>
                  <a:pt x="83926" y="15014"/>
                  <a:pt x="83889" y="15014"/>
                  <a:pt x="83889" y="15014"/>
                </a:cubicBezTo>
                <a:cubicBezTo>
                  <a:pt x="83565" y="15014"/>
                  <a:pt x="83565" y="15014"/>
                  <a:pt x="83565" y="15014"/>
                </a:cubicBezTo>
                <a:cubicBezTo>
                  <a:pt x="83528" y="15014"/>
                  <a:pt x="83491" y="15014"/>
                  <a:pt x="83491" y="15014"/>
                </a:cubicBezTo>
                <a:cubicBezTo>
                  <a:pt x="83454" y="15014"/>
                  <a:pt x="83418" y="15014"/>
                  <a:pt x="83418" y="15014"/>
                </a:cubicBezTo>
                <a:cubicBezTo>
                  <a:pt x="83381" y="15089"/>
                  <a:pt x="83418" y="15164"/>
                  <a:pt x="83381" y="15164"/>
                </a:cubicBezTo>
                <a:cubicBezTo>
                  <a:pt x="83381" y="15227"/>
                  <a:pt x="83344" y="15302"/>
                  <a:pt x="83344" y="15302"/>
                </a:cubicBezTo>
                <a:cubicBezTo>
                  <a:pt x="82983" y="15302"/>
                  <a:pt x="82983" y="15302"/>
                  <a:pt x="82983" y="15302"/>
                </a:cubicBezTo>
                <a:cubicBezTo>
                  <a:pt x="82909" y="15302"/>
                  <a:pt x="82909" y="15452"/>
                  <a:pt x="82836" y="15527"/>
                </a:cubicBezTo>
                <a:cubicBezTo>
                  <a:pt x="82872" y="15603"/>
                  <a:pt x="82872" y="15603"/>
                  <a:pt x="82872" y="15678"/>
                </a:cubicBezTo>
                <a:cubicBezTo>
                  <a:pt x="82909" y="15753"/>
                  <a:pt x="82946" y="15753"/>
                  <a:pt x="82946" y="15828"/>
                </a:cubicBezTo>
                <a:cubicBezTo>
                  <a:pt x="82983" y="15903"/>
                  <a:pt x="83019" y="15903"/>
                  <a:pt x="83019" y="15979"/>
                </a:cubicBezTo>
                <a:cubicBezTo>
                  <a:pt x="83056" y="16054"/>
                  <a:pt x="83093" y="16054"/>
                  <a:pt x="83093" y="16054"/>
                </a:cubicBezTo>
                <a:cubicBezTo>
                  <a:pt x="83093" y="16204"/>
                  <a:pt x="83093" y="16279"/>
                  <a:pt x="83093" y="16342"/>
                </a:cubicBezTo>
                <a:cubicBezTo>
                  <a:pt x="83093" y="16417"/>
                  <a:pt x="83093" y="16492"/>
                  <a:pt x="83093" y="16492"/>
                </a:cubicBezTo>
                <a:cubicBezTo>
                  <a:pt x="83093" y="16568"/>
                  <a:pt x="83130" y="16568"/>
                  <a:pt x="83130" y="16643"/>
                </a:cubicBezTo>
                <a:cubicBezTo>
                  <a:pt x="83130" y="16718"/>
                  <a:pt x="83130" y="16793"/>
                  <a:pt x="83166" y="16793"/>
                </a:cubicBezTo>
                <a:cubicBezTo>
                  <a:pt x="83197" y="16868"/>
                  <a:pt x="83240" y="16793"/>
                  <a:pt x="83307" y="16793"/>
                </a:cubicBezTo>
                <a:cubicBezTo>
                  <a:pt x="83418" y="16793"/>
                  <a:pt x="83418" y="16793"/>
                  <a:pt x="83418" y="16793"/>
                </a:cubicBezTo>
                <a:cubicBezTo>
                  <a:pt x="83454" y="16793"/>
                  <a:pt x="83491" y="16793"/>
                  <a:pt x="83528" y="16793"/>
                </a:cubicBezTo>
                <a:cubicBezTo>
                  <a:pt x="83528" y="16793"/>
                  <a:pt x="83565" y="16868"/>
                  <a:pt x="83601" y="16868"/>
                </a:cubicBezTo>
                <a:cubicBezTo>
                  <a:pt x="83601" y="16868"/>
                  <a:pt x="83601" y="16944"/>
                  <a:pt x="83638" y="17019"/>
                </a:cubicBezTo>
                <a:cubicBezTo>
                  <a:pt x="83675" y="17094"/>
                  <a:pt x="83712" y="17094"/>
                  <a:pt x="83712" y="17169"/>
                </a:cubicBezTo>
                <a:cubicBezTo>
                  <a:pt x="83712" y="17169"/>
                  <a:pt x="83712" y="17244"/>
                  <a:pt x="83712" y="17320"/>
                </a:cubicBezTo>
                <a:cubicBezTo>
                  <a:pt x="83712" y="17457"/>
                  <a:pt x="83712" y="17457"/>
                  <a:pt x="83712" y="17457"/>
                </a:cubicBezTo>
                <a:cubicBezTo>
                  <a:pt x="83712" y="17608"/>
                  <a:pt x="83638" y="17683"/>
                  <a:pt x="83565" y="17683"/>
                </a:cubicBezTo>
                <a:cubicBezTo>
                  <a:pt x="83491" y="17683"/>
                  <a:pt x="83491" y="17608"/>
                  <a:pt x="83454" y="17608"/>
                </a:cubicBezTo>
                <a:cubicBezTo>
                  <a:pt x="83418" y="17533"/>
                  <a:pt x="83381" y="17533"/>
                  <a:pt x="83381" y="17533"/>
                </a:cubicBezTo>
                <a:cubicBezTo>
                  <a:pt x="83344" y="17457"/>
                  <a:pt x="83381" y="17382"/>
                  <a:pt x="83344" y="17382"/>
                </a:cubicBezTo>
                <a:cubicBezTo>
                  <a:pt x="83307" y="17320"/>
                  <a:pt x="83307" y="17382"/>
                  <a:pt x="83271" y="17382"/>
                </a:cubicBezTo>
                <a:cubicBezTo>
                  <a:pt x="83240" y="17320"/>
                  <a:pt x="83197" y="17320"/>
                  <a:pt x="83197" y="17320"/>
                </a:cubicBezTo>
                <a:cubicBezTo>
                  <a:pt x="83166" y="17320"/>
                  <a:pt x="83130" y="17320"/>
                  <a:pt x="83130" y="17244"/>
                </a:cubicBezTo>
                <a:cubicBezTo>
                  <a:pt x="83093" y="17244"/>
                  <a:pt x="83056" y="17244"/>
                  <a:pt x="83056" y="17244"/>
                </a:cubicBezTo>
                <a:cubicBezTo>
                  <a:pt x="83019" y="17169"/>
                  <a:pt x="83056" y="17094"/>
                  <a:pt x="83019" y="17094"/>
                </a:cubicBezTo>
                <a:cubicBezTo>
                  <a:pt x="83019" y="17019"/>
                  <a:pt x="83019" y="17019"/>
                  <a:pt x="83019" y="16944"/>
                </a:cubicBezTo>
                <a:cubicBezTo>
                  <a:pt x="82983" y="16868"/>
                  <a:pt x="82946" y="16868"/>
                  <a:pt x="82946" y="16868"/>
                </a:cubicBezTo>
                <a:cubicBezTo>
                  <a:pt x="82511" y="16868"/>
                  <a:pt x="82511" y="16868"/>
                  <a:pt x="82511" y="16868"/>
                </a:cubicBezTo>
                <a:cubicBezTo>
                  <a:pt x="82474" y="16868"/>
                  <a:pt x="82437" y="16793"/>
                  <a:pt x="82364" y="16718"/>
                </a:cubicBezTo>
                <a:lnTo>
                  <a:pt x="82364" y="16568"/>
                </a:lnTo>
                <a:cubicBezTo>
                  <a:pt x="82327" y="16492"/>
                  <a:pt x="82254" y="16492"/>
                  <a:pt x="82223" y="16492"/>
                </a:cubicBezTo>
                <a:cubicBezTo>
                  <a:pt x="82180" y="16492"/>
                  <a:pt x="82180" y="16492"/>
                  <a:pt x="82150" y="16492"/>
                </a:cubicBezTo>
                <a:cubicBezTo>
                  <a:pt x="82113" y="16492"/>
                  <a:pt x="82113" y="16568"/>
                  <a:pt x="82076" y="16643"/>
                </a:cubicBezTo>
                <a:cubicBezTo>
                  <a:pt x="82076" y="16643"/>
                  <a:pt x="82039" y="16643"/>
                  <a:pt x="82003" y="16643"/>
                </a:cubicBezTo>
                <a:cubicBezTo>
                  <a:pt x="81929" y="16718"/>
                  <a:pt x="81892" y="16718"/>
                  <a:pt x="81782" y="16793"/>
                </a:cubicBezTo>
                <a:cubicBezTo>
                  <a:pt x="81819" y="16868"/>
                  <a:pt x="81819" y="16868"/>
                  <a:pt x="81819" y="16868"/>
                </a:cubicBezTo>
                <a:cubicBezTo>
                  <a:pt x="81856" y="16944"/>
                  <a:pt x="81856" y="16944"/>
                  <a:pt x="81892" y="16944"/>
                </a:cubicBezTo>
                <a:cubicBezTo>
                  <a:pt x="81929" y="16944"/>
                  <a:pt x="81966" y="16944"/>
                  <a:pt x="82039" y="16944"/>
                </a:cubicBezTo>
                <a:cubicBezTo>
                  <a:pt x="82039" y="16944"/>
                  <a:pt x="82076" y="16944"/>
                  <a:pt x="82113" y="16944"/>
                </a:cubicBezTo>
                <a:cubicBezTo>
                  <a:pt x="82113" y="16944"/>
                  <a:pt x="82150" y="17019"/>
                  <a:pt x="82150" y="17094"/>
                </a:cubicBezTo>
                <a:cubicBezTo>
                  <a:pt x="82180" y="17169"/>
                  <a:pt x="82223" y="17169"/>
                  <a:pt x="82223" y="17244"/>
                </a:cubicBezTo>
                <a:cubicBezTo>
                  <a:pt x="82223" y="17320"/>
                  <a:pt x="82180" y="17320"/>
                  <a:pt x="82180" y="17382"/>
                </a:cubicBezTo>
                <a:cubicBezTo>
                  <a:pt x="82113" y="17382"/>
                  <a:pt x="82076" y="17382"/>
                  <a:pt x="82003" y="17320"/>
                </a:cubicBezTo>
                <a:cubicBezTo>
                  <a:pt x="82003" y="17320"/>
                  <a:pt x="81966" y="17320"/>
                  <a:pt x="81929" y="17320"/>
                </a:cubicBezTo>
                <a:cubicBezTo>
                  <a:pt x="81892" y="17244"/>
                  <a:pt x="81929" y="17169"/>
                  <a:pt x="81892" y="17169"/>
                </a:cubicBezTo>
                <a:cubicBezTo>
                  <a:pt x="81856" y="17094"/>
                  <a:pt x="81819" y="17169"/>
                  <a:pt x="81782" y="17169"/>
                </a:cubicBezTo>
                <a:cubicBezTo>
                  <a:pt x="81745" y="17169"/>
                  <a:pt x="81745" y="17169"/>
                  <a:pt x="81745" y="17169"/>
                </a:cubicBezTo>
                <a:cubicBezTo>
                  <a:pt x="81709" y="17169"/>
                  <a:pt x="81678" y="17094"/>
                  <a:pt x="81678" y="17169"/>
                </a:cubicBezTo>
                <a:cubicBezTo>
                  <a:pt x="81641" y="17169"/>
                  <a:pt x="81641" y="17244"/>
                  <a:pt x="81641" y="17320"/>
                </a:cubicBezTo>
                <a:cubicBezTo>
                  <a:pt x="81604" y="17320"/>
                  <a:pt x="81604" y="17382"/>
                  <a:pt x="81604" y="17457"/>
                </a:cubicBezTo>
                <a:cubicBezTo>
                  <a:pt x="81604" y="17533"/>
                  <a:pt x="81531" y="17533"/>
                  <a:pt x="81531" y="17608"/>
                </a:cubicBezTo>
                <a:cubicBezTo>
                  <a:pt x="81531" y="17758"/>
                  <a:pt x="81641" y="17909"/>
                  <a:pt x="81709" y="17909"/>
                </a:cubicBezTo>
                <a:cubicBezTo>
                  <a:pt x="81745" y="17909"/>
                  <a:pt x="81782" y="17909"/>
                  <a:pt x="81856" y="17909"/>
                </a:cubicBezTo>
                <a:cubicBezTo>
                  <a:pt x="81892" y="17909"/>
                  <a:pt x="81892" y="17909"/>
                  <a:pt x="81929" y="17909"/>
                </a:cubicBezTo>
                <a:cubicBezTo>
                  <a:pt x="82003" y="17984"/>
                  <a:pt x="82076" y="18059"/>
                  <a:pt x="82150" y="18134"/>
                </a:cubicBezTo>
                <a:cubicBezTo>
                  <a:pt x="82150" y="18134"/>
                  <a:pt x="82150" y="18209"/>
                  <a:pt x="82180" y="18285"/>
                </a:cubicBezTo>
                <a:cubicBezTo>
                  <a:pt x="82223" y="18285"/>
                  <a:pt x="82223" y="18285"/>
                  <a:pt x="82254" y="18285"/>
                </a:cubicBezTo>
                <a:cubicBezTo>
                  <a:pt x="82290" y="18360"/>
                  <a:pt x="82290" y="18360"/>
                  <a:pt x="82327" y="18360"/>
                </a:cubicBezTo>
                <a:cubicBezTo>
                  <a:pt x="82327" y="18422"/>
                  <a:pt x="82364" y="18422"/>
                  <a:pt x="82364" y="18498"/>
                </a:cubicBezTo>
                <a:cubicBezTo>
                  <a:pt x="82364" y="18573"/>
                  <a:pt x="82327" y="18573"/>
                  <a:pt x="82327" y="18648"/>
                </a:cubicBezTo>
                <a:cubicBezTo>
                  <a:pt x="82290" y="18573"/>
                  <a:pt x="82290" y="18498"/>
                  <a:pt x="82254" y="18422"/>
                </a:cubicBezTo>
                <a:cubicBezTo>
                  <a:pt x="82223" y="18422"/>
                  <a:pt x="82150" y="18422"/>
                  <a:pt x="82113" y="18422"/>
                </a:cubicBezTo>
                <a:cubicBezTo>
                  <a:pt x="82076" y="18360"/>
                  <a:pt x="82076" y="18285"/>
                  <a:pt x="82039" y="18285"/>
                </a:cubicBezTo>
                <a:cubicBezTo>
                  <a:pt x="82039" y="18285"/>
                  <a:pt x="82003" y="18285"/>
                  <a:pt x="81966" y="18285"/>
                </a:cubicBezTo>
                <a:cubicBezTo>
                  <a:pt x="81966" y="18285"/>
                  <a:pt x="81929" y="18285"/>
                  <a:pt x="81892" y="18285"/>
                </a:cubicBezTo>
                <a:cubicBezTo>
                  <a:pt x="81892" y="18285"/>
                  <a:pt x="81856" y="18209"/>
                  <a:pt x="81819" y="18209"/>
                </a:cubicBezTo>
                <a:lnTo>
                  <a:pt x="81782" y="18134"/>
                </a:lnTo>
                <a:cubicBezTo>
                  <a:pt x="81678" y="18134"/>
                  <a:pt x="81641" y="18209"/>
                  <a:pt x="81568" y="18134"/>
                </a:cubicBezTo>
                <a:cubicBezTo>
                  <a:pt x="81494" y="18134"/>
                  <a:pt x="81457" y="18134"/>
                  <a:pt x="81421" y="18059"/>
                </a:cubicBezTo>
                <a:cubicBezTo>
                  <a:pt x="81384" y="17984"/>
                  <a:pt x="81347" y="17984"/>
                  <a:pt x="81347" y="17909"/>
                </a:cubicBezTo>
                <a:cubicBezTo>
                  <a:pt x="81347" y="17833"/>
                  <a:pt x="81310" y="17833"/>
                  <a:pt x="81310" y="17758"/>
                </a:cubicBezTo>
                <a:cubicBezTo>
                  <a:pt x="81310" y="17683"/>
                  <a:pt x="81310" y="17683"/>
                  <a:pt x="81310" y="17608"/>
                </a:cubicBezTo>
                <a:cubicBezTo>
                  <a:pt x="81310" y="17320"/>
                  <a:pt x="81310" y="17320"/>
                  <a:pt x="81310" y="17320"/>
                </a:cubicBezTo>
                <a:cubicBezTo>
                  <a:pt x="81310" y="17244"/>
                  <a:pt x="81310" y="17169"/>
                  <a:pt x="81310" y="17019"/>
                </a:cubicBezTo>
                <a:cubicBezTo>
                  <a:pt x="81310" y="17019"/>
                  <a:pt x="81347" y="16944"/>
                  <a:pt x="81347" y="16868"/>
                </a:cubicBezTo>
                <a:cubicBezTo>
                  <a:pt x="81384" y="16868"/>
                  <a:pt x="81347" y="16793"/>
                  <a:pt x="81347" y="16793"/>
                </a:cubicBezTo>
                <a:cubicBezTo>
                  <a:pt x="81347" y="16718"/>
                  <a:pt x="81384" y="16643"/>
                  <a:pt x="81347" y="16643"/>
                </a:cubicBezTo>
                <a:cubicBezTo>
                  <a:pt x="81347" y="16568"/>
                  <a:pt x="81347" y="16492"/>
                  <a:pt x="81347" y="16492"/>
                </a:cubicBezTo>
                <a:cubicBezTo>
                  <a:pt x="81347" y="16417"/>
                  <a:pt x="81274" y="16417"/>
                  <a:pt x="81274" y="16417"/>
                </a:cubicBezTo>
                <a:cubicBezTo>
                  <a:pt x="81274" y="16342"/>
                  <a:pt x="81274" y="16279"/>
                  <a:pt x="81274" y="16279"/>
                </a:cubicBezTo>
                <a:cubicBezTo>
                  <a:pt x="81237" y="16129"/>
                  <a:pt x="81237" y="16054"/>
                  <a:pt x="81206" y="15979"/>
                </a:cubicBezTo>
                <a:cubicBezTo>
                  <a:pt x="81163" y="15979"/>
                  <a:pt x="81163" y="16054"/>
                  <a:pt x="81133" y="16054"/>
                </a:cubicBezTo>
                <a:cubicBezTo>
                  <a:pt x="81096" y="16054"/>
                  <a:pt x="81096" y="16054"/>
                  <a:pt x="81059" y="16054"/>
                </a:cubicBezTo>
                <a:cubicBezTo>
                  <a:pt x="81059" y="16129"/>
                  <a:pt x="81059" y="16204"/>
                  <a:pt x="81059" y="16279"/>
                </a:cubicBezTo>
                <a:cubicBezTo>
                  <a:pt x="81059" y="16279"/>
                  <a:pt x="81096" y="16342"/>
                  <a:pt x="81096" y="16417"/>
                </a:cubicBezTo>
                <a:cubicBezTo>
                  <a:pt x="81096" y="16568"/>
                  <a:pt x="81096" y="16643"/>
                  <a:pt x="81096" y="16793"/>
                </a:cubicBezTo>
                <a:cubicBezTo>
                  <a:pt x="81096" y="16868"/>
                  <a:pt x="81059" y="16944"/>
                  <a:pt x="81059" y="16944"/>
                </a:cubicBezTo>
                <a:cubicBezTo>
                  <a:pt x="81059" y="17169"/>
                  <a:pt x="81059" y="17169"/>
                  <a:pt x="81059" y="17169"/>
                </a:cubicBezTo>
                <a:cubicBezTo>
                  <a:pt x="81022" y="17169"/>
                  <a:pt x="80986" y="17094"/>
                  <a:pt x="80912" y="17094"/>
                </a:cubicBezTo>
                <a:cubicBezTo>
                  <a:pt x="80875" y="17094"/>
                  <a:pt x="80875" y="17169"/>
                  <a:pt x="80839" y="17169"/>
                </a:cubicBezTo>
                <a:cubicBezTo>
                  <a:pt x="80802" y="17169"/>
                  <a:pt x="80802" y="17169"/>
                  <a:pt x="80765" y="17169"/>
                </a:cubicBezTo>
                <a:cubicBezTo>
                  <a:pt x="80765" y="17244"/>
                  <a:pt x="80765" y="17320"/>
                  <a:pt x="80765" y="17382"/>
                </a:cubicBezTo>
                <a:cubicBezTo>
                  <a:pt x="80765" y="17382"/>
                  <a:pt x="80765" y="17457"/>
                  <a:pt x="80765" y="17533"/>
                </a:cubicBezTo>
                <a:cubicBezTo>
                  <a:pt x="80728" y="17533"/>
                  <a:pt x="80692" y="17533"/>
                  <a:pt x="80692" y="17608"/>
                </a:cubicBezTo>
                <a:cubicBezTo>
                  <a:pt x="80661" y="17608"/>
                  <a:pt x="80624" y="17608"/>
                  <a:pt x="80624" y="17608"/>
                </a:cubicBezTo>
                <a:cubicBezTo>
                  <a:pt x="80551" y="17683"/>
                  <a:pt x="80514" y="17758"/>
                  <a:pt x="80514" y="17909"/>
                </a:cubicBezTo>
                <a:cubicBezTo>
                  <a:pt x="80514" y="17984"/>
                  <a:pt x="80514" y="17984"/>
                  <a:pt x="80514" y="17984"/>
                </a:cubicBezTo>
                <a:cubicBezTo>
                  <a:pt x="80551" y="18209"/>
                  <a:pt x="80624" y="18285"/>
                  <a:pt x="80692" y="18422"/>
                </a:cubicBezTo>
                <a:cubicBezTo>
                  <a:pt x="80728" y="18498"/>
                  <a:pt x="80765" y="18498"/>
                  <a:pt x="80802" y="18648"/>
                </a:cubicBezTo>
                <a:cubicBezTo>
                  <a:pt x="80802" y="18723"/>
                  <a:pt x="80802" y="18723"/>
                  <a:pt x="80802" y="18798"/>
                </a:cubicBezTo>
                <a:cubicBezTo>
                  <a:pt x="80802" y="18874"/>
                  <a:pt x="80839" y="18949"/>
                  <a:pt x="80839" y="19099"/>
                </a:cubicBezTo>
                <a:cubicBezTo>
                  <a:pt x="80839" y="19174"/>
                  <a:pt x="80839" y="19174"/>
                  <a:pt x="80839" y="19250"/>
                </a:cubicBezTo>
                <a:cubicBezTo>
                  <a:pt x="80802" y="19250"/>
                  <a:pt x="80802" y="19325"/>
                  <a:pt x="80802" y="19400"/>
                </a:cubicBezTo>
                <a:cubicBezTo>
                  <a:pt x="80765" y="19475"/>
                  <a:pt x="80692" y="19475"/>
                  <a:pt x="80692" y="19613"/>
                </a:cubicBezTo>
                <a:cubicBezTo>
                  <a:pt x="80692" y="19688"/>
                  <a:pt x="80692" y="19688"/>
                  <a:pt x="80692" y="19688"/>
                </a:cubicBezTo>
                <a:lnTo>
                  <a:pt x="80728" y="19763"/>
                </a:lnTo>
                <a:cubicBezTo>
                  <a:pt x="80728" y="19839"/>
                  <a:pt x="80728" y="19914"/>
                  <a:pt x="80765" y="19989"/>
                </a:cubicBezTo>
                <a:cubicBezTo>
                  <a:pt x="80765" y="19989"/>
                  <a:pt x="80765" y="20064"/>
                  <a:pt x="80765" y="20139"/>
                </a:cubicBezTo>
                <a:cubicBezTo>
                  <a:pt x="80765" y="20215"/>
                  <a:pt x="80728" y="20215"/>
                  <a:pt x="80728" y="20290"/>
                </a:cubicBezTo>
                <a:cubicBezTo>
                  <a:pt x="80728" y="20290"/>
                  <a:pt x="80728" y="20365"/>
                  <a:pt x="80765" y="20440"/>
                </a:cubicBezTo>
                <a:cubicBezTo>
                  <a:pt x="80765" y="20503"/>
                  <a:pt x="80802" y="20578"/>
                  <a:pt x="80839" y="20653"/>
                </a:cubicBezTo>
                <a:cubicBezTo>
                  <a:pt x="80839" y="20728"/>
                  <a:pt x="80875" y="20728"/>
                  <a:pt x="80912" y="20728"/>
                </a:cubicBezTo>
                <a:cubicBezTo>
                  <a:pt x="81237" y="20728"/>
                  <a:pt x="81237" y="20728"/>
                  <a:pt x="81237" y="20728"/>
                </a:cubicBezTo>
                <a:cubicBezTo>
                  <a:pt x="81274" y="20728"/>
                  <a:pt x="81274" y="20653"/>
                  <a:pt x="81310" y="20653"/>
                </a:cubicBezTo>
                <a:cubicBezTo>
                  <a:pt x="81310" y="20578"/>
                  <a:pt x="81347" y="20578"/>
                  <a:pt x="81347" y="20503"/>
                </a:cubicBezTo>
                <a:cubicBezTo>
                  <a:pt x="81384" y="20440"/>
                  <a:pt x="81384" y="20365"/>
                  <a:pt x="81421" y="20365"/>
                </a:cubicBezTo>
                <a:cubicBezTo>
                  <a:pt x="81457" y="20365"/>
                  <a:pt x="81457" y="20365"/>
                  <a:pt x="81457" y="20365"/>
                </a:cubicBezTo>
                <a:cubicBezTo>
                  <a:pt x="81494" y="20365"/>
                  <a:pt x="81531" y="20365"/>
                  <a:pt x="81531" y="20440"/>
                </a:cubicBezTo>
                <a:cubicBezTo>
                  <a:pt x="81568" y="20440"/>
                  <a:pt x="81568" y="20503"/>
                  <a:pt x="81604" y="20578"/>
                </a:cubicBezTo>
                <a:cubicBezTo>
                  <a:pt x="81641" y="20653"/>
                  <a:pt x="81678" y="20653"/>
                  <a:pt x="81745" y="20728"/>
                </a:cubicBezTo>
                <a:lnTo>
                  <a:pt x="81782" y="20728"/>
                </a:lnTo>
                <a:cubicBezTo>
                  <a:pt x="81819" y="20804"/>
                  <a:pt x="81856" y="20804"/>
                  <a:pt x="81856" y="20879"/>
                </a:cubicBezTo>
                <a:cubicBezTo>
                  <a:pt x="81892" y="20954"/>
                  <a:pt x="81892" y="21029"/>
                  <a:pt x="81929" y="21180"/>
                </a:cubicBezTo>
                <a:cubicBezTo>
                  <a:pt x="81966" y="21255"/>
                  <a:pt x="82003" y="21330"/>
                  <a:pt x="82076" y="21405"/>
                </a:cubicBezTo>
                <a:cubicBezTo>
                  <a:pt x="82076" y="21480"/>
                  <a:pt x="82113" y="21480"/>
                  <a:pt x="82150" y="21556"/>
                </a:cubicBezTo>
                <a:lnTo>
                  <a:pt x="82180" y="21618"/>
                </a:lnTo>
                <a:cubicBezTo>
                  <a:pt x="82180" y="21769"/>
                  <a:pt x="82150" y="21844"/>
                  <a:pt x="82150" y="21919"/>
                </a:cubicBezTo>
                <a:cubicBezTo>
                  <a:pt x="82113" y="21994"/>
                  <a:pt x="82113" y="22069"/>
                  <a:pt x="82076" y="22069"/>
                </a:cubicBezTo>
                <a:cubicBezTo>
                  <a:pt x="82076" y="22145"/>
                  <a:pt x="82003" y="22145"/>
                  <a:pt x="82003" y="22220"/>
                </a:cubicBezTo>
                <a:cubicBezTo>
                  <a:pt x="82003" y="22295"/>
                  <a:pt x="82039" y="22295"/>
                  <a:pt x="82039" y="22370"/>
                </a:cubicBezTo>
                <a:cubicBezTo>
                  <a:pt x="82076" y="22370"/>
                  <a:pt x="82113" y="22295"/>
                  <a:pt x="82113" y="22370"/>
                </a:cubicBezTo>
                <a:cubicBezTo>
                  <a:pt x="82180" y="22445"/>
                  <a:pt x="82180" y="22445"/>
                  <a:pt x="82180" y="22445"/>
                </a:cubicBezTo>
                <a:cubicBezTo>
                  <a:pt x="82223" y="22445"/>
                  <a:pt x="82223" y="22521"/>
                  <a:pt x="82254" y="22583"/>
                </a:cubicBezTo>
                <a:cubicBezTo>
                  <a:pt x="82290" y="22583"/>
                  <a:pt x="82364" y="22583"/>
                  <a:pt x="82437" y="22583"/>
                </a:cubicBezTo>
                <a:cubicBezTo>
                  <a:pt x="82474" y="22583"/>
                  <a:pt x="82474" y="22583"/>
                  <a:pt x="82511" y="22583"/>
                </a:cubicBezTo>
                <a:cubicBezTo>
                  <a:pt x="82474" y="22734"/>
                  <a:pt x="82474" y="22734"/>
                  <a:pt x="82474" y="22734"/>
                </a:cubicBezTo>
                <a:cubicBezTo>
                  <a:pt x="82437" y="22809"/>
                  <a:pt x="82437" y="22809"/>
                  <a:pt x="82401" y="22809"/>
                </a:cubicBezTo>
                <a:cubicBezTo>
                  <a:pt x="82364" y="22884"/>
                  <a:pt x="82290" y="22884"/>
                  <a:pt x="82254" y="22884"/>
                </a:cubicBezTo>
                <a:cubicBezTo>
                  <a:pt x="82180" y="22884"/>
                  <a:pt x="82180" y="22884"/>
                  <a:pt x="82180" y="22884"/>
                </a:cubicBezTo>
                <a:cubicBezTo>
                  <a:pt x="82150" y="22884"/>
                  <a:pt x="82150" y="22809"/>
                  <a:pt x="82113" y="22734"/>
                </a:cubicBezTo>
                <a:cubicBezTo>
                  <a:pt x="82076" y="22734"/>
                  <a:pt x="82076" y="22671"/>
                  <a:pt x="82039" y="22671"/>
                </a:cubicBezTo>
                <a:cubicBezTo>
                  <a:pt x="82039" y="22671"/>
                  <a:pt x="82003" y="22671"/>
                  <a:pt x="81966" y="22583"/>
                </a:cubicBezTo>
                <a:cubicBezTo>
                  <a:pt x="81929" y="22583"/>
                  <a:pt x="81929" y="22445"/>
                  <a:pt x="81929" y="22295"/>
                </a:cubicBezTo>
                <a:cubicBezTo>
                  <a:pt x="81929" y="22069"/>
                  <a:pt x="81929" y="22069"/>
                  <a:pt x="81929" y="22069"/>
                </a:cubicBezTo>
                <a:cubicBezTo>
                  <a:pt x="81929" y="21994"/>
                  <a:pt x="81966" y="21994"/>
                  <a:pt x="81966" y="21919"/>
                </a:cubicBezTo>
                <a:cubicBezTo>
                  <a:pt x="81966" y="21769"/>
                  <a:pt x="81892" y="21693"/>
                  <a:pt x="81856" y="21618"/>
                </a:cubicBezTo>
                <a:cubicBezTo>
                  <a:pt x="81819" y="21556"/>
                  <a:pt x="81782" y="21618"/>
                  <a:pt x="81782" y="21556"/>
                </a:cubicBezTo>
                <a:cubicBezTo>
                  <a:pt x="81782" y="21480"/>
                  <a:pt x="81782" y="21480"/>
                  <a:pt x="81782" y="21405"/>
                </a:cubicBezTo>
                <a:cubicBezTo>
                  <a:pt x="81782" y="21330"/>
                  <a:pt x="81745" y="21330"/>
                  <a:pt x="81745" y="21255"/>
                </a:cubicBezTo>
                <a:cubicBezTo>
                  <a:pt x="81709" y="21255"/>
                  <a:pt x="81678" y="21255"/>
                  <a:pt x="81678" y="21255"/>
                </a:cubicBezTo>
                <a:cubicBezTo>
                  <a:pt x="81641" y="21180"/>
                  <a:pt x="81604" y="21180"/>
                  <a:pt x="81568" y="21180"/>
                </a:cubicBezTo>
                <a:cubicBezTo>
                  <a:pt x="81531" y="21180"/>
                  <a:pt x="81494" y="21180"/>
                  <a:pt x="81421" y="21180"/>
                </a:cubicBezTo>
                <a:cubicBezTo>
                  <a:pt x="81347" y="21180"/>
                  <a:pt x="81310" y="21180"/>
                  <a:pt x="81237" y="21180"/>
                </a:cubicBezTo>
                <a:cubicBezTo>
                  <a:pt x="81206" y="21180"/>
                  <a:pt x="81163" y="21180"/>
                  <a:pt x="81163" y="21180"/>
                </a:cubicBezTo>
                <a:cubicBezTo>
                  <a:pt x="81133" y="21180"/>
                  <a:pt x="81096" y="21255"/>
                  <a:pt x="81096" y="21255"/>
                </a:cubicBezTo>
                <a:cubicBezTo>
                  <a:pt x="81059" y="21255"/>
                  <a:pt x="81022" y="21330"/>
                  <a:pt x="81022" y="21330"/>
                </a:cubicBezTo>
                <a:cubicBezTo>
                  <a:pt x="80986" y="21405"/>
                  <a:pt x="80949" y="21405"/>
                  <a:pt x="80949" y="21480"/>
                </a:cubicBezTo>
                <a:cubicBezTo>
                  <a:pt x="80949" y="21556"/>
                  <a:pt x="80949" y="21556"/>
                  <a:pt x="80949" y="21618"/>
                </a:cubicBezTo>
                <a:cubicBezTo>
                  <a:pt x="80949" y="21693"/>
                  <a:pt x="80986" y="21693"/>
                  <a:pt x="80986" y="21769"/>
                </a:cubicBezTo>
                <a:cubicBezTo>
                  <a:pt x="80986" y="21919"/>
                  <a:pt x="81022" y="21994"/>
                  <a:pt x="81022" y="22145"/>
                </a:cubicBezTo>
                <a:cubicBezTo>
                  <a:pt x="81022" y="22295"/>
                  <a:pt x="81022" y="22370"/>
                  <a:pt x="80986" y="22521"/>
                </a:cubicBezTo>
                <a:lnTo>
                  <a:pt x="80986" y="22583"/>
                </a:lnTo>
                <a:cubicBezTo>
                  <a:pt x="80949" y="22671"/>
                  <a:pt x="80949" y="22734"/>
                  <a:pt x="80912" y="22734"/>
                </a:cubicBezTo>
                <a:cubicBezTo>
                  <a:pt x="80875" y="22809"/>
                  <a:pt x="80875" y="22809"/>
                  <a:pt x="80839" y="22884"/>
                </a:cubicBezTo>
                <a:cubicBezTo>
                  <a:pt x="80802" y="22959"/>
                  <a:pt x="80765" y="22959"/>
                  <a:pt x="80765" y="23034"/>
                </a:cubicBezTo>
                <a:cubicBezTo>
                  <a:pt x="80728" y="23034"/>
                  <a:pt x="80692" y="23034"/>
                  <a:pt x="80692" y="23110"/>
                </a:cubicBezTo>
                <a:cubicBezTo>
                  <a:pt x="80661" y="23260"/>
                  <a:pt x="80692" y="23335"/>
                  <a:pt x="80692" y="23486"/>
                </a:cubicBezTo>
                <a:cubicBezTo>
                  <a:pt x="80624" y="23486"/>
                  <a:pt x="80588" y="23486"/>
                  <a:pt x="80551" y="23486"/>
                </a:cubicBezTo>
                <a:cubicBezTo>
                  <a:pt x="80441" y="23561"/>
                  <a:pt x="80404" y="23636"/>
                  <a:pt x="80330" y="23699"/>
                </a:cubicBezTo>
                <a:cubicBezTo>
                  <a:pt x="80294" y="23774"/>
                  <a:pt x="80220" y="23774"/>
                  <a:pt x="80183" y="23924"/>
                </a:cubicBezTo>
                <a:cubicBezTo>
                  <a:pt x="80183" y="23924"/>
                  <a:pt x="80183" y="24000"/>
                  <a:pt x="80183" y="24075"/>
                </a:cubicBezTo>
                <a:cubicBezTo>
                  <a:pt x="80183" y="24075"/>
                  <a:pt x="80147" y="24150"/>
                  <a:pt x="80147" y="24225"/>
                </a:cubicBezTo>
                <a:cubicBezTo>
                  <a:pt x="80116" y="24225"/>
                  <a:pt x="80116" y="24225"/>
                  <a:pt x="80079" y="24225"/>
                </a:cubicBezTo>
                <a:cubicBezTo>
                  <a:pt x="80006" y="24225"/>
                  <a:pt x="79969" y="24225"/>
                  <a:pt x="79932" y="24150"/>
                </a:cubicBezTo>
                <a:cubicBezTo>
                  <a:pt x="79895" y="24150"/>
                  <a:pt x="79895" y="24075"/>
                  <a:pt x="79859" y="24075"/>
                </a:cubicBezTo>
                <a:cubicBezTo>
                  <a:pt x="79822" y="24075"/>
                  <a:pt x="79822" y="24075"/>
                  <a:pt x="79785" y="24075"/>
                </a:cubicBezTo>
                <a:cubicBezTo>
                  <a:pt x="79748" y="24000"/>
                  <a:pt x="79748" y="23924"/>
                  <a:pt x="79712" y="23924"/>
                </a:cubicBezTo>
                <a:cubicBezTo>
                  <a:pt x="79313" y="23924"/>
                  <a:pt x="79313" y="23924"/>
                  <a:pt x="79313" y="23924"/>
                </a:cubicBezTo>
                <a:cubicBezTo>
                  <a:pt x="79240" y="23849"/>
                  <a:pt x="79240" y="23849"/>
                  <a:pt x="79240" y="23849"/>
                </a:cubicBezTo>
                <a:cubicBezTo>
                  <a:pt x="79240" y="23849"/>
                  <a:pt x="79277" y="23774"/>
                  <a:pt x="79277" y="23699"/>
                </a:cubicBezTo>
                <a:cubicBezTo>
                  <a:pt x="79313" y="23699"/>
                  <a:pt x="79313" y="23636"/>
                  <a:pt x="79350" y="23561"/>
                </a:cubicBezTo>
                <a:cubicBezTo>
                  <a:pt x="79387" y="23561"/>
                  <a:pt x="79387" y="23561"/>
                  <a:pt x="79424" y="23561"/>
                </a:cubicBezTo>
                <a:cubicBezTo>
                  <a:pt x="79497" y="23561"/>
                  <a:pt x="79497" y="23561"/>
                  <a:pt x="79534" y="23561"/>
                </a:cubicBezTo>
                <a:cubicBezTo>
                  <a:pt x="79571" y="23636"/>
                  <a:pt x="79607" y="23636"/>
                  <a:pt x="79607" y="23636"/>
                </a:cubicBezTo>
                <a:cubicBezTo>
                  <a:pt x="79675" y="23699"/>
                  <a:pt x="79712" y="23636"/>
                  <a:pt x="79748" y="23636"/>
                </a:cubicBezTo>
                <a:cubicBezTo>
                  <a:pt x="79822" y="23636"/>
                  <a:pt x="79859" y="23699"/>
                  <a:pt x="79895" y="23636"/>
                </a:cubicBezTo>
                <a:cubicBezTo>
                  <a:pt x="79932" y="23636"/>
                  <a:pt x="79932" y="23561"/>
                  <a:pt x="79969" y="23561"/>
                </a:cubicBezTo>
                <a:cubicBezTo>
                  <a:pt x="80006" y="23561"/>
                  <a:pt x="80006" y="23486"/>
                  <a:pt x="80042" y="23486"/>
                </a:cubicBezTo>
                <a:cubicBezTo>
                  <a:pt x="80042" y="23410"/>
                  <a:pt x="80079" y="23410"/>
                  <a:pt x="80116" y="23335"/>
                </a:cubicBezTo>
                <a:cubicBezTo>
                  <a:pt x="80147" y="23260"/>
                  <a:pt x="80147" y="23110"/>
                  <a:pt x="80183" y="23034"/>
                </a:cubicBezTo>
                <a:cubicBezTo>
                  <a:pt x="80183" y="23034"/>
                  <a:pt x="80220" y="23034"/>
                  <a:pt x="80257" y="22959"/>
                </a:cubicBezTo>
                <a:cubicBezTo>
                  <a:pt x="80294" y="22884"/>
                  <a:pt x="80330" y="22809"/>
                  <a:pt x="80367" y="22734"/>
                </a:cubicBezTo>
                <a:cubicBezTo>
                  <a:pt x="80367" y="22671"/>
                  <a:pt x="80367" y="22583"/>
                  <a:pt x="80367" y="22583"/>
                </a:cubicBezTo>
                <a:cubicBezTo>
                  <a:pt x="80404" y="22521"/>
                  <a:pt x="80441" y="22583"/>
                  <a:pt x="80441" y="22521"/>
                </a:cubicBezTo>
                <a:cubicBezTo>
                  <a:pt x="80477" y="22521"/>
                  <a:pt x="80514" y="22521"/>
                  <a:pt x="80514" y="22445"/>
                </a:cubicBezTo>
                <a:cubicBezTo>
                  <a:pt x="80551" y="22445"/>
                  <a:pt x="80514" y="22370"/>
                  <a:pt x="80514" y="22295"/>
                </a:cubicBezTo>
                <a:cubicBezTo>
                  <a:pt x="80514" y="22295"/>
                  <a:pt x="80551" y="22220"/>
                  <a:pt x="80551" y="22145"/>
                </a:cubicBezTo>
                <a:cubicBezTo>
                  <a:pt x="80551" y="22069"/>
                  <a:pt x="80588" y="21994"/>
                  <a:pt x="80588" y="21844"/>
                </a:cubicBezTo>
                <a:cubicBezTo>
                  <a:pt x="80588" y="21844"/>
                  <a:pt x="80624" y="21769"/>
                  <a:pt x="80624" y="21693"/>
                </a:cubicBezTo>
                <a:lnTo>
                  <a:pt x="80624" y="21618"/>
                </a:lnTo>
                <a:cubicBezTo>
                  <a:pt x="80624" y="21556"/>
                  <a:pt x="80661" y="21556"/>
                  <a:pt x="80661" y="21480"/>
                </a:cubicBezTo>
                <a:cubicBezTo>
                  <a:pt x="80661" y="21405"/>
                  <a:pt x="80661" y="21330"/>
                  <a:pt x="80661" y="21255"/>
                </a:cubicBezTo>
                <a:cubicBezTo>
                  <a:pt x="80588" y="21255"/>
                  <a:pt x="80551" y="21330"/>
                  <a:pt x="80514" y="21330"/>
                </a:cubicBezTo>
                <a:cubicBezTo>
                  <a:pt x="80477" y="21330"/>
                  <a:pt x="80441" y="21255"/>
                  <a:pt x="80404" y="21255"/>
                </a:cubicBezTo>
                <a:cubicBezTo>
                  <a:pt x="80404" y="21255"/>
                  <a:pt x="80367" y="21180"/>
                  <a:pt x="80330" y="21180"/>
                </a:cubicBezTo>
                <a:cubicBezTo>
                  <a:pt x="80294" y="21180"/>
                  <a:pt x="80294" y="21104"/>
                  <a:pt x="80294" y="21029"/>
                </a:cubicBezTo>
                <a:cubicBezTo>
                  <a:pt x="80257" y="20954"/>
                  <a:pt x="80257" y="20879"/>
                  <a:pt x="80257" y="20804"/>
                </a:cubicBezTo>
                <a:cubicBezTo>
                  <a:pt x="80257" y="20653"/>
                  <a:pt x="80294" y="20653"/>
                  <a:pt x="80294" y="20503"/>
                </a:cubicBezTo>
                <a:cubicBezTo>
                  <a:pt x="80294" y="20290"/>
                  <a:pt x="80294" y="20215"/>
                  <a:pt x="80294" y="20064"/>
                </a:cubicBezTo>
                <a:cubicBezTo>
                  <a:pt x="80294" y="19914"/>
                  <a:pt x="80294" y="19914"/>
                  <a:pt x="80294" y="19914"/>
                </a:cubicBezTo>
                <a:cubicBezTo>
                  <a:pt x="80294" y="19763"/>
                  <a:pt x="80330" y="19688"/>
                  <a:pt x="80330" y="19613"/>
                </a:cubicBezTo>
                <a:cubicBezTo>
                  <a:pt x="80367" y="19475"/>
                  <a:pt x="80367" y="19400"/>
                  <a:pt x="80367" y="19174"/>
                </a:cubicBezTo>
                <a:cubicBezTo>
                  <a:pt x="80367" y="19174"/>
                  <a:pt x="80367" y="19099"/>
                  <a:pt x="80367" y="19024"/>
                </a:cubicBezTo>
                <a:cubicBezTo>
                  <a:pt x="80367" y="18949"/>
                  <a:pt x="80330" y="18874"/>
                  <a:pt x="80294" y="18723"/>
                </a:cubicBezTo>
                <a:lnTo>
                  <a:pt x="80294" y="18648"/>
                </a:lnTo>
                <a:cubicBezTo>
                  <a:pt x="80257" y="18498"/>
                  <a:pt x="80257" y="18422"/>
                  <a:pt x="80220" y="18360"/>
                </a:cubicBezTo>
                <a:cubicBezTo>
                  <a:pt x="80220" y="18285"/>
                  <a:pt x="80183" y="18209"/>
                  <a:pt x="80183" y="18209"/>
                </a:cubicBezTo>
                <a:cubicBezTo>
                  <a:pt x="80147" y="18134"/>
                  <a:pt x="80147" y="18134"/>
                  <a:pt x="80147" y="18059"/>
                </a:cubicBezTo>
                <a:cubicBezTo>
                  <a:pt x="80147" y="17169"/>
                  <a:pt x="80147" y="17169"/>
                  <a:pt x="80147" y="17169"/>
                </a:cubicBezTo>
                <a:cubicBezTo>
                  <a:pt x="80183" y="17169"/>
                  <a:pt x="80220" y="17169"/>
                  <a:pt x="80294" y="17169"/>
                </a:cubicBezTo>
                <a:cubicBezTo>
                  <a:pt x="80294" y="17169"/>
                  <a:pt x="80330" y="17169"/>
                  <a:pt x="80367" y="17169"/>
                </a:cubicBezTo>
                <a:lnTo>
                  <a:pt x="80367" y="17169"/>
                </a:lnTo>
                <a:cubicBezTo>
                  <a:pt x="80367" y="16279"/>
                  <a:pt x="80367" y="16279"/>
                  <a:pt x="80367" y="16279"/>
                </a:cubicBezTo>
                <a:cubicBezTo>
                  <a:pt x="80294" y="16279"/>
                  <a:pt x="80257" y="16279"/>
                  <a:pt x="80183" y="16279"/>
                </a:cubicBezTo>
                <a:cubicBezTo>
                  <a:pt x="80147" y="16279"/>
                  <a:pt x="80147" y="16129"/>
                  <a:pt x="80116" y="16129"/>
                </a:cubicBezTo>
                <a:cubicBezTo>
                  <a:pt x="80116" y="16129"/>
                  <a:pt x="80079" y="16054"/>
                  <a:pt x="80042" y="16054"/>
                </a:cubicBezTo>
                <a:cubicBezTo>
                  <a:pt x="80006" y="16054"/>
                  <a:pt x="79969" y="16054"/>
                  <a:pt x="79895" y="16054"/>
                </a:cubicBezTo>
                <a:cubicBezTo>
                  <a:pt x="79785" y="16054"/>
                  <a:pt x="79785" y="16054"/>
                  <a:pt x="79785" y="16054"/>
                </a:cubicBezTo>
                <a:cubicBezTo>
                  <a:pt x="79748" y="16054"/>
                  <a:pt x="79712" y="16054"/>
                  <a:pt x="79675" y="16054"/>
                </a:cubicBezTo>
                <a:cubicBezTo>
                  <a:pt x="79607" y="16054"/>
                  <a:pt x="79571" y="16054"/>
                  <a:pt x="79497" y="16129"/>
                </a:cubicBezTo>
                <a:cubicBezTo>
                  <a:pt x="79460" y="16129"/>
                  <a:pt x="79460" y="16204"/>
                  <a:pt x="79424" y="16204"/>
                </a:cubicBezTo>
                <a:cubicBezTo>
                  <a:pt x="79387" y="16279"/>
                  <a:pt x="79387" y="16279"/>
                  <a:pt x="79350" y="16279"/>
                </a:cubicBezTo>
                <a:cubicBezTo>
                  <a:pt x="79313" y="16279"/>
                  <a:pt x="79313" y="16279"/>
                  <a:pt x="79277" y="16279"/>
                </a:cubicBezTo>
                <a:cubicBezTo>
                  <a:pt x="79240" y="16279"/>
                  <a:pt x="79203" y="16279"/>
                  <a:pt x="79130" y="16279"/>
                </a:cubicBezTo>
                <a:cubicBezTo>
                  <a:pt x="79130" y="16279"/>
                  <a:pt x="79099" y="16342"/>
                  <a:pt x="79062" y="16342"/>
                </a:cubicBezTo>
                <a:cubicBezTo>
                  <a:pt x="79062" y="16492"/>
                  <a:pt x="79062" y="16568"/>
                  <a:pt x="79062" y="16793"/>
                </a:cubicBezTo>
                <a:cubicBezTo>
                  <a:pt x="79062" y="16793"/>
                  <a:pt x="79062" y="16868"/>
                  <a:pt x="79062" y="16944"/>
                </a:cubicBezTo>
                <a:cubicBezTo>
                  <a:pt x="79062" y="17019"/>
                  <a:pt x="79026" y="17094"/>
                  <a:pt x="78989" y="17244"/>
                </a:cubicBezTo>
                <a:cubicBezTo>
                  <a:pt x="78952" y="17320"/>
                  <a:pt x="78952" y="17320"/>
                  <a:pt x="78952" y="17382"/>
                </a:cubicBezTo>
                <a:cubicBezTo>
                  <a:pt x="78879" y="17457"/>
                  <a:pt x="78842" y="17533"/>
                  <a:pt x="78805" y="17683"/>
                </a:cubicBezTo>
                <a:cubicBezTo>
                  <a:pt x="78805" y="17758"/>
                  <a:pt x="78805" y="17833"/>
                  <a:pt x="78768" y="17909"/>
                </a:cubicBezTo>
                <a:cubicBezTo>
                  <a:pt x="78768" y="17984"/>
                  <a:pt x="78768" y="18059"/>
                  <a:pt x="78732" y="18134"/>
                </a:cubicBezTo>
                <a:cubicBezTo>
                  <a:pt x="78732" y="18134"/>
                  <a:pt x="78695" y="18134"/>
                  <a:pt x="78658" y="18134"/>
                </a:cubicBezTo>
                <a:cubicBezTo>
                  <a:pt x="78621" y="18209"/>
                  <a:pt x="78591" y="18134"/>
                  <a:pt x="78517" y="18134"/>
                </a:cubicBezTo>
                <a:cubicBezTo>
                  <a:pt x="78480" y="18134"/>
                  <a:pt x="78480" y="18134"/>
                  <a:pt x="78480" y="18134"/>
                </a:cubicBezTo>
                <a:cubicBezTo>
                  <a:pt x="78444" y="18134"/>
                  <a:pt x="78407" y="18209"/>
                  <a:pt x="78407" y="18209"/>
                </a:cubicBezTo>
                <a:cubicBezTo>
                  <a:pt x="78370" y="18285"/>
                  <a:pt x="78370" y="18360"/>
                  <a:pt x="78370" y="18422"/>
                </a:cubicBezTo>
                <a:cubicBezTo>
                  <a:pt x="78370" y="18498"/>
                  <a:pt x="78370" y="18498"/>
                  <a:pt x="78370" y="18498"/>
                </a:cubicBezTo>
                <a:cubicBezTo>
                  <a:pt x="78370" y="18573"/>
                  <a:pt x="78370" y="18648"/>
                  <a:pt x="78370" y="18723"/>
                </a:cubicBezTo>
                <a:cubicBezTo>
                  <a:pt x="78370" y="18723"/>
                  <a:pt x="78444" y="18648"/>
                  <a:pt x="78444" y="18723"/>
                </a:cubicBezTo>
                <a:cubicBezTo>
                  <a:pt x="78480" y="18798"/>
                  <a:pt x="78554" y="18798"/>
                  <a:pt x="78554" y="18949"/>
                </a:cubicBezTo>
                <a:cubicBezTo>
                  <a:pt x="78591" y="19024"/>
                  <a:pt x="78591" y="19099"/>
                  <a:pt x="78591" y="19250"/>
                </a:cubicBezTo>
                <a:cubicBezTo>
                  <a:pt x="78591" y="19325"/>
                  <a:pt x="78591" y="19475"/>
                  <a:pt x="78554" y="19538"/>
                </a:cubicBezTo>
                <a:cubicBezTo>
                  <a:pt x="78517" y="19538"/>
                  <a:pt x="78480" y="19538"/>
                  <a:pt x="78480" y="19538"/>
                </a:cubicBezTo>
                <a:cubicBezTo>
                  <a:pt x="78444" y="19613"/>
                  <a:pt x="78444" y="19613"/>
                  <a:pt x="78407" y="19613"/>
                </a:cubicBezTo>
                <a:cubicBezTo>
                  <a:pt x="78370" y="19688"/>
                  <a:pt x="78407" y="19763"/>
                  <a:pt x="78407" y="19839"/>
                </a:cubicBezTo>
                <a:cubicBezTo>
                  <a:pt x="78407" y="19914"/>
                  <a:pt x="78407" y="19989"/>
                  <a:pt x="78407" y="20139"/>
                </a:cubicBezTo>
                <a:cubicBezTo>
                  <a:pt x="78480" y="20139"/>
                  <a:pt x="78480" y="20139"/>
                  <a:pt x="78554" y="20139"/>
                </a:cubicBezTo>
                <a:cubicBezTo>
                  <a:pt x="78591" y="20139"/>
                  <a:pt x="78591" y="20064"/>
                  <a:pt x="78621" y="20139"/>
                </a:cubicBezTo>
                <a:cubicBezTo>
                  <a:pt x="78658" y="20139"/>
                  <a:pt x="78658" y="20215"/>
                  <a:pt x="78695" y="20215"/>
                </a:cubicBezTo>
                <a:cubicBezTo>
                  <a:pt x="78695" y="20290"/>
                  <a:pt x="78732" y="20290"/>
                  <a:pt x="78732" y="20365"/>
                </a:cubicBezTo>
                <a:cubicBezTo>
                  <a:pt x="78732" y="20440"/>
                  <a:pt x="78732" y="20440"/>
                  <a:pt x="78732" y="20503"/>
                </a:cubicBezTo>
                <a:cubicBezTo>
                  <a:pt x="78768" y="20578"/>
                  <a:pt x="78768" y="20578"/>
                  <a:pt x="78768" y="20653"/>
                </a:cubicBezTo>
                <a:cubicBezTo>
                  <a:pt x="78805" y="20728"/>
                  <a:pt x="78842" y="20653"/>
                  <a:pt x="78842" y="20728"/>
                </a:cubicBezTo>
                <a:cubicBezTo>
                  <a:pt x="78879" y="20804"/>
                  <a:pt x="78879" y="20804"/>
                  <a:pt x="78915" y="20879"/>
                </a:cubicBezTo>
                <a:lnTo>
                  <a:pt x="78952" y="20879"/>
                </a:lnTo>
                <a:cubicBezTo>
                  <a:pt x="79026" y="20954"/>
                  <a:pt x="79062" y="21104"/>
                  <a:pt x="79099" y="21180"/>
                </a:cubicBezTo>
                <a:cubicBezTo>
                  <a:pt x="79099" y="21180"/>
                  <a:pt x="79130" y="21180"/>
                  <a:pt x="79166" y="21255"/>
                </a:cubicBezTo>
                <a:cubicBezTo>
                  <a:pt x="79166" y="21255"/>
                  <a:pt x="79166" y="21330"/>
                  <a:pt x="79166" y="21405"/>
                </a:cubicBezTo>
                <a:cubicBezTo>
                  <a:pt x="79166" y="21405"/>
                  <a:pt x="79166" y="21480"/>
                  <a:pt x="79166" y="21556"/>
                </a:cubicBezTo>
                <a:cubicBezTo>
                  <a:pt x="79166" y="21618"/>
                  <a:pt x="79099" y="21618"/>
                  <a:pt x="79099" y="21618"/>
                </a:cubicBezTo>
                <a:cubicBezTo>
                  <a:pt x="79062" y="21693"/>
                  <a:pt x="79099" y="21769"/>
                  <a:pt x="79062" y="21769"/>
                </a:cubicBezTo>
                <a:cubicBezTo>
                  <a:pt x="79062" y="21844"/>
                  <a:pt x="79026" y="21769"/>
                  <a:pt x="78989" y="21769"/>
                </a:cubicBezTo>
                <a:cubicBezTo>
                  <a:pt x="78952" y="21769"/>
                  <a:pt x="78952" y="21769"/>
                  <a:pt x="78952" y="21769"/>
                </a:cubicBezTo>
                <a:cubicBezTo>
                  <a:pt x="78879" y="21769"/>
                  <a:pt x="78842" y="21844"/>
                  <a:pt x="78805" y="21769"/>
                </a:cubicBezTo>
                <a:cubicBezTo>
                  <a:pt x="78732" y="21769"/>
                  <a:pt x="78695" y="21693"/>
                  <a:pt x="78658" y="21618"/>
                </a:cubicBezTo>
                <a:cubicBezTo>
                  <a:pt x="78591" y="21556"/>
                  <a:pt x="78554" y="21405"/>
                  <a:pt x="78554" y="21180"/>
                </a:cubicBezTo>
                <a:cubicBezTo>
                  <a:pt x="78517" y="21180"/>
                  <a:pt x="78480" y="21104"/>
                  <a:pt x="78444" y="21104"/>
                </a:cubicBezTo>
                <a:cubicBezTo>
                  <a:pt x="78333" y="21104"/>
                  <a:pt x="78297" y="21104"/>
                  <a:pt x="78223" y="21029"/>
                </a:cubicBezTo>
                <a:cubicBezTo>
                  <a:pt x="78186" y="21029"/>
                  <a:pt x="78186" y="20954"/>
                  <a:pt x="78150" y="20879"/>
                </a:cubicBezTo>
                <a:cubicBezTo>
                  <a:pt x="78150" y="20879"/>
                  <a:pt x="78113" y="20804"/>
                  <a:pt x="78082" y="20804"/>
                </a:cubicBezTo>
                <a:cubicBezTo>
                  <a:pt x="78045" y="20728"/>
                  <a:pt x="78009" y="20804"/>
                  <a:pt x="77972" y="20804"/>
                </a:cubicBezTo>
                <a:cubicBezTo>
                  <a:pt x="77935" y="20804"/>
                  <a:pt x="77898" y="20728"/>
                  <a:pt x="77898" y="20728"/>
                </a:cubicBezTo>
                <a:cubicBezTo>
                  <a:pt x="77825" y="20728"/>
                  <a:pt x="77788" y="20728"/>
                  <a:pt x="77751" y="20728"/>
                </a:cubicBezTo>
                <a:cubicBezTo>
                  <a:pt x="77715" y="20728"/>
                  <a:pt x="77678" y="20653"/>
                  <a:pt x="77678" y="20578"/>
                </a:cubicBezTo>
                <a:cubicBezTo>
                  <a:pt x="77641" y="20503"/>
                  <a:pt x="77678" y="20440"/>
                  <a:pt x="77641" y="20440"/>
                </a:cubicBezTo>
                <a:cubicBezTo>
                  <a:pt x="77604" y="20365"/>
                  <a:pt x="77604" y="20365"/>
                  <a:pt x="77574" y="20365"/>
                </a:cubicBezTo>
                <a:cubicBezTo>
                  <a:pt x="77537" y="20365"/>
                  <a:pt x="77537" y="20365"/>
                  <a:pt x="77500" y="20365"/>
                </a:cubicBezTo>
                <a:cubicBezTo>
                  <a:pt x="77464" y="20290"/>
                  <a:pt x="77427" y="20290"/>
                  <a:pt x="77427" y="20215"/>
                </a:cubicBezTo>
                <a:cubicBezTo>
                  <a:pt x="77390" y="20215"/>
                  <a:pt x="77353" y="20139"/>
                  <a:pt x="77353" y="20139"/>
                </a:cubicBezTo>
                <a:cubicBezTo>
                  <a:pt x="76992" y="20139"/>
                  <a:pt x="76992" y="20139"/>
                  <a:pt x="76992" y="20139"/>
                </a:cubicBezTo>
                <a:cubicBezTo>
                  <a:pt x="76955" y="20139"/>
                  <a:pt x="76955" y="20139"/>
                  <a:pt x="76918" y="20064"/>
                </a:cubicBezTo>
                <a:cubicBezTo>
                  <a:pt x="76918" y="20064"/>
                  <a:pt x="76918" y="19989"/>
                  <a:pt x="76882" y="19914"/>
                </a:cubicBezTo>
                <a:cubicBezTo>
                  <a:pt x="76882" y="19914"/>
                  <a:pt x="76845" y="19839"/>
                  <a:pt x="76808" y="19839"/>
                </a:cubicBezTo>
                <a:cubicBezTo>
                  <a:pt x="76447" y="19839"/>
                  <a:pt x="76447" y="19839"/>
                  <a:pt x="76447" y="19839"/>
                </a:cubicBezTo>
                <a:cubicBezTo>
                  <a:pt x="76373" y="19839"/>
                  <a:pt x="76373" y="19763"/>
                  <a:pt x="76300" y="19688"/>
                </a:cubicBezTo>
                <a:cubicBezTo>
                  <a:pt x="76263" y="19613"/>
                  <a:pt x="76226" y="19538"/>
                  <a:pt x="76153" y="19538"/>
                </a:cubicBezTo>
                <a:cubicBezTo>
                  <a:pt x="76153" y="19475"/>
                  <a:pt x="76116" y="19475"/>
                  <a:pt x="76116" y="19475"/>
                </a:cubicBezTo>
                <a:cubicBezTo>
                  <a:pt x="76079" y="19475"/>
                  <a:pt x="76079" y="19400"/>
                  <a:pt x="76079" y="19325"/>
                </a:cubicBezTo>
                <a:cubicBezTo>
                  <a:pt x="76042" y="19325"/>
                  <a:pt x="76012" y="19325"/>
                  <a:pt x="76012" y="19325"/>
                </a:cubicBezTo>
                <a:cubicBezTo>
                  <a:pt x="75975" y="19250"/>
                  <a:pt x="75938" y="19250"/>
                  <a:pt x="75938" y="19174"/>
                </a:cubicBezTo>
                <a:cubicBezTo>
                  <a:pt x="75901" y="19174"/>
                  <a:pt x="75938" y="19099"/>
                  <a:pt x="75901" y="19024"/>
                </a:cubicBezTo>
                <a:cubicBezTo>
                  <a:pt x="75901" y="19024"/>
                  <a:pt x="75865" y="19024"/>
                  <a:pt x="75828" y="19024"/>
                </a:cubicBezTo>
                <a:cubicBezTo>
                  <a:pt x="75791" y="19024"/>
                  <a:pt x="75754" y="19024"/>
                  <a:pt x="75718" y="19024"/>
                </a:cubicBezTo>
                <a:cubicBezTo>
                  <a:pt x="75681" y="19024"/>
                  <a:pt x="75681" y="19024"/>
                  <a:pt x="75681" y="19024"/>
                </a:cubicBezTo>
                <a:cubicBezTo>
                  <a:pt x="75681" y="19024"/>
                  <a:pt x="75644" y="19024"/>
                  <a:pt x="75644" y="19099"/>
                </a:cubicBezTo>
                <a:cubicBezTo>
                  <a:pt x="75607" y="19099"/>
                  <a:pt x="75571" y="19174"/>
                  <a:pt x="75571" y="19250"/>
                </a:cubicBezTo>
                <a:cubicBezTo>
                  <a:pt x="75571" y="19325"/>
                  <a:pt x="75571" y="19400"/>
                  <a:pt x="75571" y="19475"/>
                </a:cubicBezTo>
                <a:cubicBezTo>
                  <a:pt x="75571" y="19538"/>
                  <a:pt x="75607" y="19538"/>
                  <a:pt x="75644" y="19613"/>
                </a:cubicBezTo>
                <a:cubicBezTo>
                  <a:pt x="75681" y="19613"/>
                  <a:pt x="75718" y="19613"/>
                  <a:pt x="75718" y="19688"/>
                </a:cubicBezTo>
                <a:cubicBezTo>
                  <a:pt x="75718" y="19763"/>
                  <a:pt x="75718" y="19763"/>
                  <a:pt x="75718" y="19839"/>
                </a:cubicBezTo>
                <a:cubicBezTo>
                  <a:pt x="75718" y="19914"/>
                  <a:pt x="75718" y="19914"/>
                  <a:pt x="75718" y="19989"/>
                </a:cubicBezTo>
                <a:cubicBezTo>
                  <a:pt x="75754" y="19989"/>
                  <a:pt x="75791" y="19989"/>
                  <a:pt x="75865" y="19989"/>
                </a:cubicBezTo>
                <a:cubicBezTo>
                  <a:pt x="75901" y="19989"/>
                  <a:pt x="75901" y="20064"/>
                  <a:pt x="75938" y="20064"/>
                </a:cubicBezTo>
                <a:cubicBezTo>
                  <a:pt x="75938" y="20064"/>
                  <a:pt x="75975" y="20064"/>
                  <a:pt x="76012" y="20064"/>
                </a:cubicBezTo>
                <a:cubicBezTo>
                  <a:pt x="76012" y="20064"/>
                  <a:pt x="76042" y="20064"/>
                  <a:pt x="76079" y="20139"/>
                </a:cubicBezTo>
                <a:cubicBezTo>
                  <a:pt x="76079" y="20139"/>
                  <a:pt x="76079" y="20215"/>
                  <a:pt x="76079" y="20290"/>
                </a:cubicBezTo>
                <a:cubicBezTo>
                  <a:pt x="76079" y="20365"/>
                  <a:pt x="76116" y="20365"/>
                  <a:pt x="76116" y="20440"/>
                </a:cubicBezTo>
                <a:cubicBezTo>
                  <a:pt x="76153" y="20503"/>
                  <a:pt x="76226" y="20503"/>
                  <a:pt x="76300" y="20578"/>
                </a:cubicBezTo>
                <a:cubicBezTo>
                  <a:pt x="76336" y="20578"/>
                  <a:pt x="76336" y="20578"/>
                  <a:pt x="76373" y="20653"/>
                </a:cubicBezTo>
                <a:cubicBezTo>
                  <a:pt x="76373" y="20653"/>
                  <a:pt x="76410" y="20653"/>
                  <a:pt x="76410" y="20728"/>
                </a:cubicBezTo>
                <a:cubicBezTo>
                  <a:pt x="76410" y="20804"/>
                  <a:pt x="76410" y="20879"/>
                  <a:pt x="76410" y="20879"/>
                </a:cubicBezTo>
                <a:cubicBezTo>
                  <a:pt x="76410" y="20954"/>
                  <a:pt x="76373" y="21029"/>
                  <a:pt x="76373" y="21029"/>
                </a:cubicBezTo>
                <a:cubicBezTo>
                  <a:pt x="76336" y="21180"/>
                  <a:pt x="76300" y="21255"/>
                  <a:pt x="76263" y="21330"/>
                </a:cubicBezTo>
                <a:cubicBezTo>
                  <a:pt x="76226" y="21330"/>
                  <a:pt x="76226" y="21330"/>
                  <a:pt x="76189" y="21330"/>
                </a:cubicBezTo>
                <a:cubicBezTo>
                  <a:pt x="76116" y="21330"/>
                  <a:pt x="76116" y="21330"/>
                  <a:pt x="76116" y="21330"/>
                </a:cubicBezTo>
                <a:cubicBezTo>
                  <a:pt x="76079" y="21330"/>
                  <a:pt x="76079" y="21255"/>
                  <a:pt x="76042" y="21330"/>
                </a:cubicBezTo>
                <a:cubicBezTo>
                  <a:pt x="76012" y="21330"/>
                  <a:pt x="76012" y="21405"/>
                  <a:pt x="76012" y="21480"/>
                </a:cubicBezTo>
                <a:cubicBezTo>
                  <a:pt x="76012" y="21480"/>
                  <a:pt x="76012" y="21556"/>
                  <a:pt x="76012" y="21618"/>
                </a:cubicBezTo>
                <a:cubicBezTo>
                  <a:pt x="75975" y="21618"/>
                  <a:pt x="75975" y="21693"/>
                  <a:pt x="75975" y="21693"/>
                </a:cubicBezTo>
                <a:cubicBezTo>
                  <a:pt x="75938" y="21769"/>
                  <a:pt x="75901" y="21769"/>
                  <a:pt x="75901" y="21769"/>
                </a:cubicBezTo>
                <a:cubicBezTo>
                  <a:pt x="75828" y="21769"/>
                  <a:pt x="75828" y="21769"/>
                  <a:pt x="75828" y="21769"/>
                </a:cubicBezTo>
                <a:cubicBezTo>
                  <a:pt x="75828" y="21618"/>
                  <a:pt x="75828" y="21618"/>
                  <a:pt x="75828" y="21480"/>
                </a:cubicBezTo>
                <a:cubicBezTo>
                  <a:pt x="75828" y="21405"/>
                  <a:pt x="75828" y="21405"/>
                  <a:pt x="75828" y="21330"/>
                </a:cubicBezTo>
                <a:cubicBezTo>
                  <a:pt x="75828" y="21255"/>
                  <a:pt x="75828" y="21180"/>
                  <a:pt x="75828" y="21029"/>
                </a:cubicBezTo>
                <a:cubicBezTo>
                  <a:pt x="75828" y="20954"/>
                  <a:pt x="75828" y="20954"/>
                  <a:pt x="75828" y="20879"/>
                </a:cubicBezTo>
                <a:cubicBezTo>
                  <a:pt x="75718" y="20879"/>
                  <a:pt x="75718" y="20879"/>
                  <a:pt x="75718" y="20879"/>
                </a:cubicBezTo>
                <a:cubicBezTo>
                  <a:pt x="75681" y="20954"/>
                  <a:pt x="75644" y="20879"/>
                  <a:pt x="75644" y="20954"/>
                </a:cubicBezTo>
                <a:cubicBezTo>
                  <a:pt x="75607" y="20954"/>
                  <a:pt x="75607" y="21029"/>
                  <a:pt x="75571" y="21029"/>
                </a:cubicBezTo>
                <a:cubicBezTo>
                  <a:pt x="75571" y="21104"/>
                  <a:pt x="75571" y="21180"/>
                  <a:pt x="75540" y="21180"/>
                </a:cubicBezTo>
                <a:cubicBezTo>
                  <a:pt x="75540" y="21255"/>
                  <a:pt x="75540" y="21330"/>
                  <a:pt x="75497" y="21330"/>
                </a:cubicBezTo>
                <a:cubicBezTo>
                  <a:pt x="75467" y="21405"/>
                  <a:pt x="75430" y="21330"/>
                  <a:pt x="75356" y="21330"/>
                </a:cubicBezTo>
                <a:cubicBezTo>
                  <a:pt x="75283" y="21330"/>
                  <a:pt x="75283" y="21330"/>
                  <a:pt x="75283" y="21330"/>
                </a:cubicBezTo>
                <a:cubicBezTo>
                  <a:pt x="75246" y="21330"/>
                  <a:pt x="75209" y="21330"/>
                  <a:pt x="75173" y="21330"/>
                </a:cubicBezTo>
                <a:cubicBezTo>
                  <a:pt x="75136" y="21330"/>
                  <a:pt x="75099" y="21255"/>
                  <a:pt x="75062" y="21330"/>
                </a:cubicBezTo>
                <a:cubicBezTo>
                  <a:pt x="75026" y="21330"/>
                  <a:pt x="75062" y="21405"/>
                  <a:pt x="75026" y="21480"/>
                </a:cubicBezTo>
                <a:cubicBezTo>
                  <a:pt x="74995" y="21480"/>
                  <a:pt x="75026" y="21556"/>
                  <a:pt x="74995" y="21618"/>
                </a:cubicBezTo>
                <a:cubicBezTo>
                  <a:pt x="74958" y="21618"/>
                  <a:pt x="74921" y="21618"/>
                  <a:pt x="74885" y="21618"/>
                </a:cubicBezTo>
                <a:cubicBezTo>
                  <a:pt x="74811" y="21618"/>
                  <a:pt x="74811" y="21618"/>
                  <a:pt x="74811" y="21618"/>
                </a:cubicBezTo>
                <a:cubicBezTo>
                  <a:pt x="74811" y="21618"/>
                  <a:pt x="74774" y="21556"/>
                  <a:pt x="74738" y="21556"/>
                </a:cubicBezTo>
                <a:cubicBezTo>
                  <a:pt x="74701" y="21556"/>
                  <a:pt x="74701" y="21556"/>
                  <a:pt x="74701" y="21556"/>
                </a:cubicBezTo>
                <a:cubicBezTo>
                  <a:pt x="74523" y="21556"/>
                  <a:pt x="74523" y="21556"/>
                  <a:pt x="74523" y="21556"/>
                </a:cubicBezTo>
                <a:cubicBezTo>
                  <a:pt x="74480" y="21556"/>
                  <a:pt x="74480" y="21556"/>
                  <a:pt x="74450" y="21556"/>
                </a:cubicBezTo>
                <a:cubicBezTo>
                  <a:pt x="74450" y="21919"/>
                  <a:pt x="74450" y="21919"/>
                  <a:pt x="74450" y="21919"/>
                </a:cubicBezTo>
                <a:cubicBezTo>
                  <a:pt x="74229" y="21919"/>
                  <a:pt x="74229" y="21919"/>
                  <a:pt x="74229" y="21919"/>
                </a:cubicBezTo>
                <a:lnTo>
                  <a:pt x="74192" y="21844"/>
                </a:lnTo>
                <a:cubicBezTo>
                  <a:pt x="74156" y="21769"/>
                  <a:pt x="74156" y="21769"/>
                  <a:pt x="74156" y="21693"/>
                </a:cubicBezTo>
                <a:cubicBezTo>
                  <a:pt x="74119" y="21618"/>
                  <a:pt x="74082" y="21693"/>
                  <a:pt x="74082" y="21618"/>
                </a:cubicBezTo>
                <a:lnTo>
                  <a:pt x="74119" y="21556"/>
                </a:lnTo>
                <a:cubicBezTo>
                  <a:pt x="74119" y="21480"/>
                  <a:pt x="74119" y="21405"/>
                  <a:pt x="74119" y="21405"/>
                </a:cubicBezTo>
                <a:cubicBezTo>
                  <a:pt x="74119" y="21255"/>
                  <a:pt x="74156" y="21180"/>
                  <a:pt x="74192" y="21104"/>
                </a:cubicBezTo>
                <a:cubicBezTo>
                  <a:pt x="74156" y="20954"/>
                  <a:pt x="74156" y="20954"/>
                  <a:pt x="74156" y="20954"/>
                </a:cubicBezTo>
                <a:cubicBezTo>
                  <a:pt x="74119" y="20954"/>
                  <a:pt x="74119" y="20954"/>
                  <a:pt x="74082" y="20954"/>
                </a:cubicBezTo>
                <a:cubicBezTo>
                  <a:pt x="74082" y="21029"/>
                  <a:pt x="74082" y="21104"/>
                  <a:pt x="74045" y="21104"/>
                </a:cubicBezTo>
                <a:cubicBezTo>
                  <a:pt x="74045" y="21180"/>
                  <a:pt x="74009" y="21180"/>
                  <a:pt x="73978" y="21180"/>
                </a:cubicBezTo>
                <a:cubicBezTo>
                  <a:pt x="73978" y="21180"/>
                  <a:pt x="73941" y="21180"/>
                  <a:pt x="73905" y="21180"/>
                </a:cubicBezTo>
                <a:cubicBezTo>
                  <a:pt x="73868" y="21180"/>
                  <a:pt x="73794" y="21180"/>
                  <a:pt x="73758" y="21255"/>
                </a:cubicBezTo>
                <a:cubicBezTo>
                  <a:pt x="73721" y="21255"/>
                  <a:pt x="73721" y="21330"/>
                  <a:pt x="73721" y="21405"/>
                </a:cubicBezTo>
                <a:cubicBezTo>
                  <a:pt x="73647" y="21405"/>
                  <a:pt x="73611" y="21480"/>
                  <a:pt x="73574" y="21556"/>
                </a:cubicBezTo>
                <a:cubicBezTo>
                  <a:pt x="73464" y="21556"/>
                  <a:pt x="73464" y="21556"/>
                  <a:pt x="73464" y="21556"/>
                </a:cubicBezTo>
                <a:cubicBezTo>
                  <a:pt x="73396" y="21556"/>
                  <a:pt x="73323" y="21480"/>
                  <a:pt x="73249" y="21556"/>
                </a:cubicBezTo>
                <a:cubicBezTo>
                  <a:pt x="73212" y="21556"/>
                  <a:pt x="73212" y="21618"/>
                  <a:pt x="73176" y="21618"/>
                </a:cubicBezTo>
                <a:lnTo>
                  <a:pt x="73176" y="21769"/>
                </a:lnTo>
                <a:cubicBezTo>
                  <a:pt x="73139" y="21769"/>
                  <a:pt x="73102" y="21844"/>
                  <a:pt x="73102" y="21844"/>
                </a:cubicBezTo>
                <a:cubicBezTo>
                  <a:pt x="73065" y="21844"/>
                  <a:pt x="73065" y="21844"/>
                  <a:pt x="73029" y="21844"/>
                </a:cubicBezTo>
                <a:cubicBezTo>
                  <a:pt x="72961" y="21844"/>
                  <a:pt x="72961" y="21844"/>
                  <a:pt x="72961" y="21844"/>
                </a:cubicBezTo>
                <a:cubicBezTo>
                  <a:pt x="72924" y="21844"/>
                  <a:pt x="72924" y="21844"/>
                  <a:pt x="72888" y="21844"/>
                </a:cubicBezTo>
                <a:cubicBezTo>
                  <a:pt x="72814" y="21919"/>
                  <a:pt x="72777" y="21919"/>
                  <a:pt x="72741" y="21919"/>
                </a:cubicBezTo>
                <a:cubicBezTo>
                  <a:pt x="72704" y="21994"/>
                  <a:pt x="72667" y="21994"/>
                  <a:pt x="72667" y="22069"/>
                </a:cubicBezTo>
                <a:cubicBezTo>
                  <a:pt x="72594" y="22145"/>
                  <a:pt x="72557" y="22220"/>
                  <a:pt x="72520" y="22295"/>
                </a:cubicBezTo>
                <a:cubicBezTo>
                  <a:pt x="72490" y="22370"/>
                  <a:pt x="72447" y="22370"/>
                  <a:pt x="72416" y="22445"/>
                </a:cubicBezTo>
                <a:cubicBezTo>
                  <a:pt x="72343" y="22445"/>
                  <a:pt x="72232" y="22370"/>
                  <a:pt x="72159" y="22445"/>
                </a:cubicBezTo>
                <a:cubicBezTo>
                  <a:pt x="72122" y="22445"/>
                  <a:pt x="72122" y="22521"/>
                  <a:pt x="72085" y="22583"/>
                </a:cubicBezTo>
                <a:cubicBezTo>
                  <a:pt x="72085" y="22671"/>
                  <a:pt x="72085" y="22671"/>
                  <a:pt x="72122" y="22734"/>
                </a:cubicBezTo>
                <a:cubicBezTo>
                  <a:pt x="72122" y="22809"/>
                  <a:pt x="72196" y="22809"/>
                  <a:pt x="72196" y="22884"/>
                </a:cubicBezTo>
                <a:cubicBezTo>
                  <a:pt x="72196" y="23034"/>
                  <a:pt x="72196" y="23034"/>
                  <a:pt x="72159" y="23110"/>
                </a:cubicBezTo>
                <a:cubicBezTo>
                  <a:pt x="72122" y="23185"/>
                  <a:pt x="72049" y="23185"/>
                  <a:pt x="72012" y="23260"/>
                </a:cubicBezTo>
                <a:cubicBezTo>
                  <a:pt x="71975" y="23335"/>
                  <a:pt x="71975" y="23335"/>
                  <a:pt x="71944" y="23410"/>
                </a:cubicBezTo>
                <a:cubicBezTo>
                  <a:pt x="71908" y="23410"/>
                  <a:pt x="71908" y="23410"/>
                  <a:pt x="71871" y="23410"/>
                </a:cubicBezTo>
                <a:cubicBezTo>
                  <a:pt x="71834" y="23410"/>
                  <a:pt x="71834" y="23410"/>
                  <a:pt x="71797" y="23410"/>
                </a:cubicBezTo>
                <a:cubicBezTo>
                  <a:pt x="71761" y="23410"/>
                  <a:pt x="71761" y="23410"/>
                  <a:pt x="71724" y="23410"/>
                </a:cubicBezTo>
                <a:cubicBezTo>
                  <a:pt x="71650" y="23410"/>
                  <a:pt x="71650" y="23561"/>
                  <a:pt x="71614" y="23561"/>
                </a:cubicBezTo>
                <a:cubicBezTo>
                  <a:pt x="71577" y="23561"/>
                  <a:pt x="71577" y="23561"/>
                  <a:pt x="71577" y="23561"/>
                </a:cubicBezTo>
                <a:cubicBezTo>
                  <a:pt x="71540" y="23561"/>
                  <a:pt x="71540" y="23410"/>
                  <a:pt x="71503" y="23410"/>
                </a:cubicBezTo>
                <a:cubicBezTo>
                  <a:pt x="71503" y="23335"/>
                  <a:pt x="71473" y="23335"/>
                  <a:pt x="71430" y="23335"/>
                </a:cubicBezTo>
                <a:cubicBezTo>
                  <a:pt x="71399" y="23260"/>
                  <a:pt x="71399" y="23185"/>
                  <a:pt x="71362" y="23185"/>
                </a:cubicBezTo>
                <a:cubicBezTo>
                  <a:pt x="71362" y="23110"/>
                  <a:pt x="71362" y="23034"/>
                  <a:pt x="71362" y="23034"/>
                </a:cubicBezTo>
                <a:cubicBezTo>
                  <a:pt x="71326" y="22959"/>
                  <a:pt x="71289" y="22884"/>
                  <a:pt x="71289" y="22809"/>
                </a:cubicBezTo>
                <a:cubicBezTo>
                  <a:pt x="71289" y="22671"/>
                  <a:pt x="71289" y="22583"/>
                  <a:pt x="71289" y="22445"/>
                </a:cubicBezTo>
                <a:cubicBezTo>
                  <a:pt x="71687" y="22445"/>
                  <a:pt x="71687" y="22445"/>
                  <a:pt x="71687" y="22445"/>
                </a:cubicBezTo>
                <a:cubicBezTo>
                  <a:pt x="71687" y="21994"/>
                  <a:pt x="71687" y="21994"/>
                  <a:pt x="71687" y="21994"/>
                </a:cubicBezTo>
                <a:cubicBezTo>
                  <a:pt x="71650" y="21994"/>
                  <a:pt x="71650" y="21919"/>
                  <a:pt x="71614" y="21844"/>
                </a:cubicBezTo>
                <a:cubicBezTo>
                  <a:pt x="71577" y="21844"/>
                  <a:pt x="71540" y="21844"/>
                  <a:pt x="71540" y="21844"/>
                </a:cubicBezTo>
                <a:cubicBezTo>
                  <a:pt x="71503" y="21769"/>
                  <a:pt x="71503" y="21769"/>
                  <a:pt x="71503" y="21693"/>
                </a:cubicBezTo>
                <a:cubicBezTo>
                  <a:pt x="71473" y="21618"/>
                  <a:pt x="71473" y="21618"/>
                  <a:pt x="71430" y="21556"/>
                </a:cubicBezTo>
                <a:cubicBezTo>
                  <a:pt x="71430" y="21480"/>
                  <a:pt x="71430" y="21405"/>
                  <a:pt x="71399" y="21405"/>
                </a:cubicBezTo>
                <a:cubicBezTo>
                  <a:pt x="71326" y="21405"/>
                  <a:pt x="71289" y="21480"/>
                  <a:pt x="71252" y="21480"/>
                </a:cubicBezTo>
                <a:cubicBezTo>
                  <a:pt x="71215" y="21480"/>
                  <a:pt x="71215" y="21480"/>
                  <a:pt x="71215" y="21480"/>
                </a:cubicBezTo>
                <a:cubicBezTo>
                  <a:pt x="71179" y="21480"/>
                  <a:pt x="71179" y="21405"/>
                  <a:pt x="71142" y="21330"/>
                </a:cubicBezTo>
                <a:cubicBezTo>
                  <a:pt x="71105" y="21330"/>
                  <a:pt x="71068" y="21330"/>
                  <a:pt x="71068" y="21330"/>
                </a:cubicBezTo>
                <a:cubicBezTo>
                  <a:pt x="70995" y="21255"/>
                  <a:pt x="70958" y="21330"/>
                  <a:pt x="70928" y="21330"/>
                </a:cubicBezTo>
                <a:cubicBezTo>
                  <a:pt x="70781" y="21330"/>
                  <a:pt x="70781" y="21330"/>
                  <a:pt x="70781" y="21330"/>
                </a:cubicBezTo>
                <a:cubicBezTo>
                  <a:pt x="70744" y="21330"/>
                  <a:pt x="70707" y="21330"/>
                  <a:pt x="70707" y="21330"/>
                </a:cubicBezTo>
                <a:cubicBezTo>
                  <a:pt x="70670" y="21330"/>
                  <a:pt x="70670" y="21330"/>
                  <a:pt x="70633" y="21330"/>
                </a:cubicBezTo>
                <a:cubicBezTo>
                  <a:pt x="70633" y="21618"/>
                  <a:pt x="70633" y="21618"/>
                  <a:pt x="70633" y="21618"/>
                </a:cubicBezTo>
                <a:cubicBezTo>
                  <a:pt x="70707" y="21618"/>
                  <a:pt x="70744" y="21618"/>
                  <a:pt x="70781" y="21618"/>
                </a:cubicBezTo>
                <a:cubicBezTo>
                  <a:pt x="70817" y="21618"/>
                  <a:pt x="70817" y="21693"/>
                  <a:pt x="70854" y="21693"/>
                </a:cubicBezTo>
                <a:cubicBezTo>
                  <a:pt x="70854" y="22583"/>
                  <a:pt x="70854" y="22583"/>
                  <a:pt x="70854" y="22583"/>
                </a:cubicBezTo>
                <a:cubicBezTo>
                  <a:pt x="70854" y="22671"/>
                  <a:pt x="70817" y="22671"/>
                  <a:pt x="70817" y="22734"/>
                </a:cubicBezTo>
                <a:cubicBezTo>
                  <a:pt x="70781" y="22809"/>
                  <a:pt x="70744" y="22734"/>
                  <a:pt x="70744" y="22809"/>
                </a:cubicBezTo>
                <a:cubicBezTo>
                  <a:pt x="70744" y="22884"/>
                  <a:pt x="70744" y="22959"/>
                  <a:pt x="70744" y="22959"/>
                </a:cubicBezTo>
                <a:cubicBezTo>
                  <a:pt x="70744" y="23034"/>
                  <a:pt x="70744" y="23110"/>
                  <a:pt x="70744" y="23110"/>
                </a:cubicBezTo>
                <a:cubicBezTo>
                  <a:pt x="70781" y="23185"/>
                  <a:pt x="70817" y="23110"/>
                  <a:pt x="70817" y="23185"/>
                </a:cubicBezTo>
                <a:cubicBezTo>
                  <a:pt x="70854" y="23185"/>
                  <a:pt x="70854" y="23185"/>
                  <a:pt x="70891" y="23260"/>
                </a:cubicBezTo>
                <a:cubicBezTo>
                  <a:pt x="70928" y="23260"/>
                  <a:pt x="70928" y="23335"/>
                  <a:pt x="70928" y="23410"/>
                </a:cubicBezTo>
                <a:cubicBezTo>
                  <a:pt x="70958" y="23410"/>
                  <a:pt x="70995" y="23486"/>
                  <a:pt x="70995" y="23561"/>
                </a:cubicBezTo>
                <a:cubicBezTo>
                  <a:pt x="70995" y="23636"/>
                  <a:pt x="70995" y="23636"/>
                  <a:pt x="70995" y="23636"/>
                </a:cubicBezTo>
                <a:cubicBezTo>
                  <a:pt x="70995" y="23699"/>
                  <a:pt x="70958" y="23636"/>
                  <a:pt x="70958" y="23699"/>
                </a:cubicBezTo>
                <a:cubicBezTo>
                  <a:pt x="70958" y="23774"/>
                  <a:pt x="70958" y="23774"/>
                  <a:pt x="70958" y="23849"/>
                </a:cubicBezTo>
                <a:cubicBezTo>
                  <a:pt x="70958" y="24000"/>
                  <a:pt x="70958" y="24075"/>
                  <a:pt x="70958" y="24300"/>
                </a:cubicBezTo>
                <a:cubicBezTo>
                  <a:pt x="70958" y="24300"/>
                  <a:pt x="70958" y="24300"/>
                  <a:pt x="70958" y="24375"/>
                </a:cubicBezTo>
                <a:cubicBezTo>
                  <a:pt x="70891" y="24300"/>
                  <a:pt x="70854" y="24300"/>
                  <a:pt x="70817" y="24300"/>
                </a:cubicBezTo>
                <a:cubicBezTo>
                  <a:pt x="70781" y="24300"/>
                  <a:pt x="70744" y="24300"/>
                  <a:pt x="70744" y="24300"/>
                </a:cubicBezTo>
                <a:cubicBezTo>
                  <a:pt x="70707" y="24300"/>
                  <a:pt x="70670" y="24225"/>
                  <a:pt x="70670" y="24225"/>
                </a:cubicBezTo>
                <a:cubicBezTo>
                  <a:pt x="70633" y="24150"/>
                  <a:pt x="70670" y="24075"/>
                  <a:pt x="70670" y="24075"/>
                </a:cubicBezTo>
                <a:cubicBezTo>
                  <a:pt x="70633" y="24000"/>
                  <a:pt x="70633" y="23924"/>
                  <a:pt x="70597" y="23924"/>
                </a:cubicBezTo>
                <a:cubicBezTo>
                  <a:pt x="70597" y="23849"/>
                  <a:pt x="70560" y="23924"/>
                  <a:pt x="70523" y="23924"/>
                </a:cubicBezTo>
                <a:cubicBezTo>
                  <a:pt x="70486" y="23924"/>
                  <a:pt x="70486" y="23924"/>
                  <a:pt x="70450" y="23924"/>
                </a:cubicBezTo>
                <a:cubicBezTo>
                  <a:pt x="70413" y="23924"/>
                  <a:pt x="70413" y="24000"/>
                  <a:pt x="70382" y="24000"/>
                </a:cubicBezTo>
                <a:cubicBezTo>
                  <a:pt x="70346" y="24000"/>
                  <a:pt x="70346" y="24000"/>
                  <a:pt x="70309" y="24000"/>
                </a:cubicBezTo>
                <a:cubicBezTo>
                  <a:pt x="70235" y="24000"/>
                  <a:pt x="70199" y="24000"/>
                  <a:pt x="70162" y="24000"/>
                </a:cubicBezTo>
                <a:cubicBezTo>
                  <a:pt x="70125" y="24000"/>
                  <a:pt x="70125" y="24075"/>
                  <a:pt x="70088" y="24075"/>
                </a:cubicBezTo>
                <a:cubicBezTo>
                  <a:pt x="70088" y="24075"/>
                  <a:pt x="70088" y="24150"/>
                  <a:pt x="70088" y="24225"/>
                </a:cubicBezTo>
                <a:cubicBezTo>
                  <a:pt x="70088" y="24225"/>
                  <a:pt x="70088" y="24300"/>
                  <a:pt x="70052" y="24375"/>
                </a:cubicBezTo>
                <a:cubicBezTo>
                  <a:pt x="70052" y="24375"/>
                  <a:pt x="70015" y="24375"/>
                  <a:pt x="69978" y="24451"/>
                </a:cubicBezTo>
                <a:lnTo>
                  <a:pt x="69941" y="24451"/>
                </a:lnTo>
                <a:cubicBezTo>
                  <a:pt x="69874" y="24451"/>
                  <a:pt x="69837" y="24526"/>
                  <a:pt x="69800" y="24526"/>
                </a:cubicBezTo>
                <a:cubicBezTo>
                  <a:pt x="69764" y="24526"/>
                  <a:pt x="69727" y="24526"/>
                  <a:pt x="69690" y="24526"/>
                </a:cubicBezTo>
                <a:cubicBezTo>
                  <a:pt x="69653" y="24601"/>
                  <a:pt x="69653" y="24601"/>
                  <a:pt x="69617" y="24664"/>
                </a:cubicBezTo>
                <a:cubicBezTo>
                  <a:pt x="69617" y="24751"/>
                  <a:pt x="69617" y="24751"/>
                  <a:pt x="69580" y="24814"/>
                </a:cubicBezTo>
                <a:cubicBezTo>
                  <a:pt x="69580" y="24814"/>
                  <a:pt x="69543" y="24889"/>
                  <a:pt x="69506" y="24889"/>
                </a:cubicBezTo>
                <a:cubicBezTo>
                  <a:pt x="69470" y="24965"/>
                  <a:pt x="69433" y="24965"/>
                  <a:pt x="69396" y="24965"/>
                </a:cubicBezTo>
                <a:cubicBezTo>
                  <a:pt x="69396" y="24965"/>
                  <a:pt x="69433" y="24889"/>
                  <a:pt x="69433" y="24965"/>
                </a:cubicBezTo>
                <a:cubicBezTo>
                  <a:pt x="69433" y="25040"/>
                  <a:pt x="69396" y="25115"/>
                  <a:pt x="69433" y="25265"/>
                </a:cubicBezTo>
                <a:cubicBezTo>
                  <a:pt x="69433" y="25265"/>
                  <a:pt x="69433" y="25340"/>
                  <a:pt x="69470" y="25416"/>
                </a:cubicBezTo>
                <a:lnTo>
                  <a:pt x="69470" y="25491"/>
                </a:lnTo>
                <a:cubicBezTo>
                  <a:pt x="69506" y="25566"/>
                  <a:pt x="69506" y="25566"/>
                  <a:pt x="69543" y="25566"/>
                </a:cubicBezTo>
                <a:cubicBezTo>
                  <a:pt x="69580" y="25566"/>
                  <a:pt x="69580" y="25641"/>
                  <a:pt x="69617" y="25641"/>
                </a:cubicBezTo>
                <a:cubicBezTo>
                  <a:pt x="69653" y="25716"/>
                  <a:pt x="69653" y="25779"/>
                  <a:pt x="69653" y="25854"/>
                </a:cubicBezTo>
                <a:cubicBezTo>
                  <a:pt x="69653" y="25930"/>
                  <a:pt x="69617" y="26005"/>
                  <a:pt x="69617" y="26080"/>
                </a:cubicBezTo>
                <a:cubicBezTo>
                  <a:pt x="69617" y="26080"/>
                  <a:pt x="69653" y="26005"/>
                  <a:pt x="69617" y="26005"/>
                </a:cubicBezTo>
                <a:cubicBezTo>
                  <a:pt x="69580" y="25930"/>
                  <a:pt x="69543" y="26005"/>
                  <a:pt x="69506" y="26005"/>
                </a:cubicBezTo>
                <a:cubicBezTo>
                  <a:pt x="69433" y="26005"/>
                  <a:pt x="69396" y="26005"/>
                  <a:pt x="69366" y="26005"/>
                </a:cubicBezTo>
                <a:cubicBezTo>
                  <a:pt x="69292" y="26005"/>
                  <a:pt x="69255" y="25930"/>
                  <a:pt x="69218" y="25930"/>
                </a:cubicBezTo>
                <a:cubicBezTo>
                  <a:pt x="69145" y="25930"/>
                  <a:pt x="69145" y="25930"/>
                  <a:pt x="69145" y="25930"/>
                </a:cubicBezTo>
                <a:cubicBezTo>
                  <a:pt x="69108" y="25930"/>
                  <a:pt x="69108" y="25854"/>
                  <a:pt x="69071" y="25854"/>
                </a:cubicBezTo>
                <a:cubicBezTo>
                  <a:pt x="68998" y="25854"/>
                  <a:pt x="68961" y="25854"/>
                  <a:pt x="68924" y="25854"/>
                </a:cubicBezTo>
                <a:cubicBezTo>
                  <a:pt x="68888" y="25854"/>
                  <a:pt x="68888" y="25779"/>
                  <a:pt x="68857" y="25716"/>
                </a:cubicBezTo>
                <a:cubicBezTo>
                  <a:pt x="68820" y="25716"/>
                  <a:pt x="68784" y="25716"/>
                  <a:pt x="68784" y="25716"/>
                </a:cubicBezTo>
                <a:cubicBezTo>
                  <a:pt x="68747" y="25716"/>
                  <a:pt x="68710" y="25716"/>
                  <a:pt x="68710" y="25716"/>
                </a:cubicBezTo>
                <a:cubicBezTo>
                  <a:pt x="68673" y="25716"/>
                  <a:pt x="68673" y="25641"/>
                  <a:pt x="68637" y="25566"/>
                </a:cubicBezTo>
                <a:cubicBezTo>
                  <a:pt x="68600" y="25566"/>
                  <a:pt x="68600" y="25491"/>
                  <a:pt x="68563" y="25416"/>
                </a:cubicBezTo>
                <a:cubicBezTo>
                  <a:pt x="68563" y="25265"/>
                  <a:pt x="68563" y="25265"/>
                  <a:pt x="68563" y="25265"/>
                </a:cubicBezTo>
                <a:cubicBezTo>
                  <a:pt x="68526" y="25265"/>
                  <a:pt x="68490" y="25340"/>
                  <a:pt x="68490" y="25340"/>
                </a:cubicBezTo>
                <a:cubicBezTo>
                  <a:pt x="68453" y="25416"/>
                  <a:pt x="68453" y="25491"/>
                  <a:pt x="68416" y="25491"/>
                </a:cubicBezTo>
                <a:cubicBezTo>
                  <a:pt x="68416" y="25491"/>
                  <a:pt x="68379" y="25491"/>
                  <a:pt x="68349" y="25491"/>
                </a:cubicBezTo>
                <a:cubicBezTo>
                  <a:pt x="68312" y="25491"/>
                  <a:pt x="68275" y="25566"/>
                  <a:pt x="68275" y="25641"/>
                </a:cubicBezTo>
                <a:cubicBezTo>
                  <a:pt x="68275" y="25779"/>
                  <a:pt x="68312" y="25779"/>
                  <a:pt x="68312" y="25854"/>
                </a:cubicBezTo>
                <a:cubicBezTo>
                  <a:pt x="68349" y="25930"/>
                  <a:pt x="68349" y="25930"/>
                  <a:pt x="68379" y="26005"/>
                </a:cubicBezTo>
                <a:cubicBezTo>
                  <a:pt x="68416" y="26005"/>
                  <a:pt x="68453" y="26005"/>
                  <a:pt x="68453" y="26005"/>
                </a:cubicBezTo>
                <a:cubicBezTo>
                  <a:pt x="68453" y="26080"/>
                  <a:pt x="68453" y="26155"/>
                  <a:pt x="68453" y="26155"/>
                </a:cubicBezTo>
                <a:cubicBezTo>
                  <a:pt x="68453" y="26230"/>
                  <a:pt x="68490" y="26230"/>
                  <a:pt x="68490" y="26306"/>
                </a:cubicBezTo>
                <a:cubicBezTo>
                  <a:pt x="68563" y="26306"/>
                  <a:pt x="68563" y="26306"/>
                  <a:pt x="68563" y="26306"/>
                </a:cubicBezTo>
                <a:cubicBezTo>
                  <a:pt x="68637" y="26306"/>
                  <a:pt x="68673" y="26230"/>
                  <a:pt x="68710" y="26306"/>
                </a:cubicBezTo>
                <a:cubicBezTo>
                  <a:pt x="68784" y="26306"/>
                  <a:pt x="68820" y="26381"/>
                  <a:pt x="68857" y="26456"/>
                </a:cubicBezTo>
                <a:cubicBezTo>
                  <a:pt x="68888" y="26531"/>
                  <a:pt x="68924" y="26531"/>
                  <a:pt x="68924" y="26606"/>
                </a:cubicBezTo>
                <a:cubicBezTo>
                  <a:pt x="68924" y="26681"/>
                  <a:pt x="68857" y="26681"/>
                  <a:pt x="68857" y="26744"/>
                </a:cubicBezTo>
                <a:cubicBezTo>
                  <a:pt x="68526" y="26744"/>
                  <a:pt x="68526" y="26744"/>
                  <a:pt x="68526" y="26744"/>
                </a:cubicBezTo>
                <a:cubicBezTo>
                  <a:pt x="68490" y="26832"/>
                  <a:pt x="68490" y="26895"/>
                  <a:pt x="68490" y="26895"/>
                </a:cubicBezTo>
                <a:cubicBezTo>
                  <a:pt x="68453" y="26895"/>
                  <a:pt x="68416" y="26970"/>
                  <a:pt x="68416" y="26970"/>
                </a:cubicBezTo>
                <a:cubicBezTo>
                  <a:pt x="68379" y="26970"/>
                  <a:pt x="68349" y="26970"/>
                  <a:pt x="68349" y="26895"/>
                </a:cubicBezTo>
                <a:cubicBezTo>
                  <a:pt x="68312" y="26895"/>
                  <a:pt x="68349" y="26832"/>
                  <a:pt x="68312" y="26744"/>
                </a:cubicBezTo>
                <a:cubicBezTo>
                  <a:pt x="68312" y="26744"/>
                  <a:pt x="68275" y="26681"/>
                  <a:pt x="68238" y="26681"/>
                </a:cubicBezTo>
                <a:cubicBezTo>
                  <a:pt x="68202" y="26531"/>
                  <a:pt x="68128" y="26531"/>
                  <a:pt x="68055" y="26456"/>
                </a:cubicBezTo>
                <a:cubicBezTo>
                  <a:pt x="68018" y="26456"/>
                  <a:pt x="67981" y="26531"/>
                  <a:pt x="67981" y="26456"/>
                </a:cubicBezTo>
                <a:cubicBezTo>
                  <a:pt x="67908" y="26456"/>
                  <a:pt x="67871" y="26381"/>
                  <a:pt x="67840" y="26306"/>
                </a:cubicBezTo>
                <a:cubicBezTo>
                  <a:pt x="67840" y="26230"/>
                  <a:pt x="67803" y="26155"/>
                  <a:pt x="67803" y="26155"/>
                </a:cubicBezTo>
                <a:cubicBezTo>
                  <a:pt x="67803" y="26080"/>
                  <a:pt x="67803" y="26005"/>
                  <a:pt x="67803" y="26005"/>
                </a:cubicBezTo>
                <a:cubicBezTo>
                  <a:pt x="67803" y="25779"/>
                  <a:pt x="67803" y="25716"/>
                  <a:pt x="67803" y="25566"/>
                </a:cubicBezTo>
                <a:cubicBezTo>
                  <a:pt x="67583" y="25566"/>
                  <a:pt x="67583" y="25566"/>
                  <a:pt x="67583" y="25566"/>
                </a:cubicBezTo>
                <a:cubicBezTo>
                  <a:pt x="67583" y="25115"/>
                  <a:pt x="67583" y="25115"/>
                  <a:pt x="67583" y="25115"/>
                </a:cubicBezTo>
                <a:cubicBezTo>
                  <a:pt x="67583" y="24889"/>
                  <a:pt x="67620" y="24664"/>
                  <a:pt x="67620" y="24526"/>
                </a:cubicBezTo>
                <a:cubicBezTo>
                  <a:pt x="67620" y="24375"/>
                  <a:pt x="67620" y="24300"/>
                  <a:pt x="67583" y="24225"/>
                </a:cubicBezTo>
                <a:cubicBezTo>
                  <a:pt x="67509" y="24075"/>
                  <a:pt x="67436" y="24150"/>
                  <a:pt x="67362" y="24150"/>
                </a:cubicBezTo>
                <a:cubicBezTo>
                  <a:pt x="67326" y="24150"/>
                  <a:pt x="67326" y="24000"/>
                  <a:pt x="67326" y="24000"/>
                </a:cubicBezTo>
                <a:cubicBezTo>
                  <a:pt x="67295" y="23924"/>
                  <a:pt x="67258" y="23924"/>
                  <a:pt x="67258" y="23849"/>
                </a:cubicBezTo>
                <a:cubicBezTo>
                  <a:pt x="67222" y="23774"/>
                  <a:pt x="67258" y="23636"/>
                  <a:pt x="67185" y="23561"/>
                </a:cubicBezTo>
                <a:cubicBezTo>
                  <a:pt x="67148" y="23486"/>
                  <a:pt x="67111" y="23561"/>
                  <a:pt x="67038" y="23561"/>
                </a:cubicBezTo>
                <a:cubicBezTo>
                  <a:pt x="67001" y="23486"/>
                  <a:pt x="67001" y="23410"/>
                  <a:pt x="66964" y="23410"/>
                </a:cubicBezTo>
                <a:cubicBezTo>
                  <a:pt x="66928" y="23335"/>
                  <a:pt x="66891" y="23260"/>
                  <a:pt x="66823" y="23260"/>
                </a:cubicBezTo>
                <a:cubicBezTo>
                  <a:pt x="66854" y="23110"/>
                  <a:pt x="66854" y="23110"/>
                  <a:pt x="66854" y="23110"/>
                </a:cubicBezTo>
                <a:cubicBezTo>
                  <a:pt x="66854" y="23110"/>
                  <a:pt x="66891" y="23110"/>
                  <a:pt x="66928" y="23110"/>
                </a:cubicBezTo>
                <a:cubicBezTo>
                  <a:pt x="66928" y="23110"/>
                  <a:pt x="66964" y="23110"/>
                  <a:pt x="67001" y="23185"/>
                </a:cubicBezTo>
                <a:cubicBezTo>
                  <a:pt x="67001" y="23185"/>
                  <a:pt x="67001" y="23260"/>
                  <a:pt x="67038" y="23335"/>
                </a:cubicBezTo>
                <a:cubicBezTo>
                  <a:pt x="67075" y="23335"/>
                  <a:pt x="67111" y="23335"/>
                  <a:pt x="67148" y="23410"/>
                </a:cubicBezTo>
                <a:cubicBezTo>
                  <a:pt x="67222" y="23486"/>
                  <a:pt x="67258" y="23561"/>
                  <a:pt x="67295" y="23561"/>
                </a:cubicBezTo>
                <a:cubicBezTo>
                  <a:pt x="67326" y="23636"/>
                  <a:pt x="67362" y="23636"/>
                  <a:pt x="67362" y="23636"/>
                </a:cubicBezTo>
                <a:cubicBezTo>
                  <a:pt x="67473" y="23699"/>
                  <a:pt x="67509" y="23636"/>
                  <a:pt x="67620" y="23636"/>
                </a:cubicBezTo>
                <a:cubicBezTo>
                  <a:pt x="67656" y="23636"/>
                  <a:pt x="67656" y="23636"/>
                  <a:pt x="67693" y="23636"/>
                </a:cubicBezTo>
                <a:cubicBezTo>
                  <a:pt x="67730" y="23699"/>
                  <a:pt x="67730" y="23774"/>
                  <a:pt x="67730" y="23774"/>
                </a:cubicBezTo>
                <a:cubicBezTo>
                  <a:pt x="67803" y="23849"/>
                  <a:pt x="67840" y="23924"/>
                  <a:pt x="67871" y="23924"/>
                </a:cubicBezTo>
                <a:cubicBezTo>
                  <a:pt x="68379" y="23924"/>
                  <a:pt x="68379" y="23924"/>
                  <a:pt x="68379" y="23924"/>
                </a:cubicBezTo>
                <a:cubicBezTo>
                  <a:pt x="68379" y="23924"/>
                  <a:pt x="68416" y="24000"/>
                  <a:pt x="68453" y="24000"/>
                </a:cubicBezTo>
                <a:cubicBezTo>
                  <a:pt x="68453" y="24000"/>
                  <a:pt x="68490" y="24000"/>
                  <a:pt x="68526" y="24000"/>
                </a:cubicBezTo>
                <a:cubicBezTo>
                  <a:pt x="68526" y="24075"/>
                  <a:pt x="68526" y="24150"/>
                  <a:pt x="68563" y="24150"/>
                </a:cubicBezTo>
                <a:lnTo>
                  <a:pt x="68600" y="24225"/>
                </a:lnTo>
                <a:cubicBezTo>
                  <a:pt x="68637" y="24225"/>
                  <a:pt x="68673" y="24225"/>
                  <a:pt x="68673" y="24225"/>
                </a:cubicBezTo>
                <a:cubicBezTo>
                  <a:pt x="68710" y="24225"/>
                  <a:pt x="68747" y="24225"/>
                  <a:pt x="68747" y="24225"/>
                </a:cubicBezTo>
                <a:cubicBezTo>
                  <a:pt x="68820" y="24225"/>
                  <a:pt x="68857" y="24225"/>
                  <a:pt x="68888" y="24225"/>
                </a:cubicBezTo>
                <a:cubicBezTo>
                  <a:pt x="68961" y="24225"/>
                  <a:pt x="68961" y="24225"/>
                  <a:pt x="68961" y="24225"/>
                </a:cubicBezTo>
                <a:cubicBezTo>
                  <a:pt x="69035" y="24225"/>
                  <a:pt x="69035" y="24225"/>
                  <a:pt x="69035" y="24225"/>
                </a:cubicBezTo>
                <a:cubicBezTo>
                  <a:pt x="69071" y="24225"/>
                  <a:pt x="69071" y="24150"/>
                  <a:pt x="69108" y="24150"/>
                </a:cubicBezTo>
                <a:cubicBezTo>
                  <a:pt x="69145" y="24150"/>
                  <a:pt x="69145" y="24150"/>
                  <a:pt x="69182" y="24150"/>
                </a:cubicBezTo>
                <a:cubicBezTo>
                  <a:pt x="69182" y="24150"/>
                  <a:pt x="69218" y="24150"/>
                  <a:pt x="69255" y="24150"/>
                </a:cubicBezTo>
                <a:cubicBezTo>
                  <a:pt x="69292" y="24075"/>
                  <a:pt x="69329" y="24000"/>
                  <a:pt x="69396" y="24000"/>
                </a:cubicBezTo>
                <a:cubicBezTo>
                  <a:pt x="69396" y="24000"/>
                  <a:pt x="69433" y="24000"/>
                  <a:pt x="69470" y="24000"/>
                </a:cubicBezTo>
                <a:cubicBezTo>
                  <a:pt x="69506" y="24000"/>
                  <a:pt x="69543" y="24000"/>
                  <a:pt x="69580" y="23924"/>
                </a:cubicBezTo>
                <a:cubicBezTo>
                  <a:pt x="69617" y="23924"/>
                  <a:pt x="69653" y="23849"/>
                  <a:pt x="69653" y="23849"/>
                </a:cubicBezTo>
                <a:cubicBezTo>
                  <a:pt x="69690" y="23774"/>
                  <a:pt x="69727" y="23774"/>
                  <a:pt x="69727" y="23699"/>
                </a:cubicBezTo>
                <a:cubicBezTo>
                  <a:pt x="69764" y="23699"/>
                  <a:pt x="69800" y="23699"/>
                  <a:pt x="69800" y="23636"/>
                </a:cubicBezTo>
                <a:cubicBezTo>
                  <a:pt x="69837" y="23561"/>
                  <a:pt x="69837" y="23561"/>
                  <a:pt x="69837" y="23486"/>
                </a:cubicBezTo>
                <a:cubicBezTo>
                  <a:pt x="69874" y="23410"/>
                  <a:pt x="69874" y="23335"/>
                  <a:pt x="69874" y="23185"/>
                </a:cubicBezTo>
                <a:cubicBezTo>
                  <a:pt x="69874" y="23034"/>
                  <a:pt x="69837" y="22959"/>
                  <a:pt x="69837" y="22734"/>
                </a:cubicBezTo>
                <a:cubicBezTo>
                  <a:pt x="69837" y="22734"/>
                  <a:pt x="69837" y="22671"/>
                  <a:pt x="69837" y="22583"/>
                </a:cubicBezTo>
                <a:cubicBezTo>
                  <a:pt x="69837" y="22521"/>
                  <a:pt x="69800" y="22445"/>
                  <a:pt x="69764" y="22370"/>
                </a:cubicBezTo>
                <a:cubicBezTo>
                  <a:pt x="69764" y="22295"/>
                  <a:pt x="69727" y="22295"/>
                  <a:pt x="69690" y="22220"/>
                </a:cubicBezTo>
                <a:cubicBezTo>
                  <a:pt x="69690" y="22145"/>
                  <a:pt x="69653" y="22145"/>
                  <a:pt x="69617" y="22069"/>
                </a:cubicBezTo>
                <a:cubicBezTo>
                  <a:pt x="69617" y="22069"/>
                  <a:pt x="69580" y="22069"/>
                  <a:pt x="69543" y="22069"/>
                </a:cubicBezTo>
                <a:cubicBezTo>
                  <a:pt x="69543" y="22069"/>
                  <a:pt x="69506" y="21994"/>
                  <a:pt x="69470" y="21994"/>
                </a:cubicBezTo>
                <a:cubicBezTo>
                  <a:pt x="69433" y="21994"/>
                  <a:pt x="69396" y="21994"/>
                  <a:pt x="69329" y="21994"/>
                </a:cubicBezTo>
                <a:cubicBezTo>
                  <a:pt x="69292" y="21994"/>
                  <a:pt x="69255" y="22069"/>
                  <a:pt x="69182" y="21994"/>
                </a:cubicBezTo>
                <a:cubicBezTo>
                  <a:pt x="69145" y="21994"/>
                  <a:pt x="69108" y="21919"/>
                  <a:pt x="69035" y="21844"/>
                </a:cubicBezTo>
                <a:lnTo>
                  <a:pt x="68998" y="21769"/>
                </a:lnTo>
                <a:cubicBezTo>
                  <a:pt x="68961" y="21693"/>
                  <a:pt x="68961" y="21618"/>
                  <a:pt x="68961" y="21618"/>
                </a:cubicBezTo>
                <a:cubicBezTo>
                  <a:pt x="68924" y="21618"/>
                  <a:pt x="68888" y="21618"/>
                  <a:pt x="68888" y="21556"/>
                </a:cubicBezTo>
                <a:cubicBezTo>
                  <a:pt x="68857" y="21556"/>
                  <a:pt x="68857" y="21405"/>
                  <a:pt x="68820" y="21405"/>
                </a:cubicBezTo>
                <a:cubicBezTo>
                  <a:pt x="68820" y="21405"/>
                  <a:pt x="68784" y="21405"/>
                  <a:pt x="68747" y="21405"/>
                </a:cubicBezTo>
                <a:cubicBezTo>
                  <a:pt x="68673" y="21330"/>
                  <a:pt x="68673" y="21330"/>
                  <a:pt x="68673" y="21330"/>
                </a:cubicBezTo>
                <a:cubicBezTo>
                  <a:pt x="68673" y="21330"/>
                  <a:pt x="68673" y="21255"/>
                  <a:pt x="68637" y="21180"/>
                </a:cubicBezTo>
                <a:cubicBezTo>
                  <a:pt x="68600" y="21180"/>
                  <a:pt x="68600" y="21180"/>
                  <a:pt x="68563" y="21180"/>
                </a:cubicBezTo>
                <a:cubicBezTo>
                  <a:pt x="68490" y="21104"/>
                  <a:pt x="68490" y="21104"/>
                  <a:pt x="68490" y="21104"/>
                </a:cubicBezTo>
                <a:cubicBezTo>
                  <a:pt x="68453" y="21029"/>
                  <a:pt x="68453" y="21029"/>
                  <a:pt x="68416" y="20954"/>
                </a:cubicBezTo>
                <a:cubicBezTo>
                  <a:pt x="68416" y="20954"/>
                  <a:pt x="68379" y="20954"/>
                  <a:pt x="68349" y="20954"/>
                </a:cubicBezTo>
                <a:cubicBezTo>
                  <a:pt x="68312" y="20879"/>
                  <a:pt x="68238" y="20879"/>
                  <a:pt x="68202" y="20879"/>
                </a:cubicBezTo>
                <a:cubicBezTo>
                  <a:pt x="68128" y="20879"/>
                  <a:pt x="68091" y="20954"/>
                  <a:pt x="68018" y="20954"/>
                </a:cubicBezTo>
                <a:cubicBezTo>
                  <a:pt x="67981" y="20954"/>
                  <a:pt x="67944" y="20954"/>
                  <a:pt x="67908" y="20954"/>
                </a:cubicBezTo>
                <a:cubicBezTo>
                  <a:pt x="67871" y="20954"/>
                  <a:pt x="67871" y="20954"/>
                  <a:pt x="67871" y="20954"/>
                </a:cubicBezTo>
                <a:cubicBezTo>
                  <a:pt x="67840" y="20954"/>
                  <a:pt x="67840" y="20879"/>
                  <a:pt x="67803" y="20879"/>
                </a:cubicBezTo>
                <a:cubicBezTo>
                  <a:pt x="67767" y="20879"/>
                  <a:pt x="67767" y="20804"/>
                  <a:pt x="67730" y="20804"/>
                </a:cubicBezTo>
                <a:cubicBezTo>
                  <a:pt x="67656" y="20728"/>
                  <a:pt x="67656" y="20653"/>
                  <a:pt x="67620" y="20578"/>
                </a:cubicBezTo>
                <a:cubicBezTo>
                  <a:pt x="67399" y="20578"/>
                  <a:pt x="67399" y="20578"/>
                  <a:pt x="67399" y="20578"/>
                </a:cubicBezTo>
                <a:cubicBezTo>
                  <a:pt x="67399" y="20653"/>
                  <a:pt x="67399" y="20728"/>
                  <a:pt x="67399" y="20728"/>
                </a:cubicBezTo>
                <a:cubicBezTo>
                  <a:pt x="67362" y="20804"/>
                  <a:pt x="67399" y="20879"/>
                  <a:pt x="67362" y="20879"/>
                </a:cubicBezTo>
                <a:cubicBezTo>
                  <a:pt x="67326" y="20879"/>
                  <a:pt x="67326" y="20879"/>
                  <a:pt x="67295" y="20879"/>
                </a:cubicBezTo>
                <a:cubicBezTo>
                  <a:pt x="67222" y="20879"/>
                  <a:pt x="67222" y="20879"/>
                  <a:pt x="67222" y="20879"/>
                </a:cubicBezTo>
                <a:cubicBezTo>
                  <a:pt x="67185" y="20879"/>
                  <a:pt x="67148" y="20804"/>
                  <a:pt x="67148" y="20804"/>
                </a:cubicBezTo>
                <a:cubicBezTo>
                  <a:pt x="67148" y="20728"/>
                  <a:pt x="67148" y="20728"/>
                  <a:pt x="67148" y="20653"/>
                </a:cubicBezTo>
                <a:cubicBezTo>
                  <a:pt x="67185" y="20578"/>
                  <a:pt x="67185" y="20503"/>
                  <a:pt x="67185" y="20440"/>
                </a:cubicBezTo>
                <a:cubicBezTo>
                  <a:pt x="67185" y="20440"/>
                  <a:pt x="67222" y="20365"/>
                  <a:pt x="67185" y="20365"/>
                </a:cubicBezTo>
                <a:cubicBezTo>
                  <a:pt x="67185" y="20365"/>
                  <a:pt x="67148" y="20365"/>
                  <a:pt x="67148" y="20290"/>
                </a:cubicBezTo>
                <a:cubicBezTo>
                  <a:pt x="67111" y="20290"/>
                  <a:pt x="67075" y="20290"/>
                  <a:pt x="67075" y="20215"/>
                </a:cubicBezTo>
                <a:cubicBezTo>
                  <a:pt x="67038" y="20215"/>
                  <a:pt x="67075" y="20139"/>
                  <a:pt x="67075" y="20064"/>
                </a:cubicBezTo>
                <a:cubicBezTo>
                  <a:pt x="67038" y="19989"/>
                  <a:pt x="67038" y="19989"/>
                  <a:pt x="67038" y="19914"/>
                </a:cubicBezTo>
                <a:cubicBezTo>
                  <a:pt x="66823" y="19914"/>
                  <a:pt x="66823" y="19914"/>
                  <a:pt x="66823" y="19914"/>
                </a:cubicBezTo>
                <a:cubicBezTo>
                  <a:pt x="66823" y="19914"/>
                  <a:pt x="66787" y="19914"/>
                  <a:pt x="66750" y="19989"/>
                </a:cubicBezTo>
                <a:cubicBezTo>
                  <a:pt x="66750" y="19989"/>
                  <a:pt x="66750" y="20139"/>
                  <a:pt x="66676" y="20139"/>
                </a:cubicBezTo>
                <a:cubicBezTo>
                  <a:pt x="66640" y="20139"/>
                  <a:pt x="66640" y="20064"/>
                  <a:pt x="66603" y="20064"/>
                </a:cubicBezTo>
                <a:cubicBezTo>
                  <a:pt x="66566" y="19989"/>
                  <a:pt x="66529" y="19989"/>
                  <a:pt x="66529" y="19989"/>
                </a:cubicBezTo>
                <a:cubicBezTo>
                  <a:pt x="66493" y="19914"/>
                  <a:pt x="66529" y="19914"/>
                  <a:pt x="66493" y="19839"/>
                </a:cubicBezTo>
                <a:cubicBezTo>
                  <a:pt x="66456" y="19839"/>
                  <a:pt x="66382" y="19914"/>
                  <a:pt x="66346" y="19839"/>
                </a:cubicBezTo>
                <a:cubicBezTo>
                  <a:pt x="66278" y="19839"/>
                  <a:pt x="66241" y="19839"/>
                  <a:pt x="66205" y="19763"/>
                </a:cubicBezTo>
                <a:cubicBezTo>
                  <a:pt x="66168" y="19763"/>
                  <a:pt x="66131" y="19763"/>
                  <a:pt x="66131" y="19763"/>
                </a:cubicBezTo>
                <a:cubicBezTo>
                  <a:pt x="66131" y="19613"/>
                  <a:pt x="66131" y="19613"/>
                  <a:pt x="66131" y="19613"/>
                </a:cubicBezTo>
                <a:cubicBezTo>
                  <a:pt x="66131" y="19613"/>
                  <a:pt x="66168" y="19613"/>
                  <a:pt x="66205" y="19613"/>
                </a:cubicBezTo>
                <a:lnTo>
                  <a:pt x="66241" y="19613"/>
                </a:lnTo>
                <a:cubicBezTo>
                  <a:pt x="66278" y="19613"/>
                  <a:pt x="66309" y="19613"/>
                  <a:pt x="66346" y="19613"/>
                </a:cubicBezTo>
                <a:cubicBezTo>
                  <a:pt x="66346" y="19325"/>
                  <a:pt x="66346" y="19325"/>
                  <a:pt x="66346" y="19325"/>
                </a:cubicBezTo>
                <a:cubicBezTo>
                  <a:pt x="66346" y="19250"/>
                  <a:pt x="66309" y="19174"/>
                  <a:pt x="66309" y="19174"/>
                </a:cubicBezTo>
                <a:cubicBezTo>
                  <a:pt x="66278" y="19099"/>
                  <a:pt x="66278" y="19024"/>
                  <a:pt x="66241" y="19024"/>
                </a:cubicBezTo>
                <a:lnTo>
                  <a:pt x="66205" y="19024"/>
                </a:lnTo>
                <a:cubicBezTo>
                  <a:pt x="66131" y="19024"/>
                  <a:pt x="66094" y="19024"/>
                  <a:pt x="66021" y="19024"/>
                </a:cubicBezTo>
                <a:cubicBezTo>
                  <a:pt x="65984" y="19024"/>
                  <a:pt x="65947" y="19024"/>
                  <a:pt x="65874" y="18949"/>
                </a:cubicBezTo>
                <a:cubicBezTo>
                  <a:pt x="65837" y="18949"/>
                  <a:pt x="65837" y="18874"/>
                  <a:pt x="65837" y="18798"/>
                </a:cubicBezTo>
                <a:cubicBezTo>
                  <a:pt x="65807" y="18798"/>
                  <a:pt x="65807" y="18723"/>
                  <a:pt x="65764" y="18723"/>
                </a:cubicBezTo>
                <a:cubicBezTo>
                  <a:pt x="65764" y="18648"/>
                  <a:pt x="65733" y="18648"/>
                  <a:pt x="65733" y="18648"/>
                </a:cubicBezTo>
                <a:cubicBezTo>
                  <a:pt x="65660" y="18723"/>
                  <a:pt x="65660" y="18723"/>
                  <a:pt x="65660" y="18723"/>
                </a:cubicBezTo>
                <a:cubicBezTo>
                  <a:pt x="65660" y="19099"/>
                  <a:pt x="65660" y="19099"/>
                  <a:pt x="65660" y="19099"/>
                </a:cubicBezTo>
                <a:cubicBezTo>
                  <a:pt x="65586" y="19174"/>
                  <a:pt x="65513" y="19174"/>
                  <a:pt x="65439" y="19174"/>
                </a:cubicBezTo>
                <a:cubicBezTo>
                  <a:pt x="65439" y="18874"/>
                  <a:pt x="65439" y="18874"/>
                  <a:pt x="65439" y="18874"/>
                </a:cubicBezTo>
                <a:cubicBezTo>
                  <a:pt x="65439" y="18798"/>
                  <a:pt x="65476" y="18798"/>
                  <a:pt x="65476" y="18723"/>
                </a:cubicBezTo>
                <a:cubicBezTo>
                  <a:pt x="65513" y="18648"/>
                  <a:pt x="65549" y="18648"/>
                  <a:pt x="65549" y="18573"/>
                </a:cubicBezTo>
                <a:cubicBezTo>
                  <a:pt x="65549" y="18573"/>
                  <a:pt x="65549" y="18498"/>
                  <a:pt x="65549" y="18422"/>
                </a:cubicBezTo>
                <a:cubicBezTo>
                  <a:pt x="65078" y="18422"/>
                  <a:pt x="65078" y="18422"/>
                  <a:pt x="65078" y="18422"/>
                </a:cubicBezTo>
                <a:cubicBezTo>
                  <a:pt x="65078" y="18648"/>
                  <a:pt x="65114" y="18723"/>
                  <a:pt x="65078" y="18874"/>
                </a:cubicBezTo>
                <a:cubicBezTo>
                  <a:pt x="65078" y="18949"/>
                  <a:pt x="65041" y="18949"/>
                  <a:pt x="65041" y="19024"/>
                </a:cubicBezTo>
                <a:cubicBezTo>
                  <a:pt x="65041" y="19174"/>
                  <a:pt x="65041" y="19174"/>
                  <a:pt x="65041" y="19174"/>
                </a:cubicBezTo>
                <a:cubicBezTo>
                  <a:pt x="65041" y="19250"/>
                  <a:pt x="65078" y="19250"/>
                  <a:pt x="65078" y="19325"/>
                </a:cubicBezTo>
                <a:cubicBezTo>
                  <a:pt x="64967" y="19325"/>
                  <a:pt x="64967" y="19325"/>
                  <a:pt x="64967" y="19325"/>
                </a:cubicBezTo>
                <a:cubicBezTo>
                  <a:pt x="64967" y="19250"/>
                  <a:pt x="65004" y="19250"/>
                  <a:pt x="65004" y="19174"/>
                </a:cubicBezTo>
                <a:cubicBezTo>
                  <a:pt x="65004" y="19099"/>
                  <a:pt x="65004" y="19024"/>
                  <a:pt x="65004" y="18949"/>
                </a:cubicBezTo>
                <a:cubicBezTo>
                  <a:pt x="65004" y="18874"/>
                  <a:pt x="64967" y="18798"/>
                  <a:pt x="64967" y="18723"/>
                </a:cubicBezTo>
                <a:cubicBezTo>
                  <a:pt x="64931" y="18648"/>
                  <a:pt x="64931" y="18648"/>
                  <a:pt x="64894" y="18648"/>
                </a:cubicBezTo>
                <a:cubicBezTo>
                  <a:pt x="64747" y="18648"/>
                  <a:pt x="64747" y="18648"/>
                  <a:pt x="64747" y="18648"/>
                </a:cubicBezTo>
                <a:cubicBezTo>
                  <a:pt x="64747" y="19400"/>
                  <a:pt x="64747" y="19400"/>
                  <a:pt x="64747" y="19400"/>
                </a:cubicBezTo>
                <a:cubicBezTo>
                  <a:pt x="64496" y="19400"/>
                  <a:pt x="64496" y="19400"/>
                  <a:pt x="64496" y="19400"/>
                </a:cubicBezTo>
                <a:cubicBezTo>
                  <a:pt x="64496" y="19250"/>
                  <a:pt x="64496" y="19174"/>
                  <a:pt x="64496" y="18949"/>
                </a:cubicBezTo>
                <a:cubicBezTo>
                  <a:pt x="64496" y="18949"/>
                  <a:pt x="64496" y="18874"/>
                  <a:pt x="64496" y="18798"/>
                </a:cubicBezTo>
                <a:cubicBezTo>
                  <a:pt x="64496" y="18798"/>
                  <a:pt x="64496" y="18798"/>
                  <a:pt x="64496" y="18723"/>
                </a:cubicBezTo>
                <a:cubicBezTo>
                  <a:pt x="64643" y="18723"/>
                  <a:pt x="64643" y="18723"/>
                  <a:pt x="64643" y="18723"/>
                </a:cubicBezTo>
                <a:cubicBezTo>
                  <a:pt x="64679" y="18723"/>
                  <a:pt x="64679" y="18723"/>
                  <a:pt x="64716" y="18723"/>
                </a:cubicBezTo>
                <a:lnTo>
                  <a:pt x="64747" y="18723"/>
                </a:lnTo>
                <a:cubicBezTo>
                  <a:pt x="64747" y="18285"/>
                  <a:pt x="64747" y="18285"/>
                  <a:pt x="64747" y="18285"/>
                </a:cubicBezTo>
                <a:cubicBezTo>
                  <a:pt x="64679" y="18285"/>
                  <a:pt x="64679" y="18285"/>
                  <a:pt x="64679" y="18285"/>
                </a:cubicBezTo>
                <a:cubicBezTo>
                  <a:pt x="64606" y="18360"/>
                  <a:pt x="64569" y="18422"/>
                  <a:pt x="64496" y="18498"/>
                </a:cubicBezTo>
                <a:cubicBezTo>
                  <a:pt x="64496" y="18498"/>
                  <a:pt x="64459" y="18573"/>
                  <a:pt x="64422" y="18573"/>
                </a:cubicBezTo>
                <a:cubicBezTo>
                  <a:pt x="64422" y="18573"/>
                  <a:pt x="64385" y="18498"/>
                  <a:pt x="64349" y="18498"/>
                </a:cubicBezTo>
                <a:lnTo>
                  <a:pt x="64312" y="18498"/>
                </a:lnTo>
                <a:cubicBezTo>
                  <a:pt x="64275" y="18498"/>
                  <a:pt x="64245" y="18573"/>
                  <a:pt x="64245" y="18648"/>
                </a:cubicBezTo>
                <a:cubicBezTo>
                  <a:pt x="64245" y="18798"/>
                  <a:pt x="64208" y="18874"/>
                  <a:pt x="64171" y="18949"/>
                </a:cubicBezTo>
                <a:cubicBezTo>
                  <a:pt x="64134" y="19024"/>
                  <a:pt x="64098" y="19024"/>
                  <a:pt x="64061" y="19024"/>
                </a:cubicBezTo>
                <a:cubicBezTo>
                  <a:pt x="64024" y="19024"/>
                  <a:pt x="64024" y="19024"/>
                  <a:pt x="64024" y="19024"/>
                </a:cubicBezTo>
                <a:cubicBezTo>
                  <a:pt x="63987" y="19024"/>
                  <a:pt x="63987" y="19024"/>
                  <a:pt x="63950" y="19024"/>
                </a:cubicBezTo>
                <a:cubicBezTo>
                  <a:pt x="63914" y="19024"/>
                  <a:pt x="63914" y="18874"/>
                  <a:pt x="63877" y="18874"/>
                </a:cubicBezTo>
                <a:cubicBezTo>
                  <a:pt x="63914" y="18798"/>
                  <a:pt x="63914" y="18798"/>
                  <a:pt x="63914" y="18723"/>
                </a:cubicBezTo>
                <a:cubicBezTo>
                  <a:pt x="63950" y="18648"/>
                  <a:pt x="63987" y="18648"/>
                  <a:pt x="63987" y="18648"/>
                </a:cubicBezTo>
                <a:cubicBezTo>
                  <a:pt x="63773" y="18648"/>
                  <a:pt x="63773" y="18648"/>
                  <a:pt x="63773" y="18648"/>
                </a:cubicBezTo>
                <a:cubicBezTo>
                  <a:pt x="63663" y="18648"/>
                  <a:pt x="63626" y="18648"/>
                  <a:pt x="63552" y="18723"/>
                </a:cubicBezTo>
                <a:cubicBezTo>
                  <a:pt x="63516" y="18723"/>
                  <a:pt x="63479" y="18798"/>
                  <a:pt x="63442" y="18798"/>
                </a:cubicBezTo>
                <a:cubicBezTo>
                  <a:pt x="63405" y="18798"/>
                  <a:pt x="63369" y="18798"/>
                  <a:pt x="63369" y="18874"/>
                </a:cubicBezTo>
                <a:cubicBezTo>
                  <a:pt x="63369" y="18949"/>
                  <a:pt x="63369" y="19024"/>
                  <a:pt x="63369" y="19024"/>
                </a:cubicBezTo>
                <a:cubicBezTo>
                  <a:pt x="63369" y="19099"/>
                  <a:pt x="63369" y="19174"/>
                  <a:pt x="63405" y="19174"/>
                </a:cubicBezTo>
                <a:cubicBezTo>
                  <a:pt x="63405" y="19250"/>
                  <a:pt x="63405" y="19325"/>
                  <a:pt x="63442" y="19325"/>
                </a:cubicBezTo>
                <a:cubicBezTo>
                  <a:pt x="63516" y="19400"/>
                  <a:pt x="63552" y="19400"/>
                  <a:pt x="63589" y="19400"/>
                </a:cubicBezTo>
                <a:cubicBezTo>
                  <a:pt x="63663" y="19400"/>
                  <a:pt x="63663" y="19400"/>
                  <a:pt x="63730" y="19400"/>
                </a:cubicBezTo>
                <a:cubicBezTo>
                  <a:pt x="63730" y="19688"/>
                  <a:pt x="63730" y="19688"/>
                  <a:pt x="63730" y="19688"/>
                </a:cubicBezTo>
                <a:cubicBezTo>
                  <a:pt x="63589" y="19688"/>
                  <a:pt x="63589" y="19688"/>
                  <a:pt x="63589" y="19688"/>
                </a:cubicBezTo>
                <a:cubicBezTo>
                  <a:pt x="63552" y="19688"/>
                  <a:pt x="63552" y="19613"/>
                  <a:pt x="63516" y="19613"/>
                </a:cubicBezTo>
                <a:cubicBezTo>
                  <a:pt x="63442" y="19613"/>
                  <a:pt x="63405" y="19613"/>
                  <a:pt x="63369" y="19613"/>
                </a:cubicBezTo>
                <a:cubicBezTo>
                  <a:pt x="63295" y="19613"/>
                  <a:pt x="63258" y="19613"/>
                  <a:pt x="63228" y="19613"/>
                </a:cubicBezTo>
                <a:cubicBezTo>
                  <a:pt x="63191" y="19538"/>
                  <a:pt x="63154" y="19538"/>
                  <a:pt x="63154" y="19538"/>
                </a:cubicBezTo>
                <a:cubicBezTo>
                  <a:pt x="63007" y="19538"/>
                  <a:pt x="63007" y="19538"/>
                  <a:pt x="63007" y="19538"/>
                </a:cubicBezTo>
                <a:cubicBezTo>
                  <a:pt x="63007" y="19688"/>
                  <a:pt x="63007" y="19763"/>
                  <a:pt x="63007" y="19914"/>
                </a:cubicBezTo>
                <a:cubicBezTo>
                  <a:pt x="63007" y="19989"/>
                  <a:pt x="63007" y="20064"/>
                  <a:pt x="63007" y="20064"/>
                </a:cubicBezTo>
                <a:cubicBezTo>
                  <a:pt x="63007" y="20139"/>
                  <a:pt x="62970" y="20139"/>
                  <a:pt x="62970" y="20215"/>
                </a:cubicBezTo>
                <a:cubicBezTo>
                  <a:pt x="62970" y="20290"/>
                  <a:pt x="62934" y="20290"/>
                  <a:pt x="62897" y="20290"/>
                </a:cubicBezTo>
                <a:cubicBezTo>
                  <a:pt x="62897" y="20215"/>
                  <a:pt x="62897" y="20139"/>
                  <a:pt x="62897" y="19989"/>
                </a:cubicBezTo>
                <a:cubicBezTo>
                  <a:pt x="62897" y="19989"/>
                  <a:pt x="62897" y="19914"/>
                  <a:pt x="62897" y="19839"/>
                </a:cubicBezTo>
                <a:cubicBezTo>
                  <a:pt x="62860" y="19839"/>
                  <a:pt x="62823" y="19839"/>
                  <a:pt x="62823" y="19763"/>
                </a:cubicBezTo>
                <a:cubicBezTo>
                  <a:pt x="62787" y="19763"/>
                  <a:pt x="62756" y="19839"/>
                  <a:pt x="62756" y="19763"/>
                </a:cubicBezTo>
                <a:cubicBezTo>
                  <a:pt x="62713" y="19763"/>
                  <a:pt x="62683" y="19688"/>
                  <a:pt x="62683" y="19688"/>
                </a:cubicBezTo>
                <a:cubicBezTo>
                  <a:pt x="62646" y="19688"/>
                  <a:pt x="62646" y="19613"/>
                  <a:pt x="62609" y="19538"/>
                </a:cubicBezTo>
                <a:cubicBezTo>
                  <a:pt x="62609" y="19538"/>
                  <a:pt x="62572" y="19538"/>
                  <a:pt x="62535" y="19538"/>
                </a:cubicBezTo>
                <a:cubicBezTo>
                  <a:pt x="62499" y="19475"/>
                  <a:pt x="62462" y="19325"/>
                  <a:pt x="62388" y="19325"/>
                </a:cubicBezTo>
                <a:cubicBezTo>
                  <a:pt x="62352" y="19325"/>
                  <a:pt x="62315" y="19400"/>
                  <a:pt x="62278" y="19400"/>
                </a:cubicBezTo>
                <a:cubicBezTo>
                  <a:pt x="62278" y="19613"/>
                  <a:pt x="62278" y="19613"/>
                  <a:pt x="62278" y="19613"/>
                </a:cubicBezTo>
                <a:cubicBezTo>
                  <a:pt x="62278" y="19688"/>
                  <a:pt x="62315" y="19763"/>
                  <a:pt x="62315" y="19763"/>
                </a:cubicBezTo>
                <a:cubicBezTo>
                  <a:pt x="62315" y="19839"/>
                  <a:pt x="62352" y="19914"/>
                  <a:pt x="62352" y="19989"/>
                </a:cubicBezTo>
                <a:cubicBezTo>
                  <a:pt x="62352" y="20064"/>
                  <a:pt x="62278" y="20139"/>
                  <a:pt x="62278" y="20290"/>
                </a:cubicBezTo>
                <a:cubicBezTo>
                  <a:pt x="62278" y="20290"/>
                  <a:pt x="62315" y="20365"/>
                  <a:pt x="62315" y="20440"/>
                </a:cubicBezTo>
                <a:cubicBezTo>
                  <a:pt x="62278" y="20440"/>
                  <a:pt x="62241" y="20440"/>
                  <a:pt x="62241" y="20503"/>
                </a:cubicBezTo>
                <a:cubicBezTo>
                  <a:pt x="62211" y="20578"/>
                  <a:pt x="62174" y="20653"/>
                  <a:pt x="62137" y="20653"/>
                </a:cubicBezTo>
                <a:cubicBezTo>
                  <a:pt x="62101" y="20653"/>
                  <a:pt x="62064" y="20653"/>
                  <a:pt x="62027" y="20578"/>
                </a:cubicBezTo>
                <a:cubicBezTo>
                  <a:pt x="62027" y="20578"/>
                  <a:pt x="62027" y="20503"/>
                  <a:pt x="62027" y="20440"/>
                </a:cubicBezTo>
                <a:cubicBezTo>
                  <a:pt x="62027" y="20365"/>
                  <a:pt x="61990" y="20365"/>
                  <a:pt x="61990" y="20290"/>
                </a:cubicBezTo>
                <a:cubicBezTo>
                  <a:pt x="61990" y="20290"/>
                  <a:pt x="61990" y="20215"/>
                  <a:pt x="61990" y="20139"/>
                </a:cubicBezTo>
                <a:cubicBezTo>
                  <a:pt x="61954" y="20215"/>
                  <a:pt x="61954" y="20215"/>
                  <a:pt x="61917" y="20215"/>
                </a:cubicBezTo>
                <a:cubicBezTo>
                  <a:pt x="61880" y="20290"/>
                  <a:pt x="61917" y="20365"/>
                  <a:pt x="61917" y="20440"/>
                </a:cubicBezTo>
                <a:cubicBezTo>
                  <a:pt x="61880" y="20440"/>
                  <a:pt x="61843" y="20440"/>
                  <a:pt x="61843" y="20440"/>
                </a:cubicBezTo>
                <a:cubicBezTo>
                  <a:pt x="61770" y="20440"/>
                  <a:pt x="61739" y="20440"/>
                  <a:pt x="61696" y="20440"/>
                </a:cubicBezTo>
                <a:cubicBezTo>
                  <a:pt x="61666" y="20653"/>
                  <a:pt x="61666" y="20653"/>
                  <a:pt x="61666" y="20653"/>
                </a:cubicBezTo>
                <a:cubicBezTo>
                  <a:pt x="61696" y="20728"/>
                  <a:pt x="61696" y="20804"/>
                  <a:pt x="61696" y="20804"/>
                </a:cubicBezTo>
                <a:cubicBezTo>
                  <a:pt x="61739" y="20879"/>
                  <a:pt x="61770" y="20804"/>
                  <a:pt x="61770" y="20804"/>
                </a:cubicBezTo>
                <a:cubicBezTo>
                  <a:pt x="61807" y="20879"/>
                  <a:pt x="61843" y="20879"/>
                  <a:pt x="61843" y="20879"/>
                </a:cubicBezTo>
                <a:cubicBezTo>
                  <a:pt x="61843" y="20954"/>
                  <a:pt x="61843" y="21029"/>
                  <a:pt x="61843" y="21029"/>
                </a:cubicBezTo>
                <a:cubicBezTo>
                  <a:pt x="61843" y="21180"/>
                  <a:pt x="61843" y="21180"/>
                  <a:pt x="61843" y="21180"/>
                </a:cubicBezTo>
                <a:cubicBezTo>
                  <a:pt x="61843" y="21255"/>
                  <a:pt x="61807" y="21255"/>
                  <a:pt x="61807" y="21330"/>
                </a:cubicBezTo>
                <a:cubicBezTo>
                  <a:pt x="61807" y="21330"/>
                  <a:pt x="61770" y="21330"/>
                  <a:pt x="61739" y="21330"/>
                </a:cubicBezTo>
                <a:cubicBezTo>
                  <a:pt x="61696" y="21255"/>
                  <a:pt x="61696" y="21180"/>
                  <a:pt x="61666" y="21180"/>
                </a:cubicBezTo>
                <a:cubicBezTo>
                  <a:pt x="61629" y="21104"/>
                  <a:pt x="61592" y="21180"/>
                  <a:pt x="61519" y="21180"/>
                </a:cubicBezTo>
                <a:cubicBezTo>
                  <a:pt x="61482" y="21180"/>
                  <a:pt x="61445" y="21104"/>
                  <a:pt x="61445" y="21104"/>
                </a:cubicBezTo>
                <a:cubicBezTo>
                  <a:pt x="61445" y="20954"/>
                  <a:pt x="61482" y="20804"/>
                  <a:pt x="61482" y="20653"/>
                </a:cubicBezTo>
                <a:cubicBezTo>
                  <a:pt x="61482" y="20578"/>
                  <a:pt x="61445" y="20578"/>
                  <a:pt x="61445" y="20503"/>
                </a:cubicBezTo>
                <a:cubicBezTo>
                  <a:pt x="61372" y="20503"/>
                  <a:pt x="61372" y="20578"/>
                  <a:pt x="61335" y="20578"/>
                </a:cubicBezTo>
                <a:cubicBezTo>
                  <a:pt x="61335" y="21029"/>
                  <a:pt x="61335" y="21029"/>
                  <a:pt x="61335" y="21029"/>
                </a:cubicBezTo>
                <a:cubicBezTo>
                  <a:pt x="61298" y="21029"/>
                  <a:pt x="61298" y="21104"/>
                  <a:pt x="61261" y="21104"/>
                </a:cubicBezTo>
                <a:cubicBezTo>
                  <a:pt x="61225" y="21104"/>
                  <a:pt x="61194" y="21029"/>
                  <a:pt x="61151" y="21029"/>
                </a:cubicBezTo>
                <a:cubicBezTo>
                  <a:pt x="61084" y="21029"/>
                  <a:pt x="61047" y="21104"/>
                  <a:pt x="60973" y="21180"/>
                </a:cubicBezTo>
                <a:cubicBezTo>
                  <a:pt x="60973" y="21180"/>
                  <a:pt x="60973" y="21255"/>
                  <a:pt x="61010" y="21330"/>
                </a:cubicBezTo>
                <a:cubicBezTo>
                  <a:pt x="61010" y="21330"/>
                  <a:pt x="61047" y="21330"/>
                  <a:pt x="61047" y="21405"/>
                </a:cubicBezTo>
                <a:cubicBezTo>
                  <a:pt x="61047" y="21405"/>
                  <a:pt x="61047" y="21480"/>
                  <a:pt x="61047" y="21556"/>
                </a:cubicBezTo>
                <a:cubicBezTo>
                  <a:pt x="60973" y="21556"/>
                  <a:pt x="60937" y="21480"/>
                  <a:pt x="60863" y="21556"/>
                </a:cubicBezTo>
                <a:cubicBezTo>
                  <a:pt x="60826" y="21556"/>
                  <a:pt x="60790" y="21556"/>
                  <a:pt x="60790" y="21556"/>
                </a:cubicBezTo>
                <a:cubicBezTo>
                  <a:pt x="60753" y="21556"/>
                  <a:pt x="60716" y="21556"/>
                  <a:pt x="60716" y="21556"/>
                </a:cubicBezTo>
                <a:cubicBezTo>
                  <a:pt x="60679" y="21556"/>
                  <a:pt x="60679" y="21618"/>
                  <a:pt x="60649" y="21618"/>
                </a:cubicBezTo>
                <a:cubicBezTo>
                  <a:pt x="60612" y="21693"/>
                  <a:pt x="60649" y="21769"/>
                  <a:pt x="60612" y="21769"/>
                </a:cubicBezTo>
                <a:cubicBezTo>
                  <a:pt x="60612" y="21844"/>
                  <a:pt x="60575" y="21844"/>
                  <a:pt x="60539" y="21844"/>
                </a:cubicBezTo>
                <a:cubicBezTo>
                  <a:pt x="60539" y="21844"/>
                  <a:pt x="60502" y="21919"/>
                  <a:pt x="60502" y="21994"/>
                </a:cubicBezTo>
                <a:cubicBezTo>
                  <a:pt x="60465" y="21994"/>
                  <a:pt x="60502" y="22069"/>
                  <a:pt x="60465" y="22145"/>
                </a:cubicBezTo>
                <a:cubicBezTo>
                  <a:pt x="60465" y="22145"/>
                  <a:pt x="60428" y="22069"/>
                  <a:pt x="60392" y="22145"/>
                </a:cubicBezTo>
                <a:cubicBezTo>
                  <a:pt x="60355" y="22145"/>
                  <a:pt x="60355" y="22220"/>
                  <a:pt x="60318" y="22295"/>
                </a:cubicBezTo>
                <a:cubicBezTo>
                  <a:pt x="60465" y="22295"/>
                  <a:pt x="60465" y="22295"/>
                  <a:pt x="60465" y="22295"/>
                </a:cubicBezTo>
                <a:cubicBezTo>
                  <a:pt x="60502" y="22295"/>
                  <a:pt x="60502" y="22295"/>
                  <a:pt x="60539" y="22220"/>
                </a:cubicBezTo>
                <a:cubicBezTo>
                  <a:pt x="60575" y="22220"/>
                  <a:pt x="60575" y="22145"/>
                  <a:pt x="60575" y="22069"/>
                </a:cubicBezTo>
                <a:cubicBezTo>
                  <a:pt x="60612" y="22069"/>
                  <a:pt x="60649" y="22069"/>
                  <a:pt x="60649" y="21994"/>
                </a:cubicBezTo>
                <a:cubicBezTo>
                  <a:pt x="60679" y="21994"/>
                  <a:pt x="60716" y="21994"/>
                  <a:pt x="60716" y="21994"/>
                </a:cubicBezTo>
                <a:cubicBezTo>
                  <a:pt x="60753" y="21994"/>
                  <a:pt x="60790" y="21994"/>
                  <a:pt x="60790" y="21994"/>
                </a:cubicBezTo>
                <a:cubicBezTo>
                  <a:pt x="60826" y="21994"/>
                  <a:pt x="60863" y="22069"/>
                  <a:pt x="60863" y="21994"/>
                </a:cubicBezTo>
                <a:cubicBezTo>
                  <a:pt x="60900" y="21994"/>
                  <a:pt x="60900" y="21919"/>
                  <a:pt x="60937" y="21919"/>
                </a:cubicBezTo>
                <a:cubicBezTo>
                  <a:pt x="60973" y="21844"/>
                  <a:pt x="60937" y="21769"/>
                  <a:pt x="60973" y="21769"/>
                </a:cubicBezTo>
                <a:cubicBezTo>
                  <a:pt x="61010" y="21769"/>
                  <a:pt x="61010" y="21769"/>
                  <a:pt x="61047" y="21769"/>
                </a:cubicBezTo>
                <a:cubicBezTo>
                  <a:pt x="61084" y="21769"/>
                  <a:pt x="61084" y="21769"/>
                  <a:pt x="61120" y="21769"/>
                </a:cubicBezTo>
                <a:cubicBezTo>
                  <a:pt x="61151" y="21769"/>
                  <a:pt x="61151" y="21693"/>
                  <a:pt x="61194" y="21618"/>
                </a:cubicBezTo>
                <a:cubicBezTo>
                  <a:pt x="61261" y="21618"/>
                  <a:pt x="61298" y="21618"/>
                  <a:pt x="61372" y="21618"/>
                </a:cubicBezTo>
                <a:cubicBezTo>
                  <a:pt x="61445" y="21618"/>
                  <a:pt x="61482" y="21618"/>
                  <a:pt x="61555" y="21618"/>
                </a:cubicBezTo>
                <a:cubicBezTo>
                  <a:pt x="61592" y="21693"/>
                  <a:pt x="61592" y="21769"/>
                  <a:pt x="61629" y="21769"/>
                </a:cubicBezTo>
                <a:cubicBezTo>
                  <a:pt x="61592" y="21919"/>
                  <a:pt x="61592" y="21919"/>
                  <a:pt x="61592" y="21919"/>
                </a:cubicBezTo>
                <a:cubicBezTo>
                  <a:pt x="61519" y="21919"/>
                  <a:pt x="61482" y="21919"/>
                  <a:pt x="61445" y="21919"/>
                </a:cubicBezTo>
                <a:cubicBezTo>
                  <a:pt x="61408" y="21919"/>
                  <a:pt x="61408" y="21919"/>
                  <a:pt x="61372" y="21919"/>
                </a:cubicBezTo>
                <a:lnTo>
                  <a:pt x="61372" y="22069"/>
                </a:lnTo>
                <a:cubicBezTo>
                  <a:pt x="61335" y="22069"/>
                  <a:pt x="61298" y="22069"/>
                  <a:pt x="61298" y="22069"/>
                </a:cubicBezTo>
                <a:cubicBezTo>
                  <a:pt x="61261" y="22069"/>
                  <a:pt x="61225" y="22069"/>
                  <a:pt x="61225" y="22069"/>
                </a:cubicBezTo>
                <a:cubicBezTo>
                  <a:pt x="61194" y="22069"/>
                  <a:pt x="61151" y="22145"/>
                  <a:pt x="61151" y="22145"/>
                </a:cubicBezTo>
                <a:cubicBezTo>
                  <a:pt x="61151" y="22220"/>
                  <a:pt x="61151" y="22295"/>
                  <a:pt x="61120" y="22295"/>
                </a:cubicBezTo>
                <a:cubicBezTo>
                  <a:pt x="61120" y="22370"/>
                  <a:pt x="61120" y="22370"/>
                  <a:pt x="61084" y="22445"/>
                </a:cubicBezTo>
                <a:cubicBezTo>
                  <a:pt x="61084" y="22521"/>
                  <a:pt x="61047" y="22445"/>
                  <a:pt x="61047" y="22521"/>
                </a:cubicBezTo>
                <a:cubicBezTo>
                  <a:pt x="61010" y="22583"/>
                  <a:pt x="61010" y="22583"/>
                  <a:pt x="61010" y="22671"/>
                </a:cubicBezTo>
                <a:cubicBezTo>
                  <a:pt x="60973" y="22734"/>
                  <a:pt x="61010" y="22734"/>
                  <a:pt x="61010" y="22809"/>
                </a:cubicBezTo>
                <a:cubicBezTo>
                  <a:pt x="61010" y="22884"/>
                  <a:pt x="61010" y="22959"/>
                  <a:pt x="61010" y="23110"/>
                </a:cubicBezTo>
                <a:cubicBezTo>
                  <a:pt x="60900" y="23110"/>
                  <a:pt x="60826" y="23034"/>
                  <a:pt x="60790" y="23185"/>
                </a:cubicBezTo>
                <a:cubicBezTo>
                  <a:pt x="60753" y="23260"/>
                  <a:pt x="60753" y="23335"/>
                  <a:pt x="60716" y="23486"/>
                </a:cubicBezTo>
                <a:cubicBezTo>
                  <a:pt x="60716" y="23486"/>
                  <a:pt x="60679" y="23486"/>
                  <a:pt x="60649" y="23561"/>
                </a:cubicBezTo>
                <a:cubicBezTo>
                  <a:pt x="60649" y="23561"/>
                  <a:pt x="60612" y="23561"/>
                  <a:pt x="60575" y="23636"/>
                </a:cubicBezTo>
                <a:cubicBezTo>
                  <a:pt x="60575" y="23636"/>
                  <a:pt x="60575" y="23699"/>
                  <a:pt x="60539" y="23774"/>
                </a:cubicBezTo>
                <a:cubicBezTo>
                  <a:pt x="60539" y="23774"/>
                  <a:pt x="60502" y="23774"/>
                  <a:pt x="60502" y="23849"/>
                </a:cubicBezTo>
                <a:cubicBezTo>
                  <a:pt x="60465" y="23849"/>
                  <a:pt x="60428" y="23924"/>
                  <a:pt x="60428" y="23924"/>
                </a:cubicBezTo>
                <a:cubicBezTo>
                  <a:pt x="60392" y="24000"/>
                  <a:pt x="60428" y="24075"/>
                  <a:pt x="60428" y="24075"/>
                </a:cubicBezTo>
                <a:cubicBezTo>
                  <a:pt x="60428" y="24150"/>
                  <a:pt x="60428" y="24225"/>
                  <a:pt x="60428" y="24225"/>
                </a:cubicBezTo>
                <a:cubicBezTo>
                  <a:pt x="60392" y="24300"/>
                  <a:pt x="60355" y="24300"/>
                  <a:pt x="60355" y="24375"/>
                </a:cubicBezTo>
                <a:cubicBezTo>
                  <a:pt x="60318" y="24451"/>
                  <a:pt x="60281" y="24451"/>
                  <a:pt x="60281" y="24526"/>
                </a:cubicBezTo>
                <a:cubicBezTo>
                  <a:pt x="60281" y="24601"/>
                  <a:pt x="60281" y="24751"/>
                  <a:pt x="60281" y="24814"/>
                </a:cubicBezTo>
                <a:cubicBezTo>
                  <a:pt x="60281" y="24889"/>
                  <a:pt x="60245" y="24889"/>
                  <a:pt x="60245" y="24965"/>
                </a:cubicBezTo>
                <a:cubicBezTo>
                  <a:pt x="60245" y="24965"/>
                  <a:pt x="60245" y="25040"/>
                  <a:pt x="60245" y="25115"/>
                </a:cubicBezTo>
                <a:cubicBezTo>
                  <a:pt x="60208" y="24965"/>
                  <a:pt x="60208" y="24965"/>
                  <a:pt x="60208" y="24965"/>
                </a:cubicBezTo>
                <a:cubicBezTo>
                  <a:pt x="60208" y="24965"/>
                  <a:pt x="60177" y="25040"/>
                  <a:pt x="60140" y="25040"/>
                </a:cubicBezTo>
                <a:cubicBezTo>
                  <a:pt x="60104" y="25115"/>
                  <a:pt x="60067" y="25115"/>
                  <a:pt x="60030" y="25190"/>
                </a:cubicBezTo>
                <a:cubicBezTo>
                  <a:pt x="60000" y="25190"/>
                  <a:pt x="60000" y="25265"/>
                  <a:pt x="59963" y="25340"/>
                </a:cubicBezTo>
                <a:cubicBezTo>
                  <a:pt x="59926" y="25340"/>
                  <a:pt x="59926" y="25416"/>
                  <a:pt x="59889" y="25416"/>
                </a:cubicBezTo>
                <a:cubicBezTo>
                  <a:pt x="59889" y="25416"/>
                  <a:pt x="59852" y="25416"/>
                  <a:pt x="59816" y="25416"/>
                </a:cubicBezTo>
                <a:cubicBezTo>
                  <a:pt x="59816" y="25416"/>
                  <a:pt x="59742" y="25491"/>
                  <a:pt x="59705" y="25491"/>
                </a:cubicBezTo>
                <a:cubicBezTo>
                  <a:pt x="59705" y="25491"/>
                  <a:pt x="59669" y="25566"/>
                  <a:pt x="59638" y="25566"/>
                </a:cubicBezTo>
                <a:cubicBezTo>
                  <a:pt x="59669" y="25779"/>
                  <a:pt x="59669" y="25779"/>
                  <a:pt x="59669" y="25779"/>
                </a:cubicBezTo>
                <a:cubicBezTo>
                  <a:pt x="59705" y="25779"/>
                  <a:pt x="59705" y="25779"/>
                  <a:pt x="59742" y="25779"/>
                </a:cubicBezTo>
                <a:cubicBezTo>
                  <a:pt x="59779" y="25779"/>
                  <a:pt x="59779" y="25779"/>
                  <a:pt x="59816" y="25779"/>
                </a:cubicBezTo>
                <a:cubicBezTo>
                  <a:pt x="59963" y="25779"/>
                  <a:pt x="59963" y="25779"/>
                  <a:pt x="59963" y="25779"/>
                </a:cubicBezTo>
                <a:cubicBezTo>
                  <a:pt x="59963" y="25854"/>
                  <a:pt x="59926" y="25854"/>
                  <a:pt x="59926" y="25930"/>
                </a:cubicBezTo>
                <a:cubicBezTo>
                  <a:pt x="59926" y="26005"/>
                  <a:pt x="59926" y="26080"/>
                  <a:pt x="59926" y="26080"/>
                </a:cubicBezTo>
                <a:cubicBezTo>
                  <a:pt x="59926" y="26155"/>
                  <a:pt x="59889" y="26155"/>
                  <a:pt x="59852" y="26155"/>
                </a:cubicBezTo>
                <a:cubicBezTo>
                  <a:pt x="59852" y="26155"/>
                  <a:pt x="59816" y="26230"/>
                  <a:pt x="59779" y="26230"/>
                </a:cubicBezTo>
                <a:cubicBezTo>
                  <a:pt x="59742" y="26230"/>
                  <a:pt x="59742" y="26306"/>
                  <a:pt x="59705" y="26381"/>
                </a:cubicBezTo>
                <a:cubicBezTo>
                  <a:pt x="59705" y="26381"/>
                  <a:pt x="59638" y="26381"/>
                  <a:pt x="59601" y="26381"/>
                </a:cubicBezTo>
                <a:cubicBezTo>
                  <a:pt x="59601" y="26456"/>
                  <a:pt x="59565" y="26456"/>
                  <a:pt x="59565" y="26531"/>
                </a:cubicBezTo>
                <a:cubicBezTo>
                  <a:pt x="59528" y="26531"/>
                  <a:pt x="59491" y="26606"/>
                  <a:pt x="59491" y="26606"/>
                </a:cubicBezTo>
                <a:cubicBezTo>
                  <a:pt x="59454" y="26681"/>
                  <a:pt x="59418" y="26681"/>
                  <a:pt x="59418" y="26681"/>
                </a:cubicBezTo>
                <a:cubicBezTo>
                  <a:pt x="59381" y="26681"/>
                  <a:pt x="59344" y="26744"/>
                  <a:pt x="59344" y="26744"/>
                </a:cubicBezTo>
                <a:cubicBezTo>
                  <a:pt x="59307" y="26832"/>
                  <a:pt x="59307" y="26895"/>
                  <a:pt x="59307" y="26895"/>
                </a:cubicBezTo>
                <a:cubicBezTo>
                  <a:pt x="59271" y="26970"/>
                  <a:pt x="59307" y="27045"/>
                  <a:pt x="59271" y="27045"/>
                </a:cubicBezTo>
                <a:cubicBezTo>
                  <a:pt x="59271" y="27120"/>
                  <a:pt x="59234" y="27195"/>
                  <a:pt x="59160" y="27195"/>
                </a:cubicBezTo>
                <a:cubicBezTo>
                  <a:pt x="59093" y="27195"/>
                  <a:pt x="59093" y="27045"/>
                  <a:pt x="59019" y="27045"/>
                </a:cubicBezTo>
                <a:cubicBezTo>
                  <a:pt x="58872" y="27045"/>
                  <a:pt x="58872" y="27045"/>
                  <a:pt x="58872" y="27045"/>
                </a:cubicBezTo>
                <a:cubicBezTo>
                  <a:pt x="58836" y="27346"/>
                  <a:pt x="58836" y="27346"/>
                  <a:pt x="58836" y="27346"/>
                </a:cubicBezTo>
                <a:cubicBezTo>
                  <a:pt x="58872" y="27421"/>
                  <a:pt x="58872" y="27496"/>
                  <a:pt x="58909" y="27571"/>
                </a:cubicBezTo>
                <a:cubicBezTo>
                  <a:pt x="58836" y="27646"/>
                  <a:pt x="58762" y="27646"/>
                  <a:pt x="58689" y="27722"/>
                </a:cubicBezTo>
                <a:cubicBezTo>
                  <a:pt x="58652" y="27722"/>
                  <a:pt x="58652" y="27722"/>
                  <a:pt x="58621" y="27722"/>
                </a:cubicBezTo>
                <a:cubicBezTo>
                  <a:pt x="58548" y="27722"/>
                  <a:pt x="58548" y="27797"/>
                  <a:pt x="58474" y="27860"/>
                </a:cubicBezTo>
                <a:cubicBezTo>
                  <a:pt x="58437" y="27860"/>
                  <a:pt x="58437" y="27935"/>
                  <a:pt x="58401" y="27935"/>
                </a:cubicBezTo>
                <a:cubicBezTo>
                  <a:pt x="58401" y="28010"/>
                  <a:pt x="58364" y="28010"/>
                  <a:pt x="58327" y="28085"/>
                </a:cubicBezTo>
                <a:cubicBezTo>
                  <a:pt x="58327" y="28085"/>
                  <a:pt x="58290" y="28010"/>
                  <a:pt x="58254" y="28085"/>
                </a:cubicBezTo>
                <a:cubicBezTo>
                  <a:pt x="58254" y="28085"/>
                  <a:pt x="58217" y="28085"/>
                  <a:pt x="58180" y="28160"/>
                </a:cubicBezTo>
                <a:cubicBezTo>
                  <a:pt x="58180" y="28160"/>
                  <a:pt x="58217" y="28236"/>
                  <a:pt x="58180" y="28311"/>
                </a:cubicBezTo>
                <a:cubicBezTo>
                  <a:pt x="58180" y="28311"/>
                  <a:pt x="58217" y="28386"/>
                  <a:pt x="58180" y="28386"/>
                </a:cubicBezTo>
                <a:cubicBezTo>
                  <a:pt x="58180" y="28461"/>
                  <a:pt x="58143" y="28536"/>
                  <a:pt x="58143" y="28536"/>
                </a:cubicBezTo>
                <a:cubicBezTo>
                  <a:pt x="58113" y="28612"/>
                  <a:pt x="58076" y="28687"/>
                  <a:pt x="58076" y="28687"/>
                </a:cubicBezTo>
                <a:cubicBezTo>
                  <a:pt x="58039" y="28687"/>
                  <a:pt x="58003" y="28687"/>
                  <a:pt x="58003" y="28687"/>
                </a:cubicBezTo>
                <a:cubicBezTo>
                  <a:pt x="57966" y="28687"/>
                  <a:pt x="57929" y="28687"/>
                  <a:pt x="57929" y="28687"/>
                </a:cubicBezTo>
                <a:cubicBezTo>
                  <a:pt x="57892" y="28687"/>
                  <a:pt x="57892" y="28762"/>
                  <a:pt x="57856" y="28762"/>
                </a:cubicBezTo>
                <a:cubicBezTo>
                  <a:pt x="57819" y="28825"/>
                  <a:pt x="57782" y="28825"/>
                  <a:pt x="57782" y="28912"/>
                </a:cubicBezTo>
                <a:cubicBezTo>
                  <a:pt x="57782" y="28912"/>
                  <a:pt x="57782" y="28975"/>
                  <a:pt x="57782" y="29050"/>
                </a:cubicBezTo>
                <a:cubicBezTo>
                  <a:pt x="57782" y="29125"/>
                  <a:pt x="57819" y="29125"/>
                  <a:pt x="57819" y="29201"/>
                </a:cubicBezTo>
                <a:cubicBezTo>
                  <a:pt x="57819" y="29201"/>
                  <a:pt x="57819" y="29276"/>
                  <a:pt x="57782" y="29351"/>
                </a:cubicBezTo>
                <a:cubicBezTo>
                  <a:pt x="57782" y="29351"/>
                  <a:pt x="57745" y="29351"/>
                  <a:pt x="57709" y="29351"/>
                </a:cubicBezTo>
                <a:cubicBezTo>
                  <a:pt x="57709" y="29426"/>
                  <a:pt x="57709" y="29426"/>
                  <a:pt x="57709" y="29501"/>
                </a:cubicBezTo>
                <a:cubicBezTo>
                  <a:pt x="57709" y="29577"/>
                  <a:pt x="57709" y="29577"/>
                  <a:pt x="57709" y="29652"/>
                </a:cubicBezTo>
                <a:cubicBezTo>
                  <a:pt x="57709" y="29727"/>
                  <a:pt x="57745" y="29802"/>
                  <a:pt x="57745" y="29877"/>
                </a:cubicBezTo>
                <a:cubicBezTo>
                  <a:pt x="57745" y="29940"/>
                  <a:pt x="57782" y="30015"/>
                  <a:pt x="57745" y="30090"/>
                </a:cubicBezTo>
                <a:cubicBezTo>
                  <a:pt x="57745" y="30166"/>
                  <a:pt x="57709" y="30090"/>
                  <a:pt x="57672" y="30090"/>
                </a:cubicBezTo>
                <a:cubicBezTo>
                  <a:pt x="57635" y="30166"/>
                  <a:pt x="57672" y="30241"/>
                  <a:pt x="57635" y="30241"/>
                </a:cubicBezTo>
                <a:cubicBezTo>
                  <a:pt x="57635" y="30542"/>
                  <a:pt x="57635" y="30542"/>
                  <a:pt x="57635" y="30542"/>
                </a:cubicBezTo>
                <a:cubicBezTo>
                  <a:pt x="57819" y="30542"/>
                  <a:pt x="57819" y="30542"/>
                  <a:pt x="57819" y="30542"/>
                </a:cubicBezTo>
                <a:cubicBezTo>
                  <a:pt x="57856" y="30542"/>
                  <a:pt x="57892" y="30466"/>
                  <a:pt x="57892" y="30466"/>
                </a:cubicBezTo>
                <a:cubicBezTo>
                  <a:pt x="57929" y="30542"/>
                  <a:pt x="57966" y="30542"/>
                  <a:pt x="57966" y="30542"/>
                </a:cubicBezTo>
                <a:cubicBezTo>
                  <a:pt x="58003" y="30617"/>
                  <a:pt x="58003" y="30692"/>
                  <a:pt x="58003" y="30692"/>
                </a:cubicBezTo>
                <a:cubicBezTo>
                  <a:pt x="58003" y="30767"/>
                  <a:pt x="57966" y="30842"/>
                  <a:pt x="57966" y="30842"/>
                </a:cubicBezTo>
                <a:cubicBezTo>
                  <a:pt x="57929" y="30905"/>
                  <a:pt x="57892" y="30842"/>
                  <a:pt x="57892" y="30905"/>
                </a:cubicBezTo>
                <a:cubicBezTo>
                  <a:pt x="57892" y="30993"/>
                  <a:pt x="57892" y="30993"/>
                  <a:pt x="57892" y="31055"/>
                </a:cubicBezTo>
                <a:cubicBezTo>
                  <a:pt x="57892" y="31131"/>
                  <a:pt x="57892" y="31131"/>
                  <a:pt x="57892" y="31206"/>
                </a:cubicBezTo>
                <a:cubicBezTo>
                  <a:pt x="57892" y="31281"/>
                  <a:pt x="57819" y="31206"/>
                  <a:pt x="57782" y="31281"/>
                </a:cubicBezTo>
                <a:cubicBezTo>
                  <a:pt x="57782" y="31356"/>
                  <a:pt x="57782" y="31356"/>
                  <a:pt x="57782" y="31431"/>
                </a:cubicBezTo>
                <a:cubicBezTo>
                  <a:pt x="57782" y="31507"/>
                  <a:pt x="57782" y="31507"/>
                  <a:pt x="57782" y="31582"/>
                </a:cubicBezTo>
                <a:cubicBezTo>
                  <a:pt x="57892" y="31582"/>
                  <a:pt x="57966" y="31582"/>
                  <a:pt x="58076" y="31657"/>
                </a:cubicBezTo>
                <a:cubicBezTo>
                  <a:pt x="58076" y="31732"/>
                  <a:pt x="58076" y="31883"/>
                  <a:pt x="58076" y="31958"/>
                </a:cubicBezTo>
                <a:cubicBezTo>
                  <a:pt x="58039" y="32020"/>
                  <a:pt x="58003" y="32020"/>
                  <a:pt x="58003" y="32096"/>
                </a:cubicBezTo>
                <a:cubicBezTo>
                  <a:pt x="57966" y="32096"/>
                  <a:pt x="57966" y="32171"/>
                  <a:pt x="57966" y="32246"/>
                </a:cubicBezTo>
                <a:lnTo>
                  <a:pt x="58003" y="32321"/>
                </a:lnTo>
                <a:cubicBezTo>
                  <a:pt x="58003" y="32396"/>
                  <a:pt x="58003" y="32396"/>
                  <a:pt x="58003" y="32472"/>
                </a:cubicBezTo>
                <a:cubicBezTo>
                  <a:pt x="58039" y="32472"/>
                  <a:pt x="58076" y="32472"/>
                  <a:pt x="58143" y="32472"/>
                </a:cubicBezTo>
                <a:cubicBezTo>
                  <a:pt x="58143" y="32472"/>
                  <a:pt x="58180" y="32472"/>
                  <a:pt x="58217" y="32472"/>
                </a:cubicBezTo>
                <a:cubicBezTo>
                  <a:pt x="58254" y="32472"/>
                  <a:pt x="58254" y="32547"/>
                  <a:pt x="58254" y="32622"/>
                </a:cubicBezTo>
                <a:cubicBezTo>
                  <a:pt x="58290" y="32622"/>
                  <a:pt x="58327" y="32697"/>
                  <a:pt x="58327" y="32772"/>
                </a:cubicBezTo>
                <a:cubicBezTo>
                  <a:pt x="58474" y="32697"/>
                  <a:pt x="58474" y="32697"/>
                  <a:pt x="58474" y="32697"/>
                </a:cubicBezTo>
                <a:cubicBezTo>
                  <a:pt x="58511" y="32697"/>
                  <a:pt x="58548" y="32697"/>
                  <a:pt x="58548" y="32697"/>
                </a:cubicBezTo>
                <a:cubicBezTo>
                  <a:pt x="58584" y="32772"/>
                  <a:pt x="58621" y="32772"/>
                  <a:pt x="58652" y="32772"/>
                </a:cubicBezTo>
                <a:cubicBezTo>
                  <a:pt x="58725" y="32772"/>
                  <a:pt x="58762" y="32772"/>
                  <a:pt x="58836" y="32697"/>
                </a:cubicBezTo>
                <a:cubicBezTo>
                  <a:pt x="58872" y="32622"/>
                  <a:pt x="58836" y="32547"/>
                  <a:pt x="58872" y="32547"/>
                </a:cubicBezTo>
                <a:cubicBezTo>
                  <a:pt x="58909" y="32547"/>
                  <a:pt x="58946" y="32547"/>
                  <a:pt x="58946" y="32547"/>
                </a:cubicBezTo>
                <a:cubicBezTo>
                  <a:pt x="58983" y="32547"/>
                  <a:pt x="59019" y="32547"/>
                  <a:pt x="59019" y="32472"/>
                </a:cubicBezTo>
                <a:cubicBezTo>
                  <a:pt x="59056" y="32472"/>
                  <a:pt x="59056" y="32396"/>
                  <a:pt x="59093" y="32396"/>
                </a:cubicBezTo>
                <a:cubicBezTo>
                  <a:pt x="59130" y="32396"/>
                  <a:pt x="59130" y="32321"/>
                  <a:pt x="59130" y="32246"/>
                </a:cubicBezTo>
                <a:cubicBezTo>
                  <a:pt x="59160" y="32171"/>
                  <a:pt x="59160" y="32171"/>
                  <a:pt x="59197" y="32096"/>
                </a:cubicBezTo>
                <a:cubicBezTo>
                  <a:pt x="59234" y="32020"/>
                  <a:pt x="59271" y="31958"/>
                  <a:pt x="59307" y="31807"/>
                </a:cubicBezTo>
                <a:cubicBezTo>
                  <a:pt x="59307" y="31807"/>
                  <a:pt x="59307" y="31732"/>
                  <a:pt x="59344" y="31657"/>
                </a:cubicBezTo>
                <a:cubicBezTo>
                  <a:pt x="59381" y="31657"/>
                  <a:pt x="59418" y="31657"/>
                  <a:pt x="59418" y="31657"/>
                </a:cubicBezTo>
                <a:cubicBezTo>
                  <a:pt x="59454" y="31657"/>
                  <a:pt x="59454" y="31657"/>
                  <a:pt x="59491" y="31657"/>
                </a:cubicBezTo>
                <a:cubicBezTo>
                  <a:pt x="59528" y="31657"/>
                  <a:pt x="59528" y="31582"/>
                  <a:pt x="59565" y="31582"/>
                </a:cubicBezTo>
                <a:cubicBezTo>
                  <a:pt x="59565" y="31281"/>
                  <a:pt x="59565" y="31281"/>
                  <a:pt x="59565" y="31281"/>
                </a:cubicBezTo>
                <a:cubicBezTo>
                  <a:pt x="59601" y="31356"/>
                  <a:pt x="59601" y="31281"/>
                  <a:pt x="59638" y="31281"/>
                </a:cubicBezTo>
                <a:cubicBezTo>
                  <a:pt x="59669" y="31356"/>
                  <a:pt x="59669" y="31356"/>
                  <a:pt x="59705" y="31356"/>
                </a:cubicBezTo>
                <a:cubicBezTo>
                  <a:pt x="59705" y="31431"/>
                  <a:pt x="59742" y="31507"/>
                  <a:pt x="59742" y="31507"/>
                </a:cubicBezTo>
                <a:cubicBezTo>
                  <a:pt x="59742" y="31582"/>
                  <a:pt x="59742" y="31657"/>
                  <a:pt x="59742" y="31657"/>
                </a:cubicBezTo>
                <a:cubicBezTo>
                  <a:pt x="59742" y="31732"/>
                  <a:pt x="59816" y="31732"/>
                  <a:pt x="59816" y="31807"/>
                </a:cubicBezTo>
                <a:cubicBezTo>
                  <a:pt x="59816" y="31883"/>
                  <a:pt x="59779" y="32020"/>
                  <a:pt x="59816" y="32096"/>
                </a:cubicBezTo>
                <a:cubicBezTo>
                  <a:pt x="59816" y="32171"/>
                  <a:pt x="59816" y="32171"/>
                  <a:pt x="59816" y="32246"/>
                </a:cubicBezTo>
                <a:cubicBezTo>
                  <a:pt x="59852" y="32321"/>
                  <a:pt x="59889" y="32321"/>
                  <a:pt x="59889" y="32321"/>
                </a:cubicBezTo>
                <a:cubicBezTo>
                  <a:pt x="59926" y="32396"/>
                  <a:pt x="59963" y="32472"/>
                  <a:pt x="59963" y="32547"/>
                </a:cubicBezTo>
                <a:cubicBezTo>
                  <a:pt x="59963" y="32622"/>
                  <a:pt x="59963" y="32622"/>
                  <a:pt x="59963" y="32622"/>
                </a:cubicBezTo>
                <a:cubicBezTo>
                  <a:pt x="59963" y="32697"/>
                  <a:pt x="59889" y="32697"/>
                  <a:pt x="59889" y="32772"/>
                </a:cubicBezTo>
                <a:cubicBezTo>
                  <a:pt x="59889" y="32848"/>
                  <a:pt x="59926" y="32923"/>
                  <a:pt x="59926" y="32923"/>
                </a:cubicBezTo>
                <a:cubicBezTo>
                  <a:pt x="59926" y="33073"/>
                  <a:pt x="59963" y="33136"/>
                  <a:pt x="60000" y="33211"/>
                </a:cubicBezTo>
                <a:cubicBezTo>
                  <a:pt x="60030" y="33211"/>
                  <a:pt x="60030" y="33211"/>
                  <a:pt x="60067" y="33211"/>
                </a:cubicBezTo>
                <a:cubicBezTo>
                  <a:pt x="60104" y="33286"/>
                  <a:pt x="60104" y="33361"/>
                  <a:pt x="60104" y="33361"/>
                </a:cubicBezTo>
                <a:cubicBezTo>
                  <a:pt x="60140" y="33437"/>
                  <a:pt x="60177" y="33437"/>
                  <a:pt x="60177" y="33512"/>
                </a:cubicBezTo>
                <a:cubicBezTo>
                  <a:pt x="60177" y="33662"/>
                  <a:pt x="60177" y="33662"/>
                  <a:pt x="60177" y="33662"/>
                </a:cubicBezTo>
                <a:cubicBezTo>
                  <a:pt x="60177" y="33813"/>
                  <a:pt x="60177" y="33813"/>
                  <a:pt x="60177" y="33813"/>
                </a:cubicBezTo>
                <a:cubicBezTo>
                  <a:pt x="60177" y="33963"/>
                  <a:pt x="60208" y="34038"/>
                  <a:pt x="60208" y="34101"/>
                </a:cubicBezTo>
                <a:cubicBezTo>
                  <a:pt x="60245" y="34176"/>
                  <a:pt x="60281" y="34176"/>
                  <a:pt x="60281" y="34176"/>
                </a:cubicBezTo>
                <a:cubicBezTo>
                  <a:pt x="60318" y="34251"/>
                  <a:pt x="60355" y="34326"/>
                  <a:pt x="60355" y="34326"/>
                </a:cubicBezTo>
                <a:cubicBezTo>
                  <a:pt x="60392" y="34402"/>
                  <a:pt x="60428" y="34402"/>
                  <a:pt x="60428" y="34477"/>
                </a:cubicBezTo>
                <a:cubicBezTo>
                  <a:pt x="60428" y="34477"/>
                  <a:pt x="60465" y="34552"/>
                  <a:pt x="60465" y="34627"/>
                </a:cubicBezTo>
                <a:cubicBezTo>
                  <a:pt x="60465" y="34627"/>
                  <a:pt x="60428" y="34702"/>
                  <a:pt x="60428" y="34778"/>
                </a:cubicBezTo>
                <a:cubicBezTo>
                  <a:pt x="60428" y="34853"/>
                  <a:pt x="60392" y="34853"/>
                  <a:pt x="60392" y="35003"/>
                </a:cubicBezTo>
                <a:cubicBezTo>
                  <a:pt x="60392" y="35078"/>
                  <a:pt x="60392" y="35078"/>
                  <a:pt x="60392" y="35078"/>
                </a:cubicBezTo>
                <a:lnTo>
                  <a:pt x="60428" y="35154"/>
                </a:lnTo>
                <a:cubicBezTo>
                  <a:pt x="60428" y="35216"/>
                  <a:pt x="60428" y="35291"/>
                  <a:pt x="60428" y="35291"/>
                </a:cubicBezTo>
                <a:cubicBezTo>
                  <a:pt x="60900" y="35291"/>
                  <a:pt x="60900" y="35291"/>
                  <a:pt x="60900" y="35291"/>
                </a:cubicBezTo>
                <a:cubicBezTo>
                  <a:pt x="60900" y="35216"/>
                  <a:pt x="60900" y="35154"/>
                  <a:pt x="60937" y="35154"/>
                </a:cubicBezTo>
                <a:cubicBezTo>
                  <a:pt x="60937" y="35078"/>
                  <a:pt x="60900" y="35003"/>
                  <a:pt x="60937" y="35003"/>
                </a:cubicBezTo>
                <a:cubicBezTo>
                  <a:pt x="60937" y="34928"/>
                  <a:pt x="60973" y="34853"/>
                  <a:pt x="60973" y="34853"/>
                </a:cubicBezTo>
                <a:cubicBezTo>
                  <a:pt x="61010" y="34778"/>
                  <a:pt x="61010" y="34702"/>
                  <a:pt x="61047" y="34702"/>
                </a:cubicBezTo>
                <a:cubicBezTo>
                  <a:pt x="61084" y="34702"/>
                  <a:pt x="61084" y="34702"/>
                  <a:pt x="61120" y="34702"/>
                </a:cubicBezTo>
                <a:cubicBezTo>
                  <a:pt x="61194" y="34702"/>
                  <a:pt x="61194" y="34702"/>
                  <a:pt x="61194" y="34702"/>
                </a:cubicBezTo>
                <a:cubicBezTo>
                  <a:pt x="61194" y="34702"/>
                  <a:pt x="61225" y="34702"/>
                  <a:pt x="61261" y="34702"/>
                </a:cubicBezTo>
                <a:cubicBezTo>
                  <a:pt x="61261" y="34702"/>
                  <a:pt x="61298" y="34778"/>
                  <a:pt x="61335" y="34778"/>
                </a:cubicBezTo>
                <a:cubicBezTo>
                  <a:pt x="61372" y="34778"/>
                  <a:pt x="61372" y="34778"/>
                  <a:pt x="61408" y="34702"/>
                </a:cubicBezTo>
                <a:cubicBezTo>
                  <a:pt x="61408" y="34702"/>
                  <a:pt x="61408" y="34627"/>
                  <a:pt x="61445" y="34552"/>
                </a:cubicBezTo>
                <a:cubicBezTo>
                  <a:pt x="61482" y="34552"/>
                  <a:pt x="61555" y="34552"/>
                  <a:pt x="61592" y="34552"/>
                </a:cubicBezTo>
                <a:cubicBezTo>
                  <a:pt x="61592" y="34101"/>
                  <a:pt x="61592" y="34101"/>
                  <a:pt x="61592" y="34101"/>
                </a:cubicBezTo>
                <a:cubicBezTo>
                  <a:pt x="61880" y="34101"/>
                  <a:pt x="61880" y="34101"/>
                  <a:pt x="61880" y="34101"/>
                </a:cubicBezTo>
                <a:cubicBezTo>
                  <a:pt x="61880" y="34038"/>
                  <a:pt x="61917" y="34038"/>
                  <a:pt x="61917" y="33963"/>
                </a:cubicBezTo>
                <a:cubicBezTo>
                  <a:pt x="61917" y="33888"/>
                  <a:pt x="61880" y="33813"/>
                  <a:pt x="61880" y="33737"/>
                </a:cubicBezTo>
                <a:cubicBezTo>
                  <a:pt x="61739" y="33737"/>
                  <a:pt x="61739" y="33737"/>
                  <a:pt x="61739" y="33737"/>
                </a:cubicBezTo>
                <a:cubicBezTo>
                  <a:pt x="61739" y="33737"/>
                  <a:pt x="61696" y="33813"/>
                  <a:pt x="61666" y="33813"/>
                </a:cubicBezTo>
                <a:cubicBezTo>
                  <a:pt x="61666" y="33813"/>
                  <a:pt x="61629" y="33813"/>
                  <a:pt x="61592" y="33813"/>
                </a:cubicBezTo>
                <a:cubicBezTo>
                  <a:pt x="61592" y="33737"/>
                  <a:pt x="61629" y="33662"/>
                  <a:pt x="61592" y="33662"/>
                </a:cubicBezTo>
                <a:cubicBezTo>
                  <a:pt x="61592" y="33587"/>
                  <a:pt x="61555" y="33662"/>
                  <a:pt x="61519" y="33587"/>
                </a:cubicBezTo>
                <a:cubicBezTo>
                  <a:pt x="61555" y="33512"/>
                  <a:pt x="61592" y="33437"/>
                  <a:pt x="61629" y="33286"/>
                </a:cubicBezTo>
                <a:lnTo>
                  <a:pt x="61666" y="33211"/>
                </a:lnTo>
                <a:cubicBezTo>
                  <a:pt x="61696" y="33073"/>
                  <a:pt x="61696" y="32985"/>
                  <a:pt x="61696" y="32923"/>
                </a:cubicBezTo>
                <a:cubicBezTo>
                  <a:pt x="61696" y="32772"/>
                  <a:pt x="61696" y="32697"/>
                  <a:pt x="61696" y="32622"/>
                </a:cubicBezTo>
                <a:cubicBezTo>
                  <a:pt x="61696" y="32547"/>
                  <a:pt x="61696" y="32472"/>
                  <a:pt x="61696" y="32472"/>
                </a:cubicBezTo>
                <a:cubicBezTo>
                  <a:pt x="61739" y="32396"/>
                  <a:pt x="61739" y="32396"/>
                  <a:pt x="61739" y="32321"/>
                </a:cubicBezTo>
                <a:cubicBezTo>
                  <a:pt x="61770" y="32246"/>
                  <a:pt x="61807" y="32246"/>
                  <a:pt x="61807" y="32246"/>
                </a:cubicBezTo>
                <a:cubicBezTo>
                  <a:pt x="61843" y="32171"/>
                  <a:pt x="61843" y="32096"/>
                  <a:pt x="61880" y="32096"/>
                </a:cubicBezTo>
                <a:cubicBezTo>
                  <a:pt x="61917" y="32096"/>
                  <a:pt x="61917" y="32096"/>
                  <a:pt x="61954" y="32096"/>
                </a:cubicBezTo>
                <a:cubicBezTo>
                  <a:pt x="61990" y="32020"/>
                  <a:pt x="61990" y="31958"/>
                  <a:pt x="62027" y="31958"/>
                </a:cubicBezTo>
                <a:cubicBezTo>
                  <a:pt x="62064" y="31958"/>
                  <a:pt x="62064" y="31958"/>
                  <a:pt x="62101" y="31958"/>
                </a:cubicBezTo>
                <a:cubicBezTo>
                  <a:pt x="62101" y="31883"/>
                  <a:pt x="62137" y="31958"/>
                  <a:pt x="62174" y="31958"/>
                </a:cubicBezTo>
                <a:cubicBezTo>
                  <a:pt x="62174" y="31883"/>
                  <a:pt x="62174" y="31807"/>
                  <a:pt x="62211" y="31807"/>
                </a:cubicBezTo>
                <a:cubicBezTo>
                  <a:pt x="62211" y="31732"/>
                  <a:pt x="62211" y="31657"/>
                  <a:pt x="62211" y="31657"/>
                </a:cubicBezTo>
                <a:cubicBezTo>
                  <a:pt x="62211" y="31582"/>
                  <a:pt x="62241" y="31582"/>
                  <a:pt x="62241" y="31507"/>
                </a:cubicBezTo>
                <a:cubicBezTo>
                  <a:pt x="62278" y="31431"/>
                  <a:pt x="62315" y="31431"/>
                  <a:pt x="62315" y="31356"/>
                </a:cubicBezTo>
                <a:cubicBezTo>
                  <a:pt x="62352" y="31356"/>
                  <a:pt x="62388" y="31356"/>
                  <a:pt x="62388" y="31281"/>
                </a:cubicBezTo>
                <a:cubicBezTo>
                  <a:pt x="62388" y="31206"/>
                  <a:pt x="62388" y="31206"/>
                  <a:pt x="62388" y="31131"/>
                </a:cubicBezTo>
                <a:cubicBezTo>
                  <a:pt x="62388" y="30993"/>
                  <a:pt x="62388" y="30993"/>
                  <a:pt x="62388" y="30993"/>
                </a:cubicBezTo>
                <a:cubicBezTo>
                  <a:pt x="62388" y="30905"/>
                  <a:pt x="62388" y="30905"/>
                  <a:pt x="62388" y="30842"/>
                </a:cubicBezTo>
                <a:cubicBezTo>
                  <a:pt x="62315" y="30842"/>
                  <a:pt x="62278" y="30842"/>
                  <a:pt x="62241" y="30842"/>
                </a:cubicBezTo>
                <a:cubicBezTo>
                  <a:pt x="62174" y="30842"/>
                  <a:pt x="62137" y="30767"/>
                  <a:pt x="62101" y="30767"/>
                </a:cubicBezTo>
                <a:cubicBezTo>
                  <a:pt x="62064" y="30767"/>
                  <a:pt x="62064" y="30842"/>
                  <a:pt x="62027" y="30842"/>
                </a:cubicBezTo>
                <a:cubicBezTo>
                  <a:pt x="62027" y="30617"/>
                  <a:pt x="62027" y="30542"/>
                  <a:pt x="62027" y="30316"/>
                </a:cubicBezTo>
                <a:cubicBezTo>
                  <a:pt x="62027" y="30316"/>
                  <a:pt x="61990" y="30241"/>
                  <a:pt x="61954" y="30241"/>
                </a:cubicBezTo>
                <a:cubicBezTo>
                  <a:pt x="61917" y="30166"/>
                  <a:pt x="61917" y="30241"/>
                  <a:pt x="61880" y="30241"/>
                </a:cubicBezTo>
                <a:cubicBezTo>
                  <a:pt x="61843" y="30166"/>
                  <a:pt x="61843" y="30166"/>
                  <a:pt x="61807" y="30090"/>
                </a:cubicBezTo>
                <a:cubicBezTo>
                  <a:pt x="61807" y="30090"/>
                  <a:pt x="61807" y="30015"/>
                  <a:pt x="61807" y="29940"/>
                </a:cubicBezTo>
                <a:cubicBezTo>
                  <a:pt x="61807" y="28825"/>
                  <a:pt x="61807" y="28825"/>
                  <a:pt x="61807" y="28825"/>
                </a:cubicBezTo>
                <a:cubicBezTo>
                  <a:pt x="61843" y="28762"/>
                  <a:pt x="61880" y="28762"/>
                  <a:pt x="61917" y="28687"/>
                </a:cubicBezTo>
                <a:cubicBezTo>
                  <a:pt x="61917" y="28687"/>
                  <a:pt x="61917" y="28612"/>
                  <a:pt x="61954" y="28536"/>
                </a:cubicBezTo>
                <a:cubicBezTo>
                  <a:pt x="61954" y="28536"/>
                  <a:pt x="61990" y="28461"/>
                  <a:pt x="61990" y="28386"/>
                </a:cubicBezTo>
                <a:cubicBezTo>
                  <a:pt x="62027" y="28386"/>
                  <a:pt x="62027" y="28311"/>
                  <a:pt x="62027" y="28311"/>
                </a:cubicBezTo>
                <a:cubicBezTo>
                  <a:pt x="62064" y="28160"/>
                  <a:pt x="62064" y="28085"/>
                  <a:pt x="62064" y="28010"/>
                </a:cubicBezTo>
                <a:cubicBezTo>
                  <a:pt x="62101" y="27935"/>
                  <a:pt x="62101" y="27860"/>
                  <a:pt x="62101" y="27860"/>
                </a:cubicBezTo>
                <a:cubicBezTo>
                  <a:pt x="62137" y="27797"/>
                  <a:pt x="62174" y="27797"/>
                  <a:pt x="62174" y="27797"/>
                </a:cubicBezTo>
                <a:cubicBezTo>
                  <a:pt x="62211" y="27797"/>
                  <a:pt x="62241" y="27797"/>
                  <a:pt x="62241" y="27797"/>
                </a:cubicBezTo>
                <a:cubicBezTo>
                  <a:pt x="62315" y="27722"/>
                  <a:pt x="62352" y="27722"/>
                  <a:pt x="62388" y="27646"/>
                </a:cubicBezTo>
                <a:cubicBezTo>
                  <a:pt x="62425" y="27571"/>
                  <a:pt x="62425" y="27571"/>
                  <a:pt x="62462" y="27496"/>
                </a:cubicBezTo>
                <a:cubicBezTo>
                  <a:pt x="62462" y="27421"/>
                  <a:pt x="62499" y="27421"/>
                  <a:pt x="62499" y="27421"/>
                </a:cubicBezTo>
                <a:cubicBezTo>
                  <a:pt x="62535" y="27346"/>
                  <a:pt x="62535" y="27271"/>
                  <a:pt x="62535" y="27271"/>
                </a:cubicBezTo>
                <a:cubicBezTo>
                  <a:pt x="62609" y="27195"/>
                  <a:pt x="62646" y="27195"/>
                  <a:pt x="62683" y="27195"/>
                </a:cubicBezTo>
                <a:cubicBezTo>
                  <a:pt x="62713" y="27195"/>
                  <a:pt x="62756" y="27195"/>
                  <a:pt x="62787" y="27195"/>
                </a:cubicBezTo>
                <a:cubicBezTo>
                  <a:pt x="62787" y="27195"/>
                  <a:pt x="62787" y="27120"/>
                  <a:pt x="62823" y="27045"/>
                </a:cubicBezTo>
                <a:cubicBezTo>
                  <a:pt x="62860" y="27045"/>
                  <a:pt x="62897" y="26970"/>
                  <a:pt x="62897" y="26970"/>
                </a:cubicBezTo>
                <a:cubicBezTo>
                  <a:pt x="62897" y="26895"/>
                  <a:pt x="62897" y="26832"/>
                  <a:pt x="62897" y="26832"/>
                </a:cubicBezTo>
                <a:cubicBezTo>
                  <a:pt x="62897" y="26744"/>
                  <a:pt x="62934" y="26681"/>
                  <a:pt x="62934" y="26681"/>
                </a:cubicBezTo>
                <a:cubicBezTo>
                  <a:pt x="62970" y="26681"/>
                  <a:pt x="63007" y="26681"/>
                  <a:pt x="63007" y="26606"/>
                </a:cubicBezTo>
                <a:cubicBezTo>
                  <a:pt x="63044" y="26606"/>
                  <a:pt x="63081" y="26606"/>
                  <a:pt x="63081" y="26606"/>
                </a:cubicBezTo>
                <a:cubicBezTo>
                  <a:pt x="63117" y="26606"/>
                  <a:pt x="63154" y="26606"/>
                  <a:pt x="63154" y="26606"/>
                </a:cubicBezTo>
                <a:cubicBezTo>
                  <a:pt x="63191" y="26606"/>
                  <a:pt x="63228" y="26606"/>
                  <a:pt x="63228" y="26531"/>
                </a:cubicBezTo>
                <a:cubicBezTo>
                  <a:pt x="63258" y="26531"/>
                  <a:pt x="63295" y="26456"/>
                  <a:pt x="63295" y="26381"/>
                </a:cubicBezTo>
                <a:cubicBezTo>
                  <a:pt x="63295" y="26230"/>
                  <a:pt x="63258" y="26230"/>
                  <a:pt x="63228" y="26155"/>
                </a:cubicBezTo>
                <a:cubicBezTo>
                  <a:pt x="63228" y="26080"/>
                  <a:pt x="63191" y="26080"/>
                  <a:pt x="63154" y="26005"/>
                </a:cubicBezTo>
                <a:cubicBezTo>
                  <a:pt x="63154" y="26005"/>
                  <a:pt x="63154" y="25930"/>
                  <a:pt x="63154" y="25854"/>
                </a:cubicBezTo>
                <a:cubicBezTo>
                  <a:pt x="63154" y="25716"/>
                  <a:pt x="63154" y="25566"/>
                  <a:pt x="63228" y="25491"/>
                </a:cubicBezTo>
                <a:cubicBezTo>
                  <a:pt x="63228" y="25416"/>
                  <a:pt x="63228" y="25340"/>
                  <a:pt x="63258" y="25340"/>
                </a:cubicBezTo>
                <a:cubicBezTo>
                  <a:pt x="63295" y="25265"/>
                  <a:pt x="63295" y="25340"/>
                  <a:pt x="63332" y="25340"/>
                </a:cubicBezTo>
                <a:cubicBezTo>
                  <a:pt x="63369" y="25265"/>
                  <a:pt x="63369" y="25265"/>
                  <a:pt x="63405" y="25190"/>
                </a:cubicBezTo>
                <a:cubicBezTo>
                  <a:pt x="63442" y="25190"/>
                  <a:pt x="63442" y="25115"/>
                  <a:pt x="63442" y="25040"/>
                </a:cubicBezTo>
                <a:cubicBezTo>
                  <a:pt x="63479" y="24889"/>
                  <a:pt x="63479" y="24814"/>
                  <a:pt x="63516" y="24751"/>
                </a:cubicBezTo>
                <a:cubicBezTo>
                  <a:pt x="63516" y="24664"/>
                  <a:pt x="63516" y="24601"/>
                  <a:pt x="63516" y="24601"/>
                </a:cubicBezTo>
                <a:cubicBezTo>
                  <a:pt x="63552" y="24526"/>
                  <a:pt x="63626" y="24526"/>
                  <a:pt x="63663" y="24526"/>
                </a:cubicBezTo>
                <a:cubicBezTo>
                  <a:pt x="63730" y="24526"/>
                  <a:pt x="63773" y="24601"/>
                  <a:pt x="63803" y="24601"/>
                </a:cubicBezTo>
                <a:cubicBezTo>
                  <a:pt x="63840" y="24601"/>
                  <a:pt x="63840" y="24601"/>
                  <a:pt x="63877" y="24601"/>
                </a:cubicBezTo>
                <a:cubicBezTo>
                  <a:pt x="63914" y="24601"/>
                  <a:pt x="63914" y="24664"/>
                  <a:pt x="63914" y="24751"/>
                </a:cubicBezTo>
                <a:cubicBezTo>
                  <a:pt x="63987" y="24814"/>
                  <a:pt x="63987" y="24889"/>
                  <a:pt x="64024" y="25040"/>
                </a:cubicBezTo>
                <a:cubicBezTo>
                  <a:pt x="64061" y="24965"/>
                  <a:pt x="64098" y="24965"/>
                  <a:pt x="64098" y="24965"/>
                </a:cubicBezTo>
                <a:cubicBezTo>
                  <a:pt x="64134" y="24965"/>
                  <a:pt x="64134" y="24889"/>
                  <a:pt x="64171" y="24814"/>
                </a:cubicBezTo>
                <a:cubicBezTo>
                  <a:pt x="64171" y="24814"/>
                  <a:pt x="64208" y="24814"/>
                  <a:pt x="64245" y="24814"/>
                </a:cubicBezTo>
                <a:cubicBezTo>
                  <a:pt x="64275" y="24814"/>
                  <a:pt x="64275" y="24889"/>
                  <a:pt x="64312" y="24889"/>
                </a:cubicBezTo>
                <a:cubicBezTo>
                  <a:pt x="64312" y="24965"/>
                  <a:pt x="64349" y="24965"/>
                  <a:pt x="64349" y="25040"/>
                </a:cubicBezTo>
                <a:cubicBezTo>
                  <a:pt x="64385" y="25040"/>
                  <a:pt x="64385" y="25115"/>
                  <a:pt x="64385" y="25190"/>
                </a:cubicBezTo>
                <a:cubicBezTo>
                  <a:pt x="64422" y="25190"/>
                  <a:pt x="64422" y="25265"/>
                  <a:pt x="64422" y="25340"/>
                </a:cubicBezTo>
                <a:cubicBezTo>
                  <a:pt x="64422" y="25779"/>
                  <a:pt x="64422" y="25779"/>
                  <a:pt x="64422" y="25779"/>
                </a:cubicBezTo>
                <a:cubicBezTo>
                  <a:pt x="64245" y="25779"/>
                  <a:pt x="64245" y="25779"/>
                  <a:pt x="64245" y="25779"/>
                </a:cubicBezTo>
                <a:cubicBezTo>
                  <a:pt x="64245" y="25930"/>
                  <a:pt x="64245" y="26005"/>
                  <a:pt x="64245" y="26230"/>
                </a:cubicBezTo>
                <a:cubicBezTo>
                  <a:pt x="64245" y="26230"/>
                  <a:pt x="64245" y="26306"/>
                  <a:pt x="64245" y="26381"/>
                </a:cubicBezTo>
                <a:cubicBezTo>
                  <a:pt x="64208" y="26456"/>
                  <a:pt x="64208" y="26531"/>
                  <a:pt x="64171" y="26606"/>
                </a:cubicBezTo>
                <a:cubicBezTo>
                  <a:pt x="64134" y="26681"/>
                  <a:pt x="64098" y="26681"/>
                  <a:pt x="64098" y="26744"/>
                </a:cubicBezTo>
                <a:cubicBezTo>
                  <a:pt x="64061" y="26832"/>
                  <a:pt x="64024" y="26832"/>
                  <a:pt x="63987" y="26832"/>
                </a:cubicBezTo>
                <a:cubicBezTo>
                  <a:pt x="63914" y="26832"/>
                  <a:pt x="63877" y="26744"/>
                  <a:pt x="63803" y="26744"/>
                </a:cubicBezTo>
                <a:cubicBezTo>
                  <a:pt x="63773" y="26744"/>
                  <a:pt x="63730" y="26832"/>
                  <a:pt x="63730" y="26832"/>
                </a:cubicBezTo>
                <a:cubicBezTo>
                  <a:pt x="63699" y="26895"/>
                  <a:pt x="63663" y="26895"/>
                  <a:pt x="63663" y="26895"/>
                </a:cubicBezTo>
                <a:cubicBezTo>
                  <a:pt x="63626" y="26970"/>
                  <a:pt x="63626" y="27045"/>
                  <a:pt x="63626" y="27045"/>
                </a:cubicBezTo>
                <a:cubicBezTo>
                  <a:pt x="63589" y="27120"/>
                  <a:pt x="63589" y="27120"/>
                  <a:pt x="63552" y="27195"/>
                </a:cubicBezTo>
                <a:cubicBezTo>
                  <a:pt x="63552" y="27271"/>
                  <a:pt x="63552" y="27271"/>
                  <a:pt x="63552" y="27346"/>
                </a:cubicBezTo>
                <a:cubicBezTo>
                  <a:pt x="63516" y="27421"/>
                  <a:pt x="63479" y="27421"/>
                  <a:pt x="63479" y="27421"/>
                </a:cubicBezTo>
                <a:cubicBezTo>
                  <a:pt x="63442" y="27496"/>
                  <a:pt x="63442" y="27496"/>
                  <a:pt x="63405" y="27571"/>
                </a:cubicBezTo>
                <a:cubicBezTo>
                  <a:pt x="63405" y="27646"/>
                  <a:pt x="63405" y="27646"/>
                  <a:pt x="63369" y="27722"/>
                </a:cubicBezTo>
                <a:cubicBezTo>
                  <a:pt x="63332" y="27722"/>
                  <a:pt x="63332" y="27722"/>
                  <a:pt x="63295" y="27797"/>
                </a:cubicBezTo>
                <a:cubicBezTo>
                  <a:pt x="63258" y="27860"/>
                  <a:pt x="63191" y="27860"/>
                  <a:pt x="63191" y="28010"/>
                </a:cubicBezTo>
                <a:cubicBezTo>
                  <a:pt x="63191" y="28236"/>
                  <a:pt x="63228" y="28311"/>
                  <a:pt x="63228" y="28536"/>
                </a:cubicBezTo>
                <a:cubicBezTo>
                  <a:pt x="63228" y="28612"/>
                  <a:pt x="63228" y="28687"/>
                  <a:pt x="63191" y="28762"/>
                </a:cubicBezTo>
                <a:cubicBezTo>
                  <a:pt x="63191" y="28825"/>
                  <a:pt x="63117" y="28825"/>
                  <a:pt x="63117" y="28975"/>
                </a:cubicBezTo>
                <a:cubicBezTo>
                  <a:pt x="63117" y="29125"/>
                  <a:pt x="63154" y="29276"/>
                  <a:pt x="63154" y="29426"/>
                </a:cubicBezTo>
                <a:cubicBezTo>
                  <a:pt x="63154" y="29577"/>
                  <a:pt x="63154" y="29577"/>
                  <a:pt x="63154" y="29577"/>
                </a:cubicBezTo>
                <a:cubicBezTo>
                  <a:pt x="63154" y="29652"/>
                  <a:pt x="63191" y="29727"/>
                  <a:pt x="63191" y="29727"/>
                </a:cubicBezTo>
                <a:cubicBezTo>
                  <a:pt x="63191" y="29877"/>
                  <a:pt x="63191" y="29940"/>
                  <a:pt x="63191" y="30090"/>
                </a:cubicBezTo>
                <a:cubicBezTo>
                  <a:pt x="63258" y="30090"/>
                  <a:pt x="63295" y="30090"/>
                  <a:pt x="63369" y="30090"/>
                </a:cubicBezTo>
                <a:cubicBezTo>
                  <a:pt x="63405" y="30090"/>
                  <a:pt x="63442" y="30166"/>
                  <a:pt x="63479" y="30241"/>
                </a:cubicBezTo>
                <a:cubicBezTo>
                  <a:pt x="63516" y="30241"/>
                  <a:pt x="63516" y="30316"/>
                  <a:pt x="63552" y="30316"/>
                </a:cubicBezTo>
                <a:cubicBezTo>
                  <a:pt x="63552" y="30391"/>
                  <a:pt x="63589" y="30466"/>
                  <a:pt x="63589" y="30466"/>
                </a:cubicBezTo>
                <a:cubicBezTo>
                  <a:pt x="63663" y="30542"/>
                  <a:pt x="63699" y="30542"/>
                  <a:pt x="63730" y="30617"/>
                </a:cubicBezTo>
                <a:cubicBezTo>
                  <a:pt x="63773" y="30617"/>
                  <a:pt x="63773" y="30692"/>
                  <a:pt x="63803" y="30692"/>
                </a:cubicBezTo>
                <a:cubicBezTo>
                  <a:pt x="63877" y="30767"/>
                  <a:pt x="63914" y="30905"/>
                  <a:pt x="63987" y="30905"/>
                </a:cubicBezTo>
                <a:cubicBezTo>
                  <a:pt x="64024" y="30905"/>
                  <a:pt x="64024" y="30905"/>
                  <a:pt x="64024" y="30905"/>
                </a:cubicBezTo>
                <a:cubicBezTo>
                  <a:pt x="64061" y="30905"/>
                  <a:pt x="64061" y="30842"/>
                  <a:pt x="64098" y="30842"/>
                </a:cubicBezTo>
                <a:cubicBezTo>
                  <a:pt x="64171" y="30767"/>
                  <a:pt x="64245" y="30542"/>
                  <a:pt x="64312" y="30542"/>
                </a:cubicBezTo>
                <a:cubicBezTo>
                  <a:pt x="64385" y="30542"/>
                  <a:pt x="64422" y="30692"/>
                  <a:pt x="64496" y="30692"/>
                </a:cubicBezTo>
                <a:cubicBezTo>
                  <a:pt x="64532" y="30692"/>
                  <a:pt x="64569" y="30617"/>
                  <a:pt x="64606" y="30617"/>
                </a:cubicBezTo>
                <a:cubicBezTo>
                  <a:pt x="64643" y="30617"/>
                  <a:pt x="64679" y="30692"/>
                  <a:pt x="64679" y="30617"/>
                </a:cubicBezTo>
                <a:cubicBezTo>
                  <a:pt x="64716" y="30617"/>
                  <a:pt x="64716" y="30617"/>
                  <a:pt x="64747" y="30542"/>
                </a:cubicBezTo>
                <a:cubicBezTo>
                  <a:pt x="64790" y="30542"/>
                  <a:pt x="64747" y="30466"/>
                  <a:pt x="64790" y="30391"/>
                </a:cubicBezTo>
                <a:cubicBezTo>
                  <a:pt x="64790" y="30391"/>
                  <a:pt x="64820" y="30391"/>
                  <a:pt x="64820" y="30316"/>
                </a:cubicBezTo>
                <a:cubicBezTo>
                  <a:pt x="65402" y="30316"/>
                  <a:pt x="65402" y="30316"/>
                  <a:pt x="65402" y="30316"/>
                </a:cubicBezTo>
                <a:cubicBezTo>
                  <a:pt x="65439" y="30316"/>
                  <a:pt x="65439" y="30241"/>
                  <a:pt x="65476" y="30241"/>
                </a:cubicBezTo>
                <a:cubicBezTo>
                  <a:pt x="65513" y="30241"/>
                  <a:pt x="65549" y="30241"/>
                  <a:pt x="65586" y="30241"/>
                </a:cubicBezTo>
                <a:cubicBezTo>
                  <a:pt x="65586" y="30241"/>
                  <a:pt x="65586" y="30166"/>
                  <a:pt x="65623" y="30241"/>
                </a:cubicBezTo>
                <a:lnTo>
                  <a:pt x="65660" y="30316"/>
                </a:lnTo>
                <a:cubicBezTo>
                  <a:pt x="65660" y="30391"/>
                  <a:pt x="65660" y="30466"/>
                  <a:pt x="65696" y="30466"/>
                </a:cubicBezTo>
                <a:cubicBezTo>
                  <a:pt x="65696" y="30542"/>
                  <a:pt x="65733" y="30542"/>
                  <a:pt x="65733" y="30542"/>
                </a:cubicBezTo>
                <a:cubicBezTo>
                  <a:pt x="66094" y="30542"/>
                  <a:pt x="66094" y="30542"/>
                  <a:pt x="66094" y="30542"/>
                </a:cubicBezTo>
                <a:cubicBezTo>
                  <a:pt x="66131" y="30692"/>
                  <a:pt x="66131" y="30692"/>
                  <a:pt x="66131" y="30692"/>
                </a:cubicBezTo>
                <a:cubicBezTo>
                  <a:pt x="66094" y="30767"/>
                  <a:pt x="66094" y="30842"/>
                  <a:pt x="66058" y="30842"/>
                </a:cubicBezTo>
                <a:cubicBezTo>
                  <a:pt x="66021" y="30842"/>
                  <a:pt x="65984" y="30842"/>
                  <a:pt x="65911" y="30842"/>
                </a:cubicBezTo>
                <a:cubicBezTo>
                  <a:pt x="65837" y="30842"/>
                  <a:pt x="65807" y="30842"/>
                  <a:pt x="65733" y="30842"/>
                </a:cubicBezTo>
                <a:lnTo>
                  <a:pt x="65696" y="30905"/>
                </a:lnTo>
                <a:cubicBezTo>
                  <a:pt x="65660" y="30905"/>
                  <a:pt x="65623" y="30993"/>
                  <a:pt x="65623" y="30993"/>
                </a:cubicBezTo>
                <a:cubicBezTo>
                  <a:pt x="65586" y="30993"/>
                  <a:pt x="65549" y="31055"/>
                  <a:pt x="65549" y="31131"/>
                </a:cubicBezTo>
                <a:cubicBezTo>
                  <a:pt x="65513" y="31131"/>
                  <a:pt x="65476" y="31131"/>
                  <a:pt x="65476" y="31206"/>
                </a:cubicBezTo>
                <a:cubicBezTo>
                  <a:pt x="65439" y="31281"/>
                  <a:pt x="65439" y="31281"/>
                  <a:pt x="65402" y="31356"/>
                </a:cubicBezTo>
                <a:cubicBezTo>
                  <a:pt x="65402" y="31431"/>
                  <a:pt x="65402" y="31431"/>
                  <a:pt x="65366" y="31507"/>
                </a:cubicBezTo>
                <a:cubicBezTo>
                  <a:pt x="65366" y="31582"/>
                  <a:pt x="65366" y="31582"/>
                  <a:pt x="65329" y="31657"/>
                </a:cubicBezTo>
                <a:cubicBezTo>
                  <a:pt x="65292" y="31657"/>
                  <a:pt x="65292" y="31657"/>
                  <a:pt x="65261" y="31657"/>
                </a:cubicBezTo>
                <a:cubicBezTo>
                  <a:pt x="65225" y="31657"/>
                  <a:pt x="65151" y="31657"/>
                  <a:pt x="65114" y="31582"/>
                </a:cubicBezTo>
                <a:cubicBezTo>
                  <a:pt x="65078" y="31582"/>
                  <a:pt x="65078" y="31507"/>
                  <a:pt x="65041" y="31431"/>
                </a:cubicBezTo>
                <a:cubicBezTo>
                  <a:pt x="65004" y="31431"/>
                  <a:pt x="65004" y="31281"/>
                  <a:pt x="64931" y="31281"/>
                </a:cubicBezTo>
                <a:cubicBezTo>
                  <a:pt x="64857" y="31281"/>
                  <a:pt x="64820" y="31431"/>
                  <a:pt x="64790" y="31431"/>
                </a:cubicBezTo>
                <a:cubicBezTo>
                  <a:pt x="64716" y="31431"/>
                  <a:pt x="64679" y="31431"/>
                  <a:pt x="64643" y="31431"/>
                </a:cubicBezTo>
                <a:cubicBezTo>
                  <a:pt x="64569" y="31431"/>
                  <a:pt x="64532" y="31356"/>
                  <a:pt x="64496" y="31356"/>
                </a:cubicBezTo>
                <a:cubicBezTo>
                  <a:pt x="64459" y="31356"/>
                  <a:pt x="64422" y="31431"/>
                  <a:pt x="64422" y="31431"/>
                </a:cubicBezTo>
                <a:cubicBezTo>
                  <a:pt x="64385" y="31431"/>
                  <a:pt x="64385" y="31507"/>
                  <a:pt x="64349" y="31507"/>
                </a:cubicBezTo>
                <a:cubicBezTo>
                  <a:pt x="64312" y="31507"/>
                  <a:pt x="64312" y="31582"/>
                  <a:pt x="64275" y="31582"/>
                </a:cubicBezTo>
                <a:cubicBezTo>
                  <a:pt x="64245" y="31582"/>
                  <a:pt x="64245" y="31582"/>
                  <a:pt x="64208" y="31582"/>
                </a:cubicBezTo>
                <a:cubicBezTo>
                  <a:pt x="64171" y="31582"/>
                  <a:pt x="64171" y="31507"/>
                  <a:pt x="64134" y="31507"/>
                </a:cubicBezTo>
                <a:cubicBezTo>
                  <a:pt x="64098" y="31507"/>
                  <a:pt x="64098" y="31582"/>
                  <a:pt x="64061" y="31582"/>
                </a:cubicBezTo>
                <a:cubicBezTo>
                  <a:pt x="64061" y="31582"/>
                  <a:pt x="64024" y="31582"/>
                  <a:pt x="63987" y="31657"/>
                </a:cubicBezTo>
                <a:cubicBezTo>
                  <a:pt x="63987" y="31657"/>
                  <a:pt x="64024" y="31732"/>
                  <a:pt x="63987" y="31807"/>
                </a:cubicBezTo>
                <a:cubicBezTo>
                  <a:pt x="63987" y="31883"/>
                  <a:pt x="63950" y="31883"/>
                  <a:pt x="63914" y="31958"/>
                </a:cubicBezTo>
                <a:cubicBezTo>
                  <a:pt x="63914" y="31958"/>
                  <a:pt x="63950" y="32096"/>
                  <a:pt x="63914" y="32096"/>
                </a:cubicBezTo>
                <a:cubicBezTo>
                  <a:pt x="63877" y="32096"/>
                  <a:pt x="63877" y="32020"/>
                  <a:pt x="63840" y="32020"/>
                </a:cubicBezTo>
                <a:cubicBezTo>
                  <a:pt x="63803" y="32020"/>
                  <a:pt x="63803" y="32020"/>
                  <a:pt x="63773" y="32020"/>
                </a:cubicBezTo>
                <a:cubicBezTo>
                  <a:pt x="63730" y="32020"/>
                  <a:pt x="63730" y="31958"/>
                  <a:pt x="63699" y="31958"/>
                </a:cubicBezTo>
                <a:cubicBezTo>
                  <a:pt x="63699" y="31883"/>
                  <a:pt x="63730" y="31807"/>
                  <a:pt x="63699" y="31807"/>
                </a:cubicBezTo>
                <a:cubicBezTo>
                  <a:pt x="63699" y="31732"/>
                  <a:pt x="63663" y="31807"/>
                  <a:pt x="63626" y="31807"/>
                </a:cubicBezTo>
                <a:cubicBezTo>
                  <a:pt x="63626" y="31807"/>
                  <a:pt x="63589" y="31807"/>
                  <a:pt x="63552" y="31807"/>
                </a:cubicBezTo>
                <a:cubicBezTo>
                  <a:pt x="63552" y="31807"/>
                  <a:pt x="63516" y="31807"/>
                  <a:pt x="63479" y="31883"/>
                </a:cubicBezTo>
                <a:cubicBezTo>
                  <a:pt x="63479" y="31883"/>
                  <a:pt x="63479" y="31958"/>
                  <a:pt x="63479" y="32020"/>
                </a:cubicBezTo>
                <a:cubicBezTo>
                  <a:pt x="63516" y="32020"/>
                  <a:pt x="63516" y="32096"/>
                  <a:pt x="63552" y="32096"/>
                </a:cubicBezTo>
                <a:cubicBezTo>
                  <a:pt x="63552" y="32096"/>
                  <a:pt x="63589" y="32096"/>
                  <a:pt x="63626" y="32096"/>
                </a:cubicBezTo>
                <a:cubicBezTo>
                  <a:pt x="63663" y="32096"/>
                  <a:pt x="63663" y="32171"/>
                  <a:pt x="63699" y="32246"/>
                </a:cubicBezTo>
                <a:cubicBezTo>
                  <a:pt x="63626" y="32246"/>
                  <a:pt x="63589" y="32171"/>
                  <a:pt x="63552" y="32246"/>
                </a:cubicBezTo>
                <a:cubicBezTo>
                  <a:pt x="63442" y="32246"/>
                  <a:pt x="63405" y="32321"/>
                  <a:pt x="63332" y="32321"/>
                </a:cubicBezTo>
                <a:cubicBezTo>
                  <a:pt x="63295" y="32396"/>
                  <a:pt x="63258" y="32396"/>
                  <a:pt x="63258" y="32396"/>
                </a:cubicBezTo>
                <a:cubicBezTo>
                  <a:pt x="63258" y="32472"/>
                  <a:pt x="63258" y="32547"/>
                  <a:pt x="63258" y="32547"/>
                </a:cubicBezTo>
                <a:cubicBezTo>
                  <a:pt x="63295" y="32697"/>
                  <a:pt x="63332" y="32772"/>
                  <a:pt x="63405" y="32772"/>
                </a:cubicBezTo>
                <a:lnTo>
                  <a:pt x="63442" y="32772"/>
                </a:lnTo>
                <a:cubicBezTo>
                  <a:pt x="63479" y="32772"/>
                  <a:pt x="63516" y="32848"/>
                  <a:pt x="63516" y="32848"/>
                </a:cubicBezTo>
                <a:cubicBezTo>
                  <a:pt x="63552" y="32848"/>
                  <a:pt x="63589" y="32848"/>
                  <a:pt x="63626" y="32848"/>
                </a:cubicBezTo>
                <a:cubicBezTo>
                  <a:pt x="63663" y="32848"/>
                  <a:pt x="63699" y="32848"/>
                  <a:pt x="63730" y="32848"/>
                </a:cubicBezTo>
                <a:cubicBezTo>
                  <a:pt x="63803" y="32772"/>
                  <a:pt x="63803" y="32622"/>
                  <a:pt x="63840" y="32547"/>
                </a:cubicBezTo>
                <a:cubicBezTo>
                  <a:pt x="63877" y="32472"/>
                  <a:pt x="63877" y="32396"/>
                  <a:pt x="63914" y="32396"/>
                </a:cubicBezTo>
                <a:cubicBezTo>
                  <a:pt x="63987" y="32396"/>
                  <a:pt x="63987" y="32396"/>
                  <a:pt x="64024" y="32472"/>
                </a:cubicBezTo>
                <a:cubicBezTo>
                  <a:pt x="64061" y="32472"/>
                  <a:pt x="64098" y="32472"/>
                  <a:pt x="64098" y="32547"/>
                </a:cubicBezTo>
                <a:cubicBezTo>
                  <a:pt x="64134" y="32547"/>
                  <a:pt x="64171" y="32622"/>
                  <a:pt x="64171" y="32622"/>
                </a:cubicBezTo>
                <a:cubicBezTo>
                  <a:pt x="64171" y="32697"/>
                  <a:pt x="64171" y="32772"/>
                  <a:pt x="64208" y="32772"/>
                </a:cubicBezTo>
                <a:cubicBezTo>
                  <a:pt x="64208" y="32848"/>
                  <a:pt x="64171" y="32923"/>
                  <a:pt x="64208" y="32923"/>
                </a:cubicBezTo>
                <a:cubicBezTo>
                  <a:pt x="64208" y="32985"/>
                  <a:pt x="64245" y="32985"/>
                  <a:pt x="64275" y="32985"/>
                </a:cubicBezTo>
                <a:lnTo>
                  <a:pt x="64312" y="33073"/>
                </a:lnTo>
                <a:cubicBezTo>
                  <a:pt x="64349" y="33073"/>
                  <a:pt x="64385" y="33136"/>
                  <a:pt x="64385" y="33211"/>
                </a:cubicBezTo>
                <a:cubicBezTo>
                  <a:pt x="64385" y="33211"/>
                  <a:pt x="64385" y="33286"/>
                  <a:pt x="64349" y="33286"/>
                </a:cubicBezTo>
                <a:cubicBezTo>
                  <a:pt x="64312" y="33437"/>
                  <a:pt x="64245" y="33437"/>
                  <a:pt x="64171" y="33512"/>
                </a:cubicBezTo>
                <a:cubicBezTo>
                  <a:pt x="64171" y="33512"/>
                  <a:pt x="64098" y="33512"/>
                  <a:pt x="64098" y="33587"/>
                </a:cubicBezTo>
                <a:cubicBezTo>
                  <a:pt x="64098" y="33587"/>
                  <a:pt x="64098" y="33662"/>
                  <a:pt x="64098" y="33737"/>
                </a:cubicBezTo>
                <a:cubicBezTo>
                  <a:pt x="64098" y="33813"/>
                  <a:pt x="64098" y="33888"/>
                  <a:pt x="64098" y="33963"/>
                </a:cubicBezTo>
                <a:cubicBezTo>
                  <a:pt x="63950" y="33963"/>
                  <a:pt x="63950" y="33963"/>
                  <a:pt x="63950" y="33963"/>
                </a:cubicBezTo>
                <a:cubicBezTo>
                  <a:pt x="63914" y="33963"/>
                  <a:pt x="63877" y="33963"/>
                  <a:pt x="63840" y="33963"/>
                </a:cubicBezTo>
                <a:cubicBezTo>
                  <a:pt x="63840" y="33888"/>
                  <a:pt x="63803" y="33888"/>
                  <a:pt x="63803" y="33888"/>
                </a:cubicBezTo>
                <a:cubicBezTo>
                  <a:pt x="63773" y="33888"/>
                  <a:pt x="63773" y="33813"/>
                  <a:pt x="63773" y="33737"/>
                </a:cubicBezTo>
                <a:cubicBezTo>
                  <a:pt x="63730" y="33737"/>
                  <a:pt x="63773" y="33662"/>
                  <a:pt x="63773" y="33587"/>
                </a:cubicBezTo>
                <a:cubicBezTo>
                  <a:pt x="63730" y="33587"/>
                  <a:pt x="63730" y="33512"/>
                  <a:pt x="63699" y="33437"/>
                </a:cubicBezTo>
                <a:cubicBezTo>
                  <a:pt x="63699" y="33437"/>
                  <a:pt x="63626" y="33512"/>
                  <a:pt x="63626" y="33437"/>
                </a:cubicBezTo>
                <a:cubicBezTo>
                  <a:pt x="63626" y="33437"/>
                  <a:pt x="63626" y="33361"/>
                  <a:pt x="63626" y="33286"/>
                </a:cubicBezTo>
                <a:lnTo>
                  <a:pt x="63626" y="33211"/>
                </a:lnTo>
                <a:cubicBezTo>
                  <a:pt x="63479" y="33211"/>
                  <a:pt x="63479" y="33211"/>
                  <a:pt x="63479" y="33211"/>
                </a:cubicBezTo>
                <a:cubicBezTo>
                  <a:pt x="63442" y="33286"/>
                  <a:pt x="63442" y="33361"/>
                  <a:pt x="63405" y="33437"/>
                </a:cubicBezTo>
                <a:cubicBezTo>
                  <a:pt x="63369" y="33512"/>
                  <a:pt x="63332" y="33512"/>
                  <a:pt x="63332" y="33587"/>
                </a:cubicBezTo>
                <a:cubicBezTo>
                  <a:pt x="63295" y="33587"/>
                  <a:pt x="63258" y="33587"/>
                  <a:pt x="63258" y="33662"/>
                </a:cubicBezTo>
                <a:cubicBezTo>
                  <a:pt x="63228" y="33662"/>
                  <a:pt x="63258" y="33737"/>
                  <a:pt x="63258" y="33813"/>
                </a:cubicBezTo>
                <a:cubicBezTo>
                  <a:pt x="63258" y="33813"/>
                  <a:pt x="63258" y="33888"/>
                  <a:pt x="63258" y="33963"/>
                </a:cubicBezTo>
                <a:cubicBezTo>
                  <a:pt x="63258" y="33963"/>
                  <a:pt x="63228" y="34038"/>
                  <a:pt x="63228" y="34101"/>
                </a:cubicBezTo>
                <a:cubicBezTo>
                  <a:pt x="63191" y="34101"/>
                  <a:pt x="63191" y="34176"/>
                  <a:pt x="63154" y="34176"/>
                </a:cubicBezTo>
                <a:cubicBezTo>
                  <a:pt x="63154" y="34251"/>
                  <a:pt x="63154" y="34326"/>
                  <a:pt x="63154" y="34326"/>
                </a:cubicBezTo>
                <a:cubicBezTo>
                  <a:pt x="63154" y="34402"/>
                  <a:pt x="63117" y="34477"/>
                  <a:pt x="63117" y="34552"/>
                </a:cubicBezTo>
                <a:cubicBezTo>
                  <a:pt x="63117" y="34627"/>
                  <a:pt x="63117" y="34702"/>
                  <a:pt x="63117" y="34778"/>
                </a:cubicBezTo>
                <a:cubicBezTo>
                  <a:pt x="63117" y="34853"/>
                  <a:pt x="63154" y="34853"/>
                  <a:pt x="63154" y="34928"/>
                </a:cubicBezTo>
                <a:cubicBezTo>
                  <a:pt x="63154" y="35003"/>
                  <a:pt x="63191" y="35003"/>
                  <a:pt x="63191" y="35078"/>
                </a:cubicBezTo>
                <a:cubicBezTo>
                  <a:pt x="63191" y="35154"/>
                  <a:pt x="63154" y="35154"/>
                  <a:pt x="63117" y="35216"/>
                </a:cubicBezTo>
                <a:cubicBezTo>
                  <a:pt x="63117" y="35291"/>
                  <a:pt x="63081" y="35291"/>
                  <a:pt x="63044" y="35367"/>
                </a:cubicBezTo>
                <a:cubicBezTo>
                  <a:pt x="63044" y="35442"/>
                  <a:pt x="63044" y="35442"/>
                  <a:pt x="63044" y="35517"/>
                </a:cubicBezTo>
                <a:cubicBezTo>
                  <a:pt x="63117" y="35667"/>
                  <a:pt x="63117" y="35667"/>
                  <a:pt x="63117" y="35667"/>
                </a:cubicBezTo>
                <a:cubicBezTo>
                  <a:pt x="63081" y="35818"/>
                  <a:pt x="63081" y="35818"/>
                  <a:pt x="63081" y="35818"/>
                </a:cubicBezTo>
                <a:cubicBezTo>
                  <a:pt x="63081" y="35818"/>
                  <a:pt x="63044" y="35818"/>
                  <a:pt x="63007" y="35818"/>
                </a:cubicBezTo>
                <a:cubicBezTo>
                  <a:pt x="62934" y="35818"/>
                  <a:pt x="62934" y="35667"/>
                  <a:pt x="62860" y="35667"/>
                </a:cubicBezTo>
                <a:cubicBezTo>
                  <a:pt x="62787" y="35667"/>
                  <a:pt x="62756" y="35667"/>
                  <a:pt x="62713" y="35667"/>
                </a:cubicBezTo>
                <a:cubicBezTo>
                  <a:pt x="62646" y="35667"/>
                  <a:pt x="62609" y="35667"/>
                  <a:pt x="62572" y="35667"/>
                </a:cubicBezTo>
                <a:cubicBezTo>
                  <a:pt x="62535" y="35667"/>
                  <a:pt x="62499" y="35667"/>
                  <a:pt x="62462" y="35743"/>
                </a:cubicBezTo>
                <a:cubicBezTo>
                  <a:pt x="62462" y="35818"/>
                  <a:pt x="62425" y="35818"/>
                  <a:pt x="62425" y="35893"/>
                </a:cubicBezTo>
                <a:cubicBezTo>
                  <a:pt x="62425" y="35968"/>
                  <a:pt x="62462" y="35968"/>
                  <a:pt x="62462" y="36043"/>
                </a:cubicBezTo>
                <a:cubicBezTo>
                  <a:pt x="62499" y="36181"/>
                  <a:pt x="62535" y="36181"/>
                  <a:pt x="62572" y="36256"/>
                </a:cubicBezTo>
                <a:cubicBezTo>
                  <a:pt x="62572" y="36407"/>
                  <a:pt x="62572" y="36407"/>
                  <a:pt x="62572" y="36407"/>
                </a:cubicBezTo>
                <a:cubicBezTo>
                  <a:pt x="62499" y="36482"/>
                  <a:pt x="62499" y="36482"/>
                  <a:pt x="62499" y="36482"/>
                </a:cubicBezTo>
                <a:cubicBezTo>
                  <a:pt x="62388" y="36332"/>
                  <a:pt x="62352" y="36256"/>
                  <a:pt x="62241" y="36119"/>
                </a:cubicBezTo>
                <a:cubicBezTo>
                  <a:pt x="62211" y="36119"/>
                  <a:pt x="62211" y="36119"/>
                  <a:pt x="62174" y="36043"/>
                </a:cubicBezTo>
                <a:cubicBezTo>
                  <a:pt x="62137" y="35968"/>
                  <a:pt x="62137" y="35893"/>
                  <a:pt x="62101" y="35893"/>
                </a:cubicBezTo>
                <a:cubicBezTo>
                  <a:pt x="62101" y="35818"/>
                  <a:pt x="62064" y="35818"/>
                  <a:pt x="62027" y="35818"/>
                </a:cubicBezTo>
                <a:cubicBezTo>
                  <a:pt x="62027" y="35818"/>
                  <a:pt x="61990" y="35893"/>
                  <a:pt x="61954" y="35893"/>
                </a:cubicBezTo>
                <a:cubicBezTo>
                  <a:pt x="61917" y="35968"/>
                  <a:pt x="61880" y="36043"/>
                  <a:pt x="61807" y="36119"/>
                </a:cubicBezTo>
                <a:cubicBezTo>
                  <a:pt x="61770" y="36119"/>
                  <a:pt x="61770" y="36181"/>
                  <a:pt x="61739" y="36181"/>
                </a:cubicBezTo>
                <a:cubicBezTo>
                  <a:pt x="61739" y="36181"/>
                  <a:pt x="61696" y="36181"/>
                  <a:pt x="61666" y="36181"/>
                </a:cubicBezTo>
                <a:cubicBezTo>
                  <a:pt x="61666" y="36256"/>
                  <a:pt x="61629" y="36256"/>
                  <a:pt x="61592" y="36256"/>
                </a:cubicBezTo>
                <a:cubicBezTo>
                  <a:pt x="61592" y="36332"/>
                  <a:pt x="61592" y="36407"/>
                  <a:pt x="61555" y="36407"/>
                </a:cubicBezTo>
                <a:cubicBezTo>
                  <a:pt x="61519" y="36482"/>
                  <a:pt x="61519" y="36482"/>
                  <a:pt x="61482" y="36557"/>
                </a:cubicBezTo>
                <a:cubicBezTo>
                  <a:pt x="61408" y="36632"/>
                  <a:pt x="61372" y="36557"/>
                  <a:pt x="61261" y="36557"/>
                </a:cubicBezTo>
                <a:cubicBezTo>
                  <a:pt x="61225" y="36557"/>
                  <a:pt x="61194" y="36557"/>
                  <a:pt x="61120" y="36632"/>
                </a:cubicBezTo>
                <a:cubicBezTo>
                  <a:pt x="61084" y="36632"/>
                  <a:pt x="61084" y="36708"/>
                  <a:pt x="61047" y="36708"/>
                </a:cubicBezTo>
                <a:cubicBezTo>
                  <a:pt x="61010" y="36783"/>
                  <a:pt x="60973" y="36783"/>
                  <a:pt x="60937" y="36783"/>
                </a:cubicBezTo>
                <a:cubicBezTo>
                  <a:pt x="60863" y="36783"/>
                  <a:pt x="60790" y="36783"/>
                  <a:pt x="60716" y="36632"/>
                </a:cubicBezTo>
                <a:cubicBezTo>
                  <a:pt x="60679" y="36482"/>
                  <a:pt x="60679" y="36332"/>
                  <a:pt x="60679" y="36119"/>
                </a:cubicBezTo>
                <a:cubicBezTo>
                  <a:pt x="60539" y="36119"/>
                  <a:pt x="60539" y="36119"/>
                  <a:pt x="60539" y="36119"/>
                </a:cubicBezTo>
                <a:cubicBezTo>
                  <a:pt x="60539" y="36181"/>
                  <a:pt x="60502" y="36181"/>
                  <a:pt x="60502" y="36181"/>
                </a:cubicBezTo>
                <a:cubicBezTo>
                  <a:pt x="60465" y="36256"/>
                  <a:pt x="60465" y="36332"/>
                  <a:pt x="60465" y="36332"/>
                </a:cubicBezTo>
                <a:cubicBezTo>
                  <a:pt x="60428" y="36332"/>
                  <a:pt x="60392" y="36332"/>
                  <a:pt x="60392" y="36332"/>
                </a:cubicBezTo>
                <a:cubicBezTo>
                  <a:pt x="60355" y="36332"/>
                  <a:pt x="60318" y="36256"/>
                  <a:pt x="60281" y="36256"/>
                </a:cubicBezTo>
                <a:cubicBezTo>
                  <a:pt x="60140" y="36256"/>
                  <a:pt x="60140" y="36256"/>
                  <a:pt x="60140" y="36256"/>
                </a:cubicBezTo>
                <a:cubicBezTo>
                  <a:pt x="60104" y="36256"/>
                  <a:pt x="60067" y="36332"/>
                  <a:pt x="60000" y="36332"/>
                </a:cubicBezTo>
                <a:cubicBezTo>
                  <a:pt x="60000" y="36482"/>
                  <a:pt x="60030" y="36557"/>
                  <a:pt x="60000" y="36783"/>
                </a:cubicBezTo>
                <a:cubicBezTo>
                  <a:pt x="59852" y="36783"/>
                  <a:pt x="59852" y="36783"/>
                  <a:pt x="59852" y="36783"/>
                </a:cubicBezTo>
                <a:cubicBezTo>
                  <a:pt x="59816" y="36783"/>
                  <a:pt x="59779" y="36783"/>
                  <a:pt x="59742" y="36708"/>
                </a:cubicBezTo>
                <a:cubicBezTo>
                  <a:pt x="59742" y="36708"/>
                  <a:pt x="59705" y="36708"/>
                  <a:pt x="59669" y="36632"/>
                </a:cubicBezTo>
                <a:cubicBezTo>
                  <a:pt x="59669" y="36482"/>
                  <a:pt x="59669" y="36407"/>
                  <a:pt x="59638" y="36256"/>
                </a:cubicBezTo>
                <a:cubicBezTo>
                  <a:pt x="59601" y="36332"/>
                  <a:pt x="59601" y="36332"/>
                  <a:pt x="59601" y="36332"/>
                </a:cubicBezTo>
                <a:cubicBezTo>
                  <a:pt x="59454" y="36332"/>
                  <a:pt x="59454" y="36332"/>
                  <a:pt x="59454" y="36332"/>
                </a:cubicBezTo>
                <a:cubicBezTo>
                  <a:pt x="59454" y="36119"/>
                  <a:pt x="59454" y="36119"/>
                  <a:pt x="59454" y="36119"/>
                </a:cubicBezTo>
                <a:cubicBezTo>
                  <a:pt x="59454" y="36043"/>
                  <a:pt x="59418" y="36043"/>
                  <a:pt x="59418" y="35968"/>
                </a:cubicBezTo>
                <a:cubicBezTo>
                  <a:pt x="59418" y="35893"/>
                  <a:pt x="59454" y="35893"/>
                  <a:pt x="59454" y="35818"/>
                </a:cubicBezTo>
                <a:cubicBezTo>
                  <a:pt x="59742" y="35818"/>
                  <a:pt x="59742" y="35818"/>
                  <a:pt x="59742" y="35818"/>
                </a:cubicBezTo>
                <a:cubicBezTo>
                  <a:pt x="59779" y="35818"/>
                  <a:pt x="59816" y="35893"/>
                  <a:pt x="59889" y="35893"/>
                </a:cubicBezTo>
                <a:cubicBezTo>
                  <a:pt x="59926" y="35893"/>
                  <a:pt x="59926" y="35968"/>
                  <a:pt x="59963" y="36043"/>
                </a:cubicBezTo>
                <a:cubicBezTo>
                  <a:pt x="60000" y="36043"/>
                  <a:pt x="60000" y="36119"/>
                  <a:pt x="60067" y="36119"/>
                </a:cubicBezTo>
                <a:cubicBezTo>
                  <a:pt x="60104" y="36119"/>
                  <a:pt x="60140" y="36043"/>
                  <a:pt x="60177" y="36043"/>
                </a:cubicBezTo>
                <a:cubicBezTo>
                  <a:pt x="60208" y="35968"/>
                  <a:pt x="60208" y="35893"/>
                  <a:pt x="60208" y="35743"/>
                </a:cubicBezTo>
                <a:cubicBezTo>
                  <a:pt x="60208" y="35592"/>
                  <a:pt x="60177" y="35517"/>
                  <a:pt x="60177" y="35367"/>
                </a:cubicBezTo>
                <a:cubicBezTo>
                  <a:pt x="60177" y="35291"/>
                  <a:pt x="60208" y="35291"/>
                  <a:pt x="60208" y="35154"/>
                </a:cubicBezTo>
                <a:cubicBezTo>
                  <a:pt x="60245" y="35078"/>
                  <a:pt x="60281" y="35078"/>
                  <a:pt x="60281" y="35003"/>
                </a:cubicBezTo>
                <a:cubicBezTo>
                  <a:pt x="60281" y="34853"/>
                  <a:pt x="60281" y="34778"/>
                  <a:pt x="60281" y="34702"/>
                </a:cubicBezTo>
                <a:cubicBezTo>
                  <a:pt x="60140" y="34702"/>
                  <a:pt x="60140" y="34702"/>
                  <a:pt x="60140" y="34702"/>
                </a:cubicBezTo>
                <a:cubicBezTo>
                  <a:pt x="60104" y="34702"/>
                  <a:pt x="60104" y="34778"/>
                  <a:pt x="60067" y="34778"/>
                </a:cubicBezTo>
                <a:cubicBezTo>
                  <a:pt x="60030" y="34778"/>
                  <a:pt x="59963" y="34702"/>
                  <a:pt x="59926" y="34778"/>
                </a:cubicBezTo>
                <a:cubicBezTo>
                  <a:pt x="59889" y="34778"/>
                  <a:pt x="59889" y="34778"/>
                  <a:pt x="59852" y="34853"/>
                </a:cubicBezTo>
                <a:cubicBezTo>
                  <a:pt x="59852" y="34853"/>
                  <a:pt x="59852" y="34928"/>
                  <a:pt x="59816" y="35003"/>
                </a:cubicBezTo>
                <a:cubicBezTo>
                  <a:pt x="59816" y="35003"/>
                  <a:pt x="59779" y="35154"/>
                  <a:pt x="59742" y="35154"/>
                </a:cubicBezTo>
                <a:cubicBezTo>
                  <a:pt x="59705" y="35154"/>
                  <a:pt x="59705" y="35154"/>
                  <a:pt x="59705" y="35154"/>
                </a:cubicBezTo>
                <a:cubicBezTo>
                  <a:pt x="59705" y="35154"/>
                  <a:pt x="59669" y="35078"/>
                  <a:pt x="59638" y="35078"/>
                </a:cubicBezTo>
                <a:cubicBezTo>
                  <a:pt x="59669" y="34928"/>
                  <a:pt x="59638" y="34853"/>
                  <a:pt x="59669" y="34778"/>
                </a:cubicBezTo>
                <a:cubicBezTo>
                  <a:pt x="59669" y="34702"/>
                  <a:pt x="59742" y="34702"/>
                  <a:pt x="59742" y="34627"/>
                </a:cubicBezTo>
                <a:cubicBezTo>
                  <a:pt x="59742" y="34627"/>
                  <a:pt x="59742" y="34552"/>
                  <a:pt x="59742" y="34477"/>
                </a:cubicBezTo>
                <a:cubicBezTo>
                  <a:pt x="59742" y="34251"/>
                  <a:pt x="59742" y="34251"/>
                  <a:pt x="59742" y="34251"/>
                </a:cubicBezTo>
                <a:cubicBezTo>
                  <a:pt x="59705" y="34326"/>
                  <a:pt x="59669" y="34326"/>
                  <a:pt x="59601" y="34326"/>
                </a:cubicBezTo>
                <a:cubicBezTo>
                  <a:pt x="59601" y="34326"/>
                  <a:pt x="59565" y="34326"/>
                  <a:pt x="59565" y="34251"/>
                </a:cubicBezTo>
                <a:cubicBezTo>
                  <a:pt x="59565" y="34176"/>
                  <a:pt x="59565" y="34176"/>
                  <a:pt x="59565" y="34101"/>
                </a:cubicBezTo>
                <a:cubicBezTo>
                  <a:pt x="59601" y="34038"/>
                  <a:pt x="59638" y="33963"/>
                  <a:pt x="59638" y="33813"/>
                </a:cubicBezTo>
                <a:cubicBezTo>
                  <a:pt x="59669" y="33813"/>
                  <a:pt x="59638" y="33737"/>
                  <a:pt x="59638" y="33662"/>
                </a:cubicBezTo>
                <a:cubicBezTo>
                  <a:pt x="59638" y="33662"/>
                  <a:pt x="59669" y="33587"/>
                  <a:pt x="59638" y="33512"/>
                </a:cubicBezTo>
                <a:cubicBezTo>
                  <a:pt x="59638" y="33437"/>
                  <a:pt x="59601" y="33437"/>
                  <a:pt x="59601" y="33361"/>
                </a:cubicBezTo>
                <a:cubicBezTo>
                  <a:pt x="59601" y="33361"/>
                  <a:pt x="59601" y="33286"/>
                  <a:pt x="59565" y="33211"/>
                </a:cubicBezTo>
                <a:cubicBezTo>
                  <a:pt x="59528" y="33211"/>
                  <a:pt x="59565" y="33136"/>
                  <a:pt x="59528" y="33136"/>
                </a:cubicBezTo>
                <a:cubicBezTo>
                  <a:pt x="59491" y="33136"/>
                  <a:pt x="59454" y="33136"/>
                  <a:pt x="59454" y="33136"/>
                </a:cubicBezTo>
                <a:cubicBezTo>
                  <a:pt x="59418" y="33136"/>
                  <a:pt x="59381" y="33211"/>
                  <a:pt x="59344" y="33211"/>
                </a:cubicBezTo>
                <a:cubicBezTo>
                  <a:pt x="59344" y="33361"/>
                  <a:pt x="59344" y="33437"/>
                  <a:pt x="59307" y="33512"/>
                </a:cubicBezTo>
                <a:cubicBezTo>
                  <a:pt x="59271" y="33662"/>
                  <a:pt x="59271" y="33737"/>
                  <a:pt x="59197" y="33813"/>
                </a:cubicBezTo>
                <a:cubicBezTo>
                  <a:pt x="59160" y="33813"/>
                  <a:pt x="59160" y="33813"/>
                  <a:pt x="59130" y="33813"/>
                </a:cubicBezTo>
                <a:cubicBezTo>
                  <a:pt x="59093" y="33813"/>
                  <a:pt x="59056" y="33813"/>
                  <a:pt x="59056" y="33813"/>
                </a:cubicBezTo>
                <a:cubicBezTo>
                  <a:pt x="59019" y="33813"/>
                  <a:pt x="58983" y="33888"/>
                  <a:pt x="58983" y="33963"/>
                </a:cubicBezTo>
                <a:cubicBezTo>
                  <a:pt x="58983" y="34038"/>
                  <a:pt x="59019" y="34101"/>
                  <a:pt x="59019" y="34176"/>
                </a:cubicBezTo>
                <a:cubicBezTo>
                  <a:pt x="59019" y="34251"/>
                  <a:pt x="59019" y="34251"/>
                  <a:pt x="59019" y="34251"/>
                </a:cubicBezTo>
                <a:cubicBezTo>
                  <a:pt x="59019" y="34326"/>
                  <a:pt x="59019" y="34402"/>
                  <a:pt x="58983" y="34402"/>
                </a:cubicBezTo>
                <a:cubicBezTo>
                  <a:pt x="58983" y="34402"/>
                  <a:pt x="58946" y="34402"/>
                  <a:pt x="58909" y="34402"/>
                </a:cubicBezTo>
                <a:cubicBezTo>
                  <a:pt x="58909" y="34477"/>
                  <a:pt x="58872" y="34477"/>
                  <a:pt x="58836" y="34477"/>
                </a:cubicBezTo>
                <a:cubicBezTo>
                  <a:pt x="58762" y="34552"/>
                  <a:pt x="58725" y="34627"/>
                  <a:pt x="58725" y="34778"/>
                </a:cubicBezTo>
                <a:cubicBezTo>
                  <a:pt x="58725" y="34928"/>
                  <a:pt x="58762" y="35003"/>
                  <a:pt x="58799" y="35154"/>
                </a:cubicBezTo>
                <a:cubicBezTo>
                  <a:pt x="58799" y="35216"/>
                  <a:pt x="58836" y="35216"/>
                  <a:pt x="58836" y="35291"/>
                </a:cubicBezTo>
                <a:cubicBezTo>
                  <a:pt x="58872" y="35291"/>
                  <a:pt x="58909" y="35291"/>
                  <a:pt x="58909" y="35291"/>
                </a:cubicBezTo>
                <a:cubicBezTo>
                  <a:pt x="58946" y="35367"/>
                  <a:pt x="58946" y="35367"/>
                  <a:pt x="58983" y="35442"/>
                </a:cubicBezTo>
                <a:cubicBezTo>
                  <a:pt x="58983" y="35442"/>
                  <a:pt x="58983" y="35517"/>
                  <a:pt x="58983" y="35592"/>
                </a:cubicBezTo>
                <a:cubicBezTo>
                  <a:pt x="58983" y="35592"/>
                  <a:pt x="58909" y="35667"/>
                  <a:pt x="58909" y="35743"/>
                </a:cubicBezTo>
                <a:cubicBezTo>
                  <a:pt x="58909" y="35818"/>
                  <a:pt x="58946" y="35818"/>
                  <a:pt x="58946" y="35893"/>
                </a:cubicBezTo>
                <a:cubicBezTo>
                  <a:pt x="58946" y="36043"/>
                  <a:pt x="58946" y="36043"/>
                  <a:pt x="58946" y="36043"/>
                </a:cubicBezTo>
                <a:cubicBezTo>
                  <a:pt x="58946" y="36119"/>
                  <a:pt x="58909" y="36119"/>
                  <a:pt x="58909" y="36256"/>
                </a:cubicBezTo>
                <a:cubicBezTo>
                  <a:pt x="58909" y="36256"/>
                  <a:pt x="58909" y="36256"/>
                  <a:pt x="58909" y="36332"/>
                </a:cubicBezTo>
                <a:cubicBezTo>
                  <a:pt x="58909" y="36407"/>
                  <a:pt x="58909" y="36407"/>
                  <a:pt x="58946" y="36482"/>
                </a:cubicBezTo>
                <a:cubicBezTo>
                  <a:pt x="58946" y="36557"/>
                  <a:pt x="58983" y="36557"/>
                  <a:pt x="58983" y="36632"/>
                </a:cubicBezTo>
                <a:cubicBezTo>
                  <a:pt x="59019" y="36708"/>
                  <a:pt x="59056" y="36783"/>
                  <a:pt x="59056" y="36933"/>
                </a:cubicBezTo>
                <a:cubicBezTo>
                  <a:pt x="59056" y="37159"/>
                  <a:pt x="59056" y="37159"/>
                  <a:pt x="59056" y="37159"/>
                </a:cubicBezTo>
                <a:cubicBezTo>
                  <a:pt x="58946" y="37159"/>
                  <a:pt x="58946" y="37159"/>
                  <a:pt x="58946" y="37159"/>
                </a:cubicBezTo>
                <a:cubicBezTo>
                  <a:pt x="58909" y="37159"/>
                  <a:pt x="58872" y="37234"/>
                  <a:pt x="58836" y="37234"/>
                </a:cubicBezTo>
                <a:cubicBezTo>
                  <a:pt x="58762" y="37234"/>
                  <a:pt x="58725" y="37234"/>
                  <a:pt x="58652" y="37234"/>
                </a:cubicBezTo>
                <a:cubicBezTo>
                  <a:pt x="58584" y="37234"/>
                  <a:pt x="58584" y="37234"/>
                  <a:pt x="58584" y="37234"/>
                </a:cubicBezTo>
                <a:cubicBezTo>
                  <a:pt x="58548" y="37234"/>
                  <a:pt x="58511" y="37234"/>
                  <a:pt x="58474" y="37234"/>
                </a:cubicBezTo>
                <a:cubicBezTo>
                  <a:pt x="58401" y="37234"/>
                  <a:pt x="58364" y="37234"/>
                  <a:pt x="58290" y="37234"/>
                </a:cubicBezTo>
                <a:cubicBezTo>
                  <a:pt x="58217" y="37234"/>
                  <a:pt x="58180" y="37234"/>
                  <a:pt x="58143" y="37234"/>
                </a:cubicBezTo>
                <a:cubicBezTo>
                  <a:pt x="58113" y="37297"/>
                  <a:pt x="58143" y="37372"/>
                  <a:pt x="58113" y="37372"/>
                </a:cubicBezTo>
                <a:cubicBezTo>
                  <a:pt x="58076" y="37447"/>
                  <a:pt x="58076" y="37447"/>
                  <a:pt x="58039" y="37447"/>
                </a:cubicBezTo>
                <a:cubicBezTo>
                  <a:pt x="58003" y="37522"/>
                  <a:pt x="57929" y="37447"/>
                  <a:pt x="57892" y="37522"/>
                </a:cubicBezTo>
                <a:cubicBezTo>
                  <a:pt x="57856" y="37597"/>
                  <a:pt x="57892" y="37673"/>
                  <a:pt x="57856" y="37673"/>
                </a:cubicBezTo>
                <a:cubicBezTo>
                  <a:pt x="57856" y="37748"/>
                  <a:pt x="57856" y="37748"/>
                  <a:pt x="57819" y="37823"/>
                </a:cubicBezTo>
                <a:cubicBezTo>
                  <a:pt x="57782" y="37973"/>
                  <a:pt x="57745" y="38049"/>
                  <a:pt x="57672" y="38049"/>
                </a:cubicBezTo>
                <a:cubicBezTo>
                  <a:pt x="57635" y="38049"/>
                  <a:pt x="57635" y="37973"/>
                  <a:pt x="57598" y="37973"/>
                </a:cubicBezTo>
                <a:cubicBezTo>
                  <a:pt x="57531" y="37973"/>
                  <a:pt x="57531" y="37973"/>
                  <a:pt x="57531" y="37973"/>
                </a:cubicBezTo>
                <a:cubicBezTo>
                  <a:pt x="57457" y="37973"/>
                  <a:pt x="57457" y="37973"/>
                  <a:pt x="57457" y="37973"/>
                </a:cubicBezTo>
                <a:cubicBezTo>
                  <a:pt x="57457" y="37973"/>
                  <a:pt x="57421" y="38049"/>
                  <a:pt x="57384" y="38049"/>
                </a:cubicBezTo>
                <a:cubicBezTo>
                  <a:pt x="57384" y="38049"/>
                  <a:pt x="57347" y="37973"/>
                  <a:pt x="57310" y="37973"/>
                </a:cubicBezTo>
                <a:cubicBezTo>
                  <a:pt x="57310" y="38274"/>
                  <a:pt x="57310" y="38274"/>
                  <a:pt x="57310" y="38274"/>
                </a:cubicBezTo>
                <a:cubicBezTo>
                  <a:pt x="57457" y="38412"/>
                  <a:pt x="57457" y="38412"/>
                  <a:pt x="57457" y="38412"/>
                </a:cubicBezTo>
                <a:cubicBezTo>
                  <a:pt x="57457" y="38863"/>
                  <a:pt x="57457" y="38863"/>
                  <a:pt x="57457" y="38863"/>
                </a:cubicBezTo>
                <a:cubicBezTo>
                  <a:pt x="57421" y="38863"/>
                  <a:pt x="57384" y="38863"/>
                  <a:pt x="57347" y="38863"/>
                </a:cubicBezTo>
                <a:cubicBezTo>
                  <a:pt x="57347" y="38863"/>
                  <a:pt x="57310" y="38938"/>
                  <a:pt x="57274" y="38938"/>
                </a:cubicBezTo>
                <a:cubicBezTo>
                  <a:pt x="57274" y="38938"/>
                  <a:pt x="57237" y="38938"/>
                  <a:pt x="57237" y="39014"/>
                </a:cubicBezTo>
                <a:cubicBezTo>
                  <a:pt x="57200" y="39014"/>
                  <a:pt x="57163" y="39089"/>
                  <a:pt x="57163" y="39089"/>
                </a:cubicBezTo>
                <a:cubicBezTo>
                  <a:pt x="57096" y="39164"/>
                  <a:pt x="57059" y="39239"/>
                  <a:pt x="57022" y="39314"/>
                </a:cubicBezTo>
                <a:cubicBezTo>
                  <a:pt x="56986" y="39314"/>
                  <a:pt x="56986" y="39377"/>
                  <a:pt x="56949" y="39452"/>
                </a:cubicBezTo>
                <a:cubicBezTo>
                  <a:pt x="56912" y="39452"/>
                  <a:pt x="56912" y="39527"/>
                  <a:pt x="56875" y="39527"/>
                </a:cubicBezTo>
                <a:cubicBezTo>
                  <a:pt x="56802" y="39527"/>
                  <a:pt x="56802" y="39527"/>
                  <a:pt x="56802" y="39527"/>
                </a:cubicBezTo>
                <a:cubicBezTo>
                  <a:pt x="56728" y="39527"/>
                  <a:pt x="56655" y="39527"/>
                  <a:pt x="56581" y="39527"/>
                </a:cubicBezTo>
                <a:cubicBezTo>
                  <a:pt x="56581" y="40417"/>
                  <a:pt x="56581" y="40417"/>
                  <a:pt x="56581" y="40417"/>
                </a:cubicBezTo>
                <a:cubicBezTo>
                  <a:pt x="56477" y="40417"/>
                  <a:pt x="56404" y="40417"/>
                  <a:pt x="56294" y="40417"/>
                </a:cubicBezTo>
                <a:lnTo>
                  <a:pt x="56257" y="40492"/>
                </a:lnTo>
                <a:cubicBezTo>
                  <a:pt x="56220" y="40492"/>
                  <a:pt x="56183" y="40492"/>
                  <a:pt x="56183" y="40492"/>
                </a:cubicBezTo>
                <a:cubicBezTo>
                  <a:pt x="56183" y="40944"/>
                  <a:pt x="56183" y="40944"/>
                  <a:pt x="56183" y="40944"/>
                </a:cubicBezTo>
                <a:cubicBezTo>
                  <a:pt x="55932" y="40944"/>
                  <a:pt x="55932" y="40944"/>
                  <a:pt x="55932" y="40944"/>
                </a:cubicBezTo>
                <a:cubicBezTo>
                  <a:pt x="55895" y="40944"/>
                  <a:pt x="55859" y="40868"/>
                  <a:pt x="55822" y="40868"/>
                </a:cubicBezTo>
                <a:cubicBezTo>
                  <a:pt x="55785" y="40868"/>
                  <a:pt x="55748" y="40868"/>
                  <a:pt x="55712" y="40868"/>
                </a:cubicBezTo>
                <a:cubicBezTo>
                  <a:pt x="55675" y="40868"/>
                  <a:pt x="55638" y="40868"/>
                  <a:pt x="55601" y="40868"/>
                </a:cubicBezTo>
                <a:cubicBezTo>
                  <a:pt x="55601" y="40793"/>
                  <a:pt x="55638" y="40718"/>
                  <a:pt x="55601" y="40718"/>
                </a:cubicBezTo>
                <a:cubicBezTo>
                  <a:pt x="55601" y="40643"/>
                  <a:pt x="55565" y="40568"/>
                  <a:pt x="55534" y="40568"/>
                </a:cubicBezTo>
                <a:cubicBezTo>
                  <a:pt x="55497" y="40568"/>
                  <a:pt x="55460" y="40568"/>
                  <a:pt x="55424" y="40568"/>
                </a:cubicBezTo>
                <a:cubicBezTo>
                  <a:pt x="55424" y="41019"/>
                  <a:pt x="55424" y="41019"/>
                  <a:pt x="55424" y="41019"/>
                </a:cubicBezTo>
                <a:cubicBezTo>
                  <a:pt x="55460" y="41094"/>
                  <a:pt x="55497" y="41094"/>
                  <a:pt x="55565" y="41094"/>
                </a:cubicBezTo>
                <a:cubicBezTo>
                  <a:pt x="55497" y="41395"/>
                  <a:pt x="55497" y="41395"/>
                  <a:pt x="55497" y="41395"/>
                </a:cubicBezTo>
                <a:cubicBezTo>
                  <a:pt x="55534" y="41533"/>
                  <a:pt x="55534" y="41533"/>
                  <a:pt x="55534" y="41533"/>
                </a:cubicBezTo>
                <a:cubicBezTo>
                  <a:pt x="55534" y="41758"/>
                  <a:pt x="55534" y="41758"/>
                  <a:pt x="55534" y="41758"/>
                </a:cubicBezTo>
                <a:cubicBezTo>
                  <a:pt x="55424" y="41758"/>
                  <a:pt x="55387" y="41758"/>
                  <a:pt x="55313" y="41758"/>
                </a:cubicBezTo>
                <a:cubicBezTo>
                  <a:pt x="55277" y="41758"/>
                  <a:pt x="55240" y="41683"/>
                  <a:pt x="55240" y="41683"/>
                </a:cubicBezTo>
                <a:cubicBezTo>
                  <a:pt x="55203" y="41683"/>
                  <a:pt x="55166" y="41683"/>
                  <a:pt x="55166" y="41683"/>
                </a:cubicBezTo>
                <a:cubicBezTo>
                  <a:pt x="55130" y="41683"/>
                  <a:pt x="55130" y="41683"/>
                  <a:pt x="55093" y="41683"/>
                </a:cubicBezTo>
                <a:cubicBezTo>
                  <a:pt x="55062" y="41683"/>
                  <a:pt x="55019" y="41683"/>
                  <a:pt x="54989" y="41683"/>
                </a:cubicBezTo>
                <a:cubicBezTo>
                  <a:pt x="54989" y="41683"/>
                  <a:pt x="54952" y="41608"/>
                  <a:pt x="54915" y="41608"/>
                </a:cubicBezTo>
                <a:cubicBezTo>
                  <a:pt x="54915" y="41533"/>
                  <a:pt x="54915" y="41470"/>
                  <a:pt x="54879" y="41470"/>
                </a:cubicBezTo>
                <a:cubicBezTo>
                  <a:pt x="54842" y="41470"/>
                  <a:pt x="54805" y="41533"/>
                  <a:pt x="54768" y="41533"/>
                </a:cubicBezTo>
                <a:cubicBezTo>
                  <a:pt x="54732" y="41533"/>
                  <a:pt x="54695" y="41533"/>
                  <a:pt x="54695" y="41533"/>
                </a:cubicBezTo>
                <a:cubicBezTo>
                  <a:pt x="54621" y="41533"/>
                  <a:pt x="54584" y="41608"/>
                  <a:pt x="54548" y="41683"/>
                </a:cubicBezTo>
                <a:cubicBezTo>
                  <a:pt x="54517" y="41683"/>
                  <a:pt x="54480" y="41683"/>
                  <a:pt x="54480" y="41758"/>
                </a:cubicBezTo>
                <a:cubicBezTo>
                  <a:pt x="54480" y="41833"/>
                  <a:pt x="54444" y="41833"/>
                  <a:pt x="54444" y="41909"/>
                </a:cubicBezTo>
                <a:cubicBezTo>
                  <a:pt x="54444" y="41984"/>
                  <a:pt x="54480" y="41984"/>
                  <a:pt x="54480" y="42059"/>
                </a:cubicBezTo>
                <a:cubicBezTo>
                  <a:pt x="54517" y="42059"/>
                  <a:pt x="54548" y="42059"/>
                  <a:pt x="54548" y="42059"/>
                </a:cubicBezTo>
                <a:cubicBezTo>
                  <a:pt x="54584" y="42059"/>
                  <a:pt x="54584" y="42134"/>
                  <a:pt x="54621" y="42209"/>
                </a:cubicBezTo>
                <a:cubicBezTo>
                  <a:pt x="54621" y="42209"/>
                  <a:pt x="54658" y="42209"/>
                  <a:pt x="54695" y="42285"/>
                </a:cubicBezTo>
                <a:cubicBezTo>
                  <a:pt x="54695" y="42285"/>
                  <a:pt x="54732" y="42360"/>
                  <a:pt x="54768" y="42360"/>
                </a:cubicBezTo>
                <a:cubicBezTo>
                  <a:pt x="54805" y="42360"/>
                  <a:pt x="54842" y="42360"/>
                  <a:pt x="54915" y="42360"/>
                </a:cubicBezTo>
                <a:cubicBezTo>
                  <a:pt x="54989" y="42360"/>
                  <a:pt x="54989" y="42360"/>
                  <a:pt x="54989" y="42360"/>
                </a:cubicBezTo>
                <a:cubicBezTo>
                  <a:pt x="55019" y="42360"/>
                  <a:pt x="55019" y="42435"/>
                  <a:pt x="55062" y="42435"/>
                </a:cubicBezTo>
                <a:cubicBezTo>
                  <a:pt x="55093" y="42498"/>
                  <a:pt x="55093" y="42498"/>
                  <a:pt x="55130" y="42573"/>
                </a:cubicBezTo>
                <a:cubicBezTo>
                  <a:pt x="55130" y="42573"/>
                  <a:pt x="55166" y="42573"/>
                  <a:pt x="55203" y="42648"/>
                </a:cubicBezTo>
                <a:cubicBezTo>
                  <a:pt x="55203" y="42648"/>
                  <a:pt x="55240" y="42723"/>
                  <a:pt x="55240" y="42798"/>
                </a:cubicBezTo>
                <a:cubicBezTo>
                  <a:pt x="55277" y="42874"/>
                  <a:pt x="55350" y="42949"/>
                  <a:pt x="55387" y="43024"/>
                </a:cubicBezTo>
                <a:cubicBezTo>
                  <a:pt x="55387" y="43763"/>
                  <a:pt x="55387" y="43763"/>
                  <a:pt x="55387" y="43763"/>
                </a:cubicBezTo>
                <a:cubicBezTo>
                  <a:pt x="55424" y="43839"/>
                  <a:pt x="55424" y="43839"/>
                  <a:pt x="55424" y="43914"/>
                </a:cubicBezTo>
                <a:cubicBezTo>
                  <a:pt x="55460" y="43914"/>
                  <a:pt x="55497" y="43989"/>
                  <a:pt x="55497" y="43989"/>
                </a:cubicBezTo>
                <a:cubicBezTo>
                  <a:pt x="55565" y="44064"/>
                  <a:pt x="55601" y="44064"/>
                  <a:pt x="55638" y="44139"/>
                </a:cubicBezTo>
                <a:cubicBezTo>
                  <a:pt x="55675" y="44139"/>
                  <a:pt x="55712" y="44290"/>
                  <a:pt x="55712" y="44365"/>
                </a:cubicBezTo>
                <a:cubicBezTo>
                  <a:pt x="55712" y="44440"/>
                  <a:pt x="55675" y="44515"/>
                  <a:pt x="55675" y="44578"/>
                </a:cubicBezTo>
                <a:cubicBezTo>
                  <a:pt x="55675" y="44653"/>
                  <a:pt x="55638" y="44728"/>
                  <a:pt x="55638" y="44804"/>
                </a:cubicBezTo>
                <a:cubicBezTo>
                  <a:pt x="55638" y="45029"/>
                  <a:pt x="55675" y="45104"/>
                  <a:pt x="55712" y="45330"/>
                </a:cubicBezTo>
                <a:cubicBezTo>
                  <a:pt x="55712" y="45405"/>
                  <a:pt x="55712" y="45480"/>
                  <a:pt x="55712" y="45556"/>
                </a:cubicBezTo>
                <a:cubicBezTo>
                  <a:pt x="55712" y="45631"/>
                  <a:pt x="55712" y="45693"/>
                  <a:pt x="55712" y="45769"/>
                </a:cubicBezTo>
                <a:cubicBezTo>
                  <a:pt x="55675" y="45919"/>
                  <a:pt x="55565" y="45919"/>
                  <a:pt x="55497" y="46069"/>
                </a:cubicBezTo>
                <a:cubicBezTo>
                  <a:pt x="55497" y="46069"/>
                  <a:pt x="55497" y="46145"/>
                  <a:pt x="55497" y="46220"/>
                </a:cubicBezTo>
                <a:cubicBezTo>
                  <a:pt x="55460" y="46220"/>
                  <a:pt x="55460" y="46220"/>
                  <a:pt x="55424" y="46295"/>
                </a:cubicBezTo>
                <a:cubicBezTo>
                  <a:pt x="55350" y="46370"/>
                  <a:pt x="55313" y="46445"/>
                  <a:pt x="55203" y="46445"/>
                </a:cubicBezTo>
                <a:cubicBezTo>
                  <a:pt x="55130" y="46445"/>
                  <a:pt x="55130" y="46445"/>
                  <a:pt x="55130" y="46445"/>
                </a:cubicBezTo>
                <a:cubicBezTo>
                  <a:pt x="55093" y="46445"/>
                  <a:pt x="55093" y="46370"/>
                  <a:pt x="55062" y="46370"/>
                </a:cubicBezTo>
                <a:cubicBezTo>
                  <a:pt x="55019" y="46370"/>
                  <a:pt x="54989" y="46295"/>
                  <a:pt x="54915" y="46295"/>
                </a:cubicBezTo>
                <a:lnTo>
                  <a:pt x="54879" y="46295"/>
                </a:lnTo>
                <a:cubicBezTo>
                  <a:pt x="54805" y="46295"/>
                  <a:pt x="54768" y="46295"/>
                  <a:pt x="54695" y="46295"/>
                </a:cubicBezTo>
                <a:cubicBezTo>
                  <a:pt x="54658" y="46295"/>
                  <a:pt x="54658" y="46220"/>
                  <a:pt x="54621" y="46145"/>
                </a:cubicBezTo>
                <a:cubicBezTo>
                  <a:pt x="54584" y="46145"/>
                  <a:pt x="54584" y="46069"/>
                  <a:pt x="54548" y="45994"/>
                </a:cubicBezTo>
                <a:cubicBezTo>
                  <a:pt x="54517" y="45994"/>
                  <a:pt x="54517" y="45994"/>
                  <a:pt x="54480" y="45994"/>
                </a:cubicBezTo>
                <a:cubicBezTo>
                  <a:pt x="53862" y="45994"/>
                  <a:pt x="53862" y="45994"/>
                  <a:pt x="53862" y="45994"/>
                </a:cubicBezTo>
                <a:cubicBezTo>
                  <a:pt x="53788" y="45994"/>
                  <a:pt x="53751" y="45919"/>
                  <a:pt x="53678" y="45919"/>
                </a:cubicBezTo>
                <a:cubicBezTo>
                  <a:pt x="53641" y="45919"/>
                  <a:pt x="53604" y="45994"/>
                  <a:pt x="53568" y="45919"/>
                </a:cubicBezTo>
                <a:cubicBezTo>
                  <a:pt x="53531" y="45919"/>
                  <a:pt x="53531" y="45769"/>
                  <a:pt x="53500" y="45769"/>
                </a:cubicBezTo>
                <a:cubicBezTo>
                  <a:pt x="53457" y="45769"/>
                  <a:pt x="53457" y="45769"/>
                  <a:pt x="53457" y="45769"/>
                </a:cubicBezTo>
                <a:cubicBezTo>
                  <a:pt x="53427" y="45844"/>
                  <a:pt x="53390" y="45844"/>
                  <a:pt x="53390" y="45844"/>
                </a:cubicBezTo>
                <a:cubicBezTo>
                  <a:pt x="53353" y="45919"/>
                  <a:pt x="53390" y="45994"/>
                  <a:pt x="53390" y="45994"/>
                </a:cubicBezTo>
                <a:cubicBezTo>
                  <a:pt x="53353" y="46069"/>
                  <a:pt x="53353" y="46145"/>
                  <a:pt x="53353" y="46145"/>
                </a:cubicBezTo>
                <a:cubicBezTo>
                  <a:pt x="52986" y="46145"/>
                  <a:pt x="52986" y="46145"/>
                  <a:pt x="52986" y="46145"/>
                </a:cubicBezTo>
                <a:cubicBezTo>
                  <a:pt x="52955" y="46295"/>
                  <a:pt x="52955" y="46295"/>
                  <a:pt x="52955" y="46295"/>
                </a:cubicBezTo>
                <a:cubicBezTo>
                  <a:pt x="52986" y="46370"/>
                  <a:pt x="52986" y="46445"/>
                  <a:pt x="52986" y="46445"/>
                </a:cubicBezTo>
                <a:cubicBezTo>
                  <a:pt x="53029" y="46521"/>
                  <a:pt x="53059" y="46521"/>
                  <a:pt x="53059" y="46596"/>
                </a:cubicBezTo>
                <a:cubicBezTo>
                  <a:pt x="53096" y="46596"/>
                  <a:pt x="53096" y="46659"/>
                  <a:pt x="53096" y="46746"/>
                </a:cubicBezTo>
                <a:cubicBezTo>
                  <a:pt x="53096" y="46884"/>
                  <a:pt x="53096" y="46884"/>
                  <a:pt x="53059" y="46959"/>
                </a:cubicBezTo>
                <a:cubicBezTo>
                  <a:pt x="53059" y="47110"/>
                  <a:pt x="53029" y="47185"/>
                  <a:pt x="53029" y="47335"/>
                </a:cubicBezTo>
                <a:cubicBezTo>
                  <a:pt x="53029" y="47410"/>
                  <a:pt x="53029" y="47486"/>
                  <a:pt x="53029" y="47636"/>
                </a:cubicBezTo>
                <a:cubicBezTo>
                  <a:pt x="53059" y="47636"/>
                  <a:pt x="53059" y="47711"/>
                  <a:pt x="53059" y="47711"/>
                </a:cubicBezTo>
                <a:cubicBezTo>
                  <a:pt x="53096" y="47774"/>
                  <a:pt x="53133" y="47849"/>
                  <a:pt x="53133" y="47924"/>
                </a:cubicBezTo>
                <a:cubicBezTo>
                  <a:pt x="53133" y="48739"/>
                  <a:pt x="53133" y="48739"/>
                  <a:pt x="53133" y="48739"/>
                </a:cubicBezTo>
                <a:cubicBezTo>
                  <a:pt x="53133" y="48814"/>
                  <a:pt x="53133" y="48814"/>
                  <a:pt x="53096" y="48889"/>
                </a:cubicBezTo>
                <a:cubicBezTo>
                  <a:pt x="53096" y="48965"/>
                  <a:pt x="53059" y="48965"/>
                  <a:pt x="53029" y="48965"/>
                </a:cubicBezTo>
                <a:cubicBezTo>
                  <a:pt x="53029" y="49040"/>
                  <a:pt x="53029" y="49115"/>
                  <a:pt x="52986" y="49115"/>
                </a:cubicBezTo>
                <a:cubicBezTo>
                  <a:pt x="52955" y="49265"/>
                  <a:pt x="52918" y="49416"/>
                  <a:pt x="52918" y="49566"/>
                </a:cubicBezTo>
                <a:cubicBezTo>
                  <a:pt x="52918" y="49641"/>
                  <a:pt x="52918" y="49641"/>
                  <a:pt x="52918" y="49716"/>
                </a:cubicBezTo>
                <a:cubicBezTo>
                  <a:pt x="52918" y="49792"/>
                  <a:pt x="52955" y="49792"/>
                  <a:pt x="52986" y="49854"/>
                </a:cubicBezTo>
                <a:cubicBezTo>
                  <a:pt x="52986" y="50005"/>
                  <a:pt x="52986" y="50005"/>
                  <a:pt x="52986" y="50005"/>
                </a:cubicBezTo>
                <a:cubicBezTo>
                  <a:pt x="53029" y="50080"/>
                  <a:pt x="53059" y="50080"/>
                  <a:pt x="53059" y="50155"/>
                </a:cubicBezTo>
                <a:cubicBezTo>
                  <a:pt x="53059" y="50306"/>
                  <a:pt x="53059" y="50306"/>
                  <a:pt x="53059" y="50306"/>
                </a:cubicBezTo>
                <a:cubicBezTo>
                  <a:pt x="53059" y="50456"/>
                  <a:pt x="53059" y="50456"/>
                  <a:pt x="53059" y="50456"/>
                </a:cubicBezTo>
                <a:cubicBezTo>
                  <a:pt x="53059" y="50531"/>
                  <a:pt x="53029" y="50531"/>
                  <a:pt x="52986" y="50606"/>
                </a:cubicBezTo>
                <a:cubicBezTo>
                  <a:pt x="52986" y="50681"/>
                  <a:pt x="52986" y="50757"/>
                  <a:pt x="52986" y="50819"/>
                </a:cubicBezTo>
                <a:cubicBezTo>
                  <a:pt x="52986" y="50970"/>
                  <a:pt x="52986" y="51045"/>
                  <a:pt x="52986" y="51195"/>
                </a:cubicBezTo>
                <a:cubicBezTo>
                  <a:pt x="53206" y="51195"/>
                  <a:pt x="53206" y="51195"/>
                  <a:pt x="53206" y="51195"/>
                </a:cubicBezTo>
                <a:cubicBezTo>
                  <a:pt x="53280" y="51195"/>
                  <a:pt x="53316" y="51120"/>
                  <a:pt x="53390" y="51120"/>
                </a:cubicBezTo>
                <a:cubicBezTo>
                  <a:pt x="53390" y="51120"/>
                  <a:pt x="53427" y="51120"/>
                  <a:pt x="53457" y="51195"/>
                </a:cubicBezTo>
                <a:cubicBezTo>
                  <a:pt x="53457" y="51195"/>
                  <a:pt x="53457" y="51271"/>
                  <a:pt x="53500" y="51346"/>
                </a:cubicBezTo>
                <a:cubicBezTo>
                  <a:pt x="53531" y="51346"/>
                  <a:pt x="53568" y="51346"/>
                  <a:pt x="53604" y="51346"/>
                </a:cubicBezTo>
                <a:cubicBezTo>
                  <a:pt x="53678" y="51346"/>
                  <a:pt x="53715" y="51271"/>
                  <a:pt x="53788" y="51271"/>
                </a:cubicBezTo>
                <a:cubicBezTo>
                  <a:pt x="53825" y="51271"/>
                  <a:pt x="53825" y="51346"/>
                  <a:pt x="53862" y="51346"/>
                </a:cubicBezTo>
                <a:cubicBezTo>
                  <a:pt x="53862" y="51346"/>
                  <a:pt x="53898" y="51421"/>
                  <a:pt x="53935" y="51421"/>
                </a:cubicBezTo>
                <a:cubicBezTo>
                  <a:pt x="53935" y="51421"/>
                  <a:pt x="53972" y="51421"/>
                  <a:pt x="53972" y="51496"/>
                </a:cubicBezTo>
                <a:cubicBezTo>
                  <a:pt x="54045" y="51496"/>
                  <a:pt x="54045" y="51496"/>
                  <a:pt x="54045" y="51496"/>
                </a:cubicBezTo>
                <a:cubicBezTo>
                  <a:pt x="54076" y="51571"/>
                  <a:pt x="54076" y="51646"/>
                  <a:pt x="54113" y="51646"/>
                </a:cubicBezTo>
                <a:cubicBezTo>
                  <a:pt x="54113" y="51722"/>
                  <a:pt x="54150" y="51797"/>
                  <a:pt x="54150" y="51797"/>
                </a:cubicBezTo>
                <a:cubicBezTo>
                  <a:pt x="54186" y="51872"/>
                  <a:pt x="54150" y="51935"/>
                  <a:pt x="54186" y="51935"/>
                </a:cubicBezTo>
                <a:cubicBezTo>
                  <a:pt x="54186" y="52010"/>
                  <a:pt x="54223" y="52010"/>
                  <a:pt x="54260" y="52085"/>
                </a:cubicBezTo>
                <a:cubicBezTo>
                  <a:pt x="54297" y="51872"/>
                  <a:pt x="54297" y="51872"/>
                  <a:pt x="54297" y="51872"/>
                </a:cubicBezTo>
                <a:cubicBezTo>
                  <a:pt x="54223" y="51872"/>
                  <a:pt x="54223" y="51872"/>
                  <a:pt x="54223" y="51872"/>
                </a:cubicBezTo>
                <a:cubicBezTo>
                  <a:pt x="54223" y="51872"/>
                  <a:pt x="54260" y="51797"/>
                  <a:pt x="54297" y="51797"/>
                </a:cubicBezTo>
                <a:cubicBezTo>
                  <a:pt x="54333" y="51797"/>
                  <a:pt x="54370" y="51797"/>
                  <a:pt x="54444" y="51797"/>
                </a:cubicBezTo>
                <a:cubicBezTo>
                  <a:pt x="54480" y="51797"/>
                  <a:pt x="54517" y="51722"/>
                  <a:pt x="54548" y="51722"/>
                </a:cubicBezTo>
                <a:cubicBezTo>
                  <a:pt x="54584" y="51722"/>
                  <a:pt x="54621" y="51646"/>
                  <a:pt x="54621" y="51571"/>
                </a:cubicBezTo>
                <a:cubicBezTo>
                  <a:pt x="54695" y="51496"/>
                  <a:pt x="54732" y="51496"/>
                  <a:pt x="54768" y="51421"/>
                </a:cubicBezTo>
                <a:cubicBezTo>
                  <a:pt x="54805" y="51346"/>
                  <a:pt x="54805" y="51271"/>
                  <a:pt x="54842" y="51271"/>
                </a:cubicBezTo>
                <a:cubicBezTo>
                  <a:pt x="54879" y="51195"/>
                  <a:pt x="54915" y="51120"/>
                  <a:pt x="54989" y="51120"/>
                </a:cubicBezTo>
                <a:cubicBezTo>
                  <a:pt x="55019" y="51120"/>
                  <a:pt x="55062" y="51120"/>
                  <a:pt x="55130" y="51120"/>
                </a:cubicBezTo>
                <a:cubicBezTo>
                  <a:pt x="55166" y="51120"/>
                  <a:pt x="55166" y="51045"/>
                  <a:pt x="55203" y="51045"/>
                </a:cubicBezTo>
                <a:cubicBezTo>
                  <a:pt x="55240" y="51045"/>
                  <a:pt x="55240" y="51045"/>
                  <a:pt x="55277" y="50970"/>
                </a:cubicBezTo>
                <a:cubicBezTo>
                  <a:pt x="55350" y="50907"/>
                  <a:pt x="55350" y="50819"/>
                  <a:pt x="55387" y="50681"/>
                </a:cubicBezTo>
                <a:cubicBezTo>
                  <a:pt x="55460" y="50531"/>
                  <a:pt x="55497" y="50456"/>
                  <a:pt x="55601" y="50381"/>
                </a:cubicBezTo>
                <a:cubicBezTo>
                  <a:pt x="55638" y="50381"/>
                  <a:pt x="55675" y="50306"/>
                  <a:pt x="55748" y="50306"/>
                </a:cubicBezTo>
                <a:cubicBezTo>
                  <a:pt x="55822" y="50306"/>
                  <a:pt x="55859" y="50306"/>
                  <a:pt x="55969" y="50306"/>
                </a:cubicBezTo>
                <a:cubicBezTo>
                  <a:pt x="56006" y="50306"/>
                  <a:pt x="56036" y="50306"/>
                  <a:pt x="56110" y="50306"/>
                </a:cubicBezTo>
                <a:cubicBezTo>
                  <a:pt x="56110" y="49792"/>
                  <a:pt x="56110" y="49792"/>
                  <a:pt x="56110" y="49792"/>
                </a:cubicBezTo>
                <a:cubicBezTo>
                  <a:pt x="56110" y="49716"/>
                  <a:pt x="56073" y="49716"/>
                  <a:pt x="56073" y="49641"/>
                </a:cubicBezTo>
                <a:cubicBezTo>
                  <a:pt x="56036" y="49641"/>
                  <a:pt x="56036" y="49566"/>
                  <a:pt x="56006" y="49566"/>
                </a:cubicBezTo>
                <a:cubicBezTo>
                  <a:pt x="55969" y="49491"/>
                  <a:pt x="55932" y="49491"/>
                  <a:pt x="55932" y="49416"/>
                </a:cubicBezTo>
                <a:cubicBezTo>
                  <a:pt x="55932" y="49340"/>
                  <a:pt x="55932" y="49265"/>
                  <a:pt x="55932" y="49190"/>
                </a:cubicBezTo>
                <a:cubicBezTo>
                  <a:pt x="55969" y="49115"/>
                  <a:pt x="55969" y="49115"/>
                  <a:pt x="56006" y="49040"/>
                </a:cubicBezTo>
                <a:cubicBezTo>
                  <a:pt x="56036" y="48889"/>
                  <a:pt x="56036" y="48814"/>
                  <a:pt x="56073" y="48676"/>
                </a:cubicBezTo>
                <a:cubicBezTo>
                  <a:pt x="56110" y="48601"/>
                  <a:pt x="56110" y="48601"/>
                  <a:pt x="56110" y="48601"/>
                </a:cubicBezTo>
                <a:cubicBezTo>
                  <a:pt x="56147" y="48526"/>
                  <a:pt x="56147" y="48451"/>
                  <a:pt x="56147" y="48451"/>
                </a:cubicBezTo>
                <a:cubicBezTo>
                  <a:pt x="56183" y="48375"/>
                  <a:pt x="56183" y="48300"/>
                  <a:pt x="56183" y="48300"/>
                </a:cubicBezTo>
                <a:cubicBezTo>
                  <a:pt x="56220" y="48225"/>
                  <a:pt x="56220" y="48300"/>
                  <a:pt x="56257" y="48300"/>
                </a:cubicBezTo>
                <a:cubicBezTo>
                  <a:pt x="56294" y="48225"/>
                  <a:pt x="56367" y="48300"/>
                  <a:pt x="56404" y="48225"/>
                </a:cubicBezTo>
                <a:cubicBezTo>
                  <a:pt x="56441" y="48225"/>
                  <a:pt x="56441" y="48150"/>
                  <a:pt x="56441" y="48075"/>
                </a:cubicBezTo>
                <a:cubicBezTo>
                  <a:pt x="56477" y="48075"/>
                  <a:pt x="56477" y="48000"/>
                  <a:pt x="56514" y="47924"/>
                </a:cubicBezTo>
                <a:cubicBezTo>
                  <a:pt x="56514" y="47924"/>
                  <a:pt x="56551" y="47924"/>
                  <a:pt x="56581" y="47924"/>
                </a:cubicBezTo>
                <a:cubicBezTo>
                  <a:pt x="56581" y="47924"/>
                  <a:pt x="56618" y="47924"/>
                  <a:pt x="56655" y="47924"/>
                </a:cubicBezTo>
                <a:cubicBezTo>
                  <a:pt x="56655" y="47924"/>
                  <a:pt x="56655" y="47774"/>
                  <a:pt x="56692" y="47774"/>
                </a:cubicBezTo>
                <a:cubicBezTo>
                  <a:pt x="56728" y="47774"/>
                  <a:pt x="56728" y="47774"/>
                  <a:pt x="56765" y="47774"/>
                </a:cubicBezTo>
                <a:cubicBezTo>
                  <a:pt x="56802" y="47774"/>
                  <a:pt x="56802" y="47711"/>
                  <a:pt x="56839" y="47711"/>
                </a:cubicBezTo>
                <a:cubicBezTo>
                  <a:pt x="56912" y="47711"/>
                  <a:pt x="56949" y="47711"/>
                  <a:pt x="57059" y="47711"/>
                </a:cubicBezTo>
                <a:cubicBezTo>
                  <a:pt x="57096" y="47711"/>
                  <a:pt x="57127" y="47711"/>
                  <a:pt x="57200" y="47711"/>
                </a:cubicBezTo>
                <a:cubicBezTo>
                  <a:pt x="57200" y="47260"/>
                  <a:pt x="57200" y="47260"/>
                  <a:pt x="57200" y="47260"/>
                </a:cubicBezTo>
                <a:cubicBezTo>
                  <a:pt x="57200" y="47110"/>
                  <a:pt x="57200" y="47110"/>
                  <a:pt x="57200" y="47110"/>
                </a:cubicBezTo>
                <a:cubicBezTo>
                  <a:pt x="57163" y="46959"/>
                  <a:pt x="57163" y="46884"/>
                  <a:pt x="57163" y="46809"/>
                </a:cubicBezTo>
                <a:cubicBezTo>
                  <a:pt x="57163" y="46746"/>
                  <a:pt x="57163" y="46746"/>
                  <a:pt x="57163" y="46659"/>
                </a:cubicBezTo>
                <a:cubicBezTo>
                  <a:pt x="57163" y="46521"/>
                  <a:pt x="57163" y="46445"/>
                  <a:pt x="57163" y="46370"/>
                </a:cubicBezTo>
                <a:cubicBezTo>
                  <a:pt x="57163" y="46295"/>
                  <a:pt x="57200" y="46295"/>
                  <a:pt x="57200" y="46220"/>
                </a:cubicBezTo>
                <a:cubicBezTo>
                  <a:pt x="57237" y="46145"/>
                  <a:pt x="57274" y="46145"/>
                  <a:pt x="57347" y="46145"/>
                </a:cubicBezTo>
                <a:cubicBezTo>
                  <a:pt x="57384" y="46145"/>
                  <a:pt x="57421" y="46069"/>
                  <a:pt x="57457" y="46069"/>
                </a:cubicBezTo>
                <a:cubicBezTo>
                  <a:pt x="57531" y="46069"/>
                  <a:pt x="57568" y="46145"/>
                  <a:pt x="57635" y="46145"/>
                </a:cubicBezTo>
                <a:cubicBezTo>
                  <a:pt x="57635" y="46145"/>
                  <a:pt x="57672" y="46145"/>
                  <a:pt x="57709" y="46145"/>
                </a:cubicBezTo>
                <a:cubicBezTo>
                  <a:pt x="57782" y="46220"/>
                  <a:pt x="57819" y="46295"/>
                  <a:pt x="57892" y="46370"/>
                </a:cubicBezTo>
                <a:cubicBezTo>
                  <a:pt x="57966" y="46445"/>
                  <a:pt x="58003" y="46445"/>
                  <a:pt x="58076" y="46445"/>
                </a:cubicBezTo>
                <a:cubicBezTo>
                  <a:pt x="58180" y="46445"/>
                  <a:pt x="58180" y="46445"/>
                  <a:pt x="58180" y="46445"/>
                </a:cubicBezTo>
                <a:cubicBezTo>
                  <a:pt x="58217" y="46445"/>
                  <a:pt x="58217" y="46370"/>
                  <a:pt x="58254" y="46370"/>
                </a:cubicBezTo>
                <a:cubicBezTo>
                  <a:pt x="58290" y="46370"/>
                  <a:pt x="58290" y="46445"/>
                  <a:pt x="58327" y="46445"/>
                </a:cubicBezTo>
                <a:cubicBezTo>
                  <a:pt x="58327" y="46295"/>
                  <a:pt x="58327" y="46220"/>
                  <a:pt x="58327" y="46145"/>
                </a:cubicBezTo>
                <a:cubicBezTo>
                  <a:pt x="58327" y="46145"/>
                  <a:pt x="58327" y="46069"/>
                  <a:pt x="58327" y="45994"/>
                </a:cubicBezTo>
                <a:cubicBezTo>
                  <a:pt x="58364" y="45994"/>
                  <a:pt x="58401" y="45919"/>
                  <a:pt x="58401" y="45919"/>
                </a:cubicBezTo>
                <a:cubicBezTo>
                  <a:pt x="58437" y="45844"/>
                  <a:pt x="58437" y="45769"/>
                  <a:pt x="58474" y="45769"/>
                </a:cubicBezTo>
                <a:cubicBezTo>
                  <a:pt x="58474" y="45769"/>
                  <a:pt x="58511" y="45769"/>
                  <a:pt x="58548" y="45769"/>
                </a:cubicBezTo>
                <a:cubicBezTo>
                  <a:pt x="58621" y="45769"/>
                  <a:pt x="58621" y="45769"/>
                  <a:pt x="58621" y="45769"/>
                </a:cubicBezTo>
                <a:cubicBezTo>
                  <a:pt x="58652" y="45769"/>
                  <a:pt x="58689" y="45769"/>
                  <a:pt x="58725" y="45769"/>
                </a:cubicBezTo>
                <a:cubicBezTo>
                  <a:pt x="58762" y="45769"/>
                  <a:pt x="58762" y="45693"/>
                  <a:pt x="58799" y="45693"/>
                </a:cubicBezTo>
                <a:cubicBezTo>
                  <a:pt x="58836" y="45631"/>
                  <a:pt x="58872" y="45631"/>
                  <a:pt x="58872" y="45556"/>
                </a:cubicBezTo>
                <a:cubicBezTo>
                  <a:pt x="58909" y="45556"/>
                  <a:pt x="58909" y="45480"/>
                  <a:pt x="58946" y="45480"/>
                </a:cubicBezTo>
                <a:cubicBezTo>
                  <a:pt x="58983" y="45405"/>
                  <a:pt x="58983" y="45330"/>
                  <a:pt x="59019" y="45330"/>
                </a:cubicBezTo>
                <a:cubicBezTo>
                  <a:pt x="59056" y="45330"/>
                  <a:pt x="59056" y="45330"/>
                  <a:pt x="59093" y="45330"/>
                </a:cubicBezTo>
                <a:cubicBezTo>
                  <a:pt x="59160" y="45330"/>
                  <a:pt x="59197" y="45405"/>
                  <a:pt x="59234" y="45480"/>
                </a:cubicBezTo>
                <a:cubicBezTo>
                  <a:pt x="59271" y="45556"/>
                  <a:pt x="59307" y="45631"/>
                  <a:pt x="59344" y="45769"/>
                </a:cubicBezTo>
                <a:cubicBezTo>
                  <a:pt x="59418" y="45844"/>
                  <a:pt x="59454" y="45994"/>
                  <a:pt x="59491" y="46145"/>
                </a:cubicBezTo>
                <a:cubicBezTo>
                  <a:pt x="59491" y="46220"/>
                  <a:pt x="59491" y="46295"/>
                  <a:pt x="59491" y="46295"/>
                </a:cubicBezTo>
                <a:cubicBezTo>
                  <a:pt x="59491" y="46370"/>
                  <a:pt x="59528" y="46370"/>
                  <a:pt x="59565" y="46445"/>
                </a:cubicBezTo>
                <a:cubicBezTo>
                  <a:pt x="59565" y="46521"/>
                  <a:pt x="59565" y="46596"/>
                  <a:pt x="59601" y="46596"/>
                </a:cubicBezTo>
                <a:cubicBezTo>
                  <a:pt x="59638" y="46596"/>
                  <a:pt x="59638" y="46659"/>
                  <a:pt x="59669" y="46659"/>
                </a:cubicBezTo>
                <a:cubicBezTo>
                  <a:pt x="59742" y="46746"/>
                  <a:pt x="59742" y="46746"/>
                  <a:pt x="59742" y="46746"/>
                </a:cubicBezTo>
                <a:cubicBezTo>
                  <a:pt x="59779" y="46746"/>
                  <a:pt x="59779" y="46809"/>
                  <a:pt x="59816" y="46809"/>
                </a:cubicBezTo>
                <a:cubicBezTo>
                  <a:pt x="59852" y="46809"/>
                  <a:pt x="59852" y="46884"/>
                  <a:pt x="59889" y="46959"/>
                </a:cubicBezTo>
                <a:cubicBezTo>
                  <a:pt x="59889" y="46959"/>
                  <a:pt x="59889" y="47034"/>
                  <a:pt x="59889" y="47110"/>
                </a:cubicBezTo>
                <a:cubicBezTo>
                  <a:pt x="59926" y="47185"/>
                  <a:pt x="59963" y="47185"/>
                  <a:pt x="60000" y="47185"/>
                </a:cubicBezTo>
                <a:cubicBezTo>
                  <a:pt x="60000" y="47260"/>
                  <a:pt x="60000" y="47335"/>
                  <a:pt x="60030" y="47335"/>
                </a:cubicBezTo>
                <a:cubicBezTo>
                  <a:pt x="60067" y="47410"/>
                  <a:pt x="60067" y="47410"/>
                  <a:pt x="60104" y="47410"/>
                </a:cubicBezTo>
                <a:cubicBezTo>
                  <a:pt x="60140" y="47486"/>
                  <a:pt x="60140" y="47486"/>
                  <a:pt x="60177" y="47561"/>
                </a:cubicBezTo>
                <a:cubicBezTo>
                  <a:pt x="60177" y="47561"/>
                  <a:pt x="60208" y="47636"/>
                  <a:pt x="60245" y="47636"/>
                </a:cubicBezTo>
                <a:cubicBezTo>
                  <a:pt x="60281" y="47711"/>
                  <a:pt x="60281" y="47711"/>
                  <a:pt x="60318" y="47774"/>
                </a:cubicBezTo>
                <a:cubicBezTo>
                  <a:pt x="60318" y="47774"/>
                  <a:pt x="60355" y="47849"/>
                  <a:pt x="60392" y="47849"/>
                </a:cubicBezTo>
                <a:cubicBezTo>
                  <a:pt x="60465" y="47849"/>
                  <a:pt x="60502" y="47924"/>
                  <a:pt x="60539" y="47924"/>
                </a:cubicBezTo>
                <a:cubicBezTo>
                  <a:pt x="60575" y="47924"/>
                  <a:pt x="60612" y="47924"/>
                  <a:pt x="60612" y="47924"/>
                </a:cubicBezTo>
                <a:cubicBezTo>
                  <a:pt x="60649" y="48000"/>
                  <a:pt x="60679" y="48000"/>
                  <a:pt x="60679" y="48000"/>
                </a:cubicBezTo>
                <a:cubicBezTo>
                  <a:pt x="60716" y="48075"/>
                  <a:pt x="60716" y="48150"/>
                  <a:pt x="60716" y="48150"/>
                </a:cubicBezTo>
                <a:cubicBezTo>
                  <a:pt x="60790" y="48300"/>
                  <a:pt x="60826" y="48451"/>
                  <a:pt x="60900" y="48601"/>
                </a:cubicBezTo>
                <a:cubicBezTo>
                  <a:pt x="60937" y="48601"/>
                  <a:pt x="60937" y="48601"/>
                  <a:pt x="60973" y="48601"/>
                </a:cubicBezTo>
                <a:cubicBezTo>
                  <a:pt x="61010" y="48601"/>
                  <a:pt x="61010" y="48676"/>
                  <a:pt x="61047" y="48676"/>
                </a:cubicBezTo>
                <a:cubicBezTo>
                  <a:pt x="61084" y="48676"/>
                  <a:pt x="61084" y="48676"/>
                  <a:pt x="61120" y="48739"/>
                </a:cubicBezTo>
                <a:cubicBezTo>
                  <a:pt x="61151" y="48814"/>
                  <a:pt x="61151" y="48889"/>
                  <a:pt x="61194" y="49040"/>
                </a:cubicBezTo>
                <a:cubicBezTo>
                  <a:pt x="61225" y="49115"/>
                  <a:pt x="61298" y="49115"/>
                  <a:pt x="61335" y="49265"/>
                </a:cubicBezTo>
                <a:cubicBezTo>
                  <a:pt x="61372" y="49265"/>
                  <a:pt x="61372" y="49340"/>
                  <a:pt x="61372" y="49416"/>
                </a:cubicBezTo>
                <a:cubicBezTo>
                  <a:pt x="61372" y="49416"/>
                  <a:pt x="61372" y="49491"/>
                  <a:pt x="61408" y="49566"/>
                </a:cubicBezTo>
                <a:cubicBezTo>
                  <a:pt x="61408" y="49641"/>
                  <a:pt x="61408" y="49716"/>
                  <a:pt x="61408" y="49854"/>
                </a:cubicBezTo>
                <a:cubicBezTo>
                  <a:pt x="61408" y="49930"/>
                  <a:pt x="61408" y="50005"/>
                  <a:pt x="61408" y="50080"/>
                </a:cubicBezTo>
                <a:cubicBezTo>
                  <a:pt x="61261" y="50080"/>
                  <a:pt x="61151" y="50080"/>
                  <a:pt x="61047" y="50230"/>
                </a:cubicBezTo>
                <a:cubicBezTo>
                  <a:pt x="61010" y="50306"/>
                  <a:pt x="61010" y="50381"/>
                  <a:pt x="61010" y="50381"/>
                </a:cubicBezTo>
                <a:cubicBezTo>
                  <a:pt x="60973" y="50381"/>
                  <a:pt x="60937" y="50381"/>
                  <a:pt x="60937" y="50456"/>
                </a:cubicBezTo>
                <a:cubicBezTo>
                  <a:pt x="60863" y="50456"/>
                  <a:pt x="60826" y="50456"/>
                  <a:pt x="60790" y="50456"/>
                </a:cubicBezTo>
                <a:cubicBezTo>
                  <a:pt x="60753" y="50456"/>
                  <a:pt x="60716" y="50381"/>
                  <a:pt x="60679" y="50381"/>
                </a:cubicBezTo>
                <a:cubicBezTo>
                  <a:pt x="60502" y="50381"/>
                  <a:pt x="60392" y="50381"/>
                  <a:pt x="60208" y="50381"/>
                </a:cubicBezTo>
                <a:cubicBezTo>
                  <a:pt x="60208" y="50606"/>
                  <a:pt x="60208" y="50606"/>
                  <a:pt x="60208" y="50606"/>
                </a:cubicBezTo>
                <a:cubicBezTo>
                  <a:pt x="60281" y="50606"/>
                  <a:pt x="60318" y="50606"/>
                  <a:pt x="60355" y="50681"/>
                </a:cubicBezTo>
                <a:cubicBezTo>
                  <a:pt x="60392" y="50757"/>
                  <a:pt x="60428" y="50757"/>
                  <a:pt x="60428" y="50819"/>
                </a:cubicBezTo>
                <a:cubicBezTo>
                  <a:pt x="60465" y="50819"/>
                  <a:pt x="60465" y="50907"/>
                  <a:pt x="60465" y="50970"/>
                </a:cubicBezTo>
                <a:cubicBezTo>
                  <a:pt x="60465" y="50970"/>
                  <a:pt x="60502" y="51045"/>
                  <a:pt x="60502" y="51120"/>
                </a:cubicBezTo>
                <a:cubicBezTo>
                  <a:pt x="60539" y="51120"/>
                  <a:pt x="60539" y="51195"/>
                  <a:pt x="60575" y="51195"/>
                </a:cubicBezTo>
                <a:cubicBezTo>
                  <a:pt x="60612" y="51195"/>
                  <a:pt x="60612" y="51195"/>
                  <a:pt x="60649" y="51195"/>
                </a:cubicBezTo>
                <a:cubicBezTo>
                  <a:pt x="60679" y="51195"/>
                  <a:pt x="60716" y="51271"/>
                  <a:pt x="60790" y="51271"/>
                </a:cubicBezTo>
                <a:cubicBezTo>
                  <a:pt x="61194" y="51271"/>
                  <a:pt x="61194" y="51271"/>
                  <a:pt x="61194" y="51271"/>
                </a:cubicBezTo>
                <a:cubicBezTo>
                  <a:pt x="61194" y="50757"/>
                  <a:pt x="61194" y="50757"/>
                  <a:pt x="61194" y="50757"/>
                </a:cubicBezTo>
                <a:cubicBezTo>
                  <a:pt x="61225" y="50757"/>
                  <a:pt x="61261" y="50681"/>
                  <a:pt x="61298" y="50681"/>
                </a:cubicBezTo>
                <a:cubicBezTo>
                  <a:pt x="61335" y="50606"/>
                  <a:pt x="61372" y="50606"/>
                  <a:pt x="61445" y="50531"/>
                </a:cubicBezTo>
                <a:cubicBezTo>
                  <a:pt x="61445" y="50456"/>
                  <a:pt x="61482" y="50381"/>
                  <a:pt x="61482" y="50381"/>
                </a:cubicBezTo>
                <a:cubicBezTo>
                  <a:pt x="61519" y="50306"/>
                  <a:pt x="61555" y="50381"/>
                  <a:pt x="61555" y="50381"/>
                </a:cubicBezTo>
                <a:cubicBezTo>
                  <a:pt x="61592" y="50306"/>
                  <a:pt x="61592" y="50230"/>
                  <a:pt x="61592" y="50230"/>
                </a:cubicBezTo>
                <a:cubicBezTo>
                  <a:pt x="61592" y="50080"/>
                  <a:pt x="61592" y="50005"/>
                  <a:pt x="61629" y="49930"/>
                </a:cubicBezTo>
                <a:cubicBezTo>
                  <a:pt x="61629" y="49854"/>
                  <a:pt x="61629" y="49792"/>
                  <a:pt x="61629" y="49792"/>
                </a:cubicBezTo>
                <a:cubicBezTo>
                  <a:pt x="61666" y="49716"/>
                  <a:pt x="61666" y="49716"/>
                  <a:pt x="61696" y="49641"/>
                </a:cubicBezTo>
                <a:cubicBezTo>
                  <a:pt x="61739" y="49641"/>
                  <a:pt x="61770" y="49716"/>
                  <a:pt x="61770" y="49641"/>
                </a:cubicBezTo>
                <a:cubicBezTo>
                  <a:pt x="61843" y="49641"/>
                  <a:pt x="61843" y="49641"/>
                  <a:pt x="61917" y="49566"/>
                </a:cubicBezTo>
                <a:cubicBezTo>
                  <a:pt x="61917" y="49491"/>
                  <a:pt x="61917" y="49491"/>
                  <a:pt x="61917" y="49416"/>
                </a:cubicBezTo>
                <a:cubicBezTo>
                  <a:pt x="61917" y="49340"/>
                  <a:pt x="61917" y="49340"/>
                  <a:pt x="61917" y="49265"/>
                </a:cubicBezTo>
                <a:cubicBezTo>
                  <a:pt x="61917" y="49115"/>
                  <a:pt x="61917" y="49115"/>
                  <a:pt x="61917" y="49115"/>
                </a:cubicBezTo>
                <a:cubicBezTo>
                  <a:pt x="61880" y="49115"/>
                  <a:pt x="61843" y="49115"/>
                  <a:pt x="61807" y="49115"/>
                </a:cubicBezTo>
                <a:cubicBezTo>
                  <a:pt x="61666" y="49115"/>
                  <a:pt x="61666" y="49115"/>
                  <a:pt x="61666" y="49115"/>
                </a:cubicBezTo>
                <a:cubicBezTo>
                  <a:pt x="61666" y="49115"/>
                  <a:pt x="61629" y="49115"/>
                  <a:pt x="61592" y="49115"/>
                </a:cubicBezTo>
                <a:cubicBezTo>
                  <a:pt x="61592" y="48965"/>
                  <a:pt x="61592" y="48965"/>
                  <a:pt x="61592" y="48965"/>
                </a:cubicBezTo>
                <a:cubicBezTo>
                  <a:pt x="61629" y="48889"/>
                  <a:pt x="61629" y="48814"/>
                  <a:pt x="61629" y="48739"/>
                </a:cubicBezTo>
                <a:cubicBezTo>
                  <a:pt x="61880" y="48739"/>
                  <a:pt x="61880" y="48739"/>
                  <a:pt x="61880" y="48739"/>
                </a:cubicBezTo>
                <a:cubicBezTo>
                  <a:pt x="61954" y="48739"/>
                  <a:pt x="61990" y="48814"/>
                  <a:pt x="62027" y="48814"/>
                </a:cubicBezTo>
                <a:cubicBezTo>
                  <a:pt x="62064" y="48889"/>
                  <a:pt x="62101" y="48889"/>
                  <a:pt x="62101" y="48889"/>
                </a:cubicBezTo>
                <a:cubicBezTo>
                  <a:pt x="62137" y="48965"/>
                  <a:pt x="62137" y="49040"/>
                  <a:pt x="62174" y="49040"/>
                </a:cubicBezTo>
                <a:cubicBezTo>
                  <a:pt x="62211" y="49040"/>
                  <a:pt x="62211" y="48965"/>
                  <a:pt x="62241" y="48965"/>
                </a:cubicBezTo>
                <a:cubicBezTo>
                  <a:pt x="62211" y="48814"/>
                  <a:pt x="62174" y="48739"/>
                  <a:pt x="62174" y="48601"/>
                </a:cubicBezTo>
                <a:cubicBezTo>
                  <a:pt x="62174" y="48451"/>
                  <a:pt x="62174" y="48375"/>
                  <a:pt x="62174" y="48300"/>
                </a:cubicBezTo>
                <a:cubicBezTo>
                  <a:pt x="62137" y="48300"/>
                  <a:pt x="62101" y="48225"/>
                  <a:pt x="62064" y="48225"/>
                </a:cubicBezTo>
                <a:cubicBezTo>
                  <a:pt x="62027" y="48225"/>
                  <a:pt x="62027" y="48225"/>
                  <a:pt x="61990" y="48225"/>
                </a:cubicBezTo>
                <a:cubicBezTo>
                  <a:pt x="61954" y="48225"/>
                  <a:pt x="61954" y="48150"/>
                  <a:pt x="61917" y="48150"/>
                </a:cubicBezTo>
                <a:cubicBezTo>
                  <a:pt x="61880" y="48075"/>
                  <a:pt x="61880" y="48075"/>
                  <a:pt x="61843" y="48000"/>
                </a:cubicBezTo>
                <a:cubicBezTo>
                  <a:pt x="61807" y="48000"/>
                  <a:pt x="61807" y="47924"/>
                  <a:pt x="61770" y="47849"/>
                </a:cubicBezTo>
                <a:cubicBezTo>
                  <a:pt x="61770" y="47849"/>
                  <a:pt x="61739" y="47849"/>
                  <a:pt x="61696" y="47849"/>
                </a:cubicBezTo>
                <a:cubicBezTo>
                  <a:pt x="61666" y="47774"/>
                  <a:pt x="61666" y="47711"/>
                  <a:pt x="61629" y="47711"/>
                </a:cubicBezTo>
                <a:cubicBezTo>
                  <a:pt x="61629" y="47711"/>
                  <a:pt x="61592" y="47711"/>
                  <a:pt x="61555" y="47711"/>
                </a:cubicBezTo>
                <a:cubicBezTo>
                  <a:pt x="61555" y="47636"/>
                  <a:pt x="61555" y="47636"/>
                  <a:pt x="61519" y="47561"/>
                </a:cubicBezTo>
                <a:cubicBezTo>
                  <a:pt x="61482" y="47561"/>
                  <a:pt x="61519" y="47410"/>
                  <a:pt x="61482" y="47410"/>
                </a:cubicBezTo>
                <a:lnTo>
                  <a:pt x="61445" y="47410"/>
                </a:lnTo>
                <a:cubicBezTo>
                  <a:pt x="61408" y="47410"/>
                  <a:pt x="61372" y="47410"/>
                  <a:pt x="61372" y="47410"/>
                </a:cubicBezTo>
                <a:cubicBezTo>
                  <a:pt x="61335" y="47410"/>
                  <a:pt x="61298" y="47335"/>
                  <a:pt x="61298" y="47335"/>
                </a:cubicBezTo>
                <a:cubicBezTo>
                  <a:pt x="61261" y="47335"/>
                  <a:pt x="61225" y="47335"/>
                  <a:pt x="61225" y="47335"/>
                </a:cubicBezTo>
                <a:cubicBezTo>
                  <a:pt x="61194" y="47260"/>
                  <a:pt x="61194" y="47185"/>
                  <a:pt x="61194" y="47185"/>
                </a:cubicBezTo>
                <a:cubicBezTo>
                  <a:pt x="61151" y="47110"/>
                  <a:pt x="61151" y="47110"/>
                  <a:pt x="61120" y="47034"/>
                </a:cubicBezTo>
                <a:cubicBezTo>
                  <a:pt x="61084" y="47034"/>
                  <a:pt x="61084" y="47034"/>
                  <a:pt x="61047" y="47034"/>
                </a:cubicBezTo>
                <a:cubicBezTo>
                  <a:pt x="61010" y="47034"/>
                  <a:pt x="61010" y="46959"/>
                  <a:pt x="60973" y="46959"/>
                </a:cubicBezTo>
                <a:cubicBezTo>
                  <a:pt x="60937" y="46959"/>
                  <a:pt x="60937" y="46959"/>
                  <a:pt x="60900" y="46959"/>
                </a:cubicBezTo>
                <a:cubicBezTo>
                  <a:pt x="60900" y="46959"/>
                  <a:pt x="60900" y="46884"/>
                  <a:pt x="60900" y="46809"/>
                </a:cubicBezTo>
                <a:lnTo>
                  <a:pt x="60973" y="46746"/>
                </a:lnTo>
                <a:cubicBezTo>
                  <a:pt x="60973" y="46659"/>
                  <a:pt x="60937" y="46596"/>
                  <a:pt x="60937" y="46596"/>
                </a:cubicBezTo>
                <a:cubicBezTo>
                  <a:pt x="60937" y="46445"/>
                  <a:pt x="60900" y="46445"/>
                  <a:pt x="60900" y="46370"/>
                </a:cubicBezTo>
                <a:cubicBezTo>
                  <a:pt x="60863" y="46370"/>
                  <a:pt x="60863" y="46295"/>
                  <a:pt x="60826" y="46295"/>
                </a:cubicBezTo>
                <a:cubicBezTo>
                  <a:pt x="60753" y="46220"/>
                  <a:pt x="60679" y="46220"/>
                  <a:pt x="60612" y="46145"/>
                </a:cubicBezTo>
                <a:cubicBezTo>
                  <a:pt x="60575" y="46069"/>
                  <a:pt x="60612" y="45994"/>
                  <a:pt x="60575" y="45994"/>
                </a:cubicBezTo>
                <a:cubicBezTo>
                  <a:pt x="60539" y="45994"/>
                  <a:pt x="60502" y="45994"/>
                  <a:pt x="60502" y="45994"/>
                </a:cubicBezTo>
                <a:cubicBezTo>
                  <a:pt x="60502" y="45919"/>
                  <a:pt x="60502" y="45919"/>
                  <a:pt x="60502" y="45844"/>
                </a:cubicBezTo>
                <a:cubicBezTo>
                  <a:pt x="60465" y="45693"/>
                  <a:pt x="60502" y="45631"/>
                  <a:pt x="60502" y="45556"/>
                </a:cubicBezTo>
                <a:cubicBezTo>
                  <a:pt x="60428" y="45480"/>
                  <a:pt x="60392" y="45480"/>
                  <a:pt x="60318" y="45480"/>
                </a:cubicBezTo>
                <a:cubicBezTo>
                  <a:pt x="60281" y="45480"/>
                  <a:pt x="60245" y="45480"/>
                  <a:pt x="60177" y="45480"/>
                </a:cubicBezTo>
                <a:cubicBezTo>
                  <a:pt x="60177" y="45104"/>
                  <a:pt x="60177" y="45104"/>
                  <a:pt x="60177" y="45104"/>
                </a:cubicBezTo>
                <a:cubicBezTo>
                  <a:pt x="60245" y="44954"/>
                  <a:pt x="60245" y="44954"/>
                  <a:pt x="60245" y="44954"/>
                </a:cubicBezTo>
                <a:cubicBezTo>
                  <a:pt x="60245" y="44954"/>
                  <a:pt x="60318" y="44954"/>
                  <a:pt x="60318" y="44879"/>
                </a:cubicBezTo>
                <a:cubicBezTo>
                  <a:pt x="60318" y="44804"/>
                  <a:pt x="60318" y="44804"/>
                  <a:pt x="60318" y="44804"/>
                </a:cubicBezTo>
                <a:cubicBezTo>
                  <a:pt x="60318" y="44728"/>
                  <a:pt x="60281" y="44728"/>
                  <a:pt x="60281" y="44653"/>
                </a:cubicBezTo>
                <a:cubicBezTo>
                  <a:pt x="60281" y="44578"/>
                  <a:pt x="60208" y="44578"/>
                  <a:pt x="60208" y="44515"/>
                </a:cubicBezTo>
                <a:cubicBezTo>
                  <a:pt x="60208" y="44440"/>
                  <a:pt x="60245" y="44365"/>
                  <a:pt x="60281" y="44290"/>
                </a:cubicBezTo>
                <a:cubicBezTo>
                  <a:pt x="60281" y="44290"/>
                  <a:pt x="60355" y="44290"/>
                  <a:pt x="60392" y="44290"/>
                </a:cubicBezTo>
                <a:cubicBezTo>
                  <a:pt x="60428" y="44290"/>
                  <a:pt x="60465" y="44290"/>
                  <a:pt x="60502" y="44290"/>
                </a:cubicBezTo>
                <a:cubicBezTo>
                  <a:pt x="60502" y="44365"/>
                  <a:pt x="60539" y="44365"/>
                  <a:pt x="60539" y="44440"/>
                </a:cubicBezTo>
                <a:cubicBezTo>
                  <a:pt x="60575" y="44440"/>
                  <a:pt x="60539" y="44515"/>
                  <a:pt x="60575" y="44578"/>
                </a:cubicBezTo>
                <a:cubicBezTo>
                  <a:pt x="60575" y="44653"/>
                  <a:pt x="60575" y="44728"/>
                  <a:pt x="60612" y="44728"/>
                </a:cubicBezTo>
                <a:cubicBezTo>
                  <a:pt x="60612" y="44728"/>
                  <a:pt x="60649" y="44728"/>
                  <a:pt x="60679" y="44728"/>
                </a:cubicBezTo>
                <a:cubicBezTo>
                  <a:pt x="60679" y="44728"/>
                  <a:pt x="60716" y="44728"/>
                  <a:pt x="60753" y="44804"/>
                </a:cubicBezTo>
                <a:cubicBezTo>
                  <a:pt x="60790" y="44804"/>
                  <a:pt x="60790" y="44804"/>
                  <a:pt x="60826" y="44879"/>
                </a:cubicBezTo>
                <a:cubicBezTo>
                  <a:pt x="60826" y="44879"/>
                  <a:pt x="60826" y="44954"/>
                  <a:pt x="60863" y="45029"/>
                </a:cubicBezTo>
                <a:cubicBezTo>
                  <a:pt x="60900" y="45029"/>
                  <a:pt x="60900" y="45104"/>
                  <a:pt x="60937" y="45104"/>
                </a:cubicBezTo>
                <a:cubicBezTo>
                  <a:pt x="60973" y="45104"/>
                  <a:pt x="60973" y="45104"/>
                  <a:pt x="61010" y="45104"/>
                </a:cubicBezTo>
                <a:cubicBezTo>
                  <a:pt x="61047" y="45104"/>
                  <a:pt x="61047" y="45180"/>
                  <a:pt x="61084" y="45180"/>
                </a:cubicBezTo>
                <a:cubicBezTo>
                  <a:pt x="61120" y="45255"/>
                  <a:pt x="61120" y="45330"/>
                  <a:pt x="61120" y="45405"/>
                </a:cubicBezTo>
                <a:cubicBezTo>
                  <a:pt x="61151" y="45480"/>
                  <a:pt x="61151" y="45631"/>
                  <a:pt x="61194" y="45693"/>
                </a:cubicBezTo>
                <a:cubicBezTo>
                  <a:pt x="61194" y="45693"/>
                  <a:pt x="61225" y="45693"/>
                  <a:pt x="61261" y="45693"/>
                </a:cubicBezTo>
                <a:cubicBezTo>
                  <a:pt x="61298" y="45769"/>
                  <a:pt x="61335" y="45844"/>
                  <a:pt x="61408" y="45919"/>
                </a:cubicBezTo>
                <a:cubicBezTo>
                  <a:pt x="61408" y="45919"/>
                  <a:pt x="61445" y="45994"/>
                  <a:pt x="61482" y="45994"/>
                </a:cubicBezTo>
                <a:cubicBezTo>
                  <a:pt x="61482" y="45994"/>
                  <a:pt x="61482" y="46069"/>
                  <a:pt x="61519" y="46145"/>
                </a:cubicBezTo>
                <a:cubicBezTo>
                  <a:pt x="61555" y="46220"/>
                  <a:pt x="61629" y="46295"/>
                  <a:pt x="61666" y="46295"/>
                </a:cubicBezTo>
                <a:cubicBezTo>
                  <a:pt x="61739" y="46295"/>
                  <a:pt x="61770" y="46220"/>
                  <a:pt x="61807" y="46295"/>
                </a:cubicBezTo>
                <a:cubicBezTo>
                  <a:pt x="61843" y="46370"/>
                  <a:pt x="61807" y="46445"/>
                  <a:pt x="61843" y="46445"/>
                </a:cubicBezTo>
                <a:cubicBezTo>
                  <a:pt x="61843" y="46521"/>
                  <a:pt x="61843" y="46596"/>
                  <a:pt x="61880" y="46596"/>
                </a:cubicBezTo>
                <a:cubicBezTo>
                  <a:pt x="61917" y="46659"/>
                  <a:pt x="61917" y="46659"/>
                  <a:pt x="61954" y="46659"/>
                </a:cubicBezTo>
                <a:cubicBezTo>
                  <a:pt x="61990" y="46746"/>
                  <a:pt x="62027" y="46746"/>
                  <a:pt x="62101" y="46809"/>
                </a:cubicBezTo>
                <a:cubicBezTo>
                  <a:pt x="62174" y="46884"/>
                  <a:pt x="62211" y="47110"/>
                  <a:pt x="62315" y="47185"/>
                </a:cubicBezTo>
                <a:cubicBezTo>
                  <a:pt x="62352" y="47185"/>
                  <a:pt x="62388" y="47185"/>
                  <a:pt x="62462" y="47260"/>
                </a:cubicBezTo>
                <a:cubicBezTo>
                  <a:pt x="62462" y="47260"/>
                  <a:pt x="62499" y="47260"/>
                  <a:pt x="62499" y="47335"/>
                </a:cubicBezTo>
                <a:cubicBezTo>
                  <a:pt x="62535" y="47410"/>
                  <a:pt x="62535" y="47410"/>
                  <a:pt x="62535" y="47486"/>
                </a:cubicBezTo>
                <a:cubicBezTo>
                  <a:pt x="62535" y="47561"/>
                  <a:pt x="62572" y="47561"/>
                  <a:pt x="62572" y="47636"/>
                </a:cubicBezTo>
                <a:cubicBezTo>
                  <a:pt x="62572" y="47711"/>
                  <a:pt x="62572" y="47711"/>
                  <a:pt x="62535" y="47774"/>
                </a:cubicBezTo>
                <a:cubicBezTo>
                  <a:pt x="62535" y="47849"/>
                  <a:pt x="62499" y="47849"/>
                  <a:pt x="62462" y="47849"/>
                </a:cubicBezTo>
                <a:cubicBezTo>
                  <a:pt x="62462" y="47924"/>
                  <a:pt x="62499" y="48000"/>
                  <a:pt x="62462" y="48000"/>
                </a:cubicBezTo>
                <a:cubicBezTo>
                  <a:pt x="62462" y="48075"/>
                  <a:pt x="62462" y="48150"/>
                  <a:pt x="62462" y="48225"/>
                </a:cubicBezTo>
                <a:cubicBezTo>
                  <a:pt x="62462" y="48300"/>
                  <a:pt x="62462" y="48375"/>
                  <a:pt x="62462" y="48451"/>
                </a:cubicBezTo>
                <a:cubicBezTo>
                  <a:pt x="62499" y="48601"/>
                  <a:pt x="62609" y="48601"/>
                  <a:pt x="62609" y="48676"/>
                </a:cubicBezTo>
                <a:cubicBezTo>
                  <a:pt x="62609" y="48814"/>
                  <a:pt x="62572" y="48889"/>
                  <a:pt x="62572" y="48965"/>
                </a:cubicBezTo>
                <a:cubicBezTo>
                  <a:pt x="62609" y="49115"/>
                  <a:pt x="62646" y="49190"/>
                  <a:pt x="62683" y="49265"/>
                </a:cubicBezTo>
                <a:cubicBezTo>
                  <a:pt x="62683" y="49340"/>
                  <a:pt x="62683" y="49416"/>
                  <a:pt x="62713" y="49416"/>
                </a:cubicBezTo>
                <a:cubicBezTo>
                  <a:pt x="62713" y="49416"/>
                  <a:pt x="62756" y="49416"/>
                  <a:pt x="62787" y="49416"/>
                </a:cubicBezTo>
                <a:cubicBezTo>
                  <a:pt x="62787" y="49416"/>
                  <a:pt x="62823" y="49416"/>
                  <a:pt x="62860" y="49416"/>
                </a:cubicBezTo>
                <a:cubicBezTo>
                  <a:pt x="62897" y="49416"/>
                  <a:pt x="62934" y="49491"/>
                  <a:pt x="62970" y="49491"/>
                </a:cubicBezTo>
                <a:cubicBezTo>
                  <a:pt x="62970" y="50080"/>
                  <a:pt x="62970" y="50080"/>
                  <a:pt x="62970" y="50080"/>
                </a:cubicBezTo>
                <a:cubicBezTo>
                  <a:pt x="62823" y="50080"/>
                  <a:pt x="62823" y="50080"/>
                  <a:pt x="62823" y="50080"/>
                </a:cubicBezTo>
                <a:cubicBezTo>
                  <a:pt x="62787" y="50005"/>
                  <a:pt x="62823" y="49930"/>
                  <a:pt x="62823" y="49930"/>
                </a:cubicBezTo>
                <a:cubicBezTo>
                  <a:pt x="62787" y="49930"/>
                  <a:pt x="62756" y="49854"/>
                  <a:pt x="62756" y="49854"/>
                </a:cubicBezTo>
                <a:cubicBezTo>
                  <a:pt x="62713" y="49854"/>
                  <a:pt x="62683" y="49930"/>
                  <a:pt x="62683" y="49930"/>
                </a:cubicBezTo>
                <a:cubicBezTo>
                  <a:pt x="62683" y="50005"/>
                  <a:pt x="62683" y="50080"/>
                  <a:pt x="62683" y="50080"/>
                </a:cubicBezTo>
                <a:cubicBezTo>
                  <a:pt x="62713" y="50155"/>
                  <a:pt x="62713" y="50155"/>
                  <a:pt x="62756" y="50230"/>
                </a:cubicBezTo>
                <a:cubicBezTo>
                  <a:pt x="62787" y="50381"/>
                  <a:pt x="62787" y="50456"/>
                  <a:pt x="62860" y="50531"/>
                </a:cubicBezTo>
                <a:cubicBezTo>
                  <a:pt x="62860" y="50606"/>
                  <a:pt x="62897" y="50606"/>
                  <a:pt x="62897" y="50606"/>
                </a:cubicBezTo>
                <a:cubicBezTo>
                  <a:pt x="62934" y="50681"/>
                  <a:pt x="62970" y="50681"/>
                  <a:pt x="62970" y="50757"/>
                </a:cubicBezTo>
                <a:cubicBezTo>
                  <a:pt x="63007" y="50681"/>
                  <a:pt x="63044" y="50681"/>
                  <a:pt x="63044" y="50606"/>
                </a:cubicBezTo>
                <a:cubicBezTo>
                  <a:pt x="63081" y="50606"/>
                  <a:pt x="63081" y="50531"/>
                  <a:pt x="63081" y="50531"/>
                </a:cubicBezTo>
                <a:cubicBezTo>
                  <a:pt x="63081" y="50456"/>
                  <a:pt x="63117" y="50456"/>
                  <a:pt x="63154" y="50381"/>
                </a:cubicBezTo>
                <a:cubicBezTo>
                  <a:pt x="63154" y="50456"/>
                  <a:pt x="63154" y="50456"/>
                  <a:pt x="63154" y="50531"/>
                </a:cubicBezTo>
                <a:cubicBezTo>
                  <a:pt x="63154" y="50606"/>
                  <a:pt x="63154" y="50606"/>
                  <a:pt x="63191" y="50681"/>
                </a:cubicBezTo>
                <a:cubicBezTo>
                  <a:pt x="63228" y="50757"/>
                  <a:pt x="63295" y="50757"/>
                  <a:pt x="63332" y="50819"/>
                </a:cubicBezTo>
                <a:cubicBezTo>
                  <a:pt x="63332" y="50970"/>
                  <a:pt x="63295" y="51045"/>
                  <a:pt x="63295" y="51195"/>
                </a:cubicBezTo>
                <a:cubicBezTo>
                  <a:pt x="63295" y="51195"/>
                  <a:pt x="63295" y="51271"/>
                  <a:pt x="63295" y="51346"/>
                </a:cubicBezTo>
                <a:cubicBezTo>
                  <a:pt x="63295" y="51421"/>
                  <a:pt x="63369" y="51421"/>
                  <a:pt x="63405" y="51496"/>
                </a:cubicBezTo>
                <a:cubicBezTo>
                  <a:pt x="63552" y="51496"/>
                  <a:pt x="63552" y="51496"/>
                  <a:pt x="63552" y="51496"/>
                </a:cubicBezTo>
                <a:cubicBezTo>
                  <a:pt x="63589" y="51496"/>
                  <a:pt x="63589" y="51496"/>
                  <a:pt x="63626" y="51496"/>
                </a:cubicBezTo>
                <a:cubicBezTo>
                  <a:pt x="63626" y="51421"/>
                  <a:pt x="63663" y="51421"/>
                  <a:pt x="63699" y="51421"/>
                </a:cubicBezTo>
                <a:cubicBezTo>
                  <a:pt x="63699" y="51421"/>
                  <a:pt x="63699" y="51346"/>
                  <a:pt x="63730" y="51271"/>
                </a:cubicBezTo>
                <a:cubicBezTo>
                  <a:pt x="63730" y="51195"/>
                  <a:pt x="63773" y="51271"/>
                  <a:pt x="63803" y="51195"/>
                </a:cubicBezTo>
                <a:cubicBezTo>
                  <a:pt x="63803" y="51120"/>
                  <a:pt x="63803" y="51045"/>
                  <a:pt x="63803" y="51045"/>
                </a:cubicBezTo>
                <a:cubicBezTo>
                  <a:pt x="63803" y="50907"/>
                  <a:pt x="63803" y="50907"/>
                  <a:pt x="63803" y="50907"/>
                </a:cubicBezTo>
                <a:cubicBezTo>
                  <a:pt x="63803" y="50819"/>
                  <a:pt x="63773" y="50819"/>
                  <a:pt x="63773" y="50757"/>
                </a:cubicBezTo>
                <a:cubicBezTo>
                  <a:pt x="63773" y="50681"/>
                  <a:pt x="63773" y="50606"/>
                  <a:pt x="63803" y="50606"/>
                </a:cubicBezTo>
                <a:cubicBezTo>
                  <a:pt x="63840" y="50606"/>
                  <a:pt x="63840" y="50531"/>
                  <a:pt x="63877" y="50531"/>
                </a:cubicBezTo>
                <a:cubicBezTo>
                  <a:pt x="63914" y="50531"/>
                  <a:pt x="63914" y="50531"/>
                  <a:pt x="63950" y="50606"/>
                </a:cubicBezTo>
                <a:cubicBezTo>
                  <a:pt x="63987" y="50606"/>
                  <a:pt x="63987" y="50681"/>
                  <a:pt x="64024" y="50681"/>
                </a:cubicBezTo>
                <a:cubicBezTo>
                  <a:pt x="64061" y="50757"/>
                  <a:pt x="64061" y="50681"/>
                  <a:pt x="64098" y="50681"/>
                </a:cubicBezTo>
                <a:cubicBezTo>
                  <a:pt x="64171" y="50681"/>
                  <a:pt x="64171" y="50681"/>
                  <a:pt x="64171" y="50681"/>
                </a:cubicBezTo>
                <a:cubicBezTo>
                  <a:pt x="64208" y="50681"/>
                  <a:pt x="64208" y="50681"/>
                  <a:pt x="64245" y="50681"/>
                </a:cubicBezTo>
                <a:cubicBezTo>
                  <a:pt x="64245" y="50531"/>
                  <a:pt x="64245" y="50456"/>
                  <a:pt x="64245" y="50381"/>
                </a:cubicBezTo>
                <a:cubicBezTo>
                  <a:pt x="64245" y="50306"/>
                  <a:pt x="64275" y="50230"/>
                  <a:pt x="64275" y="50230"/>
                </a:cubicBezTo>
                <a:cubicBezTo>
                  <a:pt x="64275" y="50155"/>
                  <a:pt x="64245" y="50155"/>
                  <a:pt x="64245" y="50155"/>
                </a:cubicBezTo>
                <a:cubicBezTo>
                  <a:pt x="64312" y="50155"/>
                  <a:pt x="64349" y="50155"/>
                  <a:pt x="64385" y="50155"/>
                </a:cubicBezTo>
                <a:cubicBezTo>
                  <a:pt x="64422" y="50155"/>
                  <a:pt x="64459" y="50080"/>
                  <a:pt x="64459" y="50080"/>
                </a:cubicBezTo>
                <a:cubicBezTo>
                  <a:pt x="64459" y="50005"/>
                  <a:pt x="64422" y="50005"/>
                  <a:pt x="64422" y="49930"/>
                </a:cubicBezTo>
                <a:cubicBezTo>
                  <a:pt x="64385" y="49854"/>
                  <a:pt x="64385" y="49854"/>
                  <a:pt x="64349" y="49792"/>
                </a:cubicBezTo>
                <a:cubicBezTo>
                  <a:pt x="64312" y="49792"/>
                  <a:pt x="64312" y="49716"/>
                  <a:pt x="64275" y="49641"/>
                </a:cubicBezTo>
                <a:cubicBezTo>
                  <a:pt x="64245" y="49641"/>
                  <a:pt x="64245" y="49641"/>
                  <a:pt x="64208" y="49641"/>
                </a:cubicBezTo>
                <a:cubicBezTo>
                  <a:pt x="64208" y="49792"/>
                  <a:pt x="64208" y="49854"/>
                  <a:pt x="64208" y="49930"/>
                </a:cubicBezTo>
                <a:cubicBezTo>
                  <a:pt x="64208" y="50005"/>
                  <a:pt x="64208" y="50080"/>
                  <a:pt x="64208" y="50080"/>
                </a:cubicBezTo>
                <a:cubicBezTo>
                  <a:pt x="64171" y="50080"/>
                  <a:pt x="64134" y="50155"/>
                  <a:pt x="64098" y="50080"/>
                </a:cubicBezTo>
                <a:cubicBezTo>
                  <a:pt x="64098" y="50080"/>
                  <a:pt x="64061" y="50080"/>
                  <a:pt x="64024" y="50080"/>
                </a:cubicBezTo>
                <a:cubicBezTo>
                  <a:pt x="63987" y="50005"/>
                  <a:pt x="63987" y="49930"/>
                  <a:pt x="63987" y="49854"/>
                </a:cubicBezTo>
                <a:cubicBezTo>
                  <a:pt x="63950" y="49854"/>
                  <a:pt x="63914" y="49854"/>
                  <a:pt x="63914" y="49792"/>
                </a:cubicBezTo>
                <a:cubicBezTo>
                  <a:pt x="63914" y="49716"/>
                  <a:pt x="63914" y="49716"/>
                  <a:pt x="63914" y="49641"/>
                </a:cubicBezTo>
                <a:cubicBezTo>
                  <a:pt x="63914" y="49566"/>
                  <a:pt x="63914" y="49566"/>
                  <a:pt x="63877" y="49491"/>
                </a:cubicBezTo>
                <a:cubicBezTo>
                  <a:pt x="63877" y="49416"/>
                  <a:pt x="63877" y="49416"/>
                  <a:pt x="63877" y="49340"/>
                </a:cubicBezTo>
                <a:cubicBezTo>
                  <a:pt x="63877" y="49265"/>
                  <a:pt x="63877" y="49265"/>
                  <a:pt x="63840" y="49190"/>
                </a:cubicBezTo>
                <a:cubicBezTo>
                  <a:pt x="63840" y="49190"/>
                  <a:pt x="63803" y="49190"/>
                  <a:pt x="63773" y="49190"/>
                </a:cubicBezTo>
                <a:cubicBezTo>
                  <a:pt x="63730" y="49115"/>
                  <a:pt x="63730" y="49190"/>
                  <a:pt x="63699" y="49190"/>
                </a:cubicBezTo>
                <a:cubicBezTo>
                  <a:pt x="63663" y="49115"/>
                  <a:pt x="63663" y="49115"/>
                  <a:pt x="63626" y="49040"/>
                </a:cubicBezTo>
                <a:cubicBezTo>
                  <a:pt x="63626" y="48965"/>
                  <a:pt x="63552" y="48965"/>
                  <a:pt x="63552" y="48889"/>
                </a:cubicBezTo>
                <a:cubicBezTo>
                  <a:pt x="63552" y="48889"/>
                  <a:pt x="63552" y="48814"/>
                  <a:pt x="63552" y="48739"/>
                </a:cubicBezTo>
                <a:cubicBezTo>
                  <a:pt x="63552" y="48676"/>
                  <a:pt x="63552" y="48676"/>
                  <a:pt x="63552" y="48676"/>
                </a:cubicBezTo>
                <a:cubicBezTo>
                  <a:pt x="63552" y="48601"/>
                  <a:pt x="63589" y="48526"/>
                  <a:pt x="63626" y="48526"/>
                </a:cubicBezTo>
                <a:cubicBezTo>
                  <a:pt x="63699" y="48601"/>
                  <a:pt x="63699" y="48601"/>
                  <a:pt x="63699" y="48601"/>
                </a:cubicBezTo>
                <a:cubicBezTo>
                  <a:pt x="63699" y="48601"/>
                  <a:pt x="63730" y="48676"/>
                  <a:pt x="63773" y="48676"/>
                </a:cubicBezTo>
                <a:cubicBezTo>
                  <a:pt x="63773" y="48676"/>
                  <a:pt x="63803" y="48739"/>
                  <a:pt x="63840" y="48739"/>
                </a:cubicBezTo>
                <a:cubicBezTo>
                  <a:pt x="63877" y="48814"/>
                  <a:pt x="63914" y="48739"/>
                  <a:pt x="63950" y="48739"/>
                </a:cubicBezTo>
                <a:cubicBezTo>
                  <a:pt x="64024" y="48739"/>
                  <a:pt x="64024" y="48739"/>
                  <a:pt x="64024" y="48739"/>
                </a:cubicBezTo>
                <a:cubicBezTo>
                  <a:pt x="64098" y="48739"/>
                  <a:pt x="64098" y="48739"/>
                  <a:pt x="64098" y="48739"/>
                </a:cubicBezTo>
                <a:cubicBezTo>
                  <a:pt x="64134" y="48739"/>
                  <a:pt x="64134" y="48676"/>
                  <a:pt x="64171" y="48676"/>
                </a:cubicBezTo>
                <a:cubicBezTo>
                  <a:pt x="64134" y="48601"/>
                  <a:pt x="64134" y="48601"/>
                  <a:pt x="64134" y="48526"/>
                </a:cubicBezTo>
                <a:cubicBezTo>
                  <a:pt x="64098" y="48526"/>
                  <a:pt x="64061" y="48526"/>
                  <a:pt x="64061" y="48526"/>
                </a:cubicBezTo>
                <a:cubicBezTo>
                  <a:pt x="64061" y="48451"/>
                  <a:pt x="64098" y="48375"/>
                  <a:pt x="64098" y="48375"/>
                </a:cubicBezTo>
                <a:cubicBezTo>
                  <a:pt x="64134" y="48300"/>
                  <a:pt x="64134" y="48225"/>
                  <a:pt x="64171" y="48225"/>
                </a:cubicBezTo>
                <a:cubicBezTo>
                  <a:pt x="64245" y="48150"/>
                  <a:pt x="64275" y="48225"/>
                  <a:pt x="64312" y="48225"/>
                </a:cubicBezTo>
                <a:cubicBezTo>
                  <a:pt x="64385" y="48225"/>
                  <a:pt x="64422" y="48150"/>
                  <a:pt x="64496" y="48225"/>
                </a:cubicBezTo>
                <a:cubicBezTo>
                  <a:pt x="64496" y="48225"/>
                  <a:pt x="64532" y="48225"/>
                  <a:pt x="64569" y="48225"/>
                </a:cubicBezTo>
                <a:cubicBezTo>
                  <a:pt x="64569" y="48225"/>
                  <a:pt x="64606" y="48300"/>
                  <a:pt x="64643" y="48300"/>
                </a:cubicBezTo>
                <a:cubicBezTo>
                  <a:pt x="64679" y="48375"/>
                  <a:pt x="64679" y="48451"/>
                  <a:pt x="64716" y="48451"/>
                </a:cubicBezTo>
                <a:cubicBezTo>
                  <a:pt x="64716" y="48451"/>
                  <a:pt x="64747" y="48451"/>
                  <a:pt x="64790" y="48451"/>
                </a:cubicBezTo>
                <a:cubicBezTo>
                  <a:pt x="64790" y="48451"/>
                  <a:pt x="64820" y="48451"/>
                  <a:pt x="64820" y="48526"/>
                </a:cubicBezTo>
                <a:cubicBezTo>
                  <a:pt x="64857" y="48526"/>
                  <a:pt x="64857" y="48601"/>
                  <a:pt x="64857" y="48676"/>
                </a:cubicBezTo>
                <a:lnTo>
                  <a:pt x="64857" y="48739"/>
                </a:lnTo>
                <a:cubicBezTo>
                  <a:pt x="64857" y="48814"/>
                  <a:pt x="64894" y="48814"/>
                  <a:pt x="64931" y="48814"/>
                </a:cubicBezTo>
                <a:cubicBezTo>
                  <a:pt x="64967" y="48814"/>
                  <a:pt x="64967" y="48889"/>
                  <a:pt x="65004" y="48889"/>
                </a:cubicBezTo>
                <a:cubicBezTo>
                  <a:pt x="64967" y="49040"/>
                  <a:pt x="64967" y="49040"/>
                  <a:pt x="64967" y="49040"/>
                </a:cubicBezTo>
                <a:cubicBezTo>
                  <a:pt x="64967" y="49115"/>
                  <a:pt x="64931" y="49040"/>
                  <a:pt x="64894" y="49115"/>
                </a:cubicBezTo>
                <a:cubicBezTo>
                  <a:pt x="64894" y="49115"/>
                  <a:pt x="64820" y="49190"/>
                  <a:pt x="64820" y="49265"/>
                </a:cubicBezTo>
                <a:cubicBezTo>
                  <a:pt x="64820" y="49416"/>
                  <a:pt x="64857" y="49491"/>
                  <a:pt x="64894" y="49641"/>
                </a:cubicBezTo>
                <a:cubicBezTo>
                  <a:pt x="64967" y="49716"/>
                  <a:pt x="65004" y="49641"/>
                  <a:pt x="65041" y="49716"/>
                </a:cubicBezTo>
                <a:cubicBezTo>
                  <a:pt x="65114" y="49854"/>
                  <a:pt x="65114" y="50005"/>
                  <a:pt x="65114" y="50155"/>
                </a:cubicBezTo>
                <a:cubicBezTo>
                  <a:pt x="65114" y="50155"/>
                  <a:pt x="65078" y="50155"/>
                  <a:pt x="65078" y="50230"/>
                </a:cubicBezTo>
                <a:cubicBezTo>
                  <a:pt x="65078" y="50230"/>
                  <a:pt x="65114" y="50306"/>
                  <a:pt x="65114" y="50381"/>
                </a:cubicBezTo>
                <a:cubicBezTo>
                  <a:pt x="65114" y="50381"/>
                  <a:pt x="65078" y="50456"/>
                  <a:pt x="65078" y="50531"/>
                </a:cubicBezTo>
                <a:cubicBezTo>
                  <a:pt x="65078" y="50606"/>
                  <a:pt x="65078" y="50606"/>
                  <a:pt x="65078" y="50606"/>
                </a:cubicBezTo>
                <a:cubicBezTo>
                  <a:pt x="65078" y="50681"/>
                  <a:pt x="65114" y="50681"/>
                  <a:pt x="65114" y="50757"/>
                </a:cubicBezTo>
                <a:cubicBezTo>
                  <a:pt x="65114" y="50819"/>
                  <a:pt x="65151" y="50819"/>
                  <a:pt x="65151" y="50907"/>
                </a:cubicBezTo>
                <a:cubicBezTo>
                  <a:pt x="65188" y="50907"/>
                  <a:pt x="65188" y="50970"/>
                  <a:pt x="65188" y="50970"/>
                </a:cubicBezTo>
                <a:cubicBezTo>
                  <a:pt x="65188" y="51045"/>
                  <a:pt x="65188" y="51045"/>
                  <a:pt x="65225" y="51045"/>
                </a:cubicBezTo>
                <a:cubicBezTo>
                  <a:pt x="65225" y="51045"/>
                  <a:pt x="65225" y="51045"/>
                  <a:pt x="65261" y="51120"/>
                </a:cubicBezTo>
                <a:cubicBezTo>
                  <a:pt x="65261" y="51120"/>
                  <a:pt x="65261" y="51120"/>
                  <a:pt x="65261" y="51195"/>
                </a:cubicBezTo>
                <a:cubicBezTo>
                  <a:pt x="65292" y="51195"/>
                  <a:pt x="65292" y="51195"/>
                  <a:pt x="65329" y="51271"/>
                </a:cubicBezTo>
                <a:cubicBezTo>
                  <a:pt x="65329" y="51271"/>
                  <a:pt x="65329" y="51271"/>
                  <a:pt x="65366" y="51271"/>
                </a:cubicBezTo>
                <a:cubicBezTo>
                  <a:pt x="65366" y="51346"/>
                  <a:pt x="65402" y="51346"/>
                  <a:pt x="65402" y="51421"/>
                </a:cubicBezTo>
                <a:cubicBezTo>
                  <a:pt x="65402" y="51421"/>
                  <a:pt x="65402" y="51496"/>
                  <a:pt x="65366" y="51496"/>
                </a:cubicBezTo>
                <a:cubicBezTo>
                  <a:pt x="65366" y="51571"/>
                  <a:pt x="65366" y="51571"/>
                  <a:pt x="65329" y="51571"/>
                </a:cubicBezTo>
                <a:cubicBezTo>
                  <a:pt x="65329" y="51646"/>
                  <a:pt x="65329" y="51646"/>
                  <a:pt x="65329" y="51646"/>
                </a:cubicBezTo>
                <a:cubicBezTo>
                  <a:pt x="65329" y="51722"/>
                  <a:pt x="65329" y="51722"/>
                  <a:pt x="65292" y="51797"/>
                </a:cubicBezTo>
                <a:lnTo>
                  <a:pt x="65292" y="51872"/>
                </a:lnTo>
                <a:cubicBezTo>
                  <a:pt x="65292" y="52010"/>
                  <a:pt x="65292" y="52010"/>
                  <a:pt x="65329" y="52085"/>
                </a:cubicBezTo>
                <a:cubicBezTo>
                  <a:pt x="65329" y="52160"/>
                  <a:pt x="65329" y="52160"/>
                  <a:pt x="65329" y="52160"/>
                </a:cubicBezTo>
                <a:cubicBezTo>
                  <a:pt x="65329" y="52236"/>
                  <a:pt x="65366" y="52236"/>
                  <a:pt x="65366" y="52236"/>
                </a:cubicBezTo>
                <a:cubicBezTo>
                  <a:pt x="65402" y="52236"/>
                  <a:pt x="65402" y="52311"/>
                  <a:pt x="65402" y="52311"/>
                </a:cubicBezTo>
                <a:cubicBezTo>
                  <a:pt x="65439" y="52311"/>
                  <a:pt x="65476" y="52236"/>
                  <a:pt x="65476" y="52160"/>
                </a:cubicBezTo>
                <a:cubicBezTo>
                  <a:pt x="65476" y="52085"/>
                  <a:pt x="65476" y="52085"/>
                  <a:pt x="65476" y="52085"/>
                </a:cubicBezTo>
                <a:cubicBezTo>
                  <a:pt x="65476" y="52010"/>
                  <a:pt x="65513" y="52010"/>
                  <a:pt x="65513" y="51935"/>
                </a:cubicBezTo>
                <a:cubicBezTo>
                  <a:pt x="65513" y="51935"/>
                  <a:pt x="65513" y="51935"/>
                  <a:pt x="65513" y="51872"/>
                </a:cubicBezTo>
                <a:cubicBezTo>
                  <a:pt x="65513" y="51797"/>
                  <a:pt x="65513" y="51797"/>
                  <a:pt x="65513" y="51646"/>
                </a:cubicBezTo>
                <a:cubicBezTo>
                  <a:pt x="65513" y="51646"/>
                  <a:pt x="65513" y="51646"/>
                  <a:pt x="65513" y="51571"/>
                </a:cubicBezTo>
                <a:cubicBezTo>
                  <a:pt x="65513" y="51496"/>
                  <a:pt x="65513" y="51496"/>
                  <a:pt x="65513" y="51421"/>
                </a:cubicBezTo>
                <a:cubicBezTo>
                  <a:pt x="65586" y="51421"/>
                  <a:pt x="65586" y="51421"/>
                  <a:pt x="65586" y="51421"/>
                </a:cubicBezTo>
                <a:cubicBezTo>
                  <a:pt x="65586" y="51421"/>
                  <a:pt x="65586" y="51421"/>
                  <a:pt x="65623" y="51421"/>
                </a:cubicBezTo>
                <a:cubicBezTo>
                  <a:pt x="65623" y="51421"/>
                  <a:pt x="65623" y="51421"/>
                  <a:pt x="65660" y="51496"/>
                </a:cubicBezTo>
                <a:lnTo>
                  <a:pt x="65660" y="51496"/>
                </a:lnTo>
                <a:cubicBezTo>
                  <a:pt x="65696" y="51571"/>
                  <a:pt x="65696" y="51571"/>
                  <a:pt x="65696" y="51571"/>
                </a:cubicBezTo>
                <a:cubicBezTo>
                  <a:pt x="65733" y="51646"/>
                  <a:pt x="65764" y="51646"/>
                  <a:pt x="65764" y="51722"/>
                </a:cubicBezTo>
                <a:cubicBezTo>
                  <a:pt x="65807" y="51797"/>
                  <a:pt x="65807" y="51797"/>
                  <a:pt x="65807" y="51797"/>
                </a:cubicBezTo>
                <a:cubicBezTo>
                  <a:pt x="65837" y="51872"/>
                  <a:pt x="65837" y="51872"/>
                  <a:pt x="65837" y="51872"/>
                </a:cubicBezTo>
                <a:cubicBezTo>
                  <a:pt x="65874" y="51935"/>
                  <a:pt x="65874" y="51935"/>
                  <a:pt x="65874" y="51935"/>
                </a:cubicBezTo>
                <a:lnTo>
                  <a:pt x="65911" y="52010"/>
                </a:lnTo>
                <a:lnTo>
                  <a:pt x="65947" y="52010"/>
                </a:lnTo>
                <a:cubicBezTo>
                  <a:pt x="65984" y="52010"/>
                  <a:pt x="65984" y="52010"/>
                  <a:pt x="66021" y="52010"/>
                </a:cubicBezTo>
                <a:cubicBezTo>
                  <a:pt x="66058" y="52010"/>
                  <a:pt x="66058" y="52010"/>
                  <a:pt x="66094" y="52010"/>
                </a:cubicBezTo>
                <a:cubicBezTo>
                  <a:pt x="66094" y="52010"/>
                  <a:pt x="66094" y="52085"/>
                  <a:pt x="66131" y="52085"/>
                </a:cubicBezTo>
                <a:cubicBezTo>
                  <a:pt x="66168" y="52085"/>
                  <a:pt x="66168" y="52085"/>
                  <a:pt x="66205" y="52085"/>
                </a:cubicBezTo>
                <a:lnTo>
                  <a:pt x="66241" y="52085"/>
                </a:lnTo>
                <a:cubicBezTo>
                  <a:pt x="66241" y="52085"/>
                  <a:pt x="66278" y="52085"/>
                  <a:pt x="66278" y="52010"/>
                </a:cubicBezTo>
                <a:lnTo>
                  <a:pt x="66309" y="52010"/>
                </a:lnTo>
                <a:cubicBezTo>
                  <a:pt x="66309" y="51935"/>
                  <a:pt x="66309" y="51935"/>
                  <a:pt x="66309" y="51935"/>
                </a:cubicBezTo>
                <a:cubicBezTo>
                  <a:pt x="66309" y="51872"/>
                  <a:pt x="66309" y="51872"/>
                  <a:pt x="66309" y="51872"/>
                </a:cubicBezTo>
                <a:cubicBezTo>
                  <a:pt x="66309" y="51797"/>
                  <a:pt x="66278" y="51722"/>
                  <a:pt x="66278" y="51646"/>
                </a:cubicBezTo>
                <a:cubicBezTo>
                  <a:pt x="66278" y="51646"/>
                  <a:pt x="66278" y="51571"/>
                  <a:pt x="66309" y="51571"/>
                </a:cubicBezTo>
                <a:cubicBezTo>
                  <a:pt x="66309" y="51496"/>
                  <a:pt x="66309" y="51496"/>
                  <a:pt x="66346" y="51496"/>
                </a:cubicBezTo>
                <a:cubicBezTo>
                  <a:pt x="66346" y="51421"/>
                  <a:pt x="66346" y="51421"/>
                  <a:pt x="66346" y="51421"/>
                </a:cubicBezTo>
                <a:cubicBezTo>
                  <a:pt x="66346" y="51421"/>
                  <a:pt x="66382" y="51346"/>
                  <a:pt x="66419" y="51346"/>
                </a:cubicBezTo>
                <a:cubicBezTo>
                  <a:pt x="66419" y="51271"/>
                  <a:pt x="66456" y="51346"/>
                  <a:pt x="66493" y="51346"/>
                </a:cubicBezTo>
                <a:cubicBezTo>
                  <a:pt x="66529" y="51346"/>
                  <a:pt x="66566" y="51271"/>
                  <a:pt x="66603" y="51346"/>
                </a:cubicBezTo>
                <a:cubicBezTo>
                  <a:pt x="66603" y="51346"/>
                  <a:pt x="66603" y="51421"/>
                  <a:pt x="66640" y="51421"/>
                </a:cubicBezTo>
                <a:cubicBezTo>
                  <a:pt x="66640" y="51421"/>
                  <a:pt x="66676" y="51496"/>
                  <a:pt x="66676" y="51571"/>
                </a:cubicBezTo>
                <a:cubicBezTo>
                  <a:pt x="66713" y="51571"/>
                  <a:pt x="66713" y="51571"/>
                  <a:pt x="66713" y="51571"/>
                </a:cubicBezTo>
                <a:cubicBezTo>
                  <a:pt x="66750" y="51646"/>
                  <a:pt x="66787" y="51722"/>
                  <a:pt x="66787" y="51722"/>
                </a:cubicBezTo>
                <a:cubicBezTo>
                  <a:pt x="66823" y="51797"/>
                  <a:pt x="66823" y="51797"/>
                  <a:pt x="66854" y="51797"/>
                </a:cubicBezTo>
                <a:cubicBezTo>
                  <a:pt x="66854" y="51797"/>
                  <a:pt x="66854" y="51872"/>
                  <a:pt x="66891" y="51872"/>
                </a:cubicBezTo>
                <a:cubicBezTo>
                  <a:pt x="66891" y="51872"/>
                  <a:pt x="66891" y="51935"/>
                  <a:pt x="66928" y="51935"/>
                </a:cubicBezTo>
                <a:lnTo>
                  <a:pt x="66928" y="51935"/>
                </a:lnTo>
                <a:cubicBezTo>
                  <a:pt x="66964" y="51935"/>
                  <a:pt x="66964" y="52010"/>
                  <a:pt x="67001" y="52010"/>
                </a:cubicBezTo>
                <a:cubicBezTo>
                  <a:pt x="67473" y="52010"/>
                  <a:pt x="67473" y="52010"/>
                  <a:pt x="67473" y="52010"/>
                </a:cubicBezTo>
                <a:cubicBezTo>
                  <a:pt x="67473" y="51872"/>
                  <a:pt x="67473" y="51797"/>
                  <a:pt x="67473" y="51722"/>
                </a:cubicBezTo>
                <a:cubicBezTo>
                  <a:pt x="67473" y="51646"/>
                  <a:pt x="67473" y="51646"/>
                  <a:pt x="67473" y="51646"/>
                </a:cubicBezTo>
                <a:cubicBezTo>
                  <a:pt x="67473" y="51571"/>
                  <a:pt x="67436" y="51571"/>
                  <a:pt x="67436" y="51496"/>
                </a:cubicBezTo>
                <a:cubicBezTo>
                  <a:pt x="67436" y="51496"/>
                  <a:pt x="67473" y="51421"/>
                  <a:pt x="67473" y="51346"/>
                </a:cubicBezTo>
                <a:lnTo>
                  <a:pt x="67509" y="51421"/>
                </a:lnTo>
                <a:cubicBezTo>
                  <a:pt x="67546" y="51421"/>
                  <a:pt x="67546" y="51346"/>
                  <a:pt x="67546" y="51346"/>
                </a:cubicBezTo>
                <a:cubicBezTo>
                  <a:pt x="67583" y="51346"/>
                  <a:pt x="67583" y="51346"/>
                  <a:pt x="67583" y="51346"/>
                </a:cubicBezTo>
                <a:cubicBezTo>
                  <a:pt x="67620" y="51346"/>
                  <a:pt x="67620" y="51346"/>
                  <a:pt x="67656" y="51346"/>
                </a:cubicBezTo>
                <a:cubicBezTo>
                  <a:pt x="67693" y="51346"/>
                  <a:pt x="67730" y="51346"/>
                  <a:pt x="67767" y="51421"/>
                </a:cubicBezTo>
                <a:cubicBezTo>
                  <a:pt x="67803" y="51421"/>
                  <a:pt x="67803" y="51496"/>
                  <a:pt x="67840" y="51571"/>
                </a:cubicBezTo>
                <a:cubicBezTo>
                  <a:pt x="67840" y="51571"/>
                  <a:pt x="67840" y="51571"/>
                  <a:pt x="67871" y="51571"/>
                </a:cubicBezTo>
                <a:cubicBezTo>
                  <a:pt x="67871" y="51571"/>
                  <a:pt x="67908" y="51571"/>
                  <a:pt x="67944" y="51571"/>
                </a:cubicBezTo>
                <a:cubicBezTo>
                  <a:pt x="67944" y="51571"/>
                  <a:pt x="67944" y="51646"/>
                  <a:pt x="67981" y="51571"/>
                </a:cubicBezTo>
                <a:cubicBezTo>
                  <a:pt x="67981" y="51571"/>
                  <a:pt x="67981" y="51571"/>
                  <a:pt x="68018" y="51571"/>
                </a:cubicBezTo>
                <a:lnTo>
                  <a:pt x="68018" y="51496"/>
                </a:lnTo>
                <a:cubicBezTo>
                  <a:pt x="68018" y="51496"/>
                  <a:pt x="68055" y="51496"/>
                  <a:pt x="68055" y="51421"/>
                </a:cubicBezTo>
                <a:cubicBezTo>
                  <a:pt x="68055" y="51421"/>
                  <a:pt x="68091" y="51421"/>
                  <a:pt x="68091" y="51496"/>
                </a:cubicBezTo>
                <a:cubicBezTo>
                  <a:pt x="68091" y="51496"/>
                  <a:pt x="68091" y="51571"/>
                  <a:pt x="68128" y="51571"/>
                </a:cubicBezTo>
                <a:cubicBezTo>
                  <a:pt x="68128" y="51646"/>
                  <a:pt x="68128" y="51646"/>
                  <a:pt x="68165" y="51646"/>
                </a:cubicBezTo>
                <a:lnTo>
                  <a:pt x="68165" y="51722"/>
                </a:lnTo>
                <a:cubicBezTo>
                  <a:pt x="68165" y="51797"/>
                  <a:pt x="68165" y="51797"/>
                  <a:pt x="68165" y="51872"/>
                </a:cubicBezTo>
                <a:cubicBezTo>
                  <a:pt x="68165" y="51935"/>
                  <a:pt x="68165" y="52010"/>
                  <a:pt x="68165" y="52085"/>
                </a:cubicBezTo>
                <a:lnTo>
                  <a:pt x="68128" y="52160"/>
                </a:lnTo>
                <a:cubicBezTo>
                  <a:pt x="68091" y="52236"/>
                  <a:pt x="68091" y="52311"/>
                  <a:pt x="68091" y="52386"/>
                </a:cubicBezTo>
                <a:cubicBezTo>
                  <a:pt x="68091" y="52461"/>
                  <a:pt x="68055" y="52536"/>
                  <a:pt x="68055" y="52687"/>
                </a:cubicBezTo>
                <a:lnTo>
                  <a:pt x="68055" y="52762"/>
                </a:lnTo>
                <a:cubicBezTo>
                  <a:pt x="68055" y="52837"/>
                  <a:pt x="68091" y="52837"/>
                  <a:pt x="68091" y="52900"/>
                </a:cubicBezTo>
                <a:cubicBezTo>
                  <a:pt x="68091" y="52900"/>
                  <a:pt x="68091" y="52900"/>
                  <a:pt x="68091" y="52987"/>
                </a:cubicBezTo>
                <a:cubicBezTo>
                  <a:pt x="68091" y="52987"/>
                  <a:pt x="68091" y="52987"/>
                  <a:pt x="68091" y="53050"/>
                </a:cubicBezTo>
                <a:cubicBezTo>
                  <a:pt x="68128" y="53050"/>
                  <a:pt x="68128" y="53125"/>
                  <a:pt x="68128" y="53125"/>
                </a:cubicBezTo>
                <a:cubicBezTo>
                  <a:pt x="68165" y="53201"/>
                  <a:pt x="68165" y="53201"/>
                  <a:pt x="68165" y="53276"/>
                </a:cubicBezTo>
                <a:cubicBezTo>
                  <a:pt x="68165" y="53276"/>
                  <a:pt x="68165" y="53351"/>
                  <a:pt x="68128" y="53351"/>
                </a:cubicBezTo>
                <a:cubicBezTo>
                  <a:pt x="68128" y="53426"/>
                  <a:pt x="68128" y="53426"/>
                  <a:pt x="68091" y="53426"/>
                </a:cubicBezTo>
                <a:cubicBezTo>
                  <a:pt x="68091" y="53501"/>
                  <a:pt x="68091" y="53501"/>
                  <a:pt x="68091" y="53501"/>
                </a:cubicBezTo>
                <a:cubicBezTo>
                  <a:pt x="68055" y="53501"/>
                  <a:pt x="68055" y="53577"/>
                  <a:pt x="68055" y="53577"/>
                </a:cubicBezTo>
                <a:cubicBezTo>
                  <a:pt x="68055" y="53652"/>
                  <a:pt x="68055" y="53652"/>
                  <a:pt x="68055" y="53727"/>
                </a:cubicBezTo>
                <a:lnTo>
                  <a:pt x="68055" y="53802"/>
                </a:lnTo>
                <a:cubicBezTo>
                  <a:pt x="68018" y="53877"/>
                  <a:pt x="68018" y="53877"/>
                  <a:pt x="68018" y="53877"/>
                </a:cubicBezTo>
                <a:cubicBezTo>
                  <a:pt x="67981" y="53953"/>
                  <a:pt x="67981" y="54015"/>
                  <a:pt x="67944" y="54090"/>
                </a:cubicBezTo>
                <a:cubicBezTo>
                  <a:pt x="67944" y="54090"/>
                  <a:pt x="67944" y="54166"/>
                  <a:pt x="67908" y="54241"/>
                </a:cubicBezTo>
                <a:cubicBezTo>
                  <a:pt x="67908" y="54241"/>
                  <a:pt x="67871" y="54316"/>
                  <a:pt x="67840" y="54316"/>
                </a:cubicBezTo>
                <a:lnTo>
                  <a:pt x="67803" y="54391"/>
                </a:lnTo>
                <a:lnTo>
                  <a:pt x="67767" y="54391"/>
                </a:lnTo>
                <a:cubicBezTo>
                  <a:pt x="67767" y="54466"/>
                  <a:pt x="67730" y="54466"/>
                  <a:pt x="67730" y="54466"/>
                </a:cubicBezTo>
                <a:cubicBezTo>
                  <a:pt x="67730" y="54542"/>
                  <a:pt x="67730" y="54542"/>
                  <a:pt x="67730" y="54542"/>
                </a:cubicBezTo>
                <a:cubicBezTo>
                  <a:pt x="67730" y="54617"/>
                  <a:pt x="67730" y="54692"/>
                  <a:pt x="67730" y="54692"/>
                </a:cubicBezTo>
                <a:cubicBezTo>
                  <a:pt x="67693" y="54842"/>
                  <a:pt x="67693" y="54918"/>
                  <a:pt x="67656" y="55068"/>
                </a:cubicBezTo>
                <a:cubicBezTo>
                  <a:pt x="67656" y="55131"/>
                  <a:pt x="67656" y="55206"/>
                  <a:pt x="67620" y="55281"/>
                </a:cubicBezTo>
                <a:cubicBezTo>
                  <a:pt x="67620" y="55356"/>
                  <a:pt x="67583" y="55356"/>
                  <a:pt x="67583" y="55431"/>
                </a:cubicBezTo>
                <a:cubicBezTo>
                  <a:pt x="67546" y="55431"/>
                  <a:pt x="67546" y="55431"/>
                  <a:pt x="67546" y="55507"/>
                </a:cubicBezTo>
                <a:cubicBezTo>
                  <a:pt x="67509" y="55507"/>
                  <a:pt x="67509" y="55507"/>
                  <a:pt x="67509" y="55582"/>
                </a:cubicBezTo>
                <a:cubicBezTo>
                  <a:pt x="67473" y="55582"/>
                  <a:pt x="67473" y="55582"/>
                  <a:pt x="67473" y="55582"/>
                </a:cubicBezTo>
                <a:cubicBezTo>
                  <a:pt x="67436" y="55582"/>
                  <a:pt x="67436" y="55582"/>
                  <a:pt x="67436" y="55582"/>
                </a:cubicBezTo>
                <a:cubicBezTo>
                  <a:pt x="67399" y="55582"/>
                  <a:pt x="67362" y="55582"/>
                  <a:pt x="67362" y="55582"/>
                </a:cubicBezTo>
                <a:cubicBezTo>
                  <a:pt x="67326" y="55657"/>
                  <a:pt x="67295" y="55657"/>
                  <a:pt x="67295" y="55657"/>
                </a:cubicBezTo>
                <a:cubicBezTo>
                  <a:pt x="67258" y="55657"/>
                  <a:pt x="67258" y="55657"/>
                  <a:pt x="67258" y="55657"/>
                </a:cubicBezTo>
                <a:cubicBezTo>
                  <a:pt x="67222" y="55657"/>
                  <a:pt x="67222" y="55657"/>
                  <a:pt x="67185" y="55657"/>
                </a:cubicBezTo>
                <a:cubicBezTo>
                  <a:pt x="67185" y="55657"/>
                  <a:pt x="67185" y="55732"/>
                  <a:pt x="67148" y="55732"/>
                </a:cubicBezTo>
                <a:lnTo>
                  <a:pt x="67148" y="55732"/>
                </a:lnTo>
                <a:cubicBezTo>
                  <a:pt x="67111" y="55732"/>
                  <a:pt x="67111" y="55807"/>
                  <a:pt x="67075" y="55807"/>
                </a:cubicBezTo>
                <a:lnTo>
                  <a:pt x="67038" y="55807"/>
                </a:lnTo>
                <a:cubicBezTo>
                  <a:pt x="67001" y="55807"/>
                  <a:pt x="67001" y="55732"/>
                  <a:pt x="67001" y="55732"/>
                </a:cubicBezTo>
                <a:cubicBezTo>
                  <a:pt x="66964" y="55657"/>
                  <a:pt x="66964" y="55657"/>
                  <a:pt x="66928" y="55582"/>
                </a:cubicBezTo>
                <a:cubicBezTo>
                  <a:pt x="66891" y="55582"/>
                  <a:pt x="66891" y="55582"/>
                  <a:pt x="66891" y="55582"/>
                </a:cubicBezTo>
                <a:cubicBezTo>
                  <a:pt x="66854" y="55582"/>
                  <a:pt x="66854" y="55582"/>
                  <a:pt x="66823" y="55582"/>
                </a:cubicBezTo>
                <a:cubicBezTo>
                  <a:pt x="66787" y="55582"/>
                  <a:pt x="66787" y="55582"/>
                  <a:pt x="66750" y="55582"/>
                </a:cubicBezTo>
                <a:cubicBezTo>
                  <a:pt x="66750" y="55582"/>
                  <a:pt x="66750" y="55582"/>
                  <a:pt x="66713" y="55582"/>
                </a:cubicBezTo>
                <a:cubicBezTo>
                  <a:pt x="66676" y="55582"/>
                  <a:pt x="66640" y="55582"/>
                  <a:pt x="66640" y="55582"/>
                </a:cubicBezTo>
                <a:cubicBezTo>
                  <a:pt x="66603" y="55582"/>
                  <a:pt x="66603" y="55507"/>
                  <a:pt x="66566" y="55507"/>
                </a:cubicBezTo>
                <a:cubicBezTo>
                  <a:pt x="66529" y="55507"/>
                  <a:pt x="66529" y="55507"/>
                  <a:pt x="66529" y="55507"/>
                </a:cubicBezTo>
                <a:cubicBezTo>
                  <a:pt x="66529" y="55507"/>
                  <a:pt x="66529" y="55507"/>
                  <a:pt x="66493" y="55507"/>
                </a:cubicBezTo>
                <a:lnTo>
                  <a:pt x="66456" y="55582"/>
                </a:lnTo>
                <a:cubicBezTo>
                  <a:pt x="66493" y="55582"/>
                  <a:pt x="66493" y="55657"/>
                  <a:pt x="66529" y="55657"/>
                </a:cubicBezTo>
                <a:cubicBezTo>
                  <a:pt x="66566" y="55657"/>
                  <a:pt x="66603" y="55732"/>
                  <a:pt x="66640" y="55732"/>
                </a:cubicBezTo>
                <a:cubicBezTo>
                  <a:pt x="66676" y="55732"/>
                  <a:pt x="66713" y="55732"/>
                  <a:pt x="66750" y="55807"/>
                </a:cubicBezTo>
                <a:cubicBezTo>
                  <a:pt x="66787" y="55807"/>
                  <a:pt x="66823" y="55807"/>
                  <a:pt x="66823" y="55807"/>
                </a:cubicBezTo>
                <a:cubicBezTo>
                  <a:pt x="66823" y="55958"/>
                  <a:pt x="66823" y="55958"/>
                  <a:pt x="66823" y="55958"/>
                </a:cubicBezTo>
                <a:cubicBezTo>
                  <a:pt x="66823" y="56033"/>
                  <a:pt x="66823" y="56033"/>
                  <a:pt x="66823" y="56033"/>
                </a:cubicBezTo>
                <a:cubicBezTo>
                  <a:pt x="66823" y="56096"/>
                  <a:pt x="66854" y="56096"/>
                  <a:pt x="66891" y="56171"/>
                </a:cubicBezTo>
                <a:cubicBezTo>
                  <a:pt x="66891" y="56171"/>
                  <a:pt x="66891" y="56171"/>
                  <a:pt x="66891" y="56246"/>
                </a:cubicBezTo>
                <a:cubicBezTo>
                  <a:pt x="66928" y="56246"/>
                  <a:pt x="66928" y="56321"/>
                  <a:pt x="66928" y="56321"/>
                </a:cubicBezTo>
                <a:cubicBezTo>
                  <a:pt x="66928" y="56396"/>
                  <a:pt x="66891" y="56396"/>
                  <a:pt x="66891" y="56396"/>
                </a:cubicBezTo>
                <a:cubicBezTo>
                  <a:pt x="66891" y="56472"/>
                  <a:pt x="66928" y="56472"/>
                  <a:pt x="66928" y="56472"/>
                </a:cubicBezTo>
                <a:cubicBezTo>
                  <a:pt x="66928" y="56547"/>
                  <a:pt x="66891" y="56547"/>
                  <a:pt x="66891" y="56547"/>
                </a:cubicBezTo>
                <a:cubicBezTo>
                  <a:pt x="66891" y="56697"/>
                  <a:pt x="66891" y="56772"/>
                  <a:pt x="66891" y="56848"/>
                </a:cubicBezTo>
                <a:cubicBezTo>
                  <a:pt x="66891" y="56848"/>
                  <a:pt x="66928" y="56998"/>
                  <a:pt x="66964" y="56998"/>
                </a:cubicBezTo>
                <a:cubicBezTo>
                  <a:pt x="67001" y="57073"/>
                  <a:pt x="67038" y="57148"/>
                  <a:pt x="67075" y="57286"/>
                </a:cubicBezTo>
                <a:lnTo>
                  <a:pt x="67111" y="57361"/>
                </a:lnTo>
                <a:cubicBezTo>
                  <a:pt x="67148" y="57512"/>
                  <a:pt x="67148" y="57512"/>
                  <a:pt x="67148" y="57512"/>
                </a:cubicBezTo>
                <a:cubicBezTo>
                  <a:pt x="67148" y="57587"/>
                  <a:pt x="67185" y="57662"/>
                  <a:pt x="67185" y="57662"/>
                </a:cubicBezTo>
                <a:cubicBezTo>
                  <a:pt x="67222" y="57737"/>
                  <a:pt x="67222" y="57813"/>
                  <a:pt x="67258" y="57813"/>
                </a:cubicBezTo>
                <a:cubicBezTo>
                  <a:pt x="67258" y="57888"/>
                  <a:pt x="67295" y="57963"/>
                  <a:pt x="67326" y="57963"/>
                </a:cubicBezTo>
                <a:cubicBezTo>
                  <a:pt x="67362" y="57963"/>
                  <a:pt x="67362" y="58038"/>
                  <a:pt x="67399" y="58038"/>
                </a:cubicBezTo>
                <a:cubicBezTo>
                  <a:pt x="67473" y="58038"/>
                  <a:pt x="67473" y="58038"/>
                  <a:pt x="67473" y="58038"/>
                </a:cubicBezTo>
                <a:cubicBezTo>
                  <a:pt x="67509" y="58038"/>
                  <a:pt x="67509" y="58038"/>
                  <a:pt x="67546" y="58038"/>
                </a:cubicBezTo>
                <a:cubicBezTo>
                  <a:pt x="67583" y="58038"/>
                  <a:pt x="67620" y="57963"/>
                  <a:pt x="67620" y="57963"/>
                </a:cubicBezTo>
                <a:cubicBezTo>
                  <a:pt x="67620" y="57888"/>
                  <a:pt x="67620" y="57813"/>
                  <a:pt x="67620" y="57813"/>
                </a:cubicBezTo>
                <a:cubicBezTo>
                  <a:pt x="67620" y="57737"/>
                  <a:pt x="67656" y="57737"/>
                  <a:pt x="67693" y="57662"/>
                </a:cubicBezTo>
                <a:cubicBezTo>
                  <a:pt x="67730" y="57813"/>
                  <a:pt x="67730" y="57813"/>
                  <a:pt x="67730" y="57813"/>
                </a:cubicBezTo>
                <a:cubicBezTo>
                  <a:pt x="67767" y="57963"/>
                  <a:pt x="67840" y="58038"/>
                  <a:pt x="67871" y="58251"/>
                </a:cubicBezTo>
                <a:cubicBezTo>
                  <a:pt x="67908" y="58251"/>
                  <a:pt x="67908" y="58326"/>
                  <a:pt x="67908" y="58326"/>
                </a:cubicBezTo>
                <a:cubicBezTo>
                  <a:pt x="67944" y="58402"/>
                  <a:pt x="67944" y="58402"/>
                  <a:pt x="67981" y="58477"/>
                </a:cubicBezTo>
                <a:cubicBezTo>
                  <a:pt x="68018" y="58477"/>
                  <a:pt x="68018" y="58552"/>
                  <a:pt x="68055" y="58552"/>
                </a:cubicBezTo>
                <a:cubicBezTo>
                  <a:pt x="68091" y="58552"/>
                  <a:pt x="68091" y="58627"/>
                  <a:pt x="68091" y="58702"/>
                </a:cubicBezTo>
                <a:cubicBezTo>
                  <a:pt x="68128" y="58778"/>
                  <a:pt x="68128" y="58928"/>
                  <a:pt x="68128" y="59003"/>
                </a:cubicBezTo>
                <a:cubicBezTo>
                  <a:pt x="68128" y="59078"/>
                  <a:pt x="68128" y="59078"/>
                  <a:pt x="68128" y="59154"/>
                </a:cubicBezTo>
                <a:cubicBezTo>
                  <a:pt x="68165" y="59229"/>
                  <a:pt x="68202" y="59229"/>
                  <a:pt x="68202" y="59291"/>
                </a:cubicBezTo>
                <a:cubicBezTo>
                  <a:pt x="68238" y="59442"/>
                  <a:pt x="68275" y="59517"/>
                  <a:pt x="68312" y="59592"/>
                </a:cubicBezTo>
                <a:cubicBezTo>
                  <a:pt x="68349" y="59667"/>
                  <a:pt x="68379" y="59667"/>
                  <a:pt x="68379" y="59743"/>
                </a:cubicBezTo>
                <a:cubicBezTo>
                  <a:pt x="68416" y="59818"/>
                  <a:pt x="68416" y="59893"/>
                  <a:pt x="68416" y="60043"/>
                </a:cubicBezTo>
                <a:cubicBezTo>
                  <a:pt x="68416" y="60119"/>
                  <a:pt x="68416" y="60119"/>
                  <a:pt x="68416" y="60119"/>
                </a:cubicBezTo>
                <a:lnTo>
                  <a:pt x="68379" y="60194"/>
                </a:lnTo>
                <a:cubicBezTo>
                  <a:pt x="68379" y="60407"/>
                  <a:pt x="68379" y="60557"/>
                  <a:pt x="68416" y="60708"/>
                </a:cubicBezTo>
                <a:cubicBezTo>
                  <a:pt x="68453" y="60783"/>
                  <a:pt x="68490" y="60783"/>
                  <a:pt x="68526" y="60783"/>
                </a:cubicBezTo>
                <a:cubicBezTo>
                  <a:pt x="68563" y="60783"/>
                  <a:pt x="68563" y="60858"/>
                  <a:pt x="68600" y="60858"/>
                </a:cubicBezTo>
                <a:cubicBezTo>
                  <a:pt x="68637" y="60858"/>
                  <a:pt x="68637" y="60858"/>
                  <a:pt x="68673" y="60933"/>
                </a:cubicBezTo>
                <a:cubicBezTo>
                  <a:pt x="68710" y="60933"/>
                  <a:pt x="68710" y="60933"/>
                  <a:pt x="68747" y="61008"/>
                </a:cubicBezTo>
                <a:cubicBezTo>
                  <a:pt x="68747" y="61084"/>
                  <a:pt x="68747" y="61084"/>
                  <a:pt x="68784" y="61159"/>
                </a:cubicBezTo>
                <a:cubicBezTo>
                  <a:pt x="68784" y="61234"/>
                  <a:pt x="68784" y="61234"/>
                  <a:pt x="68820" y="61309"/>
                </a:cubicBezTo>
                <a:cubicBezTo>
                  <a:pt x="68857" y="61447"/>
                  <a:pt x="68924" y="61447"/>
                  <a:pt x="68961" y="61597"/>
                </a:cubicBezTo>
                <a:cubicBezTo>
                  <a:pt x="68961" y="61748"/>
                  <a:pt x="68998" y="61823"/>
                  <a:pt x="69035" y="61898"/>
                </a:cubicBezTo>
                <a:cubicBezTo>
                  <a:pt x="69071" y="62199"/>
                  <a:pt x="69071" y="62199"/>
                  <a:pt x="69071" y="62199"/>
                </a:cubicBezTo>
                <a:cubicBezTo>
                  <a:pt x="69108" y="62349"/>
                  <a:pt x="69145" y="62487"/>
                  <a:pt x="69145" y="62638"/>
                </a:cubicBezTo>
                <a:cubicBezTo>
                  <a:pt x="69145" y="62713"/>
                  <a:pt x="69182" y="62713"/>
                  <a:pt x="69145" y="62788"/>
                </a:cubicBezTo>
                <a:cubicBezTo>
                  <a:pt x="69145" y="62863"/>
                  <a:pt x="69108" y="62863"/>
                  <a:pt x="69108" y="62938"/>
                </a:cubicBezTo>
                <a:cubicBezTo>
                  <a:pt x="69108" y="63014"/>
                  <a:pt x="69108" y="63014"/>
                  <a:pt x="69108" y="63089"/>
                </a:cubicBezTo>
                <a:cubicBezTo>
                  <a:pt x="69108" y="63164"/>
                  <a:pt x="69108" y="63314"/>
                  <a:pt x="69145" y="63390"/>
                </a:cubicBezTo>
                <a:cubicBezTo>
                  <a:pt x="69145" y="63452"/>
                  <a:pt x="69182" y="63452"/>
                  <a:pt x="69218" y="63452"/>
                </a:cubicBezTo>
                <a:cubicBezTo>
                  <a:pt x="69218" y="63527"/>
                  <a:pt x="69255" y="63527"/>
                  <a:pt x="69292" y="63527"/>
                </a:cubicBezTo>
                <a:cubicBezTo>
                  <a:pt x="69329" y="63603"/>
                  <a:pt x="69329" y="63678"/>
                  <a:pt x="69366" y="63678"/>
                </a:cubicBezTo>
                <a:cubicBezTo>
                  <a:pt x="69396" y="63753"/>
                  <a:pt x="69433" y="63828"/>
                  <a:pt x="69506" y="63979"/>
                </a:cubicBezTo>
                <a:cubicBezTo>
                  <a:pt x="69506" y="63979"/>
                  <a:pt x="69543" y="63979"/>
                  <a:pt x="69543" y="64054"/>
                </a:cubicBezTo>
                <a:cubicBezTo>
                  <a:pt x="69580" y="64129"/>
                  <a:pt x="69580" y="64129"/>
                  <a:pt x="69580" y="64204"/>
                </a:cubicBezTo>
                <a:cubicBezTo>
                  <a:pt x="69617" y="64279"/>
                  <a:pt x="69653" y="64279"/>
                  <a:pt x="69653" y="64355"/>
                </a:cubicBezTo>
                <a:cubicBezTo>
                  <a:pt x="69690" y="64430"/>
                  <a:pt x="69727" y="64568"/>
                  <a:pt x="69727" y="64643"/>
                </a:cubicBezTo>
                <a:cubicBezTo>
                  <a:pt x="69764" y="64718"/>
                  <a:pt x="69764" y="64793"/>
                  <a:pt x="69800" y="64868"/>
                </a:cubicBezTo>
                <a:cubicBezTo>
                  <a:pt x="69800" y="64868"/>
                  <a:pt x="69874" y="64944"/>
                  <a:pt x="69874" y="65019"/>
                </a:cubicBezTo>
                <a:cubicBezTo>
                  <a:pt x="69941" y="65169"/>
                  <a:pt x="69978" y="65244"/>
                  <a:pt x="70015" y="65395"/>
                </a:cubicBezTo>
                <a:cubicBezTo>
                  <a:pt x="70088" y="65608"/>
                  <a:pt x="70162" y="65683"/>
                  <a:pt x="70235" y="65833"/>
                </a:cubicBezTo>
                <a:cubicBezTo>
                  <a:pt x="70235" y="65909"/>
                  <a:pt x="70235" y="65909"/>
                  <a:pt x="70272" y="65984"/>
                </a:cubicBezTo>
                <a:cubicBezTo>
                  <a:pt x="70272" y="66059"/>
                  <a:pt x="70309" y="66059"/>
                  <a:pt x="70309" y="66134"/>
                </a:cubicBezTo>
                <a:cubicBezTo>
                  <a:pt x="70309" y="66209"/>
                  <a:pt x="70346" y="66209"/>
                  <a:pt x="70346" y="66285"/>
                </a:cubicBezTo>
                <a:cubicBezTo>
                  <a:pt x="70346" y="66435"/>
                  <a:pt x="70346" y="66510"/>
                  <a:pt x="70346" y="66573"/>
                </a:cubicBezTo>
                <a:cubicBezTo>
                  <a:pt x="70346" y="66648"/>
                  <a:pt x="70346" y="66723"/>
                  <a:pt x="70346" y="66723"/>
                </a:cubicBezTo>
                <a:cubicBezTo>
                  <a:pt x="70346" y="66798"/>
                  <a:pt x="70382" y="66798"/>
                  <a:pt x="70382" y="66874"/>
                </a:cubicBezTo>
                <a:cubicBezTo>
                  <a:pt x="70413" y="67024"/>
                  <a:pt x="70450" y="67024"/>
                  <a:pt x="70450" y="67174"/>
                </a:cubicBezTo>
                <a:cubicBezTo>
                  <a:pt x="70450" y="68440"/>
                  <a:pt x="70450" y="68440"/>
                  <a:pt x="70450" y="68440"/>
                </a:cubicBezTo>
                <a:cubicBezTo>
                  <a:pt x="70450" y="68591"/>
                  <a:pt x="70560" y="68653"/>
                  <a:pt x="70633" y="68804"/>
                </a:cubicBezTo>
                <a:cubicBezTo>
                  <a:pt x="70707" y="68879"/>
                  <a:pt x="70707" y="68954"/>
                  <a:pt x="70781" y="68954"/>
                </a:cubicBezTo>
                <a:cubicBezTo>
                  <a:pt x="70854" y="69029"/>
                  <a:pt x="70891" y="68954"/>
                  <a:pt x="70928" y="68954"/>
                </a:cubicBezTo>
                <a:cubicBezTo>
                  <a:pt x="70995" y="68954"/>
                  <a:pt x="71068" y="69029"/>
                  <a:pt x="71142" y="68954"/>
                </a:cubicBezTo>
                <a:cubicBezTo>
                  <a:pt x="71179" y="68954"/>
                  <a:pt x="71179" y="68879"/>
                  <a:pt x="71215" y="68804"/>
                </a:cubicBezTo>
                <a:cubicBezTo>
                  <a:pt x="71252" y="68741"/>
                  <a:pt x="71252" y="68591"/>
                  <a:pt x="71289" y="68515"/>
                </a:cubicBezTo>
                <a:cubicBezTo>
                  <a:pt x="71326" y="68440"/>
                  <a:pt x="71399" y="68365"/>
                  <a:pt x="71430" y="68365"/>
                </a:cubicBezTo>
                <a:cubicBezTo>
                  <a:pt x="71473" y="68365"/>
                  <a:pt x="71473" y="68290"/>
                  <a:pt x="71503" y="68290"/>
                </a:cubicBezTo>
                <a:cubicBezTo>
                  <a:pt x="71944" y="68290"/>
                  <a:pt x="71944" y="68290"/>
                  <a:pt x="71944" y="68290"/>
                </a:cubicBezTo>
                <a:cubicBezTo>
                  <a:pt x="71975" y="68290"/>
                  <a:pt x="71975" y="68440"/>
                  <a:pt x="72012" y="68440"/>
                </a:cubicBezTo>
                <a:cubicBezTo>
                  <a:pt x="72012" y="68440"/>
                  <a:pt x="72049" y="68440"/>
                  <a:pt x="72085" y="68440"/>
                </a:cubicBezTo>
                <a:cubicBezTo>
                  <a:pt x="72159" y="68139"/>
                  <a:pt x="72159" y="68139"/>
                  <a:pt x="72159" y="68139"/>
                </a:cubicBezTo>
                <a:cubicBezTo>
                  <a:pt x="72159" y="68064"/>
                  <a:pt x="72196" y="68064"/>
                  <a:pt x="72196" y="67989"/>
                </a:cubicBezTo>
                <a:cubicBezTo>
                  <a:pt x="72232" y="67914"/>
                  <a:pt x="72269" y="67914"/>
                  <a:pt x="72306" y="67914"/>
                </a:cubicBezTo>
                <a:cubicBezTo>
                  <a:pt x="72306" y="67839"/>
                  <a:pt x="72343" y="67763"/>
                  <a:pt x="72343" y="67763"/>
                </a:cubicBezTo>
                <a:cubicBezTo>
                  <a:pt x="72447" y="67688"/>
                  <a:pt x="72490" y="67688"/>
                  <a:pt x="72557" y="67688"/>
                </a:cubicBezTo>
                <a:cubicBezTo>
                  <a:pt x="72594" y="67626"/>
                  <a:pt x="72594" y="67550"/>
                  <a:pt x="72630" y="67550"/>
                </a:cubicBezTo>
                <a:cubicBezTo>
                  <a:pt x="72667" y="67550"/>
                  <a:pt x="72741" y="67550"/>
                  <a:pt x="72777" y="67550"/>
                </a:cubicBezTo>
                <a:cubicBezTo>
                  <a:pt x="72814" y="67550"/>
                  <a:pt x="72814" y="67475"/>
                  <a:pt x="72851" y="67475"/>
                </a:cubicBezTo>
                <a:cubicBezTo>
                  <a:pt x="72888" y="67475"/>
                  <a:pt x="72888" y="67475"/>
                  <a:pt x="72924" y="67475"/>
                </a:cubicBezTo>
                <a:cubicBezTo>
                  <a:pt x="72961" y="67475"/>
                  <a:pt x="72992" y="67475"/>
                  <a:pt x="73065" y="67400"/>
                </a:cubicBezTo>
                <a:cubicBezTo>
                  <a:pt x="73102" y="67400"/>
                  <a:pt x="73102" y="67325"/>
                  <a:pt x="73139" y="67250"/>
                </a:cubicBezTo>
                <a:cubicBezTo>
                  <a:pt x="73212" y="67099"/>
                  <a:pt x="73212" y="67099"/>
                  <a:pt x="73212" y="67099"/>
                </a:cubicBezTo>
                <a:cubicBezTo>
                  <a:pt x="73212" y="67099"/>
                  <a:pt x="73249" y="67024"/>
                  <a:pt x="73286" y="66949"/>
                </a:cubicBezTo>
                <a:lnTo>
                  <a:pt x="73323" y="66949"/>
                </a:lnTo>
                <a:cubicBezTo>
                  <a:pt x="73433" y="66949"/>
                  <a:pt x="73464" y="66949"/>
                  <a:pt x="73537" y="66949"/>
                </a:cubicBezTo>
                <a:cubicBezTo>
                  <a:pt x="73537" y="66874"/>
                  <a:pt x="73537" y="66798"/>
                  <a:pt x="73537" y="66723"/>
                </a:cubicBezTo>
                <a:cubicBezTo>
                  <a:pt x="73537" y="66648"/>
                  <a:pt x="73537" y="66648"/>
                  <a:pt x="73537" y="66573"/>
                </a:cubicBezTo>
                <a:cubicBezTo>
                  <a:pt x="73574" y="66510"/>
                  <a:pt x="73574" y="66510"/>
                  <a:pt x="73611" y="66435"/>
                </a:cubicBezTo>
                <a:cubicBezTo>
                  <a:pt x="73611" y="66435"/>
                  <a:pt x="73647" y="66510"/>
                  <a:pt x="73684" y="66435"/>
                </a:cubicBezTo>
                <a:cubicBezTo>
                  <a:pt x="73684" y="66435"/>
                  <a:pt x="73721" y="66360"/>
                  <a:pt x="73758" y="66360"/>
                </a:cubicBezTo>
                <a:lnTo>
                  <a:pt x="73794" y="66285"/>
                </a:lnTo>
                <a:cubicBezTo>
                  <a:pt x="73831" y="66285"/>
                  <a:pt x="73868" y="66209"/>
                  <a:pt x="73868" y="66209"/>
                </a:cubicBezTo>
                <a:cubicBezTo>
                  <a:pt x="73905" y="66209"/>
                  <a:pt x="73941" y="66209"/>
                  <a:pt x="73941" y="66209"/>
                </a:cubicBezTo>
                <a:cubicBezTo>
                  <a:pt x="73978" y="66209"/>
                  <a:pt x="74009" y="66209"/>
                  <a:pt x="74009" y="66209"/>
                </a:cubicBezTo>
                <a:cubicBezTo>
                  <a:pt x="74523" y="66209"/>
                  <a:pt x="74523" y="66209"/>
                  <a:pt x="74523" y="66209"/>
                </a:cubicBezTo>
                <a:cubicBezTo>
                  <a:pt x="74523" y="66134"/>
                  <a:pt x="74523" y="66134"/>
                  <a:pt x="74523" y="65984"/>
                </a:cubicBezTo>
                <a:lnTo>
                  <a:pt x="74523" y="65909"/>
                </a:lnTo>
                <a:cubicBezTo>
                  <a:pt x="74523" y="65833"/>
                  <a:pt x="74523" y="65758"/>
                  <a:pt x="74523" y="65758"/>
                </a:cubicBezTo>
                <a:cubicBezTo>
                  <a:pt x="74554" y="65608"/>
                  <a:pt x="74591" y="65545"/>
                  <a:pt x="74627" y="65470"/>
                </a:cubicBezTo>
                <a:cubicBezTo>
                  <a:pt x="74958" y="65470"/>
                  <a:pt x="74958" y="65470"/>
                  <a:pt x="74958" y="65470"/>
                </a:cubicBezTo>
                <a:cubicBezTo>
                  <a:pt x="74958" y="65395"/>
                  <a:pt x="74995" y="65320"/>
                  <a:pt x="74995" y="65320"/>
                </a:cubicBezTo>
                <a:cubicBezTo>
                  <a:pt x="74995" y="65244"/>
                  <a:pt x="74995" y="65244"/>
                  <a:pt x="75026" y="65169"/>
                </a:cubicBezTo>
                <a:cubicBezTo>
                  <a:pt x="75026" y="65019"/>
                  <a:pt x="75026" y="64944"/>
                  <a:pt x="75062" y="64868"/>
                </a:cubicBezTo>
                <a:cubicBezTo>
                  <a:pt x="75099" y="64793"/>
                  <a:pt x="75099" y="64793"/>
                  <a:pt x="75136" y="64718"/>
                </a:cubicBezTo>
                <a:cubicBezTo>
                  <a:pt x="75173" y="64718"/>
                  <a:pt x="75173" y="64793"/>
                  <a:pt x="75209" y="64793"/>
                </a:cubicBezTo>
                <a:cubicBezTo>
                  <a:pt x="75283" y="64793"/>
                  <a:pt x="75283" y="64793"/>
                  <a:pt x="75283" y="64793"/>
                </a:cubicBezTo>
                <a:cubicBezTo>
                  <a:pt x="75320" y="64793"/>
                  <a:pt x="75320" y="64718"/>
                  <a:pt x="75356" y="64718"/>
                </a:cubicBezTo>
                <a:cubicBezTo>
                  <a:pt x="75393" y="64492"/>
                  <a:pt x="75393" y="64492"/>
                  <a:pt x="75393" y="64492"/>
                </a:cubicBezTo>
                <a:cubicBezTo>
                  <a:pt x="75393" y="64430"/>
                  <a:pt x="75430" y="64430"/>
                  <a:pt x="75430" y="64355"/>
                </a:cubicBezTo>
                <a:cubicBezTo>
                  <a:pt x="75430" y="64279"/>
                  <a:pt x="75430" y="64279"/>
                  <a:pt x="75430" y="64204"/>
                </a:cubicBezTo>
                <a:cubicBezTo>
                  <a:pt x="75430" y="64129"/>
                  <a:pt x="75467" y="64129"/>
                  <a:pt x="75467" y="64054"/>
                </a:cubicBezTo>
                <a:cubicBezTo>
                  <a:pt x="75497" y="63979"/>
                  <a:pt x="75497" y="63979"/>
                  <a:pt x="75497" y="63903"/>
                </a:cubicBezTo>
                <a:cubicBezTo>
                  <a:pt x="75540" y="63828"/>
                  <a:pt x="75571" y="63828"/>
                  <a:pt x="75607" y="63828"/>
                </a:cubicBezTo>
                <a:cubicBezTo>
                  <a:pt x="75644" y="63828"/>
                  <a:pt x="75644" y="63828"/>
                  <a:pt x="75644" y="63828"/>
                </a:cubicBezTo>
                <a:cubicBezTo>
                  <a:pt x="75681" y="63828"/>
                  <a:pt x="75681" y="63903"/>
                  <a:pt x="75681" y="63979"/>
                </a:cubicBezTo>
                <a:cubicBezTo>
                  <a:pt x="75718" y="63979"/>
                  <a:pt x="75754" y="63979"/>
                  <a:pt x="75754" y="63979"/>
                </a:cubicBezTo>
                <a:cubicBezTo>
                  <a:pt x="75754" y="63828"/>
                  <a:pt x="75754" y="63753"/>
                  <a:pt x="75754" y="63527"/>
                </a:cubicBezTo>
                <a:cubicBezTo>
                  <a:pt x="75791" y="63390"/>
                  <a:pt x="75791" y="63239"/>
                  <a:pt x="75828" y="63089"/>
                </a:cubicBezTo>
                <a:cubicBezTo>
                  <a:pt x="75828" y="63014"/>
                  <a:pt x="75828" y="62938"/>
                  <a:pt x="75828" y="62938"/>
                </a:cubicBezTo>
                <a:cubicBezTo>
                  <a:pt x="75828" y="62863"/>
                  <a:pt x="75828" y="62788"/>
                  <a:pt x="75865" y="62788"/>
                </a:cubicBezTo>
                <a:cubicBezTo>
                  <a:pt x="75865" y="62713"/>
                  <a:pt x="75901" y="62713"/>
                  <a:pt x="75938" y="62713"/>
                </a:cubicBezTo>
                <a:cubicBezTo>
                  <a:pt x="75938" y="62713"/>
                  <a:pt x="75975" y="62713"/>
                  <a:pt x="76012" y="62713"/>
                </a:cubicBezTo>
                <a:cubicBezTo>
                  <a:pt x="76042" y="62713"/>
                  <a:pt x="76079" y="62638"/>
                  <a:pt x="76116" y="62638"/>
                </a:cubicBezTo>
                <a:cubicBezTo>
                  <a:pt x="76116" y="62487"/>
                  <a:pt x="76116" y="62412"/>
                  <a:pt x="76116" y="62274"/>
                </a:cubicBezTo>
                <a:cubicBezTo>
                  <a:pt x="76079" y="62199"/>
                  <a:pt x="76079" y="62199"/>
                  <a:pt x="76042" y="62199"/>
                </a:cubicBezTo>
                <a:cubicBezTo>
                  <a:pt x="76012" y="62124"/>
                  <a:pt x="75975" y="62199"/>
                  <a:pt x="75975" y="62199"/>
                </a:cubicBezTo>
                <a:cubicBezTo>
                  <a:pt x="75938" y="62124"/>
                  <a:pt x="75901" y="62124"/>
                  <a:pt x="75901" y="62124"/>
                </a:cubicBezTo>
                <a:cubicBezTo>
                  <a:pt x="75865" y="62049"/>
                  <a:pt x="75828" y="62049"/>
                  <a:pt x="75828" y="62049"/>
                </a:cubicBezTo>
                <a:cubicBezTo>
                  <a:pt x="75828" y="61973"/>
                  <a:pt x="75828" y="61898"/>
                  <a:pt x="75828" y="61898"/>
                </a:cubicBezTo>
                <a:cubicBezTo>
                  <a:pt x="75828" y="61823"/>
                  <a:pt x="75791" y="61748"/>
                  <a:pt x="75791" y="61673"/>
                </a:cubicBezTo>
                <a:cubicBezTo>
                  <a:pt x="75791" y="61673"/>
                  <a:pt x="75791" y="61597"/>
                  <a:pt x="75754" y="61522"/>
                </a:cubicBezTo>
                <a:cubicBezTo>
                  <a:pt x="75754" y="61447"/>
                  <a:pt x="75718" y="61447"/>
                  <a:pt x="75681" y="61372"/>
                </a:cubicBezTo>
                <a:cubicBezTo>
                  <a:pt x="75644" y="61372"/>
                  <a:pt x="75607" y="61309"/>
                  <a:pt x="75571" y="61309"/>
                </a:cubicBezTo>
                <a:cubicBezTo>
                  <a:pt x="75540" y="61309"/>
                  <a:pt x="75497" y="61309"/>
                  <a:pt x="75497" y="61309"/>
                </a:cubicBezTo>
                <a:cubicBezTo>
                  <a:pt x="75467" y="61309"/>
                  <a:pt x="75430" y="61234"/>
                  <a:pt x="75430" y="61234"/>
                </a:cubicBezTo>
                <a:cubicBezTo>
                  <a:pt x="75430" y="61159"/>
                  <a:pt x="75430" y="61159"/>
                  <a:pt x="75430" y="61084"/>
                </a:cubicBezTo>
                <a:cubicBezTo>
                  <a:pt x="75430" y="61008"/>
                  <a:pt x="75467" y="60933"/>
                  <a:pt x="75467" y="60783"/>
                </a:cubicBezTo>
                <a:cubicBezTo>
                  <a:pt x="75467" y="60708"/>
                  <a:pt x="75467" y="60708"/>
                  <a:pt x="75467" y="60632"/>
                </a:cubicBezTo>
                <a:cubicBezTo>
                  <a:pt x="75430" y="60632"/>
                  <a:pt x="75393" y="60632"/>
                  <a:pt x="75393" y="60557"/>
                </a:cubicBezTo>
                <a:cubicBezTo>
                  <a:pt x="75356" y="60557"/>
                  <a:pt x="75356" y="60482"/>
                  <a:pt x="75320" y="60482"/>
                </a:cubicBezTo>
                <a:cubicBezTo>
                  <a:pt x="75173" y="60482"/>
                  <a:pt x="75173" y="60482"/>
                  <a:pt x="75173" y="60482"/>
                </a:cubicBezTo>
                <a:cubicBezTo>
                  <a:pt x="75173" y="60632"/>
                  <a:pt x="75173" y="60708"/>
                  <a:pt x="75173" y="60858"/>
                </a:cubicBezTo>
                <a:cubicBezTo>
                  <a:pt x="75173" y="60933"/>
                  <a:pt x="75099" y="61008"/>
                  <a:pt x="75062" y="61084"/>
                </a:cubicBezTo>
                <a:cubicBezTo>
                  <a:pt x="75062" y="60933"/>
                  <a:pt x="75026" y="60858"/>
                  <a:pt x="75026" y="60783"/>
                </a:cubicBezTo>
                <a:cubicBezTo>
                  <a:pt x="75026" y="60708"/>
                  <a:pt x="75026" y="60632"/>
                  <a:pt x="75026" y="60632"/>
                </a:cubicBezTo>
                <a:cubicBezTo>
                  <a:pt x="75026" y="60557"/>
                  <a:pt x="74995" y="60557"/>
                  <a:pt x="74958" y="60557"/>
                </a:cubicBezTo>
                <a:cubicBezTo>
                  <a:pt x="74958" y="60482"/>
                  <a:pt x="74921" y="60482"/>
                  <a:pt x="74921" y="60407"/>
                </a:cubicBezTo>
                <a:cubicBezTo>
                  <a:pt x="74921" y="59667"/>
                  <a:pt x="74921" y="59667"/>
                  <a:pt x="74921" y="59667"/>
                </a:cubicBezTo>
                <a:cubicBezTo>
                  <a:pt x="74885" y="59667"/>
                  <a:pt x="74885" y="59592"/>
                  <a:pt x="74848" y="59517"/>
                </a:cubicBezTo>
                <a:cubicBezTo>
                  <a:pt x="74848" y="59517"/>
                  <a:pt x="74811" y="59442"/>
                  <a:pt x="74774" y="59442"/>
                </a:cubicBezTo>
                <a:cubicBezTo>
                  <a:pt x="74774" y="59517"/>
                  <a:pt x="74774" y="59517"/>
                  <a:pt x="74738" y="59592"/>
                </a:cubicBezTo>
                <a:cubicBezTo>
                  <a:pt x="74738" y="59592"/>
                  <a:pt x="74701" y="59592"/>
                  <a:pt x="74701" y="59667"/>
                </a:cubicBezTo>
                <a:cubicBezTo>
                  <a:pt x="74664" y="59667"/>
                  <a:pt x="74627" y="59667"/>
                  <a:pt x="74627" y="59743"/>
                </a:cubicBezTo>
                <a:cubicBezTo>
                  <a:pt x="74554" y="59743"/>
                  <a:pt x="74554" y="59893"/>
                  <a:pt x="74523" y="60043"/>
                </a:cubicBezTo>
                <a:cubicBezTo>
                  <a:pt x="74523" y="60194"/>
                  <a:pt x="74523" y="60269"/>
                  <a:pt x="74523" y="60407"/>
                </a:cubicBezTo>
                <a:cubicBezTo>
                  <a:pt x="74523" y="60557"/>
                  <a:pt x="74523" y="60632"/>
                  <a:pt x="74523" y="60708"/>
                </a:cubicBezTo>
                <a:cubicBezTo>
                  <a:pt x="74450" y="60708"/>
                  <a:pt x="74413" y="60708"/>
                  <a:pt x="74376" y="60708"/>
                </a:cubicBezTo>
                <a:cubicBezTo>
                  <a:pt x="74303" y="60708"/>
                  <a:pt x="74266" y="60708"/>
                  <a:pt x="74229" y="60708"/>
                </a:cubicBezTo>
                <a:cubicBezTo>
                  <a:pt x="74156" y="60708"/>
                  <a:pt x="74156" y="60708"/>
                  <a:pt x="74156" y="60708"/>
                </a:cubicBezTo>
                <a:cubicBezTo>
                  <a:pt x="74119" y="60708"/>
                  <a:pt x="74082" y="60632"/>
                  <a:pt x="74045" y="60632"/>
                </a:cubicBezTo>
                <a:cubicBezTo>
                  <a:pt x="74009" y="60557"/>
                  <a:pt x="73978" y="60557"/>
                  <a:pt x="73941" y="60557"/>
                </a:cubicBezTo>
                <a:cubicBezTo>
                  <a:pt x="73905" y="60557"/>
                  <a:pt x="73905" y="60557"/>
                  <a:pt x="73868" y="60557"/>
                </a:cubicBezTo>
                <a:cubicBezTo>
                  <a:pt x="73868" y="60557"/>
                  <a:pt x="73831" y="60632"/>
                  <a:pt x="73794" y="60632"/>
                </a:cubicBezTo>
                <a:cubicBezTo>
                  <a:pt x="73794" y="60708"/>
                  <a:pt x="73758" y="60708"/>
                  <a:pt x="73758" y="60708"/>
                </a:cubicBezTo>
                <a:cubicBezTo>
                  <a:pt x="73721" y="60783"/>
                  <a:pt x="73684" y="60783"/>
                  <a:pt x="73684" y="60858"/>
                </a:cubicBezTo>
                <a:cubicBezTo>
                  <a:pt x="73647" y="60933"/>
                  <a:pt x="73647" y="61008"/>
                  <a:pt x="73611" y="61008"/>
                </a:cubicBezTo>
                <a:cubicBezTo>
                  <a:pt x="73537" y="61008"/>
                  <a:pt x="73506" y="60933"/>
                  <a:pt x="73464" y="60933"/>
                </a:cubicBezTo>
                <a:cubicBezTo>
                  <a:pt x="73433" y="60858"/>
                  <a:pt x="73433" y="60783"/>
                  <a:pt x="73396" y="60783"/>
                </a:cubicBezTo>
                <a:cubicBezTo>
                  <a:pt x="73359" y="60708"/>
                  <a:pt x="73323" y="60708"/>
                  <a:pt x="73323" y="60632"/>
                </a:cubicBezTo>
                <a:cubicBezTo>
                  <a:pt x="73323" y="60557"/>
                  <a:pt x="73323" y="60557"/>
                  <a:pt x="73323" y="60482"/>
                </a:cubicBezTo>
                <a:cubicBezTo>
                  <a:pt x="73323" y="60407"/>
                  <a:pt x="73323" y="60332"/>
                  <a:pt x="73323" y="60332"/>
                </a:cubicBezTo>
                <a:cubicBezTo>
                  <a:pt x="73323" y="60269"/>
                  <a:pt x="73359" y="60332"/>
                  <a:pt x="73396" y="60269"/>
                </a:cubicBezTo>
                <a:cubicBezTo>
                  <a:pt x="73433" y="60194"/>
                  <a:pt x="73506" y="60194"/>
                  <a:pt x="73574" y="60194"/>
                </a:cubicBezTo>
                <a:cubicBezTo>
                  <a:pt x="73611" y="60194"/>
                  <a:pt x="73611" y="60194"/>
                  <a:pt x="73611" y="60194"/>
                </a:cubicBezTo>
                <a:cubicBezTo>
                  <a:pt x="73647" y="60194"/>
                  <a:pt x="73647" y="60269"/>
                  <a:pt x="73721" y="60269"/>
                </a:cubicBezTo>
                <a:cubicBezTo>
                  <a:pt x="73758" y="60269"/>
                  <a:pt x="73758" y="60269"/>
                  <a:pt x="73831" y="60269"/>
                </a:cubicBezTo>
                <a:cubicBezTo>
                  <a:pt x="73868" y="60269"/>
                  <a:pt x="73905" y="60269"/>
                  <a:pt x="73941" y="60269"/>
                </a:cubicBezTo>
                <a:cubicBezTo>
                  <a:pt x="73978" y="60269"/>
                  <a:pt x="73978" y="60194"/>
                  <a:pt x="74009" y="60194"/>
                </a:cubicBezTo>
                <a:cubicBezTo>
                  <a:pt x="74009" y="60119"/>
                  <a:pt x="74009" y="60043"/>
                  <a:pt x="74009" y="60043"/>
                </a:cubicBezTo>
                <a:cubicBezTo>
                  <a:pt x="73978" y="60043"/>
                  <a:pt x="73978" y="59968"/>
                  <a:pt x="73941" y="59968"/>
                </a:cubicBezTo>
                <a:cubicBezTo>
                  <a:pt x="73868" y="59968"/>
                  <a:pt x="73868" y="59968"/>
                  <a:pt x="73868" y="59968"/>
                </a:cubicBezTo>
                <a:cubicBezTo>
                  <a:pt x="73794" y="59968"/>
                  <a:pt x="73794" y="59968"/>
                  <a:pt x="73721" y="59968"/>
                </a:cubicBezTo>
                <a:cubicBezTo>
                  <a:pt x="73647" y="59968"/>
                  <a:pt x="73647" y="59968"/>
                  <a:pt x="73647" y="59968"/>
                </a:cubicBezTo>
                <a:cubicBezTo>
                  <a:pt x="73611" y="59968"/>
                  <a:pt x="73611" y="59968"/>
                  <a:pt x="73574" y="59968"/>
                </a:cubicBezTo>
                <a:cubicBezTo>
                  <a:pt x="73537" y="59968"/>
                  <a:pt x="73537" y="59968"/>
                  <a:pt x="73506" y="59968"/>
                </a:cubicBezTo>
                <a:cubicBezTo>
                  <a:pt x="73433" y="59893"/>
                  <a:pt x="73396" y="59818"/>
                  <a:pt x="73323" y="59818"/>
                </a:cubicBezTo>
                <a:cubicBezTo>
                  <a:pt x="73249" y="59818"/>
                  <a:pt x="73212" y="59818"/>
                  <a:pt x="73102" y="59818"/>
                </a:cubicBezTo>
                <a:cubicBezTo>
                  <a:pt x="73065" y="59818"/>
                  <a:pt x="73065" y="59743"/>
                  <a:pt x="73029" y="59743"/>
                </a:cubicBezTo>
                <a:cubicBezTo>
                  <a:pt x="72961" y="59743"/>
                  <a:pt x="72961" y="59743"/>
                  <a:pt x="72961" y="59743"/>
                </a:cubicBezTo>
                <a:cubicBezTo>
                  <a:pt x="72961" y="59078"/>
                  <a:pt x="72961" y="59078"/>
                  <a:pt x="72961" y="59078"/>
                </a:cubicBezTo>
                <a:cubicBezTo>
                  <a:pt x="72924" y="59003"/>
                  <a:pt x="72924" y="58928"/>
                  <a:pt x="72888" y="58928"/>
                </a:cubicBezTo>
                <a:cubicBezTo>
                  <a:pt x="72888" y="58853"/>
                  <a:pt x="72851" y="58928"/>
                  <a:pt x="72814" y="58853"/>
                </a:cubicBezTo>
                <a:cubicBezTo>
                  <a:pt x="72814" y="58853"/>
                  <a:pt x="72814" y="58778"/>
                  <a:pt x="72777" y="58702"/>
                </a:cubicBezTo>
                <a:cubicBezTo>
                  <a:pt x="72741" y="58702"/>
                  <a:pt x="72704" y="58702"/>
                  <a:pt x="72704" y="58702"/>
                </a:cubicBezTo>
                <a:cubicBezTo>
                  <a:pt x="72667" y="58702"/>
                  <a:pt x="72630" y="58702"/>
                  <a:pt x="72630" y="58702"/>
                </a:cubicBezTo>
                <a:cubicBezTo>
                  <a:pt x="72594" y="58702"/>
                  <a:pt x="72557" y="58627"/>
                  <a:pt x="72557" y="58627"/>
                </a:cubicBezTo>
                <a:cubicBezTo>
                  <a:pt x="72520" y="58552"/>
                  <a:pt x="72447" y="58627"/>
                  <a:pt x="72447" y="58552"/>
                </a:cubicBezTo>
                <a:cubicBezTo>
                  <a:pt x="72447" y="58477"/>
                  <a:pt x="72447" y="58402"/>
                  <a:pt x="72447" y="58326"/>
                </a:cubicBezTo>
                <a:cubicBezTo>
                  <a:pt x="72447" y="58251"/>
                  <a:pt x="72447" y="58176"/>
                  <a:pt x="72447" y="58113"/>
                </a:cubicBezTo>
                <a:cubicBezTo>
                  <a:pt x="72447" y="57963"/>
                  <a:pt x="72379" y="57888"/>
                  <a:pt x="72343" y="57813"/>
                </a:cubicBezTo>
                <a:cubicBezTo>
                  <a:pt x="72343" y="57737"/>
                  <a:pt x="72306" y="57737"/>
                  <a:pt x="72306" y="57662"/>
                </a:cubicBezTo>
                <a:cubicBezTo>
                  <a:pt x="72269" y="57587"/>
                  <a:pt x="72306" y="57587"/>
                  <a:pt x="72306" y="57512"/>
                </a:cubicBezTo>
                <a:cubicBezTo>
                  <a:pt x="72269" y="57437"/>
                  <a:pt x="72306" y="57437"/>
                  <a:pt x="72306" y="57361"/>
                </a:cubicBezTo>
                <a:cubicBezTo>
                  <a:pt x="72306" y="57286"/>
                  <a:pt x="72269" y="57286"/>
                  <a:pt x="72269" y="57211"/>
                </a:cubicBezTo>
                <a:cubicBezTo>
                  <a:pt x="72232" y="57073"/>
                  <a:pt x="72269" y="57073"/>
                  <a:pt x="72269" y="56923"/>
                </a:cubicBezTo>
                <a:cubicBezTo>
                  <a:pt x="72269" y="56848"/>
                  <a:pt x="72232" y="56848"/>
                  <a:pt x="72269" y="56697"/>
                </a:cubicBezTo>
                <a:cubicBezTo>
                  <a:pt x="72269" y="56622"/>
                  <a:pt x="72269" y="56622"/>
                  <a:pt x="72306" y="56547"/>
                </a:cubicBezTo>
                <a:cubicBezTo>
                  <a:pt x="72306" y="56472"/>
                  <a:pt x="72343" y="56472"/>
                  <a:pt x="72343" y="56396"/>
                </a:cubicBezTo>
                <a:cubicBezTo>
                  <a:pt x="72379" y="56396"/>
                  <a:pt x="72416" y="56396"/>
                  <a:pt x="72447" y="56396"/>
                </a:cubicBezTo>
                <a:cubicBezTo>
                  <a:pt x="72520" y="56396"/>
                  <a:pt x="72557" y="56472"/>
                  <a:pt x="72630" y="56472"/>
                </a:cubicBezTo>
                <a:cubicBezTo>
                  <a:pt x="72741" y="56547"/>
                  <a:pt x="72777" y="56697"/>
                  <a:pt x="72814" y="56848"/>
                </a:cubicBezTo>
                <a:cubicBezTo>
                  <a:pt x="72851" y="56848"/>
                  <a:pt x="72888" y="56923"/>
                  <a:pt x="72888" y="56923"/>
                </a:cubicBezTo>
                <a:cubicBezTo>
                  <a:pt x="72961" y="56998"/>
                  <a:pt x="72992" y="57148"/>
                  <a:pt x="73029" y="57211"/>
                </a:cubicBezTo>
                <a:cubicBezTo>
                  <a:pt x="73029" y="57286"/>
                  <a:pt x="73065" y="57286"/>
                  <a:pt x="73102" y="57361"/>
                </a:cubicBezTo>
                <a:cubicBezTo>
                  <a:pt x="73139" y="57512"/>
                  <a:pt x="73139" y="57662"/>
                  <a:pt x="73212" y="57813"/>
                </a:cubicBezTo>
                <a:cubicBezTo>
                  <a:pt x="73212" y="57888"/>
                  <a:pt x="73249" y="57888"/>
                  <a:pt x="73286" y="57963"/>
                </a:cubicBezTo>
                <a:cubicBezTo>
                  <a:pt x="73359" y="58038"/>
                  <a:pt x="73396" y="58038"/>
                  <a:pt x="73464" y="58176"/>
                </a:cubicBezTo>
                <a:cubicBezTo>
                  <a:pt x="73537" y="58176"/>
                  <a:pt x="73574" y="58326"/>
                  <a:pt x="73611" y="58402"/>
                </a:cubicBezTo>
                <a:cubicBezTo>
                  <a:pt x="73684" y="58477"/>
                  <a:pt x="73684" y="58552"/>
                  <a:pt x="73758" y="58627"/>
                </a:cubicBezTo>
                <a:cubicBezTo>
                  <a:pt x="73794" y="58702"/>
                  <a:pt x="73831" y="58778"/>
                  <a:pt x="73905" y="58778"/>
                </a:cubicBezTo>
                <a:cubicBezTo>
                  <a:pt x="73941" y="58853"/>
                  <a:pt x="74009" y="58778"/>
                  <a:pt x="74045" y="58778"/>
                </a:cubicBezTo>
                <a:cubicBezTo>
                  <a:pt x="74082" y="58778"/>
                  <a:pt x="74119" y="58853"/>
                  <a:pt x="74119" y="58853"/>
                </a:cubicBezTo>
                <a:cubicBezTo>
                  <a:pt x="74229" y="58853"/>
                  <a:pt x="74303" y="58928"/>
                  <a:pt x="74413" y="58928"/>
                </a:cubicBezTo>
                <a:cubicBezTo>
                  <a:pt x="74450" y="58928"/>
                  <a:pt x="74450" y="58928"/>
                  <a:pt x="74450" y="58928"/>
                </a:cubicBezTo>
                <a:cubicBezTo>
                  <a:pt x="74523" y="58928"/>
                  <a:pt x="74523" y="58928"/>
                  <a:pt x="74523" y="58928"/>
                </a:cubicBezTo>
                <a:cubicBezTo>
                  <a:pt x="74523" y="58928"/>
                  <a:pt x="74554" y="58853"/>
                  <a:pt x="74591" y="58853"/>
                </a:cubicBezTo>
                <a:cubicBezTo>
                  <a:pt x="74627" y="58853"/>
                  <a:pt x="74664" y="58853"/>
                  <a:pt x="74701" y="58853"/>
                </a:cubicBezTo>
                <a:cubicBezTo>
                  <a:pt x="74738" y="58853"/>
                  <a:pt x="74774" y="58778"/>
                  <a:pt x="74774" y="58778"/>
                </a:cubicBezTo>
                <a:cubicBezTo>
                  <a:pt x="74848" y="58778"/>
                  <a:pt x="74848" y="58778"/>
                  <a:pt x="74848" y="58778"/>
                </a:cubicBezTo>
                <a:cubicBezTo>
                  <a:pt x="74921" y="58778"/>
                  <a:pt x="74958" y="58778"/>
                  <a:pt x="74995" y="58778"/>
                </a:cubicBezTo>
                <a:cubicBezTo>
                  <a:pt x="75026" y="58778"/>
                  <a:pt x="75026" y="58853"/>
                  <a:pt x="75062" y="58928"/>
                </a:cubicBezTo>
                <a:cubicBezTo>
                  <a:pt x="75099" y="59003"/>
                  <a:pt x="75136" y="59003"/>
                  <a:pt x="75173" y="59154"/>
                </a:cubicBezTo>
                <a:cubicBezTo>
                  <a:pt x="75173" y="59229"/>
                  <a:pt x="75173" y="59229"/>
                  <a:pt x="75173" y="59291"/>
                </a:cubicBezTo>
                <a:cubicBezTo>
                  <a:pt x="75173" y="59367"/>
                  <a:pt x="75173" y="59367"/>
                  <a:pt x="75173" y="59442"/>
                </a:cubicBezTo>
                <a:cubicBezTo>
                  <a:pt x="75209" y="59517"/>
                  <a:pt x="75209" y="59517"/>
                  <a:pt x="75209" y="59592"/>
                </a:cubicBezTo>
                <a:cubicBezTo>
                  <a:pt x="75246" y="59592"/>
                  <a:pt x="75283" y="59592"/>
                  <a:pt x="75283" y="59667"/>
                </a:cubicBezTo>
                <a:cubicBezTo>
                  <a:pt x="75320" y="59667"/>
                  <a:pt x="75356" y="59667"/>
                  <a:pt x="75393" y="59667"/>
                </a:cubicBezTo>
                <a:cubicBezTo>
                  <a:pt x="75754" y="59667"/>
                  <a:pt x="75754" y="59667"/>
                  <a:pt x="75754" y="59667"/>
                </a:cubicBezTo>
                <a:cubicBezTo>
                  <a:pt x="75791" y="59667"/>
                  <a:pt x="75791" y="59667"/>
                  <a:pt x="75828" y="59667"/>
                </a:cubicBezTo>
                <a:cubicBezTo>
                  <a:pt x="75865" y="59667"/>
                  <a:pt x="75865" y="59667"/>
                  <a:pt x="75901" y="59667"/>
                </a:cubicBezTo>
                <a:cubicBezTo>
                  <a:pt x="75938" y="59667"/>
                  <a:pt x="75938" y="59743"/>
                  <a:pt x="75975" y="59743"/>
                </a:cubicBezTo>
                <a:cubicBezTo>
                  <a:pt x="76012" y="59818"/>
                  <a:pt x="76012" y="59893"/>
                  <a:pt x="76012" y="59893"/>
                </a:cubicBezTo>
                <a:cubicBezTo>
                  <a:pt x="76042" y="59968"/>
                  <a:pt x="76042" y="59968"/>
                  <a:pt x="76079" y="59968"/>
                </a:cubicBezTo>
                <a:cubicBezTo>
                  <a:pt x="76116" y="60043"/>
                  <a:pt x="76116" y="60043"/>
                  <a:pt x="76189" y="60043"/>
                </a:cubicBezTo>
                <a:cubicBezTo>
                  <a:pt x="76520" y="60043"/>
                  <a:pt x="76520" y="60043"/>
                  <a:pt x="76520" y="60043"/>
                </a:cubicBezTo>
                <a:cubicBezTo>
                  <a:pt x="76588" y="60043"/>
                  <a:pt x="76624" y="60194"/>
                  <a:pt x="76698" y="60194"/>
                </a:cubicBezTo>
                <a:cubicBezTo>
                  <a:pt x="77280" y="60194"/>
                  <a:pt x="77280" y="60194"/>
                  <a:pt x="77280" y="60194"/>
                </a:cubicBezTo>
                <a:cubicBezTo>
                  <a:pt x="77715" y="60043"/>
                  <a:pt x="77715" y="60043"/>
                  <a:pt x="77715" y="60043"/>
                </a:cubicBezTo>
                <a:cubicBezTo>
                  <a:pt x="78113" y="60043"/>
                  <a:pt x="78113" y="60043"/>
                  <a:pt x="78113" y="60043"/>
                </a:cubicBezTo>
                <a:cubicBezTo>
                  <a:pt x="78186" y="60043"/>
                  <a:pt x="78186" y="60119"/>
                  <a:pt x="78260" y="60194"/>
                </a:cubicBezTo>
                <a:cubicBezTo>
                  <a:pt x="78260" y="60269"/>
                  <a:pt x="78297" y="60269"/>
                  <a:pt x="78333" y="60332"/>
                </a:cubicBezTo>
                <a:cubicBezTo>
                  <a:pt x="78333" y="60332"/>
                  <a:pt x="78370" y="60407"/>
                  <a:pt x="78407" y="60407"/>
                </a:cubicBezTo>
                <a:cubicBezTo>
                  <a:pt x="78444" y="60557"/>
                  <a:pt x="78444" y="60632"/>
                  <a:pt x="78480" y="60708"/>
                </a:cubicBezTo>
                <a:cubicBezTo>
                  <a:pt x="78517" y="60783"/>
                  <a:pt x="78517" y="60783"/>
                  <a:pt x="78554" y="60858"/>
                </a:cubicBezTo>
                <a:cubicBezTo>
                  <a:pt x="78591" y="60858"/>
                  <a:pt x="78591" y="60858"/>
                  <a:pt x="78621" y="60858"/>
                </a:cubicBezTo>
                <a:cubicBezTo>
                  <a:pt x="78658" y="60933"/>
                  <a:pt x="78658" y="60933"/>
                  <a:pt x="78695" y="61008"/>
                </a:cubicBezTo>
                <a:cubicBezTo>
                  <a:pt x="78695" y="61008"/>
                  <a:pt x="78695" y="61084"/>
                  <a:pt x="78732" y="61159"/>
                </a:cubicBezTo>
                <a:cubicBezTo>
                  <a:pt x="78732" y="61234"/>
                  <a:pt x="78732" y="61309"/>
                  <a:pt x="78732" y="61372"/>
                </a:cubicBezTo>
                <a:cubicBezTo>
                  <a:pt x="78768" y="61447"/>
                  <a:pt x="78842" y="61372"/>
                  <a:pt x="78879" y="61447"/>
                </a:cubicBezTo>
                <a:cubicBezTo>
                  <a:pt x="78879" y="61447"/>
                  <a:pt x="78879" y="61522"/>
                  <a:pt x="78915" y="61597"/>
                </a:cubicBezTo>
                <a:cubicBezTo>
                  <a:pt x="78915" y="61597"/>
                  <a:pt x="78915" y="61673"/>
                  <a:pt x="78952" y="61748"/>
                </a:cubicBezTo>
                <a:cubicBezTo>
                  <a:pt x="78989" y="61748"/>
                  <a:pt x="78989" y="61748"/>
                  <a:pt x="79026" y="61748"/>
                </a:cubicBezTo>
                <a:cubicBezTo>
                  <a:pt x="79099" y="61748"/>
                  <a:pt x="79099" y="61748"/>
                  <a:pt x="79099" y="61748"/>
                </a:cubicBezTo>
                <a:cubicBezTo>
                  <a:pt x="79130" y="61748"/>
                  <a:pt x="79166" y="61748"/>
                  <a:pt x="79240" y="61748"/>
                </a:cubicBezTo>
                <a:cubicBezTo>
                  <a:pt x="79240" y="61748"/>
                  <a:pt x="79277" y="61823"/>
                  <a:pt x="79313" y="61823"/>
                </a:cubicBezTo>
                <a:cubicBezTo>
                  <a:pt x="79313" y="61823"/>
                  <a:pt x="79350" y="61823"/>
                  <a:pt x="79387" y="61898"/>
                </a:cubicBezTo>
                <a:cubicBezTo>
                  <a:pt x="79424" y="61898"/>
                  <a:pt x="79460" y="61973"/>
                  <a:pt x="79534" y="62049"/>
                </a:cubicBezTo>
                <a:cubicBezTo>
                  <a:pt x="79460" y="62049"/>
                  <a:pt x="79387" y="61973"/>
                  <a:pt x="79313" y="62049"/>
                </a:cubicBezTo>
                <a:cubicBezTo>
                  <a:pt x="79277" y="62049"/>
                  <a:pt x="79240" y="62049"/>
                  <a:pt x="79166" y="62124"/>
                </a:cubicBezTo>
                <a:cubicBezTo>
                  <a:pt x="79166" y="62124"/>
                  <a:pt x="79130" y="62124"/>
                  <a:pt x="79099" y="62199"/>
                </a:cubicBezTo>
                <a:lnTo>
                  <a:pt x="79099" y="62274"/>
                </a:lnTo>
                <a:cubicBezTo>
                  <a:pt x="79130" y="62349"/>
                  <a:pt x="79130" y="62412"/>
                  <a:pt x="79130" y="62412"/>
                </a:cubicBezTo>
                <a:cubicBezTo>
                  <a:pt x="79166" y="62487"/>
                  <a:pt x="79203" y="62487"/>
                  <a:pt x="79203" y="62487"/>
                </a:cubicBezTo>
                <a:cubicBezTo>
                  <a:pt x="79240" y="62487"/>
                  <a:pt x="79277" y="62487"/>
                  <a:pt x="79277" y="62487"/>
                </a:cubicBezTo>
                <a:cubicBezTo>
                  <a:pt x="79313" y="62562"/>
                  <a:pt x="79313" y="62638"/>
                  <a:pt x="79350" y="62638"/>
                </a:cubicBezTo>
                <a:cubicBezTo>
                  <a:pt x="79350" y="62713"/>
                  <a:pt x="79350" y="62713"/>
                  <a:pt x="79387" y="62788"/>
                </a:cubicBezTo>
                <a:cubicBezTo>
                  <a:pt x="79424" y="62938"/>
                  <a:pt x="79460" y="63014"/>
                  <a:pt x="79534" y="63089"/>
                </a:cubicBezTo>
                <a:cubicBezTo>
                  <a:pt x="79571" y="63089"/>
                  <a:pt x="79571" y="63089"/>
                  <a:pt x="79607" y="63164"/>
                </a:cubicBezTo>
                <a:cubicBezTo>
                  <a:pt x="79644" y="63239"/>
                  <a:pt x="79644" y="63314"/>
                  <a:pt x="79675" y="63314"/>
                </a:cubicBezTo>
                <a:cubicBezTo>
                  <a:pt x="79712" y="63314"/>
                  <a:pt x="79712" y="63314"/>
                  <a:pt x="79748" y="63314"/>
                </a:cubicBezTo>
                <a:cubicBezTo>
                  <a:pt x="79785" y="63314"/>
                  <a:pt x="79785" y="63314"/>
                  <a:pt x="79822" y="63314"/>
                </a:cubicBezTo>
                <a:cubicBezTo>
                  <a:pt x="79859" y="63314"/>
                  <a:pt x="79859" y="63239"/>
                  <a:pt x="79895" y="63164"/>
                </a:cubicBezTo>
                <a:cubicBezTo>
                  <a:pt x="79932" y="63164"/>
                  <a:pt x="79932" y="63089"/>
                  <a:pt x="79932" y="63089"/>
                </a:cubicBezTo>
                <a:cubicBezTo>
                  <a:pt x="80006" y="63014"/>
                  <a:pt x="80042" y="63014"/>
                  <a:pt x="80079" y="63014"/>
                </a:cubicBezTo>
                <a:cubicBezTo>
                  <a:pt x="80116" y="62938"/>
                  <a:pt x="80116" y="62863"/>
                  <a:pt x="80147" y="62788"/>
                </a:cubicBezTo>
                <a:cubicBezTo>
                  <a:pt x="80147" y="62713"/>
                  <a:pt x="80183" y="62638"/>
                  <a:pt x="80220" y="62638"/>
                </a:cubicBezTo>
                <a:cubicBezTo>
                  <a:pt x="80294" y="62638"/>
                  <a:pt x="80330" y="62713"/>
                  <a:pt x="80367" y="62788"/>
                </a:cubicBezTo>
                <a:cubicBezTo>
                  <a:pt x="80404" y="62863"/>
                  <a:pt x="80404" y="62863"/>
                  <a:pt x="80404" y="62938"/>
                </a:cubicBezTo>
                <a:cubicBezTo>
                  <a:pt x="80441" y="63089"/>
                  <a:pt x="80441" y="63164"/>
                  <a:pt x="80441" y="63314"/>
                </a:cubicBezTo>
                <a:cubicBezTo>
                  <a:pt x="80441" y="63390"/>
                  <a:pt x="80477" y="63452"/>
                  <a:pt x="80477" y="63603"/>
                </a:cubicBezTo>
                <a:cubicBezTo>
                  <a:pt x="80477" y="63678"/>
                  <a:pt x="80514" y="63753"/>
                  <a:pt x="80551" y="63903"/>
                </a:cubicBezTo>
                <a:cubicBezTo>
                  <a:pt x="80551" y="63979"/>
                  <a:pt x="80551" y="63979"/>
                  <a:pt x="80551" y="64054"/>
                </a:cubicBezTo>
                <a:cubicBezTo>
                  <a:pt x="80551" y="64129"/>
                  <a:pt x="80551" y="64279"/>
                  <a:pt x="80551" y="64355"/>
                </a:cubicBezTo>
                <a:cubicBezTo>
                  <a:pt x="80551" y="64643"/>
                  <a:pt x="80551" y="64643"/>
                  <a:pt x="80551" y="64643"/>
                </a:cubicBezTo>
                <a:cubicBezTo>
                  <a:pt x="80551" y="64718"/>
                  <a:pt x="80551" y="64793"/>
                  <a:pt x="80551" y="64868"/>
                </a:cubicBezTo>
                <a:cubicBezTo>
                  <a:pt x="80551" y="65019"/>
                  <a:pt x="80551" y="65169"/>
                  <a:pt x="80551" y="65320"/>
                </a:cubicBezTo>
                <a:cubicBezTo>
                  <a:pt x="80551" y="65395"/>
                  <a:pt x="80551" y="65470"/>
                  <a:pt x="80551" y="65470"/>
                </a:cubicBezTo>
                <a:cubicBezTo>
                  <a:pt x="80551" y="65608"/>
                  <a:pt x="80588" y="65683"/>
                  <a:pt x="80588" y="65758"/>
                </a:cubicBezTo>
                <a:cubicBezTo>
                  <a:pt x="80588" y="65833"/>
                  <a:pt x="80624" y="65833"/>
                  <a:pt x="80624" y="65909"/>
                </a:cubicBezTo>
                <a:cubicBezTo>
                  <a:pt x="80624" y="66059"/>
                  <a:pt x="80588" y="66209"/>
                  <a:pt x="80624" y="66360"/>
                </a:cubicBezTo>
                <a:cubicBezTo>
                  <a:pt x="80624" y="66510"/>
                  <a:pt x="80661" y="66573"/>
                  <a:pt x="80728" y="66648"/>
                </a:cubicBezTo>
                <a:cubicBezTo>
                  <a:pt x="80728" y="66723"/>
                  <a:pt x="80728" y="66723"/>
                  <a:pt x="80765" y="66798"/>
                </a:cubicBezTo>
                <a:cubicBezTo>
                  <a:pt x="80802" y="66874"/>
                  <a:pt x="80839" y="66874"/>
                  <a:pt x="80839" y="66949"/>
                </a:cubicBezTo>
                <a:cubicBezTo>
                  <a:pt x="80839" y="67024"/>
                  <a:pt x="80875" y="67024"/>
                  <a:pt x="80875" y="67099"/>
                </a:cubicBezTo>
                <a:cubicBezTo>
                  <a:pt x="80912" y="67174"/>
                  <a:pt x="80875" y="67174"/>
                  <a:pt x="80875" y="67250"/>
                </a:cubicBezTo>
                <a:cubicBezTo>
                  <a:pt x="80912" y="67325"/>
                  <a:pt x="80912" y="67475"/>
                  <a:pt x="80912" y="67550"/>
                </a:cubicBezTo>
                <a:cubicBezTo>
                  <a:pt x="80949" y="67626"/>
                  <a:pt x="80949" y="67688"/>
                  <a:pt x="80949" y="67688"/>
                </a:cubicBezTo>
                <a:cubicBezTo>
                  <a:pt x="80949" y="67763"/>
                  <a:pt x="80986" y="67763"/>
                  <a:pt x="80986" y="67839"/>
                </a:cubicBezTo>
                <a:cubicBezTo>
                  <a:pt x="81022" y="67914"/>
                  <a:pt x="81022" y="67989"/>
                  <a:pt x="81022" y="67989"/>
                </a:cubicBezTo>
                <a:cubicBezTo>
                  <a:pt x="81022" y="68064"/>
                  <a:pt x="81022" y="68139"/>
                  <a:pt x="81022" y="68139"/>
                </a:cubicBezTo>
                <a:cubicBezTo>
                  <a:pt x="81022" y="68215"/>
                  <a:pt x="81059" y="68290"/>
                  <a:pt x="81059" y="68290"/>
                </a:cubicBezTo>
                <a:cubicBezTo>
                  <a:pt x="81059" y="68365"/>
                  <a:pt x="81096" y="68440"/>
                  <a:pt x="81096" y="68440"/>
                </a:cubicBezTo>
                <a:cubicBezTo>
                  <a:pt x="81133" y="68515"/>
                  <a:pt x="81163" y="68515"/>
                  <a:pt x="81163" y="68591"/>
                </a:cubicBezTo>
                <a:cubicBezTo>
                  <a:pt x="81206" y="68653"/>
                  <a:pt x="81206" y="68653"/>
                  <a:pt x="81206" y="68741"/>
                </a:cubicBezTo>
                <a:cubicBezTo>
                  <a:pt x="81237" y="68804"/>
                  <a:pt x="81274" y="68804"/>
                  <a:pt x="81274" y="68879"/>
                </a:cubicBezTo>
                <a:cubicBezTo>
                  <a:pt x="81310" y="68954"/>
                  <a:pt x="81310" y="69029"/>
                  <a:pt x="81310" y="69180"/>
                </a:cubicBezTo>
                <a:cubicBezTo>
                  <a:pt x="81310" y="69330"/>
                  <a:pt x="81310" y="69330"/>
                  <a:pt x="81310" y="69330"/>
                </a:cubicBezTo>
                <a:cubicBezTo>
                  <a:pt x="81274" y="69405"/>
                  <a:pt x="81274" y="69480"/>
                  <a:pt x="81274" y="69631"/>
                </a:cubicBezTo>
                <a:cubicBezTo>
                  <a:pt x="81274" y="69769"/>
                  <a:pt x="81274" y="69919"/>
                  <a:pt x="81347" y="70069"/>
                </a:cubicBezTo>
                <a:cubicBezTo>
                  <a:pt x="81347" y="70145"/>
                  <a:pt x="81384" y="70145"/>
                  <a:pt x="81421" y="70220"/>
                </a:cubicBezTo>
                <a:cubicBezTo>
                  <a:pt x="81421" y="70295"/>
                  <a:pt x="81421" y="70370"/>
                  <a:pt x="81457" y="70370"/>
                </a:cubicBezTo>
                <a:cubicBezTo>
                  <a:pt x="81457" y="70445"/>
                  <a:pt x="81494" y="70445"/>
                  <a:pt x="81494" y="70521"/>
                </a:cubicBezTo>
                <a:cubicBezTo>
                  <a:pt x="81568" y="70734"/>
                  <a:pt x="81604" y="70959"/>
                  <a:pt x="81678" y="71185"/>
                </a:cubicBezTo>
                <a:cubicBezTo>
                  <a:pt x="81709" y="71335"/>
                  <a:pt x="81745" y="71410"/>
                  <a:pt x="81782" y="71636"/>
                </a:cubicBezTo>
                <a:cubicBezTo>
                  <a:pt x="81782" y="71636"/>
                  <a:pt x="81782" y="71711"/>
                  <a:pt x="81782" y="71786"/>
                </a:cubicBezTo>
                <a:cubicBezTo>
                  <a:pt x="81819" y="71849"/>
                  <a:pt x="81819" y="71849"/>
                  <a:pt x="81819" y="71849"/>
                </a:cubicBezTo>
                <a:cubicBezTo>
                  <a:pt x="81819" y="71924"/>
                  <a:pt x="81856" y="71924"/>
                  <a:pt x="81892" y="72000"/>
                </a:cubicBezTo>
                <a:cubicBezTo>
                  <a:pt x="81929" y="72075"/>
                  <a:pt x="81929" y="72150"/>
                  <a:pt x="82003" y="72150"/>
                </a:cubicBezTo>
                <a:cubicBezTo>
                  <a:pt x="82039" y="72150"/>
                  <a:pt x="82076" y="72150"/>
                  <a:pt x="82113" y="72075"/>
                </a:cubicBezTo>
                <a:cubicBezTo>
                  <a:pt x="82113" y="72075"/>
                  <a:pt x="82150" y="72075"/>
                  <a:pt x="82180" y="72000"/>
                </a:cubicBezTo>
                <a:cubicBezTo>
                  <a:pt x="82180" y="71924"/>
                  <a:pt x="82180" y="71924"/>
                  <a:pt x="82180" y="71849"/>
                </a:cubicBezTo>
                <a:cubicBezTo>
                  <a:pt x="82180" y="71786"/>
                  <a:pt x="82223" y="71786"/>
                  <a:pt x="82223" y="71711"/>
                </a:cubicBezTo>
                <a:cubicBezTo>
                  <a:pt x="82254" y="71561"/>
                  <a:pt x="82290" y="71410"/>
                  <a:pt x="82327" y="71260"/>
                </a:cubicBezTo>
                <a:cubicBezTo>
                  <a:pt x="82364" y="71260"/>
                  <a:pt x="82364" y="71185"/>
                  <a:pt x="82364" y="71110"/>
                </a:cubicBezTo>
                <a:cubicBezTo>
                  <a:pt x="82401" y="71110"/>
                  <a:pt x="82437" y="71185"/>
                  <a:pt x="82437" y="71110"/>
                </a:cubicBezTo>
                <a:cubicBezTo>
                  <a:pt x="82474" y="71110"/>
                  <a:pt x="82511" y="71110"/>
                  <a:pt x="82511" y="71110"/>
                </a:cubicBezTo>
                <a:cubicBezTo>
                  <a:pt x="82548" y="71034"/>
                  <a:pt x="82584" y="71034"/>
                  <a:pt x="82584" y="70959"/>
                </a:cubicBezTo>
                <a:cubicBezTo>
                  <a:pt x="82621" y="70884"/>
                  <a:pt x="82658" y="70884"/>
                  <a:pt x="82658" y="70821"/>
                </a:cubicBezTo>
                <a:cubicBezTo>
                  <a:pt x="82658" y="70821"/>
                  <a:pt x="82658" y="70734"/>
                  <a:pt x="82695" y="70734"/>
                </a:cubicBezTo>
                <a:cubicBezTo>
                  <a:pt x="82695" y="70671"/>
                  <a:pt x="82695" y="70596"/>
                  <a:pt x="82695" y="70596"/>
                </a:cubicBezTo>
                <a:cubicBezTo>
                  <a:pt x="82725" y="70445"/>
                  <a:pt x="82762" y="70445"/>
                  <a:pt x="82762" y="70295"/>
                </a:cubicBezTo>
                <a:cubicBezTo>
                  <a:pt x="82762" y="70145"/>
                  <a:pt x="82725" y="70069"/>
                  <a:pt x="82762" y="69919"/>
                </a:cubicBezTo>
                <a:lnTo>
                  <a:pt x="82799" y="69844"/>
                </a:lnTo>
                <a:cubicBezTo>
                  <a:pt x="82836" y="69706"/>
                  <a:pt x="82836" y="69631"/>
                  <a:pt x="82872" y="69556"/>
                </a:cubicBezTo>
                <a:cubicBezTo>
                  <a:pt x="82872" y="69405"/>
                  <a:pt x="82909" y="69330"/>
                  <a:pt x="82909" y="69255"/>
                </a:cubicBezTo>
                <a:cubicBezTo>
                  <a:pt x="82909" y="69104"/>
                  <a:pt x="82909" y="69029"/>
                  <a:pt x="82909" y="68954"/>
                </a:cubicBezTo>
                <a:cubicBezTo>
                  <a:pt x="82909" y="68879"/>
                  <a:pt x="82872" y="68804"/>
                  <a:pt x="82872" y="68653"/>
                </a:cubicBezTo>
                <a:cubicBezTo>
                  <a:pt x="82872" y="68591"/>
                  <a:pt x="82909" y="68591"/>
                  <a:pt x="82909" y="68515"/>
                </a:cubicBezTo>
                <a:cubicBezTo>
                  <a:pt x="82909" y="67763"/>
                  <a:pt x="82909" y="67763"/>
                  <a:pt x="82909" y="67763"/>
                </a:cubicBezTo>
                <a:cubicBezTo>
                  <a:pt x="82909" y="67550"/>
                  <a:pt x="82872" y="67325"/>
                  <a:pt x="82872" y="67099"/>
                </a:cubicBezTo>
                <a:cubicBezTo>
                  <a:pt x="82872" y="67024"/>
                  <a:pt x="82909" y="67024"/>
                  <a:pt x="82909" y="66949"/>
                </a:cubicBezTo>
                <a:cubicBezTo>
                  <a:pt x="82946" y="66949"/>
                  <a:pt x="82946" y="66874"/>
                  <a:pt x="82946" y="66874"/>
                </a:cubicBezTo>
                <a:cubicBezTo>
                  <a:pt x="83019" y="66723"/>
                  <a:pt x="83093" y="66798"/>
                  <a:pt x="83166" y="66798"/>
                </a:cubicBezTo>
                <a:cubicBezTo>
                  <a:pt x="83240" y="66798"/>
                  <a:pt x="83307" y="66874"/>
                  <a:pt x="83381" y="66723"/>
                </a:cubicBezTo>
                <a:cubicBezTo>
                  <a:pt x="83418" y="66648"/>
                  <a:pt x="83418" y="66573"/>
                  <a:pt x="83418" y="66435"/>
                </a:cubicBezTo>
                <a:cubicBezTo>
                  <a:pt x="83418" y="66435"/>
                  <a:pt x="83454" y="66360"/>
                  <a:pt x="83454" y="66285"/>
                </a:cubicBezTo>
                <a:cubicBezTo>
                  <a:pt x="83491" y="66209"/>
                  <a:pt x="83491" y="66209"/>
                  <a:pt x="83528" y="66134"/>
                </a:cubicBezTo>
                <a:cubicBezTo>
                  <a:pt x="83565" y="66134"/>
                  <a:pt x="83565" y="66134"/>
                  <a:pt x="83601" y="66134"/>
                </a:cubicBezTo>
                <a:cubicBezTo>
                  <a:pt x="83638" y="66134"/>
                  <a:pt x="83638" y="66134"/>
                  <a:pt x="83675" y="66059"/>
                </a:cubicBezTo>
                <a:cubicBezTo>
                  <a:pt x="83712" y="66059"/>
                  <a:pt x="83712" y="65984"/>
                  <a:pt x="83742" y="65984"/>
                </a:cubicBezTo>
                <a:cubicBezTo>
                  <a:pt x="83779" y="65984"/>
                  <a:pt x="83779" y="65909"/>
                  <a:pt x="83779" y="65833"/>
                </a:cubicBezTo>
                <a:cubicBezTo>
                  <a:pt x="83816" y="65833"/>
                  <a:pt x="83852" y="65758"/>
                  <a:pt x="83852" y="65758"/>
                </a:cubicBezTo>
                <a:cubicBezTo>
                  <a:pt x="83889" y="65758"/>
                  <a:pt x="83926" y="65758"/>
                  <a:pt x="83926" y="65758"/>
                </a:cubicBezTo>
                <a:cubicBezTo>
                  <a:pt x="83963" y="65683"/>
                  <a:pt x="83963" y="65608"/>
                  <a:pt x="84000" y="65608"/>
                </a:cubicBezTo>
                <a:cubicBezTo>
                  <a:pt x="84036" y="65470"/>
                  <a:pt x="84036" y="65395"/>
                  <a:pt x="84073" y="65320"/>
                </a:cubicBezTo>
                <a:cubicBezTo>
                  <a:pt x="84073" y="65244"/>
                  <a:pt x="84110" y="65244"/>
                  <a:pt x="84110" y="65169"/>
                </a:cubicBezTo>
                <a:cubicBezTo>
                  <a:pt x="84147" y="65094"/>
                  <a:pt x="84147" y="65094"/>
                  <a:pt x="84183" y="65019"/>
                </a:cubicBezTo>
                <a:cubicBezTo>
                  <a:pt x="84183" y="64944"/>
                  <a:pt x="84214" y="64944"/>
                  <a:pt x="84214" y="64868"/>
                </a:cubicBezTo>
                <a:cubicBezTo>
                  <a:pt x="84287" y="64793"/>
                  <a:pt x="84324" y="64793"/>
                  <a:pt x="84361" y="64718"/>
                </a:cubicBezTo>
                <a:cubicBezTo>
                  <a:pt x="84398" y="64718"/>
                  <a:pt x="84398" y="64643"/>
                  <a:pt x="84434" y="64568"/>
                </a:cubicBezTo>
                <a:cubicBezTo>
                  <a:pt x="84434" y="64568"/>
                  <a:pt x="84434" y="64492"/>
                  <a:pt x="84471" y="64430"/>
                </a:cubicBezTo>
                <a:cubicBezTo>
                  <a:pt x="84471" y="64430"/>
                  <a:pt x="84471" y="64355"/>
                  <a:pt x="84508" y="64279"/>
                </a:cubicBezTo>
                <a:cubicBezTo>
                  <a:pt x="84508" y="64279"/>
                  <a:pt x="84545" y="64355"/>
                  <a:pt x="84581" y="64279"/>
                </a:cubicBezTo>
                <a:cubicBezTo>
                  <a:pt x="84581" y="64279"/>
                  <a:pt x="84618" y="64355"/>
                  <a:pt x="84618" y="64279"/>
                </a:cubicBezTo>
                <a:cubicBezTo>
                  <a:pt x="84655" y="64279"/>
                  <a:pt x="84692" y="64279"/>
                  <a:pt x="84692" y="64204"/>
                </a:cubicBezTo>
                <a:cubicBezTo>
                  <a:pt x="84728" y="64129"/>
                  <a:pt x="84692" y="64129"/>
                  <a:pt x="84692" y="64054"/>
                </a:cubicBezTo>
                <a:cubicBezTo>
                  <a:pt x="84728" y="63979"/>
                  <a:pt x="84759" y="63903"/>
                  <a:pt x="84833" y="63828"/>
                </a:cubicBezTo>
                <a:cubicBezTo>
                  <a:pt x="84833" y="63828"/>
                  <a:pt x="84869" y="63828"/>
                  <a:pt x="84906" y="63828"/>
                </a:cubicBezTo>
                <a:cubicBezTo>
                  <a:pt x="84943" y="63828"/>
                  <a:pt x="84980" y="63828"/>
                  <a:pt x="85053" y="63828"/>
                </a:cubicBezTo>
                <a:cubicBezTo>
                  <a:pt x="85053" y="63753"/>
                  <a:pt x="85090" y="63678"/>
                  <a:pt x="85090" y="63678"/>
                </a:cubicBezTo>
                <a:cubicBezTo>
                  <a:pt x="85163" y="63452"/>
                  <a:pt x="85127" y="63314"/>
                  <a:pt x="85127" y="63089"/>
                </a:cubicBezTo>
                <a:cubicBezTo>
                  <a:pt x="85163" y="63014"/>
                  <a:pt x="85163" y="62938"/>
                  <a:pt x="85163" y="62788"/>
                </a:cubicBezTo>
                <a:cubicBezTo>
                  <a:pt x="85488" y="62788"/>
                  <a:pt x="85488" y="62788"/>
                  <a:pt x="85488" y="62788"/>
                </a:cubicBezTo>
                <a:cubicBezTo>
                  <a:pt x="85525" y="62788"/>
                  <a:pt x="85525" y="62863"/>
                  <a:pt x="85562" y="62863"/>
                </a:cubicBezTo>
                <a:cubicBezTo>
                  <a:pt x="85598" y="62863"/>
                  <a:pt x="85635" y="62938"/>
                  <a:pt x="85672" y="62938"/>
                </a:cubicBezTo>
                <a:cubicBezTo>
                  <a:pt x="85709" y="62938"/>
                  <a:pt x="85709" y="62938"/>
                  <a:pt x="85709" y="62938"/>
                </a:cubicBezTo>
                <a:cubicBezTo>
                  <a:pt x="85745" y="62863"/>
                  <a:pt x="85745" y="62863"/>
                  <a:pt x="85776" y="62788"/>
                </a:cubicBezTo>
                <a:cubicBezTo>
                  <a:pt x="85776" y="62788"/>
                  <a:pt x="85813" y="62788"/>
                  <a:pt x="85849" y="62788"/>
                </a:cubicBezTo>
                <a:cubicBezTo>
                  <a:pt x="85886" y="62788"/>
                  <a:pt x="85886" y="62713"/>
                  <a:pt x="85923" y="62638"/>
                </a:cubicBezTo>
                <a:cubicBezTo>
                  <a:pt x="85923" y="62638"/>
                  <a:pt x="85960" y="62638"/>
                  <a:pt x="85996" y="62638"/>
                </a:cubicBezTo>
                <a:cubicBezTo>
                  <a:pt x="85996" y="62562"/>
                  <a:pt x="86033" y="62562"/>
                  <a:pt x="86033" y="62487"/>
                </a:cubicBezTo>
                <a:cubicBezTo>
                  <a:pt x="86070" y="62487"/>
                  <a:pt x="86070" y="62412"/>
                  <a:pt x="86070" y="62349"/>
                </a:cubicBezTo>
                <a:cubicBezTo>
                  <a:pt x="86431" y="62349"/>
                  <a:pt x="86431" y="62349"/>
                  <a:pt x="86431" y="62349"/>
                </a:cubicBezTo>
                <a:cubicBezTo>
                  <a:pt x="86431" y="61973"/>
                  <a:pt x="86431" y="61973"/>
                  <a:pt x="86431" y="61973"/>
                </a:cubicBezTo>
                <a:cubicBezTo>
                  <a:pt x="86468" y="61973"/>
                  <a:pt x="86505" y="61973"/>
                  <a:pt x="86542" y="61973"/>
                </a:cubicBezTo>
                <a:cubicBezTo>
                  <a:pt x="86578" y="61973"/>
                  <a:pt x="86615" y="61973"/>
                  <a:pt x="86615" y="61973"/>
                </a:cubicBezTo>
                <a:cubicBezTo>
                  <a:pt x="86652" y="62049"/>
                  <a:pt x="86652" y="62049"/>
                  <a:pt x="86689" y="62124"/>
                </a:cubicBezTo>
                <a:cubicBezTo>
                  <a:pt x="86689" y="62199"/>
                  <a:pt x="86689" y="62199"/>
                  <a:pt x="86689" y="62274"/>
                </a:cubicBezTo>
                <a:cubicBezTo>
                  <a:pt x="86725" y="62349"/>
                  <a:pt x="86725" y="62349"/>
                  <a:pt x="86725" y="62412"/>
                </a:cubicBezTo>
                <a:cubicBezTo>
                  <a:pt x="86762" y="62412"/>
                  <a:pt x="86799" y="62412"/>
                  <a:pt x="86799" y="62487"/>
                </a:cubicBezTo>
                <a:cubicBezTo>
                  <a:pt x="86830" y="62487"/>
                  <a:pt x="86830" y="62562"/>
                  <a:pt x="86830" y="62638"/>
                </a:cubicBezTo>
                <a:cubicBezTo>
                  <a:pt x="86866" y="62713"/>
                  <a:pt x="86866" y="62863"/>
                  <a:pt x="86903" y="62938"/>
                </a:cubicBezTo>
                <a:cubicBezTo>
                  <a:pt x="86903" y="63089"/>
                  <a:pt x="86866" y="63089"/>
                  <a:pt x="86866" y="63239"/>
                </a:cubicBezTo>
                <a:cubicBezTo>
                  <a:pt x="86866" y="63314"/>
                  <a:pt x="86903" y="63314"/>
                  <a:pt x="86903" y="63390"/>
                </a:cubicBezTo>
                <a:cubicBezTo>
                  <a:pt x="86903" y="63390"/>
                  <a:pt x="86940" y="63452"/>
                  <a:pt x="86940" y="63527"/>
                </a:cubicBezTo>
                <a:cubicBezTo>
                  <a:pt x="86940" y="63527"/>
                  <a:pt x="86977" y="63527"/>
                  <a:pt x="87013" y="63603"/>
                </a:cubicBezTo>
                <a:cubicBezTo>
                  <a:pt x="87013" y="63603"/>
                  <a:pt x="87013" y="63678"/>
                  <a:pt x="87013" y="63753"/>
                </a:cubicBezTo>
                <a:cubicBezTo>
                  <a:pt x="87087" y="63828"/>
                  <a:pt x="87124" y="63828"/>
                  <a:pt x="87160" y="63979"/>
                </a:cubicBezTo>
                <a:cubicBezTo>
                  <a:pt x="87197" y="63979"/>
                  <a:pt x="87234" y="63979"/>
                  <a:pt x="87234" y="64054"/>
                </a:cubicBezTo>
                <a:cubicBezTo>
                  <a:pt x="87271" y="64129"/>
                  <a:pt x="87271" y="64129"/>
                  <a:pt x="87307" y="64204"/>
                </a:cubicBezTo>
                <a:cubicBezTo>
                  <a:pt x="87307" y="64279"/>
                  <a:pt x="87338" y="64279"/>
                  <a:pt x="87338" y="64355"/>
                </a:cubicBezTo>
                <a:cubicBezTo>
                  <a:pt x="87338" y="64492"/>
                  <a:pt x="87338" y="64492"/>
                  <a:pt x="87338" y="64492"/>
                </a:cubicBezTo>
                <a:cubicBezTo>
                  <a:pt x="87338" y="64568"/>
                  <a:pt x="87338" y="64568"/>
                  <a:pt x="87338" y="64643"/>
                </a:cubicBezTo>
                <a:cubicBezTo>
                  <a:pt x="87307" y="64718"/>
                  <a:pt x="87338" y="64793"/>
                  <a:pt x="87338" y="64944"/>
                </a:cubicBezTo>
                <a:cubicBezTo>
                  <a:pt x="87338" y="64944"/>
                  <a:pt x="87307" y="64944"/>
                  <a:pt x="87338" y="64944"/>
                </a:cubicBezTo>
                <a:cubicBezTo>
                  <a:pt x="87375" y="64868"/>
                  <a:pt x="87411" y="64868"/>
                  <a:pt x="87448" y="64868"/>
                </a:cubicBezTo>
                <a:cubicBezTo>
                  <a:pt x="87485" y="64868"/>
                  <a:pt x="87522" y="64944"/>
                  <a:pt x="87522" y="64944"/>
                </a:cubicBezTo>
                <a:cubicBezTo>
                  <a:pt x="87558" y="64944"/>
                  <a:pt x="87595" y="64944"/>
                  <a:pt x="87595" y="65019"/>
                </a:cubicBezTo>
                <a:cubicBezTo>
                  <a:pt x="87632" y="65019"/>
                  <a:pt x="87595" y="65094"/>
                  <a:pt x="87595" y="65094"/>
                </a:cubicBezTo>
                <a:cubicBezTo>
                  <a:pt x="87595" y="65244"/>
                  <a:pt x="87595" y="65320"/>
                  <a:pt x="87595" y="65395"/>
                </a:cubicBezTo>
                <a:cubicBezTo>
                  <a:pt x="87595" y="65470"/>
                  <a:pt x="87558" y="65545"/>
                  <a:pt x="87558" y="65545"/>
                </a:cubicBezTo>
                <a:cubicBezTo>
                  <a:pt x="87522" y="65683"/>
                  <a:pt x="87522" y="65833"/>
                  <a:pt x="87522" y="65984"/>
                </a:cubicBezTo>
                <a:cubicBezTo>
                  <a:pt x="87522" y="66209"/>
                  <a:pt x="87522" y="66435"/>
                  <a:pt x="87595" y="66573"/>
                </a:cubicBezTo>
                <a:cubicBezTo>
                  <a:pt x="87632" y="66573"/>
                  <a:pt x="87669" y="66648"/>
                  <a:pt x="87669" y="66648"/>
                </a:cubicBezTo>
                <a:cubicBezTo>
                  <a:pt x="87705" y="66723"/>
                  <a:pt x="87705" y="66723"/>
                  <a:pt x="87742" y="66798"/>
                </a:cubicBezTo>
                <a:cubicBezTo>
                  <a:pt x="87779" y="66798"/>
                  <a:pt x="87846" y="66798"/>
                  <a:pt x="87883" y="66798"/>
                </a:cubicBezTo>
                <a:cubicBezTo>
                  <a:pt x="87957" y="66798"/>
                  <a:pt x="87957" y="66798"/>
                  <a:pt x="87957" y="66798"/>
                </a:cubicBezTo>
                <a:cubicBezTo>
                  <a:pt x="87993" y="66798"/>
                  <a:pt x="87993" y="66798"/>
                  <a:pt x="88030" y="66798"/>
                </a:cubicBezTo>
                <a:cubicBezTo>
                  <a:pt x="88067" y="66723"/>
                  <a:pt x="88030" y="66648"/>
                  <a:pt x="88067" y="66648"/>
                </a:cubicBezTo>
                <a:cubicBezTo>
                  <a:pt x="88067" y="66573"/>
                  <a:pt x="88104" y="66573"/>
                  <a:pt x="88140" y="66573"/>
                </a:cubicBezTo>
                <a:cubicBezTo>
                  <a:pt x="88177" y="66573"/>
                  <a:pt x="88177" y="66510"/>
                  <a:pt x="88214" y="66510"/>
                </a:cubicBezTo>
                <a:cubicBezTo>
                  <a:pt x="88251" y="66510"/>
                  <a:pt x="88287" y="66510"/>
                  <a:pt x="88355" y="66435"/>
                </a:cubicBezTo>
                <a:cubicBezTo>
                  <a:pt x="88355" y="66285"/>
                  <a:pt x="88355" y="66285"/>
                  <a:pt x="88355" y="66285"/>
                </a:cubicBezTo>
                <a:cubicBezTo>
                  <a:pt x="88355" y="66134"/>
                  <a:pt x="88355" y="66134"/>
                  <a:pt x="88355" y="66134"/>
                </a:cubicBezTo>
                <a:cubicBezTo>
                  <a:pt x="88355" y="66134"/>
                  <a:pt x="88392" y="66059"/>
                  <a:pt x="88392" y="65984"/>
                </a:cubicBezTo>
                <a:cubicBezTo>
                  <a:pt x="88502" y="66059"/>
                  <a:pt x="88575" y="66059"/>
                  <a:pt x="88612" y="66209"/>
                </a:cubicBezTo>
                <a:cubicBezTo>
                  <a:pt x="88649" y="66209"/>
                  <a:pt x="88649" y="66285"/>
                  <a:pt x="88649" y="66360"/>
                </a:cubicBezTo>
                <a:cubicBezTo>
                  <a:pt x="88686" y="66435"/>
                  <a:pt x="88686" y="66435"/>
                  <a:pt x="88686" y="66510"/>
                </a:cubicBezTo>
                <a:cubicBezTo>
                  <a:pt x="88722" y="66573"/>
                  <a:pt x="88722" y="66648"/>
                  <a:pt x="88759" y="66798"/>
                </a:cubicBezTo>
                <a:cubicBezTo>
                  <a:pt x="88759" y="66949"/>
                  <a:pt x="88759" y="67024"/>
                  <a:pt x="88796" y="67250"/>
                </a:cubicBezTo>
                <a:cubicBezTo>
                  <a:pt x="88796" y="67250"/>
                  <a:pt x="88796" y="67325"/>
                  <a:pt x="88833" y="67400"/>
                </a:cubicBezTo>
                <a:cubicBezTo>
                  <a:pt x="88833" y="67475"/>
                  <a:pt x="88863" y="67475"/>
                  <a:pt x="88863" y="67550"/>
                </a:cubicBezTo>
                <a:cubicBezTo>
                  <a:pt x="88863" y="67550"/>
                  <a:pt x="88937" y="67550"/>
                  <a:pt x="88937" y="67626"/>
                </a:cubicBezTo>
                <a:cubicBezTo>
                  <a:pt x="88937" y="67626"/>
                  <a:pt x="88937" y="67688"/>
                  <a:pt x="88937" y="67763"/>
                </a:cubicBezTo>
                <a:cubicBezTo>
                  <a:pt x="88937" y="67914"/>
                  <a:pt x="88833" y="67989"/>
                  <a:pt x="88833" y="68215"/>
                </a:cubicBezTo>
                <a:cubicBezTo>
                  <a:pt x="88833" y="68290"/>
                  <a:pt x="88863" y="68365"/>
                  <a:pt x="88863" y="68365"/>
                </a:cubicBezTo>
                <a:cubicBezTo>
                  <a:pt x="88863" y="68440"/>
                  <a:pt x="88900" y="68515"/>
                  <a:pt x="88900" y="68515"/>
                </a:cubicBezTo>
                <a:cubicBezTo>
                  <a:pt x="88900" y="68591"/>
                  <a:pt x="88937" y="68591"/>
                  <a:pt x="88973" y="68653"/>
                </a:cubicBezTo>
                <a:cubicBezTo>
                  <a:pt x="89010" y="68741"/>
                  <a:pt x="89010" y="68804"/>
                  <a:pt x="89084" y="68879"/>
                </a:cubicBezTo>
                <a:cubicBezTo>
                  <a:pt x="89084" y="68954"/>
                  <a:pt x="89120" y="68954"/>
                  <a:pt x="89157" y="69029"/>
                </a:cubicBezTo>
                <a:cubicBezTo>
                  <a:pt x="89157" y="69104"/>
                  <a:pt x="89194" y="69180"/>
                  <a:pt x="89194" y="69255"/>
                </a:cubicBezTo>
                <a:cubicBezTo>
                  <a:pt x="89194" y="69330"/>
                  <a:pt x="89157" y="69405"/>
                  <a:pt x="89157" y="69556"/>
                </a:cubicBezTo>
                <a:cubicBezTo>
                  <a:pt x="89157" y="69631"/>
                  <a:pt x="89194" y="69706"/>
                  <a:pt x="89194" y="69844"/>
                </a:cubicBezTo>
                <a:cubicBezTo>
                  <a:pt x="89194" y="69994"/>
                  <a:pt x="89157" y="70069"/>
                  <a:pt x="89084" y="70145"/>
                </a:cubicBezTo>
                <a:cubicBezTo>
                  <a:pt x="89084" y="70145"/>
                  <a:pt x="89047" y="70145"/>
                  <a:pt x="89010" y="70220"/>
                </a:cubicBezTo>
                <a:cubicBezTo>
                  <a:pt x="89010" y="70220"/>
                  <a:pt x="88973" y="70220"/>
                  <a:pt x="88937" y="70220"/>
                </a:cubicBezTo>
                <a:cubicBezTo>
                  <a:pt x="88937" y="70295"/>
                  <a:pt x="88937" y="70370"/>
                  <a:pt x="88900" y="70370"/>
                </a:cubicBezTo>
                <a:cubicBezTo>
                  <a:pt x="88900" y="70445"/>
                  <a:pt x="88900" y="70521"/>
                  <a:pt x="88900" y="70521"/>
                </a:cubicBezTo>
                <a:cubicBezTo>
                  <a:pt x="88900" y="70671"/>
                  <a:pt x="88900" y="70821"/>
                  <a:pt x="88900" y="70959"/>
                </a:cubicBezTo>
                <a:cubicBezTo>
                  <a:pt x="88900" y="71110"/>
                  <a:pt x="88900" y="71110"/>
                  <a:pt x="88900" y="71110"/>
                </a:cubicBezTo>
                <a:cubicBezTo>
                  <a:pt x="88900" y="71185"/>
                  <a:pt x="88863" y="71260"/>
                  <a:pt x="88863" y="71410"/>
                </a:cubicBezTo>
                <a:cubicBezTo>
                  <a:pt x="88863" y="71486"/>
                  <a:pt x="88863" y="71561"/>
                  <a:pt x="88863" y="71636"/>
                </a:cubicBezTo>
                <a:cubicBezTo>
                  <a:pt x="88863" y="71786"/>
                  <a:pt x="88863" y="71849"/>
                  <a:pt x="88863" y="72000"/>
                </a:cubicBezTo>
                <a:cubicBezTo>
                  <a:pt x="88900" y="72075"/>
                  <a:pt x="88900" y="72075"/>
                  <a:pt x="88937" y="72150"/>
                </a:cubicBezTo>
                <a:cubicBezTo>
                  <a:pt x="88973" y="72150"/>
                  <a:pt x="88973" y="72150"/>
                  <a:pt x="89010" y="72225"/>
                </a:cubicBezTo>
                <a:cubicBezTo>
                  <a:pt x="89010" y="72225"/>
                  <a:pt x="89047" y="72225"/>
                  <a:pt x="89084" y="72225"/>
                </a:cubicBezTo>
                <a:cubicBezTo>
                  <a:pt x="89120" y="72300"/>
                  <a:pt x="89157" y="72451"/>
                  <a:pt x="89194" y="72526"/>
                </a:cubicBezTo>
                <a:cubicBezTo>
                  <a:pt x="89231" y="72676"/>
                  <a:pt x="89267" y="72751"/>
                  <a:pt x="89341" y="72751"/>
                </a:cubicBezTo>
                <a:cubicBezTo>
                  <a:pt x="89378" y="72814"/>
                  <a:pt x="89378" y="72814"/>
                  <a:pt x="89408" y="72814"/>
                </a:cubicBezTo>
                <a:cubicBezTo>
                  <a:pt x="89445" y="72814"/>
                  <a:pt x="89445" y="72902"/>
                  <a:pt x="89445" y="72965"/>
                </a:cubicBezTo>
                <a:cubicBezTo>
                  <a:pt x="89482" y="73040"/>
                  <a:pt x="89519" y="73040"/>
                  <a:pt x="89519" y="73115"/>
                </a:cubicBezTo>
                <a:cubicBezTo>
                  <a:pt x="89519" y="73265"/>
                  <a:pt x="89519" y="73265"/>
                  <a:pt x="89519" y="73416"/>
                </a:cubicBezTo>
                <a:cubicBezTo>
                  <a:pt x="89519" y="73566"/>
                  <a:pt x="89519" y="73641"/>
                  <a:pt x="89555" y="73716"/>
                </a:cubicBezTo>
                <a:cubicBezTo>
                  <a:pt x="89555" y="73792"/>
                  <a:pt x="89629" y="73867"/>
                  <a:pt x="89629" y="74005"/>
                </a:cubicBezTo>
                <a:cubicBezTo>
                  <a:pt x="89666" y="74080"/>
                  <a:pt x="89629" y="74080"/>
                  <a:pt x="89666" y="74155"/>
                </a:cubicBezTo>
                <a:cubicBezTo>
                  <a:pt x="89666" y="74230"/>
                  <a:pt x="89702" y="74230"/>
                  <a:pt x="89739" y="74306"/>
                </a:cubicBezTo>
                <a:cubicBezTo>
                  <a:pt x="89739" y="74456"/>
                  <a:pt x="89776" y="74531"/>
                  <a:pt x="89776" y="74681"/>
                </a:cubicBezTo>
                <a:cubicBezTo>
                  <a:pt x="89776" y="75421"/>
                  <a:pt x="89776" y="75421"/>
                  <a:pt x="89776" y="75421"/>
                </a:cubicBezTo>
                <a:cubicBezTo>
                  <a:pt x="89776" y="75496"/>
                  <a:pt x="89813" y="75496"/>
                  <a:pt x="89813" y="75571"/>
                </a:cubicBezTo>
                <a:cubicBezTo>
                  <a:pt x="89813" y="75646"/>
                  <a:pt x="89813" y="75722"/>
                  <a:pt x="89813" y="75722"/>
                </a:cubicBezTo>
                <a:cubicBezTo>
                  <a:pt x="89849" y="75797"/>
                  <a:pt x="89849" y="75872"/>
                  <a:pt x="89880" y="75872"/>
                </a:cubicBezTo>
                <a:cubicBezTo>
                  <a:pt x="89917" y="75947"/>
                  <a:pt x="89917" y="76010"/>
                  <a:pt x="89954" y="76010"/>
                </a:cubicBezTo>
                <a:cubicBezTo>
                  <a:pt x="89954" y="76085"/>
                  <a:pt x="89990" y="76085"/>
                  <a:pt x="90027" y="76085"/>
                </a:cubicBezTo>
                <a:cubicBezTo>
                  <a:pt x="90101" y="76236"/>
                  <a:pt x="90137" y="76311"/>
                  <a:pt x="90248" y="76386"/>
                </a:cubicBezTo>
                <a:cubicBezTo>
                  <a:pt x="90284" y="76461"/>
                  <a:pt x="90358" y="76461"/>
                  <a:pt x="90395" y="76536"/>
                </a:cubicBezTo>
                <a:cubicBezTo>
                  <a:pt x="90425" y="76612"/>
                  <a:pt x="90425" y="76687"/>
                  <a:pt x="90462" y="76762"/>
                </a:cubicBezTo>
                <a:cubicBezTo>
                  <a:pt x="90499" y="76837"/>
                  <a:pt x="90499" y="76912"/>
                  <a:pt x="90499" y="76912"/>
                </a:cubicBezTo>
                <a:cubicBezTo>
                  <a:pt x="90535" y="76975"/>
                  <a:pt x="90572" y="76975"/>
                  <a:pt x="90572" y="76975"/>
                </a:cubicBezTo>
                <a:cubicBezTo>
                  <a:pt x="90609" y="76975"/>
                  <a:pt x="90609" y="76975"/>
                  <a:pt x="90646" y="76975"/>
                </a:cubicBezTo>
                <a:cubicBezTo>
                  <a:pt x="90683" y="77063"/>
                  <a:pt x="90719" y="77063"/>
                  <a:pt x="90756" y="77063"/>
                </a:cubicBezTo>
                <a:cubicBezTo>
                  <a:pt x="90793" y="77125"/>
                  <a:pt x="90830" y="77125"/>
                  <a:pt x="90866" y="77125"/>
                </a:cubicBezTo>
                <a:cubicBezTo>
                  <a:pt x="90897" y="77125"/>
                  <a:pt x="90897" y="77125"/>
                  <a:pt x="90897" y="77125"/>
                </a:cubicBezTo>
                <a:cubicBezTo>
                  <a:pt x="90940" y="77125"/>
                  <a:pt x="90940" y="77063"/>
                  <a:pt x="90970" y="77063"/>
                </a:cubicBezTo>
                <a:cubicBezTo>
                  <a:pt x="90940" y="76912"/>
                  <a:pt x="90897" y="76837"/>
                  <a:pt x="90866" y="76762"/>
                </a:cubicBezTo>
                <a:cubicBezTo>
                  <a:pt x="90866" y="76687"/>
                  <a:pt x="90866" y="76612"/>
                  <a:pt x="90830" y="76612"/>
                </a:cubicBezTo>
                <a:cubicBezTo>
                  <a:pt x="90830" y="76612"/>
                  <a:pt x="90793" y="76612"/>
                  <a:pt x="90756" y="76612"/>
                </a:cubicBezTo>
                <a:cubicBezTo>
                  <a:pt x="90719" y="76461"/>
                  <a:pt x="90683" y="76386"/>
                  <a:pt x="90683" y="76311"/>
                </a:cubicBezTo>
                <a:cubicBezTo>
                  <a:pt x="90683" y="76160"/>
                  <a:pt x="90683" y="76085"/>
                  <a:pt x="90683" y="75947"/>
                </a:cubicBezTo>
                <a:cubicBezTo>
                  <a:pt x="90683" y="75947"/>
                  <a:pt x="90683" y="75872"/>
                  <a:pt x="90683" y="75797"/>
                </a:cubicBezTo>
                <a:cubicBezTo>
                  <a:pt x="90646" y="75646"/>
                  <a:pt x="90683" y="75571"/>
                  <a:pt x="90683" y="75421"/>
                </a:cubicBezTo>
                <a:cubicBezTo>
                  <a:pt x="90683" y="75346"/>
                  <a:pt x="90646" y="75271"/>
                  <a:pt x="90646" y="75271"/>
                </a:cubicBezTo>
                <a:cubicBezTo>
                  <a:pt x="90646" y="75195"/>
                  <a:pt x="90609" y="75120"/>
                  <a:pt x="90609" y="75120"/>
                </a:cubicBezTo>
                <a:cubicBezTo>
                  <a:pt x="90609" y="75045"/>
                  <a:pt x="90535" y="75045"/>
                  <a:pt x="90535" y="74982"/>
                </a:cubicBezTo>
                <a:cubicBezTo>
                  <a:pt x="90535" y="74832"/>
                  <a:pt x="90535" y="74681"/>
                  <a:pt x="90535" y="74531"/>
                </a:cubicBezTo>
                <a:cubicBezTo>
                  <a:pt x="90535" y="74381"/>
                  <a:pt x="90535" y="74381"/>
                  <a:pt x="90535" y="74381"/>
                </a:cubicBezTo>
                <a:cubicBezTo>
                  <a:pt x="90535" y="74306"/>
                  <a:pt x="90535" y="74306"/>
                  <a:pt x="90535" y="74230"/>
                </a:cubicBezTo>
                <a:cubicBezTo>
                  <a:pt x="90535" y="74080"/>
                  <a:pt x="90535" y="74080"/>
                  <a:pt x="90535" y="74080"/>
                </a:cubicBezTo>
                <a:cubicBezTo>
                  <a:pt x="90535" y="74005"/>
                  <a:pt x="90499" y="74005"/>
                  <a:pt x="90499" y="73930"/>
                </a:cubicBezTo>
                <a:cubicBezTo>
                  <a:pt x="90499" y="73641"/>
                  <a:pt x="90499" y="73641"/>
                  <a:pt x="90499" y="73641"/>
                </a:cubicBezTo>
                <a:cubicBezTo>
                  <a:pt x="90425" y="73641"/>
                  <a:pt x="90358" y="73716"/>
                  <a:pt x="90284" y="73641"/>
                </a:cubicBezTo>
                <a:cubicBezTo>
                  <a:pt x="90284" y="73566"/>
                  <a:pt x="90248" y="73566"/>
                  <a:pt x="90248" y="73491"/>
                </a:cubicBezTo>
                <a:cubicBezTo>
                  <a:pt x="90211" y="73491"/>
                  <a:pt x="90211" y="73416"/>
                  <a:pt x="90174" y="73340"/>
                </a:cubicBezTo>
                <a:cubicBezTo>
                  <a:pt x="90137" y="73340"/>
                  <a:pt x="90137" y="73340"/>
                  <a:pt x="90101" y="73265"/>
                </a:cubicBezTo>
                <a:cubicBezTo>
                  <a:pt x="90064" y="73265"/>
                  <a:pt x="90064" y="73190"/>
                  <a:pt x="90027" y="73115"/>
                </a:cubicBezTo>
                <a:cubicBezTo>
                  <a:pt x="89990" y="73115"/>
                  <a:pt x="89954" y="73040"/>
                  <a:pt x="89880" y="73040"/>
                </a:cubicBezTo>
                <a:cubicBezTo>
                  <a:pt x="89880" y="73040"/>
                  <a:pt x="89849" y="73040"/>
                  <a:pt x="89813" y="73040"/>
                </a:cubicBezTo>
                <a:cubicBezTo>
                  <a:pt x="89739" y="72965"/>
                  <a:pt x="89739" y="72902"/>
                  <a:pt x="89702" y="72814"/>
                </a:cubicBezTo>
                <a:cubicBezTo>
                  <a:pt x="89666" y="72751"/>
                  <a:pt x="89629" y="72751"/>
                  <a:pt x="89629" y="72676"/>
                </a:cubicBezTo>
                <a:cubicBezTo>
                  <a:pt x="89629" y="72601"/>
                  <a:pt x="89629" y="72601"/>
                  <a:pt x="89629" y="72526"/>
                </a:cubicBezTo>
                <a:cubicBezTo>
                  <a:pt x="89592" y="72451"/>
                  <a:pt x="89629" y="72375"/>
                  <a:pt x="89629" y="72225"/>
                </a:cubicBezTo>
                <a:cubicBezTo>
                  <a:pt x="89629" y="72225"/>
                  <a:pt x="89629" y="72150"/>
                  <a:pt x="89629" y="72075"/>
                </a:cubicBezTo>
                <a:cubicBezTo>
                  <a:pt x="89629" y="72075"/>
                  <a:pt x="89629" y="72000"/>
                  <a:pt x="89592" y="71924"/>
                </a:cubicBezTo>
                <a:cubicBezTo>
                  <a:pt x="89592" y="71924"/>
                  <a:pt x="89555" y="71924"/>
                  <a:pt x="89519" y="71849"/>
                </a:cubicBezTo>
                <a:cubicBezTo>
                  <a:pt x="89519" y="71849"/>
                  <a:pt x="89482" y="71849"/>
                  <a:pt x="89445" y="71786"/>
                </a:cubicBezTo>
                <a:cubicBezTo>
                  <a:pt x="89445" y="71711"/>
                  <a:pt x="89445" y="71636"/>
                  <a:pt x="89445" y="71561"/>
                </a:cubicBezTo>
                <a:cubicBezTo>
                  <a:pt x="89445" y="71410"/>
                  <a:pt x="89445" y="71410"/>
                  <a:pt x="89445" y="71410"/>
                </a:cubicBezTo>
                <a:cubicBezTo>
                  <a:pt x="89445" y="71335"/>
                  <a:pt x="89445" y="71260"/>
                  <a:pt x="89445" y="71260"/>
                </a:cubicBezTo>
                <a:cubicBezTo>
                  <a:pt x="89445" y="71185"/>
                  <a:pt x="89408" y="71260"/>
                  <a:pt x="89378" y="71185"/>
                </a:cubicBezTo>
                <a:cubicBezTo>
                  <a:pt x="89341" y="71185"/>
                  <a:pt x="89341" y="71185"/>
                  <a:pt x="89304" y="71110"/>
                </a:cubicBezTo>
                <a:cubicBezTo>
                  <a:pt x="89267" y="71110"/>
                  <a:pt x="89267" y="71110"/>
                  <a:pt x="89267" y="71110"/>
                </a:cubicBezTo>
                <a:cubicBezTo>
                  <a:pt x="89267" y="70370"/>
                  <a:pt x="89267" y="70370"/>
                  <a:pt x="89267" y="70370"/>
                </a:cubicBezTo>
                <a:cubicBezTo>
                  <a:pt x="89267" y="70145"/>
                  <a:pt x="89341" y="70069"/>
                  <a:pt x="89378" y="69919"/>
                </a:cubicBezTo>
                <a:cubicBezTo>
                  <a:pt x="89445" y="69769"/>
                  <a:pt x="89445" y="69631"/>
                  <a:pt x="89482" y="69480"/>
                </a:cubicBezTo>
                <a:cubicBezTo>
                  <a:pt x="89519" y="69405"/>
                  <a:pt x="89519" y="69330"/>
                  <a:pt x="89519" y="69255"/>
                </a:cubicBezTo>
                <a:cubicBezTo>
                  <a:pt x="89519" y="69180"/>
                  <a:pt x="89482" y="69104"/>
                  <a:pt x="89482" y="68954"/>
                </a:cubicBezTo>
                <a:cubicBezTo>
                  <a:pt x="89482" y="68879"/>
                  <a:pt x="89482" y="68879"/>
                  <a:pt x="89519" y="68804"/>
                </a:cubicBezTo>
                <a:cubicBezTo>
                  <a:pt x="89519" y="68741"/>
                  <a:pt x="89555" y="68741"/>
                  <a:pt x="89592" y="68653"/>
                </a:cubicBezTo>
                <a:cubicBezTo>
                  <a:pt x="89592" y="68591"/>
                  <a:pt x="89629" y="68591"/>
                  <a:pt x="89629" y="68515"/>
                </a:cubicBezTo>
                <a:cubicBezTo>
                  <a:pt x="89666" y="68515"/>
                  <a:pt x="89702" y="68515"/>
                  <a:pt x="89702" y="68515"/>
                </a:cubicBezTo>
                <a:cubicBezTo>
                  <a:pt x="89739" y="68591"/>
                  <a:pt x="89739" y="68591"/>
                  <a:pt x="89776" y="68653"/>
                </a:cubicBezTo>
                <a:cubicBezTo>
                  <a:pt x="89813" y="68653"/>
                  <a:pt x="89776" y="68741"/>
                  <a:pt x="89813" y="68804"/>
                </a:cubicBezTo>
                <a:cubicBezTo>
                  <a:pt x="89813" y="68804"/>
                  <a:pt x="89880" y="68804"/>
                  <a:pt x="89880" y="68879"/>
                </a:cubicBezTo>
                <a:cubicBezTo>
                  <a:pt x="89917" y="68954"/>
                  <a:pt x="89880" y="69104"/>
                  <a:pt x="89917" y="69180"/>
                </a:cubicBezTo>
                <a:cubicBezTo>
                  <a:pt x="89917" y="69255"/>
                  <a:pt x="89954" y="69255"/>
                  <a:pt x="89990" y="69255"/>
                </a:cubicBezTo>
                <a:cubicBezTo>
                  <a:pt x="90027" y="69330"/>
                  <a:pt x="90027" y="69330"/>
                  <a:pt x="90101" y="69330"/>
                </a:cubicBezTo>
                <a:cubicBezTo>
                  <a:pt x="90137" y="69330"/>
                  <a:pt x="90137" y="69330"/>
                  <a:pt x="90137" y="69330"/>
                </a:cubicBezTo>
                <a:cubicBezTo>
                  <a:pt x="90137" y="69330"/>
                  <a:pt x="90174" y="69255"/>
                  <a:pt x="90211" y="69255"/>
                </a:cubicBezTo>
                <a:lnTo>
                  <a:pt x="90248" y="69180"/>
                </a:lnTo>
                <a:cubicBezTo>
                  <a:pt x="90321" y="69180"/>
                  <a:pt x="90321" y="69330"/>
                  <a:pt x="90358" y="69480"/>
                </a:cubicBezTo>
                <a:cubicBezTo>
                  <a:pt x="90395" y="69556"/>
                  <a:pt x="90462" y="69631"/>
                  <a:pt x="90462" y="69769"/>
                </a:cubicBezTo>
                <a:cubicBezTo>
                  <a:pt x="90499" y="69844"/>
                  <a:pt x="90499" y="69919"/>
                  <a:pt x="90535" y="70069"/>
                </a:cubicBezTo>
                <a:cubicBezTo>
                  <a:pt x="90535" y="70145"/>
                  <a:pt x="90572" y="70220"/>
                  <a:pt x="90609" y="70370"/>
                </a:cubicBezTo>
                <a:cubicBezTo>
                  <a:pt x="90609" y="70445"/>
                  <a:pt x="90646" y="70521"/>
                  <a:pt x="90683" y="70671"/>
                </a:cubicBezTo>
                <a:cubicBezTo>
                  <a:pt x="90719" y="70734"/>
                  <a:pt x="90756" y="70821"/>
                  <a:pt x="90793" y="70884"/>
                </a:cubicBezTo>
                <a:cubicBezTo>
                  <a:pt x="90830" y="70884"/>
                  <a:pt x="90866" y="70884"/>
                  <a:pt x="90866" y="70884"/>
                </a:cubicBezTo>
                <a:cubicBezTo>
                  <a:pt x="90897" y="70884"/>
                  <a:pt x="90940" y="70884"/>
                  <a:pt x="90940" y="70884"/>
                </a:cubicBezTo>
                <a:cubicBezTo>
                  <a:pt x="90970" y="70959"/>
                  <a:pt x="91007" y="70959"/>
                  <a:pt x="91007" y="70959"/>
                </a:cubicBezTo>
                <a:cubicBezTo>
                  <a:pt x="91044" y="70959"/>
                  <a:pt x="91081" y="70959"/>
                  <a:pt x="91081" y="70959"/>
                </a:cubicBezTo>
                <a:cubicBezTo>
                  <a:pt x="91117" y="71034"/>
                  <a:pt x="91154" y="71034"/>
                  <a:pt x="91154" y="71110"/>
                </a:cubicBezTo>
                <a:cubicBezTo>
                  <a:pt x="91154" y="71260"/>
                  <a:pt x="91081" y="71335"/>
                  <a:pt x="91081" y="71410"/>
                </a:cubicBezTo>
                <a:cubicBezTo>
                  <a:pt x="91044" y="71561"/>
                  <a:pt x="91044" y="71636"/>
                  <a:pt x="91044" y="71711"/>
                </a:cubicBezTo>
                <a:cubicBezTo>
                  <a:pt x="91044" y="71924"/>
                  <a:pt x="91081" y="72075"/>
                  <a:pt x="91154" y="72300"/>
                </a:cubicBezTo>
                <a:cubicBezTo>
                  <a:pt x="91191" y="72300"/>
                  <a:pt x="91191" y="72225"/>
                  <a:pt x="91228" y="72150"/>
                </a:cubicBezTo>
                <a:cubicBezTo>
                  <a:pt x="91264" y="72075"/>
                  <a:pt x="91264" y="72000"/>
                  <a:pt x="91338" y="71849"/>
                </a:cubicBezTo>
                <a:cubicBezTo>
                  <a:pt x="91375" y="71849"/>
                  <a:pt x="91375" y="71849"/>
                  <a:pt x="91411" y="71786"/>
                </a:cubicBezTo>
                <a:cubicBezTo>
                  <a:pt x="91442" y="71711"/>
                  <a:pt x="91442" y="71711"/>
                  <a:pt x="91479" y="71636"/>
                </a:cubicBezTo>
                <a:cubicBezTo>
                  <a:pt x="91516" y="71561"/>
                  <a:pt x="91516" y="71561"/>
                  <a:pt x="91552" y="71486"/>
                </a:cubicBezTo>
                <a:cubicBezTo>
                  <a:pt x="91589" y="71486"/>
                  <a:pt x="91626" y="71410"/>
                  <a:pt x="91626" y="71410"/>
                </a:cubicBezTo>
                <a:cubicBezTo>
                  <a:pt x="91626" y="71335"/>
                  <a:pt x="91663" y="71260"/>
                  <a:pt x="91663" y="71260"/>
                </a:cubicBezTo>
                <a:cubicBezTo>
                  <a:pt x="91663" y="71185"/>
                  <a:pt x="91699" y="71185"/>
                  <a:pt x="91699" y="71110"/>
                </a:cubicBezTo>
                <a:cubicBezTo>
                  <a:pt x="91736" y="71034"/>
                  <a:pt x="91736" y="71034"/>
                  <a:pt x="91736" y="70959"/>
                </a:cubicBezTo>
                <a:cubicBezTo>
                  <a:pt x="91736" y="70884"/>
                  <a:pt x="91736" y="70884"/>
                  <a:pt x="91736" y="70821"/>
                </a:cubicBezTo>
                <a:cubicBezTo>
                  <a:pt x="91773" y="70734"/>
                  <a:pt x="91773" y="70671"/>
                  <a:pt x="91810" y="70671"/>
                </a:cubicBezTo>
                <a:cubicBezTo>
                  <a:pt x="91846" y="70671"/>
                  <a:pt x="91883" y="70734"/>
                  <a:pt x="91914" y="70734"/>
                </a:cubicBezTo>
                <a:cubicBezTo>
                  <a:pt x="91987" y="70734"/>
                  <a:pt x="92024" y="70734"/>
                  <a:pt x="92061" y="70734"/>
                </a:cubicBezTo>
                <a:cubicBezTo>
                  <a:pt x="92098" y="70671"/>
                  <a:pt x="92134" y="70671"/>
                  <a:pt x="92134" y="70596"/>
                </a:cubicBezTo>
                <a:cubicBezTo>
                  <a:pt x="92208" y="70521"/>
                  <a:pt x="92245" y="70370"/>
                  <a:pt x="92318" y="70295"/>
                </a:cubicBezTo>
                <a:cubicBezTo>
                  <a:pt x="92355" y="70220"/>
                  <a:pt x="92355" y="70145"/>
                  <a:pt x="92392" y="70145"/>
                </a:cubicBezTo>
                <a:cubicBezTo>
                  <a:pt x="92428" y="70145"/>
                  <a:pt x="92459" y="70145"/>
                  <a:pt x="92459" y="70069"/>
                </a:cubicBezTo>
                <a:cubicBezTo>
                  <a:pt x="92496" y="70069"/>
                  <a:pt x="92532" y="70069"/>
                  <a:pt x="92532" y="69994"/>
                </a:cubicBezTo>
                <a:cubicBezTo>
                  <a:pt x="92532" y="69919"/>
                  <a:pt x="92532" y="69919"/>
                  <a:pt x="92569" y="69844"/>
                </a:cubicBezTo>
                <a:cubicBezTo>
                  <a:pt x="92569" y="69769"/>
                  <a:pt x="92569" y="69706"/>
                  <a:pt x="92569" y="69556"/>
                </a:cubicBezTo>
                <a:cubicBezTo>
                  <a:pt x="92569" y="69330"/>
                  <a:pt x="92569" y="69104"/>
                  <a:pt x="92569" y="68879"/>
                </a:cubicBezTo>
                <a:cubicBezTo>
                  <a:pt x="92569" y="68365"/>
                  <a:pt x="92569" y="68365"/>
                  <a:pt x="92569" y="68365"/>
                </a:cubicBezTo>
                <a:cubicBezTo>
                  <a:pt x="92569" y="68215"/>
                  <a:pt x="92569" y="68139"/>
                  <a:pt x="92569" y="67989"/>
                </a:cubicBezTo>
                <a:cubicBezTo>
                  <a:pt x="92532" y="67839"/>
                  <a:pt x="92496" y="67763"/>
                  <a:pt x="92459" y="67550"/>
                </a:cubicBezTo>
                <a:cubicBezTo>
                  <a:pt x="92459" y="67475"/>
                  <a:pt x="92428" y="67400"/>
                  <a:pt x="92428" y="67250"/>
                </a:cubicBezTo>
                <a:cubicBezTo>
                  <a:pt x="92428" y="67099"/>
                  <a:pt x="92428" y="67024"/>
                  <a:pt x="92428" y="66949"/>
                </a:cubicBezTo>
                <a:cubicBezTo>
                  <a:pt x="92355" y="66949"/>
                  <a:pt x="92318" y="66949"/>
                  <a:pt x="92245" y="66949"/>
                </a:cubicBezTo>
                <a:cubicBezTo>
                  <a:pt x="92245" y="66874"/>
                  <a:pt x="92208" y="66874"/>
                  <a:pt x="92171" y="66874"/>
                </a:cubicBezTo>
                <a:cubicBezTo>
                  <a:pt x="92171" y="66798"/>
                  <a:pt x="92171" y="66723"/>
                  <a:pt x="92134" y="66723"/>
                </a:cubicBezTo>
                <a:cubicBezTo>
                  <a:pt x="92098" y="66573"/>
                  <a:pt x="92061" y="66510"/>
                  <a:pt x="92024" y="66360"/>
                </a:cubicBezTo>
                <a:cubicBezTo>
                  <a:pt x="92024" y="66360"/>
                  <a:pt x="92024" y="66285"/>
                  <a:pt x="92024" y="66209"/>
                </a:cubicBezTo>
                <a:cubicBezTo>
                  <a:pt x="92024" y="66209"/>
                  <a:pt x="91987" y="66209"/>
                  <a:pt x="91957" y="66209"/>
                </a:cubicBezTo>
                <a:cubicBezTo>
                  <a:pt x="91914" y="66134"/>
                  <a:pt x="91914" y="66134"/>
                  <a:pt x="91883" y="66059"/>
                </a:cubicBezTo>
                <a:cubicBezTo>
                  <a:pt x="91846" y="65984"/>
                  <a:pt x="91810" y="65984"/>
                  <a:pt x="91736" y="65909"/>
                </a:cubicBezTo>
                <a:cubicBezTo>
                  <a:pt x="91736" y="65833"/>
                  <a:pt x="91699" y="65833"/>
                  <a:pt x="91663" y="65758"/>
                </a:cubicBezTo>
                <a:cubicBezTo>
                  <a:pt x="91663" y="65758"/>
                  <a:pt x="91663" y="65683"/>
                  <a:pt x="91626" y="65608"/>
                </a:cubicBezTo>
                <a:cubicBezTo>
                  <a:pt x="91589" y="65545"/>
                  <a:pt x="91552" y="65608"/>
                  <a:pt x="91552" y="65545"/>
                </a:cubicBezTo>
                <a:cubicBezTo>
                  <a:pt x="91552" y="65470"/>
                  <a:pt x="91552" y="65320"/>
                  <a:pt x="91552" y="65244"/>
                </a:cubicBezTo>
                <a:cubicBezTo>
                  <a:pt x="91552" y="65169"/>
                  <a:pt x="91552" y="65169"/>
                  <a:pt x="91552" y="65094"/>
                </a:cubicBezTo>
                <a:cubicBezTo>
                  <a:pt x="91552" y="65019"/>
                  <a:pt x="91479" y="65019"/>
                  <a:pt x="91479" y="65019"/>
                </a:cubicBezTo>
                <a:cubicBezTo>
                  <a:pt x="91442" y="64868"/>
                  <a:pt x="91479" y="64868"/>
                  <a:pt x="91479" y="64718"/>
                </a:cubicBezTo>
                <a:cubicBezTo>
                  <a:pt x="91479" y="64643"/>
                  <a:pt x="91442" y="64568"/>
                  <a:pt x="91479" y="64492"/>
                </a:cubicBezTo>
                <a:cubicBezTo>
                  <a:pt x="91479" y="64430"/>
                  <a:pt x="91479" y="64430"/>
                  <a:pt x="91479" y="64355"/>
                </a:cubicBezTo>
                <a:cubicBezTo>
                  <a:pt x="91479" y="64279"/>
                  <a:pt x="91552" y="64279"/>
                  <a:pt x="91552" y="64204"/>
                </a:cubicBezTo>
                <a:cubicBezTo>
                  <a:pt x="91589" y="64204"/>
                  <a:pt x="91589" y="64204"/>
                  <a:pt x="91626" y="64129"/>
                </a:cubicBezTo>
                <a:cubicBezTo>
                  <a:pt x="91663" y="64054"/>
                  <a:pt x="91699" y="64129"/>
                  <a:pt x="91699" y="64054"/>
                </a:cubicBezTo>
                <a:cubicBezTo>
                  <a:pt x="91699" y="63979"/>
                  <a:pt x="91699" y="63903"/>
                  <a:pt x="91699" y="63903"/>
                </a:cubicBezTo>
                <a:cubicBezTo>
                  <a:pt x="91699" y="63828"/>
                  <a:pt x="91699" y="63753"/>
                  <a:pt x="91699" y="63678"/>
                </a:cubicBezTo>
                <a:cubicBezTo>
                  <a:pt x="91736" y="63603"/>
                  <a:pt x="91736" y="63527"/>
                  <a:pt x="91736" y="63452"/>
                </a:cubicBezTo>
                <a:cubicBezTo>
                  <a:pt x="91773" y="63390"/>
                  <a:pt x="91773" y="63390"/>
                  <a:pt x="91773" y="63314"/>
                </a:cubicBezTo>
                <a:cubicBezTo>
                  <a:pt x="91773" y="63239"/>
                  <a:pt x="91773" y="63164"/>
                  <a:pt x="91810" y="63089"/>
                </a:cubicBezTo>
                <a:cubicBezTo>
                  <a:pt x="91846" y="63089"/>
                  <a:pt x="91883" y="63089"/>
                  <a:pt x="91883" y="63089"/>
                </a:cubicBezTo>
                <a:cubicBezTo>
                  <a:pt x="91914" y="63089"/>
                  <a:pt x="91957" y="63089"/>
                  <a:pt x="91987" y="63089"/>
                </a:cubicBezTo>
                <a:cubicBezTo>
                  <a:pt x="92024" y="63089"/>
                  <a:pt x="92061" y="63014"/>
                  <a:pt x="92134" y="62938"/>
                </a:cubicBezTo>
                <a:cubicBezTo>
                  <a:pt x="92171" y="62938"/>
                  <a:pt x="92171" y="62938"/>
                  <a:pt x="92208" y="62938"/>
                </a:cubicBezTo>
                <a:cubicBezTo>
                  <a:pt x="92245" y="62938"/>
                  <a:pt x="92245" y="62788"/>
                  <a:pt x="92245" y="62788"/>
                </a:cubicBezTo>
                <a:cubicBezTo>
                  <a:pt x="92281" y="62788"/>
                  <a:pt x="92318" y="62788"/>
                  <a:pt x="92318" y="62788"/>
                </a:cubicBezTo>
                <a:cubicBezTo>
                  <a:pt x="92392" y="62788"/>
                  <a:pt x="92428" y="62788"/>
                  <a:pt x="92459" y="62788"/>
                </a:cubicBezTo>
                <a:cubicBezTo>
                  <a:pt x="92496" y="62788"/>
                  <a:pt x="92496" y="62863"/>
                  <a:pt x="92532" y="62863"/>
                </a:cubicBezTo>
                <a:cubicBezTo>
                  <a:pt x="92606" y="62863"/>
                  <a:pt x="92679" y="62788"/>
                  <a:pt x="92753" y="62788"/>
                </a:cubicBezTo>
                <a:cubicBezTo>
                  <a:pt x="92753" y="63014"/>
                  <a:pt x="92753" y="63014"/>
                  <a:pt x="92753" y="63014"/>
                </a:cubicBezTo>
                <a:lnTo>
                  <a:pt x="92716" y="63089"/>
                </a:lnTo>
                <a:cubicBezTo>
                  <a:pt x="92716" y="63903"/>
                  <a:pt x="92716" y="63903"/>
                  <a:pt x="92716" y="63903"/>
                </a:cubicBezTo>
                <a:cubicBezTo>
                  <a:pt x="92716" y="63979"/>
                  <a:pt x="92716" y="64054"/>
                  <a:pt x="92679" y="64054"/>
                </a:cubicBezTo>
                <a:cubicBezTo>
                  <a:pt x="92643" y="64054"/>
                  <a:pt x="92643" y="64129"/>
                  <a:pt x="92606" y="64129"/>
                </a:cubicBezTo>
                <a:cubicBezTo>
                  <a:pt x="92569" y="64129"/>
                  <a:pt x="92569" y="64129"/>
                  <a:pt x="92532" y="64129"/>
                </a:cubicBezTo>
                <a:cubicBezTo>
                  <a:pt x="92496" y="64129"/>
                  <a:pt x="92496" y="64204"/>
                  <a:pt x="92459" y="64204"/>
                </a:cubicBezTo>
                <a:cubicBezTo>
                  <a:pt x="92428" y="64279"/>
                  <a:pt x="92428" y="64355"/>
                  <a:pt x="92428" y="64355"/>
                </a:cubicBezTo>
                <a:cubicBezTo>
                  <a:pt x="92392" y="64430"/>
                  <a:pt x="92355" y="64492"/>
                  <a:pt x="92355" y="64568"/>
                </a:cubicBezTo>
                <a:cubicBezTo>
                  <a:pt x="92355" y="64643"/>
                  <a:pt x="92355" y="64718"/>
                  <a:pt x="92355" y="64793"/>
                </a:cubicBezTo>
                <a:cubicBezTo>
                  <a:pt x="92392" y="64868"/>
                  <a:pt x="92355" y="64944"/>
                  <a:pt x="92392" y="65019"/>
                </a:cubicBezTo>
                <a:cubicBezTo>
                  <a:pt x="92392" y="65019"/>
                  <a:pt x="92428" y="65019"/>
                  <a:pt x="92459" y="65019"/>
                </a:cubicBezTo>
                <a:cubicBezTo>
                  <a:pt x="93004" y="65019"/>
                  <a:pt x="93004" y="65019"/>
                  <a:pt x="93004" y="65019"/>
                </a:cubicBezTo>
                <a:cubicBezTo>
                  <a:pt x="93004" y="64868"/>
                  <a:pt x="93004" y="64718"/>
                  <a:pt x="93041" y="64568"/>
                </a:cubicBezTo>
                <a:cubicBezTo>
                  <a:pt x="93041" y="64492"/>
                  <a:pt x="93041" y="64430"/>
                  <a:pt x="93078" y="64430"/>
                </a:cubicBezTo>
                <a:cubicBezTo>
                  <a:pt x="93078" y="64355"/>
                  <a:pt x="93114" y="64355"/>
                  <a:pt x="93114" y="64279"/>
                </a:cubicBezTo>
                <a:cubicBezTo>
                  <a:pt x="93114" y="64204"/>
                  <a:pt x="93114" y="64204"/>
                  <a:pt x="93114" y="64129"/>
                </a:cubicBezTo>
                <a:cubicBezTo>
                  <a:pt x="93114" y="64054"/>
                  <a:pt x="93114" y="63979"/>
                  <a:pt x="93114" y="63979"/>
                </a:cubicBezTo>
                <a:cubicBezTo>
                  <a:pt x="93078" y="63828"/>
                  <a:pt x="93041" y="63903"/>
                  <a:pt x="92973" y="63828"/>
                </a:cubicBezTo>
                <a:cubicBezTo>
                  <a:pt x="92973" y="63014"/>
                  <a:pt x="92973" y="63014"/>
                  <a:pt x="92973" y="63014"/>
                </a:cubicBezTo>
                <a:cubicBezTo>
                  <a:pt x="93041" y="63014"/>
                  <a:pt x="93078" y="63014"/>
                  <a:pt x="93114" y="63014"/>
                </a:cubicBezTo>
                <a:cubicBezTo>
                  <a:pt x="93188" y="63014"/>
                  <a:pt x="93188" y="63014"/>
                  <a:pt x="93188" y="63014"/>
                </a:cubicBezTo>
                <a:cubicBezTo>
                  <a:pt x="93225" y="63014"/>
                  <a:pt x="93261" y="62938"/>
                  <a:pt x="93261" y="62938"/>
                </a:cubicBezTo>
                <a:cubicBezTo>
                  <a:pt x="93298" y="62863"/>
                  <a:pt x="93298" y="62788"/>
                  <a:pt x="93335" y="62788"/>
                </a:cubicBezTo>
                <a:cubicBezTo>
                  <a:pt x="93372" y="62713"/>
                  <a:pt x="93372" y="62638"/>
                  <a:pt x="93408" y="62638"/>
                </a:cubicBezTo>
                <a:cubicBezTo>
                  <a:pt x="93445" y="62638"/>
                  <a:pt x="93513" y="62638"/>
                  <a:pt x="93549" y="62562"/>
                </a:cubicBezTo>
                <a:cubicBezTo>
                  <a:pt x="93586" y="62562"/>
                  <a:pt x="93660" y="62562"/>
                  <a:pt x="93696" y="62562"/>
                </a:cubicBezTo>
                <a:cubicBezTo>
                  <a:pt x="93770" y="62562"/>
                  <a:pt x="93770" y="62562"/>
                  <a:pt x="93770" y="62562"/>
                </a:cubicBezTo>
                <a:cubicBezTo>
                  <a:pt x="93807" y="62562"/>
                  <a:pt x="93843" y="62562"/>
                  <a:pt x="93843" y="62562"/>
                </a:cubicBezTo>
                <a:cubicBezTo>
                  <a:pt x="93917" y="62562"/>
                  <a:pt x="93947" y="62638"/>
                  <a:pt x="93990" y="62638"/>
                </a:cubicBezTo>
                <a:cubicBezTo>
                  <a:pt x="94021" y="62638"/>
                  <a:pt x="94021" y="62638"/>
                  <a:pt x="94058" y="62638"/>
                </a:cubicBezTo>
                <a:cubicBezTo>
                  <a:pt x="94094" y="62638"/>
                  <a:pt x="94094" y="62562"/>
                  <a:pt x="94131" y="62562"/>
                </a:cubicBezTo>
                <a:cubicBezTo>
                  <a:pt x="94168" y="62487"/>
                  <a:pt x="94168" y="62412"/>
                  <a:pt x="94168" y="62412"/>
                </a:cubicBezTo>
                <a:cubicBezTo>
                  <a:pt x="94205" y="62349"/>
                  <a:pt x="94205" y="62349"/>
                  <a:pt x="94205" y="62274"/>
                </a:cubicBezTo>
                <a:cubicBezTo>
                  <a:pt x="94278" y="62274"/>
                  <a:pt x="94315" y="62274"/>
                  <a:pt x="94352" y="62274"/>
                </a:cubicBezTo>
                <a:cubicBezTo>
                  <a:pt x="94388" y="62274"/>
                  <a:pt x="94388" y="62199"/>
                  <a:pt x="94425" y="62199"/>
                </a:cubicBezTo>
                <a:cubicBezTo>
                  <a:pt x="94462" y="62199"/>
                  <a:pt x="94493" y="62199"/>
                  <a:pt x="94566" y="62199"/>
                </a:cubicBezTo>
                <a:cubicBezTo>
                  <a:pt x="94603" y="62199"/>
                  <a:pt x="94603" y="62199"/>
                  <a:pt x="94640" y="62199"/>
                </a:cubicBezTo>
                <a:cubicBezTo>
                  <a:pt x="94640" y="62124"/>
                  <a:pt x="94676" y="62199"/>
                  <a:pt x="94713" y="62199"/>
                </a:cubicBezTo>
                <a:cubicBezTo>
                  <a:pt x="94750" y="62124"/>
                  <a:pt x="94750" y="62049"/>
                  <a:pt x="94750" y="62049"/>
                </a:cubicBezTo>
                <a:cubicBezTo>
                  <a:pt x="94787" y="61973"/>
                  <a:pt x="94787" y="61898"/>
                  <a:pt x="94823" y="61898"/>
                </a:cubicBezTo>
                <a:cubicBezTo>
                  <a:pt x="94860" y="61898"/>
                  <a:pt x="94860" y="61898"/>
                  <a:pt x="94897" y="61898"/>
                </a:cubicBezTo>
                <a:cubicBezTo>
                  <a:pt x="94934" y="61823"/>
                  <a:pt x="94934" y="61823"/>
                  <a:pt x="94970" y="61748"/>
                </a:cubicBezTo>
                <a:cubicBezTo>
                  <a:pt x="95007" y="61748"/>
                  <a:pt x="95007" y="61748"/>
                  <a:pt x="95038" y="61673"/>
                </a:cubicBezTo>
                <a:cubicBezTo>
                  <a:pt x="95038" y="61673"/>
                  <a:pt x="95038" y="61597"/>
                  <a:pt x="95075" y="61522"/>
                </a:cubicBezTo>
                <a:cubicBezTo>
                  <a:pt x="95111" y="61522"/>
                  <a:pt x="95111" y="61447"/>
                  <a:pt x="95111" y="61372"/>
                </a:cubicBezTo>
                <a:cubicBezTo>
                  <a:pt x="95148" y="61372"/>
                  <a:pt x="95185" y="61309"/>
                  <a:pt x="95185" y="61309"/>
                </a:cubicBezTo>
                <a:cubicBezTo>
                  <a:pt x="95222" y="61234"/>
                  <a:pt x="95222" y="61234"/>
                  <a:pt x="95258" y="61234"/>
                </a:cubicBezTo>
                <a:cubicBezTo>
                  <a:pt x="95295" y="61234"/>
                  <a:pt x="95332" y="61234"/>
                  <a:pt x="95332" y="61234"/>
                </a:cubicBezTo>
                <a:cubicBezTo>
                  <a:pt x="95369" y="61159"/>
                  <a:pt x="95369" y="61234"/>
                  <a:pt x="95405" y="61234"/>
                </a:cubicBezTo>
                <a:cubicBezTo>
                  <a:pt x="95479" y="61159"/>
                  <a:pt x="95509" y="61084"/>
                  <a:pt x="95546" y="61008"/>
                </a:cubicBezTo>
                <a:cubicBezTo>
                  <a:pt x="95583" y="61008"/>
                  <a:pt x="95546" y="60933"/>
                  <a:pt x="95583" y="60858"/>
                </a:cubicBezTo>
                <a:cubicBezTo>
                  <a:pt x="95583" y="60858"/>
                  <a:pt x="95620" y="60858"/>
                  <a:pt x="95656" y="60783"/>
                </a:cubicBezTo>
                <a:cubicBezTo>
                  <a:pt x="95693" y="60783"/>
                  <a:pt x="95693" y="60708"/>
                  <a:pt x="95730" y="60632"/>
                </a:cubicBezTo>
                <a:cubicBezTo>
                  <a:pt x="95730" y="60632"/>
                  <a:pt x="95767" y="60557"/>
                  <a:pt x="95767" y="60482"/>
                </a:cubicBezTo>
                <a:cubicBezTo>
                  <a:pt x="95803" y="60482"/>
                  <a:pt x="95803" y="60407"/>
                  <a:pt x="95840" y="60332"/>
                </a:cubicBezTo>
                <a:cubicBezTo>
                  <a:pt x="95840" y="60332"/>
                  <a:pt x="95840" y="60269"/>
                  <a:pt x="95840" y="60194"/>
                </a:cubicBezTo>
                <a:lnTo>
                  <a:pt x="95877" y="60119"/>
                </a:lnTo>
                <a:cubicBezTo>
                  <a:pt x="95914" y="59968"/>
                  <a:pt x="95987" y="59968"/>
                  <a:pt x="96024" y="59818"/>
                </a:cubicBezTo>
                <a:cubicBezTo>
                  <a:pt x="96055" y="59667"/>
                  <a:pt x="96091" y="59517"/>
                  <a:pt x="96128" y="59367"/>
                </a:cubicBezTo>
                <a:cubicBezTo>
                  <a:pt x="96128" y="59291"/>
                  <a:pt x="96128" y="59291"/>
                  <a:pt x="96128" y="59229"/>
                </a:cubicBezTo>
                <a:cubicBezTo>
                  <a:pt x="96165" y="59154"/>
                  <a:pt x="96202" y="59154"/>
                  <a:pt x="96202" y="59078"/>
                </a:cubicBezTo>
                <a:cubicBezTo>
                  <a:pt x="96238" y="59003"/>
                  <a:pt x="96238" y="59003"/>
                  <a:pt x="96275" y="58928"/>
                </a:cubicBezTo>
                <a:cubicBezTo>
                  <a:pt x="96275" y="58853"/>
                  <a:pt x="96312" y="58853"/>
                  <a:pt x="96349" y="58778"/>
                </a:cubicBezTo>
                <a:cubicBezTo>
                  <a:pt x="96385" y="58778"/>
                  <a:pt x="96422" y="58702"/>
                  <a:pt x="96422" y="58702"/>
                </a:cubicBezTo>
                <a:cubicBezTo>
                  <a:pt x="96459" y="58627"/>
                  <a:pt x="96496" y="58627"/>
                  <a:pt x="96496" y="58552"/>
                </a:cubicBezTo>
                <a:cubicBezTo>
                  <a:pt x="96496" y="58477"/>
                  <a:pt x="96496" y="58402"/>
                  <a:pt x="96496" y="58326"/>
                </a:cubicBezTo>
                <a:cubicBezTo>
                  <a:pt x="96532" y="58326"/>
                  <a:pt x="96532" y="58251"/>
                  <a:pt x="96532" y="58176"/>
                </a:cubicBezTo>
                <a:cubicBezTo>
                  <a:pt x="96532" y="58113"/>
                  <a:pt x="96532" y="58113"/>
                  <a:pt x="96532" y="58038"/>
                </a:cubicBezTo>
                <a:cubicBezTo>
                  <a:pt x="96532" y="58038"/>
                  <a:pt x="96563" y="57963"/>
                  <a:pt x="96563" y="57888"/>
                </a:cubicBezTo>
                <a:cubicBezTo>
                  <a:pt x="96563" y="57888"/>
                  <a:pt x="96563" y="57813"/>
                  <a:pt x="96563" y="57737"/>
                </a:cubicBezTo>
                <a:cubicBezTo>
                  <a:pt x="96600" y="57662"/>
                  <a:pt x="96637" y="57662"/>
                  <a:pt x="96673" y="57662"/>
                </a:cubicBezTo>
                <a:cubicBezTo>
                  <a:pt x="96710" y="57587"/>
                  <a:pt x="96747" y="57512"/>
                  <a:pt x="96784" y="57361"/>
                </a:cubicBezTo>
                <a:cubicBezTo>
                  <a:pt x="96820" y="57211"/>
                  <a:pt x="96894" y="57148"/>
                  <a:pt x="96894" y="56998"/>
                </a:cubicBezTo>
                <a:cubicBezTo>
                  <a:pt x="96894" y="56848"/>
                  <a:pt x="96857" y="56848"/>
                  <a:pt x="96857" y="56772"/>
                </a:cubicBezTo>
                <a:cubicBezTo>
                  <a:pt x="96820" y="56697"/>
                  <a:pt x="96820" y="56622"/>
                  <a:pt x="96784" y="56622"/>
                </a:cubicBezTo>
                <a:cubicBezTo>
                  <a:pt x="96784" y="56622"/>
                  <a:pt x="96747" y="56622"/>
                  <a:pt x="96710" y="56622"/>
                </a:cubicBezTo>
                <a:cubicBezTo>
                  <a:pt x="96673" y="56622"/>
                  <a:pt x="96637" y="56622"/>
                  <a:pt x="96563" y="56547"/>
                </a:cubicBezTo>
                <a:cubicBezTo>
                  <a:pt x="96563" y="56472"/>
                  <a:pt x="96563" y="56396"/>
                  <a:pt x="96563" y="56321"/>
                </a:cubicBezTo>
                <a:cubicBezTo>
                  <a:pt x="96563" y="56246"/>
                  <a:pt x="96563" y="56171"/>
                  <a:pt x="96563" y="56171"/>
                </a:cubicBezTo>
                <a:cubicBezTo>
                  <a:pt x="96563" y="56096"/>
                  <a:pt x="96563" y="56033"/>
                  <a:pt x="96563" y="56033"/>
                </a:cubicBezTo>
                <a:cubicBezTo>
                  <a:pt x="96710" y="56033"/>
                  <a:pt x="96710" y="56033"/>
                  <a:pt x="96710" y="56033"/>
                </a:cubicBezTo>
                <a:cubicBezTo>
                  <a:pt x="96710" y="55958"/>
                  <a:pt x="96710" y="55883"/>
                  <a:pt x="96710" y="55883"/>
                </a:cubicBezTo>
                <a:cubicBezTo>
                  <a:pt x="96673" y="55807"/>
                  <a:pt x="96637" y="55807"/>
                  <a:pt x="96637" y="55732"/>
                </a:cubicBezTo>
                <a:cubicBezTo>
                  <a:pt x="96637" y="55582"/>
                  <a:pt x="96673" y="55431"/>
                  <a:pt x="96637" y="55281"/>
                </a:cubicBezTo>
                <a:cubicBezTo>
                  <a:pt x="96637" y="55206"/>
                  <a:pt x="96637" y="55206"/>
                  <a:pt x="96637" y="55131"/>
                </a:cubicBezTo>
                <a:cubicBezTo>
                  <a:pt x="96637" y="55068"/>
                  <a:pt x="96600" y="55068"/>
                  <a:pt x="96563" y="54980"/>
                </a:cubicBezTo>
                <a:cubicBezTo>
                  <a:pt x="96563" y="54918"/>
                  <a:pt x="96532" y="54980"/>
                  <a:pt x="96496" y="54918"/>
                </a:cubicBezTo>
                <a:cubicBezTo>
                  <a:pt x="96496" y="54767"/>
                  <a:pt x="96532" y="54617"/>
                  <a:pt x="96532" y="54466"/>
                </a:cubicBezTo>
                <a:cubicBezTo>
                  <a:pt x="96532" y="54316"/>
                  <a:pt x="96496" y="54166"/>
                  <a:pt x="96459" y="54015"/>
                </a:cubicBezTo>
                <a:cubicBezTo>
                  <a:pt x="96459" y="53953"/>
                  <a:pt x="96422" y="53877"/>
                  <a:pt x="96385" y="53727"/>
                </a:cubicBezTo>
                <a:cubicBezTo>
                  <a:pt x="96312" y="53652"/>
                  <a:pt x="96312" y="53501"/>
                  <a:pt x="96238" y="53426"/>
                </a:cubicBezTo>
                <a:cubicBezTo>
                  <a:pt x="96202" y="53426"/>
                  <a:pt x="96202" y="53351"/>
                  <a:pt x="96165" y="53351"/>
                </a:cubicBezTo>
                <a:cubicBezTo>
                  <a:pt x="96128" y="53276"/>
                  <a:pt x="96091" y="53351"/>
                  <a:pt x="96055" y="53351"/>
                </a:cubicBezTo>
                <a:cubicBezTo>
                  <a:pt x="96055" y="53276"/>
                  <a:pt x="96024" y="53276"/>
                  <a:pt x="95987" y="53201"/>
                </a:cubicBezTo>
                <a:cubicBezTo>
                  <a:pt x="95987" y="53201"/>
                  <a:pt x="95987" y="53125"/>
                  <a:pt x="95987" y="53050"/>
                </a:cubicBezTo>
                <a:cubicBezTo>
                  <a:pt x="95987" y="52900"/>
                  <a:pt x="95987" y="52900"/>
                  <a:pt x="95987" y="52900"/>
                </a:cubicBezTo>
                <a:cubicBezTo>
                  <a:pt x="95987" y="52837"/>
                  <a:pt x="96024" y="52837"/>
                  <a:pt x="96024" y="52762"/>
                </a:cubicBezTo>
                <a:cubicBezTo>
                  <a:pt x="96055" y="52687"/>
                  <a:pt x="96091" y="52687"/>
                  <a:pt x="96091" y="52612"/>
                </a:cubicBezTo>
                <a:cubicBezTo>
                  <a:pt x="96128" y="52612"/>
                  <a:pt x="96165" y="52612"/>
                  <a:pt x="96165" y="52536"/>
                </a:cubicBezTo>
                <a:cubicBezTo>
                  <a:pt x="96165" y="52461"/>
                  <a:pt x="96165" y="52386"/>
                  <a:pt x="96165" y="52236"/>
                </a:cubicBezTo>
                <a:cubicBezTo>
                  <a:pt x="96165" y="51935"/>
                  <a:pt x="96165" y="51935"/>
                  <a:pt x="96165" y="51935"/>
                </a:cubicBezTo>
                <a:cubicBezTo>
                  <a:pt x="96385" y="51935"/>
                  <a:pt x="96385" y="51935"/>
                  <a:pt x="96385" y="51935"/>
                </a:cubicBezTo>
                <a:cubicBezTo>
                  <a:pt x="96385" y="51935"/>
                  <a:pt x="96422" y="51935"/>
                  <a:pt x="96422" y="51872"/>
                </a:cubicBezTo>
                <a:cubicBezTo>
                  <a:pt x="96459" y="51797"/>
                  <a:pt x="96459" y="51797"/>
                  <a:pt x="96496" y="51722"/>
                </a:cubicBezTo>
                <a:cubicBezTo>
                  <a:pt x="96496" y="51646"/>
                  <a:pt x="96496" y="51571"/>
                  <a:pt x="96532" y="51571"/>
                </a:cubicBezTo>
                <a:cubicBezTo>
                  <a:pt x="96532" y="51571"/>
                  <a:pt x="96563" y="51571"/>
                  <a:pt x="96600" y="51571"/>
                </a:cubicBezTo>
                <a:cubicBezTo>
                  <a:pt x="96600" y="51571"/>
                  <a:pt x="96637" y="51571"/>
                  <a:pt x="96673" y="51571"/>
                </a:cubicBezTo>
                <a:cubicBezTo>
                  <a:pt x="96673" y="51571"/>
                  <a:pt x="96710" y="51496"/>
                  <a:pt x="96747" y="51496"/>
                </a:cubicBezTo>
                <a:cubicBezTo>
                  <a:pt x="96820" y="51496"/>
                  <a:pt x="96820" y="51496"/>
                  <a:pt x="96820" y="51496"/>
                </a:cubicBezTo>
                <a:cubicBezTo>
                  <a:pt x="96894" y="51496"/>
                  <a:pt x="96931" y="51496"/>
                  <a:pt x="97004" y="51496"/>
                </a:cubicBezTo>
                <a:cubicBezTo>
                  <a:pt x="97041" y="51346"/>
                  <a:pt x="97041" y="51271"/>
                  <a:pt x="97041" y="51120"/>
                </a:cubicBezTo>
                <a:lnTo>
                  <a:pt x="97004" y="51045"/>
                </a:lnTo>
                <a:cubicBezTo>
                  <a:pt x="96673" y="51045"/>
                  <a:pt x="96673" y="51045"/>
                  <a:pt x="96673" y="51045"/>
                </a:cubicBezTo>
                <a:cubicBezTo>
                  <a:pt x="96637" y="50970"/>
                  <a:pt x="96637" y="50907"/>
                  <a:pt x="96637" y="50907"/>
                </a:cubicBezTo>
                <a:cubicBezTo>
                  <a:pt x="96600" y="50757"/>
                  <a:pt x="96563" y="50681"/>
                  <a:pt x="96532" y="50606"/>
                </a:cubicBezTo>
                <a:cubicBezTo>
                  <a:pt x="96275" y="50606"/>
                  <a:pt x="96275" y="50606"/>
                  <a:pt x="96275" y="50606"/>
                </a:cubicBezTo>
                <a:cubicBezTo>
                  <a:pt x="96275" y="50681"/>
                  <a:pt x="96238" y="50757"/>
                  <a:pt x="96238" y="50907"/>
                </a:cubicBezTo>
                <a:cubicBezTo>
                  <a:pt x="96238" y="50970"/>
                  <a:pt x="96238" y="50970"/>
                  <a:pt x="96238" y="51045"/>
                </a:cubicBezTo>
                <a:lnTo>
                  <a:pt x="96202" y="51120"/>
                </a:lnTo>
                <a:cubicBezTo>
                  <a:pt x="96165" y="51120"/>
                  <a:pt x="96165" y="51195"/>
                  <a:pt x="96128" y="51195"/>
                </a:cubicBezTo>
                <a:cubicBezTo>
                  <a:pt x="96128" y="51195"/>
                  <a:pt x="96091" y="51120"/>
                  <a:pt x="96055" y="51120"/>
                </a:cubicBezTo>
                <a:cubicBezTo>
                  <a:pt x="96055" y="51120"/>
                  <a:pt x="96024" y="51120"/>
                  <a:pt x="95987" y="51120"/>
                </a:cubicBezTo>
                <a:cubicBezTo>
                  <a:pt x="95987" y="50381"/>
                  <a:pt x="95987" y="50381"/>
                  <a:pt x="95987" y="50381"/>
                </a:cubicBezTo>
                <a:cubicBezTo>
                  <a:pt x="95546" y="50381"/>
                  <a:pt x="95546" y="50381"/>
                  <a:pt x="95546" y="50381"/>
                </a:cubicBezTo>
                <a:cubicBezTo>
                  <a:pt x="95479" y="50381"/>
                  <a:pt x="95442" y="50230"/>
                  <a:pt x="95442" y="50080"/>
                </a:cubicBezTo>
                <a:cubicBezTo>
                  <a:pt x="95442" y="49930"/>
                  <a:pt x="95442" y="49854"/>
                  <a:pt x="95442" y="49792"/>
                </a:cubicBezTo>
                <a:cubicBezTo>
                  <a:pt x="95442" y="49792"/>
                  <a:pt x="95479" y="49716"/>
                  <a:pt x="95479" y="49641"/>
                </a:cubicBezTo>
                <a:cubicBezTo>
                  <a:pt x="95509" y="49641"/>
                  <a:pt x="95509" y="49566"/>
                  <a:pt x="95546" y="49566"/>
                </a:cubicBezTo>
                <a:cubicBezTo>
                  <a:pt x="95583" y="49491"/>
                  <a:pt x="95620" y="49491"/>
                  <a:pt x="95620" y="49491"/>
                </a:cubicBezTo>
                <a:cubicBezTo>
                  <a:pt x="95730" y="49491"/>
                  <a:pt x="95767" y="49491"/>
                  <a:pt x="95840" y="49491"/>
                </a:cubicBezTo>
                <a:cubicBezTo>
                  <a:pt x="95877" y="49491"/>
                  <a:pt x="95877" y="49491"/>
                  <a:pt x="95914" y="49491"/>
                </a:cubicBezTo>
                <a:cubicBezTo>
                  <a:pt x="95950" y="49491"/>
                  <a:pt x="95950" y="49491"/>
                  <a:pt x="95987" y="49491"/>
                </a:cubicBezTo>
                <a:cubicBezTo>
                  <a:pt x="95987" y="49416"/>
                  <a:pt x="95987" y="49340"/>
                  <a:pt x="95987" y="49340"/>
                </a:cubicBezTo>
                <a:cubicBezTo>
                  <a:pt x="95987" y="49265"/>
                  <a:pt x="96024" y="49190"/>
                  <a:pt x="96024" y="49190"/>
                </a:cubicBezTo>
                <a:cubicBezTo>
                  <a:pt x="96055" y="49115"/>
                  <a:pt x="96055" y="49040"/>
                  <a:pt x="96091" y="49040"/>
                </a:cubicBezTo>
                <a:cubicBezTo>
                  <a:pt x="96128" y="48965"/>
                  <a:pt x="96128" y="49040"/>
                  <a:pt x="96165" y="48965"/>
                </a:cubicBezTo>
                <a:cubicBezTo>
                  <a:pt x="96202" y="48965"/>
                  <a:pt x="96202" y="48889"/>
                  <a:pt x="96238" y="48889"/>
                </a:cubicBezTo>
                <a:cubicBezTo>
                  <a:pt x="96275" y="48889"/>
                  <a:pt x="96349" y="48889"/>
                  <a:pt x="96385" y="48889"/>
                </a:cubicBezTo>
                <a:cubicBezTo>
                  <a:pt x="96422" y="48889"/>
                  <a:pt x="96422" y="48889"/>
                  <a:pt x="96459" y="48889"/>
                </a:cubicBezTo>
                <a:cubicBezTo>
                  <a:pt x="96496" y="48889"/>
                  <a:pt x="96496" y="48814"/>
                  <a:pt x="96496" y="48739"/>
                </a:cubicBezTo>
                <a:cubicBezTo>
                  <a:pt x="96532" y="48739"/>
                  <a:pt x="96563" y="48676"/>
                  <a:pt x="96563" y="48676"/>
                </a:cubicBezTo>
                <a:cubicBezTo>
                  <a:pt x="96600" y="48601"/>
                  <a:pt x="96600" y="48526"/>
                  <a:pt x="96637" y="48526"/>
                </a:cubicBezTo>
                <a:cubicBezTo>
                  <a:pt x="96673" y="48451"/>
                  <a:pt x="96673" y="48375"/>
                  <a:pt x="96710" y="48375"/>
                </a:cubicBezTo>
                <a:cubicBezTo>
                  <a:pt x="96747" y="48300"/>
                  <a:pt x="96747" y="48225"/>
                  <a:pt x="96820" y="48225"/>
                </a:cubicBezTo>
                <a:cubicBezTo>
                  <a:pt x="96857" y="48225"/>
                  <a:pt x="96857" y="48225"/>
                  <a:pt x="96857" y="48225"/>
                </a:cubicBezTo>
                <a:cubicBezTo>
                  <a:pt x="96857" y="48225"/>
                  <a:pt x="96894" y="48225"/>
                  <a:pt x="96894" y="48300"/>
                </a:cubicBezTo>
                <a:cubicBezTo>
                  <a:pt x="96931" y="48451"/>
                  <a:pt x="96931" y="48451"/>
                  <a:pt x="96931" y="48451"/>
                </a:cubicBezTo>
                <a:cubicBezTo>
                  <a:pt x="96894" y="48451"/>
                  <a:pt x="96894" y="48526"/>
                  <a:pt x="96894" y="48601"/>
                </a:cubicBezTo>
                <a:cubicBezTo>
                  <a:pt x="96857" y="48601"/>
                  <a:pt x="96820" y="48601"/>
                  <a:pt x="96820" y="48676"/>
                </a:cubicBezTo>
                <a:cubicBezTo>
                  <a:pt x="96784" y="48739"/>
                  <a:pt x="96784" y="48889"/>
                  <a:pt x="96784" y="48965"/>
                </a:cubicBezTo>
                <a:cubicBezTo>
                  <a:pt x="96784" y="49115"/>
                  <a:pt x="96710" y="49115"/>
                  <a:pt x="96673" y="49265"/>
                </a:cubicBezTo>
                <a:cubicBezTo>
                  <a:pt x="96637" y="49265"/>
                  <a:pt x="96637" y="49340"/>
                  <a:pt x="96600" y="49416"/>
                </a:cubicBezTo>
                <a:cubicBezTo>
                  <a:pt x="96600" y="49416"/>
                  <a:pt x="96563" y="49416"/>
                  <a:pt x="96532" y="49491"/>
                </a:cubicBezTo>
                <a:cubicBezTo>
                  <a:pt x="96532" y="49566"/>
                  <a:pt x="96532" y="49566"/>
                  <a:pt x="96532" y="49641"/>
                </a:cubicBezTo>
                <a:cubicBezTo>
                  <a:pt x="96532" y="49792"/>
                  <a:pt x="96532" y="49792"/>
                  <a:pt x="96532" y="49792"/>
                </a:cubicBezTo>
                <a:cubicBezTo>
                  <a:pt x="96563" y="49792"/>
                  <a:pt x="96600" y="49716"/>
                  <a:pt x="96600" y="49716"/>
                </a:cubicBezTo>
                <a:cubicBezTo>
                  <a:pt x="96637" y="49641"/>
                  <a:pt x="96637" y="49641"/>
                  <a:pt x="96673" y="49566"/>
                </a:cubicBezTo>
                <a:cubicBezTo>
                  <a:pt x="97004" y="49566"/>
                  <a:pt x="97004" y="49566"/>
                  <a:pt x="97004" y="49566"/>
                </a:cubicBezTo>
                <a:cubicBezTo>
                  <a:pt x="97041" y="49566"/>
                  <a:pt x="97071" y="49491"/>
                  <a:pt x="97108" y="49491"/>
                </a:cubicBezTo>
                <a:cubicBezTo>
                  <a:pt x="97145" y="49416"/>
                  <a:pt x="97182" y="49265"/>
                  <a:pt x="97218" y="49190"/>
                </a:cubicBezTo>
                <a:cubicBezTo>
                  <a:pt x="97255" y="49190"/>
                  <a:pt x="97255" y="49115"/>
                  <a:pt x="97292" y="49040"/>
                </a:cubicBezTo>
                <a:lnTo>
                  <a:pt x="97329" y="49040"/>
                </a:lnTo>
                <a:cubicBezTo>
                  <a:pt x="97366" y="49040"/>
                  <a:pt x="97402" y="48965"/>
                  <a:pt x="97402" y="48965"/>
                </a:cubicBezTo>
                <a:cubicBezTo>
                  <a:pt x="97513" y="48965"/>
                  <a:pt x="97549" y="49040"/>
                  <a:pt x="97617" y="49115"/>
                </a:cubicBezTo>
                <a:cubicBezTo>
                  <a:pt x="97653" y="49115"/>
                  <a:pt x="97690" y="49115"/>
                  <a:pt x="97690" y="49115"/>
                </a:cubicBezTo>
                <a:cubicBezTo>
                  <a:pt x="97764" y="49115"/>
                  <a:pt x="97800" y="49115"/>
                  <a:pt x="97837" y="49190"/>
                </a:cubicBezTo>
                <a:cubicBezTo>
                  <a:pt x="97874" y="49265"/>
                  <a:pt x="97874" y="49265"/>
                  <a:pt x="97911" y="49265"/>
                </a:cubicBezTo>
                <a:cubicBezTo>
                  <a:pt x="97947" y="49340"/>
                  <a:pt x="97947" y="49491"/>
                  <a:pt x="97947" y="49566"/>
                </a:cubicBezTo>
                <a:cubicBezTo>
                  <a:pt x="97947" y="49716"/>
                  <a:pt x="97947" y="49716"/>
                  <a:pt x="97947" y="49716"/>
                </a:cubicBezTo>
                <a:cubicBezTo>
                  <a:pt x="97947" y="49792"/>
                  <a:pt x="97911" y="49792"/>
                  <a:pt x="97911" y="49854"/>
                </a:cubicBezTo>
                <a:cubicBezTo>
                  <a:pt x="97874" y="49930"/>
                  <a:pt x="97837" y="49930"/>
                  <a:pt x="97837" y="50005"/>
                </a:cubicBezTo>
                <a:cubicBezTo>
                  <a:pt x="97837" y="50005"/>
                  <a:pt x="97837" y="50080"/>
                  <a:pt x="97837" y="50155"/>
                </a:cubicBezTo>
                <a:cubicBezTo>
                  <a:pt x="97800" y="50230"/>
                  <a:pt x="97764" y="50230"/>
                  <a:pt x="97764" y="50381"/>
                </a:cubicBezTo>
                <a:cubicBezTo>
                  <a:pt x="97764" y="50456"/>
                  <a:pt x="97764" y="50531"/>
                  <a:pt x="97800" y="50681"/>
                </a:cubicBezTo>
                <a:cubicBezTo>
                  <a:pt x="97911" y="50681"/>
                  <a:pt x="97911" y="50681"/>
                  <a:pt x="97911" y="50681"/>
                </a:cubicBezTo>
                <a:cubicBezTo>
                  <a:pt x="97984" y="50606"/>
                  <a:pt x="97984" y="50606"/>
                  <a:pt x="97984" y="50606"/>
                </a:cubicBezTo>
                <a:cubicBezTo>
                  <a:pt x="98021" y="50606"/>
                  <a:pt x="98058" y="50531"/>
                  <a:pt x="98094" y="50531"/>
                </a:cubicBezTo>
                <a:cubicBezTo>
                  <a:pt x="98094" y="50531"/>
                  <a:pt x="98125" y="50531"/>
                  <a:pt x="98162" y="50531"/>
                </a:cubicBezTo>
                <a:cubicBezTo>
                  <a:pt x="98199" y="50606"/>
                  <a:pt x="98235" y="50681"/>
                  <a:pt x="98272" y="50757"/>
                </a:cubicBezTo>
                <a:cubicBezTo>
                  <a:pt x="98272" y="50819"/>
                  <a:pt x="98272" y="50907"/>
                  <a:pt x="98309" y="50907"/>
                </a:cubicBezTo>
                <a:cubicBezTo>
                  <a:pt x="98309" y="51045"/>
                  <a:pt x="98309" y="51120"/>
                  <a:pt x="98309" y="51195"/>
                </a:cubicBezTo>
                <a:cubicBezTo>
                  <a:pt x="98346" y="51271"/>
                  <a:pt x="98346" y="51271"/>
                  <a:pt x="98346" y="51346"/>
                </a:cubicBezTo>
                <a:cubicBezTo>
                  <a:pt x="98346" y="51421"/>
                  <a:pt x="98382" y="51421"/>
                  <a:pt x="98382" y="51496"/>
                </a:cubicBezTo>
                <a:cubicBezTo>
                  <a:pt x="98382" y="51571"/>
                  <a:pt x="98456" y="51571"/>
                  <a:pt x="98456" y="51722"/>
                </a:cubicBezTo>
                <a:cubicBezTo>
                  <a:pt x="98456" y="52461"/>
                  <a:pt x="98456" y="52461"/>
                  <a:pt x="98456" y="52461"/>
                </a:cubicBezTo>
                <a:cubicBezTo>
                  <a:pt x="98456" y="52536"/>
                  <a:pt x="98419" y="52612"/>
                  <a:pt x="98382" y="52612"/>
                </a:cubicBezTo>
                <a:cubicBezTo>
                  <a:pt x="98346" y="52687"/>
                  <a:pt x="98309" y="52687"/>
                  <a:pt x="98309" y="52762"/>
                </a:cubicBezTo>
                <a:cubicBezTo>
                  <a:pt x="98309" y="52762"/>
                  <a:pt x="98309" y="52837"/>
                  <a:pt x="98309" y="52900"/>
                </a:cubicBezTo>
                <a:cubicBezTo>
                  <a:pt x="98272" y="52987"/>
                  <a:pt x="98272" y="52987"/>
                  <a:pt x="98272" y="53050"/>
                </a:cubicBezTo>
                <a:cubicBezTo>
                  <a:pt x="98272" y="53426"/>
                  <a:pt x="98272" y="53426"/>
                  <a:pt x="98272" y="53426"/>
                </a:cubicBezTo>
                <a:cubicBezTo>
                  <a:pt x="98633" y="53426"/>
                  <a:pt x="98633" y="53426"/>
                  <a:pt x="98633" y="53426"/>
                </a:cubicBezTo>
                <a:cubicBezTo>
                  <a:pt x="98744" y="53426"/>
                  <a:pt x="98781" y="53276"/>
                  <a:pt x="98854" y="53201"/>
                </a:cubicBezTo>
                <a:cubicBezTo>
                  <a:pt x="98928" y="53125"/>
                  <a:pt x="98928" y="53125"/>
                  <a:pt x="98928" y="53125"/>
                </a:cubicBezTo>
                <a:cubicBezTo>
                  <a:pt x="98964" y="53125"/>
                  <a:pt x="99001" y="53050"/>
                  <a:pt x="99038" y="53050"/>
                </a:cubicBezTo>
                <a:cubicBezTo>
                  <a:pt x="99075" y="52987"/>
                  <a:pt x="99075" y="52900"/>
                  <a:pt x="99111" y="52900"/>
                </a:cubicBezTo>
                <a:cubicBezTo>
                  <a:pt x="99142" y="52900"/>
                  <a:pt x="99142" y="52900"/>
                  <a:pt x="99179" y="52837"/>
                </a:cubicBezTo>
                <a:cubicBezTo>
                  <a:pt x="99215" y="52837"/>
                  <a:pt x="99215" y="52837"/>
                  <a:pt x="99252" y="52762"/>
                </a:cubicBezTo>
                <a:cubicBezTo>
                  <a:pt x="99289" y="52762"/>
                  <a:pt x="99289" y="52687"/>
                  <a:pt x="99326" y="52687"/>
                </a:cubicBezTo>
                <a:cubicBezTo>
                  <a:pt x="99362" y="52687"/>
                  <a:pt x="99399" y="52687"/>
                  <a:pt x="99399" y="52687"/>
                </a:cubicBezTo>
                <a:cubicBezTo>
                  <a:pt x="99436" y="52687"/>
                  <a:pt x="99473" y="52612"/>
                  <a:pt x="99473" y="52536"/>
                </a:cubicBezTo>
                <a:lnTo>
                  <a:pt x="99473" y="52461"/>
                </a:lnTo>
                <a:cubicBezTo>
                  <a:pt x="99473" y="52311"/>
                  <a:pt x="99473" y="52236"/>
                  <a:pt x="99473" y="52160"/>
                </a:cubicBezTo>
                <a:cubicBezTo>
                  <a:pt x="99473" y="52085"/>
                  <a:pt x="99509" y="52010"/>
                  <a:pt x="99509" y="51935"/>
                </a:cubicBezTo>
                <a:cubicBezTo>
                  <a:pt x="99509" y="51935"/>
                  <a:pt x="99509" y="51872"/>
                  <a:pt x="99509" y="51797"/>
                </a:cubicBezTo>
                <a:cubicBezTo>
                  <a:pt x="99509" y="51421"/>
                  <a:pt x="99509" y="51421"/>
                  <a:pt x="99509" y="51421"/>
                </a:cubicBezTo>
                <a:cubicBezTo>
                  <a:pt x="99436" y="51421"/>
                  <a:pt x="99399" y="51421"/>
                  <a:pt x="99326" y="51346"/>
                </a:cubicBezTo>
                <a:cubicBezTo>
                  <a:pt x="99326" y="51271"/>
                  <a:pt x="99289" y="51195"/>
                  <a:pt x="99289" y="51120"/>
                </a:cubicBezTo>
                <a:cubicBezTo>
                  <a:pt x="99289" y="51045"/>
                  <a:pt x="99289" y="50907"/>
                  <a:pt x="99289" y="50819"/>
                </a:cubicBezTo>
                <a:cubicBezTo>
                  <a:pt x="99289" y="50757"/>
                  <a:pt x="99289" y="50757"/>
                  <a:pt x="99289" y="50681"/>
                </a:cubicBezTo>
                <a:cubicBezTo>
                  <a:pt x="99289" y="50606"/>
                  <a:pt x="99252" y="50606"/>
                  <a:pt x="99215" y="50606"/>
                </a:cubicBezTo>
                <a:cubicBezTo>
                  <a:pt x="99179" y="50606"/>
                  <a:pt x="99179" y="50531"/>
                  <a:pt x="99142" y="50531"/>
                </a:cubicBezTo>
                <a:cubicBezTo>
                  <a:pt x="99111" y="50456"/>
                  <a:pt x="99111" y="50381"/>
                  <a:pt x="99111" y="50381"/>
                </a:cubicBezTo>
                <a:cubicBezTo>
                  <a:pt x="99075" y="50306"/>
                  <a:pt x="99038" y="50306"/>
                  <a:pt x="99038" y="50306"/>
                </a:cubicBezTo>
                <a:cubicBezTo>
                  <a:pt x="99001" y="50230"/>
                  <a:pt x="98964" y="50230"/>
                  <a:pt x="98964" y="50155"/>
                </a:cubicBezTo>
                <a:cubicBezTo>
                  <a:pt x="98928" y="50155"/>
                  <a:pt x="98964" y="50080"/>
                  <a:pt x="98928" y="50005"/>
                </a:cubicBezTo>
                <a:cubicBezTo>
                  <a:pt x="98928" y="50005"/>
                  <a:pt x="98891" y="49930"/>
                  <a:pt x="98891" y="49854"/>
                </a:cubicBezTo>
                <a:cubicBezTo>
                  <a:pt x="98854" y="49792"/>
                  <a:pt x="98891" y="49792"/>
                  <a:pt x="98891" y="49641"/>
                </a:cubicBezTo>
                <a:cubicBezTo>
                  <a:pt x="98891" y="49491"/>
                  <a:pt x="98891" y="49416"/>
                  <a:pt x="98891" y="49265"/>
                </a:cubicBezTo>
                <a:cubicBezTo>
                  <a:pt x="98928" y="49190"/>
                  <a:pt x="98928" y="49190"/>
                  <a:pt x="98964" y="49115"/>
                </a:cubicBezTo>
                <a:cubicBezTo>
                  <a:pt x="98964" y="49115"/>
                  <a:pt x="98964" y="49040"/>
                  <a:pt x="99001" y="48965"/>
                </a:cubicBezTo>
                <a:cubicBezTo>
                  <a:pt x="99001" y="48965"/>
                  <a:pt x="99001" y="48889"/>
                  <a:pt x="99001" y="48814"/>
                </a:cubicBezTo>
                <a:cubicBezTo>
                  <a:pt x="99038" y="48814"/>
                  <a:pt x="99075" y="48889"/>
                  <a:pt x="99075" y="48814"/>
                </a:cubicBezTo>
                <a:cubicBezTo>
                  <a:pt x="99142" y="48814"/>
                  <a:pt x="99179" y="48814"/>
                  <a:pt x="99252" y="48739"/>
                </a:cubicBezTo>
                <a:cubicBezTo>
                  <a:pt x="99289" y="48739"/>
                  <a:pt x="99289" y="48739"/>
                  <a:pt x="99289" y="48739"/>
                </a:cubicBezTo>
                <a:cubicBezTo>
                  <a:pt x="99362" y="48739"/>
                  <a:pt x="99399" y="48739"/>
                  <a:pt x="99436" y="48739"/>
                </a:cubicBezTo>
                <a:cubicBezTo>
                  <a:pt x="99436" y="47486"/>
                  <a:pt x="99436" y="47486"/>
                  <a:pt x="99436" y="47486"/>
                </a:cubicBezTo>
                <a:cubicBezTo>
                  <a:pt x="99436" y="47410"/>
                  <a:pt x="99473" y="47410"/>
                  <a:pt x="99473" y="47335"/>
                </a:cubicBezTo>
                <a:cubicBezTo>
                  <a:pt x="99473" y="47335"/>
                  <a:pt x="99473" y="47260"/>
                  <a:pt x="99473" y="47185"/>
                </a:cubicBezTo>
                <a:cubicBezTo>
                  <a:pt x="99509" y="47185"/>
                  <a:pt x="99509" y="47110"/>
                  <a:pt x="99546" y="47034"/>
                </a:cubicBezTo>
                <a:cubicBezTo>
                  <a:pt x="99546" y="47034"/>
                  <a:pt x="99583" y="47110"/>
                  <a:pt x="99614" y="47034"/>
                </a:cubicBezTo>
                <a:cubicBezTo>
                  <a:pt x="99614" y="47034"/>
                  <a:pt x="99656" y="47034"/>
                  <a:pt x="99687" y="46959"/>
                </a:cubicBezTo>
                <a:cubicBezTo>
                  <a:pt x="99761" y="46884"/>
                  <a:pt x="99761" y="46809"/>
                  <a:pt x="99797" y="46659"/>
                </a:cubicBezTo>
                <a:cubicBezTo>
                  <a:pt x="99834" y="46596"/>
                  <a:pt x="99834" y="46596"/>
                  <a:pt x="99871" y="46521"/>
                </a:cubicBezTo>
                <a:cubicBezTo>
                  <a:pt x="99908" y="46445"/>
                  <a:pt x="99944" y="46295"/>
                  <a:pt x="99981" y="46295"/>
                </a:cubicBezTo>
                <a:cubicBezTo>
                  <a:pt x="100018" y="46220"/>
                  <a:pt x="100018" y="46295"/>
                  <a:pt x="100055" y="46295"/>
                </a:cubicBezTo>
                <a:cubicBezTo>
                  <a:pt x="100091" y="46295"/>
                  <a:pt x="100091" y="46295"/>
                  <a:pt x="100128" y="46295"/>
                </a:cubicBezTo>
                <a:cubicBezTo>
                  <a:pt x="100232" y="46370"/>
                  <a:pt x="100306" y="46521"/>
                  <a:pt x="100416" y="46659"/>
                </a:cubicBezTo>
                <a:cubicBezTo>
                  <a:pt x="100416" y="46659"/>
                  <a:pt x="100453" y="46659"/>
                  <a:pt x="100490" y="46659"/>
                </a:cubicBezTo>
                <a:cubicBezTo>
                  <a:pt x="100526" y="46659"/>
                  <a:pt x="100563" y="46596"/>
                  <a:pt x="100630" y="46596"/>
                </a:cubicBezTo>
                <a:cubicBezTo>
                  <a:pt x="100630" y="46521"/>
                  <a:pt x="100673" y="46521"/>
                  <a:pt x="100673" y="46521"/>
                </a:cubicBezTo>
                <a:cubicBezTo>
                  <a:pt x="100704" y="46445"/>
                  <a:pt x="100704" y="46370"/>
                  <a:pt x="100741" y="46370"/>
                </a:cubicBezTo>
                <a:cubicBezTo>
                  <a:pt x="100777" y="46295"/>
                  <a:pt x="100777" y="46295"/>
                  <a:pt x="100814" y="46220"/>
                </a:cubicBezTo>
                <a:cubicBezTo>
                  <a:pt x="100814" y="46220"/>
                  <a:pt x="100851" y="46220"/>
                  <a:pt x="100888" y="46220"/>
                </a:cubicBezTo>
                <a:cubicBezTo>
                  <a:pt x="100924" y="46220"/>
                  <a:pt x="100888" y="46145"/>
                  <a:pt x="100924" y="46069"/>
                </a:cubicBezTo>
                <a:cubicBezTo>
                  <a:pt x="100998" y="46069"/>
                  <a:pt x="101035" y="46145"/>
                  <a:pt x="101071" y="46069"/>
                </a:cubicBezTo>
                <a:cubicBezTo>
                  <a:pt x="101108" y="46069"/>
                  <a:pt x="101108" y="46069"/>
                  <a:pt x="101145" y="45994"/>
                </a:cubicBezTo>
                <a:cubicBezTo>
                  <a:pt x="101176" y="45994"/>
                  <a:pt x="101176" y="45994"/>
                  <a:pt x="101212" y="45994"/>
                </a:cubicBezTo>
                <a:cubicBezTo>
                  <a:pt x="101249" y="45919"/>
                  <a:pt x="101249" y="45919"/>
                  <a:pt x="101286" y="45844"/>
                </a:cubicBezTo>
                <a:lnTo>
                  <a:pt x="101286" y="45769"/>
                </a:lnTo>
                <a:cubicBezTo>
                  <a:pt x="101323" y="45631"/>
                  <a:pt x="101396" y="45556"/>
                  <a:pt x="101470" y="45480"/>
                </a:cubicBezTo>
                <a:cubicBezTo>
                  <a:pt x="101470" y="45405"/>
                  <a:pt x="101506" y="45405"/>
                  <a:pt x="101543" y="45405"/>
                </a:cubicBezTo>
                <a:cubicBezTo>
                  <a:pt x="101543" y="45330"/>
                  <a:pt x="101543" y="45255"/>
                  <a:pt x="101580" y="45255"/>
                </a:cubicBezTo>
                <a:cubicBezTo>
                  <a:pt x="101580" y="45180"/>
                  <a:pt x="101617" y="45180"/>
                  <a:pt x="101617" y="45104"/>
                </a:cubicBezTo>
                <a:cubicBezTo>
                  <a:pt x="101721" y="44954"/>
                  <a:pt x="101721" y="44804"/>
                  <a:pt x="101831" y="44653"/>
                </a:cubicBezTo>
                <a:cubicBezTo>
                  <a:pt x="101831" y="44578"/>
                  <a:pt x="101868" y="44578"/>
                  <a:pt x="101905" y="44578"/>
                </a:cubicBezTo>
                <a:cubicBezTo>
                  <a:pt x="101941" y="44440"/>
                  <a:pt x="101978" y="44365"/>
                  <a:pt x="102015" y="44290"/>
                </a:cubicBezTo>
                <a:cubicBezTo>
                  <a:pt x="102015" y="44215"/>
                  <a:pt x="102015" y="44139"/>
                  <a:pt x="102015" y="44139"/>
                </a:cubicBezTo>
                <a:cubicBezTo>
                  <a:pt x="102015" y="44064"/>
                  <a:pt x="102052" y="44064"/>
                  <a:pt x="102052" y="43989"/>
                </a:cubicBezTo>
                <a:cubicBezTo>
                  <a:pt x="102088" y="43914"/>
                  <a:pt x="102088" y="43914"/>
                  <a:pt x="102088" y="43839"/>
                </a:cubicBezTo>
                <a:cubicBezTo>
                  <a:pt x="102125" y="43763"/>
                  <a:pt x="102125" y="43688"/>
                  <a:pt x="102125" y="43550"/>
                </a:cubicBezTo>
                <a:cubicBezTo>
                  <a:pt x="102162" y="43463"/>
                  <a:pt x="102192" y="43463"/>
                  <a:pt x="102192" y="43400"/>
                </a:cubicBezTo>
                <a:cubicBezTo>
                  <a:pt x="102229" y="43250"/>
                  <a:pt x="102266" y="43250"/>
                  <a:pt x="102339" y="43099"/>
                </a:cubicBezTo>
                <a:cubicBezTo>
                  <a:pt x="102339" y="43099"/>
                  <a:pt x="102376" y="43099"/>
                  <a:pt x="102413" y="43024"/>
                </a:cubicBezTo>
                <a:cubicBezTo>
                  <a:pt x="102413" y="43024"/>
                  <a:pt x="102413" y="42949"/>
                  <a:pt x="102450" y="42874"/>
                </a:cubicBezTo>
                <a:cubicBezTo>
                  <a:pt x="102450" y="42874"/>
                  <a:pt x="102486" y="42949"/>
                  <a:pt x="102523" y="42874"/>
                </a:cubicBezTo>
                <a:cubicBezTo>
                  <a:pt x="102560" y="42874"/>
                  <a:pt x="102597" y="42723"/>
                  <a:pt x="102633" y="42648"/>
                </a:cubicBezTo>
                <a:cubicBezTo>
                  <a:pt x="102664" y="42573"/>
                  <a:pt x="102664" y="42573"/>
                  <a:pt x="102707" y="42498"/>
                </a:cubicBezTo>
                <a:cubicBezTo>
                  <a:pt x="102707" y="42498"/>
                  <a:pt x="102707" y="42435"/>
                  <a:pt x="102738" y="42360"/>
                </a:cubicBezTo>
                <a:cubicBezTo>
                  <a:pt x="102738" y="42285"/>
                  <a:pt x="102774" y="42285"/>
                  <a:pt x="102811" y="42209"/>
                </a:cubicBezTo>
                <a:cubicBezTo>
                  <a:pt x="102811" y="42209"/>
                  <a:pt x="102848" y="42134"/>
                  <a:pt x="102885" y="42059"/>
                </a:cubicBezTo>
                <a:cubicBezTo>
                  <a:pt x="102885" y="42059"/>
                  <a:pt x="102921" y="42059"/>
                  <a:pt x="102958" y="41984"/>
                </a:cubicBezTo>
                <a:cubicBezTo>
                  <a:pt x="102958" y="41909"/>
                  <a:pt x="102921" y="41833"/>
                  <a:pt x="102958" y="41683"/>
                </a:cubicBezTo>
                <a:cubicBezTo>
                  <a:pt x="102958" y="41608"/>
                  <a:pt x="102958" y="41608"/>
                  <a:pt x="102958" y="41533"/>
                </a:cubicBezTo>
                <a:cubicBezTo>
                  <a:pt x="102958" y="41470"/>
                  <a:pt x="102958" y="41395"/>
                  <a:pt x="102958" y="41244"/>
                </a:cubicBezTo>
                <a:cubicBezTo>
                  <a:pt x="102958" y="41094"/>
                  <a:pt x="102958" y="41094"/>
                  <a:pt x="102958" y="41094"/>
                </a:cubicBezTo>
                <a:cubicBezTo>
                  <a:pt x="102958" y="41094"/>
                  <a:pt x="102995" y="41019"/>
                  <a:pt x="102995" y="40944"/>
                </a:cubicBezTo>
                <a:cubicBezTo>
                  <a:pt x="103032" y="40944"/>
                  <a:pt x="103068" y="40868"/>
                  <a:pt x="103068" y="40868"/>
                </a:cubicBezTo>
                <a:cubicBezTo>
                  <a:pt x="103105" y="40718"/>
                  <a:pt x="103068" y="40568"/>
                  <a:pt x="103068" y="40417"/>
                </a:cubicBezTo>
                <a:cubicBezTo>
                  <a:pt x="103068" y="40204"/>
                  <a:pt x="103068" y="40204"/>
                  <a:pt x="103068" y="40204"/>
                </a:cubicBezTo>
                <a:cubicBezTo>
                  <a:pt x="103068" y="40129"/>
                  <a:pt x="103068" y="40129"/>
                  <a:pt x="103068" y="40054"/>
                </a:cubicBezTo>
                <a:cubicBezTo>
                  <a:pt x="103068" y="39903"/>
                  <a:pt x="103068" y="39903"/>
                  <a:pt x="103068" y="39903"/>
                </a:cubicBezTo>
                <a:cubicBezTo>
                  <a:pt x="103068" y="39828"/>
                  <a:pt x="103068" y="39828"/>
                  <a:pt x="103068" y="39753"/>
                </a:cubicBezTo>
                <a:cubicBezTo>
                  <a:pt x="103068" y="39678"/>
                  <a:pt x="103105" y="39678"/>
                  <a:pt x="103105" y="39603"/>
                </a:cubicBezTo>
                <a:cubicBezTo>
                  <a:pt x="103142" y="39603"/>
                  <a:pt x="103105" y="39527"/>
                  <a:pt x="103105" y="39452"/>
                </a:cubicBezTo>
                <a:cubicBezTo>
                  <a:pt x="103142" y="39377"/>
                  <a:pt x="103142" y="39314"/>
                  <a:pt x="103142" y="39164"/>
                </a:cubicBezTo>
                <a:cubicBezTo>
                  <a:pt x="103179" y="39089"/>
                  <a:pt x="103209" y="39089"/>
                  <a:pt x="103209" y="39014"/>
                </a:cubicBezTo>
                <a:cubicBezTo>
                  <a:pt x="103246" y="39014"/>
                  <a:pt x="103246" y="38938"/>
                  <a:pt x="103246" y="38938"/>
                </a:cubicBezTo>
                <a:cubicBezTo>
                  <a:pt x="103283" y="38863"/>
                  <a:pt x="103283" y="38788"/>
                  <a:pt x="103320" y="38788"/>
                </a:cubicBezTo>
                <a:cubicBezTo>
                  <a:pt x="103320" y="38788"/>
                  <a:pt x="103356" y="38788"/>
                  <a:pt x="103393" y="38788"/>
                </a:cubicBezTo>
                <a:cubicBezTo>
                  <a:pt x="103393" y="38863"/>
                  <a:pt x="103393" y="38938"/>
                  <a:pt x="103430" y="38938"/>
                </a:cubicBezTo>
                <a:cubicBezTo>
                  <a:pt x="103430" y="38938"/>
                  <a:pt x="103467" y="38938"/>
                  <a:pt x="103467" y="39014"/>
                </a:cubicBezTo>
                <a:cubicBezTo>
                  <a:pt x="103503" y="39014"/>
                  <a:pt x="103540" y="39014"/>
                  <a:pt x="103540" y="39089"/>
                </a:cubicBezTo>
                <a:cubicBezTo>
                  <a:pt x="103577" y="39164"/>
                  <a:pt x="103614" y="39164"/>
                  <a:pt x="103614" y="39239"/>
                </a:cubicBezTo>
                <a:cubicBezTo>
                  <a:pt x="103614" y="39314"/>
                  <a:pt x="103577" y="39314"/>
                  <a:pt x="103577" y="39377"/>
                </a:cubicBezTo>
                <a:cubicBezTo>
                  <a:pt x="103577" y="39452"/>
                  <a:pt x="103577" y="39452"/>
                  <a:pt x="103540" y="39527"/>
                </a:cubicBezTo>
                <a:cubicBezTo>
                  <a:pt x="103540" y="39603"/>
                  <a:pt x="103540" y="39678"/>
                  <a:pt x="103540" y="39753"/>
                </a:cubicBezTo>
                <a:cubicBezTo>
                  <a:pt x="103540" y="39903"/>
                  <a:pt x="103577" y="39979"/>
                  <a:pt x="103577" y="40054"/>
                </a:cubicBezTo>
                <a:cubicBezTo>
                  <a:pt x="103614" y="40355"/>
                  <a:pt x="103577" y="40492"/>
                  <a:pt x="103577" y="40718"/>
                </a:cubicBezTo>
                <a:cubicBezTo>
                  <a:pt x="103577" y="40868"/>
                  <a:pt x="103614" y="41019"/>
                  <a:pt x="103577" y="41169"/>
                </a:cubicBezTo>
                <a:cubicBezTo>
                  <a:pt x="103577" y="41244"/>
                  <a:pt x="103614" y="41320"/>
                  <a:pt x="103577" y="41320"/>
                </a:cubicBezTo>
                <a:cubicBezTo>
                  <a:pt x="103577" y="41395"/>
                  <a:pt x="103540" y="41395"/>
                  <a:pt x="103540" y="41470"/>
                </a:cubicBezTo>
                <a:cubicBezTo>
                  <a:pt x="103503" y="41533"/>
                  <a:pt x="103467" y="41533"/>
                  <a:pt x="103467" y="41608"/>
                </a:cubicBezTo>
                <a:cubicBezTo>
                  <a:pt x="103467" y="41683"/>
                  <a:pt x="103467" y="41683"/>
                  <a:pt x="103467" y="41833"/>
                </a:cubicBezTo>
                <a:cubicBezTo>
                  <a:pt x="103467" y="41909"/>
                  <a:pt x="103467" y="41909"/>
                  <a:pt x="103467" y="41984"/>
                </a:cubicBezTo>
                <a:cubicBezTo>
                  <a:pt x="103467" y="42209"/>
                  <a:pt x="103503" y="42285"/>
                  <a:pt x="103540" y="42435"/>
                </a:cubicBezTo>
                <a:cubicBezTo>
                  <a:pt x="103577" y="42573"/>
                  <a:pt x="103577" y="42648"/>
                  <a:pt x="103577" y="42798"/>
                </a:cubicBezTo>
                <a:cubicBezTo>
                  <a:pt x="103577" y="42874"/>
                  <a:pt x="103577" y="42949"/>
                  <a:pt x="103577" y="43024"/>
                </a:cubicBezTo>
                <a:cubicBezTo>
                  <a:pt x="103577" y="43099"/>
                  <a:pt x="103540" y="43099"/>
                  <a:pt x="103503" y="43099"/>
                </a:cubicBezTo>
                <a:cubicBezTo>
                  <a:pt x="103467" y="43174"/>
                  <a:pt x="103430" y="43174"/>
                  <a:pt x="103430" y="43250"/>
                </a:cubicBezTo>
                <a:cubicBezTo>
                  <a:pt x="103430" y="43325"/>
                  <a:pt x="103430" y="43400"/>
                  <a:pt x="103430" y="43463"/>
                </a:cubicBezTo>
                <a:cubicBezTo>
                  <a:pt x="103430" y="43550"/>
                  <a:pt x="103430" y="43613"/>
                  <a:pt x="103430" y="43688"/>
                </a:cubicBezTo>
                <a:cubicBezTo>
                  <a:pt x="103430" y="43763"/>
                  <a:pt x="103467" y="43763"/>
                  <a:pt x="103467" y="43839"/>
                </a:cubicBezTo>
                <a:cubicBezTo>
                  <a:pt x="103467" y="43914"/>
                  <a:pt x="103430" y="43914"/>
                  <a:pt x="103430" y="43989"/>
                </a:cubicBezTo>
                <a:cubicBezTo>
                  <a:pt x="103577" y="43989"/>
                  <a:pt x="103577" y="43989"/>
                  <a:pt x="103577" y="43989"/>
                </a:cubicBezTo>
                <a:cubicBezTo>
                  <a:pt x="103577" y="43914"/>
                  <a:pt x="103614" y="43989"/>
                  <a:pt x="103650" y="43914"/>
                </a:cubicBezTo>
                <a:cubicBezTo>
                  <a:pt x="103650" y="43839"/>
                  <a:pt x="103650" y="43839"/>
                  <a:pt x="103650" y="43763"/>
                </a:cubicBezTo>
                <a:cubicBezTo>
                  <a:pt x="103681" y="43613"/>
                  <a:pt x="103681" y="43613"/>
                  <a:pt x="103681" y="43613"/>
                </a:cubicBezTo>
                <a:cubicBezTo>
                  <a:pt x="103724" y="43550"/>
                  <a:pt x="103724" y="43550"/>
                  <a:pt x="103754" y="43463"/>
                </a:cubicBezTo>
                <a:cubicBezTo>
                  <a:pt x="103754" y="43463"/>
                  <a:pt x="103754" y="43400"/>
                  <a:pt x="103791" y="43325"/>
                </a:cubicBezTo>
                <a:cubicBezTo>
                  <a:pt x="103791" y="43400"/>
                  <a:pt x="103828" y="43325"/>
                  <a:pt x="103865" y="43400"/>
                </a:cubicBezTo>
                <a:cubicBezTo>
                  <a:pt x="103865" y="43550"/>
                  <a:pt x="103828" y="43613"/>
                  <a:pt x="103865" y="43688"/>
                </a:cubicBezTo>
                <a:cubicBezTo>
                  <a:pt x="103865" y="43763"/>
                  <a:pt x="103901" y="43763"/>
                  <a:pt x="103938" y="43763"/>
                </a:cubicBezTo>
                <a:cubicBezTo>
                  <a:pt x="103975" y="43914"/>
                  <a:pt x="104049" y="43914"/>
                  <a:pt x="104122" y="43914"/>
                </a:cubicBezTo>
                <a:cubicBezTo>
                  <a:pt x="104122" y="43839"/>
                  <a:pt x="104122" y="43839"/>
                  <a:pt x="104122" y="43763"/>
                </a:cubicBezTo>
                <a:cubicBezTo>
                  <a:pt x="104122" y="43688"/>
                  <a:pt x="104122" y="43688"/>
                  <a:pt x="104085" y="43613"/>
                </a:cubicBezTo>
                <a:cubicBezTo>
                  <a:pt x="104085" y="43613"/>
                  <a:pt x="104085" y="43550"/>
                  <a:pt x="104085" y="43463"/>
                </a:cubicBezTo>
                <a:cubicBezTo>
                  <a:pt x="104085" y="43400"/>
                  <a:pt x="104049" y="43400"/>
                  <a:pt x="104012" y="43325"/>
                </a:cubicBezTo>
                <a:cubicBezTo>
                  <a:pt x="104012" y="43250"/>
                  <a:pt x="103975" y="43325"/>
                  <a:pt x="103938" y="43250"/>
                </a:cubicBezTo>
                <a:cubicBezTo>
                  <a:pt x="103938" y="43174"/>
                  <a:pt x="103938" y="43099"/>
                  <a:pt x="103901" y="43099"/>
                </a:cubicBezTo>
                <a:cubicBezTo>
                  <a:pt x="103901" y="43024"/>
                  <a:pt x="103828" y="43024"/>
                  <a:pt x="103828" y="42949"/>
                </a:cubicBezTo>
                <a:cubicBezTo>
                  <a:pt x="103791" y="42874"/>
                  <a:pt x="103828" y="42798"/>
                  <a:pt x="103791" y="42648"/>
                </a:cubicBezTo>
                <a:cubicBezTo>
                  <a:pt x="103791" y="42573"/>
                  <a:pt x="103754" y="42573"/>
                  <a:pt x="103754" y="42498"/>
                </a:cubicBezTo>
                <a:cubicBezTo>
                  <a:pt x="103724" y="42435"/>
                  <a:pt x="103681" y="42360"/>
                  <a:pt x="103681" y="42209"/>
                </a:cubicBezTo>
                <a:cubicBezTo>
                  <a:pt x="103681" y="42059"/>
                  <a:pt x="103791" y="42059"/>
                  <a:pt x="103828" y="41909"/>
                </a:cubicBezTo>
                <a:cubicBezTo>
                  <a:pt x="103828" y="41909"/>
                  <a:pt x="103865" y="41909"/>
                  <a:pt x="103865" y="41833"/>
                </a:cubicBezTo>
                <a:cubicBezTo>
                  <a:pt x="103865" y="41758"/>
                  <a:pt x="103865" y="41683"/>
                  <a:pt x="103865" y="41608"/>
                </a:cubicBezTo>
                <a:cubicBezTo>
                  <a:pt x="103865" y="41608"/>
                  <a:pt x="103865" y="41533"/>
                  <a:pt x="103865" y="41470"/>
                </a:cubicBezTo>
                <a:cubicBezTo>
                  <a:pt x="103865" y="41395"/>
                  <a:pt x="103938" y="41470"/>
                  <a:pt x="103938" y="41395"/>
                </a:cubicBezTo>
                <a:cubicBezTo>
                  <a:pt x="103938" y="41395"/>
                  <a:pt x="103938" y="41320"/>
                  <a:pt x="103975" y="41244"/>
                </a:cubicBezTo>
                <a:cubicBezTo>
                  <a:pt x="104012" y="41244"/>
                  <a:pt x="103975" y="41094"/>
                  <a:pt x="104012" y="41094"/>
                </a:cubicBezTo>
                <a:cubicBezTo>
                  <a:pt x="104085" y="41094"/>
                  <a:pt x="104122" y="41169"/>
                  <a:pt x="104159" y="41244"/>
                </a:cubicBezTo>
                <a:cubicBezTo>
                  <a:pt x="104226" y="41320"/>
                  <a:pt x="104226" y="41470"/>
                  <a:pt x="104300" y="41470"/>
                </a:cubicBezTo>
                <a:cubicBezTo>
                  <a:pt x="104336" y="41470"/>
                  <a:pt x="104336" y="41395"/>
                  <a:pt x="104373" y="41320"/>
                </a:cubicBezTo>
                <a:cubicBezTo>
                  <a:pt x="104373" y="41320"/>
                  <a:pt x="104373" y="41244"/>
                  <a:pt x="104373" y="41169"/>
                </a:cubicBezTo>
                <a:cubicBezTo>
                  <a:pt x="104373" y="41169"/>
                  <a:pt x="104336" y="41094"/>
                  <a:pt x="104336" y="41019"/>
                </a:cubicBezTo>
                <a:cubicBezTo>
                  <a:pt x="104336" y="41019"/>
                  <a:pt x="104336" y="40944"/>
                  <a:pt x="104336" y="40868"/>
                </a:cubicBezTo>
                <a:cubicBezTo>
                  <a:pt x="104336" y="40793"/>
                  <a:pt x="104300" y="40718"/>
                  <a:pt x="104300" y="40643"/>
                </a:cubicBezTo>
                <a:cubicBezTo>
                  <a:pt x="104300" y="40568"/>
                  <a:pt x="104300" y="40492"/>
                  <a:pt x="104300" y="40492"/>
                </a:cubicBezTo>
                <a:cubicBezTo>
                  <a:pt x="104300" y="40417"/>
                  <a:pt x="104263" y="40355"/>
                  <a:pt x="104263" y="40279"/>
                </a:cubicBezTo>
                <a:cubicBezTo>
                  <a:pt x="104263" y="40204"/>
                  <a:pt x="104226" y="40204"/>
                  <a:pt x="104226" y="40129"/>
                </a:cubicBezTo>
                <a:cubicBezTo>
                  <a:pt x="104196" y="39979"/>
                  <a:pt x="104226" y="39903"/>
                  <a:pt x="104226" y="39753"/>
                </a:cubicBezTo>
                <a:cubicBezTo>
                  <a:pt x="104226" y="39678"/>
                  <a:pt x="104226" y="39603"/>
                  <a:pt x="104226" y="39603"/>
                </a:cubicBezTo>
                <a:cubicBezTo>
                  <a:pt x="104196" y="39527"/>
                  <a:pt x="104196" y="39527"/>
                  <a:pt x="104159" y="39452"/>
                </a:cubicBezTo>
                <a:cubicBezTo>
                  <a:pt x="104159" y="39377"/>
                  <a:pt x="104159" y="39314"/>
                  <a:pt x="104122" y="39314"/>
                </a:cubicBezTo>
                <a:cubicBezTo>
                  <a:pt x="104085" y="39164"/>
                  <a:pt x="104049" y="39164"/>
                  <a:pt x="104012" y="39014"/>
                </a:cubicBezTo>
                <a:cubicBezTo>
                  <a:pt x="104012" y="38938"/>
                  <a:pt x="103975" y="38938"/>
                  <a:pt x="103975" y="38863"/>
                </a:cubicBezTo>
                <a:cubicBezTo>
                  <a:pt x="103975" y="38788"/>
                  <a:pt x="103975" y="38788"/>
                  <a:pt x="103975" y="38713"/>
                </a:cubicBezTo>
                <a:cubicBezTo>
                  <a:pt x="103975" y="38638"/>
                  <a:pt x="103975" y="38638"/>
                  <a:pt x="103975" y="38562"/>
                </a:cubicBezTo>
                <a:cubicBezTo>
                  <a:pt x="103975" y="38487"/>
                  <a:pt x="103975" y="38487"/>
                  <a:pt x="103975" y="38412"/>
                </a:cubicBezTo>
                <a:cubicBezTo>
                  <a:pt x="103975" y="38274"/>
                  <a:pt x="103975" y="38274"/>
                  <a:pt x="103975" y="38274"/>
                </a:cubicBezTo>
                <a:cubicBezTo>
                  <a:pt x="103975" y="38199"/>
                  <a:pt x="104012" y="38199"/>
                  <a:pt x="104012" y="38124"/>
                </a:cubicBezTo>
                <a:cubicBezTo>
                  <a:pt x="104012" y="38049"/>
                  <a:pt x="103975" y="38049"/>
                  <a:pt x="103975" y="37973"/>
                </a:cubicBezTo>
                <a:cubicBezTo>
                  <a:pt x="103975" y="37898"/>
                  <a:pt x="104012" y="37898"/>
                  <a:pt x="104012" y="37823"/>
                </a:cubicBezTo>
                <a:cubicBezTo>
                  <a:pt x="104012" y="37748"/>
                  <a:pt x="103975" y="37748"/>
                  <a:pt x="103975" y="37673"/>
                </a:cubicBezTo>
                <a:lnTo>
                  <a:pt x="103901" y="37673"/>
                </a:lnTo>
                <a:cubicBezTo>
                  <a:pt x="103865" y="37522"/>
                  <a:pt x="103901" y="37447"/>
                  <a:pt x="103901" y="37372"/>
                </a:cubicBezTo>
                <a:cubicBezTo>
                  <a:pt x="103865" y="37297"/>
                  <a:pt x="103865" y="37159"/>
                  <a:pt x="103865" y="37084"/>
                </a:cubicBezTo>
                <a:cubicBezTo>
                  <a:pt x="103828" y="36933"/>
                  <a:pt x="103865" y="36858"/>
                  <a:pt x="103865" y="36783"/>
                </a:cubicBezTo>
                <a:cubicBezTo>
                  <a:pt x="103865" y="36632"/>
                  <a:pt x="103828" y="36557"/>
                  <a:pt x="103828" y="36482"/>
                </a:cubicBezTo>
                <a:cubicBezTo>
                  <a:pt x="103681" y="36482"/>
                  <a:pt x="103681" y="36482"/>
                  <a:pt x="103681" y="36482"/>
                </a:cubicBezTo>
                <a:cubicBezTo>
                  <a:pt x="103681" y="37522"/>
                  <a:pt x="103681" y="37522"/>
                  <a:pt x="103681" y="37522"/>
                </a:cubicBezTo>
                <a:cubicBezTo>
                  <a:pt x="103650" y="37522"/>
                  <a:pt x="103614" y="37522"/>
                  <a:pt x="103577" y="37522"/>
                </a:cubicBezTo>
                <a:cubicBezTo>
                  <a:pt x="103540" y="37522"/>
                  <a:pt x="103540" y="37522"/>
                  <a:pt x="103503" y="37597"/>
                </a:cubicBezTo>
                <a:cubicBezTo>
                  <a:pt x="103503" y="37748"/>
                  <a:pt x="103503" y="37748"/>
                  <a:pt x="103503" y="37748"/>
                </a:cubicBezTo>
                <a:cubicBezTo>
                  <a:pt x="103503" y="37748"/>
                  <a:pt x="103503" y="37823"/>
                  <a:pt x="103503" y="37898"/>
                </a:cubicBezTo>
                <a:cubicBezTo>
                  <a:pt x="103503" y="38049"/>
                  <a:pt x="103503" y="38049"/>
                  <a:pt x="103503" y="38049"/>
                </a:cubicBezTo>
                <a:cubicBezTo>
                  <a:pt x="103540" y="38049"/>
                  <a:pt x="103540" y="38124"/>
                  <a:pt x="103540" y="38124"/>
                </a:cubicBezTo>
                <a:cubicBezTo>
                  <a:pt x="103577" y="38274"/>
                  <a:pt x="103540" y="38337"/>
                  <a:pt x="103540" y="38412"/>
                </a:cubicBezTo>
                <a:cubicBezTo>
                  <a:pt x="103430" y="38412"/>
                  <a:pt x="103430" y="38412"/>
                  <a:pt x="103430" y="38412"/>
                </a:cubicBezTo>
                <a:cubicBezTo>
                  <a:pt x="103393" y="38412"/>
                  <a:pt x="103356" y="38412"/>
                  <a:pt x="103356" y="38412"/>
                </a:cubicBezTo>
                <a:cubicBezTo>
                  <a:pt x="103356" y="38337"/>
                  <a:pt x="103320" y="38337"/>
                  <a:pt x="103320" y="38274"/>
                </a:cubicBezTo>
                <a:cubicBezTo>
                  <a:pt x="103320" y="38199"/>
                  <a:pt x="103356" y="38199"/>
                  <a:pt x="103356" y="38124"/>
                </a:cubicBezTo>
                <a:cubicBezTo>
                  <a:pt x="103356" y="38049"/>
                  <a:pt x="103356" y="38049"/>
                  <a:pt x="103356" y="37973"/>
                </a:cubicBezTo>
                <a:cubicBezTo>
                  <a:pt x="103356" y="37898"/>
                  <a:pt x="103393" y="37823"/>
                  <a:pt x="103393" y="37673"/>
                </a:cubicBezTo>
                <a:cubicBezTo>
                  <a:pt x="103393" y="37522"/>
                  <a:pt x="103393" y="37522"/>
                  <a:pt x="103393" y="37522"/>
                </a:cubicBezTo>
                <a:cubicBezTo>
                  <a:pt x="103356" y="37447"/>
                  <a:pt x="103356" y="37447"/>
                  <a:pt x="103320" y="37372"/>
                </a:cubicBezTo>
                <a:cubicBezTo>
                  <a:pt x="103320" y="37297"/>
                  <a:pt x="103283" y="37297"/>
                  <a:pt x="103246" y="37234"/>
                </a:cubicBezTo>
                <a:cubicBezTo>
                  <a:pt x="103246" y="37234"/>
                  <a:pt x="103209" y="37159"/>
                  <a:pt x="103179" y="37159"/>
                </a:cubicBezTo>
                <a:cubicBezTo>
                  <a:pt x="103179" y="37159"/>
                  <a:pt x="103142" y="37159"/>
                  <a:pt x="103105" y="37159"/>
                </a:cubicBezTo>
                <a:cubicBezTo>
                  <a:pt x="103068" y="37159"/>
                  <a:pt x="103068" y="37084"/>
                  <a:pt x="103032" y="37084"/>
                </a:cubicBezTo>
                <a:cubicBezTo>
                  <a:pt x="102995" y="37008"/>
                  <a:pt x="103032" y="36933"/>
                  <a:pt x="102995" y="36933"/>
                </a:cubicBezTo>
                <a:cubicBezTo>
                  <a:pt x="102995" y="36858"/>
                  <a:pt x="102958" y="36858"/>
                  <a:pt x="102921" y="36858"/>
                </a:cubicBezTo>
                <a:cubicBezTo>
                  <a:pt x="102848" y="36783"/>
                  <a:pt x="102774" y="36632"/>
                  <a:pt x="102707" y="36482"/>
                </a:cubicBezTo>
                <a:cubicBezTo>
                  <a:pt x="102523" y="36482"/>
                  <a:pt x="102523" y="36482"/>
                  <a:pt x="102523" y="36482"/>
                </a:cubicBezTo>
                <a:cubicBezTo>
                  <a:pt x="102523" y="37159"/>
                  <a:pt x="102523" y="37159"/>
                  <a:pt x="102523" y="37159"/>
                </a:cubicBezTo>
                <a:cubicBezTo>
                  <a:pt x="102192" y="37159"/>
                  <a:pt x="102192" y="37159"/>
                  <a:pt x="102192" y="37159"/>
                </a:cubicBezTo>
                <a:lnTo>
                  <a:pt x="102192" y="37084"/>
                </a:lnTo>
                <a:cubicBezTo>
                  <a:pt x="102192" y="37008"/>
                  <a:pt x="102192" y="36933"/>
                  <a:pt x="102162" y="36933"/>
                </a:cubicBezTo>
                <a:cubicBezTo>
                  <a:pt x="102162" y="36708"/>
                  <a:pt x="102088" y="36632"/>
                  <a:pt x="102052" y="36407"/>
                </a:cubicBezTo>
                <a:cubicBezTo>
                  <a:pt x="101941" y="36482"/>
                  <a:pt x="101941" y="36482"/>
                  <a:pt x="101941" y="36482"/>
                </a:cubicBezTo>
                <a:cubicBezTo>
                  <a:pt x="101941" y="36557"/>
                  <a:pt x="101978" y="36557"/>
                  <a:pt x="101978" y="36632"/>
                </a:cubicBezTo>
                <a:cubicBezTo>
                  <a:pt x="101978" y="36933"/>
                  <a:pt x="101978" y="36933"/>
                  <a:pt x="101978" y="36933"/>
                </a:cubicBezTo>
                <a:cubicBezTo>
                  <a:pt x="101978" y="36933"/>
                  <a:pt x="101941" y="37008"/>
                  <a:pt x="101941" y="37084"/>
                </a:cubicBezTo>
                <a:cubicBezTo>
                  <a:pt x="101905" y="37008"/>
                  <a:pt x="101905" y="37084"/>
                  <a:pt x="101868" y="37084"/>
                </a:cubicBezTo>
                <a:cubicBezTo>
                  <a:pt x="101831" y="37008"/>
                  <a:pt x="101831" y="37008"/>
                  <a:pt x="101794" y="37008"/>
                </a:cubicBezTo>
                <a:cubicBezTo>
                  <a:pt x="101794" y="36858"/>
                  <a:pt x="101794" y="36858"/>
                  <a:pt x="101794" y="36858"/>
                </a:cubicBezTo>
                <a:cubicBezTo>
                  <a:pt x="101794" y="36783"/>
                  <a:pt x="101794" y="36708"/>
                  <a:pt x="101794" y="36708"/>
                </a:cubicBezTo>
                <a:cubicBezTo>
                  <a:pt x="101831" y="36632"/>
                  <a:pt x="101831" y="36557"/>
                  <a:pt x="101831" y="36482"/>
                </a:cubicBezTo>
                <a:cubicBezTo>
                  <a:pt x="101831" y="36332"/>
                  <a:pt x="101758" y="36256"/>
                  <a:pt x="101721" y="36119"/>
                </a:cubicBezTo>
                <a:cubicBezTo>
                  <a:pt x="101690" y="36181"/>
                  <a:pt x="101690" y="36256"/>
                  <a:pt x="101647" y="36256"/>
                </a:cubicBezTo>
                <a:cubicBezTo>
                  <a:pt x="101617" y="36332"/>
                  <a:pt x="101617" y="36332"/>
                  <a:pt x="101580" y="36332"/>
                </a:cubicBezTo>
                <a:cubicBezTo>
                  <a:pt x="101506" y="36332"/>
                  <a:pt x="101506" y="36332"/>
                  <a:pt x="101506" y="36332"/>
                </a:cubicBezTo>
                <a:cubicBezTo>
                  <a:pt x="101433" y="36332"/>
                  <a:pt x="101433" y="36332"/>
                  <a:pt x="101433" y="36332"/>
                </a:cubicBezTo>
                <a:cubicBezTo>
                  <a:pt x="101396" y="36332"/>
                  <a:pt x="101359" y="36332"/>
                  <a:pt x="101359" y="36256"/>
                </a:cubicBezTo>
                <a:cubicBezTo>
                  <a:pt x="101359" y="36181"/>
                  <a:pt x="101359" y="36119"/>
                  <a:pt x="101359" y="36043"/>
                </a:cubicBezTo>
                <a:cubicBezTo>
                  <a:pt x="101359" y="35968"/>
                  <a:pt x="101396" y="35893"/>
                  <a:pt x="101433" y="35893"/>
                </a:cubicBezTo>
                <a:cubicBezTo>
                  <a:pt x="101433" y="35818"/>
                  <a:pt x="101433" y="35743"/>
                  <a:pt x="101470" y="35743"/>
                </a:cubicBezTo>
                <a:cubicBezTo>
                  <a:pt x="101506" y="35667"/>
                  <a:pt x="101506" y="35743"/>
                  <a:pt x="101543" y="35743"/>
                </a:cubicBezTo>
                <a:cubicBezTo>
                  <a:pt x="101580" y="35667"/>
                  <a:pt x="101617" y="35667"/>
                  <a:pt x="101690" y="35592"/>
                </a:cubicBezTo>
                <a:cubicBezTo>
                  <a:pt x="101721" y="35592"/>
                  <a:pt x="101758" y="35592"/>
                  <a:pt x="101758" y="35517"/>
                </a:cubicBezTo>
                <a:cubicBezTo>
                  <a:pt x="101794" y="35517"/>
                  <a:pt x="101794" y="35442"/>
                  <a:pt x="101831" y="35367"/>
                </a:cubicBezTo>
                <a:cubicBezTo>
                  <a:pt x="101831" y="35291"/>
                  <a:pt x="101868" y="35291"/>
                  <a:pt x="101905" y="35216"/>
                </a:cubicBezTo>
                <a:cubicBezTo>
                  <a:pt x="101941" y="35154"/>
                  <a:pt x="101941" y="35078"/>
                  <a:pt x="101978" y="35078"/>
                </a:cubicBezTo>
                <a:cubicBezTo>
                  <a:pt x="102015" y="35003"/>
                  <a:pt x="102015" y="35003"/>
                  <a:pt x="102052" y="35003"/>
                </a:cubicBezTo>
                <a:cubicBezTo>
                  <a:pt x="102088" y="35003"/>
                  <a:pt x="102088" y="34928"/>
                  <a:pt x="102125" y="34928"/>
                </a:cubicBezTo>
                <a:cubicBezTo>
                  <a:pt x="102162" y="34928"/>
                  <a:pt x="102192" y="34928"/>
                  <a:pt x="102266" y="34928"/>
                </a:cubicBezTo>
                <a:cubicBezTo>
                  <a:pt x="102266" y="34702"/>
                  <a:pt x="102229" y="34552"/>
                  <a:pt x="102266" y="34402"/>
                </a:cubicBezTo>
                <a:cubicBezTo>
                  <a:pt x="102303" y="34326"/>
                  <a:pt x="102303" y="34326"/>
                  <a:pt x="102303" y="34251"/>
                </a:cubicBezTo>
                <a:cubicBezTo>
                  <a:pt x="102339" y="34176"/>
                  <a:pt x="102376" y="34176"/>
                  <a:pt x="102376" y="34176"/>
                </a:cubicBezTo>
                <a:cubicBezTo>
                  <a:pt x="102413" y="34101"/>
                  <a:pt x="102413" y="34101"/>
                  <a:pt x="102450" y="34101"/>
                </a:cubicBezTo>
                <a:cubicBezTo>
                  <a:pt x="102486" y="34038"/>
                  <a:pt x="102486" y="33963"/>
                  <a:pt x="102486" y="33963"/>
                </a:cubicBezTo>
                <a:cubicBezTo>
                  <a:pt x="102523" y="33888"/>
                  <a:pt x="102486" y="33813"/>
                  <a:pt x="102523" y="33737"/>
                </a:cubicBezTo>
                <a:cubicBezTo>
                  <a:pt x="102560" y="33737"/>
                  <a:pt x="102560" y="33737"/>
                  <a:pt x="102597" y="33662"/>
                </a:cubicBezTo>
                <a:cubicBezTo>
                  <a:pt x="102633" y="33662"/>
                  <a:pt x="102633" y="33662"/>
                  <a:pt x="102664" y="33587"/>
                </a:cubicBezTo>
                <a:cubicBezTo>
                  <a:pt x="102707" y="33587"/>
                  <a:pt x="102707" y="33512"/>
                  <a:pt x="102707" y="33437"/>
                </a:cubicBezTo>
                <a:cubicBezTo>
                  <a:pt x="102738" y="33437"/>
                  <a:pt x="102774" y="33437"/>
                  <a:pt x="102811" y="33361"/>
                </a:cubicBezTo>
                <a:cubicBezTo>
                  <a:pt x="102811" y="33286"/>
                  <a:pt x="102811" y="33211"/>
                  <a:pt x="102848" y="33211"/>
                </a:cubicBezTo>
                <a:cubicBezTo>
                  <a:pt x="102848" y="33211"/>
                  <a:pt x="102885" y="33211"/>
                  <a:pt x="102921" y="33211"/>
                </a:cubicBezTo>
                <a:cubicBezTo>
                  <a:pt x="102921" y="33136"/>
                  <a:pt x="102958" y="33211"/>
                  <a:pt x="102995" y="33211"/>
                </a:cubicBezTo>
                <a:cubicBezTo>
                  <a:pt x="102995" y="33136"/>
                  <a:pt x="102995" y="33073"/>
                  <a:pt x="102995" y="33073"/>
                </a:cubicBezTo>
                <a:cubicBezTo>
                  <a:pt x="103032" y="32985"/>
                  <a:pt x="103032" y="32923"/>
                  <a:pt x="103032" y="32923"/>
                </a:cubicBezTo>
                <a:cubicBezTo>
                  <a:pt x="103068" y="32848"/>
                  <a:pt x="103068" y="32772"/>
                  <a:pt x="103068" y="32772"/>
                </a:cubicBezTo>
                <a:cubicBezTo>
                  <a:pt x="103068" y="32697"/>
                  <a:pt x="103105" y="32697"/>
                  <a:pt x="103105" y="32622"/>
                </a:cubicBezTo>
                <a:cubicBezTo>
                  <a:pt x="103105" y="32547"/>
                  <a:pt x="103142" y="32547"/>
                  <a:pt x="103142" y="32472"/>
                </a:cubicBezTo>
                <a:cubicBezTo>
                  <a:pt x="103179" y="32396"/>
                  <a:pt x="103179" y="32321"/>
                  <a:pt x="103179" y="32321"/>
                </a:cubicBezTo>
                <a:cubicBezTo>
                  <a:pt x="103209" y="32246"/>
                  <a:pt x="103283" y="32171"/>
                  <a:pt x="103320" y="32171"/>
                </a:cubicBezTo>
                <a:cubicBezTo>
                  <a:pt x="103393" y="32171"/>
                  <a:pt x="103430" y="32171"/>
                  <a:pt x="103467" y="32171"/>
                </a:cubicBezTo>
                <a:cubicBezTo>
                  <a:pt x="103540" y="32171"/>
                  <a:pt x="103577" y="32096"/>
                  <a:pt x="103614" y="32020"/>
                </a:cubicBezTo>
                <a:cubicBezTo>
                  <a:pt x="103650" y="31958"/>
                  <a:pt x="103650" y="31883"/>
                  <a:pt x="103681" y="31883"/>
                </a:cubicBezTo>
                <a:cubicBezTo>
                  <a:pt x="103724" y="31807"/>
                  <a:pt x="103724" y="31732"/>
                  <a:pt x="103754" y="31657"/>
                </a:cubicBezTo>
                <a:cubicBezTo>
                  <a:pt x="103791" y="31582"/>
                  <a:pt x="103828" y="31507"/>
                  <a:pt x="103901" y="31507"/>
                </a:cubicBezTo>
                <a:cubicBezTo>
                  <a:pt x="103938" y="31507"/>
                  <a:pt x="104012" y="31582"/>
                  <a:pt x="104085" y="31582"/>
                </a:cubicBezTo>
                <a:lnTo>
                  <a:pt x="104085" y="31582"/>
                </a:lnTo>
                <a:cubicBezTo>
                  <a:pt x="104159" y="31582"/>
                  <a:pt x="104196" y="31507"/>
                  <a:pt x="104263" y="31507"/>
                </a:cubicBezTo>
                <a:cubicBezTo>
                  <a:pt x="104300" y="31507"/>
                  <a:pt x="104300" y="31507"/>
                  <a:pt x="104300" y="31507"/>
                </a:cubicBezTo>
                <a:cubicBezTo>
                  <a:pt x="104336" y="31507"/>
                  <a:pt x="104336" y="31582"/>
                  <a:pt x="104373" y="31582"/>
                </a:cubicBezTo>
                <a:cubicBezTo>
                  <a:pt x="104447" y="31582"/>
                  <a:pt x="104447" y="31582"/>
                  <a:pt x="104447" y="31582"/>
                </a:cubicBezTo>
                <a:cubicBezTo>
                  <a:pt x="104483" y="31582"/>
                  <a:pt x="104483" y="31582"/>
                  <a:pt x="104520" y="31582"/>
                </a:cubicBezTo>
                <a:cubicBezTo>
                  <a:pt x="104557" y="31582"/>
                  <a:pt x="104594" y="31507"/>
                  <a:pt x="104630" y="31507"/>
                </a:cubicBezTo>
                <a:cubicBezTo>
                  <a:pt x="104667" y="31507"/>
                  <a:pt x="104667" y="31507"/>
                  <a:pt x="104667" y="31507"/>
                </a:cubicBezTo>
                <a:cubicBezTo>
                  <a:pt x="104704" y="31507"/>
                  <a:pt x="104704" y="31582"/>
                  <a:pt x="104741" y="31582"/>
                </a:cubicBezTo>
                <a:cubicBezTo>
                  <a:pt x="104771" y="31582"/>
                  <a:pt x="104845" y="31732"/>
                  <a:pt x="104882" y="31732"/>
                </a:cubicBezTo>
                <a:close/>
                <a:moveTo>
                  <a:pt x="53935" y="32396"/>
                </a:moveTo>
                <a:lnTo>
                  <a:pt x="53935" y="32396"/>
                </a:lnTo>
                <a:cubicBezTo>
                  <a:pt x="53862" y="32472"/>
                  <a:pt x="53862" y="32547"/>
                  <a:pt x="53788" y="32622"/>
                </a:cubicBezTo>
                <a:cubicBezTo>
                  <a:pt x="53788" y="32622"/>
                  <a:pt x="53751" y="32622"/>
                  <a:pt x="53715" y="32622"/>
                </a:cubicBezTo>
                <a:cubicBezTo>
                  <a:pt x="53715" y="32697"/>
                  <a:pt x="53715" y="32772"/>
                  <a:pt x="53678" y="32772"/>
                </a:cubicBezTo>
                <a:cubicBezTo>
                  <a:pt x="53641" y="32923"/>
                  <a:pt x="53604" y="32923"/>
                  <a:pt x="53568" y="33073"/>
                </a:cubicBezTo>
                <a:cubicBezTo>
                  <a:pt x="53568" y="33136"/>
                  <a:pt x="53568" y="33136"/>
                  <a:pt x="53568" y="33211"/>
                </a:cubicBezTo>
                <a:cubicBezTo>
                  <a:pt x="53641" y="33286"/>
                  <a:pt x="53641" y="33286"/>
                  <a:pt x="53641" y="33286"/>
                </a:cubicBezTo>
                <a:cubicBezTo>
                  <a:pt x="53641" y="33286"/>
                  <a:pt x="53678" y="33211"/>
                  <a:pt x="53715" y="33211"/>
                </a:cubicBezTo>
                <a:cubicBezTo>
                  <a:pt x="53715" y="33136"/>
                  <a:pt x="53751" y="33136"/>
                  <a:pt x="53751" y="33073"/>
                </a:cubicBezTo>
                <a:cubicBezTo>
                  <a:pt x="53788" y="33073"/>
                  <a:pt x="53788" y="32923"/>
                  <a:pt x="53825" y="32923"/>
                </a:cubicBezTo>
                <a:cubicBezTo>
                  <a:pt x="53825" y="32923"/>
                  <a:pt x="53862" y="32923"/>
                  <a:pt x="53898" y="32923"/>
                </a:cubicBezTo>
                <a:cubicBezTo>
                  <a:pt x="53898" y="32923"/>
                  <a:pt x="53935" y="32923"/>
                  <a:pt x="53972" y="32923"/>
                </a:cubicBezTo>
                <a:cubicBezTo>
                  <a:pt x="53972" y="32848"/>
                  <a:pt x="53935" y="32772"/>
                  <a:pt x="53972" y="32772"/>
                </a:cubicBezTo>
                <a:cubicBezTo>
                  <a:pt x="53972" y="32697"/>
                  <a:pt x="54003" y="32697"/>
                  <a:pt x="54003" y="32622"/>
                </a:cubicBezTo>
                <a:cubicBezTo>
                  <a:pt x="54003" y="32472"/>
                  <a:pt x="54045" y="32396"/>
                  <a:pt x="54045" y="32321"/>
                </a:cubicBezTo>
                <a:cubicBezTo>
                  <a:pt x="54003" y="32321"/>
                  <a:pt x="53972" y="32396"/>
                  <a:pt x="53935" y="32396"/>
                </a:cubicBezTo>
                <a:close/>
                <a:moveTo>
                  <a:pt x="54297" y="40417"/>
                </a:moveTo>
                <a:lnTo>
                  <a:pt x="54297" y="40417"/>
                </a:lnTo>
                <a:cubicBezTo>
                  <a:pt x="54333" y="40417"/>
                  <a:pt x="54333" y="40355"/>
                  <a:pt x="54370" y="40355"/>
                </a:cubicBezTo>
                <a:cubicBezTo>
                  <a:pt x="54407" y="40355"/>
                  <a:pt x="54407" y="40355"/>
                  <a:pt x="54444" y="40355"/>
                </a:cubicBezTo>
                <a:cubicBezTo>
                  <a:pt x="54480" y="40355"/>
                  <a:pt x="54480" y="40355"/>
                  <a:pt x="54517" y="40279"/>
                </a:cubicBezTo>
                <a:cubicBezTo>
                  <a:pt x="54584" y="40204"/>
                  <a:pt x="54584" y="40204"/>
                  <a:pt x="54584" y="40204"/>
                </a:cubicBezTo>
                <a:cubicBezTo>
                  <a:pt x="54621" y="40204"/>
                  <a:pt x="54584" y="40054"/>
                  <a:pt x="54621" y="40054"/>
                </a:cubicBezTo>
                <a:cubicBezTo>
                  <a:pt x="54658" y="40054"/>
                  <a:pt x="54658" y="40129"/>
                  <a:pt x="54695" y="40129"/>
                </a:cubicBezTo>
                <a:cubicBezTo>
                  <a:pt x="54732" y="40129"/>
                  <a:pt x="54732" y="40204"/>
                  <a:pt x="54768" y="40204"/>
                </a:cubicBezTo>
                <a:cubicBezTo>
                  <a:pt x="54952" y="40204"/>
                  <a:pt x="54952" y="40204"/>
                  <a:pt x="54952" y="40204"/>
                </a:cubicBezTo>
                <a:cubicBezTo>
                  <a:pt x="54952" y="40054"/>
                  <a:pt x="54989" y="39979"/>
                  <a:pt x="54989" y="39828"/>
                </a:cubicBezTo>
                <a:cubicBezTo>
                  <a:pt x="55019" y="39828"/>
                  <a:pt x="55062" y="39828"/>
                  <a:pt x="55130" y="39828"/>
                </a:cubicBezTo>
                <a:cubicBezTo>
                  <a:pt x="55130" y="39828"/>
                  <a:pt x="55166" y="39828"/>
                  <a:pt x="55203" y="39828"/>
                </a:cubicBezTo>
                <a:cubicBezTo>
                  <a:pt x="55203" y="39828"/>
                  <a:pt x="55240" y="39828"/>
                  <a:pt x="55277" y="39828"/>
                </a:cubicBezTo>
                <a:cubicBezTo>
                  <a:pt x="55313" y="39828"/>
                  <a:pt x="55350" y="39828"/>
                  <a:pt x="55387" y="39828"/>
                </a:cubicBezTo>
                <a:cubicBezTo>
                  <a:pt x="55424" y="39828"/>
                  <a:pt x="55460" y="39828"/>
                  <a:pt x="55460" y="39828"/>
                </a:cubicBezTo>
                <a:cubicBezTo>
                  <a:pt x="55497" y="39828"/>
                  <a:pt x="55534" y="39753"/>
                  <a:pt x="55534" y="39753"/>
                </a:cubicBezTo>
                <a:cubicBezTo>
                  <a:pt x="55565" y="39678"/>
                  <a:pt x="55565" y="39603"/>
                  <a:pt x="55601" y="39603"/>
                </a:cubicBezTo>
                <a:cubicBezTo>
                  <a:pt x="55638" y="39603"/>
                  <a:pt x="55675" y="39603"/>
                  <a:pt x="55712" y="39603"/>
                </a:cubicBezTo>
                <a:cubicBezTo>
                  <a:pt x="55785" y="39678"/>
                  <a:pt x="55785" y="39828"/>
                  <a:pt x="55859" y="39828"/>
                </a:cubicBezTo>
                <a:cubicBezTo>
                  <a:pt x="55895" y="39828"/>
                  <a:pt x="55895" y="39828"/>
                  <a:pt x="55895" y="39828"/>
                </a:cubicBezTo>
                <a:cubicBezTo>
                  <a:pt x="55932" y="39828"/>
                  <a:pt x="55969" y="39828"/>
                  <a:pt x="55969" y="39828"/>
                </a:cubicBezTo>
                <a:cubicBezTo>
                  <a:pt x="56036" y="39753"/>
                  <a:pt x="56073" y="39828"/>
                  <a:pt x="56110" y="39828"/>
                </a:cubicBezTo>
                <a:cubicBezTo>
                  <a:pt x="56147" y="39828"/>
                  <a:pt x="56183" y="39828"/>
                  <a:pt x="56183" y="39828"/>
                </a:cubicBezTo>
                <a:cubicBezTo>
                  <a:pt x="56220" y="39753"/>
                  <a:pt x="56220" y="39753"/>
                  <a:pt x="56257" y="39678"/>
                </a:cubicBezTo>
                <a:cubicBezTo>
                  <a:pt x="56294" y="39678"/>
                  <a:pt x="56257" y="39603"/>
                  <a:pt x="56294" y="39527"/>
                </a:cubicBezTo>
                <a:cubicBezTo>
                  <a:pt x="56330" y="39527"/>
                  <a:pt x="56330" y="39527"/>
                  <a:pt x="56367" y="39527"/>
                </a:cubicBezTo>
                <a:cubicBezTo>
                  <a:pt x="56404" y="39527"/>
                  <a:pt x="56404" y="39527"/>
                  <a:pt x="56441" y="39527"/>
                </a:cubicBezTo>
                <a:cubicBezTo>
                  <a:pt x="56477" y="39527"/>
                  <a:pt x="56477" y="39452"/>
                  <a:pt x="56514" y="39452"/>
                </a:cubicBezTo>
                <a:cubicBezTo>
                  <a:pt x="56514" y="39314"/>
                  <a:pt x="56514" y="39314"/>
                  <a:pt x="56514" y="39314"/>
                </a:cubicBezTo>
                <a:cubicBezTo>
                  <a:pt x="56514" y="39314"/>
                  <a:pt x="56477" y="39239"/>
                  <a:pt x="56477" y="39164"/>
                </a:cubicBezTo>
                <a:cubicBezTo>
                  <a:pt x="56441" y="39089"/>
                  <a:pt x="56404" y="39089"/>
                  <a:pt x="56404" y="39014"/>
                </a:cubicBezTo>
                <a:cubicBezTo>
                  <a:pt x="56404" y="38938"/>
                  <a:pt x="56404" y="38938"/>
                  <a:pt x="56404" y="38938"/>
                </a:cubicBezTo>
                <a:cubicBezTo>
                  <a:pt x="56404" y="38863"/>
                  <a:pt x="56404" y="38788"/>
                  <a:pt x="56441" y="38788"/>
                </a:cubicBezTo>
                <a:cubicBezTo>
                  <a:pt x="56441" y="38713"/>
                  <a:pt x="56477" y="38713"/>
                  <a:pt x="56514" y="38713"/>
                </a:cubicBezTo>
                <a:cubicBezTo>
                  <a:pt x="56514" y="38713"/>
                  <a:pt x="56551" y="38713"/>
                  <a:pt x="56581" y="38713"/>
                </a:cubicBezTo>
                <a:cubicBezTo>
                  <a:pt x="56581" y="38713"/>
                  <a:pt x="56581" y="38638"/>
                  <a:pt x="56581" y="38562"/>
                </a:cubicBezTo>
                <a:cubicBezTo>
                  <a:pt x="56581" y="38562"/>
                  <a:pt x="56618" y="38487"/>
                  <a:pt x="56618" y="38412"/>
                </a:cubicBezTo>
                <a:cubicBezTo>
                  <a:pt x="56765" y="38412"/>
                  <a:pt x="56765" y="38412"/>
                  <a:pt x="56765" y="38412"/>
                </a:cubicBezTo>
                <a:cubicBezTo>
                  <a:pt x="56765" y="38124"/>
                  <a:pt x="56765" y="38124"/>
                  <a:pt x="56765" y="38124"/>
                </a:cubicBezTo>
                <a:cubicBezTo>
                  <a:pt x="56728" y="38124"/>
                  <a:pt x="56692" y="38124"/>
                  <a:pt x="56692" y="38049"/>
                </a:cubicBezTo>
                <a:cubicBezTo>
                  <a:pt x="56655" y="37973"/>
                  <a:pt x="56655" y="37973"/>
                  <a:pt x="56618" y="37898"/>
                </a:cubicBezTo>
                <a:cubicBezTo>
                  <a:pt x="56618" y="37823"/>
                  <a:pt x="56655" y="37748"/>
                  <a:pt x="56618" y="37748"/>
                </a:cubicBezTo>
                <a:cubicBezTo>
                  <a:pt x="56618" y="37673"/>
                  <a:pt x="56581" y="37673"/>
                  <a:pt x="56551" y="37673"/>
                </a:cubicBezTo>
                <a:cubicBezTo>
                  <a:pt x="56551" y="37597"/>
                  <a:pt x="56514" y="37597"/>
                  <a:pt x="56477" y="37522"/>
                </a:cubicBezTo>
                <a:cubicBezTo>
                  <a:pt x="56404" y="37597"/>
                  <a:pt x="56404" y="37597"/>
                  <a:pt x="56404" y="37597"/>
                </a:cubicBezTo>
                <a:cubicBezTo>
                  <a:pt x="56404" y="37597"/>
                  <a:pt x="56441" y="37673"/>
                  <a:pt x="56441" y="37748"/>
                </a:cubicBezTo>
                <a:cubicBezTo>
                  <a:pt x="56404" y="37748"/>
                  <a:pt x="56367" y="37748"/>
                  <a:pt x="56367" y="37823"/>
                </a:cubicBezTo>
                <a:cubicBezTo>
                  <a:pt x="56330" y="37898"/>
                  <a:pt x="56330" y="37898"/>
                  <a:pt x="56294" y="37973"/>
                </a:cubicBezTo>
                <a:lnTo>
                  <a:pt x="56257" y="37973"/>
                </a:lnTo>
                <a:cubicBezTo>
                  <a:pt x="56220" y="37898"/>
                  <a:pt x="56183" y="37823"/>
                  <a:pt x="56183" y="37823"/>
                </a:cubicBezTo>
                <a:cubicBezTo>
                  <a:pt x="56183" y="37748"/>
                  <a:pt x="56183" y="37673"/>
                  <a:pt x="56183" y="37673"/>
                </a:cubicBezTo>
                <a:cubicBezTo>
                  <a:pt x="56183" y="37522"/>
                  <a:pt x="56183" y="37447"/>
                  <a:pt x="56183" y="37372"/>
                </a:cubicBezTo>
                <a:cubicBezTo>
                  <a:pt x="56183" y="37297"/>
                  <a:pt x="56183" y="37234"/>
                  <a:pt x="56183" y="37159"/>
                </a:cubicBezTo>
                <a:cubicBezTo>
                  <a:pt x="55969" y="37159"/>
                  <a:pt x="55969" y="37159"/>
                  <a:pt x="55969" y="37159"/>
                </a:cubicBezTo>
                <a:cubicBezTo>
                  <a:pt x="55969" y="37008"/>
                  <a:pt x="56006" y="36933"/>
                  <a:pt x="55969" y="36783"/>
                </a:cubicBezTo>
                <a:cubicBezTo>
                  <a:pt x="55969" y="36708"/>
                  <a:pt x="56006" y="36632"/>
                  <a:pt x="55969" y="36632"/>
                </a:cubicBezTo>
                <a:cubicBezTo>
                  <a:pt x="55969" y="36482"/>
                  <a:pt x="55895" y="36407"/>
                  <a:pt x="55859" y="36332"/>
                </a:cubicBezTo>
                <a:cubicBezTo>
                  <a:pt x="55822" y="36332"/>
                  <a:pt x="55822" y="36407"/>
                  <a:pt x="55785" y="36332"/>
                </a:cubicBezTo>
                <a:cubicBezTo>
                  <a:pt x="55748" y="36332"/>
                  <a:pt x="55785" y="36256"/>
                  <a:pt x="55748" y="36181"/>
                </a:cubicBezTo>
                <a:lnTo>
                  <a:pt x="55675" y="36181"/>
                </a:lnTo>
                <a:cubicBezTo>
                  <a:pt x="55675" y="36119"/>
                  <a:pt x="55675" y="36119"/>
                  <a:pt x="55675" y="36043"/>
                </a:cubicBezTo>
                <a:cubicBezTo>
                  <a:pt x="55675" y="35968"/>
                  <a:pt x="55638" y="35968"/>
                  <a:pt x="55638" y="35893"/>
                </a:cubicBezTo>
                <a:cubicBezTo>
                  <a:pt x="55601" y="35818"/>
                  <a:pt x="55565" y="35818"/>
                  <a:pt x="55534" y="35818"/>
                </a:cubicBezTo>
                <a:cubicBezTo>
                  <a:pt x="55534" y="35743"/>
                  <a:pt x="55565" y="35667"/>
                  <a:pt x="55534" y="35667"/>
                </a:cubicBezTo>
                <a:cubicBezTo>
                  <a:pt x="55534" y="35592"/>
                  <a:pt x="55497" y="35592"/>
                  <a:pt x="55497" y="35517"/>
                </a:cubicBezTo>
                <a:cubicBezTo>
                  <a:pt x="55460" y="35442"/>
                  <a:pt x="55460" y="35367"/>
                  <a:pt x="55460" y="35367"/>
                </a:cubicBezTo>
                <a:cubicBezTo>
                  <a:pt x="55424" y="35291"/>
                  <a:pt x="55424" y="35216"/>
                  <a:pt x="55387" y="35216"/>
                </a:cubicBezTo>
                <a:cubicBezTo>
                  <a:pt x="55350" y="35216"/>
                  <a:pt x="55350" y="35154"/>
                  <a:pt x="55313" y="35154"/>
                </a:cubicBezTo>
                <a:cubicBezTo>
                  <a:pt x="55277" y="35154"/>
                  <a:pt x="55240" y="35154"/>
                  <a:pt x="55166" y="35154"/>
                </a:cubicBezTo>
                <a:cubicBezTo>
                  <a:pt x="55130" y="35154"/>
                  <a:pt x="55093" y="35154"/>
                  <a:pt x="55019" y="35078"/>
                </a:cubicBezTo>
                <a:cubicBezTo>
                  <a:pt x="54989" y="35078"/>
                  <a:pt x="55019" y="35003"/>
                  <a:pt x="54989" y="34928"/>
                </a:cubicBezTo>
                <a:cubicBezTo>
                  <a:pt x="54989" y="34853"/>
                  <a:pt x="54989" y="34853"/>
                  <a:pt x="55019" y="34778"/>
                </a:cubicBezTo>
                <a:cubicBezTo>
                  <a:pt x="55019" y="34702"/>
                  <a:pt x="55062" y="34702"/>
                  <a:pt x="55093" y="34702"/>
                </a:cubicBezTo>
                <a:cubicBezTo>
                  <a:pt x="55093" y="34627"/>
                  <a:pt x="55093" y="34552"/>
                  <a:pt x="55093" y="34552"/>
                </a:cubicBezTo>
                <a:cubicBezTo>
                  <a:pt x="55130" y="34477"/>
                  <a:pt x="55166" y="34552"/>
                  <a:pt x="55166" y="34552"/>
                </a:cubicBezTo>
                <a:cubicBezTo>
                  <a:pt x="55203" y="34552"/>
                  <a:pt x="55203" y="34477"/>
                  <a:pt x="55240" y="34477"/>
                </a:cubicBezTo>
                <a:cubicBezTo>
                  <a:pt x="55240" y="34326"/>
                  <a:pt x="55240" y="34326"/>
                  <a:pt x="55240" y="34326"/>
                </a:cubicBezTo>
                <a:cubicBezTo>
                  <a:pt x="55240" y="34326"/>
                  <a:pt x="55240" y="34251"/>
                  <a:pt x="55240" y="34176"/>
                </a:cubicBezTo>
                <a:cubicBezTo>
                  <a:pt x="55240" y="34176"/>
                  <a:pt x="55277" y="34101"/>
                  <a:pt x="55313" y="34101"/>
                </a:cubicBezTo>
                <a:cubicBezTo>
                  <a:pt x="55313" y="34038"/>
                  <a:pt x="55350" y="34038"/>
                  <a:pt x="55387" y="34038"/>
                </a:cubicBezTo>
                <a:cubicBezTo>
                  <a:pt x="55387" y="33963"/>
                  <a:pt x="55387" y="33963"/>
                  <a:pt x="55387" y="33888"/>
                </a:cubicBezTo>
                <a:cubicBezTo>
                  <a:pt x="55387" y="33286"/>
                  <a:pt x="55387" y="33286"/>
                  <a:pt x="55387" y="33286"/>
                </a:cubicBezTo>
                <a:cubicBezTo>
                  <a:pt x="54732" y="33286"/>
                  <a:pt x="54732" y="33286"/>
                  <a:pt x="54732" y="33286"/>
                </a:cubicBezTo>
                <a:cubicBezTo>
                  <a:pt x="54732" y="33211"/>
                  <a:pt x="54732" y="33211"/>
                  <a:pt x="54768" y="33136"/>
                </a:cubicBezTo>
                <a:cubicBezTo>
                  <a:pt x="54768" y="33073"/>
                  <a:pt x="54805" y="33073"/>
                  <a:pt x="54842" y="33073"/>
                </a:cubicBezTo>
                <a:cubicBezTo>
                  <a:pt x="54842" y="32985"/>
                  <a:pt x="54805" y="32923"/>
                  <a:pt x="54842" y="32923"/>
                </a:cubicBezTo>
                <a:cubicBezTo>
                  <a:pt x="54842" y="32848"/>
                  <a:pt x="54805" y="32772"/>
                  <a:pt x="54842" y="32772"/>
                </a:cubicBezTo>
                <a:cubicBezTo>
                  <a:pt x="54842" y="32697"/>
                  <a:pt x="54879" y="32697"/>
                  <a:pt x="54879" y="32622"/>
                </a:cubicBezTo>
                <a:cubicBezTo>
                  <a:pt x="54915" y="32622"/>
                  <a:pt x="54915" y="32547"/>
                  <a:pt x="54952" y="32472"/>
                </a:cubicBezTo>
                <a:cubicBezTo>
                  <a:pt x="54989" y="32472"/>
                  <a:pt x="54989" y="32472"/>
                  <a:pt x="55019" y="32396"/>
                </a:cubicBezTo>
                <a:cubicBezTo>
                  <a:pt x="54989" y="32396"/>
                  <a:pt x="54989" y="32321"/>
                  <a:pt x="54952" y="32246"/>
                </a:cubicBezTo>
                <a:cubicBezTo>
                  <a:pt x="54915" y="32246"/>
                  <a:pt x="54879" y="32246"/>
                  <a:pt x="54842" y="32246"/>
                </a:cubicBezTo>
                <a:cubicBezTo>
                  <a:pt x="54732" y="32246"/>
                  <a:pt x="54732" y="32246"/>
                  <a:pt x="54732" y="32246"/>
                </a:cubicBezTo>
                <a:cubicBezTo>
                  <a:pt x="54695" y="32246"/>
                  <a:pt x="54695" y="32321"/>
                  <a:pt x="54658" y="32321"/>
                </a:cubicBezTo>
                <a:cubicBezTo>
                  <a:pt x="54548" y="32321"/>
                  <a:pt x="54517" y="32321"/>
                  <a:pt x="54407" y="32321"/>
                </a:cubicBezTo>
                <a:cubicBezTo>
                  <a:pt x="54407" y="32396"/>
                  <a:pt x="54407" y="32472"/>
                  <a:pt x="54407" y="32547"/>
                </a:cubicBezTo>
                <a:cubicBezTo>
                  <a:pt x="54407" y="32622"/>
                  <a:pt x="54370" y="32697"/>
                  <a:pt x="54370" y="32697"/>
                </a:cubicBezTo>
                <a:cubicBezTo>
                  <a:pt x="54370" y="32772"/>
                  <a:pt x="54297" y="32848"/>
                  <a:pt x="54297" y="32923"/>
                </a:cubicBezTo>
                <a:cubicBezTo>
                  <a:pt x="54297" y="32923"/>
                  <a:pt x="54297" y="32923"/>
                  <a:pt x="54297" y="32985"/>
                </a:cubicBezTo>
                <a:cubicBezTo>
                  <a:pt x="54297" y="33073"/>
                  <a:pt x="54333" y="33136"/>
                  <a:pt x="54333" y="33211"/>
                </a:cubicBezTo>
                <a:cubicBezTo>
                  <a:pt x="54333" y="33286"/>
                  <a:pt x="54297" y="33361"/>
                  <a:pt x="54297" y="33361"/>
                </a:cubicBezTo>
                <a:cubicBezTo>
                  <a:pt x="54260" y="33437"/>
                  <a:pt x="54223" y="33437"/>
                  <a:pt x="54150" y="33437"/>
                </a:cubicBezTo>
                <a:cubicBezTo>
                  <a:pt x="54113" y="33437"/>
                  <a:pt x="54113" y="33437"/>
                  <a:pt x="54076" y="33361"/>
                </a:cubicBezTo>
                <a:cubicBezTo>
                  <a:pt x="54045" y="33361"/>
                  <a:pt x="54045" y="33211"/>
                  <a:pt x="53972" y="33211"/>
                </a:cubicBezTo>
                <a:cubicBezTo>
                  <a:pt x="53935" y="33211"/>
                  <a:pt x="53898" y="33286"/>
                  <a:pt x="53898" y="33361"/>
                </a:cubicBezTo>
                <a:cubicBezTo>
                  <a:pt x="53862" y="33437"/>
                  <a:pt x="53898" y="33437"/>
                  <a:pt x="53898" y="33512"/>
                </a:cubicBezTo>
                <a:cubicBezTo>
                  <a:pt x="53898" y="33587"/>
                  <a:pt x="53862" y="33737"/>
                  <a:pt x="53898" y="33813"/>
                </a:cubicBezTo>
                <a:cubicBezTo>
                  <a:pt x="53935" y="33813"/>
                  <a:pt x="53935" y="33813"/>
                  <a:pt x="53972" y="33888"/>
                </a:cubicBezTo>
                <a:cubicBezTo>
                  <a:pt x="54003" y="33888"/>
                  <a:pt x="54076" y="33888"/>
                  <a:pt x="54113" y="33963"/>
                </a:cubicBezTo>
                <a:cubicBezTo>
                  <a:pt x="54113" y="33963"/>
                  <a:pt x="54076" y="34038"/>
                  <a:pt x="54076" y="34101"/>
                </a:cubicBezTo>
                <a:cubicBezTo>
                  <a:pt x="54076" y="34176"/>
                  <a:pt x="54076" y="34176"/>
                  <a:pt x="54076" y="34176"/>
                </a:cubicBezTo>
                <a:cubicBezTo>
                  <a:pt x="54076" y="34251"/>
                  <a:pt x="54045" y="34326"/>
                  <a:pt x="54045" y="34326"/>
                </a:cubicBezTo>
                <a:cubicBezTo>
                  <a:pt x="54045" y="34402"/>
                  <a:pt x="54076" y="34402"/>
                  <a:pt x="54076" y="34477"/>
                </a:cubicBezTo>
                <a:cubicBezTo>
                  <a:pt x="54076" y="34552"/>
                  <a:pt x="54076" y="34627"/>
                  <a:pt x="54045" y="34627"/>
                </a:cubicBezTo>
                <a:cubicBezTo>
                  <a:pt x="54045" y="34702"/>
                  <a:pt x="54003" y="34627"/>
                  <a:pt x="53972" y="34702"/>
                </a:cubicBezTo>
                <a:lnTo>
                  <a:pt x="53935" y="34702"/>
                </a:lnTo>
                <a:cubicBezTo>
                  <a:pt x="53898" y="34778"/>
                  <a:pt x="53862" y="34778"/>
                  <a:pt x="53862" y="34853"/>
                </a:cubicBezTo>
                <a:cubicBezTo>
                  <a:pt x="53862" y="34928"/>
                  <a:pt x="53862" y="35003"/>
                  <a:pt x="53862" y="35078"/>
                </a:cubicBezTo>
                <a:cubicBezTo>
                  <a:pt x="54003" y="35078"/>
                  <a:pt x="54003" y="35078"/>
                  <a:pt x="54003" y="35078"/>
                </a:cubicBezTo>
                <a:cubicBezTo>
                  <a:pt x="54045" y="35078"/>
                  <a:pt x="54045" y="35003"/>
                  <a:pt x="54076" y="35003"/>
                </a:cubicBezTo>
                <a:cubicBezTo>
                  <a:pt x="54113" y="35003"/>
                  <a:pt x="54113" y="35003"/>
                  <a:pt x="54150" y="35078"/>
                </a:cubicBezTo>
                <a:cubicBezTo>
                  <a:pt x="54150" y="35078"/>
                  <a:pt x="54113" y="35154"/>
                  <a:pt x="54150" y="35154"/>
                </a:cubicBezTo>
                <a:cubicBezTo>
                  <a:pt x="54150" y="35216"/>
                  <a:pt x="54186" y="35216"/>
                  <a:pt x="54223" y="35291"/>
                </a:cubicBezTo>
                <a:cubicBezTo>
                  <a:pt x="54370" y="35291"/>
                  <a:pt x="54370" y="35291"/>
                  <a:pt x="54370" y="35291"/>
                </a:cubicBezTo>
                <a:cubicBezTo>
                  <a:pt x="54370" y="35216"/>
                  <a:pt x="54333" y="35216"/>
                  <a:pt x="54370" y="35154"/>
                </a:cubicBezTo>
                <a:cubicBezTo>
                  <a:pt x="54370" y="35078"/>
                  <a:pt x="54370" y="35078"/>
                  <a:pt x="54407" y="35003"/>
                </a:cubicBezTo>
                <a:cubicBezTo>
                  <a:pt x="54444" y="35154"/>
                  <a:pt x="54444" y="35154"/>
                  <a:pt x="54444" y="35154"/>
                </a:cubicBezTo>
                <a:lnTo>
                  <a:pt x="54444" y="35216"/>
                </a:lnTo>
                <a:cubicBezTo>
                  <a:pt x="54444" y="35367"/>
                  <a:pt x="54517" y="35442"/>
                  <a:pt x="54517" y="35592"/>
                </a:cubicBezTo>
                <a:cubicBezTo>
                  <a:pt x="54517" y="35592"/>
                  <a:pt x="54517" y="35667"/>
                  <a:pt x="54480" y="35743"/>
                </a:cubicBezTo>
                <a:lnTo>
                  <a:pt x="54444" y="35743"/>
                </a:lnTo>
                <a:cubicBezTo>
                  <a:pt x="54407" y="35818"/>
                  <a:pt x="54370" y="35818"/>
                  <a:pt x="54370" y="35818"/>
                </a:cubicBezTo>
                <a:cubicBezTo>
                  <a:pt x="54370" y="35893"/>
                  <a:pt x="54333" y="35893"/>
                  <a:pt x="54370" y="35968"/>
                </a:cubicBezTo>
                <a:cubicBezTo>
                  <a:pt x="54370" y="36043"/>
                  <a:pt x="54407" y="36043"/>
                  <a:pt x="54407" y="36119"/>
                </a:cubicBezTo>
                <a:cubicBezTo>
                  <a:pt x="54768" y="36119"/>
                  <a:pt x="54768" y="36119"/>
                  <a:pt x="54768" y="36119"/>
                </a:cubicBezTo>
                <a:cubicBezTo>
                  <a:pt x="54805" y="35968"/>
                  <a:pt x="54805" y="35968"/>
                  <a:pt x="54805" y="35968"/>
                </a:cubicBezTo>
                <a:cubicBezTo>
                  <a:pt x="54805" y="36043"/>
                  <a:pt x="54842" y="35968"/>
                  <a:pt x="54879" y="36043"/>
                </a:cubicBezTo>
                <a:cubicBezTo>
                  <a:pt x="54879" y="36119"/>
                  <a:pt x="54879" y="36119"/>
                  <a:pt x="54879" y="36181"/>
                </a:cubicBezTo>
                <a:cubicBezTo>
                  <a:pt x="54915" y="36256"/>
                  <a:pt x="54952" y="36256"/>
                  <a:pt x="54952" y="36332"/>
                </a:cubicBezTo>
                <a:cubicBezTo>
                  <a:pt x="54952" y="36407"/>
                  <a:pt x="54915" y="36482"/>
                  <a:pt x="54915" y="36557"/>
                </a:cubicBezTo>
                <a:cubicBezTo>
                  <a:pt x="54915" y="36632"/>
                  <a:pt x="54915" y="36708"/>
                  <a:pt x="54952" y="36783"/>
                </a:cubicBezTo>
                <a:cubicBezTo>
                  <a:pt x="54989" y="36858"/>
                  <a:pt x="55019" y="36858"/>
                  <a:pt x="55093" y="36933"/>
                </a:cubicBezTo>
                <a:cubicBezTo>
                  <a:pt x="55062" y="37159"/>
                  <a:pt x="55062" y="37159"/>
                  <a:pt x="55062" y="37159"/>
                </a:cubicBezTo>
                <a:cubicBezTo>
                  <a:pt x="55062" y="37297"/>
                  <a:pt x="55093" y="37372"/>
                  <a:pt x="55093" y="37447"/>
                </a:cubicBezTo>
                <a:cubicBezTo>
                  <a:pt x="55093" y="37522"/>
                  <a:pt x="55062" y="37597"/>
                  <a:pt x="55062" y="37597"/>
                </a:cubicBezTo>
                <a:cubicBezTo>
                  <a:pt x="55019" y="37673"/>
                  <a:pt x="54989" y="37597"/>
                  <a:pt x="54952" y="37597"/>
                </a:cubicBezTo>
                <a:cubicBezTo>
                  <a:pt x="54915" y="37597"/>
                  <a:pt x="54879" y="37597"/>
                  <a:pt x="54842" y="37597"/>
                </a:cubicBezTo>
                <a:cubicBezTo>
                  <a:pt x="54805" y="37597"/>
                  <a:pt x="54805" y="37522"/>
                  <a:pt x="54768" y="37522"/>
                </a:cubicBezTo>
                <a:cubicBezTo>
                  <a:pt x="54732" y="37522"/>
                  <a:pt x="54695" y="37522"/>
                  <a:pt x="54658" y="37522"/>
                </a:cubicBezTo>
                <a:cubicBezTo>
                  <a:pt x="54621" y="37522"/>
                  <a:pt x="54621" y="37522"/>
                  <a:pt x="54621" y="37522"/>
                </a:cubicBezTo>
                <a:cubicBezTo>
                  <a:pt x="54621" y="37522"/>
                  <a:pt x="54584" y="37522"/>
                  <a:pt x="54548" y="37522"/>
                </a:cubicBezTo>
                <a:cubicBezTo>
                  <a:pt x="54548" y="37522"/>
                  <a:pt x="54548" y="37597"/>
                  <a:pt x="54517" y="37673"/>
                </a:cubicBezTo>
                <a:cubicBezTo>
                  <a:pt x="54480" y="37673"/>
                  <a:pt x="54517" y="37748"/>
                  <a:pt x="54480" y="37823"/>
                </a:cubicBezTo>
                <a:cubicBezTo>
                  <a:pt x="54480" y="37823"/>
                  <a:pt x="54444" y="37748"/>
                  <a:pt x="54444" y="37823"/>
                </a:cubicBezTo>
                <a:cubicBezTo>
                  <a:pt x="54407" y="37823"/>
                  <a:pt x="54370" y="37823"/>
                  <a:pt x="54370" y="37823"/>
                </a:cubicBezTo>
                <a:cubicBezTo>
                  <a:pt x="54333" y="37973"/>
                  <a:pt x="54333" y="37973"/>
                  <a:pt x="54333" y="37973"/>
                </a:cubicBezTo>
                <a:cubicBezTo>
                  <a:pt x="54370" y="37973"/>
                  <a:pt x="54370" y="38049"/>
                  <a:pt x="54407" y="38049"/>
                </a:cubicBezTo>
                <a:cubicBezTo>
                  <a:pt x="54480" y="38049"/>
                  <a:pt x="54517" y="37973"/>
                  <a:pt x="54584" y="37973"/>
                </a:cubicBezTo>
                <a:cubicBezTo>
                  <a:pt x="54621" y="37973"/>
                  <a:pt x="54658" y="37973"/>
                  <a:pt x="54695" y="38049"/>
                </a:cubicBezTo>
                <a:lnTo>
                  <a:pt x="54695" y="38124"/>
                </a:lnTo>
                <a:cubicBezTo>
                  <a:pt x="54658" y="38199"/>
                  <a:pt x="54695" y="38274"/>
                  <a:pt x="54658" y="38274"/>
                </a:cubicBezTo>
                <a:cubicBezTo>
                  <a:pt x="54658" y="38337"/>
                  <a:pt x="54621" y="38274"/>
                  <a:pt x="54584" y="38274"/>
                </a:cubicBezTo>
                <a:cubicBezTo>
                  <a:pt x="54584" y="38337"/>
                  <a:pt x="54548" y="38337"/>
                  <a:pt x="54517" y="38412"/>
                </a:cubicBezTo>
                <a:cubicBezTo>
                  <a:pt x="54517" y="38412"/>
                  <a:pt x="54517" y="38487"/>
                  <a:pt x="54480" y="38562"/>
                </a:cubicBezTo>
                <a:cubicBezTo>
                  <a:pt x="54444" y="38562"/>
                  <a:pt x="54407" y="38562"/>
                  <a:pt x="54370" y="38562"/>
                </a:cubicBezTo>
                <a:cubicBezTo>
                  <a:pt x="54333" y="38713"/>
                  <a:pt x="54333" y="38713"/>
                  <a:pt x="54333" y="38713"/>
                </a:cubicBezTo>
                <a:cubicBezTo>
                  <a:pt x="54333" y="38788"/>
                  <a:pt x="54333" y="38788"/>
                  <a:pt x="54370" y="38863"/>
                </a:cubicBezTo>
                <a:cubicBezTo>
                  <a:pt x="54370" y="38938"/>
                  <a:pt x="54370" y="38938"/>
                  <a:pt x="54407" y="39014"/>
                </a:cubicBezTo>
                <a:lnTo>
                  <a:pt x="54444" y="39014"/>
                </a:lnTo>
                <a:cubicBezTo>
                  <a:pt x="54480" y="39014"/>
                  <a:pt x="54517" y="38938"/>
                  <a:pt x="54517" y="38938"/>
                </a:cubicBezTo>
                <a:cubicBezTo>
                  <a:pt x="54548" y="38938"/>
                  <a:pt x="54584" y="38863"/>
                  <a:pt x="54621" y="38863"/>
                </a:cubicBezTo>
                <a:cubicBezTo>
                  <a:pt x="54695" y="38863"/>
                  <a:pt x="54732" y="39014"/>
                  <a:pt x="54805" y="39014"/>
                </a:cubicBezTo>
                <a:cubicBezTo>
                  <a:pt x="54842" y="39014"/>
                  <a:pt x="54842" y="39014"/>
                  <a:pt x="54879" y="39014"/>
                </a:cubicBezTo>
                <a:cubicBezTo>
                  <a:pt x="54915" y="39014"/>
                  <a:pt x="54989" y="39014"/>
                  <a:pt x="55019" y="39014"/>
                </a:cubicBezTo>
                <a:cubicBezTo>
                  <a:pt x="55019" y="39014"/>
                  <a:pt x="55062" y="39014"/>
                  <a:pt x="55093" y="39014"/>
                </a:cubicBezTo>
                <a:cubicBezTo>
                  <a:pt x="55130" y="39014"/>
                  <a:pt x="55093" y="39089"/>
                  <a:pt x="55130" y="39164"/>
                </a:cubicBezTo>
                <a:cubicBezTo>
                  <a:pt x="55093" y="39239"/>
                  <a:pt x="55093" y="39239"/>
                  <a:pt x="55062" y="39314"/>
                </a:cubicBezTo>
                <a:cubicBezTo>
                  <a:pt x="55062" y="39314"/>
                  <a:pt x="55019" y="39314"/>
                  <a:pt x="54989" y="39314"/>
                </a:cubicBezTo>
                <a:cubicBezTo>
                  <a:pt x="54952" y="39377"/>
                  <a:pt x="54915" y="39377"/>
                  <a:pt x="54842" y="39377"/>
                </a:cubicBezTo>
                <a:cubicBezTo>
                  <a:pt x="54805" y="39377"/>
                  <a:pt x="54805" y="39377"/>
                  <a:pt x="54768" y="39377"/>
                </a:cubicBezTo>
                <a:cubicBezTo>
                  <a:pt x="54732" y="39377"/>
                  <a:pt x="54732" y="39377"/>
                  <a:pt x="54695" y="39452"/>
                </a:cubicBezTo>
                <a:cubicBezTo>
                  <a:pt x="54658" y="39452"/>
                  <a:pt x="54695" y="39527"/>
                  <a:pt x="54658" y="39603"/>
                </a:cubicBezTo>
                <a:cubicBezTo>
                  <a:pt x="54658" y="39603"/>
                  <a:pt x="54621" y="39603"/>
                  <a:pt x="54584" y="39603"/>
                </a:cubicBezTo>
                <a:cubicBezTo>
                  <a:pt x="54548" y="39603"/>
                  <a:pt x="54517" y="39603"/>
                  <a:pt x="54444" y="39678"/>
                </a:cubicBezTo>
                <a:cubicBezTo>
                  <a:pt x="54444" y="39753"/>
                  <a:pt x="54480" y="39828"/>
                  <a:pt x="54444" y="39979"/>
                </a:cubicBezTo>
                <a:lnTo>
                  <a:pt x="54444" y="40054"/>
                </a:lnTo>
                <a:cubicBezTo>
                  <a:pt x="54444" y="40129"/>
                  <a:pt x="54407" y="40129"/>
                  <a:pt x="54370" y="40129"/>
                </a:cubicBezTo>
                <a:cubicBezTo>
                  <a:pt x="54333" y="40204"/>
                  <a:pt x="54333" y="40204"/>
                  <a:pt x="54297" y="40279"/>
                </a:cubicBezTo>
                <a:cubicBezTo>
                  <a:pt x="54297" y="40279"/>
                  <a:pt x="54260" y="40279"/>
                  <a:pt x="54223" y="40279"/>
                </a:cubicBezTo>
                <a:cubicBezTo>
                  <a:pt x="54260" y="40355"/>
                  <a:pt x="54260" y="40417"/>
                  <a:pt x="54297" y="40417"/>
                </a:cubicBezTo>
                <a:close/>
                <a:moveTo>
                  <a:pt x="54003" y="36708"/>
                </a:moveTo>
                <a:lnTo>
                  <a:pt x="54003" y="36708"/>
                </a:lnTo>
                <a:cubicBezTo>
                  <a:pt x="54045" y="36708"/>
                  <a:pt x="54045" y="36708"/>
                  <a:pt x="54076" y="36708"/>
                </a:cubicBezTo>
                <a:cubicBezTo>
                  <a:pt x="54150" y="36632"/>
                  <a:pt x="54186" y="36557"/>
                  <a:pt x="54186" y="36407"/>
                </a:cubicBezTo>
                <a:cubicBezTo>
                  <a:pt x="54186" y="36332"/>
                  <a:pt x="54186" y="36256"/>
                  <a:pt x="54150" y="36181"/>
                </a:cubicBezTo>
                <a:cubicBezTo>
                  <a:pt x="54150" y="36181"/>
                  <a:pt x="54113" y="36119"/>
                  <a:pt x="54076" y="36119"/>
                </a:cubicBezTo>
                <a:cubicBezTo>
                  <a:pt x="54076" y="36043"/>
                  <a:pt x="54076" y="35968"/>
                  <a:pt x="54076" y="35968"/>
                </a:cubicBezTo>
                <a:cubicBezTo>
                  <a:pt x="54076" y="35893"/>
                  <a:pt x="54076" y="35818"/>
                  <a:pt x="54076" y="35818"/>
                </a:cubicBezTo>
                <a:cubicBezTo>
                  <a:pt x="54045" y="35743"/>
                  <a:pt x="54045" y="35743"/>
                  <a:pt x="54003" y="35667"/>
                </a:cubicBezTo>
                <a:cubicBezTo>
                  <a:pt x="53972" y="35667"/>
                  <a:pt x="53972" y="35667"/>
                  <a:pt x="53935" y="35667"/>
                </a:cubicBezTo>
                <a:cubicBezTo>
                  <a:pt x="53898" y="35667"/>
                  <a:pt x="53898" y="35592"/>
                  <a:pt x="53862" y="35592"/>
                </a:cubicBezTo>
                <a:cubicBezTo>
                  <a:pt x="53825" y="35592"/>
                  <a:pt x="53825" y="35592"/>
                  <a:pt x="53825" y="35592"/>
                </a:cubicBezTo>
                <a:cubicBezTo>
                  <a:pt x="53788" y="35592"/>
                  <a:pt x="53751" y="35592"/>
                  <a:pt x="53715" y="35667"/>
                </a:cubicBezTo>
                <a:cubicBezTo>
                  <a:pt x="53715" y="35667"/>
                  <a:pt x="53678" y="35667"/>
                  <a:pt x="53641" y="35667"/>
                </a:cubicBezTo>
                <a:cubicBezTo>
                  <a:pt x="53641" y="35743"/>
                  <a:pt x="53641" y="35818"/>
                  <a:pt x="53604" y="35818"/>
                </a:cubicBezTo>
                <a:cubicBezTo>
                  <a:pt x="53604" y="35893"/>
                  <a:pt x="53568" y="35893"/>
                  <a:pt x="53531" y="35893"/>
                </a:cubicBezTo>
                <a:cubicBezTo>
                  <a:pt x="53531" y="35893"/>
                  <a:pt x="53500" y="35893"/>
                  <a:pt x="53500" y="35818"/>
                </a:cubicBezTo>
                <a:cubicBezTo>
                  <a:pt x="53457" y="35818"/>
                  <a:pt x="53457" y="35743"/>
                  <a:pt x="53457" y="35667"/>
                </a:cubicBezTo>
                <a:cubicBezTo>
                  <a:pt x="53427" y="35667"/>
                  <a:pt x="53390" y="35667"/>
                  <a:pt x="53390" y="35592"/>
                </a:cubicBezTo>
                <a:cubicBezTo>
                  <a:pt x="53206" y="35667"/>
                  <a:pt x="53206" y="35667"/>
                  <a:pt x="53206" y="35667"/>
                </a:cubicBezTo>
                <a:cubicBezTo>
                  <a:pt x="53206" y="35667"/>
                  <a:pt x="53206" y="35743"/>
                  <a:pt x="53206" y="35818"/>
                </a:cubicBezTo>
                <a:cubicBezTo>
                  <a:pt x="53206" y="35818"/>
                  <a:pt x="53206" y="35893"/>
                  <a:pt x="53206" y="35968"/>
                </a:cubicBezTo>
                <a:cubicBezTo>
                  <a:pt x="53206" y="36043"/>
                  <a:pt x="53206" y="36043"/>
                  <a:pt x="53206" y="36181"/>
                </a:cubicBezTo>
                <a:cubicBezTo>
                  <a:pt x="53206" y="36256"/>
                  <a:pt x="53206" y="36256"/>
                  <a:pt x="53206" y="36332"/>
                </a:cubicBezTo>
                <a:cubicBezTo>
                  <a:pt x="53206" y="36407"/>
                  <a:pt x="53243" y="36332"/>
                  <a:pt x="53243" y="36332"/>
                </a:cubicBezTo>
                <a:cubicBezTo>
                  <a:pt x="53206" y="36332"/>
                  <a:pt x="53169" y="36332"/>
                  <a:pt x="53169" y="36332"/>
                </a:cubicBezTo>
                <a:cubicBezTo>
                  <a:pt x="53133" y="36332"/>
                  <a:pt x="53133" y="36407"/>
                  <a:pt x="53096" y="36407"/>
                </a:cubicBezTo>
                <a:cubicBezTo>
                  <a:pt x="53059" y="36407"/>
                  <a:pt x="53059" y="36407"/>
                  <a:pt x="53029" y="36407"/>
                </a:cubicBezTo>
                <a:cubicBezTo>
                  <a:pt x="52986" y="36482"/>
                  <a:pt x="52955" y="36557"/>
                  <a:pt x="52882" y="36557"/>
                </a:cubicBezTo>
                <a:cubicBezTo>
                  <a:pt x="52845" y="36557"/>
                  <a:pt x="52845" y="36482"/>
                  <a:pt x="52808" y="36407"/>
                </a:cubicBezTo>
                <a:cubicBezTo>
                  <a:pt x="52735" y="36482"/>
                  <a:pt x="52735" y="36482"/>
                  <a:pt x="52735" y="36482"/>
                </a:cubicBezTo>
                <a:cubicBezTo>
                  <a:pt x="52735" y="37522"/>
                  <a:pt x="52735" y="37522"/>
                  <a:pt x="52735" y="37522"/>
                </a:cubicBezTo>
                <a:cubicBezTo>
                  <a:pt x="52771" y="37522"/>
                  <a:pt x="52771" y="37522"/>
                  <a:pt x="52808" y="37522"/>
                </a:cubicBezTo>
                <a:cubicBezTo>
                  <a:pt x="52882" y="37522"/>
                  <a:pt x="52918" y="37522"/>
                  <a:pt x="52986" y="37522"/>
                </a:cubicBezTo>
                <a:cubicBezTo>
                  <a:pt x="52986" y="37973"/>
                  <a:pt x="52986" y="37973"/>
                  <a:pt x="52986" y="37973"/>
                </a:cubicBezTo>
                <a:cubicBezTo>
                  <a:pt x="52918" y="37973"/>
                  <a:pt x="52918" y="37973"/>
                  <a:pt x="52882" y="37973"/>
                </a:cubicBezTo>
                <a:cubicBezTo>
                  <a:pt x="52845" y="37973"/>
                  <a:pt x="52808" y="37973"/>
                  <a:pt x="52808" y="37973"/>
                </a:cubicBezTo>
                <a:cubicBezTo>
                  <a:pt x="52771" y="37973"/>
                  <a:pt x="52771" y="38049"/>
                  <a:pt x="52771" y="38124"/>
                </a:cubicBezTo>
                <a:cubicBezTo>
                  <a:pt x="52735" y="38199"/>
                  <a:pt x="52735" y="38199"/>
                  <a:pt x="52735" y="38274"/>
                </a:cubicBezTo>
                <a:cubicBezTo>
                  <a:pt x="52735" y="38337"/>
                  <a:pt x="52735" y="38412"/>
                  <a:pt x="52735" y="38562"/>
                </a:cubicBezTo>
                <a:cubicBezTo>
                  <a:pt x="52735" y="38562"/>
                  <a:pt x="52661" y="38562"/>
                  <a:pt x="52661" y="38638"/>
                </a:cubicBezTo>
                <a:cubicBezTo>
                  <a:pt x="52661" y="38638"/>
                  <a:pt x="52624" y="38713"/>
                  <a:pt x="52624" y="38788"/>
                </a:cubicBezTo>
                <a:cubicBezTo>
                  <a:pt x="52624" y="38788"/>
                  <a:pt x="52661" y="38863"/>
                  <a:pt x="52661" y="38938"/>
                </a:cubicBezTo>
                <a:cubicBezTo>
                  <a:pt x="52661" y="38938"/>
                  <a:pt x="52698" y="39014"/>
                  <a:pt x="52735" y="39014"/>
                </a:cubicBezTo>
                <a:cubicBezTo>
                  <a:pt x="52771" y="39089"/>
                  <a:pt x="52771" y="39089"/>
                  <a:pt x="52845" y="39089"/>
                </a:cubicBezTo>
                <a:cubicBezTo>
                  <a:pt x="52882" y="39089"/>
                  <a:pt x="52882" y="39014"/>
                  <a:pt x="52955" y="39014"/>
                </a:cubicBezTo>
                <a:cubicBezTo>
                  <a:pt x="52955" y="39014"/>
                  <a:pt x="52986" y="38938"/>
                  <a:pt x="52986" y="39014"/>
                </a:cubicBezTo>
                <a:cubicBezTo>
                  <a:pt x="53029" y="39014"/>
                  <a:pt x="53059" y="39014"/>
                  <a:pt x="53059" y="39014"/>
                </a:cubicBezTo>
                <a:cubicBezTo>
                  <a:pt x="53096" y="39014"/>
                  <a:pt x="53096" y="39089"/>
                  <a:pt x="53096" y="39089"/>
                </a:cubicBezTo>
                <a:cubicBezTo>
                  <a:pt x="53169" y="39089"/>
                  <a:pt x="53169" y="39014"/>
                  <a:pt x="53206" y="38938"/>
                </a:cubicBezTo>
                <a:cubicBezTo>
                  <a:pt x="53243" y="38938"/>
                  <a:pt x="53280" y="38863"/>
                  <a:pt x="53280" y="38863"/>
                </a:cubicBezTo>
                <a:cubicBezTo>
                  <a:pt x="53280" y="38788"/>
                  <a:pt x="53280" y="38713"/>
                  <a:pt x="53280" y="38713"/>
                </a:cubicBezTo>
                <a:cubicBezTo>
                  <a:pt x="53316" y="38638"/>
                  <a:pt x="53353" y="38638"/>
                  <a:pt x="53353" y="38562"/>
                </a:cubicBezTo>
                <a:cubicBezTo>
                  <a:pt x="53972" y="38562"/>
                  <a:pt x="53972" y="38562"/>
                  <a:pt x="53972" y="38562"/>
                </a:cubicBezTo>
                <a:cubicBezTo>
                  <a:pt x="53972" y="38337"/>
                  <a:pt x="53972" y="38337"/>
                  <a:pt x="53972" y="38337"/>
                </a:cubicBezTo>
                <a:cubicBezTo>
                  <a:pt x="53972" y="38274"/>
                  <a:pt x="53898" y="38199"/>
                  <a:pt x="53898" y="38049"/>
                </a:cubicBezTo>
                <a:lnTo>
                  <a:pt x="53972" y="38049"/>
                </a:lnTo>
                <a:cubicBezTo>
                  <a:pt x="53972" y="37973"/>
                  <a:pt x="54003" y="37898"/>
                  <a:pt x="54003" y="37898"/>
                </a:cubicBezTo>
                <a:cubicBezTo>
                  <a:pt x="54003" y="37823"/>
                  <a:pt x="54003" y="37748"/>
                  <a:pt x="54003" y="37748"/>
                </a:cubicBezTo>
                <a:cubicBezTo>
                  <a:pt x="54003" y="37597"/>
                  <a:pt x="54003" y="37522"/>
                  <a:pt x="54003" y="37447"/>
                </a:cubicBezTo>
                <a:cubicBezTo>
                  <a:pt x="54003" y="37372"/>
                  <a:pt x="54003" y="37372"/>
                  <a:pt x="54003" y="37297"/>
                </a:cubicBezTo>
                <a:cubicBezTo>
                  <a:pt x="54003" y="37159"/>
                  <a:pt x="54003" y="37084"/>
                  <a:pt x="54003" y="37008"/>
                </a:cubicBezTo>
                <a:lnTo>
                  <a:pt x="54003" y="36708"/>
                </a:lnTo>
                <a:close/>
                <a:moveTo>
                  <a:pt x="72704" y="91162"/>
                </a:moveTo>
                <a:lnTo>
                  <a:pt x="72704" y="91162"/>
                </a:lnTo>
                <a:cubicBezTo>
                  <a:pt x="72704" y="90936"/>
                  <a:pt x="72594" y="90786"/>
                  <a:pt x="72594" y="90498"/>
                </a:cubicBezTo>
                <a:cubicBezTo>
                  <a:pt x="72594" y="90272"/>
                  <a:pt x="72630" y="90197"/>
                  <a:pt x="72667" y="90046"/>
                </a:cubicBezTo>
                <a:cubicBezTo>
                  <a:pt x="72704" y="89971"/>
                  <a:pt x="72741" y="89896"/>
                  <a:pt x="72741" y="89746"/>
                </a:cubicBezTo>
                <a:cubicBezTo>
                  <a:pt x="72741" y="89457"/>
                  <a:pt x="72741" y="89457"/>
                  <a:pt x="72741" y="89457"/>
                </a:cubicBezTo>
                <a:cubicBezTo>
                  <a:pt x="72741" y="89382"/>
                  <a:pt x="72704" y="89307"/>
                  <a:pt x="72704" y="89157"/>
                </a:cubicBezTo>
                <a:cubicBezTo>
                  <a:pt x="72704" y="89081"/>
                  <a:pt x="72704" y="89081"/>
                  <a:pt x="72704" y="89081"/>
                </a:cubicBezTo>
                <a:cubicBezTo>
                  <a:pt x="72704" y="88931"/>
                  <a:pt x="72814" y="88931"/>
                  <a:pt x="72851" y="88856"/>
                </a:cubicBezTo>
                <a:cubicBezTo>
                  <a:pt x="72851" y="88706"/>
                  <a:pt x="72888" y="88630"/>
                  <a:pt x="72888" y="88555"/>
                </a:cubicBezTo>
                <a:cubicBezTo>
                  <a:pt x="72888" y="88417"/>
                  <a:pt x="72888" y="88417"/>
                  <a:pt x="72888" y="88417"/>
                </a:cubicBezTo>
                <a:cubicBezTo>
                  <a:pt x="72888" y="88116"/>
                  <a:pt x="72814" y="87966"/>
                  <a:pt x="72814" y="87665"/>
                </a:cubicBezTo>
                <a:cubicBezTo>
                  <a:pt x="72814" y="87452"/>
                  <a:pt x="72814" y="87302"/>
                  <a:pt x="72814" y="87151"/>
                </a:cubicBezTo>
                <a:cubicBezTo>
                  <a:pt x="72814" y="87001"/>
                  <a:pt x="72814" y="86926"/>
                  <a:pt x="72814" y="86851"/>
                </a:cubicBezTo>
                <a:cubicBezTo>
                  <a:pt x="72814" y="86700"/>
                  <a:pt x="72741" y="86700"/>
                  <a:pt x="72667" y="86625"/>
                </a:cubicBezTo>
                <a:cubicBezTo>
                  <a:pt x="72630" y="86550"/>
                  <a:pt x="72594" y="86487"/>
                  <a:pt x="72520" y="86425"/>
                </a:cubicBezTo>
                <a:cubicBezTo>
                  <a:pt x="72490" y="86349"/>
                  <a:pt x="72447" y="86349"/>
                  <a:pt x="72379" y="86349"/>
                </a:cubicBezTo>
                <a:cubicBezTo>
                  <a:pt x="72379" y="86425"/>
                  <a:pt x="72416" y="86550"/>
                  <a:pt x="72379" y="86625"/>
                </a:cubicBezTo>
                <a:cubicBezTo>
                  <a:pt x="72379" y="86700"/>
                  <a:pt x="72416" y="86775"/>
                  <a:pt x="72379" y="86926"/>
                </a:cubicBezTo>
                <a:cubicBezTo>
                  <a:pt x="72379" y="87001"/>
                  <a:pt x="72306" y="87001"/>
                  <a:pt x="72269" y="87151"/>
                </a:cubicBezTo>
                <a:cubicBezTo>
                  <a:pt x="72196" y="87227"/>
                  <a:pt x="72196" y="87302"/>
                  <a:pt x="72159" y="87377"/>
                </a:cubicBezTo>
                <a:cubicBezTo>
                  <a:pt x="72122" y="87527"/>
                  <a:pt x="72049" y="87527"/>
                  <a:pt x="72012" y="87590"/>
                </a:cubicBezTo>
                <a:cubicBezTo>
                  <a:pt x="71975" y="87740"/>
                  <a:pt x="71975" y="87816"/>
                  <a:pt x="71975" y="87891"/>
                </a:cubicBezTo>
                <a:cubicBezTo>
                  <a:pt x="71944" y="87966"/>
                  <a:pt x="71975" y="88116"/>
                  <a:pt x="71975" y="88192"/>
                </a:cubicBezTo>
                <a:cubicBezTo>
                  <a:pt x="71944" y="88267"/>
                  <a:pt x="71871" y="88192"/>
                  <a:pt x="71834" y="88267"/>
                </a:cubicBezTo>
                <a:cubicBezTo>
                  <a:pt x="71797" y="88417"/>
                  <a:pt x="71834" y="88706"/>
                  <a:pt x="71724" y="88856"/>
                </a:cubicBezTo>
                <a:cubicBezTo>
                  <a:pt x="71687" y="88856"/>
                  <a:pt x="71650" y="88856"/>
                  <a:pt x="71577" y="88856"/>
                </a:cubicBezTo>
                <a:cubicBezTo>
                  <a:pt x="71503" y="88856"/>
                  <a:pt x="71399" y="88781"/>
                  <a:pt x="71326" y="88856"/>
                </a:cubicBezTo>
                <a:cubicBezTo>
                  <a:pt x="71215" y="88856"/>
                  <a:pt x="71105" y="88856"/>
                  <a:pt x="71032" y="89006"/>
                </a:cubicBezTo>
                <a:cubicBezTo>
                  <a:pt x="70958" y="89006"/>
                  <a:pt x="70928" y="89006"/>
                  <a:pt x="70891" y="89157"/>
                </a:cubicBezTo>
                <a:cubicBezTo>
                  <a:pt x="70854" y="89232"/>
                  <a:pt x="70891" y="89307"/>
                  <a:pt x="70891" y="89382"/>
                </a:cubicBezTo>
                <a:cubicBezTo>
                  <a:pt x="70891" y="89533"/>
                  <a:pt x="70891" y="89608"/>
                  <a:pt x="70891" y="89671"/>
                </a:cubicBezTo>
                <a:cubicBezTo>
                  <a:pt x="70854" y="89896"/>
                  <a:pt x="70744" y="90046"/>
                  <a:pt x="70744" y="90272"/>
                </a:cubicBezTo>
                <a:cubicBezTo>
                  <a:pt x="70744" y="90347"/>
                  <a:pt x="70781" y="90422"/>
                  <a:pt x="70781" y="90573"/>
                </a:cubicBezTo>
                <a:cubicBezTo>
                  <a:pt x="70781" y="90786"/>
                  <a:pt x="70781" y="90936"/>
                  <a:pt x="70781" y="91087"/>
                </a:cubicBezTo>
                <a:cubicBezTo>
                  <a:pt x="70781" y="91237"/>
                  <a:pt x="70891" y="91312"/>
                  <a:pt x="70891" y="91387"/>
                </a:cubicBezTo>
                <a:cubicBezTo>
                  <a:pt x="70891" y="91538"/>
                  <a:pt x="70891" y="91613"/>
                  <a:pt x="70891" y="91688"/>
                </a:cubicBezTo>
                <a:cubicBezTo>
                  <a:pt x="70891" y="91826"/>
                  <a:pt x="70928" y="91901"/>
                  <a:pt x="70891" y="91977"/>
                </a:cubicBezTo>
                <a:cubicBezTo>
                  <a:pt x="70854" y="92052"/>
                  <a:pt x="70781" y="91901"/>
                  <a:pt x="70744" y="91977"/>
                </a:cubicBezTo>
                <a:cubicBezTo>
                  <a:pt x="70707" y="92052"/>
                  <a:pt x="70707" y="92127"/>
                  <a:pt x="70670" y="92277"/>
                </a:cubicBezTo>
                <a:cubicBezTo>
                  <a:pt x="70670" y="92353"/>
                  <a:pt x="70633" y="92428"/>
                  <a:pt x="70597" y="92578"/>
                </a:cubicBezTo>
                <a:cubicBezTo>
                  <a:pt x="70597" y="92716"/>
                  <a:pt x="70633" y="92942"/>
                  <a:pt x="70597" y="93092"/>
                </a:cubicBezTo>
                <a:cubicBezTo>
                  <a:pt x="70597" y="93242"/>
                  <a:pt x="70523" y="93318"/>
                  <a:pt x="70486" y="93393"/>
                </a:cubicBezTo>
                <a:cubicBezTo>
                  <a:pt x="70486" y="93543"/>
                  <a:pt x="70486" y="93543"/>
                  <a:pt x="70486" y="93543"/>
                </a:cubicBezTo>
                <a:cubicBezTo>
                  <a:pt x="70486" y="93769"/>
                  <a:pt x="70560" y="93831"/>
                  <a:pt x="70560" y="93982"/>
                </a:cubicBezTo>
                <a:cubicBezTo>
                  <a:pt x="70597" y="94057"/>
                  <a:pt x="70597" y="94132"/>
                  <a:pt x="70597" y="94283"/>
                </a:cubicBezTo>
                <a:cubicBezTo>
                  <a:pt x="70597" y="94583"/>
                  <a:pt x="70597" y="94583"/>
                  <a:pt x="70597" y="94583"/>
                </a:cubicBezTo>
                <a:cubicBezTo>
                  <a:pt x="70597" y="94659"/>
                  <a:pt x="70633" y="94734"/>
                  <a:pt x="70633" y="94884"/>
                </a:cubicBezTo>
                <a:cubicBezTo>
                  <a:pt x="70670" y="95022"/>
                  <a:pt x="70633" y="95172"/>
                  <a:pt x="70633" y="95398"/>
                </a:cubicBezTo>
                <a:cubicBezTo>
                  <a:pt x="70707" y="95398"/>
                  <a:pt x="70744" y="95398"/>
                  <a:pt x="70781" y="95398"/>
                </a:cubicBezTo>
                <a:cubicBezTo>
                  <a:pt x="70891" y="95398"/>
                  <a:pt x="70958" y="95398"/>
                  <a:pt x="71068" y="95398"/>
                </a:cubicBezTo>
                <a:cubicBezTo>
                  <a:pt x="71105" y="95398"/>
                  <a:pt x="71105" y="95624"/>
                  <a:pt x="71142" y="95624"/>
                </a:cubicBezTo>
                <a:cubicBezTo>
                  <a:pt x="71179" y="95624"/>
                  <a:pt x="71215" y="95624"/>
                  <a:pt x="71289" y="95624"/>
                </a:cubicBezTo>
                <a:cubicBezTo>
                  <a:pt x="71326" y="95624"/>
                  <a:pt x="71362" y="95699"/>
                  <a:pt x="71399" y="95699"/>
                </a:cubicBezTo>
                <a:cubicBezTo>
                  <a:pt x="71473" y="95699"/>
                  <a:pt x="71503" y="95624"/>
                  <a:pt x="71540" y="95624"/>
                </a:cubicBezTo>
                <a:cubicBezTo>
                  <a:pt x="71650" y="95624"/>
                  <a:pt x="71761" y="95699"/>
                  <a:pt x="71834" y="95548"/>
                </a:cubicBezTo>
                <a:cubicBezTo>
                  <a:pt x="71871" y="95473"/>
                  <a:pt x="71908" y="95398"/>
                  <a:pt x="71944" y="95248"/>
                </a:cubicBezTo>
                <a:cubicBezTo>
                  <a:pt x="71975" y="95172"/>
                  <a:pt x="72012" y="95097"/>
                  <a:pt x="72012" y="94947"/>
                </a:cubicBezTo>
                <a:cubicBezTo>
                  <a:pt x="72012" y="94884"/>
                  <a:pt x="72012" y="94796"/>
                  <a:pt x="72012" y="94734"/>
                </a:cubicBezTo>
                <a:cubicBezTo>
                  <a:pt x="72012" y="94358"/>
                  <a:pt x="71975" y="94132"/>
                  <a:pt x="72012" y="93831"/>
                </a:cubicBezTo>
                <a:cubicBezTo>
                  <a:pt x="72012" y="93769"/>
                  <a:pt x="72049" y="93618"/>
                  <a:pt x="72049" y="93543"/>
                </a:cubicBezTo>
                <a:cubicBezTo>
                  <a:pt x="72049" y="93468"/>
                  <a:pt x="72122" y="93393"/>
                  <a:pt x="72159" y="93242"/>
                </a:cubicBezTo>
                <a:cubicBezTo>
                  <a:pt x="72159" y="93167"/>
                  <a:pt x="72232" y="93092"/>
                  <a:pt x="72269" y="93017"/>
                </a:cubicBezTo>
                <a:cubicBezTo>
                  <a:pt x="72269" y="92804"/>
                  <a:pt x="72269" y="92653"/>
                  <a:pt x="72269" y="92428"/>
                </a:cubicBezTo>
                <a:cubicBezTo>
                  <a:pt x="72269" y="92202"/>
                  <a:pt x="72232" y="92052"/>
                  <a:pt x="72269" y="91826"/>
                </a:cubicBezTo>
                <a:cubicBezTo>
                  <a:pt x="72269" y="91688"/>
                  <a:pt x="72343" y="91688"/>
                  <a:pt x="72379" y="91613"/>
                </a:cubicBezTo>
                <a:cubicBezTo>
                  <a:pt x="72447" y="91538"/>
                  <a:pt x="72520" y="91538"/>
                  <a:pt x="72557" y="91387"/>
                </a:cubicBezTo>
                <a:cubicBezTo>
                  <a:pt x="72594" y="91312"/>
                  <a:pt x="72704" y="91312"/>
                  <a:pt x="72704" y="91162"/>
                </a:cubicBezTo>
                <a:close/>
                <a:moveTo>
                  <a:pt x="66891" y="57073"/>
                </a:moveTo>
                <a:lnTo>
                  <a:pt x="66891" y="57073"/>
                </a:lnTo>
                <a:cubicBezTo>
                  <a:pt x="66891" y="56923"/>
                  <a:pt x="66823" y="56923"/>
                  <a:pt x="66787" y="56772"/>
                </a:cubicBezTo>
                <a:cubicBezTo>
                  <a:pt x="66787" y="56697"/>
                  <a:pt x="66823" y="56622"/>
                  <a:pt x="66787" y="56472"/>
                </a:cubicBezTo>
                <a:cubicBezTo>
                  <a:pt x="66787" y="56396"/>
                  <a:pt x="66823" y="56321"/>
                  <a:pt x="66787" y="56246"/>
                </a:cubicBezTo>
                <a:cubicBezTo>
                  <a:pt x="66787" y="56096"/>
                  <a:pt x="66713" y="56096"/>
                  <a:pt x="66676" y="56033"/>
                </a:cubicBezTo>
                <a:cubicBezTo>
                  <a:pt x="66603" y="55958"/>
                  <a:pt x="66566" y="55883"/>
                  <a:pt x="66529" y="55883"/>
                </a:cubicBezTo>
                <a:cubicBezTo>
                  <a:pt x="66456" y="55807"/>
                  <a:pt x="66419" y="55883"/>
                  <a:pt x="66382" y="55883"/>
                </a:cubicBezTo>
                <a:cubicBezTo>
                  <a:pt x="66309" y="55807"/>
                  <a:pt x="66309" y="55657"/>
                  <a:pt x="66241" y="55657"/>
                </a:cubicBezTo>
                <a:cubicBezTo>
                  <a:pt x="66168" y="55657"/>
                  <a:pt x="66168" y="55657"/>
                  <a:pt x="66168" y="55657"/>
                </a:cubicBezTo>
                <a:cubicBezTo>
                  <a:pt x="66021" y="55657"/>
                  <a:pt x="65947" y="55883"/>
                  <a:pt x="65807" y="55958"/>
                </a:cubicBezTo>
                <a:cubicBezTo>
                  <a:pt x="65733" y="55958"/>
                  <a:pt x="65733" y="55958"/>
                  <a:pt x="65733" y="55958"/>
                </a:cubicBezTo>
                <a:cubicBezTo>
                  <a:pt x="64747" y="55431"/>
                  <a:pt x="64747" y="55431"/>
                  <a:pt x="64747" y="55431"/>
                </a:cubicBezTo>
                <a:cubicBezTo>
                  <a:pt x="64643" y="55507"/>
                  <a:pt x="64569" y="55582"/>
                  <a:pt x="64459" y="55582"/>
                </a:cubicBezTo>
                <a:cubicBezTo>
                  <a:pt x="64385" y="55582"/>
                  <a:pt x="64312" y="55582"/>
                  <a:pt x="64245" y="55507"/>
                </a:cubicBezTo>
                <a:cubicBezTo>
                  <a:pt x="64171" y="55431"/>
                  <a:pt x="64171" y="55281"/>
                  <a:pt x="64098" y="55206"/>
                </a:cubicBezTo>
                <a:cubicBezTo>
                  <a:pt x="63987" y="55068"/>
                  <a:pt x="63950" y="54918"/>
                  <a:pt x="63840" y="54767"/>
                </a:cubicBezTo>
                <a:cubicBezTo>
                  <a:pt x="63663" y="54617"/>
                  <a:pt x="63552" y="54391"/>
                  <a:pt x="63332" y="54391"/>
                </a:cubicBezTo>
                <a:cubicBezTo>
                  <a:pt x="63191" y="54391"/>
                  <a:pt x="63117" y="54542"/>
                  <a:pt x="62970" y="54542"/>
                </a:cubicBezTo>
                <a:cubicBezTo>
                  <a:pt x="62897" y="54542"/>
                  <a:pt x="62860" y="54466"/>
                  <a:pt x="62787" y="54466"/>
                </a:cubicBezTo>
                <a:cubicBezTo>
                  <a:pt x="62787" y="54767"/>
                  <a:pt x="62756" y="54918"/>
                  <a:pt x="62787" y="55131"/>
                </a:cubicBezTo>
                <a:cubicBezTo>
                  <a:pt x="62787" y="55281"/>
                  <a:pt x="62823" y="55356"/>
                  <a:pt x="62823" y="55431"/>
                </a:cubicBezTo>
                <a:cubicBezTo>
                  <a:pt x="62823" y="55807"/>
                  <a:pt x="62787" y="55958"/>
                  <a:pt x="62787" y="56321"/>
                </a:cubicBezTo>
                <a:cubicBezTo>
                  <a:pt x="62683" y="56321"/>
                  <a:pt x="62646" y="56321"/>
                  <a:pt x="62572" y="56321"/>
                </a:cubicBezTo>
                <a:cubicBezTo>
                  <a:pt x="62425" y="56321"/>
                  <a:pt x="62425" y="56321"/>
                  <a:pt x="62425" y="56321"/>
                </a:cubicBezTo>
                <a:cubicBezTo>
                  <a:pt x="62388" y="56321"/>
                  <a:pt x="62352" y="56396"/>
                  <a:pt x="62278" y="56321"/>
                </a:cubicBezTo>
                <a:cubicBezTo>
                  <a:pt x="62211" y="56321"/>
                  <a:pt x="62211" y="56171"/>
                  <a:pt x="62137" y="56096"/>
                </a:cubicBezTo>
                <a:cubicBezTo>
                  <a:pt x="62101" y="55958"/>
                  <a:pt x="62064" y="55883"/>
                  <a:pt x="61990" y="55807"/>
                </a:cubicBezTo>
                <a:cubicBezTo>
                  <a:pt x="61954" y="55732"/>
                  <a:pt x="61880" y="55732"/>
                  <a:pt x="61807" y="55732"/>
                </a:cubicBezTo>
                <a:cubicBezTo>
                  <a:pt x="61120" y="55732"/>
                  <a:pt x="61120" y="55732"/>
                  <a:pt x="61120" y="55732"/>
                </a:cubicBezTo>
                <a:cubicBezTo>
                  <a:pt x="61120" y="55582"/>
                  <a:pt x="61084" y="55507"/>
                  <a:pt x="61047" y="55431"/>
                </a:cubicBezTo>
                <a:cubicBezTo>
                  <a:pt x="61047" y="55356"/>
                  <a:pt x="61047" y="55206"/>
                  <a:pt x="61047" y="55131"/>
                </a:cubicBezTo>
                <a:cubicBezTo>
                  <a:pt x="61010" y="55068"/>
                  <a:pt x="60937" y="55068"/>
                  <a:pt x="60900" y="54980"/>
                </a:cubicBezTo>
                <a:cubicBezTo>
                  <a:pt x="60826" y="54918"/>
                  <a:pt x="60790" y="54842"/>
                  <a:pt x="60753" y="54767"/>
                </a:cubicBezTo>
                <a:cubicBezTo>
                  <a:pt x="60716" y="54767"/>
                  <a:pt x="60649" y="54767"/>
                  <a:pt x="60612" y="54692"/>
                </a:cubicBezTo>
                <a:cubicBezTo>
                  <a:pt x="60502" y="54692"/>
                  <a:pt x="60428" y="54617"/>
                  <a:pt x="60318" y="54542"/>
                </a:cubicBezTo>
                <a:cubicBezTo>
                  <a:pt x="60208" y="54542"/>
                  <a:pt x="60140" y="54617"/>
                  <a:pt x="60067" y="54542"/>
                </a:cubicBezTo>
                <a:cubicBezTo>
                  <a:pt x="59926" y="54542"/>
                  <a:pt x="59889" y="54391"/>
                  <a:pt x="59779" y="54316"/>
                </a:cubicBezTo>
                <a:cubicBezTo>
                  <a:pt x="59638" y="54166"/>
                  <a:pt x="59528" y="54015"/>
                  <a:pt x="59491" y="53802"/>
                </a:cubicBezTo>
                <a:cubicBezTo>
                  <a:pt x="59491" y="53727"/>
                  <a:pt x="59454" y="53577"/>
                  <a:pt x="59454" y="53501"/>
                </a:cubicBezTo>
                <a:cubicBezTo>
                  <a:pt x="59454" y="53351"/>
                  <a:pt x="59491" y="53351"/>
                  <a:pt x="59528" y="53201"/>
                </a:cubicBezTo>
                <a:cubicBezTo>
                  <a:pt x="59565" y="53050"/>
                  <a:pt x="59638" y="53125"/>
                  <a:pt x="59669" y="52987"/>
                </a:cubicBezTo>
                <a:cubicBezTo>
                  <a:pt x="59669" y="52900"/>
                  <a:pt x="59705" y="52837"/>
                  <a:pt x="59705" y="52687"/>
                </a:cubicBezTo>
                <a:cubicBezTo>
                  <a:pt x="59705" y="52612"/>
                  <a:pt x="59669" y="52536"/>
                  <a:pt x="59638" y="52461"/>
                </a:cubicBezTo>
                <a:cubicBezTo>
                  <a:pt x="59601" y="52311"/>
                  <a:pt x="59528" y="52311"/>
                  <a:pt x="59491" y="52311"/>
                </a:cubicBezTo>
                <a:cubicBezTo>
                  <a:pt x="59454" y="52236"/>
                  <a:pt x="59418" y="52160"/>
                  <a:pt x="59344" y="52085"/>
                </a:cubicBezTo>
                <a:cubicBezTo>
                  <a:pt x="59418" y="52010"/>
                  <a:pt x="59381" y="51872"/>
                  <a:pt x="59454" y="51797"/>
                </a:cubicBezTo>
                <a:cubicBezTo>
                  <a:pt x="59491" y="51722"/>
                  <a:pt x="59565" y="51722"/>
                  <a:pt x="59601" y="51722"/>
                </a:cubicBezTo>
                <a:cubicBezTo>
                  <a:pt x="59638" y="51646"/>
                  <a:pt x="59705" y="51646"/>
                  <a:pt x="59742" y="51646"/>
                </a:cubicBezTo>
                <a:cubicBezTo>
                  <a:pt x="59705" y="51571"/>
                  <a:pt x="59742" y="51421"/>
                  <a:pt x="59705" y="51346"/>
                </a:cubicBezTo>
                <a:cubicBezTo>
                  <a:pt x="59669" y="51271"/>
                  <a:pt x="59601" y="51346"/>
                  <a:pt x="59565" y="51271"/>
                </a:cubicBezTo>
                <a:cubicBezTo>
                  <a:pt x="59454" y="51195"/>
                  <a:pt x="59381" y="51045"/>
                  <a:pt x="59271" y="51045"/>
                </a:cubicBezTo>
                <a:cubicBezTo>
                  <a:pt x="59234" y="51045"/>
                  <a:pt x="59197" y="51120"/>
                  <a:pt x="59130" y="51120"/>
                </a:cubicBezTo>
                <a:cubicBezTo>
                  <a:pt x="59093" y="51120"/>
                  <a:pt x="59056" y="51120"/>
                  <a:pt x="59019" y="51120"/>
                </a:cubicBezTo>
                <a:cubicBezTo>
                  <a:pt x="58909" y="51195"/>
                  <a:pt x="58836" y="51346"/>
                  <a:pt x="58725" y="51346"/>
                </a:cubicBezTo>
                <a:cubicBezTo>
                  <a:pt x="58689" y="51346"/>
                  <a:pt x="58652" y="51346"/>
                  <a:pt x="58584" y="51346"/>
                </a:cubicBezTo>
                <a:cubicBezTo>
                  <a:pt x="58437" y="51346"/>
                  <a:pt x="58327" y="51271"/>
                  <a:pt x="58180" y="51346"/>
                </a:cubicBezTo>
                <a:cubicBezTo>
                  <a:pt x="58113" y="51346"/>
                  <a:pt x="58076" y="51496"/>
                  <a:pt x="58039" y="51571"/>
                </a:cubicBezTo>
                <a:cubicBezTo>
                  <a:pt x="57966" y="51646"/>
                  <a:pt x="57929" y="51722"/>
                  <a:pt x="57892" y="51797"/>
                </a:cubicBezTo>
                <a:cubicBezTo>
                  <a:pt x="57856" y="51722"/>
                  <a:pt x="57782" y="51646"/>
                  <a:pt x="57745" y="51571"/>
                </a:cubicBezTo>
                <a:cubicBezTo>
                  <a:pt x="57709" y="51496"/>
                  <a:pt x="57709" y="51346"/>
                  <a:pt x="57635" y="51271"/>
                </a:cubicBezTo>
                <a:cubicBezTo>
                  <a:pt x="57568" y="51120"/>
                  <a:pt x="57457" y="51045"/>
                  <a:pt x="57347" y="51045"/>
                </a:cubicBezTo>
                <a:cubicBezTo>
                  <a:pt x="57200" y="51045"/>
                  <a:pt x="57096" y="51271"/>
                  <a:pt x="56949" y="51421"/>
                </a:cubicBezTo>
                <a:cubicBezTo>
                  <a:pt x="56912" y="51496"/>
                  <a:pt x="56839" y="51421"/>
                  <a:pt x="56802" y="51421"/>
                </a:cubicBezTo>
                <a:cubicBezTo>
                  <a:pt x="56728" y="51496"/>
                  <a:pt x="56728" y="51571"/>
                  <a:pt x="56655" y="51722"/>
                </a:cubicBezTo>
                <a:cubicBezTo>
                  <a:pt x="55969" y="51722"/>
                  <a:pt x="55969" y="51722"/>
                  <a:pt x="55969" y="51722"/>
                </a:cubicBezTo>
                <a:cubicBezTo>
                  <a:pt x="55932" y="51797"/>
                  <a:pt x="55932" y="51872"/>
                  <a:pt x="55895" y="52010"/>
                </a:cubicBezTo>
                <a:cubicBezTo>
                  <a:pt x="55859" y="52085"/>
                  <a:pt x="55895" y="52236"/>
                  <a:pt x="55859" y="52311"/>
                </a:cubicBezTo>
                <a:cubicBezTo>
                  <a:pt x="55822" y="52386"/>
                  <a:pt x="55785" y="52461"/>
                  <a:pt x="55712" y="52536"/>
                </a:cubicBezTo>
                <a:cubicBezTo>
                  <a:pt x="55675" y="52536"/>
                  <a:pt x="55638" y="52536"/>
                  <a:pt x="55565" y="52536"/>
                </a:cubicBezTo>
                <a:cubicBezTo>
                  <a:pt x="55460" y="52536"/>
                  <a:pt x="55387" y="52461"/>
                  <a:pt x="55313" y="52536"/>
                </a:cubicBezTo>
                <a:cubicBezTo>
                  <a:pt x="55240" y="52536"/>
                  <a:pt x="55203" y="52612"/>
                  <a:pt x="55166" y="52612"/>
                </a:cubicBezTo>
                <a:cubicBezTo>
                  <a:pt x="55093" y="52612"/>
                  <a:pt x="55093" y="52612"/>
                  <a:pt x="55093" y="52612"/>
                </a:cubicBezTo>
                <a:cubicBezTo>
                  <a:pt x="55019" y="52612"/>
                  <a:pt x="54952" y="52536"/>
                  <a:pt x="54879" y="52536"/>
                </a:cubicBezTo>
                <a:cubicBezTo>
                  <a:pt x="54695" y="52536"/>
                  <a:pt x="54621" y="52612"/>
                  <a:pt x="54444" y="52536"/>
                </a:cubicBezTo>
                <a:cubicBezTo>
                  <a:pt x="54407" y="52536"/>
                  <a:pt x="54370" y="52536"/>
                  <a:pt x="54333" y="52536"/>
                </a:cubicBezTo>
                <a:cubicBezTo>
                  <a:pt x="54260" y="52461"/>
                  <a:pt x="54223" y="52311"/>
                  <a:pt x="54186" y="52311"/>
                </a:cubicBezTo>
                <a:cubicBezTo>
                  <a:pt x="54045" y="52160"/>
                  <a:pt x="54045" y="52160"/>
                  <a:pt x="54045" y="52160"/>
                </a:cubicBezTo>
                <a:cubicBezTo>
                  <a:pt x="54003" y="52236"/>
                  <a:pt x="53935" y="52311"/>
                  <a:pt x="53935" y="52461"/>
                </a:cubicBezTo>
                <a:cubicBezTo>
                  <a:pt x="53935" y="52536"/>
                  <a:pt x="53935" y="52612"/>
                  <a:pt x="53935" y="52687"/>
                </a:cubicBezTo>
                <a:cubicBezTo>
                  <a:pt x="53935" y="52837"/>
                  <a:pt x="53898" y="52900"/>
                  <a:pt x="53898" y="52987"/>
                </a:cubicBezTo>
                <a:cubicBezTo>
                  <a:pt x="53898" y="53201"/>
                  <a:pt x="53898" y="53276"/>
                  <a:pt x="53898" y="53426"/>
                </a:cubicBezTo>
                <a:cubicBezTo>
                  <a:pt x="53862" y="53426"/>
                  <a:pt x="53825" y="53426"/>
                  <a:pt x="53751" y="53426"/>
                </a:cubicBezTo>
                <a:cubicBezTo>
                  <a:pt x="53715" y="53426"/>
                  <a:pt x="53678" y="53501"/>
                  <a:pt x="53604" y="53501"/>
                </a:cubicBezTo>
                <a:cubicBezTo>
                  <a:pt x="53531" y="53501"/>
                  <a:pt x="53457" y="53426"/>
                  <a:pt x="53390" y="53426"/>
                </a:cubicBezTo>
                <a:cubicBezTo>
                  <a:pt x="53390" y="54617"/>
                  <a:pt x="53390" y="54617"/>
                  <a:pt x="53390" y="54617"/>
                </a:cubicBezTo>
                <a:cubicBezTo>
                  <a:pt x="52845" y="54617"/>
                  <a:pt x="52845" y="54617"/>
                  <a:pt x="52845" y="54617"/>
                </a:cubicBezTo>
                <a:cubicBezTo>
                  <a:pt x="52845" y="54842"/>
                  <a:pt x="52808" y="54980"/>
                  <a:pt x="52808" y="55206"/>
                </a:cubicBezTo>
                <a:cubicBezTo>
                  <a:pt x="52808" y="55431"/>
                  <a:pt x="52808" y="55582"/>
                  <a:pt x="52808" y="55807"/>
                </a:cubicBezTo>
                <a:cubicBezTo>
                  <a:pt x="52808" y="55883"/>
                  <a:pt x="52771" y="55958"/>
                  <a:pt x="52735" y="56096"/>
                </a:cubicBezTo>
                <a:cubicBezTo>
                  <a:pt x="52735" y="56246"/>
                  <a:pt x="52698" y="56472"/>
                  <a:pt x="52698" y="56697"/>
                </a:cubicBezTo>
                <a:cubicBezTo>
                  <a:pt x="52698" y="57211"/>
                  <a:pt x="52698" y="57211"/>
                  <a:pt x="52698" y="57211"/>
                </a:cubicBezTo>
                <a:cubicBezTo>
                  <a:pt x="52300" y="57211"/>
                  <a:pt x="52300" y="57211"/>
                  <a:pt x="52300" y="57211"/>
                </a:cubicBezTo>
                <a:cubicBezTo>
                  <a:pt x="52300" y="57587"/>
                  <a:pt x="52263" y="57888"/>
                  <a:pt x="52116" y="58113"/>
                </a:cubicBezTo>
                <a:cubicBezTo>
                  <a:pt x="52079" y="58113"/>
                  <a:pt x="52006" y="58113"/>
                  <a:pt x="51969" y="58176"/>
                </a:cubicBezTo>
                <a:cubicBezTo>
                  <a:pt x="51938" y="58251"/>
                  <a:pt x="51938" y="58402"/>
                  <a:pt x="51865" y="58402"/>
                </a:cubicBezTo>
                <a:cubicBezTo>
                  <a:pt x="51828" y="58477"/>
                  <a:pt x="51791" y="58477"/>
                  <a:pt x="51718" y="58477"/>
                </a:cubicBezTo>
                <a:cubicBezTo>
                  <a:pt x="51681" y="58552"/>
                  <a:pt x="51607" y="58477"/>
                  <a:pt x="51607" y="58477"/>
                </a:cubicBezTo>
                <a:cubicBezTo>
                  <a:pt x="51534" y="58552"/>
                  <a:pt x="51571" y="58702"/>
                  <a:pt x="51534" y="58778"/>
                </a:cubicBezTo>
                <a:cubicBezTo>
                  <a:pt x="51497" y="58853"/>
                  <a:pt x="51430" y="59003"/>
                  <a:pt x="51430" y="59078"/>
                </a:cubicBezTo>
                <a:cubicBezTo>
                  <a:pt x="51356" y="59291"/>
                  <a:pt x="51356" y="59517"/>
                  <a:pt x="51283" y="59743"/>
                </a:cubicBezTo>
                <a:cubicBezTo>
                  <a:pt x="51246" y="59818"/>
                  <a:pt x="51209" y="59968"/>
                  <a:pt x="51173" y="60119"/>
                </a:cubicBezTo>
                <a:cubicBezTo>
                  <a:pt x="51136" y="60194"/>
                  <a:pt x="51173" y="60269"/>
                  <a:pt x="51136" y="60332"/>
                </a:cubicBezTo>
                <a:cubicBezTo>
                  <a:pt x="51099" y="60482"/>
                  <a:pt x="51026" y="60557"/>
                  <a:pt x="50989" y="60632"/>
                </a:cubicBezTo>
                <a:cubicBezTo>
                  <a:pt x="50952" y="60783"/>
                  <a:pt x="50952" y="60858"/>
                  <a:pt x="50921" y="60933"/>
                </a:cubicBezTo>
                <a:cubicBezTo>
                  <a:pt x="50885" y="61008"/>
                  <a:pt x="50921" y="61159"/>
                  <a:pt x="50885" y="61234"/>
                </a:cubicBezTo>
                <a:cubicBezTo>
                  <a:pt x="50848" y="61309"/>
                  <a:pt x="50811" y="61234"/>
                  <a:pt x="50738" y="61234"/>
                </a:cubicBezTo>
                <a:cubicBezTo>
                  <a:pt x="50664" y="61309"/>
                  <a:pt x="50591" y="61309"/>
                  <a:pt x="50517" y="61309"/>
                </a:cubicBezTo>
                <a:cubicBezTo>
                  <a:pt x="50517" y="61673"/>
                  <a:pt x="50517" y="61898"/>
                  <a:pt x="50517" y="62199"/>
                </a:cubicBezTo>
                <a:cubicBezTo>
                  <a:pt x="50517" y="62349"/>
                  <a:pt x="50480" y="62412"/>
                  <a:pt x="50480" y="62487"/>
                </a:cubicBezTo>
                <a:cubicBezTo>
                  <a:pt x="50444" y="62638"/>
                  <a:pt x="50444" y="62713"/>
                  <a:pt x="50444" y="62788"/>
                </a:cubicBezTo>
                <a:cubicBezTo>
                  <a:pt x="50413" y="62938"/>
                  <a:pt x="50339" y="62938"/>
                  <a:pt x="50303" y="63014"/>
                </a:cubicBezTo>
                <a:cubicBezTo>
                  <a:pt x="50266" y="63089"/>
                  <a:pt x="50192" y="63014"/>
                  <a:pt x="50156" y="63089"/>
                </a:cubicBezTo>
                <a:cubicBezTo>
                  <a:pt x="50119" y="63164"/>
                  <a:pt x="50119" y="63314"/>
                  <a:pt x="50082" y="63390"/>
                </a:cubicBezTo>
                <a:cubicBezTo>
                  <a:pt x="50082" y="63903"/>
                  <a:pt x="50082" y="63903"/>
                  <a:pt x="50082" y="63903"/>
                </a:cubicBezTo>
                <a:cubicBezTo>
                  <a:pt x="50192" y="63903"/>
                  <a:pt x="50266" y="63903"/>
                  <a:pt x="50376" y="63979"/>
                </a:cubicBezTo>
                <a:cubicBezTo>
                  <a:pt x="50413" y="63979"/>
                  <a:pt x="50444" y="63903"/>
                  <a:pt x="50517" y="63979"/>
                </a:cubicBezTo>
                <a:cubicBezTo>
                  <a:pt x="50554" y="63979"/>
                  <a:pt x="50591" y="63903"/>
                  <a:pt x="50627" y="63979"/>
                </a:cubicBezTo>
                <a:cubicBezTo>
                  <a:pt x="50701" y="63979"/>
                  <a:pt x="50701" y="64129"/>
                  <a:pt x="50738" y="64204"/>
                </a:cubicBezTo>
                <a:cubicBezTo>
                  <a:pt x="50664" y="64492"/>
                  <a:pt x="50664" y="64492"/>
                  <a:pt x="50664" y="64492"/>
                </a:cubicBezTo>
                <a:cubicBezTo>
                  <a:pt x="50664" y="64643"/>
                  <a:pt x="50591" y="64643"/>
                  <a:pt x="50591" y="64793"/>
                </a:cubicBezTo>
                <a:cubicBezTo>
                  <a:pt x="50591" y="65470"/>
                  <a:pt x="50627" y="65833"/>
                  <a:pt x="50627" y="66510"/>
                </a:cubicBezTo>
                <a:cubicBezTo>
                  <a:pt x="50627" y="66798"/>
                  <a:pt x="50627" y="66798"/>
                  <a:pt x="50627" y="66798"/>
                </a:cubicBezTo>
                <a:cubicBezTo>
                  <a:pt x="50627" y="66874"/>
                  <a:pt x="50627" y="67024"/>
                  <a:pt x="50627" y="67099"/>
                </a:cubicBezTo>
                <a:cubicBezTo>
                  <a:pt x="50591" y="67250"/>
                  <a:pt x="50554" y="67325"/>
                  <a:pt x="50517" y="67400"/>
                </a:cubicBezTo>
                <a:cubicBezTo>
                  <a:pt x="50480" y="67475"/>
                  <a:pt x="50376" y="67325"/>
                  <a:pt x="50376" y="67400"/>
                </a:cubicBezTo>
                <a:cubicBezTo>
                  <a:pt x="50339" y="67475"/>
                  <a:pt x="50339" y="67550"/>
                  <a:pt x="50339" y="67688"/>
                </a:cubicBezTo>
                <a:cubicBezTo>
                  <a:pt x="50339" y="67763"/>
                  <a:pt x="50413" y="67839"/>
                  <a:pt x="50413" y="67914"/>
                </a:cubicBezTo>
                <a:cubicBezTo>
                  <a:pt x="50413" y="68064"/>
                  <a:pt x="50413" y="68139"/>
                  <a:pt x="50444" y="68215"/>
                </a:cubicBezTo>
                <a:cubicBezTo>
                  <a:pt x="50444" y="68365"/>
                  <a:pt x="50480" y="68440"/>
                  <a:pt x="50480" y="68515"/>
                </a:cubicBezTo>
                <a:cubicBezTo>
                  <a:pt x="50480" y="68804"/>
                  <a:pt x="50480" y="68804"/>
                  <a:pt x="50480" y="68804"/>
                </a:cubicBezTo>
                <a:cubicBezTo>
                  <a:pt x="50480" y="69029"/>
                  <a:pt x="50444" y="69180"/>
                  <a:pt x="50517" y="69405"/>
                </a:cubicBezTo>
                <a:cubicBezTo>
                  <a:pt x="50517" y="69480"/>
                  <a:pt x="50591" y="69480"/>
                  <a:pt x="50627" y="69631"/>
                </a:cubicBezTo>
                <a:cubicBezTo>
                  <a:pt x="50664" y="69706"/>
                  <a:pt x="50664" y="69844"/>
                  <a:pt x="50701" y="69844"/>
                </a:cubicBezTo>
                <a:cubicBezTo>
                  <a:pt x="50774" y="69919"/>
                  <a:pt x="50811" y="69994"/>
                  <a:pt x="50848" y="69994"/>
                </a:cubicBezTo>
                <a:cubicBezTo>
                  <a:pt x="50921" y="70069"/>
                  <a:pt x="50921" y="70220"/>
                  <a:pt x="50989" y="70220"/>
                </a:cubicBezTo>
                <a:cubicBezTo>
                  <a:pt x="51026" y="70295"/>
                  <a:pt x="51099" y="70220"/>
                  <a:pt x="51136" y="70220"/>
                </a:cubicBezTo>
                <a:cubicBezTo>
                  <a:pt x="51173" y="70295"/>
                  <a:pt x="51246" y="70295"/>
                  <a:pt x="51283" y="70370"/>
                </a:cubicBezTo>
                <a:cubicBezTo>
                  <a:pt x="51356" y="70521"/>
                  <a:pt x="51283" y="70821"/>
                  <a:pt x="51356" y="70959"/>
                </a:cubicBezTo>
                <a:cubicBezTo>
                  <a:pt x="51393" y="71034"/>
                  <a:pt x="51430" y="71034"/>
                  <a:pt x="51497" y="71110"/>
                </a:cubicBezTo>
                <a:cubicBezTo>
                  <a:pt x="51534" y="71185"/>
                  <a:pt x="51571" y="71110"/>
                  <a:pt x="51607" y="71110"/>
                </a:cubicBezTo>
                <a:cubicBezTo>
                  <a:pt x="51607" y="71410"/>
                  <a:pt x="51607" y="71636"/>
                  <a:pt x="51607" y="71924"/>
                </a:cubicBezTo>
                <a:cubicBezTo>
                  <a:pt x="51644" y="72075"/>
                  <a:pt x="51681" y="72150"/>
                  <a:pt x="51718" y="72225"/>
                </a:cubicBezTo>
                <a:cubicBezTo>
                  <a:pt x="51754" y="72375"/>
                  <a:pt x="51828" y="72300"/>
                  <a:pt x="51901" y="72375"/>
                </a:cubicBezTo>
                <a:cubicBezTo>
                  <a:pt x="52006" y="72526"/>
                  <a:pt x="52079" y="72676"/>
                  <a:pt x="52189" y="72751"/>
                </a:cubicBezTo>
                <a:cubicBezTo>
                  <a:pt x="52300" y="72814"/>
                  <a:pt x="52373" y="72814"/>
                  <a:pt x="52514" y="72814"/>
                </a:cubicBezTo>
                <a:cubicBezTo>
                  <a:pt x="52514" y="72902"/>
                  <a:pt x="52514" y="72965"/>
                  <a:pt x="52514" y="73115"/>
                </a:cubicBezTo>
                <a:cubicBezTo>
                  <a:pt x="52514" y="73190"/>
                  <a:pt x="52514" y="73265"/>
                  <a:pt x="52514" y="73416"/>
                </a:cubicBezTo>
                <a:cubicBezTo>
                  <a:pt x="52551" y="73491"/>
                  <a:pt x="52514" y="73566"/>
                  <a:pt x="52514" y="73716"/>
                </a:cubicBezTo>
                <a:cubicBezTo>
                  <a:pt x="52551" y="73792"/>
                  <a:pt x="52624" y="73792"/>
                  <a:pt x="52661" y="73792"/>
                </a:cubicBezTo>
                <a:cubicBezTo>
                  <a:pt x="52735" y="73867"/>
                  <a:pt x="52771" y="73930"/>
                  <a:pt x="52808" y="73930"/>
                </a:cubicBezTo>
                <a:cubicBezTo>
                  <a:pt x="52882" y="74005"/>
                  <a:pt x="52882" y="74155"/>
                  <a:pt x="52918" y="74230"/>
                </a:cubicBezTo>
                <a:cubicBezTo>
                  <a:pt x="52986" y="74381"/>
                  <a:pt x="53096" y="74531"/>
                  <a:pt x="53206" y="74606"/>
                </a:cubicBezTo>
                <a:cubicBezTo>
                  <a:pt x="53243" y="74606"/>
                  <a:pt x="53280" y="74606"/>
                  <a:pt x="53353" y="74606"/>
                </a:cubicBezTo>
                <a:cubicBezTo>
                  <a:pt x="53390" y="74606"/>
                  <a:pt x="53427" y="74757"/>
                  <a:pt x="53500" y="74757"/>
                </a:cubicBezTo>
                <a:cubicBezTo>
                  <a:pt x="53531" y="74757"/>
                  <a:pt x="53604" y="74832"/>
                  <a:pt x="53678" y="74832"/>
                </a:cubicBezTo>
                <a:cubicBezTo>
                  <a:pt x="53751" y="74832"/>
                  <a:pt x="53788" y="74681"/>
                  <a:pt x="53825" y="74531"/>
                </a:cubicBezTo>
                <a:cubicBezTo>
                  <a:pt x="53862" y="74456"/>
                  <a:pt x="53825" y="74306"/>
                  <a:pt x="53862" y="74230"/>
                </a:cubicBezTo>
                <a:cubicBezTo>
                  <a:pt x="53935" y="74155"/>
                  <a:pt x="54045" y="74155"/>
                  <a:pt x="54150" y="74155"/>
                </a:cubicBezTo>
                <a:cubicBezTo>
                  <a:pt x="54186" y="74155"/>
                  <a:pt x="54223" y="74230"/>
                  <a:pt x="54297" y="74230"/>
                </a:cubicBezTo>
                <a:cubicBezTo>
                  <a:pt x="54333" y="74230"/>
                  <a:pt x="54370" y="74155"/>
                  <a:pt x="54444" y="74155"/>
                </a:cubicBezTo>
                <a:cubicBezTo>
                  <a:pt x="54517" y="74155"/>
                  <a:pt x="54517" y="74155"/>
                  <a:pt x="54517" y="74155"/>
                </a:cubicBezTo>
                <a:cubicBezTo>
                  <a:pt x="54658" y="74155"/>
                  <a:pt x="54732" y="74155"/>
                  <a:pt x="54879" y="74155"/>
                </a:cubicBezTo>
                <a:cubicBezTo>
                  <a:pt x="54915" y="74155"/>
                  <a:pt x="54989" y="74155"/>
                  <a:pt x="55019" y="74155"/>
                </a:cubicBezTo>
                <a:cubicBezTo>
                  <a:pt x="55062" y="74230"/>
                  <a:pt x="55019" y="74381"/>
                  <a:pt x="55093" y="74456"/>
                </a:cubicBezTo>
                <a:cubicBezTo>
                  <a:pt x="55203" y="74606"/>
                  <a:pt x="55313" y="74531"/>
                  <a:pt x="55424" y="74531"/>
                </a:cubicBezTo>
                <a:cubicBezTo>
                  <a:pt x="55534" y="74531"/>
                  <a:pt x="55565" y="74531"/>
                  <a:pt x="55638" y="74531"/>
                </a:cubicBezTo>
                <a:cubicBezTo>
                  <a:pt x="55712" y="74531"/>
                  <a:pt x="55748" y="74456"/>
                  <a:pt x="55785" y="74381"/>
                </a:cubicBezTo>
                <a:cubicBezTo>
                  <a:pt x="55822" y="74381"/>
                  <a:pt x="55895" y="74456"/>
                  <a:pt x="55932" y="74381"/>
                </a:cubicBezTo>
                <a:cubicBezTo>
                  <a:pt x="55969" y="74306"/>
                  <a:pt x="55969" y="74155"/>
                  <a:pt x="56006" y="74080"/>
                </a:cubicBezTo>
                <a:cubicBezTo>
                  <a:pt x="56036" y="74005"/>
                  <a:pt x="56073" y="73930"/>
                  <a:pt x="56147" y="73867"/>
                </a:cubicBezTo>
                <a:cubicBezTo>
                  <a:pt x="56183" y="73792"/>
                  <a:pt x="56220" y="73716"/>
                  <a:pt x="56294" y="73716"/>
                </a:cubicBezTo>
                <a:cubicBezTo>
                  <a:pt x="56367" y="73641"/>
                  <a:pt x="56441" y="73716"/>
                  <a:pt x="56551" y="73716"/>
                </a:cubicBezTo>
                <a:cubicBezTo>
                  <a:pt x="56655" y="73716"/>
                  <a:pt x="56728" y="73792"/>
                  <a:pt x="56839" y="73792"/>
                </a:cubicBezTo>
                <a:cubicBezTo>
                  <a:pt x="56912" y="73792"/>
                  <a:pt x="56912" y="73792"/>
                  <a:pt x="56912" y="73792"/>
                </a:cubicBezTo>
                <a:cubicBezTo>
                  <a:pt x="56986" y="73716"/>
                  <a:pt x="57022" y="73491"/>
                  <a:pt x="57096" y="73491"/>
                </a:cubicBezTo>
                <a:cubicBezTo>
                  <a:pt x="57200" y="73340"/>
                  <a:pt x="57310" y="73340"/>
                  <a:pt x="57457" y="73340"/>
                </a:cubicBezTo>
                <a:cubicBezTo>
                  <a:pt x="57531" y="73340"/>
                  <a:pt x="57635" y="73265"/>
                  <a:pt x="57672" y="73416"/>
                </a:cubicBezTo>
                <a:cubicBezTo>
                  <a:pt x="57709" y="73491"/>
                  <a:pt x="57709" y="73641"/>
                  <a:pt x="57709" y="73716"/>
                </a:cubicBezTo>
                <a:cubicBezTo>
                  <a:pt x="57745" y="73792"/>
                  <a:pt x="57782" y="73867"/>
                  <a:pt x="57819" y="73930"/>
                </a:cubicBezTo>
                <a:cubicBezTo>
                  <a:pt x="57819" y="74080"/>
                  <a:pt x="57819" y="74155"/>
                  <a:pt x="57856" y="74230"/>
                </a:cubicBezTo>
                <a:cubicBezTo>
                  <a:pt x="57856" y="74306"/>
                  <a:pt x="57856" y="74456"/>
                  <a:pt x="57892" y="74531"/>
                </a:cubicBezTo>
                <a:cubicBezTo>
                  <a:pt x="57929" y="74606"/>
                  <a:pt x="57966" y="74606"/>
                  <a:pt x="58039" y="74681"/>
                </a:cubicBezTo>
                <a:cubicBezTo>
                  <a:pt x="58076" y="74757"/>
                  <a:pt x="58113" y="74757"/>
                  <a:pt x="58180" y="74757"/>
                </a:cubicBezTo>
                <a:cubicBezTo>
                  <a:pt x="59381" y="74757"/>
                  <a:pt x="59381" y="74757"/>
                  <a:pt x="59381" y="74757"/>
                </a:cubicBezTo>
                <a:cubicBezTo>
                  <a:pt x="59381" y="75646"/>
                  <a:pt x="59381" y="75646"/>
                  <a:pt x="59381" y="75646"/>
                </a:cubicBezTo>
                <a:cubicBezTo>
                  <a:pt x="59381" y="75722"/>
                  <a:pt x="59344" y="75797"/>
                  <a:pt x="59344" y="75872"/>
                </a:cubicBezTo>
                <a:cubicBezTo>
                  <a:pt x="59344" y="76085"/>
                  <a:pt x="59381" y="76236"/>
                  <a:pt x="59344" y="76461"/>
                </a:cubicBezTo>
                <a:cubicBezTo>
                  <a:pt x="59344" y="76612"/>
                  <a:pt x="59381" y="76687"/>
                  <a:pt x="59344" y="76762"/>
                </a:cubicBezTo>
                <a:cubicBezTo>
                  <a:pt x="59344" y="76912"/>
                  <a:pt x="59271" y="76912"/>
                  <a:pt x="59234" y="77063"/>
                </a:cubicBezTo>
                <a:cubicBezTo>
                  <a:pt x="59234" y="77125"/>
                  <a:pt x="59197" y="77201"/>
                  <a:pt x="59197" y="77276"/>
                </a:cubicBezTo>
                <a:cubicBezTo>
                  <a:pt x="59197" y="77652"/>
                  <a:pt x="59160" y="77877"/>
                  <a:pt x="59160" y="78166"/>
                </a:cubicBezTo>
                <a:cubicBezTo>
                  <a:pt x="59160" y="78241"/>
                  <a:pt x="59160" y="78466"/>
                  <a:pt x="59130" y="78466"/>
                </a:cubicBezTo>
                <a:cubicBezTo>
                  <a:pt x="59130" y="78542"/>
                  <a:pt x="59056" y="78466"/>
                  <a:pt x="59019" y="78466"/>
                </a:cubicBezTo>
                <a:cubicBezTo>
                  <a:pt x="58946" y="78542"/>
                  <a:pt x="58983" y="78692"/>
                  <a:pt x="58946" y="78767"/>
                </a:cubicBezTo>
                <a:cubicBezTo>
                  <a:pt x="58983" y="78767"/>
                  <a:pt x="59019" y="78842"/>
                  <a:pt x="59093" y="78918"/>
                </a:cubicBezTo>
                <a:cubicBezTo>
                  <a:pt x="59160" y="78993"/>
                  <a:pt x="59271" y="78918"/>
                  <a:pt x="59344" y="79143"/>
                </a:cubicBezTo>
                <a:cubicBezTo>
                  <a:pt x="59418" y="79281"/>
                  <a:pt x="59344" y="79507"/>
                  <a:pt x="59381" y="79657"/>
                </a:cubicBezTo>
                <a:cubicBezTo>
                  <a:pt x="59418" y="79807"/>
                  <a:pt x="59418" y="79883"/>
                  <a:pt x="59454" y="79958"/>
                </a:cubicBezTo>
                <a:cubicBezTo>
                  <a:pt x="59491" y="80033"/>
                  <a:pt x="59565" y="80033"/>
                  <a:pt x="59601" y="80033"/>
                </a:cubicBezTo>
                <a:cubicBezTo>
                  <a:pt x="59638" y="80108"/>
                  <a:pt x="59705" y="80108"/>
                  <a:pt x="59742" y="80171"/>
                </a:cubicBezTo>
                <a:cubicBezTo>
                  <a:pt x="59779" y="80246"/>
                  <a:pt x="59742" y="80396"/>
                  <a:pt x="59779" y="80472"/>
                </a:cubicBezTo>
                <a:cubicBezTo>
                  <a:pt x="59852" y="80697"/>
                  <a:pt x="59963" y="80848"/>
                  <a:pt x="60030" y="81073"/>
                </a:cubicBezTo>
                <a:cubicBezTo>
                  <a:pt x="60030" y="81148"/>
                  <a:pt x="60067" y="81211"/>
                  <a:pt x="60067" y="81361"/>
                </a:cubicBezTo>
                <a:cubicBezTo>
                  <a:pt x="60140" y="81512"/>
                  <a:pt x="60208" y="81662"/>
                  <a:pt x="60245" y="81888"/>
                </a:cubicBezTo>
                <a:cubicBezTo>
                  <a:pt x="60281" y="82038"/>
                  <a:pt x="60318" y="82113"/>
                  <a:pt x="60318" y="82189"/>
                </a:cubicBezTo>
                <a:cubicBezTo>
                  <a:pt x="60355" y="82402"/>
                  <a:pt x="60318" y="82552"/>
                  <a:pt x="60318" y="82853"/>
                </a:cubicBezTo>
                <a:cubicBezTo>
                  <a:pt x="60318" y="83078"/>
                  <a:pt x="60355" y="83229"/>
                  <a:pt x="60392" y="83367"/>
                </a:cubicBezTo>
                <a:cubicBezTo>
                  <a:pt x="60428" y="83517"/>
                  <a:pt x="60502" y="83592"/>
                  <a:pt x="60502" y="83667"/>
                </a:cubicBezTo>
                <a:cubicBezTo>
                  <a:pt x="60502" y="83818"/>
                  <a:pt x="60465" y="83893"/>
                  <a:pt x="60465" y="83968"/>
                </a:cubicBezTo>
                <a:cubicBezTo>
                  <a:pt x="60465" y="84269"/>
                  <a:pt x="60465" y="84269"/>
                  <a:pt x="60465" y="84269"/>
                </a:cubicBezTo>
                <a:cubicBezTo>
                  <a:pt x="60465" y="84482"/>
                  <a:pt x="60502" y="84632"/>
                  <a:pt x="60539" y="84858"/>
                </a:cubicBezTo>
                <a:cubicBezTo>
                  <a:pt x="60575" y="84933"/>
                  <a:pt x="60649" y="84858"/>
                  <a:pt x="60679" y="85008"/>
                </a:cubicBezTo>
                <a:cubicBezTo>
                  <a:pt x="60716" y="85084"/>
                  <a:pt x="60679" y="85234"/>
                  <a:pt x="60679" y="85384"/>
                </a:cubicBezTo>
                <a:cubicBezTo>
                  <a:pt x="60679" y="85597"/>
                  <a:pt x="60679" y="85673"/>
                  <a:pt x="60679" y="85823"/>
                </a:cubicBezTo>
                <a:cubicBezTo>
                  <a:pt x="60679" y="85973"/>
                  <a:pt x="60649" y="86049"/>
                  <a:pt x="60649" y="86124"/>
                </a:cubicBezTo>
                <a:cubicBezTo>
                  <a:pt x="60649" y="86199"/>
                  <a:pt x="60649" y="86349"/>
                  <a:pt x="60612" y="86425"/>
                </a:cubicBezTo>
                <a:cubicBezTo>
                  <a:pt x="60575" y="86487"/>
                  <a:pt x="60502" y="86487"/>
                  <a:pt x="60465" y="86625"/>
                </a:cubicBezTo>
                <a:cubicBezTo>
                  <a:pt x="60355" y="86926"/>
                  <a:pt x="60281" y="87151"/>
                  <a:pt x="60245" y="87452"/>
                </a:cubicBezTo>
                <a:cubicBezTo>
                  <a:pt x="60245" y="87665"/>
                  <a:pt x="60281" y="87816"/>
                  <a:pt x="60245" y="88041"/>
                </a:cubicBezTo>
                <a:cubicBezTo>
                  <a:pt x="60245" y="88116"/>
                  <a:pt x="60245" y="88267"/>
                  <a:pt x="60208" y="88342"/>
                </a:cubicBezTo>
                <a:cubicBezTo>
                  <a:pt x="60208" y="88492"/>
                  <a:pt x="60104" y="88492"/>
                  <a:pt x="60067" y="88630"/>
                </a:cubicBezTo>
                <a:cubicBezTo>
                  <a:pt x="60067" y="88706"/>
                  <a:pt x="60030" y="88781"/>
                  <a:pt x="60030" y="88931"/>
                </a:cubicBezTo>
                <a:cubicBezTo>
                  <a:pt x="60000" y="89157"/>
                  <a:pt x="60030" y="89232"/>
                  <a:pt x="60030" y="89457"/>
                </a:cubicBezTo>
                <a:cubicBezTo>
                  <a:pt x="60030" y="89821"/>
                  <a:pt x="60000" y="90046"/>
                  <a:pt x="60067" y="90347"/>
                </a:cubicBezTo>
                <a:cubicBezTo>
                  <a:pt x="60067" y="90498"/>
                  <a:pt x="60140" y="90498"/>
                  <a:pt x="60177" y="90636"/>
                </a:cubicBezTo>
                <a:cubicBezTo>
                  <a:pt x="60245" y="90723"/>
                  <a:pt x="60318" y="90723"/>
                  <a:pt x="60318" y="90861"/>
                </a:cubicBezTo>
                <a:cubicBezTo>
                  <a:pt x="60318" y="90936"/>
                  <a:pt x="60318" y="91012"/>
                  <a:pt x="60318" y="91087"/>
                </a:cubicBezTo>
                <a:cubicBezTo>
                  <a:pt x="60318" y="91237"/>
                  <a:pt x="60318" y="91312"/>
                  <a:pt x="60318" y="91387"/>
                </a:cubicBezTo>
                <a:cubicBezTo>
                  <a:pt x="60318" y="91538"/>
                  <a:pt x="60355" y="91613"/>
                  <a:pt x="60392" y="91688"/>
                </a:cubicBezTo>
                <a:cubicBezTo>
                  <a:pt x="60428" y="91826"/>
                  <a:pt x="60428" y="91901"/>
                  <a:pt x="60465" y="91977"/>
                </a:cubicBezTo>
                <a:cubicBezTo>
                  <a:pt x="60539" y="92127"/>
                  <a:pt x="60679" y="92277"/>
                  <a:pt x="60790" y="92428"/>
                </a:cubicBezTo>
                <a:cubicBezTo>
                  <a:pt x="60790" y="92503"/>
                  <a:pt x="60790" y="92578"/>
                  <a:pt x="60790" y="92716"/>
                </a:cubicBezTo>
                <a:cubicBezTo>
                  <a:pt x="60790" y="92866"/>
                  <a:pt x="60826" y="92942"/>
                  <a:pt x="60863" y="93017"/>
                </a:cubicBezTo>
                <a:cubicBezTo>
                  <a:pt x="60863" y="93167"/>
                  <a:pt x="60863" y="93242"/>
                  <a:pt x="60900" y="93318"/>
                </a:cubicBezTo>
                <a:cubicBezTo>
                  <a:pt x="60900" y="93468"/>
                  <a:pt x="60863" y="93543"/>
                  <a:pt x="60900" y="93618"/>
                </a:cubicBezTo>
                <a:cubicBezTo>
                  <a:pt x="60900" y="93769"/>
                  <a:pt x="61010" y="93769"/>
                  <a:pt x="61010" y="93907"/>
                </a:cubicBezTo>
                <a:cubicBezTo>
                  <a:pt x="61010" y="95398"/>
                  <a:pt x="61010" y="95398"/>
                  <a:pt x="61010" y="95398"/>
                </a:cubicBezTo>
                <a:cubicBezTo>
                  <a:pt x="61010" y="95548"/>
                  <a:pt x="61047" y="95699"/>
                  <a:pt x="61047" y="95912"/>
                </a:cubicBezTo>
                <a:cubicBezTo>
                  <a:pt x="61047" y="95987"/>
                  <a:pt x="61047" y="96137"/>
                  <a:pt x="61047" y="96213"/>
                </a:cubicBezTo>
                <a:cubicBezTo>
                  <a:pt x="61084" y="96438"/>
                  <a:pt x="61151" y="96589"/>
                  <a:pt x="61194" y="96814"/>
                </a:cubicBezTo>
                <a:cubicBezTo>
                  <a:pt x="61298" y="97102"/>
                  <a:pt x="61482" y="97178"/>
                  <a:pt x="61592" y="97554"/>
                </a:cubicBezTo>
                <a:cubicBezTo>
                  <a:pt x="61592" y="97629"/>
                  <a:pt x="61592" y="97779"/>
                  <a:pt x="61592" y="97854"/>
                </a:cubicBezTo>
                <a:cubicBezTo>
                  <a:pt x="61592" y="97930"/>
                  <a:pt x="61629" y="98067"/>
                  <a:pt x="61629" y="98143"/>
                </a:cubicBezTo>
                <a:cubicBezTo>
                  <a:pt x="61629" y="98218"/>
                  <a:pt x="61666" y="98293"/>
                  <a:pt x="61696" y="98443"/>
                </a:cubicBezTo>
                <a:cubicBezTo>
                  <a:pt x="61739" y="98669"/>
                  <a:pt x="61739" y="98819"/>
                  <a:pt x="61807" y="98957"/>
                </a:cubicBezTo>
                <a:cubicBezTo>
                  <a:pt x="61807" y="99108"/>
                  <a:pt x="61880" y="99183"/>
                  <a:pt x="61954" y="99258"/>
                </a:cubicBezTo>
                <a:cubicBezTo>
                  <a:pt x="61990" y="99408"/>
                  <a:pt x="62064" y="99333"/>
                  <a:pt x="62064" y="99484"/>
                </a:cubicBezTo>
                <a:cubicBezTo>
                  <a:pt x="62101" y="99709"/>
                  <a:pt x="62064" y="99860"/>
                  <a:pt x="62064" y="100073"/>
                </a:cubicBezTo>
                <a:cubicBezTo>
                  <a:pt x="62101" y="100148"/>
                  <a:pt x="62137" y="100223"/>
                  <a:pt x="62137" y="100373"/>
                </a:cubicBezTo>
                <a:cubicBezTo>
                  <a:pt x="62174" y="100449"/>
                  <a:pt x="62241" y="100524"/>
                  <a:pt x="62241" y="100674"/>
                </a:cubicBezTo>
                <a:cubicBezTo>
                  <a:pt x="62241" y="100749"/>
                  <a:pt x="62241" y="100749"/>
                  <a:pt x="62241" y="100749"/>
                </a:cubicBezTo>
                <a:cubicBezTo>
                  <a:pt x="62241" y="100900"/>
                  <a:pt x="62137" y="100900"/>
                  <a:pt x="62101" y="100975"/>
                </a:cubicBezTo>
                <a:cubicBezTo>
                  <a:pt x="62064" y="101125"/>
                  <a:pt x="62027" y="101188"/>
                  <a:pt x="61990" y="101263"/>
                </a:cubicBezTo>
                <a:cubicBezTo>
                  <a:pt x="61990" y="101338"/>
                  <a:pt x="62027" y="101489"/>
                  <a:pt x="61990" y="101564"/>
                </a:cubicBezTo>
                <a:cubicBezTo>
                  <a:pt x="62064" y="101564"/>
                  <a:pt x="62101" y="101639"/>
                  <a:pt x="62137" y="101639"/>
                </a:cubicBezTo>
                <a:cubicBezTo>
                  <a:pt x="62278" y="101639"/>
                  <a:pt x="62278" y="101639"/>
                  <a:pt x="62278" y="101639"/>
                </a:cubicBezTo>
                <a:cubicBezTo>
                  <a:pt x="62278" y="101714"/>
                  <a:pt x="62278" y="101865"/>
                  <a:pt x="62278" y="101940"/>
                </a:cubicBezTo>
                <a:cubicBezTo>
                  <a:pt x="62278" y="102015"/>
                  <a:pt x="62278" y="102153"/>
                  <a:pt x="62278" y="102228"/>
                </a:cubicBezTo>
                <a:cubicBezTo>
                  <a:pt x="62315" y="102303"/>
                  <a:pt x="62388" y="102303"/>
                  <a:pt x="62425" y="102379"/>
                </a:cubicBezTo>
                <a:cubicBezTo>
                  <a:pt x="62462" y="102454"/>
                  <a:pt x="62499" y="102529"/>
                  <a:pt x="62572" y="102529"/>
                </a:cubicBezTo>
                <a:cubicBezTo>
                  <a:pt x="63258" y="102529"/>
                  <a:pt x="63258" y="102529"/>
                  <a:pt x="63258" y="102529"/>
                </a:cubicBezTo>
                <a:cubicBezTo>
                  <a:pt x="63369" y="102529"/>
                  <a:pt x="63442" y="102379"/>
                  <a:pt x="63552" y="102303"/>
                </a:cubicBezTo>
                <a:cubicBezTo>
                  <a:pt x="63663" y="102228"/>
                  <a:pt x="63730" y="102153"/>
                  <a:pt x="63840" y="102153"/>
                </a:cubicBezTo>
                <a:cubicBezTo>
                  <a:pt x="64716" y="102153"/>
                  <a:pt x="64716" y="102153"/>
                  <a:pt x="64716" y="102153"/>
                </a:cubicBezTo>
                <a:cubicBezTo>
                  <a:pt x="64716" y="102015"/>
                  <a:pt x="64790" y="102015"/>
                  <a:pt x="64790" y="101865"/>
                </a:cubicBezTo>
                <a:cubicBezTo>
                  <a:pt x="64820" y="101790"/>
                  <a:pt x="64790" y="101639"/>
                  <a:pt x="64790" y="101564"/>
                </a:cubicBezTo>
                <a:cubicBezTo>
                  <a:pt x="64820" y="101489"/>
                  <a:pt x="64894" y="101489"/>
                  <a:pt x="64931" y="101489"/>
                </a:cubicBezTo>
                <a:cubicBezTo>
                  <a:pt x="65004" y="101489"/>
                  <a:pt x="65041" y="101489"/>
                  <a:pt x="65078" y="101489"/>
                </a:cubicBezTo>
                <a:cubicBezTo>
                  <a:pt x="65188" y="101489"/>
                  <a:pt x="65261" y="101489"/>
                  <a:pt x="65366" y="101414"/>
                </a:cubicBezTo>
                <a:cubicBezTo>
                  <a:pt x="65402" y="101414"/>
                  <a:pt x="65476" y="101414"/>
                  <a:pt x="65513" y="101338"/>
                </a:cubicBezTo>
                <a:cubicBezTo>
                  <a:pt x="65549" y="101263"/>
                  <a:pt x="65586" y="101188"/>
                  <a:pt x="65623" y="101038"/>
                </a:cubicBezTo>
                <a:cubicBezTo>
                  <a:pt x="65623" y="100975"/>
                  <a:pt x="65586" y="100825"/>
                  <a:pt x="65623" y="100749"/>
                </a:cubicBezTo>
                <a:cubicBezTo>
                  <a:pt x="65623" y="100674"/>
                  <a:pt x="65696" y="100749"/>
                  <a:pt x="65733" y="100674"/>
                </a:cubicBezTo>
                <a:cubicBezTo>
                  <a:pt x="65807" y="100599"/>
                  <a:pt x="65837" y="100524"/>
                  <a:pt x="65874" y="100449"/>
                </a:cubicBezTo>
                <a:cubicBezTo>
                  <a:pt x="65947" y="100298"/>
                  <a:pt x="65984" y="100223"/>
                  <a:pt x="66021" y="100148"/>
                </a:cubicBezTo>
                <a:cubicBezTo>
                  <a:pt x="66094" y="100010"/>
                  <a:pt x="66131" y="100010"/>
                  <a:pt x="66168" y="99860"/>
                </a:cubicBezTo>
                <a:cubicBezTo>
                  <a:pt x="66205" y="99634"/>
                  <a:pt x="66205" y="99484"/>
                  <a:pt x="66278" y="99258"/>
                </a:cubicBezTo>
                <a:cubicBezTo>
                  <a:pt x="66309" y="99183"/>
                  <a:pt x="66346" y="99108"/>
                  <a:pt x="66419" y="98957"/>
                </a:cubicBezTo>
                <a:cubicBezTo>
                  <a:pt x="66529" y="98819"/>
                  <a:pt x="66640" y="98744"/>
                  <a:pt x="66676" y="98519"/>
                </a:cubicBezTo>
                <a:cubicBezTo>
                  <a:pt x="66713" y="98368"/>
                  <a:pt x="66713" y="98293"/>
                  <a:pt x="66713" y="98218"/>
                </a:cubicBezTo>
                <a:cubicBezTo>
                  <a:pt x="66750" y="98067"/>
                  <a:pt x="66823" y="97992"/>
                  <a:pt x="66854" y="97930"/>
                </a:cubicBezTo>
                <a:cubicBezTo>
                  <a:pt x="66928" y="97779"/>
                  <a:pt x="66964" y="97779"/>
                  <a:pt x="67001" y="97629"/>
                </a:cubicBezTo>
                <a:cubicBezTo>
                  <a:pt x="67038" y="97328"/>
                  <a:pt x="67038" y="97178"/>
                  <a:pt x="67038" y="96877"/>
                </a:cubicBezTo>
                <a:cubicBezTo>
                  <a:pt x="67038" y="96739"/>
                  <a:pt x="67075" y="96664"/>
                  <a:pt x="67038" y="96513"/>
                </a:cubicBezTo>
                <a:cubicBezTo>
                  <a:pt x="67038" y="96363"/>
                  <a:pt x="66964" y="96363"/>
                  <a:pt x="66928" y="96213"/>
                </a:cubicBezTo>
                <a:cubicBezTo>
                  <a:pt x="66928" y="96137"/>
                  <a:pt x="66928" y="95987"/>
                  <a:pt x="66891" y="95912"/>
                </a:cubicBezTo>
                <a:cubicBezTo>
                  <a:pt x="66964" y="95849"/>
                  <a:pt x="66964" y="95699"/>
                  <a:pt x="67038" y="95699"/>
                </a:cubicBezTo>
                <a:cubicBezTo>
                  <a:pt x="67075" y="95699"/>
                  <a:pt x="67148" y="95699"/>
                  <a:pt x="67185" y="95699"/>
                </a:cubicBezTo>
                <a:cubicBezTo>
                  <a:pt x="67222" y="95699"/>
                  <a:pt x="67295" y="95699"/>
                  <a:pt x="67326" y="95699"/>
                </a:cubicBezTo>
                <a:cubicBezTo>
                  <a:pt x="67399" y="95699"/>
                  <a:pt x="67399" y="95473"/>
                  <a:pt x="67473" y="95398"/>
                </a:cubicBezTo>
                <a:cubicBezTo>
                  <a:pt x="67509" y="95323"/>
                  <a:pt x="67546" y="95323"/>
                  <a:pt x="67620" y="95172"/>
                </a:cubicBezTo>
                <a:cubicBezTo>
                  <a:pt x="67656" y="95097"/>
                  <a:pt x="67656" y="94947"/>
                  <a:pt x="67693" y="94947"/>
                </a:cubicBezTo>
                <a:cubicBezTo>
                  <a:pt x="67767" y="94884"/>
                  <a:pt x="67803" y="94796"/>
                  <a:pt x="67840" y="94734"/>
                </a:cubicBezTo>
                <a:cubicBezTo>
                  <a:pt x="67871" y="94659"/>
                  <a:pt x="67981" y="94734"/>
                  <a:pt x="67981" y="94659"/>
                </a:cubicBezTo>
                <a:cubicBezTo>
                  <a:pt x="68018" y="94583"/>
                  <a:pt x="67981" y="94433"/>
                  <a:pt x="67981" y="94358"/>
                </a:cubicBezTo>
                <a:cubicBezTo>
                  <a:pt x="67981" y="93982"/>
                  <a:pt x="67944" y="93831"/>
                  <a:pt x="67908" y="93468"/>
                </a:cubicBezTo>
                <a:cubicBezTo>
                  <a:pt x="67908" y="93318"/>
                  <a:pt x="67871" y="93092"/>
                  <a:pt x="67840" y="92942"/>
                </a:cubicBezTo>
                <a:cubicBezTo>
                  <a:pt x="67840" y="92716"/>
                  <a:pt x="67803" y="92503"/>
                  <a:pt x="67730" y="92353"/>
                </a:cubicBezTo>
                <a:cubicBezTo>
                  <a:pt x="67693" y="92127"/>
                  <a:pt x="67620" y="92052"/>
                  <a:pt x="67620" y="91751"/>
                </a:cubicBezTo>
                <a:cubicBezTo>
                  <a:pt x="67620" y="91613"/>
                  <a:pt x="67693" y="91613"/>
                  <a:pt x="67730" y="91463"/>
                </a:cubicBezTo>
                <a:cubicBezTo>
                  <a:pt x="67803" y="91387"/>
                  <a:pt x="67803" y="91312"/>
                  <a:pt x="67840" y="91162"/>
                </a:cubicBezTo>
                <a:cubicBezTo>
                  <a:pt x="67871" y="91087"/>
                  <a:pt x="67908" y="91012"/>
                  <a:pt x="67981" y="90936"/>
                </a:cubicBezTo>
                <a:cubicBezTo>
                  <a:pt x="68018" y="90861"/>
                  <a:pt x="68091" y="90861"/>
                  <a:pt x="68128" y="90861"/>
                </a:cubicBezTo>
                <a:cubicBezTo>
                  <a:pt x="68165" y="90786"/>
                  <a:pt x="68165" y="90636"/>
                  <a:pt x="68202" y="90573"/>
                </a:cubicBezTo>
                <a:cubicBezTo>
                  <a:pt x="68238" y="90422"/>
                  <a:pt x="68312" y="90422"/>
                  <a:pt x="68349" y="90272"/>
                </a:cubicBezTo>
                <a:cubicBezTo>
                  <a:pt x="68379" y="90197"/>
                  <a:pt x="68349" y="90046"/>
                  <a:pt x="68416" y="89971"/>
                </a:cubicBezTo>
                <a:cubicBezTo>
                  <a:pt x="68490" y="89821"/>
                  <a:pt x="68563" y="89746"/>
                  <a:pt x="68673" y="89671"/>
                </a:cubicBezTo>
                <a:cubicBezTo>
                  <a:pt x="68747" y="89671"/>
                  <a:pt x="68784" y="89671"/>
                  <a:pt x="68820" y="89608"/>
                </a:cubicBezTo>
                <a:cubicBezTo>
                  <a:pt x="68857" y="89608"/>
                  <a:pt x="68924" y="89671"/>
                  <a:pt x="68961" y="89608"/>
                </a:cubicBezTo>
                <a:cubicBezTo>
                  <a:pt x="69035" y="89608"/>
                  <a:pt x="69035" y="89457"/>
                  <a:pt x="69108" y="89382"/>
                </a:cubicBezTo>
                <a:cubicBezTo>
                  <a:pt x="69218" y="89307"/>
                  <a:pt x="69292" y="89232"/>
                  <a:pt x="69396" y="89081"/>
                </a:cubicBezTo>
                <a:cubicBezTo>
                  <a:pt x="69470" y="88856"/>
                  <a:pt x="69543" y="88706"/>
                  <a:pt x="69543" y="88492"/>
                </a:cubicBezTo>
                <a:cubicBezTo>
                  <a:pt x="69580" y="88267"/>
                  <a:pt x="69543" y="88116"/>
                  <a:pt x="69543" y="87891"/>
                </a:cubicBezTo>
                <a:cubicBezTo>
                  <a:pt x="69543" y="87816"/>
                  <a:pt x="69580" y="87740"/>
                  <a:pt x="69580" y="87590"/>
                </a:cubicBezTo>
                <a:cubicBezTo>
                  <a:pt x="69580" y="87227"/>
                  <a:pt x="69580" y="87227"/>
                  <a:pt x="69580" y="87227"/>
                </a:cubicBezTo>
                <a:cubicBezTo>
                  <a:pt x="69580" y="87001"/>
                  <a:pt x="69617" y="86926"/>
                  <a:pt x="69580" y="86775"/>
                </a:cubicBezTo>
                <a:cubicBezTo>
                  <a:pt x="69580" y="86625"/>
                  <a:pt x="69506" y="86550"/>
                  <a:pt x="69506" y="86487"/>
                </a:cubicBezTo>
                <a:cubicBezTo>
                  <a:pt x="69506" y="84783"/>
                  <a:pt x="69506" y="84783"/>
                  <a:pt x="69506" y="84783"/>
                </a:cubicBezTo>
                <a:cubicBezTo>
                  <a:pt x="69470" y="84708"/>
                  <a:pt x="69433" y="84632"/>
                  <a:pt x="69396" y="84557"/>
                </a:cubicBezTo>
                <a:cubicBezTo>
                  <a:pt x="69292" y="84269"/>
                  <a:pt x="69255" y="83968"/>
                  <a:pt x="69182" y="83592"/>
                </a:cubicBezTo>
                <a:cubicBezTo>
                  <a:pt x="69182" y="83442"/>
                  <a:pt x="69255" y="83304"/>
                  <a:pt x="69255" y="83078"/>
                </a:cubicBezTo>
                <a:cubicBezTo>
                  <a:pt x="69255" y="82928"/>
                  <a:pt x="69218" y="82853"/>
                  <a:pt x="69218" y="82778"/>
                </a:cubicBezTo>
                <a:cubicBezTo>
                  <a:pt x="69218" y="82627"/>
                  <a:pt x="69255" y="82552"/>
                  <a:pt x="69255" y="82477"/>
                </a:cubicBezTo>
                <a:cubicBezTo>
                  <a:pt x="69255" y="82402"/>
                  <a:pt x="69182" y="82326"/>
                  <a:pt x="69182" y="82189"/>
                </a:cubicBezTo>
                <a:cubicBezTo>
                  <a:pt x="69182" y="82113"/>
                  <a:pt x="69108" y="82038"/>
                  <a:pt x="69108" y="81888"/>
                </a:cubicBezTo>
                <a:cubicBezTo>
                  <a:pt x="69108" y="81737"/>
                  <a:pt x="69108" y="81737"/>
                  <a:pt x="69108" y="81737"/>
                </a:cubicBezTo>
                <a:cubicBezTo>
                  <a:pt x="69108" y="81587"/>
                  <a:pt x="69108" y="81437"/>
                  <a:pt x="69145" y="81361"/>
                </a:cubicBezTo>
                <a:cubicBezTo>
                  <a:pt x="69145" y="81211"/>
                  <a:pt x="69145" y="81148"/>
                  <a:pt x="69145" y="81073"/>
                </a:cubicBezTo>
                <a:cubicBezTo>
                  <a:pt x="69145" y="80923"/>
                  <a:pt x="69255" y="80923"/>
                  <a:pt x="69292" y="80848"/>
                </a:cubicBezTo>
                <a:cubicBezTo>
                  <a:pt x="69396" y="80472"/>
                  <a:pt x="69543" y="80321"/>
                  <a:pt x="69617" y="79958"/>
                </a:cubicBezTo>
                <a:cubicBezTo>
                  <a:pt x="69653" y="79883"/>
                  <a:pt x="69653" y="79807"/>
                  <a:pt x="69653" y="79657"/>
                </a:cubicBezTo>
                <a:cubicBezTo>
                  <a:pt x="69690" y="79582"/>
                  <a:pt x="69764" y="79507"/>
                  <a:pt x="69764" y="79431"/>
                </a:cubicBezTo>
                <a:cubicBezTo>
                  <a:pt x="69800" y="79281"/>
                  <a:pt x="69800" y="79206"/>
                  <a:pt x="69800" y="79143"/>
                </a:cubicBezTo>
                <a:cubicBezTo>
                  <a:pt x="69837" y="78918"/>
                  <a:pt x="69874" y="78767"/>
                  <a:pt x="69941" y="78542"/>
                </a:cubicBezTo>
                <a:cubicBezTo>
                  <a:pt x="69978" y="78466"/>
                  <a:pt x="70052" y="78391"/>
                  <a:pt x="70088" y="78316"/>
                </a:cubicBezTo>
                <a:cubicBezTo>
                  <a:pt x="70125" y="78241"/>
                  <a:pt x="70199" y="78166"/>
                  <a:pt x="70235" y="78090"/>
                </a:cubicBezTo>
                <a:cubicBezTo>
                  <a:pt x="70272" y="78028"/>
                  <a:pt x="70309" y="77953"/>
                  <a:pt x="70346" y="77802"/>
                </a:cubicBezTo>
                <a:cubicBezTo>
                  <a:pt x="70413" y="77652"/>
                  <a:pt x="70486" y="77501"/>
                  <a:pt x="70597" y="77351"/>
                </a:cubicBezTo>
                <a:cubicBezTo>
                  <a:pt x="70670" y="77201"/>
                  <a:pt x="70707" y="77125"/>
                  <a:pt x="70744" y="77063"/>
                </a:cubicBezTo>
                <a:cubicBezTo>
                  <a:pt x="70817" y="76912"/>
                  <a:pt x="70817" y="76837"/>
                  <a:pt x="70891" y="76762"/>
                </a:cubicBezTo>
                <a:cubicBezTo>
                  <a:pt x="70995" y="76612"/>
                  <a:pt x="71068" y="76536"/>
                  <a:pt x="71179" y="76386"/>
                </a:cubicBezTo>
                <a:cubicBezTo>
                  <a:pt x="71215" y="76311"/>
                  <a:pt x="71215" y="76160"/>
                  <a:pt x="71252" y="76085"/>
                </a:cubicBezTo>
                <a:cubicBezTo>
                  <a:pt x="71289" y="76010"/>
                  <a:pt x="71326" y="76010"/>
                  <a:pt x="71399" y="75872"/>
                </a:cubicBezTo>
                <a:cubicBezTo>
                  <a:pt x="71399" y="75797"/>
                  <a:pt x="71399" y="75646"/>
                  <a:pt x="71399" y="75646"/>
                </a:cubicBezTo>
                <a:cubicBezTo>
                  <a:pt x="71430" y="75571"/>
                  <a:pt x="71503" y="75571"/>
                  <a:pt x="71540" y="75571"/>
                </a:cubicBezTo>
                <a:cubicBezTo>
                  <a:pt x="71614" y="75496"/>
                  <a:pt x="71650" y="75346"/>
                  <a:pt x="71687" y="75346"/>
                </a:cubicBezTo>
                <a:cubicBezTo>
                  <a:pt x="71761" y="75271"/>
                  <a:pt x="71797" y="75195"/>
                  <a:pt x="71834" y="75120"/>
                </a:cubicBezTo>
                <a:cubicBezTo>
                  <a:pt x="71871" y="75045"/>
                  <a:pt x="71944" y="75045"/>
                  <a:pt x="71975" y="74982"/>
                </a:cubicBezTo>
                <a:cubicBezTo>
                  <a:pt x="72012" y="74895"/>
                  <a:pt x="72049" y="74757"/>
                  <a:pt x="72085" y="74681"/>
                </a:cubicBezTo>
                <a:cubicBezTo>
                  <a:pt x="72159" y="74381"/>
                  <a:pt x="72122" y="74155"/>
                  <a:pt x="72196" y="73792"/>
                </a:cubicBezTo>
                <a:cubicBezTo>
                  <a:pt x="72196" y="73716"/>
                  <a:pt x="72306" y="73716"/>
                  <a:pt x="72343" y="73641"/>
                </a:cubicBezTo>
                <a:cubicBezTo>
                  <a:pt x="72379" y="73491"/>
                  <a:pt x="72416" y="73416"/>
                  <a:pt x="72447" y="73340"/>
                </a:cubicBezTo>
                <a:cubicBezTo>
                  <a:pt x="72520" y="73265"/>
                  <a:pt x="72594" y="73190"/>
                  <a:pt x="72630" y="73115"/>
                </a:cubicBezTo>
                <a:cubicBezTo>
                  <a:pt x="72704" y="73040"/>
                  <a:pt x="72704" y="72902"/>
                  <a:pt x="72741" y="72814"/>
                </a:cubicBezTo>
                <a:cubicBezTo>
                  <a:pt x="72777" y="72751"/>
                  <a:pt x="72814" y="72676"/>
                  <a:pt x="72851" y="72526"/>
                </a:cubicBezTo>
                <a:cubicBezTo>
                  <a:pt x="72888" y="72300"/>
                  <a:pt x="72888" y="72150"/>
                  <a:pt x="72888" y="71924"/>
                </a:cubicBezTo>
                <a:cubicBezTo>
                  <a:pt x="72888" y="71786"/>
                  <a:pt x="72888" y="71636"/>
                  <a:pt x="72888" y="71410"/>
                </a:cubicBezTo>
                <a:cubicBezTo>
                  <a:pt x="72888" y="71034"/>
                  <a:pt x="72992" y="70821"/>
                  <a:pt x="72992" y="70445"/>
                </a:cubicBezTo>
                <a:cubicBezTo>
                  <a:pt x="72992" y="69844"/>
                  <a:pt x="72992" y="69844"/>
                  <a:pt x="72992" y="69844"/>
                </a:cubicBezTo>
                <a:cubicBezTo>
                  <a:pt x="72924" y="69844"/>
                  <a:pt x="72851" y="69844"/>
                  <a:pt x="72777" y="69844"/>
                </a:cubicBezTo>
                <a:cubicBezTo>
                  <a:pt x="72704" y="69844"/>
                  <a:pt x="72594" y="69844"/>
                  <a:pt x="72520" y="69844"/>
                </a:cubicBezTo>
                <a:cubicBezTo>
                  <a:pt x="72490" y="69919"/>
                  <a:pt x="72447" y="70069"/>
                  <a:pt x="72379" y="70069"/>
                </a:cubicBezTo>
                <a:cubicBezTo>
                  <a:pt x="72232" y="70295"/>
                  <a:pt x="72122" y="70521"/>
                  <a:pt x="71908" y="70521"/>
                </a:cubicBezTo>
                <a:cubicBezTo>
                  <a:pt x="71797" y="70521"/>
                  <a:pt x="71761" y="70370"/>
                  <a:pt x="71650" y="70370"/>
                </a:cubicBezTo>
                <a:cubicBezTo>
                  <a:pt x="71503" y="70370"/>
                  <a:pt x="71503" y="70370"/>
                  <a:pt x="71503" y="70370"/>
                </a:cubicBezTo>
                <a:cubicBezTo>
                  <a:pt x="71399" y="70370"/>
                  <a:pt x="71362" y="70445"/>
                  <a:pt x="71252" y="70445"/>
                </a:cubicBezTo>
                <a:cubicBezTo>
                  <a:pt x="71142" y="70445"/>
                  <a:pt x="71068" y="70445"/>
                  <a:pt x="70958" y="70445"/>
                </a:cubicBezTo>
                <a:cubicBezTo>
                  <a:pt x="70928" y="70445"/>
                  <a:pt x="70817" y="70370"/>
                  <a:pt x="70744" y="70295"/>
                </a:cubicBezTo>
                <a:cubicBezTo>
                  <a:pt x="70670" y="69994"/>
                  <a:pt x="70670" y="69994"/>
                  <a:pt x="70670" y="69994"/>
                </a:cubicBezTo>
                <a:cubicBezTo>
                  <a:pt x="70670" y="69919"/>
                  <a:pt x="70597" y="69844"/>
                  <a:pt x="70560" y="69769"/>
                </a:cubicBezTo>
                <a:cubicBezTo>
                  <a:pt x="70560" y="69631"/>
                  <a:pt x="70597" y="69556"/>
                  <a:pt x="70560" y="69480"/>
                </a:cubicBezTo>
                <a:cubicBezTo>
                  <a:pt x="70560" y="69330"/>
                  <a:pt x="70450" y="69405"/>
                  <a:pt x="70450" y="69330"/>
                </a:cubicBezTo>
                <a:cubicBezTo>
                  <a:pt x="70382" y="69029"/>
                  <a:pt x="70382" y="69029"/>
                  <a:pt x="70382" y="69029"/>
                </a:cubicBezTo>
                <a:cubicBezTo>
                  <a:pt x="70346" y="68954"/>
                  <a:pt x="70382" y="68804"/>
                  <a:pt x="70382" y="68741"/>
                </a:cubicBezTo>
                <a:cubicBezTo>
                  <a:pt x="70346" y="68653"/>
                  <a:pt x="70272" y="68591"/>
                  <a:pt x="70235" y="68515"/>
                </a:cubicBezTo>
                <a:cubicBezTo>
                  <a:pt x="70199" y="68515"/>
                  <a:pt x="70125" y="68591"/>
                  <a:pt x="70088" y="68515"/>
                </a:cubicBezTo>
                <a:cubicBezTo>
                  <a:pt x="70015" y="68440"/>
                  <a:pt x="69978" y="68365"/>
                  <a:pt x="69941" y="68215"/>
                </a:cubicBezTo>
                <a:cubicBezTo>
                  <a:pt x="69911" y="68139"/>
                  <a:pt x="69911" y="68064"/>
                  <a:pt x="69837" y="67914"/>
                </a:cubicBezTo>
                <a:cubicBezTo>
                  <a:pt x="69800" y="67914"/>
                  <a:pt x="69764" y="67914"/>
                  <a:pt x="69690" y="67839"/>
                </a:cubicBezTo>
                <a:cubicBezTo>
                  <a:pt x="69653" y="67688"/>
                  <a:pt x="69653" y="67550"/>
                  <a:pt x="69580" y="67550"/>
                </a:cubicBezTo>
                <a:cubicBezTo>
                  <a:pt x="69543" y="67475"/>
                  <a:pt x="69506" y="67400"/>
                  <a:pt x="69470" y="67400"/>
                </a:cubicBezTo>
                <a:cubicBezTo>
                  <a:pt x="69396" y="67325"/>
                  <a:pt x="69366" y="67400"/>
                  <a:pt x="69329" y="67400"/>
                </a:cubicBezTo>
                <a:cubicBezTo>
                  <a:pt x="69255" y="67325"/>
                  <a:pt x="69218" y="67250"/>
                  <a:pt x="69182" y="67174"/>
                </a:cubicBezTo>
                <a:cubicBezTo>
                  <a:pt x="69071" y="67024"/>
                  <a:pt x="69071" y="66798"/>
                  <a:pt x="69035" y="66573"/>
                </a:cubicBezTo>
                <a:cubicBezTo>
                  <a:pt x="69035" y="66510"/>
                  <a:pt x="68998" y="66435"/>
                  <a:pt x="68998" y="66285"/>
                </a:cubicBezTo>
                <a:cubicBezTo>
                  <a:pt x="68998" y="66134"/>
                  <a:pt x="68998" y="65909"/>
                  <a:pt x="68961" y="65758"/>
                </a:cubicBezTo>
                <a:cubicBezTo>
                  <a:pt x="68924" y="65608"/>
                  <a:pt x="68857" y="65608"/>
                  <a:pt x="68820" y="65545"/>
                </a:cubicBezTo>
                <a:cubicBezTo>
                  <a:pt x="68747" y="65320"/>
                  <a:pt x="68673" y="65169"/>
                  <a:pt x="68600" y="64944"/>
                </a:cubicBezTo>
                <a:cubicBezTo>
                  <a:pt x="68600" y="64793"/>
                  <a:pt x="68526" y="64793"/>
                  <a:pt x="68526" y="64643"/>
                </a:cubicBezTo>
                <a:cubicBezTo>
                  <a:pt x="68526" y="64568"/>
                  <a:pt x="68563" y="64492"/>
                  <a:pt x="68563" y="64355"/>
                </a:cubicBezTo>
                <a:cubicBezTo>
                  <a:pt x="68563" y="64054"/>
                  <a:pt x="68563" y="64054"/>
                  <a:pt x="68563" y="64054"/>
                </a:cubicBezTo>
                <a:cubicBezTo>
                  <a:pt x="68563" y="63903"/>
                  <a:pt x="68563" y="63678"/>
                  <a:pt x="68526" y="63527"/>
                </a:cubicBezTo>
                <a:cubicBezTo>
                  <a:pt x="68490" y="63390"/>
                  <a:pt x="68416" y="63390"/>
                  <a:pt x="68416" y="63239"/>
                </a:cubicBezTo>
                <a:cubicBezTo>
                  <a:pt x="68349" y="63014"/>
                  <a:pt x="68349" y="62863"/>
                  <a:pt x="68275" y="62638"/>
                </a:cubicBezTo>
                <a:cubicBezTo>
                  <a:pt x="68238" y="62562"/>
                  <a:pt x="68238" y="62487"/>
                  <a:pt x="68202" y="62349"/>
                </a:cubicBezTo>
                <a:cubicBezTo>
                  <a:pt x="68165" y="62274"/>
                  <a:pt x="68091" y="62349"/>
                  <a:pt x="68055" y="62199"/>
                </a:cubicBezTo>
                <a:cubicBezTo>
                  <a:pt x="68018" y="62124"/>
                  <a:pt x="68018" y="62049"/>
                  <a:pt x="67981" y="61973"/>
                </a:cubicBezTo>
                <a:cubicBezTo>
                  <a:pt x="67981" y="61823"/>
                  <a:pt x="67981" y="61748"/>
                  <a:pt x="67981" y="61673"/>
                </a:cubicBezTo>
                <a:cubicBezTo>
                  <a:pt x="67981" y="61447"/>
                  <a:pt x="68018" y="61309"/>
                  <a:pt x="67981" y="61084"/>
                </a:cubicBezTo>
                <a:cubicBezTo>
                  <a:pt x="67981" y="61008"/>
                  <a:pt x="67944" y="60858"/>
                  <a:pt x="67944" y="60783"/>
                </a:cubicBezTo>
                <a:cubicBezTo>
                  <a:pt x="67944" y="60708"/>
                  <a:pt x="67871" y="60632"/>
                  <a:pt x="67840" y="60482"/>
                </a:cubicBezTo>
                <a:cubicBezTo>
                  <a:pt x="67767" y="60269"/>
                  <a:pt x="67656" y="60194"/>
                  <a:pt x="67620" y="59968"/>
                </a:cubicBezTo>
                <a:cubicBezTo>
                  <a:pt x="67583" y="59818"/>
                  <a:pt x="67546" y="59743"/>
                  <a:pt x="67546" y="59667"/>
                </a:cubicBezTo>
                <a:cubicBezTo>
                  <a:pt x="67509" y="59442"/>
                  <a:pt x="67546" y="59291"/>
                  <a:pt x="67546" y="59078"/>
                </a:cubicBezTo>
                <a:cubicBezTo>
                  <a:pt x="67509" y="58853"/>
                  <a:pt x="67436" y="58702"/>
                  <a:pt x="67399" y="58477"/>
                </a:cubicBezTo>
                <a:cubicBezTo>
                  <a:pt x="67362" y="58402"/>
                  <a:pt x="67326" y="58326"/>
                  <a:pt x="67295" y="58251"/>
                </a:cubicBezTo>
                <a:cubicBezTo>
                  <a:pt x="67258" y="58113"/>
                  <a:pt x="67222" y="58038"/>
                  <a:pt x="67185" y="57963"/>
                </a:cubicBezTo>
                <a:cubicBezTo>
                  <a:pt x="67148" y="57813"/>
                  <a:pt x="67075" y="57813"/>
                  <a:pt x="67038" y="57737"/>
                </a:cubicBezTo>
                <a:cubicBezTo>
                  <a:pt x="67001" y="57662"/>
                  <a:pt x="66928" y="57148"/>
                  <a:pt x="66891" y="57073"/>
                </a:cubicBezTo>
                <a:close/>
                <a:moveTo>
                  <a:pt x="31344" y="111816"/>
                </a:moveTo>
                <a:lnTo>
                  <a:pt x="31344" y="111816"/>
                </a:lnTo>
                <a:cubicBezTo>
                  <a:pt x="31307" y="111816"/>
                  <a:pt x="31307" y="111816"/>
                  <a:pt x="31271" y="111816"/>
                </a:cubicBezTo>
                <a:cubicBezTo>
                  <a:pt x="31234" y="111740"/>
                  <a:pt x="31197" y="111740"/>
                  <a:pt x="31197" y="111740"/>
                </a:cubicBezTo>
                <a:cubicBezTo>
                  <a:pt x="31197" y="111665"/>
                  <a:pt x="31197" y="111603"/>
                  <a:pt x="31197" y="111603"/>
                </a:cubicBezTo>
                <a:cubicBezTo>
                  <a:pt x="31197" y="111527"/>
                  <a:pt x="31197" y="111452"/>
                  <a:pt x="31197" y="111452"/>
                </a:cubicBezTo>
                <a:cubicBezTo>
                  <a:pt x="31160" y="111377"/>
                  <a:pt x="31160" y="111377"/>
                  <a:pt x="31124" y="111377"/>
                </a:cubicBezTo>
                <a:cubicBezTo>
                  <a:pt x="31087" y="111377"/>
                  <a:pt x="31087" y="111377"/>
                  <a:pt x="31050" y="111377"/>
                </a:cubicBezTo>
                <a:cubicBezTo>
                  <a:pt x="31050" y="111816"/>
                  <a:pt x="31050" y="111816"/>
                  <a:pt x="31050" y="111816"/>
                </a:cubicBezTo>
                <a:cubicBezTo>
                  <a:pt x="30977" y="111816"/>
                  <a:pt x="30946" y="111816"/>
                  <a:pt x="30909" y="111891"/>
                </a:cubicBezTo>
                <a:cubicBezTo>
                  <a:pt x="30872" y="111966"/>
                  <a:pt x="30872" y="112041"/>
                  <a:pt x="30872" y="112041"/>
                </a:cubicBezTo>
                <a:cubicBezTo>
                  <a:pt x="30836" y="112116"/>
                  <a:pt x="30799" y="112116"/>
                  <a:pt x="30799" y="112192"/>
                </a:cubicBezTo>
                <a:cubicBezTo>
                  <a:pt x="30799" y="112342"/>
                  <a:pt x="30872" y="112492"/>
                  <a:pt x="30946" y="112492"/>
                </a:cubicBezTo>
                <a:cubicBezTo>
                  <a:pt x="30977" y="112492"/>
                  <a:pt x="31013" y="112417"/>
                  <a:pt x="31013" y="112417"/>
                </a:cubicBezTo>
                <a:cubicBezTo>
                  <a:pt x="31050" y="112417"/>
                  <a:pt x="31087" y="112492"/>
                  <a:pt x="31087" y="112492"/>
                </a:cubicBezTo>
                <a:cubicBezTo>
                  <a:pt x="31124" y="112492"/>
                  <a:pt x="31160" y="112492"/>
                  <a:pt x="31160" y="112492"/>
                </a:cubicBezTo>
                <a:cubicBezTo>
                  <a:pt x="31197" y="112492"/>
                  <a:pt x="31197" y="112568"/>
                  <a:pt x="31234" y="112630"/>
                </a:cubicBezTo>
                <a:cubicBezTo>
                  <a:pt x="31197" y="112630"/>
                  <a:pt x="31197" y="112706"/>
                  <a:pt x="31197" y="112781"/>
                </a:cubicBezTo>
                <a:cubicBezTo>
                  <a:pt x="31197" y="112856"/>
                  <a:pt x="31124" y="112856"/>
                  <a:pt x="31124" y="112931"/>
                </a:cubicBezTo>
                <a:cubicBezTo>
                  <a:pt x="31124" y="113006"/>
                  <a:pt x="31160" y="113006"/>
                  <a:pt x="31160" y="113081"/>
                </a:cubicBezTo>
                <a:cubicBezTo>
                  <a:pt x="31160" y="113081"/>
                  <a:pt x="31160" y="113157"/>
                  <a:pt x="31160" y="113232"/>
                </a:cubicBezTo>
                <a:cubicBezTo>
                  <a:pt x="31234" y="113232"/>
                  <a:pt x="31307" y="113157"/>
                  <a:pt x="31344" y="113232"/>
                </a:cubicBezTo>
                <a:cubicBezTo>
                  <a:pt x="31418" y="113307"/>
                  <a:pt x="31454" y="113307"/>
                  <a:pt x="31485" y="113382"/>
                </a:cubicBezTo>
                <a:cubicBezTo>
                  <a:pt x="31485" y="113457"/>
                  <a:pt x="31454" y="113457"/>
                  <a:pt x="31454" y="113533"/>
                </a:cubicBezTo>
                <a:cubicBezTo>
                  <a:pt x="31454" y="113608"/>
                  <a:pt x="31454" y="113608"/>
                  <a:pt x="31454" y="113683"/>
                </a:cubicBezTo>
                <a:cubicBezTo>
                  <a:pt x="31418" y="113683"/>
                  <a:pt x="31381" y="113683"/>
                  <a:pt x="31307" y="113683"/>
                </a:cubicBezTo>
                <a:lnTo>
                  <a:pt x="31271" y="113683"/>
                </a:lnTo>
                <a:cubicBezTo>
                  <a:pt x="31197" y="113683"/>
                  <a:pt x="31160" y="113746"/>
                  <a:pt x="31124" y="113746"/>
                </a:cubicBezTo>
                <a:cubicBezTo>
                  <a:pt x="31050" y="113746"/>
                  <a:pt x="31013" y="113746"/>
                  <a:pt x="30977" y="113746"/>
                </a:cubicBezTo>
                <a:cubicBezTo>
                  <a:pt x="30946" y="113746"/>
                  <a:pt x="30946" y="113821"/>
                  <a:pt x="30909" y="113896"/>
                </a:cubicBezTo>
                <a:cubicBezTo>
                  <a:pt x="30872" y="113896"/>
                  <a:pt x="30836" y="113971"/>
                  <a:pt x="30836" y="114046"/>
                </a:cubicBezTo>
                <a:cubicBezTo>
                  <a:pt x="30836" y="114122"/>
                  <a:pt x="30836" y="114122"/>
                  <a:pt x="30836" y="114122"/>
                </a:cubicBezTo>
                <a:cubicBezTo>
                  <a:pt x="30836" y="114122"/>
                  <a:pt x="30872" y="114197"/>
                  <a:pt x="30872" y="114272"/>
                </a:cubicBezTo>
                <a:lnTo>
                  <a:pt x="30872" y="114347"/>
                </a:lnTo>
                <a:cubicBezTo>
                  <a:pt x="30872" y="114422"/>
                  <a:pt x="30872" y="114498"/>
                  <a:pt x="30872" y="114498"/>
                </a:cubicBezTo>
                <a:cubicBezTo>
                  <a:pt x="30872" y="114573"/>
                  <a:pt x="30946" y="114573"/>
                  <a:pt x="30946" y="114573"/>
                </a:cubicBezTo>
                <a:cubicBezTo>
                  <a:pt x="30946" y="114648"/>
                  <a:pt x="30977" y="114711"/>
                  <a:pt x="30977" y="114798"/>
                </a:cubicBezTo>
                <a:cubicBezTo>
                  <a:pt x="30977" y="114861"/>
                  <a:pt x="30977" y="114861"/>
                  <a:pt x="30977" y="114861"/>
                </a:cubicBezTo>
                <a:cubicBezTo>
                  <a:pt x="30977" y="114936"/>
                  <a:pt x="30946" y="114936"/>
                  <a:pt x="30946" y="115012"/>
                </a:cubicBezTo>
                <a:cubicBezTo>
                  <a:pt x="30946" y="115087"/>
                  <a:pt x="30909" y="115087"/>
                  <a:pt x="30909" y="115162"/>
                </a:cubicBezTo>
                <a:cubicBezTo>
                  <a:pt x="30909" y="115312"/>
                  <a:pt x="30977" y="115312"/>
                  <a:pt x="31013" y="115387"/>
                </a:cubicBezTo>
                <a:cubicBezTo>
                  <a:pt x="31050" y="115538"/>
                  <a:pt x="31087" y="115613"/>
                  <a:pt x="31087" y="115688"/>
                </a:cubicBezTo>
                <a:cubicBezTo>
                  <a:pt x="31087" y="115763"/>
                  <a:pt x="31013" y="115688"/>
                  <a:pt x="31013" y="115763"/>
                </a:cubicBezTo>
                <a:cubicBezTo>
                  <a:pt x="31013" y="115826"/>
                  <a:pt x="31013" y="115901"/>
                  <a:pt x="31013" y="115901"/>
                </a:cubicBezTo>
                <a:cubicBezTo>
                  <a:pt x="31050" y="115977"/>
                  <a:pt x="31087" y="115977"/>
                  <a:pt x="31087" y="115977"/>
                </a:cubicBezTo>
                <a:cubicBezTo>
                  <a:pt x="31124" y="116052"/>
                  <a:pt x="31160" y="116052"/>
                  <a:pt x="31160" y="116052"/>
                </a:cubicBezTo>
                <a:cubicBezTo>
                  <a:pt x="31197" y="116052"/>
                  <a:pt x="31160" y="116127"/>
                  <a:pt x="31160" y="116202"/>
                </a:cubicBezTo>
                <a:cubicBezTo>
                  <a:pt x="31013" y="116353"/>
                  <a:pt x="31013" y="116353"/>
                  <a:pt x="31013" y="116353"/>
                </a:cubicBezTo>
                <a:cubicBezTo>
                  <a:pt x="31050" y="116503"/>
                  <a:pt x="31050" y="116503"/>
                  <a:pt x="31050" y="116503"/>
                </a:cubicBezTo>
                <a:cubicBezTo>
                  <a:pt x="31087" y="116503"/>
                  <a:pt x="31087" y="116503"/>
                  <a:pt x="31124" y="116503"/>
                </a:cubicBezTo>
                <a:cubicBezTo>
                  <a:pt x="31271" y="116503"/>
                  <a:pt x="31271" y="116503"/>
                  <a:pt x="31271" y="116503"/>
                </a:cubicBezTo>
                <a:cubicBezTo>
                  <a:pt x="31307" y="116503"/>
                  <a:pt x="31307" y="116503"/>
                  <a:pt x="31344" y="116503"/>
                </a:cubicBezTo>
                <a:cubicBezTo>
                  <a:pt x="31344" y="116578"/>
                  <a:pt x="31344" y="116653"/>
                  <a:pt x="31307" y="116728"/>
                </a:cubicBezTo>
                <a:cubicBezTo>
                  <a:pt x="31271" y="116791"/>
                  <a:pt x="31234" y="116791"/>
                  <a:pt x="31197" y="116879"/>
                </a:cubicBezTo>
                <a:cubicBezTo>
                  <a:pt x="31234" y="116942"/>
                  <a:pt x="31234" y="117017"/>
                  <a:pt x="31307" y="117092"/>
                </a:cubicBezTo>
                <a:cubicBezTo>
                  <a:pt x="31344" y="117092"/>
                  <a:pt x="31344" y="117092"/>
                  <a:pt x="31381" y="117092"/>
                </a:cubicBezTo>
                <a:cubicBezTo>
                  <a:pt x="31418" y="117092"/>
                  <a:pt x="31418" y="117092"/>
                  <a:pt x="31454" y="117092"/>
                </a:cubicBezTo>
                <a:cubicBezTo>
                  <a:pt x="31454" y="117092"/>
                  <a:pt x="31418" y="117167"/>
                  <a:pt x="31454" y="117167"/>
                </a:cubicBezTo>
                <a:cubicBezTo>
                  <a:pt x="31381" y="117318"/>
                  <a:pt x="31381" y="117318"/>
                  <a:pt x="31381" y="117318"/>
                </a:cubicBezTo>
                <a:cubicBezTo>
                  <a:pt x="31381" y="117393"/>
                  <a:pt x="31418" y="117393"/>
                  <a:pt x="31418" y="117468"/>
                </a:cubicBezTo>
                <a:cubicBezTo>
                  <a:pt x="31454" y="117543"/>
                  <a:pt x="31485" y="117468"/>
                  <a:pt x="31485" y="117543"/>
                </a:cubicBezTo>
                <a:cubicBezTo>
                  <a:pt x="31522" y="117618"/>
                  <a:pt x="31522" y="117693"/>
                  <a:pt x="31522" y="117769"/>
                </a:cubicBezTo>
                <a:cubicBezTo>
                  <a:pt x="31522" y="117769"/>
                  <a:pt x="31485" y="117844"/>
                  <a:pt x="31485" y="117907"/>
                </a:cubicBezTo>
                <a:cubicBezTo>
                  <a:pt x="31522" y="117907"/>
                  <a:pt x="31558" y="117982"/>
                  <a:pt x="31558" y="117982"/>
                </a:cubicBezTo>
                <a:cubicBezTo>
                  <a:pt x="31632" y="118057"/>
                  <a:pt x="31705" y="118057"/>
                  <a:pt x="31779" y="118132"/>
                </a:cubicBezTo>
                <a:cubicBezTo>
                  <a:pt x="31816" y="118207"/>
                  <a:pt x="31816" y="118207"/>
                  <a:pt x="31852" y="118283"/>
                </a:cubicBezTo>
                <a:cubicBezTo>
                  <a:pt x="31852" y="118283"/>
                  <a:pt x="31852" y="118358"/>
                  <a:pt x="31852" y="118433"/>
                </a:cubicBezTo>
                <a:cubicBezTo>
                  <a:pt x="31889" y="118433"/>
                  <a:pt x="31889" y="118508"/>
                  <a:pt x="31889" y="118583"/>
                </a:cubicBezTo>
                <a:cubicBezTo>
                  <a:pt x="31889" y="118583"/>
                  <a:pt x="31926" y="118583"/>
                  <a:pt x="31963" y="118659"/>
                </a:cubicBezTo>
                <a:cubicBezTo>
                  <a:pt x="32000" y="118659"/>
                  <a:pt x="32030" y="118659"/>
                  <a:pt x="32030" y="118734"/>
                </a:cubicBezTo>
                <a:cubicBezTo>
                  <a:pt x="32030" y="118809"/>
                  <a:pt x="32030" y="118809"/>
                  <a:pt x="32030" y="118872"/>
                </a:cubicBezTo>
                <a:cubicBezTo>
                  <a:pt x="32030" y="118959"/>
                  <a:pt x="32030" y="119022"/>
                  <a:pt x="32030" y="119097"/>
                </a:cubicBezTo>
                <a:cubicBezTo>
                  <a:pt x="32104" y="119097"/>
                  <a:pt x="32140" y="119097"/>
                  <a:pt x="32177" y="119097"/>
                </a:cubicBezTo>
                <a:cubicBezTo>
                  <a:pt x="32214" y="119097"/>
                  <a:pt x="32214" y="119097"/>
                  <a:pt x="32251" y="119097"/>
                </a:cubicBezTo>
                <a:cubicBezTo>
                  <a:pt x="32287" y="119172"/>
                  <a:pt x="32287" y="119172"/>
                  <a:pt x="32324" y="119172"/>
                </a:cubicBezTo>
                <a:cubicBezTo>
                  <a:pt x="32324" y="119172"/>
                  <a:pt x="32324" y="119248"/>
                  <a:pt x="32324" y="119323"/>
                </a:cubicBezTo>
                <a:cubicBezTo>
                  <a:pt x="32361" y="119398"/>
                  <a:pt x="32398" y="119548"/>
                  <a:pt x="32434" y="119548"/>
                </a:cubicBezTo>
                <a:cubicBezTo>
                  <a:pt x="32502" y="119624"/>
                  <a:pt x="32539" y="119548"/>
                  <a:pt x="32575" y="119548"/>
                </a:cubicBezTo>
                <a:cubicBezTo>
                  <a:pt x="32612" y="119548"/>
                  <a:pt x="32612" y="119624"/>
                  <a:pt x="32649" y="119624"/>
                </a:cubicBezTo>
                <a:cubicBezTo>
                  <a:pt x="32686" y="119624"/>
                  <a:pt x="32686" y="119699"/>
                  <a:pt x="32722" y="119699"/>
                </a:cubicBezTo>
                <a:cubicBezTo>
                  <a:pt x="32759" y="119699"/>
                  <a:pt x="32759" y="119699"/>
                  <a:pt x="32796" y="119699"/>
                </a:cubicBezTo>
                <a:cubicBezTo>
                  <a:pt x="32833" y="119699"/>
                  <a:pt x="32833" y="119774"/>
                  <a:pt x="32869" y="119849"/>
                </a:cubicBezTo>
                <a:cubicBezTo>
                  <a:pt x="32906" y="119849"/>
                  <a:pt x="32943" y="119774"/>
                  <a:pt x="33016" y="119849"/>
                </a:cubicBezTo>
                <a:cubicBezTo>
                  <a:pt x="33084" y="119849"/>
                  <a:pt x="33084" y="119849"/>
                  <a:pt x="33084" y="119849"/>
                </a:cubicBezTo>
                <a:cubicBezTo>
                  <a:pt x="33084" y="119849"/>
                  <a:pt x="33120" y="119924"/>
                  <a:pt x="33157" y="119924"/>
                </a:cubicBezTo>
                <a:cubicBezTo>
                  <a:pt x="33157" y="119924"/>
                  <a:pt x="33194" y="119987"/>
                  <a:pt x="33231" y="119987"/>
                </a:cubicBezTo>
                <a:cubicBezTo>
                  <a:pt x="33776" y="119987"/>
                  <a:pt x="33776" y="119987"/>
                  <a:pt x="33776" y="119987"/>
                </a:cubicBezTo>
                <a:cubicBezTo>
                  <a:pt x="33813" y="119987"/>
                  <a:pt x="33813" y="119987"/>
                  <a:pt x="33849" y="119987"/>
                </a:cubicBezTo>
                <a:cubicBezTo>
                  <a:pt x="33886" y="119987"/>
                  <a:pt x="33886" y="119987"/>
                  <a:pt x="33923" y="119924"/>
                </a:cubicBezTo>
                <a:cubicBezTo>
                  <a:pt x="33960" y="119924"/>
                  <a:pt x="33923" y="119849"/>
                  <a:pt x="33960" y="119774"/>
                </a:cubicBezTo>
                <a:cubicBezTo>
                  <a:pt x="33960" y="119699"/>
                  <a:pt x="33996" y="119699"/>
                  <a:pt x="34033" y="119624"/>
                </a:cubicBezTo>
                <a:cubicBezTo>
                  <a:pt x="34033" y="119624"/>
                  <a:pt x="34064" y="119699"/>
                  <a:pt x="34137" y="119699"/>
                </a:cubicBezTo>
                <a:cubicBezTo>
                  <a:pt x="34174" y="119699"/>
                  <a:pt x="34211" y="119699"/>
                  <a:pt x="34248" y="119624"/>
                </a:cubicBezTo>
                <a:cubicBezTo>
                  <a:pt x="34248" y="119548"/>
                  <a:pt x="34248" y="119473"/>
                  <a:pt x="34211" y="119398"/>
                </a:cubicBezTo>
                <a:cubicBezTo>
                  <a:pt x="34211" y="119323"/>
                  <a:pt x="34174" y="119398"/>
                  <a:pt x="34137" y="119398"/>
                </a:cubicBezTo>
                <a:cubicBezTo>
                  <a:pt x="34101" y="119323"/>
                  <a:pt x="34064" y="119248"/>
                  <a:pt x="33996" y="119248"/>
                </a:cubicBezTo>
                <a:cubicBezTo>
                  <a:pt x="33996" y="119248"/>
                  <a:pt x="33960" y="119248"/>
                  <a:pt x="33923" y="119248"/>
                </a:cubicBezTo>
                <a:cubicBezTo>
                  <a:pt x="33923" y="119248"/>
                  <a:pt x="33886" y="119172"/>
                  <a:pt x="33849" y="119172"/>
                </a:cubicBezTo>
                <a:cubicBezTo>
                  <a:pt x="33813" y="119172"/>
                  <a:pt x="33776" y="119172"/>
                  <a:pt x="33702" y="119172"/>
                </a:cubicBezTo>
                <a:cubicBezTo>
                  <a:pt x="33666" y="119172"/>
                  <a:pt x="33666" y="119172"/>
                  <a:pt x="33629" y="119172"/>
                </a:cubicBezTo>
                <a:cubicBezTo>
                  <a:pt x="33629" y="118872"/>
                  <a:pt x="33629" y="118872"/>
                  <a:pt x="33629" y="118872"/>
                </a:cubicBezTo>
                <a:cubicBezTo>
                  <a:pt x="33592" y="118872"/>
                  <a:pt x="33562" y="118872"/>
                  <a:pt x="33488" y="118872"/>
                </a:cubicBezTo>
                <a:cubicBezTo>
                  <a:pt x="33451" y="118872"/>
                  <a:pt x="33451" y="118872"/>
                  <a:pt x="33415" y="118872"/>
                </a:cubicBezTo>
                <a:cubicBezTo>
                  <a:pt x="33415" y="118809"/>
                  <a:pt x="33378" y="118809"/>
                  <a:pt x="33341" y="118734"/>
                </a:cubicBezTo>
                <a:cubicBezTo>
                  <a:pt x="33341" y="118659"/>
                  <a:pt x="33341" y="118659"/>
                  <a:pt x="33341" y="118583"/>
                </a:cubicBezTo>
                <a:cubicBezTo>
                  <a:pt x="33304" y="118433"/>
                  <a:pt x="33304" y="118358"/>
                  <a:pt x="33304" y="118283"/>
                </a:cubicBezTo>
                <a:cubicBezTo>
                  <a:pt x="33304" y="118207"/>
                  <a:pt x="33304" y="118207"/>
                  <a:pt x="33304" y="118132"/>
                </a:cubicBezTo>
                <a:cubicBezTo>
                  <a:pt x="33304" y="118057"/>
                  <a:pt x="33304" y="118057"/>
                  <a:pt x="33304" y="117982"/>
                </a:cubicBezTo>
                <a:cubicBezTo>
                  <a:pt x="33304" y="117907"/>
                  <a:pt x="33231" y="117907"/>
                  <a:pt x="33231" y="117907"/>
                </a:cubicBezTo>
                <a:cubicBezTo>
                  <a:pt x="33231" y="117844"/>
                  <a:pt x="33194" y="117769"/>
                  <a:pt x="33194" y="117769"/>
                </a:cubicBezTo>
                <a:cubicBezTo>
                  <a:pt x="33194" y="117693"/>
                  <a:pt x="33194" y="117618"/>
                  <a:pt x="33194" y="117618"/>
                </a:cubicBezTo>
                <a:cubicBezTo>
                  <a:pt x="33194" y="117468"/>
                  <a:pt x="33194" y="117468"/>
                  <a:pt x="33194" y="117468"/>
                </a:cubicBezTo>
                <a:cubicBezTo>
                  <a:pt x="33194" y="117393"/>
                  <a:pt x="33157" y="117393"/>
                  <a:pt x="33157" y="117318"/>
                </a:cubicBezTo>
                <a:cubicBezTo>
                  <a:pt x="33157" y="117242"/>
                  <a:pt x="33157" y="117092"/>
                  <a:pt x="33157" y="117017"/>
                </a:cubicBezTo>
                <a:cubicBezTo>
                  <a:pt x="33157" y="116942"/>
                  <a:pt x="33157" y="116942"/>
                  <a:pt x="33157" y="116879"/>
                </a:cubicBezTo>
                <a:cubicBezTo>
                  <a:pt x="33120" y="116791"/>
                  <a:pt x="33120" y="116791"/>
                  <a:pt x="33120" y="116728"/>
                </a:cubicBezTo>
                <a:cubicBezTo>
                  <a:pt x="33084" y="116653"/>
                  <a:pt x="33016" y="116653"/>
                  <a:pt x="33016" y="116578"/>
                </a:cubicBezTo>
                <a:cubicBezTo>
                  <a:pt x="33016" y="116503"/>
                  <a:pt x="33047" y="116428"/>
                  <a:pt x="33047" y="116353"/>
                </a:cubicBezTo>
                <a:cubicBezTo>
                  <a:pt x="33047" y="116202"/>
                  <a:pt x="33047" y="116202"/>
                  <a:pt x="33047" y="116202"/>
                </a:cubicBezTo>
                <a:cubicBezTo>
                  <a:pt x="33047" y="116127"/>
                  <a:pt x="33016" y="116127"/>
                  <a:pt x="33016" y="116052"/>
                </a:cubicBezTo>
                <a:cubicBezTo>
                  <a:pt x="33016" y="115613"/>
                  <a:pt x="33016" y="115613"/>
                  <a:pt x="33016" y="115613"/>
                </a:cubicBezTo>
                <a:cubicBezTo>
                  <a:pt x="33016" y="115463"/>
                  <a:pt x="33047" y="115387"/>
                  <a:pt x="33047" y="115237"/>
                </a:cubicBezTo>
                <a:cubicBezTo>
                  <a:pt x="33378" y="115237"/>
                  <a:pt x="33378" y="115237"/>
                  <a:pt x="33378" y="115237"/>
                </a:cubicBezTo>
                <a:cubicBezTo>
                  <a:pt x="33378" y="115162"/>
                  <a:pt x="33378" y="115087"/>
                  <a:pt x="33378" y="115012"/>
                </a:cubicBezTo>
                <a:cubicBezTo>
                  <a:pt x="33378" y="114936"/>
                  <a:pt x="33378" y="114936"/>
                  <a:pt x="33378" y="114861"/>
                </a:cubicBezTo>
                <a:cubicBezTo>
                  <a:pt x="33378" y="114798"/>
                  <a:pt x="33378" y="114711"/>
                  <a:pt x="33378" y="114573"/>
                </a:cubicBezTo>
                <a:cubicBezTo>
                  <a:pt x="33415" y="114498"/>
                  <a:pt x="33415" y="114498"/>
                  <a:pt x="33451" y="114422"/>
                </a:cubicBezTo>
                <a:cubicBezTo>
                  <a:pt x="33451" y="114422"/>
                  <a:pt x="33488" y="114422"/>
                  <a:pt x="33519" y="114422"/>
                </a:cubicBezTo>
                <a:cubicBezTo>
                  <a:pt x="33562" y="114422"/>
                  <a:pt x="33592" y="114422"/>
                  <a:pt x="33666" y="114347"/>
                </a:cubicBezTo>
                <a:lnTo>
                  <a:pt x="33702" y="114272"/>
                </a:lnTo>
                <a:cubicBezTo>
                  <a:pt x="33776" y="114046"/>
                  <a:pt x="33776" y="113896"/>
                  <a:pt x="33813" y="113683"/>
                </a:cubicBezTo>
                <a:cubicBezTo>
                  <a:pt x="33813" y="113608"/>
                  <a:pt x="33849" y="113533"/>
                  <a:pt x="33849" y="113533"/>
                </a:cubicBezTo>
                <a:cubicBezTo>
                  <a:pt x="33849" y="113457"/>
                  <a:pt x="33886" y="113457"/>
                  <a:pt x="33886" y="113382"/>
                </a:cubicBezTo>
                <a:cubicBezTo>
                  <a:pt x="33923" y="113307"/>
                  <a:pt x="33923" y="113307"/>
                  <a:pt x="33960" y="113307"/>
                </a:cubicBezTo>
                <a:cubicBezTo>
                  <a:pt x="33996" y="113307"/>
                  <a:pt x="33996" y="113232"/>
                  <a:pt x="34033" y="113232"/>
                </a:cubicBezTo>
                <a:cubicBezTo>
                  <a:pt x="34064" y="113157"/>
                  <a:pt x="34064" y="113232"/>
                  <a:pt x="34101" y="113232"/>
                </a:cubicBezTo>
                <a:cubicBezTo>
                  <a:pt x="34137" y="113157"/>
                  <a:pt x="34137" y="113081"/>
                  <a:pt x="34137" y="113081"/>
                </a:cubicBezTo>
                <a:cubicBezTo>
                  <a:pt x="34137" y="112781"/>
                  <a:pt x="34137" y="112781"/>
                  <a:pt x="34137" y="112781"/>
                </a:cubicBezTo>
                <a:cubicBezTo>
                  <a:pt x="34101" y="112781"/>
                  <a:pt x="34064" y="112706"/>
                  <a:pt x="34033" y="112706"/>
                </a:cubicBezTo>
                <a:cubicBezTo>
                  <a:pt x="33960" y="112706"/>
                  <a:pt x="33923" y="112781"/>
                  <a:pt x="33886" y="112706"/>
                </a:cubicBezTo>
                <a:cubicBezTo>
                  <a:pt x="33849" y="112706"/>
                  <a:pt x="33813" y="112706"/>
                  <a:pt x="33813" y="112630"/>
                </a:cubicBezTo>
                <a:cubicBezTo>
                  <a:pt x="33776" y="112630"/>
                  <a:pt x="33813" y="112568"/>
                  <a:pt x="33776" y="112492"/>
                </a:cubicBezTo>
                <a:cubicBezTo>
                  <a:pt x="33776" y="112492"/>
                  <a:pt x="33739" y="112417"/>
                  <a:pt x="33702" y="112342"/>
                </a:cubicBezTo>
                <a:lnTo>
                  <a:pt x="33666" y="112342"/>
                </a:lnTo>
                <a:cubicBezTo>
                  <a:pt x="33629" y="112342"/>
                  <a:pt x="33592" y="112267"/>
                  <a:pt x="33592" y="112267"/>
                </a:cubicBezTo>
                <a:cubicBezTo>
                  <a:pt x="33562" y="112192"/>
                  <a:pt x="33519" y="112116"/>
                  <a:pt x="33519" y="112116"/>
                </a:cubicBezTo>
                <a:cubicBezTo>
                  <a:pt x="33488" y="112041"/>
                  <a:pt x="33451" y="112041"/>
                  <a:pt x="33451" y="111966"/>
                </a:cubicBezTo>
                <a:cubicBezTo>
                  <a:pt x="33451" y="111816"/>
                  <a:pt x="33451" y="111740"/>
                  <a:pt x="33451" y="111665"/>
                </a:cubicBezTo>
                <a:cubicBezTo>
                  <a:pt x="33451" y="111527"/>
                  <a:pt x="33451" y="111527"/>
                  <a:pt x="33451" y="111527"/>
                </a:cubicBezTo>
                <a:cubicBezTo>
                  <a:pt x="33451" y="111452"/>
                  <a:pt x="33451" y="111452"/>
                  <a:pt x="33488" y="111377"/>
                </a:cubicBezTo>
                <a:cubicBezTo>
                  <a:pt x="33488" y="111302"/>
                  <a:pt x="33519" y="111302"/>
                  <a:pt x="33562" y="111227"/>
                </a:cubicBezTo>
                <a:cubicBezTo>
                  <a:pt x="33592" y="111076"/>
                  <a:pt x="33666" y="111001"/>
                  <a:pt x="33776" y="111001"/>
                </a:cubicBezTo>
                <a:cubicBezTo>
                  <a:pt x="34174" y="111001"/>
                  <a:pt x="34174" y="111001"/>
                  <a:pt x="34174" y="111001"/>
                </a:cubicBezTo>
                <a:cubicBezTo>
                  <a:pt x="34174" y="110186"/>
                  <a:pt x="34174" y="110186"/>
                  <a:pt x="34174" y="110186"/>
                </a:cubicBezTo>
                <a:cubicBezTo>
                  <a:pt x="34174" y="110111"/>
                  <a:pt x="34174" y="110111"/>
                  <a:pt x="34174" y="110036"/>
                </a:cubicBezTo>
                <a:cubicBezTo>
                  <a:pt x="34211" y="109961"/>
                  <a:pt x="34248" y="109961"/>
                  <a:pt x="34248" y="109961"/>
                </a:cubicBezTo>
                <a:cubicBezTo>
                  <a:pt x="34284" y="109810"/>
                  <a:pt x="34321" y="109735"/>
                  <a:pt x="34321" y="109660"/>
                </a:cubicBezTo>
                <a:cubicBezTo>
                  <a:pt x="34358" y="109585"/>
                  <a:pt x="34358" y="109585"/>
                  <a:pt x="34358" y="109522"/>
                </a:cubicBezTo>
                <a:cubicBezTo>
                  <a:pt x="34358" y="109447"/>
                  <a:pt x="34358" y="109447"/>
                  <a:pt x="34358" y="109372"/>
                </a:cubicBezTo>
                <a:cubicBezTo>
                  <a:pt x="34358" y="109297"/>
                  <a:pt x="34358" y="109297"/>
                  <a:pt x="34358" y="109221"/>
                </a:cubicBezTo>
                <a:cubicBezTo>
                  <a:pt x="34358" y="109146"/>
                  <a:pt x="34358" y="109146"/>
                  <a:pt x="34358" y="109071"/>
                </a:cubicBezTo>
                <a:cubicBezTo>
                  <a:pt x="34358" y="108996"/>
                  <a:pt x="34395" y="108921"/>
                  <a:pt x="34431" y="108921"/>
                </a:cubicBezTo>
                <a:cubicBezTo>
                  <a:pt x="34505" y="108921"/>
                  <a:pt x="34535" y="108996"/>
                  <a:pt x="34609" y="108996"/>
                </a:cubicBezTo>
                <a:cubicBezTo>
                  <a:pt x="34646" y="108996"/>
                  <a:pt x="34683" y="108996"/>
                  <a:pt x="34719" y="108921"/>
                </a:cubicBezTo>
                <a:cubicBezTo>
                  <a:pt x="34756" y="108921"/>
                  <a:pt x="34793" y="108845"/>
                  <a:pt x="34793" y="108770"/>
                </a:cubicBezTo>
                <a:cubicBezTo>
                  <a:pt x="34793" y="108770"/>
                  <a:pt x="34793" y="108695"/>
                  <a:pt x="34793" y="108620"/>
                </a:cubicBezTo>
                <a:cubicBezTo>
                  <a:pt x="34793" y="108469"/>
                  <a:pt x="34793" y="108469"/>
                  <a:pt x="34793" y="108469"/>
                </a:cubicBezTo>
                <a:lnTo>
                  <a:pt x="34756" y="108407"/>
                </a:lnTo>
                <a:cubicBezTo>
                  <a:pt x="34719" y="108407"/>
                  <a:pt x="34719" y="108332"/>
                  <a:pt x="34683" y="108407"/>
                </a:cubicBezTo>
                <a:cubicBezTo>
                  <a:pt x="34646" y="108407"/>
                  <a:pt x="34646" y="108407"/>
                  <a:pt x="34609" y="108469"/>
                </a:cubicBezTo>
                <a:cubicBezTo>
                  <a:pt x="34578" y="108469"/>
                  <a:pt x="34578" y="108545"/>
                  <a:pt x="34535" y="108545"/>
                </a:cubicBezTo>
                <a:cubicBezTo>
                  <a:pt x="34505" y="108620"/>
                  <a:pt x="34505" y="108545"/>
                  <a:pt x="34468" y="108545"/>
                </a:cubicBezTo>
                <a:cubicBezTo>
                  <a:pt x="34468" y="108545"/>
                  <a:pt x="34358" y="108545"/>
                  <a:pt x="34358" y="108469"/>
                </a:cubicBezTo>
                <a:cubicBezTo>
                  <a:pt x="34321" y="108407"/>
                  <a:pt x="34358" y="108332"/>
                  <a:pt x="34358" y="108181"/>
                </a:cubicBezTo>
                <a:cubicBezTo>
                  <a:pt x="34358" y="108106"/>
                  <a:pt x="34321" y="108031"/>
                  <a:pt x="34321" y="107880"/>
                </a:cubicBezTo>
                <a:lnTo>
                  <a:pt x="34321" y="107805"/>
                </a:lnTo>
                <a:cubicBezTo>
                  <a:pt x="34321" y="107367"/>
                  <a:pt x="34321" y="107367"/>
                  <a:pt x="34321" y="107367"/>
                </a:cubicBezTo>
                <a:cubicBezTo>
                  <a:pt x="34431" y="107367"/>
                  <a:pt x="34431" y="107367"/>
                  <a:pt x="34431" y="107367"/>
                </a:cubicBezTo>
                <a:cubicBezTo>
                  <a:pt x="34505" y="107367"/>
                  <a:pt x="34535" y="107429"/>
                  <a:pt x="34578" y="107429"/>
                </a:cubicBezTo>
                <a:cubicBezTo>
                  <a:pt x="34646" y="107504"/>
                  <a:pt x="34646" y="107655"/>
                  <a:pt x="34719" y="107655"/>
                </a:cubicBezTo>
                <a:cubicBezTo>
                  <a:pt x="35154" y="107655"/>
                  <a:pt x="35154" y="107655"/>
                  <a:pt x="35154" y="107655"/>
                </a:cubicBezTo>
                <a:cubicBezTo>
                  <a:pt x="35154" y="107580"/>
                  <a:pt x="35191" y="107580"/>
                  <a:pt x="35191" y="107504"/>
                </a:cubicBezTo>
                <a:cubicBezTo>
                  <a:pt x="35191" y="107429"/>
                  <a:pt x="35154" y="107429"/>
                  <a:pt x="35117" y="107367"/>
                </a:cubicBezTo>
                <a:cubicBezTo>
                  <a:pt x="35117" y="107216"/>
                  <a:pt x="35117" y="107216"/>
                  <a:pt x="35117" y="107216"/>
                </a:cubicBezTo>
                <a:cubicBezTo>
                  <a:pt x="35117" y="107216"/>
                  <a:pt x="35117" y="107141"/>
                  <a:pt x="35117" y="107066"/>
                </a:cubicBezTo>
                <a:cubicBezTo>
                  <a:pt x="35154" y="107066"/>
                  <a:pt x="35154" y="106991"/>
                  <a:pt x="35154" y="106991"/>
                </a:cubicBezTo>
                <a:cubicBezTo>
                  <a:pt x="35191" y="106915"/>
                  <a:pt x="35228" y="106915"/>
                  <a:pt x="35228" y="106915"/>
                </a:cubicBezTo>
                <a:cubicBezTo>
                  <a:pt x="35264" y="106840"/>
                  <a:pt x="35228" y="106765"/>
                  <a:pt x="35228" y="106765"/>
                </a:cubicBezTo>
                <a:cubicBezTo>
                  <a:pt x="35228" y="106690"/>
                  <a:pt x="35228" y="106615"/>
                  <a:pt x="35228" y="106615"/>
                </a:cubicBezTo>
                <a:cubicBezTo>
                  <a:pt x="35228" y="106464"/>
                  <a:pt x="35191" y="106389"/>
                  <a:pt x="35191" y="106326"/>
                </a:cubicBezTo>
                <a:cubicBezTo>
                  <a:pt x="35191" y="106251"/>
                  <a:pt x="35154" y="106251"/>
                  <a:pt x="35154" y="106176"/>
                </a:cubicBezTo>
                <a:cubicBezTo>
                  <a:pt x="35154" y="105875"/>
                  <a:pt x="35154" y="105875"/>
                  <a:pt x="35154" y="105875"/>
                </a:cubicBezTo>
                <a:cubicBezTo>
                  <a:pt x="35485" y="105875"/>
                  <a:pt x="35485" y="105875"/>
                  <a:pt x="35485" y="105875"/>
                </a:cubicBezTo>
                <a:cubicBezTo>
                  <a:pt x="35522" y="105875"/>
                  <a:pt x="35552" y="105800"/>
                  <a:pt x="35552" y="105800"/>
                </a:cubicBezTo>
                <a:cubicBezTo>
                  <a:pt x="35699" y="105800"/>
                  <a:pt x="35699" y="105800"/>
                  <a:pt x="35699" y="105800"/>
                </a:cubicBezTo>
                <a:cubicBezTo>
                  <a:pt x="35773" y="105800"/>
                  <a:pt x="35810" y="105800"/>
                  <a:pt x="35846" y="105800"/>
                </a:cubicBezTo>
                <a:cubicBezTo>
                  <a:pt x="35920" y="105725"/>
                  <a:pt x="35920" y="105650"/>
                  <a:pt x="35993" y="105650"/>
                </a:cubicBezTo>
                <a:cubicBezTo>
                  <a:pt x="36318" y="105650"/>
                  <a:pt x="36318" y="105650"/>
                  <a:pt x="36318" y="105650"/>
                </a:cubicBezTo>
                <a:cubicBezTo>
                  <a:pt x="36392" y="105650"/>
                  <a:pt x="36428" y="105800"/>
                  <a:pt x="36465" y="105800"/>
                </a:cubicBezTo>
                <a:cubicBezTo>
                  <a:pt x="36502" y="105800"/>
                  <a:pt x="36539" y="105725"/>
                  <a:pt x="36539" y="105650"/>
                </a:cubicBezTo>
                <a:cubicBezTo>
                  <a:pt x="36569" y="105650"/>
                  <a:pt x="36569" y="105574"/>
                  <a:pt x="36569" y="105499"/>
                </a:cubicBezTo>
                <a:cubicBezTo>
                  <a:pt x="36569" y="105499"/>
                  <a:pt x="36569" y="105424"/>
                  <a:pt x="36569" y="105349"/>
                </a:cubicBezTo>
                <a:cubicBezTo>
                  <a:pt x="36612" y="105286"/>
                  <a:pt x="36612" y="105286"/>
                  <a:pt x="36643" y="105211"/>
                </a:cubicBezTo>
                <a:cubicBezTo>
                  <a:pt x="36679" y="105136"/>
                  <a:pt x="36679" y="105061"/>
                  <a:pt x="36716" y="104985"/>
                </a:cubicBezTo>
                <a:cubicBezTo>
                  <a:pt x="36753" y="104910"/>
                  <a:pt x="36790" y="104910"/>
                  <a:pt x="36826" y="104835"/>
                </a:cubicBezTo>
                <a:cubicBezTo>
                  <a:pt x="36863" y="104760"/>
                  <a:pt x="36900" y="104760"/>
                  <a:pt x="36937" y="104685"/>
                </a:cubicBezTo>
                <a:cubicBezTo>
                  <a:pt x="36973" y="104609"/>
                  <a:pt x="36973" y="104534"/>
                  <a:pt x="37010" y="104534"/>
                </a:cubicBezTo>
                <a:cubicBezTo>
                  <a:pt x="37010" y="104459"/>
                  <a:pt x="37047" y="104459"/>
                  <a:pt x="37047" y="104384"/>
                </a:cubicBezTo>
                <a:cubicBezTo>
                  <a:pt x="37084" y="104233"/>
                  <a:pt x="37084" y="104233"/>
                  <a:pt x="37084" y="104233"/>
                </a:cubicBezTo>
                <a:cubicBezTo>
                  <a:pt x="37114" y="104171"/>
                  <a:pt x="37114" y="104171"/>
                  <a:pt x="37114" y="104096"/>
                </a:cubicBezTo>
                <a:cubicBezTo>
                  <a:pt x="37114" y="103644"/>
                  <a:pt x="37114" y="103644"/>
                  <a:pt x="37114" y="103644"/>
                </a:cubicBezTo>
                <a:cubicBezTo>
                  <a:pt x="37047" y="103644"/>
                  <a:pt x="37047" y="103644"/>
                  <a:pt x="37047" y="103644"/>
                </a:cubicBezTo>
                <a:cubicBezTo>
                  <a:pt x="37047" y="103644"/>
                  <a:pt x="37010" y="103644"/>
                  <a:pt x="36973" y="103644"/>
                </a:cubicBezTo>
                <a:cubicBezTo>
                  <a:pt x="36973" y="103344"/>
                  <a:pt x="36973" y="103344"/>
                  <a:pt x="36973" y="103344"/>
                </a:cubicBezTo>
                <a:cubicBezTo>
                  <a:pt x="36973" y="103268"/>
                  <a:pt x="37010" y="103268"/>
                  <a:pt x="36973" y="103206"/>
                </a:cubicBezTo>
                <a:cubicBezTo>
                  <a:pt x="36973" y="103131"/>
                  <a:pt x="36973" y="103131"/>
                  <a:pt x="36973" y="103055"/>
                </a:cubicBezTo>
                <a:cubicBezTo>
                  <a:pt x="36973" y="102980"/>
                  <a:pt x="36937" y="102980"/>
                  <a:pt x="36900" y="102980"/>
                </a:cubicBezTo>
                <a:cubicBezTo>
                  <a:pt x="36863" y="102905"/>
                  <a:pt x="36826" y="102905"/>
                  <a:pt x="36826" y="102830"/>
                </a:cubicBezTo>
                <a:cubicBezTo>
                  <a:pt x="36753" y="102755"/>
                  <a:pt x="36716" y="102679"/>
                  <a:pt x="36679" y="102604"/>
                </a:cubicBezTo>
                <a:cubicBezTo>
                  <a:pt x="36643" y="102529"/>
                  <a:pt x="36612" y="102529"/>
                  <a:pt x="36612" y="102529"/>
                </a:cubicBezTo>
                <a:cubicBezTo>
                  <a:pt x="36569" y="102454"/>
                  <a:pt x="36569" y="102454"/>
                  <a:pt x="36539" y="102379"/>
                </a:cubicBezTo>
                <a:cubicBezTo>
                  <a:pt x="36539" y="102303"/>
                  <a:pt x="36539" y="102303"/>
                  <a:pt x="36539" y="102228"/>
                </a:cubicBezTo>
                <a:cubicBezTo>
                  <a:pt x="36826" y="102228"/>
                  <a:pt x="36826" y="102228"/>
                  <a:pt x="36826" y="102228"/>
                </a:cubicBezTo>
                <a:cubicBezTo>
                  <a:pt x="36900" y="102228"/>
                  <a:pt x="36937" y="102228"/>
                  <a:pt x="36973" y="102303"/>
                </a:cubicBezTo>
                <a:cubicBezTo>
                  <a:pt x="37047" y="102379"/>
                  <a:pt x="37084" y="102454"/>
                  <a:pt x="37114" y="102529"/>
                </a:cubicBezTo>
                <a:cubicBezTo>
                  <a:pt x="37151" y="102529"/>
                  <a:pt x="37151" y="102604"/>
                  <a:pt x="37188" y="102604"/>
                </a:cubicBezTo>
                <a:cubicBezTo>
                  <a:pt x="37225" y="102604"/>
                  <a:pt x="37261" y="102604"/>
                  <a:pt x="37261" y="102604"/>
                </a:cubicBezTo>
                <a:cubicBezTo>
                  <a:pt x="37335" y="102679"/>
                  <a:pt x="37408" y="102679"/>
                  <a:pt x="37482" y="102679"/>
                </a:cubicBezTo>
                <a:cubicBezTo>
                  <a:pt x="37519" y="102679"/>
                  <a:pt x="37519" y="102679"/>
                  <a:pt x="37555" y="102679"/>
                </a:cubicBezTo>
                <a:cubicBezTo>
                  <a:pt x="37586" y="102679"/>
                  <a:pt x="37586" y="102604"/>
                  <a:pt x="37629" y="102529"/>
                </a:cubicBezTo>
                <a:cubicBezTo>
                  <a:pt x="37660" y="102529"/>
                  <a:pt x="37696" y="102529"/>
                  <a:pt x="37770" y="102529"/>
                </a:cubicBezTo>
                <a:cubicBezTo>
                  <a:pt x="37807" y="102529"/>
                  <a:pt x="37843" y="102604"/>
                  <a:pt x="37880" y="102529"/>
                </a:cubicBezTo>
                <a:cubicBezTo>
                  <a:pt x="37917" y="102529"/>
                  <a:pt x="37954" y="102454"/>
                  <a:pt x="37954" y="102454"/>
                </a:cubicBezTo>
                <a:cubicBezTo>
                  <a:pt x="37990" y="102454"/>
                  <a:pt x="38027" y="102454"/>
                  <a:pt x="38027" y="102379"/>
                </a:cubicBezTo>
                <a:cubicBezTo>
                  <a:pt x="38064" y="102379"/>
                  <a:pt x="38064" y="102303"/>
                  <a:pt x="38101" y="102228"/>
                </a:cubicBezTo>
                <a:cubicBezTo>
                  <a:pt x="38131" y="102153"/>
                  <a:pt x="38131" y="102090"/>
                  <a:pt x="38168" y="102015"/>
                </a:cubicBezTo>
                <a:cubicBezTo>
                  <a:pt x="38168" y="101940"/>
                  <a:pt x="38168" y="101865"/>
                  <a:pt x="38205" y="101865"/>
                </a:cubicBezTo>
                <a:cubicBezTo>
                  <a:pt x="38205" y="101790"/>
                  <a:pt x="38241" y="101714"/>
                  <a:pt x="38278" y="101714"/>
                </a:cubicBezTo>
                <a:cubicBezTo>
                  <a:pt x="38278" y="101639"/>
                  <a:pt x="38315" y="101714"/>
                  <a:pt x="38315" y="101639"/>
                </a:cubicBezTo>
                <a:cubicBezTo>
                  <a:pt x="38352" y="101639"/>
                  <a:pt x="38388" y="101639"/>
                  <a:pt x="38425" y="101564"/>
                </a:cubicBezTo>
                <a:cubicBezTo>
                  <a:pt x="38425" y="101489"/>
                  <a:pt x="38462" y="101489"/>
                  <a:pt x="38462" y="101414"/>
                </a:cubicBezTo>
                <a:cubicBezTo>
                  <a:pt x="38462" y="101338"/>
                  <a:pt x="38499" y="101338"/>
                  <a:pt x="38499" y="101263"/>
                </a:cubicBezTo>
                <a:cubicBezTo>
                  <a:pt x="38499" y="101188"/>
                  <a:pt x="38499" y="101125"/>
                  <a:pt x="38499" y="100975"/>
                </a:cubicBezTo>
                <a:cubicBezTo>
                  <a:pt x="38535" y="100900"/>
                  <a:pt x="38572" y="100825"/>
                  <a:pt x="38609" y="100674"/>
                </a:cubicBezTo>
                <a:cubicBezTo>
                  <a:pt x="38646" y="100599"/>
                  <a:pt x="38676" y="100599"/>
                  <a:pt x="38676" y="100524"/>
                </a:cubicBezTo>
                <a:cubicBezTo>
                  <a:pt x="38676" y="100373"/>
                  <a:pt x="38676" y="100298"/>
                  <a:pt x="38676" y="100148"/>
                </a:cubicBezTo>
                <a:cubicBezTo>
                  <a:pt x="38676" y="100073"/>
                  <a:pt x="38676" y="100010"/>
                  <a:pt x="38676" y="100010"/>
                </a:cubicBezTo>
                <a:cubicBezTo>
                  <a:pt x="38676" y="99935"/>
                  <a:pt x="38676" y="99860"/>
                  <a:pt x="38676" y="99860"/>
                </a:cubicBezTo>
                <a:cubicBezTo>
                  <a:pt x="38676" y="99784"/>
                  <a:pt x="38713" y="99709"/>
                  <a:pt x="38713" y="99709"/>
                </a:cubicBezTo>
                <a:cubicBezTo>
                  <a:pt x="38750" y="99559"/>
                  <a:pt x="38787" y="99484"/>
                  <a:pt x="38823" y="99484"/>
                </a:cubicBezTo>
                <a:cubicBezTo>
                  <a:pt x="38860" y="99484"/>
                  <a:pt x="38897" y="99408"/>
                  <a:pt x="38897" y="99408"/>
                </a:cubicBezTo>
                <a:cubicBezTo>
                  <a:pt x="38934" y="99408"/>
                  <a:pt x="38934" y="99484"/>
                  <a:pt x="38970" y="99484"/>
                </a:cubicBezTo>
                <a:cubicBezTo>
                  <a:pt x="38970" y="99559"/>
                  <a:pt x="38970" y="99559"/>
                  <a:pt x="38934" y="99634"/>
                </a:cubicBezTo>
                <a:cubicBezTo>
                  <a:pt x="38934" y="99634"/>
                  <a:pt x="38934" y="99709"/>
                  <a:pt x="38934" y="99784"/>
                </a:cubicBezTo>
                <a:cubicBezTo>
                  <a:pt x="38934" y="99784"/>
                  <a:pt x="38897" y="99860"/>
                  <a:pt x="38897" y="99935"/>
                </a:cubicBezTo>
                <a:cubicBezTo>
                  <a:pt x="38897" y="100010"/>
                  <a:pt x="38934" y="100010"/>
                  <a:pt x="38934" y="100073"/>
                </a:cubicBezTo>
                <a:cubicBezTo>
                  <a:pt x="39007" y="100010"/>
                  <a:pt x="39044" y="100010"/>
                  <a:pt x="39081" y="99935"/>
                </a:cubicBezTo>
                <a:cubicBezTo>
                  <a:pt x="39117" y="99860"/>
                  <a:pt x="39117" y="99784"/>
                  <a:pt x="39117" y="99784"/>
                </a:cubicBezTo>
                <a:cubicBezTo>
                  <a:pt x="39148" y="99634"/>
                  <a:pt x="39148" y="99559"/>
                  <a:pt x="39185" y="99484"/>
                </a:cubicBezTo>
                <a:cubicBezTo>
                  <a:pt x="39185" y="99408"/>
                  <a:pt x="39222" y="99408"/>
                  <a:pt x="39222" y="99333"/>
                </a:cubicBezTo>
                <a:cubicBezTo>
                  <a:pt x="39258" y="99258"/>
                  <a:pt x="39258" y="99258"/>
                  <a:pt x="39295" y="99183"/>
                </a:cubicBezTo>
                <a:cubicBezTo>
                  <a:pt x="39295" y="99108"/>
                  <a:pt x="39332" y="99108"/>
                  <a:pt x="39332" y="99045"/>
                </a:cubicBezTo>
                <a:cubicBezTo>
                  <a:pt x="39332" y="98957"/>
                  <a:pt x="39369" y="98957"/>
                  <a:pt x="39369" y="98895"/>
                </a:cubicBezTo>
                <a:cubicBezTo>
                  <a:pt x="39405" y="98895"/>
                  <a:pt x="39405" y="98819"/>
                  <a:pt x="39405" y="98744"/>
                </a:cubicBezTo>
                <a:cubicBezTo>
                  <a:pt x="39405" y="98744"/>
                  <a:pt x="39442" y="98669"/>
                  <a:pt x="39442" y="98594"/>
                </a:cubicBezTo>
                <a:cubicBezTo>
                  <a:pt x="39442" y="98594"/>
                  <a:pt x="39442" y="98519"/>
                  <a:pt x="39442" y="98443"/>
                </a:cubicBezTo>
                <a:cubicBezTo>
                  <a:pt x="39442" y="98443"/>
                  <a:pt x="39442" y="98368"/>
                  <a:pt x="39479" y="98293"/>
                </a:cubicBezTo>
                <a:cubicBezTo>
                  <a:pt x="39479" y="98293"/>
                  <a:pt x="39479" y="98218"/>
                  <a:pt x="39516" y="98218"/>
                </a:cubicBezTo>
                <a:cubicBezTo>
                  <a:pt x="39552" y="98143"/>
                  <a:pt x="39589" y="98143"/>
                  <a:pt x="39589" y="98143"/>
                </a:cubicBezTo>
                <a:cubicBezTo>
                  <a:pt x="39626" y="98143"/>
                  <a:pt x="39626" y="98143"/>
                  <a:pt x="39663" y="98143"/>
                </a:cubicBezTo>
                <a:cubicBezTo>
                  <a:pt x="39693" y="98067"/>
                  <a:pt x="39693" y="98067"/>
                  <a:pt x="39730" y="97992"/>
                </a:cubicBezTo>
                <a:cubicBezTo>
                  <a:pt x="39767" y="97992"/>
                  <a:pt x="39767" y="97930"/>
                  <a:pt x="39803" y="97854"/>
                </a:cubicBezTo>
                <a:cubicBezTo>
                  <a:pt x="39803" y="97779"/>
                  <a:pt x="39840" y="97779"/>
                  <a:pt x="39840" y="97704"/>
                </a:cubicBezTo>
                <a:cubicBezTo>
                  <a:pt x="39840" y="97629"/>
                  <a:pt x="39840" y="97554"/>
                  <a:pt x="39840" y="97403"/>
                </a:cubicBezTo>
                <a:cubicBezTo>
                  <a:pt x="39840" y="97328"/>
                  <a:pt x="39840" y="97253"/>
                  <a:pt x="39840" y="97178"/>
                </a:cubicBezTo>
                <a:cubicBezTo>
                  <a:pt x="39840" y="97027"/>
                  <a:pt x="39803" y="96965"/>
                  <a:pt x="39767" y="96877"/>
                </a:cubicBezTo>
                <a:cubicBezTo>
                  <a:pt x="39767" y="96814"/>
                  <a:pt x="39767" y="96814"/>
                  <a:pt x="39767" y="96739"/>
                </a:cubicBezTo>
                <a:cubicBezTo>
                  <a:pt x="39767" y="96664"/>
                  <a:pt x="39767" y="96589"/>
                  <a:pt x="39767" y="96513"/>
                </a:cubicBezTo>
                <a:cubicBezTo>
                  <a:pt x="39767" y="96438"/>
                  <a:pt x="39767" y="96363"/>
                  <a:pt x="39767" y="96213"/>
                </a:cubicBezTo>
                <a:cubicBezTo>
                  <a:pt x="39767" y="96062"/>
                  <a:pt x="39730" y="95987"/>
                  <a:pt x="39767" y="95912"/>
                </a:cubicBezTo>
                <a:cubicBezTo>
                  <a:pt x="39767" y="95849"/>
                  <a:pt x="39803" y="95849"/>
                  <a:pt x="39803" y="95774"/>
                </a:cubicBezTo>
                <a:cubicBezTo>
                  <a:pt x="39803" y="95699"/>
                  <a:pt x="39840" y="95699"/>
                  <a:pt x="39877" y="95624"/>
                </a:cubicBezTo>
                <a:cubicBezTo>
                  <a:pt x="39914" y="95624"/>
                  <a:pt x="39914" y="95548"/>
                  <a:pt x="39950" y="95473"/>
                </a:cubicBezTo>
                <a:cubicBezTo>
                  <a:pt x="39987" y="95398"/>
                  <a:pt x="40024" y="95398"/>
                  <a:pt x="40098" y="95323"/>
                </a:cubicBezTo>
                <a:cubicBezTo>
                  <a:pt x="40098" y="95323"/>
                  <a:pt x="40134" y="95323"/>
                  <a:pt x="40171" y="95323"/>
                </a:cubicBezTo>
                <a:cubicBezTo>
                  <a:pt x="40171" y="95248"/>
                  <a:pt x="40171" y="95172"/>
                  <a:pt x="40202" y="95172"/>
                </a:cubicBezTo>
                <a:cubicBezTo>
                  <a:pt x="40202" y="95097"/>
                  <a:pt x="40238" y="95022"/>
                  <a:pt x="40238" y="94947"/>
                </a:cubicBezTo>
                <a:cubicBezTo>
                  <a:pt x="40275" y="94947"/>
                  <a:pt x="40275" y="94884"/>
                  <a:pt x="40312" y="94796"/>
                </a:cubicBezTo>
                <a:cubicBezTo>
                  <a:pt x="40312" y="94734"/>
                  <a:pt x="40349" y="94734"/>
                  <a:pt x="40349" y="94659"/>
                </a:cubicBezTo>
                <a:cubicBezTo>
                  <a:pt x="40385" y="94583"/>
                  <a:pt x="40422" y="94583"/>
                  <a:pt x="40422" y="94508"/>
                </a:cubicBezTo>
                <a:cubicBezTo>
                  <a:pt x="40459" y="94508"/>
                  <a:pt x="40459" y="94433"/>
                  <a:pt x="40496" y="94433"/>
                </a:cubicBezTo>
                <a:cubicBezTo>
                  <a:pt x="40857" y="94433"/>
                  <a:pt x="40857" y="94433"/>
                  <a:pt x="40857" y="94433"/>
                </a:cubicBezTo>
                <a:cubicBezTo>
                  <a:pt x="40894" y="94433"/>
                  <a:pt x="40931" y="94358"/>
                  <a:pt x="41004" y="94283"/>
                </a:cubicBezTo>
                <a:cubicBezTo>
                  <a:pt x="41004" y="94207"/>
                  <a:pt x="41041" y="94207"/>
                  <a:pt x="41078" y="94132"/>
                </a:cubicBezTo>
                <a:cubicBezTo>
                  <a:pt x="41078" y="94132"/>
                  <a:pt x="41078" y="94057"/>
                  <a:pt x="41114" y="93982"/>
                </a:cubicBezTo>
                <a:cubicBezTo>
                  <a:pt x="41114" y="93907"/>
                  <a:pt x="41151" y="93907"/>
                  <a:pt x="41151" y="93907"/>
                </a:cubicBezTo>
                <a:cubicBezTo>
                  <a:pt x="42021" y="93907"/>
                  <a:pt x="42021" y="93907"/>
                  <a:pt x="42021" y="93907"/>
                </a:cubicBezTo>
                <a:cubicBezTo>
                  <a:pt x="42021" y="93831"/>
                  <a:pt x="42021" y="93769"/>
                  <a:pt x="42058" y="93693"/>
                </a:cubicBezTo>
                <a:cubicBezTo>
                  <a:pt x="42058" y="93618"/>
                  <a:pt x="42021" y="93618"/>
                  <a:pt x="42058" y="93543"/>
                </a:cubicBezTo>
                <a:cubicBezTo>
                  <a:pt x="42058" y="93468"/>
                  <a:pt x="42094" y="93468"/>
                  <a:pt x="42094" y="93393"/>
                </a:cubicBezTo>
                <a:cubicBezTo>
                  <a:pt x="42131" y="93393"/>
                  <a:pt x="42168" y="93393"/>
                  <a:pt x="42168" y="93393"/>
                </a:cubicBezTo>
                <a:cubicBezTo>
                  <a:pt x="42205" y="93318"/>
                  <a:pt x="42205" y="93242"/>
                  <a:pt x="42205" y="93242"/>
                </a:cubicBezTo>
                <a:cubicBezTo>
                  <a:pt x="42272" y="93092"/>
                  <a:pt x="42272" y="93017"/>
                  <a:pt x="42309" y="92942"/>
                </a:cubicBezTo>
                <a:cubicBezTo>
                  <a:pt x="42346" y="92804"/>
                  <a:pt x="42382" y="92716"/>
                  <a:pt x="42419" y="92653"/>
                </a:cubicBezTo>
                <a:cubicBezTo>
                  <a:pt x="42419" y="92578"/>
                  <a:pt x="42382" y="92578"/>
                  <a:pt x="42419" y="92503"/>
                </a:cubicBezTo>
                <a:cubicBezTo>
                  <a:pt x="42419" y="92428"/>
                  <a:pt x="42419" y="92428"/>
                  <a:pt x="42456" y="92353"/>
                </a:cubicBezTo>
                <a:cubicBezTo>
                  <a:pt x="42493" y="92277"/>
                  <a:pt x="42566" y="92353"/>
                  <a:pt x="42603" y="92277"/>
                </a:cubicBezTo>
                <a:cubicBezTo>
                  <a:pt x="42640" y="92202"/>
                  <a:pt x="42640" y="92127"/>
                  <a:pt x="42640" y="91977"/>
                </a:cubicBezTo>
                <a:cubicBezTo>
                  <a:pt x="42640" y="91826"/>
                  <a:pt x="42640" y="91613"/>
                  <a:pt x="42676" y="91463"/>
                </a:cubicBezTo>
                <a:cubicBezTo>
                  <a:pt x="42713" y="91387"/>
                  <a:pt x="42713" y="91312"/>
                  <a:pt x="42713" y="91312"/>
                </a:cubicBezTo>
                <a:cubicBezTo>
                  <a:pt x="42750" y="91237"/>
                  <a:pt x="42750" y="91162"/>
                  <a:pt x="42750" y="91162"/>
                </a:cubicBezTo>
                <a:cubicBezTo>
                  <a:pt x="42781" y="91087"/>
                  <a:pt x="42817" y="91162"/>
                  <a:pt x="42817" y="91087"/>
                </a:cubicBezTo>
                <a:cubicBezTo>
                  <a:pt x="42854" y="91087"/>
                  <a:pt x="42854" y="91012"/>
                  <a:pt x="42854" y="90936"/>
                </a:cubicBezTo>
                <a:cubicBezTo>
                  <a:pt x="42891" y="90936"/>
                  <a:pt x="42891" y="90861"/>
                  <a:pt x="42891" y="90786"/>
                </a:cubicBezTo>
                <a:cubicBezTo>
                  <a:pt x="42891" y="90786"/>
                  <a:pt x="42891" y="90723"/>
                  <a:pt x="42891" y="90636"/>
                </a:cubicBezTo>
                <a:cubicBezTo>
                  <a:pt x="42891" y="90573"/>
                  <a:pt x="42928" y="90498"/>
                  <a:pt x="42928" y="90422"/>
                </a:cubicBezTo>
                <a:cubicBezTo>
                  <a:pt x="42928" y="90197"/>
                  <a:pt x="42891" y="90122"/>
                  <a:pt x="42928" y="89971"/>
                </a:cubicBezTo>
                <a:cubicBezTo>
                  <a:pt x="42928" y="89896"/>
                  <a:pt x="42928" y="89821"/>
                  <a:pt x="42928" y="89821"/>
                </a:cubicBezTo>
                <a:cubicBezTo>
                  <a:pt x="42928" y="89671"/>
                  <a:pt x="42928" y="89671"/>
                  <a:pt x="42928" y="89671"/>
                </a:cubicBezTo>
                <a:cubicBezTo>
                  <a:pt x="42928" y="89608"/>
                  <a:pt x="42964" y="89608"/>
                  <a:pt x="42964" y="89533"/>
                </a:cubicBezTo>
                <a:cubicBezTo>
                  <a:pt x="43001" y="89382"/>
                  <a:pt x="43001" y="89307"/>
                  <a:pt x="43038" y="89232"/>
                </a:cubicBezTo>
                <a:cubicBezTo>
                  <a:pt x="43038" y="89157"/>
                  <a:pt x="43038" y="89081"/>
                  <a:pt x="43038" y="89081"/>
                </a:cubicBezTo>
                <a:cubicBezTo>
                  <a:pt x="43075" y="89006"/>
                  <a:pt x="43075" y="88931"/>
                  <a:pt x="43075" y="88931"/>
                </a:cubicBezTo>
                <a:cubicBezTo>
                  <a:pt x="43075" y="88856"/>
                  <a:pt x="43075" y="88856"/>
                  <a:pt x="43075" y="88781"/>
                </a:cubicBezTo>
                <a:cubicBezTo>
                  <a:pt x="43111" y="88706"/>
                  <a:pt x="43075" y="88630"/>
                  <a:pt x="43075" y="88555"/>
                </a:cubicBezTo>
                <a:cubicBezTo>
                  <a:pt x="43075" y="88342"/>
                  <a:pt x="43075" y="88342"/>
                  <a:pt x="43075" y="88342"/>
                </a:cubicBezTo>
                <a:cubicBezTo>
                  <a:pt x="43075" y="88192"/>
                  <a:pt x="43038" y="88116"/>
                  <a:pt x="43038" y="87966"/>
                </a:cubicBezTo>
                <a:cubicBezTo>
                  <a:pt x="43038" y="87665"/>
                  <a:pt x="43038" y="87665"/>
                  <a:pt x="43038" y="87665"/>
                </a:cubicBezTo>
                <a:cubicBezTo>
                  <a:pt x="43038" y="87590"/>
                  <a:pt x="43038" y="87590"/>
                  <a:pt x="43038" y="87527"/>
                </a:cubicBezTo>
                <a:cubicBezTo>
                  <a:pt x="43038" y="86700"/>
                  <a:pt x="43038" y="86700"/>
                  <a:pt x="43038" y="86700"/>
                </a:cubicBezTo>
                <a:cubicBezTo>
                  <a:pt x="43075" y="86625"/>
                  <a:pt x="43075" y="86625"/>
                  <a:pt x="43111" y="86625"/>
                </a:cubicBezTo>
                <a:cubicBezTo>
                  <a:pt x="43148" y="86625"/>
                  <a:pt x="43148" y="86625"/>
                  <a:pt x="43185" y="86625"/>
                </a:cubicBezTo>
                <a:cubicBezTo>
                  <a:pt x="43222" y="86625"/>
                  <a:pt x="43222" y="86550"/>
                  <a:pt x="43252" y="86550"/>
                </a:cubicBezTo>
                <a:cubicBezTo>
                  <a:pt x="43295" y="86487"/>
                  <a:pt x="43295" y="86487"/>
                  <a:pt x="43326" y="86487"/>
                </a:cubicBezTo>
                <a:cubicBezTo>
                  <a:pt x="43399" y="86349"/>
                  <a:pt x="43436" y="86274"/>
                  <a:pt x="43473" y="86049"/>
                </a:cubicBezTo>
                <a:cubicBezTo>
                  <a:pt x="43473" y="85973"/>
                  <a:pt x="43473" y="85973"/>
                  <a:pt x="43509" y="85898"/>
                </a:cubicBezTo>
                <a:cubicBezTo>
                  <a:pt x="43509" y="85748"/>
                  <a:pt x="43509" y="85673"/>
                  <a:pt x="43546" y="85597"/>
                </a:cubicBezTo>
                <a:cubicBezTo>
                  <a:pt x="43546" y="85522"/>
                  <a:pt x="43583" y="85522"/>
                  <a:pt x="43583" y="85447"/>
                </a:cubicBezTo>
                <a:cubicBezTo>
                  <a:pt x="43620" y="85447"/>
                  <a:pt x="43656" y="85447"/>
                  <a:pt x="43656" y="85447"/>
                </a:cubicBezTo>
                <a:cubicBezTo>
                  <a:pt x="43693" y="85447"/>
                  <a:pt x="43730" y="85447"/>
                  <a:pt x="43730" y="85447"/>
                </a:cubicBezTo>
                <a:cubicBezTo>
                  <a:pt x="43797" y="85384"/>
                  <a:pt x="43797" y="85234"/>
                  <a:pt x="43871" y="85159"/>
                </a:cubicBezTo>
                <a:cubicBezTo>
                  <a:pt x="43908" y="85159"/>
                  <a:pt x="43944" y="85159"/>
                  <a:pt x="43944" y="85084"/>
                </a:cubicBezTo>
                <a:cubicBezTo>
                  <a:pt x="43981" y="85008"/>
                  <a:pt x="43981" y="84933"/>
                  <a:pt x="44018" y="84783"/>
                </a:cubicBezTo>
                <a:cubicBezTo>
                  <a:pt x="44091" y="84557"/>
                  <a:pt x="44128" y="84407"/>
                  <a:pt x="44165" y="84194"/>
                </a:cubicBezTo>
                <a:cubicBezTo>
                  <a:pt x="44202" y="84194"/>
                  <a:pt x="44202" y="84119"/>
                  <a:pt x="44202" y="84043"/>
                </a:cubicBezTo>
                <a:cubicBezTo>
                  <a:pt x="44202" y="84043"/>
                  <a:pt x="44238" y="84043"/>
                  <a:pt x="44269" y="83968"/>
                </a:cubicBezTo>
                <a:cubicBezTo>
                  <a:pt x="44269" y="83893"/>
                  <a:pt x="44312" y="83893"/>
                  <a:pt x="44343" y="83818"/>
                </a:cubicBezTo>
                <a:lnTo>
                  <a:pt x="44343" y="83743"/>
                </a:lnTo>
                <a:cubicBezTo>
                  <a:pt x="44379" y="83592"/>
                  <a:pt x="44379" y="83592"/>
                  <a:pt x="44379" y="83592"/>
                </a:cubicBezTo>
                <a:cubicBezTo>
                  <a:pt x="44416" y="83442"/>
                  <a:pt x="44453" y="83367"/>
                  <a:pt x="44453" y="83229"/>
                </a:cubicBezTo>
                <a:cubicBezTo>
                  <a:pt x="44490" y="83154"/>
                  <a:pt x="44453" y="83078"/>
                  <a:pt x="44453" y="83003"/>
                </a:cubicBezTo>
                <a:cubicBezTo>
                  <a:pt x="44453" y="82928"/>
                  <a:pt x="44490" y="82853"/>
                  <a:pt x="44453" y="82853"/>
                </a:cubicBezTo>
                <a:cubicBezTo>
                  <a:pt x="44453" y="82778"/>
                  <a:pt x="44416" y="82702"/>
                  <a:pt x="44416" y="82702"/>
                </a:cubicBezTo>
                <a:cubicBezTo>
                  <a:pt x="44379" y="82552"/>
                  <a:pt x="44343" y="82477"/>
                  <a:pt x="44343" y="82326"/>
                </a:cubicBezTo>
                <a:cubicBezTo>
                  <a:pt x="44312" y="82251"/>
                  <a:pt x="44269" y="82113"/>
                  <a:pt x="44269" y="81963"/>
                </a:cubicBezTo>
                <a:cubicBezTo>
                  <a:pt x="44269" y="81888"/>
                  <a:pt x="44269" y="81813"/>
                  <a:pt x="44269" y="81737"/>
                </a:cubicBezTo>
                <a:cubicBezTo>
                  <a:pt x="44269" y="81587"/>
                  <a:pt x="44269" y="81512"/>
                  <a:pt x="44238" y="81361"/>
                </a:cubicBezTo>
                <a:cubicBezTo>
                  <a:pt x="44238" y="81286"/>
                  <a:pt x="44202" y="81286"/>
                  <a:pt x="44202" y="81211"/>
                </a:cubicBezTo>
                <a:cubicBezTo>
                  <a:pt x="44128" y="81211"/>
                  <a:pt x="44091" y="81073"/>
                  <a:pt x="44055" y="81073"/>
                </a:cubicBezTo>
                <a:cubicBezTo>
                  <a:pt x="43693" y="81073"/>
                  <a:pt x="43693" y="81073"/>
                  <a:pt x="43693" y="81073"/>
                </a:cubicBezTo>
                <a:cubicBezTo>
                  <a:pt x="43693" y="81073"/>
                  <a:pt x="43656" y="81073"/>
                  <a:pt x="43620" y="81073"/>
                </a:cubicBezTo>
                <a:cubicBezTo>
                  <a:pt x="43620" y="81073"/>
                  <a:pt x="43583" y="80998"/>
                  <a:pt x="43546" y="80998"/>
                </a:cubicBezTo>
                <a:cubicBezTo>
                  <a:pt x="43546" y="80998"/>
                  <a:pt x="43509" y="80998"/>
                  <a:pt x="43473" y="80998"/>
                </a:cubicBezTo>
                <a:cubicBezTo>
                  <a:pt x="43436" y="80998"/>
                  <a:pt x="43436" y="80998"/>
                  <a:pt x="43399" y="80923"/>
                </a:cubicBezTo>
                <a:cubicBezTo>
                  <a:pt x="43362" y="80923"/>
                  <a:pt x="43326" y="80848"/>
                  <a:pt x="43252" y="80848"/>
                </a:cubicBezTo>
                <a:cubicBezTo>
                  <a:pt x="43252" y="80772"/>
                  <a:pt x="43222" y="80772"/>
                  <a:pt x="43185" y="80772"/>
                </a:cubicBezTo>
                <a:cubicBezTo>
                  <a:pt x="43185" y="80697"/>
                  <a:pt x="43185" y="80622"/>
                  <a:pt x="43185" y="80622"/>
                </a:cubicBezTo>
                <a:cubicBezTo>
                  <a:pt x="43148" y="80472"/>
                  <a:pt x="43148" y="80396"/>
                  <a:pt x="43111" y="80321"/>
                </a:cubicBezTo>
                <a:cubicBezTo>
                  <a:pt x="43111" y="80246"/>
                  <a:pt x="43148" y="80171"/>
                  <a:pt x="43111" y="80171"/>
                </a:cubicBezTo>
                <a:cubicBezTo>
                  <a:pt x="43111" y="80108"/>
                  <a:pt x="43075" y="80108"/>
                  <a:pt x="43038" y="80033"/>
                </a:cubicBezTo>
                <a:cubicBezTo>
                  <a:pt x="43038" y="80033"/>
                  <a:pt x="43001" y="80033"/>
                  <a:pt x="42964" y="79958"/>
                </a:cubicBezTo>
                <a:cubicBezTo>
                  <a:pt x="42928" y="79883"/>
                  <a:pt x="42928" y="79883"/>
                  <a:pt x="42891" y="79807"/>
                </a:cubicBezTo>
                <a:cubicBezTo>
                  <a:pt x="42891" y="79807"/>
                  <a:pt x="42854" y="79807"/>
                  <a:pt x="42817" y="79807"/>
                </a:cubicBezTo>
                <a:cubicBezTo>
                  <a:pt x="42781" y="79732"/>
                  <a:pt x="42750" y="79732"/>
                  <a:pt x="42713" y="79732"/>
                </a:cubicBezTo>
                <a:cubicBezTo>
                  <a:pt x="42640" y="79732"/>
                  <a:pt x="42603" y="79883"/>
                  <a:pt x="42529" y="79883"/>
                </a:cubicBezTo>
                <a:cubicBezTo>
                  <a:pt x="42131" y="79883"/>
                  <a:pt x="42131" y="79883"/>
                  <a:pt x="42131" y="79883"/>
                </a:cubicBezTo>
                <a:cubicBezTo>
                  <a:pt x="42094" y="79883"/>
                  <a:pt x="42058" y="79807"/>
                  <a:pt x="42021" y="79807"/>
                </a:cubicBezTo>
                <a:cubicBezTo>
                  <a:pt x="41947" y="79732"/>
                  <a:pt x="41947" y="79657"/>
                  <a:pt x="41874" y="79582"/>
                </a:cubicBezTo>
                <a:cubicBezTo>
                  <a:pt x="41837" y="79582"/>
                  <a:pt x="41837" y="79507"/>
                  <a:pt x="41800" y="79507"/>
                </a:cubicBezTo>
                <a:cubicBezTo>
                  <a:pt x="41764" y="79507"/>
                  <a:pt x="41733" y="79507"/>
                  <a:pt x="41660" y="79507"/>
                </a:cubicBezTo>
                <a:cubicBezTo>
                  <a:pt x="41623" y="79507"/>
                  <a:pt x="41549" y="79507"/>
                  <a:pt x="41513" y="79507"/>
                </a:cubicBezTo>
                <a:cubicBezTo>
                  <a:pt x="41513" y="79732"/>
                  <a:pt x="41513" y="79807"/>
                  <a:pt x="41476" y="79958"/>
                </a:cubicBezTo>
                <a:cubicBezTo>
                  <a:pt x="41439" y="79958"/>
                  <a:pt x="41439" y="79958"/>
                  <a:pt x="41402" y="79958"/>
                </a:cubicBezTo>
                <a:cubicBezTo>
                  <a:pt x="41366" y="79958"/>
                  <a:pt x="41329" y="79958"/>
                  <a:pt x="41329" y="79958"/>
                </a:cubicBezTo>
                <a:cubicBezTo>
                  <a:pt x="41292" y="79958"/>
                  <a:pt x="41255" y="79958"/>
                  <a:pt x="41255" y="79958"/>
                </a:cubicBezTo>
                <a:cubicBezTo>
                  <a:pt x="41218" y="79883"/>
                  <a:pt x="41218" y="79883"/>
                  <a:pt x="41188" y="79883"/>
                </a:cubicBezTo>
                <a:cubicBezTo>
                  <a:pt x="41151" y="79807"/>
                  <a:pt x="41151" y="79807"/>
                  <a:pt x="41114" y="79807"/>
                </a:cubicBezTo>
                <a:cubicBezTo>
                  <a:pt x="41114" y="79732"/>
                  <a:pt x="41114" y="79657"/>
                  <a:pt x="41114" y="79657"/>
                </a:cubicBezTo>
                <a:cubicBezTo>
                  <a:pt x="41114" y="79582"/>
                  <a:pt x="41114" y="79507"/>
                  <a:pt x="41151" y="79507"/>
                </a:cubicBezTo>
                <a:cubicBezTo>
                  <a:pt x="41188" y="79431"/>
                  <a:pt x="41188" y="79507"/>
                  <a:pt x="41218" y="79431"/>
                </a:cubicBezTo>
                <a:cubicBezTo>
                  <a:pt x="41255" y="79431"/>
                  <a:pt x="41255" y="79356"/>
                  <a:pt x="41292" y="79356"/>
                </a:cubicBezTo>
                <a:cubicBezTo>
                  <a:pt x="41255" y="79206"/>
                  <a:pt x="41255" y="79206"/>
                  <a:pt x="41255" y="79206"/>
                </a:cubicBezTo>
                <a:cubicBezTo>
                  <a:pt x="41218" y="79206"/>
                  <a:pt x="41218" y="79206"/>
                  <a:pt x="41188" y="79206"/>
                </a:cubicBezTo>
                <a:cubicBezTo>
                  <a:pt x="41151" y="79206"/>
                  <a:pt x="41151" y="79143"/>
                  <a:pt x="41114" y="79143"/>
                </a:cubicBezTo>
                <a:cubicBezTo>
                  <a:pt x="41078" y="79143"/>
                  <a:pt x="41041" y="79143"/>
                  <a:pt x="41041" y="79068"/>
                </a:cubicBezTo>
                <a:cubicBezTo>
                  <a:pt x="41004" y="79068"/>
                  <a:pt x="40967" y="78993"/>
                  <a:pt x="40967" y="78993"/>
                </a:cubicBezTo>
                <a:cubicBezTo>
                  <a:pt x="40931" y="78993"/>
                  <a:pt x="40894" y="78918"/>
                  <a:pt x="40857" y="78918"/>
                </a:cubicBezTo>
                <a:cubicBezTo>
                  <a:pt x="40857" y="78842"/>
                  <a:pt x="40857" y="78767"/>
                  <a:pt x="40820" y="78767"/>
                </a:cubicBezTo>
                <a:cubicBezTo>
                  <a:pt x="40784" y="78692"/>
                  <a:pt x="40784" y="78692"/>
                  <a:pt x="40747" y="78692"/>
                </a:cubicBezTo>
                <a:cubicBezTo>
                  <a:pt x="40710" y="78692"/>
                  <a:pt x="40679" y="78617"/>
                  <a:pt x="40643" y="78617"/>
                </a:cubicBezTo>
                <a:cubicBezTo>
                  <a:pt x="40606" y="78617"/>
                  <a:pt x="40606" y="78617"/>
                  <a:pt x="40569" y="78617"/>
                </a:cubicBezTo>
                <a:cubicBezTo>
                  <a:pt x="40532" y="78617"/>
                  <a:pt x="40496" y="78542"/>
                  <a:pt x="40496" y="78542"/>
                </a:cubicBezTo>
                <a:cubicBezTo>
                  <a:pt x="40422" y="78542"/>
                  <a:pt x="40422" y="78542"/>
                  <a:pt x="40422" y="78542"/>
                </a:cubicBezTo>
                <a:cubicBezTo>
                  <a:pt x="40385" y="78542"/>
                  <a:pt x="40385" y="78466"/>
                  <a:pt x="40349" y="78466"/>
                </a:cubicBezTo>
                <a:cubicBezTo>
                  <a:pt x="40312" y="78466"/>
                  <a:pt x="40275" y="78391"/>
                  <a:pt x="40238" y="78391"/>
                </a:cubicBezTo>
                <a:cubicBezTo>
                  <a:pt x="40202" y="78316"/>
                  <a:pt x="40134" y="78316"/>
                  <a:pt x="40098" y="78316"/>
                </a:cubicBezTo>
                <a:cubicBezTo>
                  <a:pt x="40024" y="78316"/>
                  <a:pt x="39987" y="78316"/>
                  <a:pt x="39950" y="78316"/>
                </a:cubicBezTo>
                <a:cubicBezTo>
                  <a:pt x="39950" y="78993"/>
                  <a:pt x="39950" y="78993"/>
                  <a:pt x="39950" y="78993"/>
                </a:cubicBezTo>
                <a:cubicBezTo>
                  <a:pt x="39663" y="78993"/>
                  <a:pt x="39663" y="78993"/>
                  <a:pt x="39663" y="78993"/>
                </a:cubicBezTo>
                <a:cubicBezTo>
                  <a:pt x="39663" y="78767"/>
                  <a:pt x="39663" y="78767"/>
                  <a:pt x="39663" y="78767"/>
                </a:cubicBezTo>
                <a:cubicBezTo>
                  <a:pt x="39663" y="78692"/>
                  <a:pt x="39663" y="78617"/>
                  <a:pt x="39663" y="78617"/>
                </a:cubicBezTo>
                <a:cubicBezTo>
                  <a:pt x="39693" y="78542"/>
                  <a:pt x="39693" y="78466"/>
                  <a:pt x="39730" y="78466"/>
                </a:cubicBezTo>
                <a:cubicBezTo>
                  <a:pt x="39767" y="78391"/>
                  <a:pt x="39767" y="78316"/>
                  <a:pt x="39767" y="78316"/>
                </a:cubicBezTo>
                <a:cubicBezTo>
                  <a:pt x="39803" y="78316"/>
                  <a:pt x="39840" y="78316"/>
                  <a:pt x="39840" y="78241"/>
                </a:cubicBezTo>
                <a:cubicBezTo>
                  <a:pt x="39877" y="78166"/>
                  <a:pt x="39877" y="78090"/>
                  <a:pt x="39877" y="78028"/>
                </a:cubicBezTo>
                <a:cubicBezTo>
                  <a:pt x="39803" y="77953"/>
                  <a:pt x="39767" y="78028"/>
                  <a:pt x="39730" y="77953"/>
                </a:cubicBezTo>
                <a:cubicBezTo>
                  <a:pt x="39693" y="77953"/>
                  <a:pt x="39693" y="77877"/>
                  <a:pt x="39663" y="77877"/>
                </a:cubicBezTo>
                <a:cubicBezTo>
                  <a:pt x="39626" y="77802"/>
                  <a:pt x="39589" y="77802"/>
                  <a:pt x="39516" y="77802"/>
                </a:cubicBezTo>
                <a:cubicBezTo>
                  <a:pt x="39479" y="77727"/>
                  <a:pt x="39479" y="77727"/>
                  <a:pt x="39442" y="77727"/>
                </a:cubicBezTo>
                <a:cubicBezTo>
                  <a:pt x="39369" y="77727"/>
                  <a:pt x="39369" y="77727"/>
                  <a:pt x="39369" y="77727"/>
                </a:cubicBezTo>
                <a:cubicBezTo>
                  <a:pt x="39295" y="77727"/>
                  <a:pt x="39295" y="77727"/>
                  <a:pt x="39295" y="77727"/>
                </a:cubicBezTo>
                <a:cubicBezTo>
                  <a:pt x="39258" y="77727"/>
                  <a:pt x="39258" y="77727"/>
                  <a:pt x="39222" y="77727"/>
                </a:cubicBezTo>
                <a:cubicBezTo>
                  <a:pt x="39222" y="77877"/>
                  <a:pt x="39222" y="77953"/>
                  <a:pt x="39222" y="78028"/>
                </a:cubicBezTo>
                <a:cubicBezTo>
                  <a:pt x="39222" y="78090"/>
                  <a:pt x="39222" y="78090"/>
                  <a:pt x="39222" y="78166"/>
                </a:cubicBezTo>
                <a:cubicBezTo>
                  <a:pt x="39185" y="78316"/>
                  <a:pt x="39117" y="78391"/>
                  <a:pt x="39044" y="78391"/>
                </a:cubicBezTo>
                <a:cubicBezTo>
                  <a:pt x="39007" y="78391"/>
                  <a:pt x="38970" y="78316"/>
                  <a:pt x="38934" y="78316"/>
                </a:cubicBezTo>
                <a:cubicBezTo>
                  <a:pt x="38934" y="78028"/>
                  <a:pt x="38934" y="78028"/>
                  <a:pt x="38934" y="78028"/>
                </a:cubicBezTo>
                <a:lnTo>
                  <a:pt x="38934" y="77953"/>
                </a:lnTo>
                <a:cubicBezTo>
                  <a:pt x="38934" y="77877"/>
                  <a:pt x="38934" y="77802"/>
                  <a:pt x="38934" y="77802"/>
                </a:cubicBezTo>
                <a:cubicBezTo>
                  <a:pt x="39007" y="77802"/>
                  <a:pt x="39081" y="77802"/>
                  <a:pt x="39148" y="77727"/>
                </a:cubicBezTo>
                <a:cubicBezTo>
                  <a:pt x="39148" y="77727"/>
                  <a:pt x="39185" y="77727"/>
                  <a:pt x="39222" y="77727"/>
                </a:cubicBezTo>
                <a:cubicBezTo>
                  <a:pt x="39222" y="77652"/>
                  <a:pt x="39222" y="77577"/>
                  <a:pt x="39258" y="77577"/>
                </a:cubicBezTo>
                <a:cubicBezTo>
                  <a:pt x="39258" y="77426"/>
                  <a:pt x="39222" y="77351"/>
                  <a:pt x="39258" y="77276"/>
                </a:cubicBezTo>
                <a:cubicBezTo>
                  <a:pt x="39258" y="77125"/>
                  <a:pt x="39258" y="77063"/>
                  <a:pt x="39258" y="76975"/>
                </a:cubicBezTo>
                <a:cubicBezTo>
                  <a:pt x="39258" y="76912"/>
                  <a:pt x="39258" y="76837"/>
                  <a:pt x="39258" y="76762"/>
                </a:cubicBezTo>
                <a:cubicBezTo>
                  <a:pt x="39258" y="76612"/>
                  <a:pt x="39258" y="76536"/>
                  <a:pt x="39258" y="76386"/>
                </a:cubicBezTo>
                <a:cubicBezTo>
                  <a:pt x="39222" y="76386"/>
                  <a:pt x="39185" y="76386"/>
                  <a:pt x="39148" y="76386"/>
                </a:cubicBezTo>
                <a:cubicBezTo>
                  <a:pt x="39117" y="76386"/>
                  <a:pt x="39117" y="76386"/>
                  <a:pt x="39081" y="76386"/>
                </a:cubicBezTo>
                <a:lnTo>
                  <a:pt x="39044" y="76386"/>
                </a:lnTo>
                <a:cubicBezTo>
                  <a:pt x="39044" y="75646"/>
                  <a:pt x="39044" y="75646"/>
                  <a:pt x="39044" y="75646"/>
                </a:cubicBezTo>
                <a:cubicBezTo>
                  <a:pt x="39044" y="75571"/>
                  <a:pt x="39007" y="75571"/>
                  <a:pt x="39007" y="75496"/>
                </a:cubicBezTo>
                <a:cubicBezTo>
                  <a:pt x="39007" y="75421"/>
                  <a:pt x="39007" y="75346"/>
                  <a:pt x="38970" y="75271"/>
                </a:cubicBezTo>
                <a:cubicBezTo>
                  <a:pt x="38970" y="75271"/>
                  <a:pt x="38970" y="75195"/>
                  <a:pt x="38970" y="75120"/>
                </a:cubicBezTo>
                <a:cubicBezTo>
                  <a:pt x="38934" y="75120"/>
                  <a:pt x="38897" y="75120"/>
                  <a:pt x="38897" y="75045"/>
                </a:cubicBezTo>
                <a:cubicBezTo>
                  <a:pt x="38897" y="74982"/>
                  <a:pt x="38897" y="74895"/>
                  <a:pt x="38897" y="74895"/>
                </a:cubicBezTo>
                <a:cubicBezTo>
                  <a:pt x="38860" y="74832"/>
                  <a:pt x="38860" y="74757"/>
                  <a:pt x="38823" y="74757"/>
                </a:cubicBezTo>
                <a:cubicBezTo>
                  <a:pt x="38823" y="74681"/>
                  <a:pt x="38787" y="74757"/>
                  <a:pt x="38787" y="74757"/>
                </a:cubicBezTo>
                <a:cubicBezTo>
                  <a:pt x="38713" y="74681"/>
                  <a:pt x="38609" y="74606"/>
                  <a:pt x="38572" y="74531"/>
                </a:cubicBezTo>
                <a:cubicBezTo>
                  <a:pt x="38535" y="74531"/>
                  <a:pt x="38499" y="74531"/>
                  <a:pt x="38499" y="74456"/>
                </a:cubicBezTo>
                <a:cubicBezTo>
                  <a:pt x="38462" y="74381"/>
                  <a:pt x="38499" y="74230"/>
                  <a:pt x="38462" y="74155"/>
                </a:cubicBezTo>
                <a:cubicBezTo>
                  <a:pt x="38425" y="74155"/>
                  <a:pt x="38388" y="74155"/>
                  <a:pt x="38388" y="74155"/>
                </a:cubicBezTo>
                <a:cubicBezTo>
                  <a:pt x="38352" y="74155"/>
                  <a:pt x="38315" y="74080"/>
                  <a:pt x="38315" y="74080"/>
                </a:cubicBezTo>
                <a:cubicBezTo>
                  <a:pt x="38278" y="74080"/>
                  <a:pt x="38278" y="73930"/>
                  <a:pt x="38241" y="73930"/>
                </a:cubicBezTo>
                <a:cubicBezTo>
                  <a:pt x="38205" y="73867"/>
                  <a:pt x="38168" y="73930"/>
                  <a:pt x="38101" y="73930"/>
                </a:cubicBezTo>
                <a:cubicBezTo>
                  <a:pt x="38064" y="73930"/>
                  <a:pt x="38027" y="73867"/>
                  <a:pt x="38027" y="73867"/>
                </a:cubicBezTo>
                <a:cubicBezTo>
                  <a:pt x="37990" y="73867"/>
                  <a:pt x="37954" y="73792"/>
                  <a:pt x="37917" y="73792"/>
                </a:cubicBezTo>
                <a:cubicBezTo>
                  <a:pt x="37843" y="73716"/>
                  <a:pt x="37843" y="73716"/>
                  <a:pt x="37843" y="73716"/>
                </a:cubicBezTo>
                <a:cubicBezTo>
                  <a:pt x="37807" y="73641"/>
                  <a:pt x="37807" y="73566"/>
                  <a:pt x="37733" y="73566"/>
                </a:cubicBezTo>
                <a:cubicBezTo>
                  <a:pt x="37696" y="73566"/>
                  <a:pt x="37660" y="73566"/>
                  <a:pt x="37629" y="73641"/>
                </a:cubicBezTo>
                <a:cubicBezTo>
                  <a:pt x="37629" y="73641"/>
                  <a:pt x="37629" y="73716"/>
                  <a:pt x="37586" y="73792"/>
                </a:cubicBezTo>
                <a:cubicBezTo>
                  <a:pt x="37519" y="73867"/>
                  <a:pt x="37482" y="73792"/>
                  <a:pt x="37408" y="73792"/>
                </a:cubicBezTo>
                <a:cubicBezTo>
                  <a:pt x="37298" y="73792"/>
                  <a:pt x="37298" y="73792"/>
                  <a:pt x="37298" y="73792"/>
                </a:cubicBezTo>
                <a:cubicBezTo>
                  <a:pt x="37261" y="73792"/>
                  <a:pt x="37261" y="73792"/>
                  <a:pt x="37225" y="73792"/>
                </a:cubicBezTo>
                <a:cubicBezTo>
                  <a:pt x="37151" y="73716"/>
                  <a:pt x="37114" y="73716"/>
                  <a:pt x="37084" y="73716"/>
                </a:cubicBezTo>
                <a:cubicBezTo>
                  <a:pt x="37010" y="73716"/>
                  <a:pt x="37010" y="73641"/>
                  <a:pt x="36937" y="73566"/>
                </a:cubicBezTo>
                <a:cubicBezTo>
                  <a:pt x="36937" y="73566"/>
                  <a:pt x="36900" y="73566"/>
                  <a:pt x="36863" y="73566"/>
                </a:cubicBezTo>
                <a:cubicBezTo>
                  <a:pt x="36826" y="73491"/>
                  <a:pt x="36790" y="73416"/>
                  <a:pt x="36716" y="73340"/>
                </a:cubicBezTo>
                <a:cubicBezTo>
                  <a:pt x="36679" y="73265"/>
                  <a:pt x="36612" y="73265"/>
                  <a:pt x="36569" y="73190"/>
                </a:cubicBezTo>
                <a:cubicBezTo>
                  <a:pt x="36539" y="73115"/>
                  <a:pt x="36539" y="73115"/>
                  <a:pt x="36539" y="73040"/>
                </a:cubicBezTo>
                <a:cubicBezTo>
                  <a:pt x="36502" y="72965"/>
                  <a:pt x="36465" y="72965"/>
                  <a:pt x="36465" y="72902"/>
                </a:cubicBezTo>
                <a:cubicBezTo>
                  <a:pt x="36465" y="72676"/>
                  <a:pt x="36465" y="72601"/>
                  <a:pt x="36465" y="72451"/>
                </a:cubicBezTo>
                <a:cubicBezTo>
                  <a:pt x="36428" y="72451"/>
                  <a:pt x="36428" y="72375"/>
                  <a:pt x="36392" y="72375"/>
                </a:cubicBezTo>
                <a:cubicBezTo>
                  <a:pt x="36355" y="72375"/>
                  <a:pt x="36318" y="72375"/>
                  <a:pt x="36318" y="72375"/>
                </a:cubicBezTo>
                <a:cubicBezTo>
                  <a:pt x="36281" y="72375"/>
                  <a:pt x="36281" y="72300"/>
                  <a:pt x="36245" y="72300"/>
                </a:cubicBezTo>
                <a:cubicBezTo>
                  <a:pt x="36208" y="72300"/>
                  <a:pt x="36208" y="72225"/>
                  <a:pt x="36171" y="72225"/>
                </a:cubicBezTo>
                <a:cubicBezTo>
                  <a:pt x="36134" y="72150"/>
                  <a:pt x="36134" y="72150"/>
                  <a:pt x="36098" y="72075"/>
                </a:cubicBezTo>
                <a:cubicBezTo>
                  <a:pt x="36067" y="72000"/>
                  <a:pt x="36067" y="72075"/>
                  <a:pt x="36030" y="72000"/>
                </a:cubicBezTo>
                <a:cubicBezTo>
                  <a:pt x="36030" y="72000"/>
                  <a:pt x="36067" y="71849"/>
                  <a:pt x="36030" y="71849"/>
                </a:cubicBezTo>
                <a:cubicBezTo>
                  <a:pt x="36030" y="71849"/>
                  <a:pt x="35993" y="71849"/>
                  <a:pt x="35957" y="71849"/>
                </a:cubicBezTo>
                <a:cubicBezTo>
                  <a:pt x="35920" y="71849"/>
                  <a:pt x="35920" y="71786"/>
                  <a:pt x="35883" y="71786"/>
                </a:cubicBezTo>
                <a:cubicBezTo>
                  <a:pt x="35846" y="71711"/>
                  <a:pt x="35810" y="71711"/>
                  <a:pt x="35810" y="71636"/>
                </a:cubicBezTo>
                <a:cubicBezTo>
                  <a:pt x="35810" y="71636"/>
                  <a:pt x="35810" y="71561"/>
                  <a:pt x="35773" y="71486"/>
                </a:cubicBezTo>
                <a:cubicBezTo>
                  <a:pt x="35773" y="71410"/>
                  <a:pt x="35773" y="71335"/>
                  <a:pt x="35773" y="71185"/>
                </a:cubicBezTo>
                <a:cubicBezTo>
                  <a:pt x="35699" y="71185"/>
                  <a:pt x="35699" y="71185"/>
                  <a:pt x="35699" y="71185"/>
                </a:cubicBezTo>
                <a:cubicBezTo>
                  <a:pt x="35663" y="71185"/>
                  <a:pt x="35626" y="71260"/>
                  <a:pt x="35595" y="71260"/>
                </a:cubicBezTo>
                <a:cubicBezTo>
                  <a:pt x="35522" y="71260"/>
                  <a:pt x="35485" y="71335"/>
                  <a:pt x="35448" y="71335"/>
                </a:cubicBezTo>
                <a:cubicBezTo>
                  <a:pt x="35411" y="71335"/>
                  <a:pt x="35411" y="71410"/>
                  <a:pt x="35375" y="71410"/>
                </a:cubicBezTo>
                <a:cubicBezTo>
                  <a:pt x="35338" y="71410"/>
                  <a:pt x="35301" y="71410"/>
                  <a:pt x="35264" y="71335"/>
                </a:cubicBezTo>
                <a:cubicBezTo>
                  <a:pt x="35264" y="71260"/>
                  <a:pt x="35301" y="71260"/>
                  <a:pt x="35264" y="71185"/>
                </a:cubicBezTo>
                <a:cubicBezTo>
                  <a:pt x="35264" y="71034"/>
                  <a:pt x="35264" y="70959"/>
                  <a:pt x="35264" y="70821"/>
                </a:cubicBezTo>
                <a:cubicBezTo>
                  <a:pt x="35338" y="70821"/>
                  <a:pt x="35338" y="70821"/>
                  <a:pt x="35338" y="70821"/>
                </a:cubicBezTo>
                <a:cubicBezTo>
                  <a:pt x="35375" y="70734"/>
                  <a:pt x="35375" y="70734"/>
                  <a:pt x="35411" y="70671"/>
                </a:cubicBezTo>
                <a:cubicBezTo>
                  <a:pt x="35411" y="70596"/>
                  <a:pt x="35375" y="70521"/>
                  <a:pt x="35338" y="70521"/>
                </a:cubicBezTo>
                <a:cubicBezTo>
                  <a:pt x="35338" y="70445"/>
                  <a:pt x="35301" y="70521"/>
                  <a:pt x="35264" y="70445"/>
                </a:cubicBezTo>
                <a:cubicBezTo>
                  <a:pt x="35228" y="70445"/>
                  <a:pt x="35228" y="70445"/>
                  <a:pt x="35191" y="70370"/>
                </a:cubicBezTo>
                <a:cubicBezTo>
                  <a:pt x="35154" y="70370"/>
                  <a:pt x="35117" y="70370"/>
                  <a:pt x="35117" y="70370"/>
                </a:cubicBezTo>
                <a:cubicBezTo>
                  <a:pt x="34940" y="70596"/>
                  <a:pt x="34940" y="70596"/>
                  <a:pt x="34940" y="70596"/>
                </a:cubicBezTo>
                <a:cubicBezTo>
                  <a:pt x="34903" y="70596"/>
                  <a:pt x="34903" y="70596"/>
                  <a:pt x="34903" y="70596"/>
                </a:cubicBezTo>
                <a:cubicBezTo>
                  <a:pt x="34903" y="70596"/>
                  <a:pt x="34866" y="70596"/>
                  <a:pt x="34830" y="70521"/>
                </a:cubicBezTo>
                <a:cubicBezTo>
                  <a:pt x="34793" y="70521"/>
                  <a:pt x="34756" y="70445"/>
                  <a:pt x="34719" y="70445"/>
                </a:cubicBezTo>
                <a:cubicBezTo>
                  <a:pt x="34646" y="70445"/>
                  <a:pt x="34609" y="70445"/>
                  <a:pt x="34609" y="70521"/>
                </a:cubicBezTo>
                <a:cubicBezTo>
                  <a:pt x="34578" y="70596"/>
                  <a:pt x="34578" y="70671"/>
                  <a:pt x="34578" y="70671"/>
                </a:cubicBezTo>
                <a:cubicBezTo>
                  <a:pt x="34578" y="70734"/>
                  <a:pt x="34578" y="70821"/>
                  <a:pt x="34578" y="70821"/>
                </a:cubicBezTo>
                <a:cubicBezTo>
                  <a:pt x="34535" y="70884"/>
                  <a:pt x="34535" y="70884"/>
                  <a:pt x="34535" y="70959"/>
                </a:cubicBezTo>
                <a:cubicBezTo>
                  <a:pt x="34505" y="71034"/>
                  <a:pt x="34468" y="71185"/>
                  <a:pt x="34395" y="71185"/>
                </a:cubicBezTo>
                <a:cubicBezTo>
                  <a:pt x="34358" y="71185"/>
                  <a:pt x="34358" y="71185"/>
                  <a:pt x="34321" y="71110"/>
                </a:cubicBezTo>
                <a:cubicBezTo>
                  <a:pt x="34284" y="71110"/>
                  <a:pt x="34284" y="71034"/>
                  <a:pt x="34284" y="71034"/>
                </a:cubicBezTo>
                <a:cubicBezTo>
                  <a:pt x="34284" y="70959"/>
                  <a:pt x="34248" y="70884"/>
                  <a:pt x="34248" y="70884"/>
                </a:cubicBezTo>
                <a:cubicBezTo>
                  <a:pt x="34211" y="70821"/>
                  <a:pt x="34211" y="70734"/>
                  <a:pt x="34174" y="70734"/>
                </a:cubicBezTo>
                <a:cubicBezTo>
                  <a:pt x="34137" y="70671"/>
                  <a:pt x="34064" y="70671"/>
                  <a:pt x="34033" y="70596"/>
                </a:cubicBezTo>
                <a:cubicBezTo>
                  <a:pt x="33996" y="70596"/>
                  <a:pt x="33960" y="70596"/>
                  <a:pt x="33923" y="70596"/>
                </a:cubicBezTo>
                <a:cubicBezTo>
                  <a:pt x="33562" y="70596"/>
                  <a:pt x="33562" y="70596"/>
                  <a:pt x="33562" y="70596"/>
                </a:cubicBezTo>
                <a:cubicBezTo>
                  <a:pt x="33562" y="70596"/>
                  <a:pt x="33519" y="70521"/>
                  <a:pt x="33488" y="70521"/>
                </a:cubicBezTo>
                <a:cubicBezTo>
                  <a:pt x="33451" y="70445"/>
                  <a:pt x="33378" y="70445"/>
                  <a:pt x="33304" y="70445"/>
                </a:cubicBezTo>
                <a:cubicBezTo>
                  <a:pt x="33304" y="69994"/>
                  <a:pt x="33304" y="69994"/>
                  <a:pt x="33304" y="69994"/>
                </a:cubicBezTo>
                <a:cubicBezTo>
                  <a:pt x="33267" y="69994"/>
                  <a:pt x="33231" y="69994"/>
                  <a:pt x="33194" y="69994"/>
                </a:cubicBezTo>
                <a:cubicBezTo>
                  <a:pt x="33157" y="69994"/>
                  <a:pt x="33120" y="69919"/>
                  <a:pt x="33120" y="69919"/>
                </a:cubicBezTo>
                <a:cubicBezTo>
                  <a:pt x="33084" y="69919"/>
                  <a:pt x="33047" y="69919"/>
                  <a:pt x="33016" y="69844"/>
                </a:cubicBezTo>
                <a:cubicBezTo>
                  <a:pt x="33016" y="69844"/>
                  <a:pt x="33016" y="69769"/>
                  <a:pt x="32980" y="69706"/>
                </a:cubicBezTo>
                <a:cubicBezTo>
                  <a:pt x="32943" y="69706"/>
                  <a:pt x="32943" y="69706"/>
                  <a:pt x="32906" y="69706"/>
                </a:cubicBezTo>
                <a:cubicBezTo>
                  <a:pt x="32833" y="69631"/>
                  <a:pt x="32759" y="69631"/>
                  <a:pt x="32649" y="69556"/>
                </a:cubicBezTo>
                <a:cubicBezTo>
                  <a:pt x="32649" y="69706"/>
                  <a:pt x="32649" y="69769"/>
                  <a:pt x="32649" y="69844"/>
                </a:cubicBezTo>
                <a:cubicBezTo>
                  <a:pt x="32649" y="69919"/>
                  <a:pt x="32649" y="69994"/>
                  <a:pt x="32612" y="70069"/>
                </a:cubicBezTo>
                <a:cubicBezTo>
                  <a:pt x="32612" y="70069"/>
                  <a:pt x="32612" y="70145"/>
                  <a:pt x="32575" y="70145"/>
                </a:cubicBezTo>
                <a:cubicBezTo>
                  <a:pt x="32502" y="70220"/>
                  <a:pt x="32471" y="70145"/>
                  <a:pt x="32434" y="70145"/>
                </a:cubicBezTo>
                <a:cubicBezTo>
                  <a:pt x="32398" y="70220"/>
                  <a:pt x="32398" y="70295"/>
                  <a:pt x="32361" y="70295"/>
                </a:cubicBezTo>
                <a:cubicBezTo>
                  <a:pt x="32324" y="70295"/>
                  <a:pt x="32324" y="70370"/>
                  <a:pt x="32287" y="70370"/>
                </a:cubicBezTo>
                <a:cubicBezTo>
                  <a:pt x="32251" y="70445"/>
                  <a:pt x="32214" y="70445"/>
                  <a:pt x="32214" y="70521"/>
                </a:cubicBezTo>
                <a:cubicBezTo>
                  <a:pt x="32214" y="70596"/>
                  <a:pt x="32251" y="70596"/>
                  <a:pt x="32251" y="70671"/>
                </a:cubicBezTo>
                <a:cubicBezTo>
                  <a:pt x="32251" y="70734"/>
                  <a:pt x="32251" y="70821"/>
                  <a:pt x="32251" y="70821"/>
                </a:cubicBezTo>
                <a:cubicBezTo>
                  <a:pt x="32251" y="70884"/>
                  <a:pt x="32251" y="70884"/>
                  <a:pt x="32251" y="70959"/>
                </a:cubicBezTo>
                <a:cubicBezTo>
                  <a:pt x="32251" y="71034"/>
                  <a:pt x="32287" y="71034"/>
                  <a:pt x="32287" y="71110"/>
                </a:cubicBezTo>
                <a:cubicBezTo>
                  <a:pt x="32287" y="71185"/>
                  <a:pt x="32287" y="71260"/>
                  <a:pt x="32287" y="71335"/>
                </a:cubicBezTo>
                <a:cubicBezTo>
                  <a:pt x="32287" y="71410"/>
                  <a:pt x="32287" y="71486"/>
                  <a:pt x="32287" y="71561"/>
                </a:cubicBezTo>
                <a:cubicBezTo>
                  <a:pt x="32287" y="71636"/>
                  <a:pt x="32251" y="71636"/>
                  <a:pt x="32251" y="71711"/>
                </a:cubicBezTo>
                <a:cubicBezTo>
                  <a:pt x="32251" y="71711"/>
                  <a:pt x="32214" y="71711"/>
                  <a:pt x="32177" y="71636"/>
                </a:cubicBezTo>
                <a:cubicBezTo>
                  <a:pt x="32177" y="71636"/>
                  <a:pt x="32177" y="71561"/>
                  <a:pt x="32140" y="71486"/>
                </a:cubicBezTo>
                <a:cubicBezTo>
                  <a:pt x="32104" y="71410"/>
                  <a:pt x="32067" y="71260"/>
                  <a:pt x="32030" y="71110"/>
                </a:cubicBezTo>
                <a:cubicBezTo>
                  <a:pt x="32030" y="71034"/>
                  <a:pt x="32000" y="70959"/>
                  <a:pt x="32000" y="70821"/>
                </a:cubicBezTo>
                <a:cubicBezTo>
                  <a:pt x="32000" y="70734"/>
                  <a:pt x="32000" y="70734"/>
                  <a:pt x="32000" y="70671"/>
                </a:cubicBezTo>
                <a:cubicBezTo>
                  <a:pt x="32030" y="70596"/>
                  <a:pt x="32067" y="70596"/>
                  <a:pt x="32067" y="70521"/>
                </a:cubicBezTo>
                <a:cubicBezTo>
                  <a:pt x="32067" y="70521"/>
                  <a:pt x="32067" y="70445"/>
                  <a:pt x="32067" y="70370"/>
                </a:cubicBezTo>
                <a:cubicBezTo>
                  <a:pt x="32067" y="70370"/>
                  <a:pt x="32104" y="70295"/>
                  <a:pt x="32104" y="70220"/>
                </a:cubicBezTo>
                <a:cubicBezTo>
                  <a:pt x="32104" y="70145"/>
                  <a:pt x="32030" y="70145"/>
                  <a:pt x="32030" y="70069"/>
                </a:cubicBezTo>
                <a:cubicBezTo>
                  <a:pt x="32030" y="69844"/>
                  <a:pt x="32104" y="69769"/>
                  <a:pt x="32177" y="69706"/>
                </a:cubicBezTo>
                <a:cubicBezTo>
                  <a:pt x="32177" y="69631"/>
                  <a:pt x="32214" y="69631"/>
                  <a:pt x="32251" y="69556"/>
                </a:cubicBezTo>
                <a:cubicBezTo>
                  <a:pt x="32251" y="69556"/>
                  <a:pt x="32287" y="69480"/>
                  <a:pt x="32287" y="69405"/>
                </a:cubicBezTo>
                <a:cubicBezTo>
                  <a:pt x="32324" y="69405"/>
                  <a:pt x="32324" y="69405"/>
                  <a:pt x="32361" y="69330"/>
                </a:cubicBezTo>
                <a:cubicBezTo>
                  <a:pt x="32324" y="69180"/>
                  <a:pt x="32324" y="69180"/>
                  <a:pt x="32324" y="69180"/>
                </a:cubicBezTo>
                <a:cubicBezTo>
                  <a:pt x="32177" y="69180"/>
                  <a:pt x="32177" y="69180"/>
                  <a:pt x="32177" y="69180"/>
                </a:cubicBezTo>
                <a:cubicBezTo>
                  <a:pt x="32140" y="69180"/>
                  <a:pt x="32140" y="69255"/>
                  <a:pt x="32104" y="69255"/>
                </a:cubicBezTo>
                <a:cubicBezTo>
                  <a:pt x="32067" y="69255"/>
                  <a:pt x="32030" y="69255"/>
                  <a:pt x="32030" y="69255"/>
                </a:cubicBezTo>
                <a:cubicBezTo>
                  <a:pt x="32000" y="69330"/>
                  <a:pt x="31963" y="69330"/>
                  <a:pt x="31963" y="69330"/>
                </a:cubicBezTo>
                <a:cubicBezTo>
                  <a:pt x="31963" y="69405"/>
                  <a:pt x="31963" y="69480"/>
                  <a:pt x="31926" y="69480"/>
                </a:cubicBezTo>
                <a:cubicBezTo>
                  <a:pt x="31926" y="69631"/>
                  <a:pt x="31926" y="69706"/>
                  <a:pt x="31926" y="69844"/>
                </a:cubicBezTo>
                <a:cubicBezTo>
                  <a:pt x="31558" y="69844"/>
                  <a:pt x="31558" y="69844"/>
                  <a:pt x="31558" y="69844"/>
                </a:cubicBezTo>
                <a:cubicBezTo>
                  <a:pt x="31485" y="69844"/>
                  <a:pt x="31454" y="69919"/>
                  <a:pt x="31418" y="69994"/>
                </a:cubicBezTo>
                <a:cubicBezTo>
                  <a:pt x="31381" y="70069"/>
                  <a:pt x="31344" y="70069"/>
                  <a:pt x="31344" y="70069"/>
                </a:cubicBezTo>
                <a:cubicBezTo>
                  <a:pt x="31307" y="70145"/>
                  <a:pt x="31271" y="70145"/>
                  <a:pt x="31234" y="70145"/>
                </a:cubicBezTo>
                <a:cubicBezTo>
                  <a:pt x="31197" y="70220"/>
                  <a:pt x="31197" y="70220"/>
                  <a:pt x="31160" y="70220"/>
                </a:cubicBezTo>
                <a:cubicBezTo>
                  <a:pt x="31087" y="70295"/>
                  <a:pt x="31050" y="70295"/>
                  <a:pt x="30977" y="70295"/>
                </a:cubicBezTo>
                <a:lnTo>
                  <a:pt x="30946" y="70370"/>
                </a:lnTo>
                <a:cubicBezTo>
                  <a:pt x="30872" y="70370"/>
                  <a:pt x="30836" y="70370"/>
                  <a:pt x="30799" y="70370"/>
                </a:cubicBezTo>
                <a:cubicBezTo>
                  <a:pt x="30799" y="71185"/>
                  <a:pt x="30799" y="71185"/>
                  <a:pt x="30799" y="71185"/>
                </a:cubicBezTo>
                <a:cubicBezTo>
                  <a:pt x="30725" y="71260"/>
                  <a:pt x="30725" y="71335"/>
                  <a:pt x="30652" y="71410"/>
                </a:cubicBezTo>
                <a:cubicBezTo>
                  <a:pt x="30615" y="71410"/>
                  <a:pt x="30615" y="71410"/>
                  <a:pt x="30578" y="71410"/>
                </a:cubicBezTo>
                <a:cubicBezTo>
                  <a:pt x="30542" y="71410"/>
                  <a:pt x="30505" y="71410"/>
                  <a:pt x="30437" y="71410"/>
                </a:cubicBezTo>
                <a:cubicBezTo>
                  <a:pt x="30437" y="71486"/>
                  <a:pt x="30437" y="71561"/>
                  <a:pt x="30437" y="71636"/>
                </a:cubicBezTo>
                <a:cubicBezTo>
                  <a:pt x="30437" y="71711"/>
                  <a:pt x="30401" y="71711"/>
                  <a:pt x="30401" y="71786"/>
                </a:cubicBezTo>
                <a:cubicBezTo>
                  <a:pt x="30401" y="71849"/>
                  <a:pt x="30364" y="71849"/>
                  <a:pt x="30364" y="71924"/>
                </a:cubicBezTo>
                <a:cubicBezTo>
                  <a:pt x="30364" y="72000"/>
                  <a:pt x="30364" y="72000"/>
                  <a:pt x="30364" y="72075"/>
                </a:cubicBezTo>
                <a:cubicBezTo>
                  <a:pt x="30364" y="72150"/>
                  <a:pt x="30327" y="72150"/>
                  <a:pt x="30290" y="72150"/>
                </a:cubicBezTo>
                <a:cubicBezTo>
                  <a:pt x="30254" y="72300"/>
                  <a:pt x="30217" y="72300"/>
                  <a:pt x="30143" y="72375"/>
                </a:cubicBezTo>
                <a:cubicBezTo>
                  <a:pt x="30143" y="72451"/>
                  <a:pt x="30107" y="72451"/>
                  <a:pt x="30070" y="72526"/>
                </a:cubicBezTo>
                <a:cubicBezTo>
                  <a:pt x="30070" y="72526"/>
                  <a:pt x="30107" y="72601"/>
                  <a:pt x="30070" y="72676"/>
                </a:cubicBezTo>
                <a:cubicBezTo>
                  <a:pt x="30070" y="72751"/>
                  <a:pt x="30033" y="72751"/>
                  <a:pt x="29996" y="72814"/>
                </a:cubicBezTo>
                <a:lnTo>
                  <a:pt x="29996" y="72902"/>
                </a:lnTo>
                <a:lnTo>
                  <a:pt x="29996" y="73040"/>
                </a:lnTo>
                <a:cubicBezTo>
                  <a:pt x="30033" y="73040"/>
                  <a:pt x="30070" y="73040"/>
                  <a:pt x="30070" y="73040"/>
                </a:cubicBezTo>
                <a:cubicBezTo>
                  <a:pt x="30107" y="73115"/>
                  <a:pt x="30143" y="73115"/>
                  <a:pt x="30180" y="73115"/>
                </a:cubicBezTo>
                <a:cubicBezTo>
                  <a:pt x="30180" y="73340"/>
                  <a:pt x="30143" y="73491"/>
                  <a:pt x="30180" y="73716"/>
                </a:cubicBezTo>
                <a:lnTo>
                  <a:pt x="30180" y="73792"/>
                </a:lnTo>
                <a:cubicBezTo>
                  <a:pt x="30217" y="73930"/>
                  <a:pt x="30254" y="74005"/>
                  <a:pt x="30254" y="74080"/>
                </a:cubicBezTo>
                <a:cubicBezTo>
                  <a:pt x="30254" y="74155"/>
                  <a:pt x="30254" y="74230"/>
                  <a:pt x="30290" y="74230"/>
                </a:cubicBezTo>
                <a:cubicBezTo>
                  <a:pt x="30290" y="74306"/>
                  <a:pt x="30290" y="74381"/>
                  <a:pt x="30290" y="74456"/>
                </a:cubicBezTo>
                <a:cubicBezTo>
                  <a:pt x="30290" y="74531"/>
                  <a:pt x="30290" y="74606"/>
                  <a:pt x="30290" y="74681"/>
                </a:cubicBezTo>
                <a:cubicBezTo>
                  <a:pt x="30254" y="74757"/>
                  <a:pt x="30217" y="74757"/>
                  <a:pt x="30217" y="74757"/>
                </a:cubicBezTo>
                <a:cubicBezTo>
                  <a:pt x="30180" y="74832"/>
                  <a:pt x="30107" y="74832"/>
                  <a:pt x="30107" y="74895"/>
                </a:cubicBezTo>
                <a:cubicBezTo>
                  <a:pt x="30107" y="74982"/>
                  <a:pt x="30107" y="75045"/>
                  <a:pt x="30107" y="75045"/>
                </a:cubicBezTo>
                <a:cubicBezTo>
                  <a:pt x="30107" y="75195"/>
                  <a:pt x="30143" y="75271"/>
                  <a:pt x="30143" y="75346"/>
                </a:cubicBezTo>
                <a:cubicBezTo>
                  <a:pt x="30143" y="75496"/>
                  <a:pt x="30143" y="75571"/>
                  <a:pt x="30107" y="75646"/>
                </a:cubicBezTo>
                <a:cubicBezTo>
                  <a:pt x="30107" y="75722"/>
                  <a:pt x="30070" y="75797"/>
                  <a:pt x="30033" y="75797"/>
                </a:cubicBezTo>
                <a:cubicBezTo>
                  <a:pt x="30033" y="75872"/>
                  <a:pt x="30033" y="75947"/>
                  <a:pt x="29996" y="75947"/>
                </a:cubicBezTo>
                <a:cubicBezTo>
                  <a:pt x="29960" y="75947"/>
                  <a:pt x="29960" y="75947"/>
                  <a:pt x="29929" y="75947"/>
                </a:cubicBezTo>
                <a:cubicBezTo>
                  <a:pt x="29892" y="76010"/>
                  <a:pt x="29856" y="76010"/>
                  <a:pt x="29782" y="76010"/>
                </a:cubicBezTo>
                <a:cubicBezTo>
                  <a:pt x="29782" y="76236"/>
                  <a:pt x="29782" y="76236"/>
                  <a:pt x="29782" y="76236"/>
                </a:cubicBezTo>
                <a:cubicBezTo>
                  <a:pt x="29782" y="76311"/>
                  <a:pt x="29819" y="76311"/>
                  <a:pt x="29819" y="76386"/>
                </a:cubicBezTo>
                <a:cubicBezTo>
                  <a:pt x="29819" y="76386"/>
                  <a:pt x="29819" y="76461"/>
                  <a:pt x="29819" y="76536"/>
                </a:cubicBezTo>
                <a:cubicBezTo>
                  <a:pt x="29745" y="76612"/>
                  <a:pt x="29672" y="76687"/>
                  <a:pt x="29598" y="76762"/>
                </a:cubicBezTo>
                <a:cubicBezTo>
                  <a:pt x="29598" y="77063"/>
                  <a:pt x="29598" y="77063"/>
                  <a:pt x="29598" y="77063"/>
                </a:cubicBezTo>
                <a:cubicBezTo>
                  <a:pt x="29562" y="77063"/>
                  <a:pt x="29525" y="77063"/>
                  <a:pt x="29525" y="77063"/>
                </a:cubicBezTo>
                <a:cubicBezTo>
                  <a:pt x="29451" y="77125"/>
                  <a:pt x="29415" y="77125"/>
                  <a:pt x="29384" y="77201"/>
                </a:cubicBezTo>
                <a:cubicBezTo>
                  <a:pt x="29347" y="77201"/>
                  <a:pt x="29347" y="77276"/>
                  <a:pt x="29347" y="77351"/>
                </a:cubicBezTo>
                <a:cubicBezTo>
                  <a:pt x="29274" y="77501"/>
                  <a:pt x="29274" y="77652"/>
                  <a:pt x="29274" y="77877"/>
                </a:cubicBezTo>
                <a:cubicBezTo>
                  <a:pt x="28980" y="77877"/>
                  <a:pt x="28980" y="77877"/>
                  <a:pt x="28980" y="77877"/>
                </a:cubicBezTo>
                <a:cubicBezTo>
                  <a:pt x="28980" y="78090"/>
                  <a:pt x="29016" y="78166"/>
                  <a:pt x="28980" y="78316"/>
                </a:cubicBezTo>
                <a:cubicBezTo>
                  <a:pt x="28980" y="78466"/>
                  <a:pt x="28980" y="78542"/>
                  <a:pt x="28980" y="78617"/>
                </a:cubicBezTo>
                <a:cubicBezTo>
                  <a:pt x="28980" y="78692"/>
                  <a:pt x="28943" y="78692"/>
                  <a:pt x="28943" y="78767"/>
                </a:cubicBezTo>
                <a:cubicBezTo>
                  <a:pt x="28943" y="78842"/>
                  <a:pt x="28980" y="78842"/>
                  <a:pt x="28980" y="78918"/>
                </a:cubicBezTo>
                <a:cubicBezTo>
                  <a:pt x="28980" y="78993"/>
                  <a:pt x="28943" y="79068"/>
                  <a:pt x="28943" y="79068"/>
                </a:cubicBezTo>
                <a:cubicBezTo>
                  <a:pt x="28980" y="79206"/>
                  <a:pt x="29016" y="79281"/>
                  <a:pt x="29016" y="79356"/>
                </a:cubicBezTo>
                <a:cubicBezTo>
                  <a:pt x="29053" y="79356"/>
                  <a:pt x="29090" y="79281"/>
                  <a:pt x="29090" y="79281"/>
                </a:cubicBezTo>
                <a:cubicBezTo>
                  <a:pt x="29127" y="79281"/>
                  <a:pt x="29163" y="79206"/>
                  <a:pt x="29200" y="79206"/>
                </a:cubicBezTo>
                <a:cubicBezTo>
                  <a:pt x="29274" y="79206"/>
                  <a:pt x="29310" y="79281"/>
                  <a:pt x="29384" y="79281"/>
                </a:cubicBezTo>
                <a:cubicBezTo>
                  <a:pt x="29384" y="79507"/>
                  <a:pt x="29384" y="79507"/>
                  <a:pt x="29384" y="79507"/>
                </a:cubicBezTo>
                <a:cubicBezTo>
                  <a:pt x="29347" y="79582"/>
                  <a:pt x="29347" y="79657"/>
                  <a:pt x="29347" y="79657"/>
                </a:cubicBezTo>
                <a:cubicBezTo>
                  <a:pt x="29274" y="79732"/>
                  <a:pt x="29237" y="79807"/>
                  <a:pt x="29200" y="79807"/>
                </a:cubicBezTo>
                <a:cubicBezTo>
                  <a:pt x="29163" y="79807"/>
                  <a:pt x="29163" y="79807"/>
                  <a:pt x="29127" y="79807"/>
                </a:cubicBezTo>
                <a:cubicBezTo>
                  <a:pt x="29090" y="79807"/>
                  <a:pt x="29053" y="79807"/>
                  <a:pt x="29016" y="79807"/>
                </a:cubicBezTo>
                <a:cubicBezTo>
                  <a:pt x="29016" y="79958"/>
                  <a:pt x="29053" y="80033"/>
                  <a:pt x="29016" y="80108"/>
                </a:cubicBezTo>
                <a:cubicBezTo>
                  <a:pt x="29016" y="80171"/>
                  <a:pt x="29016" y="80246"/>
                  <a:pt x="29016" y="80246"/>
                </a:cubicBezTo>
                <a:cubicBezTo>
                  <a:pt x="28980" y="80321"/>
                  <a:pt x="28980" y="80321"/>
                  <a:pt x="28943" y="80321"/>
                </a:cubicBezTo>
                <a:cubicBezTo>
                  <a:pt x="28912" y="80396"/>
                  <a:pt x="28912" y="80396"/>
                  <a:pt x="28875" y="80472"/>
                </a:cubicBezTo>
                <a:cubicBezTo>
                  <a:pt x="28839" y="80472"/>
                  <a:pt x="28839" y="80472"/>
                  <a:pt x="28802" y="80547"/>
                </a:cubicBezTo>
                <a:cubicBezTo>
                  <a:pt x="28802" y="80622"/>
                  <a:pt x="28802" y="80697"/>
                  <a:pt x="28802" y="80772"/>
                </a:cubicBezTo>
                <a:cubicBezTo>
                  <a:pt x="28802" y="80848"/>
                  <a:pt x="28802" y="80923"/>
                  <a:pt x="28802" y="80998"/>
                </a:cubicBezTo>
                <a:cubicBezTo>
                  <a:pt x="28802" y="81073"/>
                  <a:pt x="28839" y="81073"/>
                  <a:pt x="28875" y="81148"/>
                </a:cubicBezTo>
                <a:cubicBezTo>
                  <a:pt x="28875" y="81211"/>
                  <a:pt x="28912" y="81211"/>
                  <a:pt x="28912" y="81286"/>
                </a:cubicBezTo>
                <a:cubicBezTo>
                  <a:pt x="28912" y="81437"/>
                  <a:pt x="28912" y="81437"/>
                  <a:pt x="28912" y="81437"/>
                </a:cubicBezTo>
                <a:cubicBezTo>
                  <a:pt x="28912" y="81512"/>
                  <a:pt x="28912" y="81587"/>
                  <a:pt x="28912" y="81737"/>
                </a:cubicBezTo>
                <a:cubicBezTo>
                  <a:pt x="28912" y="81813"/>
                  <a:pt x="28912" y="81813"/>
                  <a:pt x="28912" y="81888"/>
                </a:cubicBezTo>
                <a:cubicBezTo>
                  <a:pt x="28912" y="81963"/>
                  <a:pt x="28943" y="81963"/>
                  <a:pt x="28943" y="82038"/>
                </a:cubicBezTo>
                <a:cubicBezTo>
                  <a:pt x="28980" y="82038"/>
                  <a:pt x="29016" y="82038"/>
                  <a:pt x="29016" y="82113"/>
                </a:cubicBezTo>
                <a:cubicBezTo>
                  <a:pt x="29053" y="82113"/>
                  <a:pt x="29090" y="82113"/>
                  <a:pt x="29090" y="82113"/>
                </a:cubicBezTo>
                <a:cubicBezTo>
                  <a:pt x="29127" y="82113"/>
                  <a:pt x="29163" y="82113"/>
                  <a:pt x="29163" y="82113"/>
                </a:cubicBezTo>
                <a:cubicBezTo>
                  <a:pt x="29200" y="82113"/>
                  <a:pt x="29200" y="82113"/>
                  <a:pt x="29237" y="82189"/>
                </a:cubicBezTo>
                <a:cubicBezTo>
                  <a:pt x="29274" y="82189"/>
                  <a:pt x="29310" y="82189"/>
                  <a:pt x="29310" y="82251"/>
                </a:cubicBezTo>
                <a:cubicBezTo>
                  <a:pt x="29347" y="82251"/>
                  <a:pt x="29347" y="82326"/>
                  <a:pt x="29384" y="82402"/>
                </a:cubicBezTo>
                <a:lnTo>
                  <a:pt x="29415" y="82477"/>
                </a:lnTo>
                <a:cubicBezTo>
                  <a:pt x="29415" y="82552"/>
                  <a:pt x="29451" y="82627"/>
                  <a:pt x="29451" y="82702"/>
                </a:cubicBezTo>
                <a:cubicBezTo>
                  <a:pt x="29488" y="82702"/>
                  <a:pt x="29488" y="82778"/>
                  <a:pt x="29488" y="82853"/>
                </a:cubicBezTo>
                <a:cubicBezTo>
                  <a:pt x="29525" y="82853"/>
                  <a:pt x="29562" y="82853"/>
                  <a:pt x="29562" y="82928"/>
                </a:cubicBezTo>
                <a:cubicBezTo>
                  <a:pt x="29598" y="83003"/>
                  <a:pt x="29598" y="83003"/>
                  <a:pt x="29598" y="83078"/>
                </a:cubicBezTo>
                <a:cubicBezTo>
                  <a:pt x="29635" y="83154"/>
                  <a:pt x="29598" y="83304"/>
                  <a:pt x="29598" y="83367"/>
                </a:cubicBezTo>
                <a:cubicBezTo>
                  <a:pt x="29598" y="83442"/>
                  <a:pt x="29635" y="83442"/>
                  <a:pt x="29635" y="83517"/>
                </a:cubicBezTo>
                <a:cubicBezTo>
                  <a:pt x="29635" y="83592"/>
                  <a:pt x="29635" y="83592"/>
                  <a:pt x="29635" y="83667"/>
                </a:cubicBezTo>
                <a:cubicBezTo>
                  <a:pt x="29672" y="83743"/>
                  <a:pt x="29709" y="83743"/>
                  <a:pt x="29709" y="83743"/>
                </a:cubicBezTo>
                <a:cubicBezTo>
                  <a:pt x="29745" y="83818"/>
                  <a:pt x="29745" y="83893"/>
                  <a:pt x="29782" y="83893"/>
                </a:cubicBezTo>
                <a:cubicBezTo>
                  <a:pt x="29782" y="83968"/>
                  <a:pt x="29819" y="83968"/>
                  <a:pt x="29856" y="84043"/>
                </a:cubicBezTo>
                <a:cubicBezTo>
                  <a:pt x="29856" y="84119"/>
                  <a:pt x="29856" y="84194"/>
                  <a:pt x="29856" y="84344"/>
                </a:cubicBezTo>
                <a:cubicBezTo>
                  <a:pt x="29856" y="84632"/>
                  <a:pt x="29856" y="84632"/>
                  <a:pt x="29856" y="84632"/>
                </a:cubicBezTo>
                <a:cubicBezTo>
                  <a:pt x="29856" y="84708"/>
                  <a:pt x="29892" y="84783"/>
                  <a:pt x="29892" y="84783"/>
                </a:cubicBezTo>
                <a:cubicBezTo>
                  <a:pt x="29929" y="84858"/>
                  <a:pt x="29929" y="84933"/>
                  <a:pt x="29929" y="84933"/>
                </a:cubicBezTo>
                <a:cubicBezTo>
                  <a:pt x="29960" y="85008"/>
                  <a:pt x="29996" y="85008"/>
                  <a:pt x="29996" y="85084"/>
                </a:cubicBezTo>
                <a:cubicBezTo>
                  <a:pt x="30070" y="85159"/>
                  <a:pt x="30107" y="85309"/>
                  <a:pt x="30107" y="85447"/>
                </a:cubicBezTo>
                <a:cubicBezTo>
                  <a:pt x="30107" y="85673"/>
                  <a:pt x="30070" y="85823"/>
                  <a:pt x="30107" y="85973"/>
                </a:cubicBezTo>
                <a:cubicBezTo>
                  <a:pt x="30107" y="85973"/>
                  <a:pt x="30143" y="86049"/>
                  <a:pt x="30143" y="86124"/>
                </a:cubicBezTo>
                <a:cubicBezTo>
                  <a:pt x="30180" y="86124"/>
                  <a:pt x="30217" y="86124"/>
                  <a:pt x="30217" y="86199"/>
                </a:cubicBezTo>
                <a:cubicBezTo>
                  <a:pt x="30254" y="86199"/>
                  <a:pt x="30254" y="86274"/>
                  <a:pt x="30254" y="86274"/>
                </a:cubicBezTo>
                <a:cubicBezTo>
                  <a:pt x="30290" y="86349"/>
                  <a:pt x="30290" y="86349"/>
                  <a:pt x="30327" y="86349"/>
                </a:cubicBezTo>
                <a:cubicBezTo>
                  <a:pt x="30364" y="86425"/>
                  <a:pt x="30364" y="86425"/>
                  <a:pt x="30401" y="86487"/>
                </a:cubicBezTo>
                <a:cubicBezTo>
                  <a:pt x="30437" y="86487"/>
                  <a:pt x="30437" y="86487"/>
                  <a:pt x="30468" y="86550"/>
                </a:cubicBezTo>
                <a:cubicBezTo>
                  <a:pt x="30468" y="86550"/>
                  <a:pt x="30505" y="86625"/>
                  <a:pt x="30505" y="86700"/>
                </a:cubicBezTo>
                <a:cubicBezTo>
                  <a:pt x="30505" y="86700"/>
                  <a:pt x="30505" y="86775"/>
                  <a:pt x="30505" y="86851"/>
                </a:cubicBezTo>
                <a:cubicBezTo>
                  <a:pt x="30505" y="87001"/>
                  <a:pt x="30505" y="87076"/>
                  <a:pt x="30505" y="87227"/>
                </a:cubicBezTo>
                <a:cubicBezTo>
                  <a:pt x="30505" y="87227"/>
                  <a:pt x="30505" y="87302"/>
                  <a:pt x="30505" y="87377"/>
                </a:cubicBezTo>
                <a:cubicBezTo>
                  <a:pt x="30505" y="87452"/>
                  <a:pt x="30505" y="87452"/>
                  <a:pt x="30505" y="87527"/>
                </a:cubicBezTo>
                <a:cubicBezTo>
                  <a:pt x="30542" y="87590"/>
                  <a:pt x="30578" y="87590"/>
                  <a:pt x="30578" y="87590"/>
                </a:cubicBezTo>
                <a:cubicBezTo>
                  <a:pt x="30615" y="87740"/>
                  <a:pt x="30615" y="87816"/>
                  <a:pt x="30652" y="87891"/>
                </a:cubicBezTo>
                <a:cubicBezTo>
                  <a:pt x="30689" y="87966"/>
                  <a:pt x="30689" y="87966"/>
                  <a:pt x="30689" y="88041"/>
                </a:cubicBezTo>
                <a:cubicBezTo>
                  <a:pt x="30725" y="88116"/>
                  <a:pt x="30725" y="88116"/>
                  <a:pt x="30762" y="88192"/>
                </a:cubicBezTo>
                <a:cubicBezTo>
                  <a:pt x="30799" y="88192"/>
                  <a:pt x="30799" y="88192"/>
                  <a:pt x="30836" y="88192"/>
                </a:cubicBezTo>
                <a:cubicBezTo>
                  <a:pt x="30872" y="88267"/>
                  <a:pt x="30909" y="88267"/>
                  <a:pt x="30909" y="88342"/>
                </a:cubicBezTo>
                <a:cubicBezTo>
                  <a:pt x="30946" y="88342"/>
                  <a:pt x="30946" y="88417"/>
                  <a:pt x="30977" y="88417"/>
                </a:cubicBezTo>
                <a:cubicBezTo>
                  <a:pt x="31013" y="88417"/>
                  <a:pt x="31050" y="88492"/>
                  <a:pt x="31050" y="88492"/>
                </a:cubicBezTo>
                <a:cubicBezTo>
                  <a:pt x="31124" y="88492"/>
                  <a:pt x="31160" y="88492"/>
                  <a:pt x="31197" y="88492"/>
                </a:cubicBezTo>
                <a:cubicBezTo>
                  <a:pt x="31234" y="88492"/>
                  <a:pt x="31234" y="88555"/>
                  <a:pt x="31271" y="88555"/>
                </a:cubicBezTo>
                <a:cubicBezTo>
                  <a:pt x="31307" y="88630"/>
                  <a:pt x="31307" y="88706"/>
                  <a:pt x="31344" y="88706"/>
                </a:cubicBezTo>
                <a:cubicBezTo>
                  <a:pt x="31381" y="88781"/>
                  <a:pt x="31381" y="88856"/>
                  <a:pt x="31381" y="88856"/>
                </a:cubicBezTo>
                <a:cubicBezTo>
                  <a:pt x="31418" y="88931"/>
                  <a:pt x="31454" y="88931"/>
                  <a:pt x="31454" y="88931"/>
                </a:cubicBezTo>
                <a:cubicBezTo>
                  <a:pt x="31485" y="89006"/>
                  <a:pt x="31522" y="89006"/>
                  <a:pt x="31522" y="89081"/>
                </a:cubicBezTo>
                <a:cubicBezTo>
                  <a:pt x="31595" y="89157"/>
                  <a:pt x="31595" y="89232"/>
                  <a:pt x="31669" y="89232"/>
                </a:cubicBezTo>
                <a:cubicBezTo>
                  <a:pt x="31705" y="89307"/>
                  <a:pt x="31779" y="89307"/>
                  <a:pt x="31816" y="89382"/>
                </a:cubicBezTo>
                <a:cubicBezTo>
                  <a:pt x="31852" y="89382"/>
                  <a:pt x="31852" y="89457"/>
                  <a:pt x="31889" y="89457"/>
                </a:cubicBezTo>
                <a:cubicBezTo>
                  <a:pt x="31963" y="89533"/>
                  <a:pt x="32000" y="89533"/>
                  <a:pt x="32030" y="89671"/>
                </a:cubicBezTo>
                <a:cubicBezTo>
                  <a:pt x="32067" y="89671"/>
                  <a:pt x="32067" y="89746"/>
                  <a:pt x="32067" y="89821"/>
                </a:cubicBezTo>
                <a:cubicBezTo>
                  <a:pt x="32104" y="89896"/>
                  <a:pt x="32140" y="89896"/>
                  <a:pt x="32140" y="89971"/>
                </a:cubicBezTo>
                <a:cubicBezTo>
                  <a:pt x="32177" y="90046"/>
                  <a:pt x="32214" y="90122"/>
                  <a:pt x="32251" y="90197"/>
                </a:cubicBezTo>
                <a:cubicBezTo>
                  <a:pt x="32287" y="90272"/>
                  <a:pt x="32287" y="90347"/>
                  <a:pt x="32324" y="90347"/>
                </a:cubicBezTo>
                <a:cubicBezTo>
                  <a:pt x="32361" y="90347"/>
                  <a:pt x="32361" y="90347"/>
                  <a:pt x="32398" y="90347"/>
                </a:cubicBezTo>
                <a:cubicBezTo>
                  <a:pt x="32434" y="90347"/>
                  <a:pt x="32471" y="90347"/>
                  <a:pt x="32539" y="90347"/>
                </a:cubicBezTo>
                <a:cubicBezTo>
                  <a:pt x="32539" y="91826"/>
                  <a:pt x="32539" y="91826"/>
                  <a:pt x="32539" y="91826"/>
                </a:cubicBezTo>
                <a:cubicBezTo>
                  <a:pt x="32539" y="91977"/>
                  <a:pt x="32502" y="92052"/>
                  <a:pt x="32502" y="92127"/>
                </a:cubicBezTo>
                <a:cubicBezTo>
                  <a:pt x="32502" y="92277"/>
                  <a:pt x="32502" y="92277"/>
                  <a:pt x="32502" y="92353"/>
                </a:cubicBezTo>
                <a:cubicBezTo>
                  <a:pt x="32502" y="92428"/>
                  <a:pt x="32502" y="92428"/>
                  <a:pt x="32502" y="92428"/>
                </a:cubicBezTo>
                <a:cubicBezTo>
                  <a:pt x="32502" y="92578"/>
                  <a:pt x="32502" y="92578"/>
                  <a:pt x="32502" y="92578"/>
                </a:cubicBezTo>
                <a:cubicBezTo>
                  <a:pt x="32502" y="92716"/>
                  <a:pt x="32539" y="92804"/>
                  <a:pt x="32539" y="92942"/>
                </a:cubicBezTo>
                <a:cubicBezTo>
                  <a:pt x="32539" y="93017"/>
                  <a:pt x="32539" y="93017"/>
                  <a:pt x="32539" y="93017"/>
                </a:cubicBezTo>
                <a:cubicBezTo>
                  <a:pt x="32539" y="93092"/>
                  <a:pt x="32502" y="93092"/>
                  <a:pt x="32502" y="93167"/>
                </a:cubicBezTo>
                <a:cubicBezTo>
                  <a:pt x="32502" y="93242"/>
                  <a:pt x="32502" y="93242"/>
                  <a:pt x="32502" y="93318"/>
                </a:cubicBezTo>
                <a:cubicBezTo>
                  <a:pt x="32502" y="93393"/>
                  <a:pt x="32471" y="93393"/>
                  <a:pt x="32471" y="93468"/>
                </a:cubicBezTo>
                <a:cubicBezTo>
                  <a:pt x="32471" y="93543"/>
                  <a:pt x="32471" y="93618"/>
                  <a:pt x="32471" y="93693"/>
                </a:cubicBezTo>
                <a:cubicBezTo>
                  <a:pt x="32471" y="93693"/>
                  <a:pt x="32471" y="93693"/>
                  <a:pt x="32471" y="93769"/>
                </a:cubicBezTo>
                <a:cubicBezTo>
                  <a:pt x="32471" y="93907"/>
                  <a:pt x="32471" y="93907"/>
                  <a:pt x="32471" y="93907"/>
                </a:cubicBezTo>
                <a:cubicBezTo>
                  <a:pt x="32471" y="93982"/>
                  <a:pt x="32502" y="93982"/>
                  <a:pt x="32502" y="94057"/>
                </a:cubicBezTo>
                <a:cubicBezTo>
                  <a:pt x="32502" y="94132"/>
                  <a:pt x="32502" y="94207"/>
                  <a:pt x="32502" y="94283"/>
                </a:cubicBezTo>
                <a:cubicBezTo>
                  <a:pt x="32502" y="94358"/>
                  <a:pt x="32502" y="94358"/>
                  <a:pt x="32502" y="94358"/>
                </a:cubicBezTo>
                <a:cubicBezTo>
                  <a:pt x="32502" y="94508"/>
                  <a:pt x="32502" y="94508"/>
                  <a:pt x="32502" y="94508"/>
                </a:cubicBezTo>
                <a:cubicBezTo>
                  <a:pt x="32502" y="94583"/>
                  <a:pt x="32434" y="94583"/>
                  <a:pt x="32434" y="94659"/>
                </a:cubicBezTo>
                <a:cubicBezTo>
                  <a:pt x="32434" y="94796"/>
                  <a:pt x="32434" y="94884"/>
                  <a:pt x="32434" y="94947"/>
                </a:cubicBezTo>
                <a:cubicBezTo>
                  <a:pt x="32471" y="95022"/>
                  <a:pt x="32502" y="95097"/>
                  <a:pt x="32502" y="95172"/>
                </a:cubicBezTo>
                <a:cubicBezTo>
                  <a:pt x="32502" y="95323"/>
                  <a:pt x="32502" y="95323"/>
                  <a:pt x="32502" y="95323"/>
                </a:cubicBezTo>
                <a:cubicBezTo>
                  <a:pt x="32502" y="95473"/>
                  <a:pt x="32502" y="95473"/>
                  <a:pt x="32502" y="95473"/>
                </a:cubicBezTo>
                <a:cubicBezTo>
                  <a:pt x="32502" y="95473"/>
                  <a:pt x="32471" y="95548"/>
                  <a:pt x="32471" y="95624"/>
                </a:cubicBezTo>
                <a:cubicBezTo>
                  <a:pt x="32471" y="95624"/>
                  <a:pt x="32471" y="95699"/>
                  <a:pt x="32471" y="95774"/>
                </a:cubicBezTo>
                <a:cubicBezTo>
                  <a:pt x="32471" y="95774"/>
                  <a:pt x="32434" y="95849"/>
                  <a:pt x="32434" y="95912"/>
                </a:cubicBezTo>
                <a:cubicBezTo>
                  <a:pt x="32434" y="95912"/>
                  <a:pt x="32434" y="95987"/>
                  <a:pt x="32398" y="95987"/>
                </a:cubicBezTo>
                <a:cubicBezTo>
                  <a:pt x="32398" y="96062"/>
                  <a:pt x="32398" y="96137"/>
                  <a:pt x="32361" y="96213"/>
                </a:cubicBezTo>
                <a:cubicBezTo>
                  <a:pt x="32361" y="96363"/>
                  <a:pt x="32324" y="96438"/>
                  <a:pt x="32287" y="96589"/>
                </a:cubicBezTo>
                <a:cubicBezTo>
                  <a:pt x="32287" y="96589"/>
                  <a:pt x="32251" y="96664"/>
                  <a:pt x="32251" y="96739"/>
                </a:cubicBezTo>
                <a:cubicBezTo>
                  <a:pt x="32251" y="96814"/>
                  <a:pt x="32251" y="96877"/>
                  <a:pt x="32251" y="97027"/>
                </a:cubicBezTo>
                <a:cubicBezTo>
                  <a:pt x="32251" y="97027"/>
                  <a:pt x="32251" y="97027"/>
                  <a:pt x="32251" y="97102"/>
                </a:cubicBezTo>
                <a:cubicBezTo>
                  <a:pt x="32251" y="97253"/>
                  <a:pt x="32251" y="97328"/>
                  <a:pt x="32251" y="97478"/>
                </a:cubicBezTo>
                <a:cubicBezTo>
                  <a:pt x="32251" y="97478"/>
                  <a:pt x="32251" y="97554"/>
                  <a:pt x="32251" y="97629"/>
                </a:cubicBezTo>
                <a:cubicBezTo>
                  <a:pt x="32251" y="97629"/>
                  <a:pt x="32251" y="97704"/>
                  <a:pt x="32251" y="97779"/>
                </a:cubicBezTo>
                <a:cubicBezTo>
                  <a:pt x="32251" y="97854"/>
                  <a:pt x="32251" y="97854"/>
                  <a:pt x="32251" y="97930"/>
                </a:cubicBezTo>
                <a:cubicBezTo>
                  <a:pt x="32251" y="97992"/>
                  <a:pt x="32251" y="98067"/>
                  <a:pt x="32251" y="98067"/>
                </a:cubicBezTo>
                <a:cubicBezTo>
                  <a:pt x="32251" y="98143"/>
                  <a:pt x="32214" y="98218"/>
                  <a:pt x="32214" y="98293"/>
                </a:cubicBezTo>
                <a:cubicBezTo>
                  <a:pt x="32177" y="98293"/>
                  <a:pt x="32177" y="98368"/>
                  <a:pt x="32177" y="98443"/>
                </a:cubicBezTo>
                <a:cubicBezTo>
                  <a:pt x="32177" y="98519"/>
                  <a:pt x="32140" y="98519"/>
                  <a:pt x="32140" y="98594"/>
                </a:cubicBezTo>
                <a:cubicBezTo>
                  <a:pt x="32104" y="98669"/>
                  <a:pt x="32067" y="98669"/>
                  <a:pt x="32067" y="98744"/>
                </a:cubicBezTo>
                <a:cubicBezTo>
                  <a:pt x="32000" y="98895"/>
                  <a:pt x="31963" y="98957"/>
                  <a:pt x="31963" y="99183"/>
                </a:cubicBezTo>
                <a:cubicBezTo>
                  <a:pt x="31963" y="99258"/>
                  <a:pt x="31963" y="99258"/>
                  <a:pt x="31963" y="99258"/>
                </a:cubicBezTo>
                <a:cubicBezTo>
                  <a:pt x="31963" y="99258"/>
                  <a:pt x="31963" y="99333"/>
                  <a:pt x="31963" y="99408"/>
                </a:cubicBezTo>
                <a:cubicBezTo>
                  <a:pt x="31963" y="99408"/>
                  <a:pt x="31963" y="99484"/>
                  <a:pt x="31963" y="99559"/>
                </a:cubicBezTo>
                <a:cubicBezTo>
                  <a:pt x="32000" y="99559"/>
                  <a:pt x="32000" y="99634"/>
                  <a:pt x="32000" y="99709"/>
                </a:cubicBezTo>
                <a:cubicBezTo>
                  <a:pt x="32030" y="99709"/>
                  <a:pt x="32030" y="99784"/>
                  <a:pt x="32067" y="99784"/>
                </a:cubicBezTo>
                <a:cubicBezTo>
                  <a:pt x="32104" y="100010"/>
                  <a:pt x="32140" y="100148"/>
                  <a:pt x="32140" y="100373"/>
                </a:cubicBezTo>
                <a:cubicBezTo>
                  <a:pt x="32140" y="100599"/>
                  <a:pt x="32104" y="100749"/>
                  <a:pt x="32104" y="100975"/>
                </a:cubicBezTo>
                <a:cubicBezTo>
                  <a:pt x="32104" y="100975"/>
                  <a:pt x="32067" y="101038"/>
                  <a:pt x="32067" y="101125"/>
                </a:cubicBezTo>
                <a:cubicBezTo>
                  <a:pt x="32067" y="101263"/>
                  <a:pt x="32067" y="101338"/>
                  <a:pt x="32067" y="101564"/>
                </a:cubicBezTo>
                <a:cubicBezTo>
                  <a:pt x="32067" y="101639"/>
                  <a:pt x="32030" y="101714"/>
                  <a:pt x="32030" y="101865"/>
                </a:cubicBezTo>
                <a:cubicBezTo>
                  <a:pt x="32030" y="101940"/>
                  <a:pt x="32030" y="101940"/>
                  <a:pt x="32000" y="102015"/>
                </a:cubicBezTo>
                <a:cubicBezTo>
                  <a:pt x="32000" y="102090"/>
                  <a:pt x="31963" y="102090"/>
                  <a:pt x="31926" y="102153"/>
                </a:cubicBezTo>
                <a:cubicBezTo>
                  <a:pt x="31926" y="102228"/>
                  <a:pt x="31963" y="102228"/>
                  <a:pt x="31926" y="102303"/>
                </a:cubicBezTo>
                <a:cubicBezTo>
                  <a:pt x="31926" y="102379"/>
                  <a:pt x="31926" y="102379"/>
                  <a:pt x="31889" y="102454"/>
                </a:cubicBezTo>
                <a:cubicBezTo>
                  <a:pt x="31889" y="102529"/>
                  <a:pt x="31852" y="102529"/>
                  <a:pt x="31852" y="102604"/>
                </a:cubicBezTo>
                <a:cubicBezTo>
                  <a:pt x="31816" y="102679"/>
                  <a:pt x="31816" y="102679"/>
                  <a:pt x="31779" y="102755"/>
                </a:cubicBezTo>
                <a:lnTo>
                  <a:pt x="31742" y="102830"/>
                </a:lnTo>
                <a:cubicBezTo>
                  <a:pt x="31742" y="103131"/>
                  <a:pt x="31742" y="103131"/>
                  <a:pt x="31742" y="103131"/>
                </a:cubicBezTo>
                <a:cubicBezTo>
                  <a:pt x="31742" y="103206"/>
                  <a:pt x="31742" y="103268"/>
                  <a:pt x="31742" y="103344"/>
                </a:cubicBezTo>
                <a:cubicBezTo>
                  <a:pt x="31742" y="103419"/>
                  <a:pt x="31742" y="103419"/>
                  <a:pt x="31742" y="103569"/>
                </a:cubicBezTo>
                <a:lnTo>
                  <a:pt x="31742" y="103644"/>
                </a:lnTo>
                <a:cubicBezTo>
                  <a:pt x="31742" y="103720"/>
                  <a:pt x="31742" y="103720"/>
                  <a:pt x="31742" y="103795"/>
                </a:cubicBezTo>
                <a:cubicBezTo>
                  <a:pt x="31742" y="103870"/>
                  <a:pt x="31705" y="103870"/>
                  <a:pt x="31705" y="103945"/>
                </a:cubicBezTo>
                <a:cubicBezTo>
                  <a:pt x="31669" y="104020"/>
                  <a:pt x="31669" y="104020"/>
                  <a:pt x="31669" y="104096"/>
                </a:cubicBezTo>
                <a:cubicBezTo>
                  <a:pt x="31632" y="104171"/>
                  <a:pt x="31595" y="104171"/>
                  <a:pt x="31595" y="104233"/>
                </a:cubicBezTo>
                <a:cubicBezTo>
                  <a:pt x="31558" y="104309"/>
                  <a:pt x="31558" y="104309"/>
                  <a:pt x="31558" y="104384"/>
                </a:cubicBezTo>
                <a:cubicBezTo>
                  <a:pt x="31558" y="104459"/>
                  <a:pt x="31485" y="104534"/>
                  <a:pt x="31454" y="104609"/>
                </a:cubicBezTo>
                <a:cubicBezTo>
                  <a:pt x="31454" y="104609"/>
                  <a:pt x="31418" y="104609"/>
                  <a:pt x="31381" y="104685"/>
                </a:cubicBezTo>
                <a:cubicBezTo>
                  <a:pt x="31381" y="104760"/>
                  <a:pt x="31381" y="104760"/>
                  <a:pt x="31344" y="104835"/>
                </a:cubicBezTo>
                <a:cubicBezTo>
                  <a:pt x="31344" y="104835"/>
                  <a:pt x="31344" y="104910"/>
                  <a:pt x="31344" y="104985"/>
                </a:cubicBezTo>
                <a:cubicBezTo>
                  <a:pt x="31344" y="105061"/>
                  <a:pt x="31418" y="105061"/>
                  <a:pt x="31418" y="105136"/>
                </a:cubicBezTo>
                <a:cubicBezTo>
                  <a:pt x="31418" y="105136"/>
                  <a:pt x="31418" y="105211"/>
                  <a:pt x="31418" y="105286"/>
                </a:cubicBezTo>
                <a:cubicBezTo>
                  <a:pt x="31418" y="105349"/>
                  <a:pt x="31454" y="105424"/>
                  <a:pt x="31454" y="105574"/>
                </a:cubicBezTo>
                <a:lnTo>
                  <a:pt x="31454" y="105650"/>
                </a:lnTo>
                <a:cubicBezTo>
                  <a:pt x="31454" y="105725"/>
                  <a:pt x="31485" y="105800"/>
                  <a:pt x="31485" y="105800"/>
                </a:cubicBezTo>
                <a:cubicBezTo>
                  <a:pt x="31485" y="105950"/>
                  <a:pt x="31485" y="106026"/>
                  <a:pt x="31485" y="106101"/>
                </a:cubicBezTo>
                <a:cubicBezTo>
                  <a:pt x="31485" y="106389"/>
                  <a:pt x="31485" y="106539"/>
                  <a:pt x="31418" y="106690"/>
                </a:cubicBezTo>
                <a:cubicBezTo>
                  <a:pt x="31418" y="106765"/>
                  <a:pt x="31381" y="106840"/>
                  <a:pt x="31381" y="106840"/>
                </a:cubicBezTo>
                <a:cubicBezTo>
                  <a:pt x="31344" y="106915"/>
                  <a:pt x="31307" y="106915"/>
                  <a:pt x="31307" y="106991"/>
                </a:cubicBezTo>
                <a:cubicBezTo>
                  <a:pt x="31271" y="107066"/>
                  <a:pt x="31307" y="107141"/>
                  <a:pt x="31307" y="107291"/>
                </a:cubicBezTo>
                <a:cubicBezTo>
                  <a:pt x="31307" y="107291"/>
                  <a:pt x="31271" y="107367"/>
                  <a:pt x="31307" y="107429"/>
                </a:cubicBezTo>
                <a:lnTo>
                  <a:pt x="31344" y="107504"/>
                </a:lnTo>
                <a:cubicBezTo>
                  <a:pt x="31381" y="107655"/>
                  <a:pt x="31381" y="107655"/>
                  <a:pt x="31381" y="107655"/>
                </a:cubicBezTo>
                <a:cubicBezTo>
                  <a:pt x="31418" y="107805"/>
                  <a:pt x="31454" y="107880"/>
                  <a:pt x="31454" y="107956"/>
                </a:cubicBezTo>
                <a:cubicBezTo>
                  <a:pt x="31454" y="108031"/>
                  <a:pt x="31418" y="108031"/>
                  <a:pt x="31418" y="108106"/>
                </a:cubicBezTo>
                <a:cubicBezTo>
                  <a:pt x="31381" y="108106"/>
                  <a:pt x="31344" y="108106"/>
                  <a:pt x="31307" y="108181"/>
                </a:cubicBezTo>
                <a:cubicBezTo>
                  <a:pt x="31271" y="108181"/>
                  <a:pt x="31234" y="108181"/>
                  <a:pt x="31234" y="108256"/>
                </a:cubicBezTo>
                <a:cubicBezTo>
                  <a:pt x="31197" y="108332"/>
                  <a:pt x="31197" y="108332"/>
                  <a:pt x="31197" y="108407"/>
                </a:cubicBezTo>
                <a:cubicBezTo>
                  <a:pt x="31197" y="108469"/>
                  <a:pt x="31197" y="108469"/>
                  <a:pt x="31197" y="108545"/>
                </a:cubicBezTo>
                <a:cubicBezTo>
                  <a:pt x="31160" y="108620"/>
                  <a:pt x="31124" y="108620"/>
                  <a:pt x="31124" y="108695"/>
                </a:cubicBezTo>
                <a:cubicBezTo>
                  <a:pt x="31124" y="108695"/>
                  <a:pt x="31124" y="108770"/>
                  <a:pt x="31124" y="108845"/>
                </a:cubicBezTo>
                <a:cubicBezTo>
                  <a:pt x="31087" y="108921"/>
                  <a:pt x="31087" y="108996"/>
                  <a:pt x="31087" y="109071"/>
                </a:cubicBezTo>
                <a:cubicBezTo>
                  <a:pt x="31087" y="109146"/>
                  <a:pt x="31087" y="109221"/>
                  <a:pt x="31124" y="109297"/>
                </a:cubicBezTo>
                <a:cubicBezTo>
                  <a:pt x="31160" y="109297"/>
                  <a:pt x="31197" y="109297"/>
                  <a:pt x="31197" y="109372"/>
                </a:cubicBezTo>
                <a:cubicBezTo>
                  <a:pt x="31234" y="109372"/>
                  <a:pt x="31234" y="109447"/>
                  <a:pt x="31271" y="109447"/>
                </a:cubicBezTo>
                <a:cubicBezTo>
                  <a:pt x="31485" y="109447"/>
                  <a:pt x="31485" y="109447"/>
                  <a:pt x="31485" y="109447"/>
                </a:cubicBezTo>
                <a:cubicBezTo>
                  <a:pt x="31558" y="108181"/>
                  <a:pt x="31558" y="108181"/>
                  <a:pt x="31558" y="108181"/>
                </a:cubicBezTo>
                <a:cubicBezTo>
                  <a:pt x="31816" y="108181"/>
                  <a:pt x="31816" y="108181"/>
                  <a:pt x="31816" y="108181"/>
                </a:cubicBezTo>
                <a:cubicBezTo>
                  <a:pt x="31816" y="108545"/>
                  <a:pt x="31816" y="108545"/>
                  <a:pt x="31816" y="108545"/>
                </a:cubicBezTo>
                <a:cubicBezTo>
                  <a:pt x="31779" y="108620"/>
                  <a:pt x="31779" y="108695"/>
                  <a:pt x="31779" y="108695"/>
                </a:cubicBezTo>
                <a:cubicBezTo>
                  <a:pt x="31742" y="108770"/>
                  <a:pt x="31705" y="108770"/>
                  <a:pt x="31705" y="108770"/>
                </a:cubicBezTo>
                <a:cubicBezTo>
                  <a:pt x="31669" y="108845"/>
                  <a:pt x="31669" y="108921"/>
                  <a:pt x="31632" y="108921"/>
                </a:cubicBezTo>
                <a:cubicBezTo>
                  <a:pt x="31632" y="109660"/>
                  <a:pt x="31632" y="109660"/>
                  <a:pt x="31632" y="109660"/>
                </a:cubicBezTo>
                <a:cubicBezTo>
                  <a:pt x="31632" y="109735"/>
                  <a:pt x="31595" y="109810"/>
                  <a:pt x="31595" y="109810"/>
                </a:cubicBezTo>
                <a:cubicBezTo>
                  <a:pt x="31558" y="109886"/>
                  <a:pt x="31522" y="109886"/>
                  <a:pt x="31522" y="109961"/>
                </a:cubicBezTo>
                <a:cubicBezTo>
                  <a:pt x="31485" y="109961"/>
                  <a:pt x="31485" y="110036"/>
                  <a:pt x="31485" y="110111"/>
                </a:cubicBezTo>
                <a:cubicBezTo>
                  <a:pt x="31485" y="110111"/>
                  <a:pt x="31485" y="110186"/>
                  <a:pt x="31485" y="110262"/>
                </a:cubicBezTo>
                <a:cubicBezTo>
                  <a:pt x="31485" y="110412"/>
                  <a:pt x="31522" y="110487"/>
                  <a:pt x="31522" y="110700"/>
                </a:cubicBezTo>
                <a:cubicBezTo>
                  <a:pt x="31522" y="110851"/>
                  <a:pt x="31522" y="110926"/>
                  <a:pt x="31522" y="111151"/>
                </a:cubicBezTo>
                <a:cubicBezTo>
                  <a:pt x="31522" y="111151"/>
                  <a:pt x="31485" y="111227"/>
                  <a:pt x="31485" y="111302"/>
                </a:cubicBezTo>
                <a:cubicBezTo>
                  <a:pt x="31418" y="111151"/>
                  <a:pt x="31418" y="111151"/>
                  <a:pt x="31418" y="111151"/>
                </a:cubicBezTo>
                <a:cubicBezTo>
                  <a:pt x="31381" y="111151"/>
                  <a:pt x="31381" y="111076"/>
                  <a:pt x="31344" y="111001"/>
                </a:cubicBezTo>
                <a:lnTo>
                  <a:pt x="31307" y="111001"/>
                </a:lnTo>
                <a:cubicBezTo>
                  <a:pt x="31271" y="110926"/>
                  <a:pt x="31307" y="110851"/>
                  <a:pt x="31307" y="110851"/>
                </a:cubicBezTo>
                <a:cubicBezTo>
                  <a:pt x="31307" y="110700"/>
                  <a:pt x="31307" y="110700"/>
                  <a:pt x="31307" y="110700"/>
                </a:cubicBezTo>
                <a:cubicBezTo>
                  <a:pt x="31307" y="110550"/>
                  <a:pt x="31271" y="110487"/>
                  <a:pt x="31271" y="110412"/>
                </a:cubicBezTo>
                <a:lnTo>
                  <a:pt x="31271" y="110487"/>
                </a:lnTo>
                <a:cubicBezTo>
                  <a:pt x="31234" y="110487"/>
                  <a:pt x="31197" y="110487"/>
                  <a:pt x="31160" y="110487"/>
                </a:cubicBezTo>
                <a:cubicBezTo>
                  <a:pt x="31160" y="110926"/>
                  <a:pt x="31160" y="110926"/>
                  <a:pt x="31160" y="110926"/>
                </a:cubicBezTo>
                <a:cubicBezTo>
                  <a:pt x="31197" y="110926"/>
                  <a:pt x="31234" y="110926"/>
                  <a:pt x="31234" y="110926"/>
                </a:cubicBezTo>
                <a:cubicBezTo>
                  <a:pt x="31271" y="111001"/>
                  <a:pt x="31271" y="111076"/>
                  <a:pt x="31271" y="111076"/>
                </a:cubicBezTo>
                <a:cubicBezTo>
                  <a:pt x="31307" y="111151"/>
                  <a:pt x="31344" y="111151"/>
                  <a:pt x="31344" y="111227"/>
                </a:cubicBezTo>
                <a:cubicBezTo>
                  <a:pt x="31344" y="111227"/>
                  <a:pt x="31381" y="111302"/>
                  <a:pt x="31381" y="111377"/>
                </a:cubicBezTo>
                <a:lnTo>
                  <a:pt x="31381" y="111452"/>
                </a:lnTo>
                <a:cubicBezTo>
                  <a:pt x="31381" y="111527"/>
                  <a:pt x="31381" y="111603"/>
                  <a:pt x="31381" y="111603"/>
                </a:cubicBezTo>
                <a:cubicBezTo>
                  <a:pt x="31418" y="111740"/>
                  <a:pt x="31381" y="111816"/>
                  <a:pt x="31381" y="111891"/>
                </a:cubicBezTo>
                <a:lnTo>
                  <a:pt x="31344" y="111816"/>
                </a:lnTo>
                <a:close/>
                <a:moveTo>
                  <a:pt x="32214" y="65683"/>
                </a:moveTo>
                <a:lnTo>
                  <a:pt x="32214" y="65683"/>
                </a:lnTo>
                <a:cubicBezTo>
                  <a:pt x="32287" y="65608"/>
                  <a:pt x="32287" y="65470"/>
                  <a:pt x="32361" y="65395"/>
                </a:cubicBezTo>
                <a:cubicBezTo>
                  <a:pt x="32398" y="65395"/>
                  <a:pt x="32471" y="65320"/>
                  <a:pt x="32502" y="65320"/>
                </a:cubicBezTo>
                <a:cubicBezTo>
                  <a:pt x="32539" y="65320"/>
                  <a:pt x="32575" y="65320"/>
                  <a:pt x="32649" y="65320"/>
                </a:cubicBezTo>
                <a:cubicBezTo>
                  <a:pt x="32686" y="65320"/>
                  <a:pt x="32722" y="65395"/>
                  <a:pt x="32759" y="65395"/>
                </a:cubicBezTo>
                <a:cubicBezTo>
                  <a:pt x="32833" y="65395"/>
                  <a:pt x="32869" y="65320"/>
                  <a:pt x="32906" y="65320"/>
                </a:cubicBezTo>
                <a:cubicBezTo>
                  <a:pt x="33016" y="65320"/>
                  <a:pt x="33084" y="65320"/>
                  <a:pt x="33194" y="65320"/>
                </a:cubicBezTo>
                <a:cubicBezTo>
                  <a:pt x="33304" y="65320"/>
                  <a:pt x="33378" y="65244"/>
                  <a:pt x="33488" y="65244"/>
                </a:cubicBezTo>
                <a:cubicBezTo>
                  <a:pt x="33519" y="65244"/>
                  <a:pt x="33562" y="65169"/>
                  <a:pt x="33629" y="65169"/>
                </a:cubicBezTo>
                <a:cubicBezTo>
                  <a:pt x="33666" y="65169"/>
                  <a:pt x="33702" y="65244"/>
                  <a:pt x="33739" y="65244"/>
                </a:cubicBezTo>
                <a:cubicBezTo>
                  <a:pt x="33849" y="65244"/>
                  <a:pt x="33923" y="65320"/>
                  <a:pt x="34033" y="65320"/>
                </a:cubicBezTo>
                <a:cubicBezTo>
                  <a:pt x="34174" y="65320"/>
                  <a:pt x="34174" y="65320"/>
                  <a:pt x="34174" y="65320"/>
                </a:cubicBezTo>
                <a:cubicBezTo>
                  <a:pt x="34248" y="65320"/>
                  <a:pt x="34248" y="65169"/>
                  <a:pt x="34321" y="65169"/>
                </a:cubicBezTo>
                <a:cubicBezTo>
                  <a:pt x="34284" y="65094"/>
                  <a:pt x="34211" y="65094"/>
                  <a:pt x="34174" y="65019"/>
                </a:cubicBezTo>
                <a:cubicBezTo>
                  <a:pt x="34137" y="64868"/>
                  <a:pt x="34174" y="64718"/>
                  <a:pt x="34174" y="64568"/>
                </a:cubicBezTo>
                <a:cubicBezTo>
                  <a:pt x="33996" y="64643"/>
                  <a:pt x="33923" y="64718"/>
                  <a:pt x="33739" y="64718"/>
                </a:cubicBezTo>
                <a:cubicBezTo>
                  <a:pt x="33629" y="64718"/>
                  <a:pt x="33629" y="64718"/>
                  <a:pt x="33629" y="64718"/>
                </a:cubicBezTo>
                <a:cubicBezTo>
                  <a:pt x="33519" y="64718"/>
                  <a:pt x="33488" y="64568"/>
                  <a:pt x="33415" y="64568"/>
                </a:cubicBezTo>
                <a:cubicBezTo>
                  <a:pt x="33341" y="64568"/>
                  <a:pt x="33341" y="64568"/>
                  <a:pt x="33341" y="64568"/>
                </a:cubicBezTo>
                <a:cubicBezTo>
                  <a:pt x="33267" y="64568"/>
                  <a:pt x="33267" y="64793"/>
                  <a:pt x="33194" y="64793"/>
                </a:cubicBezTo>
                <a:cubicBezTo>
                  <a:pt x="33157" y="64793"/>
                  <a:pt x="33120" y="64793"/>
                  <a:pt x="33047" y="64793"/>
                </a:cubicBezTo>
                <a:cubicBezTo>
                  <a:pt x="33016" y="64793"/>
                  <a:pt x="32943" y="64793"/>
                  <a:pt x="32906" y="64793"/>
                </a:cubicBezTo>
                <a:cubicBezTo>
                  <a:pt x="32869" y="64793"/>
                  <a:pt x="32833" y="64643"/>
                  <a:pt x="32759" y="64568"/>
                </a:cubicBezTo>
                <a:cubicBezTo>
                  <a:pt x="32722" y="64568"/>
                  <a:pt x="32686" y="64568"/>
                  <a:pt x="32649" y="64492"/>
                </a:cubicBezTo>
                <a:cubicBezTo>
                  <a:pt x="32575" y="64492"/>
                  <a:pt x="32539" y="64355"/>
                  <a:pt x="32502" y="64279"/>
                </a:cubicBezTo>
                <a:cubicBezTo>
                  <a:pt x="32398" y="64279"/>
                  <a:pt x="32324" y="64279"/>
                  <a:pt x="32214" y="64279"/>
                </a:cubicBezTo>
                <a:cubicBezTo>
                  <a:pt x="32104" y="64279"/>
                  <a:pt x="32030" y="64204"/>
                  <a:pt x="31926" y="64204"/>
                </a:cubicBezTo>
                <a:cubicBezTo>
                  <a:pt x="31816" y="64204"/>
                  <a:pt x="31779" y="64279"/>
                  <a:pt x="31669" y="64279"/>
                </a:cubicBezTo>
                <a:cubicBezTo>
                  <a:pt x="31669" y="65169"/>
                  <a:pt x="31669" y="65169"/>
                  <a:pt x="31669" y="65169"/>
                </a:cubicBezTo>
                <a:cubicBezTo>
                  <a:pt x="31705" y="65244"/>
                  <a:pt x="31742" y="65395"/>
                  <a:pt x="31779" y="65470"/>
                </a:cubicBezTo>
                <a:cubicBezTo>
                  <a:pt x="31852" y="65545"/>
                  <a:pt x="31889" y="65608"/>
                  <a:pt x="31926" y="65683"/>
                </a:cubicBezTo>
                <a:cubicBezTo>
                  <a:pt x="32067" y="65683"/>
                  <a:pt x="32067" y="65683"/>
                  <a:pt x="32067" y="65683"/>
                </a:cubicBezTo>
                <a:cubicBezTo>
                  <a:pt x="32140" y="65683"/>
                  <a:pt x="32177" y="65683"/>
                  <a:pt x="32214" y="65683"/>
                </a:cubicBezTo>
                <a:close/>
                <a:moveTo>
                  <a:pt x="30578" y="65470"/>
                </a:moveTo>
                <a:lnTo>
                  <a:pt x="30578" y="65470"/>
                </a:lnTo>
                <a:cubicBezTo>
                  <a:pt x="30542" y="65395"/>
                  <a:pt x="30578" y="65244"/>
                  <a:pt x="30542" y="65169"/>
                </a:cubicBezTo>
                <a:cubicBezTo>
                  <a:pt x="30505" y="65094"/>
                  <a:pt x="30437" y="65169"/>
                  <a:pt x="30401" y="65094"/>
                </a:cubicBezTo>
                <a:cubicBezTo>
                  <a:pt x="30364" y="65019"/>
                  <a:pt x="30327" y="64944"/>
                  <a:pt x="30254" y="64944"/>
                </a:cubicBezTo>
                <a:cubicBezTo>
                  <a:pt x="29856" y="64944"/>
                  <a:pt x="29856" y="64944"/>
                  <a:pt x="29856" y="64944"/>
                </a:cubicBezTo>
                <a:cubicBezTo>
                  <a:pt x="29892" y="65094"/>
                  <a:pt x="29892" y="65244"/>
                  <a:pt x="29960" y="65320"/>
                </a:cubicBezTo>
                <a:cubicBezTo>
                  <a:pt x="30033" y="65320"/>
                  <a:pt x="30070" y="65244"/>
                  <a:pt x="30107" y="65320"/>
                </a:cubicBezTo>
                <a:cubicBezTo>
                  <a:pt x="30180" y="65395"/>
                  <a:pt x="30217" y="65395"/>
                  <a:pt x="30254" y="65470"/>
                </a:cubicBezTo>
                <a:cubicBezTo>
                  <a:pt x="30290" y="65545"/>
                  <a:pt x="30254" y="65608"/>
                  <a:pt x="30290" y="65758"/>
                </a:cubicBezTo>
                <a:cubicBezTo>
                  <a:pt x="30327" y="65683"/>
                  <a:pt x="30401" y="65758"/>
                  <a:pt x="30437" y="65758"/>
                </a:cubicBezTo>
                <a:cubicBezTo>
                  <a:pt x="30505" y="65683"/>
                  <a:pt x="30505" y="65545"/>
                  <a:pt x="30578" y="65470"/>
                </a:cubicBezTo>
                <a:close/>
                <a:moveTo>
                  <a:pt x="31197" y="63828"/>
                </a:moveTo>
                <a:lnTo>
                  <a:pt x="31197" y="63828"/>
                </a:lnTo>
                <a:cubicBezTo>
                  <a:pt x="31124" y="63603"/>
                  <a:pt x="31050" y="63452"/>
                  <a:pt x="30946" y="63314"/>
                </a:cubicBezTo>
                <a:cubicBezTo>
                  <a:pt x="30836" y="63164"/>
                  <a:pt x="30799" y="62938"/>
                  <a:pt x="30652" y="62938"/>
                </a:cubicBezTo>
                <a:cubicBezTo>
                  <a:pt x="30505" y="62938"/>
                  <a:pt x="30505" y="62938"/>
                  <a:pt x="30505" y="62938"/>
                </a:cubicBezTo>
                <a:cubicBezTo>
                  <a:pt x="30364" y="62938"/>
                  <a:pt x="30327" y="62938"/>
                  <a:pt x="30180" y="62938"/>
                </a:cubicBezTo>
                <a:cubicBezTo>
                  <a:pt x="30143" y="62938"/>
                  <a:pt x="30107" y="62938"/>
                  <a:pt x="30033" y="62938"/>
                </a:cubicBezTo>
                <a:cubicBezTo>
                  <a:pt x="29996" y="62938"/>
                  <a:pt x="29960" y="62863"/>
                  <a:pt x="29892" y="62788"/>
                </a:cubicBezTo>
                <a:cubicBezTo>
                  <a:pt x="29856" y="62713"/>
                  <a:pt x="29856" y="62562"/>
                  <a:pt x="29819" y="62487"/>
                </a:cubicBezTo>
                <a:cubicBezTo>
                  <a:pt x="29745" y="62487"/>
                  <a:pt x="29709" y="62412"/>
                  <a:pt x="29672" y="62349"/>
                </a:cubicBezTo>
                <a:cubicBezTo>
                  <a:pt x="29562" y="62274"/>
                  <a:pt x="29488" y="62199"/>
                  <a:pt x="29384" y="62124"/>
                </a:cubicBezTo>
                <a:cubicBezTo>
                  <a:pt x="29237" y="61973"/>
                  <a:pt x="29237" y="61973"/>
                  <a:pt x="29237" y="61973"/>
                </a:cubicBezTo>
                <a:cubicBezTo>
                  <a:pt x="29200" y="61898"/>
                  <a:pt x="29200" y="61673"/>
                  <a:pt x="29127" y="61673"/>
                </a:cubicBezTo>
                <a:cubicBezTo>
                  <a:pt x="29053" y="61597"/>
                  <a:pt x="28980" y="61673"/>
                  <a:pt x="28912" y="61673"/>
                </a:cubicBezTo>
                <a:cubicBezTo>
                  <a:pt x="28839" y="61673"/>
                  <a:pt x="28765" y="61673"/>
                  <a:pt x="28692" y="61673"/>
                </a:cubicBezTo>
                <a:cubicBezTo>
                  <a:pt x="28618" y="61673"/>
                  <a:pt x="28618" y="61823"/>
                  <a:pt x="28545" y="61823"/>
                </a:cubicBezTo>
                <a:cubicBezTo>
                  <a:pt x="28471" y="61823"/>
                  <a:pt x="28471" y="61748"/>
                  <a:pt x="28398" y="61748"/>
                </a:cubicBezTo>
                <a:cubicBezTo>
                  <a:pt x="28110" y="61748"/>
                  <a:pt x="28110" y="61748"/>
                  <a:pt x="28110" y="61748"/>
                </a:cubicBezTo>
                <a:cubicBezTo>
                  <a:pt x="28036" y="61748"/>
                  <a:pt x="28000" y="61673"/>
                  <a:pt x="27963" y="61748"/>
                </a:cubicBezTo>
                <a:cubicBezTo>
                  <a:pt x="27895" y="61748"/>
                  <a:pt x="27852" y="61673"/>
                  <a:pt x="27822" y="61748"/>
                </a:cubicBezTo>
                <a:cubicBezTo>
                  <a:pt x="27748" y="61823"/>
                  <a:pt x="27712" y="61973"/>
                  <a:pt x="27712" y="62199"/>
                </a:cubicBezTo>
                <a:cubicBezTo>
                  <a:pt x="27712" y="62349"/>
                  <a:pt x="27785" y="62487"/>
                  <a:pt x="27852" y="62562"/>
                </a:cubicBezTo>
                <a:cubicBezTo>
                  <a:pt x="27926" y="62713"/>
                  <a:pt x="28036" y="62713"/>
                  <a:pt x="28147" y="62713"/>
                </a:cubicBezTo>
                <a:cubicBezTo>
                  <a:pt x="28220" y="62713"/>
                  <a:pt x="28257" y="62713"/>
                  <a:pt x="28294" y="62713"/>
                </a:cubicBezTo>
                <a:cubicBezTo>
                  <a:pt x="28398" y="62638"/>
                  <a:pt x="28471" y="62412"/>
                  <a:pt x="28581" y="62349"/>
                </a:cubicBezTo>
                <a:cubicBezTo>
                  <a:pt x="28618" y="62349"/>
                  <a:pt x="28655" y="62349"/>
                  <a:pt x="28728" y="62349"/>
                </a:cubicBezTo>
                <a:cubicBezTo>
                  <a:pt x="28912" y="62349"/>
                  <a:pt x="29016" y="62487"/>
                  <a:pt x="29127" y="62713"/>
                </a:cubicBezTo>
                <a:cubicBezTo>
                  <a:pt x="29200" y="62788"/>
                  <a:pt x="29163" y="62938"/>
                  <a:pt x="29200" y="63014"/>
                </a:cubicBezTo>
                <a:cubicBezTo>
                  <a:pt x="29237" y="63089"/>
                  <a:pt x="29310" y="63089"/>
                  <a:pt x="29347" y="63089"/>
                </a:cubicBezTo>
                <a:cubicBezTo>
                  <a:pt x="29415" y="63089"/>
                  <a:pt x="29415" y="63239"/>
                  <a:pt x="29488" y="63239"/>
                </a:cubicBezTo>
                <a:cubicBezTo>
                  <a:pt x="29562" y="63239"/>
                  <a:pt x="29598" y="63164"/>
                  <a:pt x="29672" y="63239"/>
                </a:cubicBezTo>
                <a:cubicBezTo>
                  <a:pt x="29745" y="63239"/>
                  <a:pt x="29745" y="63452"/>
                  <a:pt x="29819" y="63527"/>
                </a:cubicBezTo>
                <a:cubicBezTo>
                  <a:pt x="29892" y="63678"/>
                  <a:pt x="29996" y="63828"/>
                  <a:pt x="30107" y="63828"/>
                </a:cubicBezTo>
                <a:lnTo>
                  <a:pt x="31197" y="63828"/>
                </a:lnTo>
                <a:close/>
                <a:moveTo>
                  <a:pt x="48085" y="25040"/>
                </a:moveTo>
                <a:lnTo>
                  <a:pt x="48085" y="25040"/>
                </a:lnTo>
                <a:cubicBezTo>
                  <a:pt x="48159" y="24965"/>
                  <a:pt x="48159" y="24889"/>
                  <a:pt x="48232" y="24889"/>
                </a:cubicBezTo>
                <a:cubicBezTo>
                  <a:pt x="48269" y="24889"/>
                  <a:pt x="48343" y="24889"/>
                  <a:pt x="48373" y="24889"/>
                </a:cubicBezTo>
                <a:cubicBezTo>
                  <a:pt x="48410" y="24889"/>
                  <a:pt x="48447" y="25040"/>
                  <a:pt x="48483" y="25115"/>
                </a:cubicBezTo>
                <a:cubicBezTo>
                  <a:pt x="48520" y="25190"/>
                  <a:pt x="48594" y="25115"/>
                  <a:pt x="48630" y="25265"/>
                </a:cubicBezTo>
                <a:cubicBezTo>
                  <a:pt x="48667" y="25340"/>
                  <a:pt x="48594" y="25491"/>
                  <a:pt x="48630" y="25566"/>
                </a:cubicBezTo>
                <a:cubicBezTo>
                  <a:pt x="48557" y="25566"/>
                  <a:pt x="48520" y="25491"/>
                  <a:pt x="48483" y="25491"/>
                </a:cubicBezTo>
                <a:cubicBezTo>
                  <a:pt x="48306" y="25491"/>
                  <a:pt x="48232" y="25491"/>
                  <a:pt x="48049" y="25491"/>
                </a:cubicBezTo>
                <a:cubicBezTo>
                  <a:pt x="48012" y="25491"/>
                  <a:pt x="47975" y="25566"/>
                  <a:pt x="47901" y="25566"/>
                </a:cubicBezTo>
                <a:cubicBezTo>
                  <a:pt x="47938" y="26005"/>
                  <a:pt x="47938" y="26005"/>
                  <a:pt x="47938" y="26005"/>
                </a:cubicBezTo>
                <a:cubicBezTo>
                  <a:pt x="48012" y="26005"/>
                  <a:pt x="48049" y="25930"/>
                  <a:pt x="48085" y="25930"/>
                </a:cubicBezTo>
                <a:cubicBezTo>
                  <a:pt x="48373" y="25930"/>
                  <a:pt x="48373" y="25930"/>
                  <a:pt x="48373" y="25930"/>
                </a:cubicBezTo>
                <a:lnTo>
                  <a:pt x="48410" y="26005"/>
                </a:lnTo>
                <a:cubicBezTo>
                  <a:pt x="48410" y="26606"/>
                  <a:pt x="48410" y="26606"/>
                  <a:pt x="48410" y="26606"/>
                </a:cubicBezTo>
                <a:cubicBezTo>
                  <a:pt x="48483" y="26895"/>
                  <a:pt x="48483" y="26895"/>
                  <a:pt x="48483" y="26895"/>
                </a:cubicBezTo>
                <a:cubicBezTo>
                  <a:pt x="48630" y="26895"/>
                  <a:pt x="48630" y="26895"/>
                  <a:pt x="48630" y="26895"/>
                </a:cubicBezTo>
                <a:cubicBezTo>
                  <a:pt x="48667" y="26895"/>
                  <a:pt x="48704" y="26832"/>
                  <a:pt x="48741" y="26832"/>
                </a:cubicBezTo>
                <a:cubicBezTo>
                  <a:pt x="48851" y="26832"/>
                  <a:pt x="48918" y="26832"/>
                  <a:pt x="49029" y="26832"/>
                </a:cubicBezTo>
                <a:cubicBezTo>
                  <a:pt x="49176" y="26832"/>
                  <a:pt x="49176" y="26832"/>
                  <a:pt x="49176" y="26832"/>
                </a:cubicBezTo>
                <a:cubicBezTo>
                  <a:pt x="49212" y="26832"/>
                  <a:pt x="49286" y="26744"/>
                  <a:pt x="49323" y="26832"/>
                </a:cubicBezTo>
                <a:cubicBezTo>
                  <a:pt x="49396" y="26895"/>
                  <a:pt x="49359" y="27045"/>
                  <a:pt x="49427" y="27120"/>
                </a:cubicBezTo>
                <a:cubicBezTo>
                  <a:pt x="49464" y="27120"/>
                  <a:pt x="49500" y="27195"/>
                  <a:pt x="49574" y="27271"/>
                </a:cubicBezTo>
                <a:cubicBezTo>
                  <a:pt x="49647" y="27271"/>
                  <a:pt x="49684" y="27271"/>
                  <a:pt x="49758" y="27271"/>
                </a:cubicBezTo>
                <a:cubicBezTo>
                  <a:pt x="49868" y="27271"/>
                  <a:pt x="49905" y="27271"/>
                  <a:pt x="49972" y="27271"/>
                </a:cubicBezTo>
                <a:cubicBezTo>
                  <a:pt x="50045" y="27195"/>
                  <a:pt x="50082" y="27120"/>
                  <a:pt x="50119" y="27045"/>
                </a:cubicBezTo>
                <a:cubicBezTo>
                  <a:pt x="50192" y="26895"/>
                  <a:pt x="50156" y="26744"/>
                  <a:pt x="50229" y="26681"/>
                </a:cubicBezTo>
                <a:cubicBezTo>
                  <a:pt x="50266" y="26606"/>
                  <a:pt x="50303" y="26531"/>
                  <a:pt x="50376" y="26456"/>
                </a:cubicBezTo>
                <a:cubicBezTo>
                  <a:pt x="50413" y="26456"/>
                  <a:pt x="50444" y="26456"/>
                  <a:pt x="50517" y="26456"/>
                </a:cubicBezTo>
                <a:cubicBezTo>
                  <a:pt x="50591" y="26381"/>
                  <a:pt x="50591" y="26230"/>
                  <a:pt x="50627" y="26155"/>
                </a:cubicBezTo>
                <a:cubicBezTo>
                  <a:pt x="50738" y="26080"/>
                  <a:pt x="50811" y="26005"/>
                  <a:pt x="50921" y="25930"/>
                </a:cubicBezTo>
                <a:cubicBezTo>
                  <a:pt x="51099" y="25930"/>
                  <a:pt x="51246" y="25930"/>
                  <a:pt x="51467" y="25930"/>
                </a:cubicBezTo>
                <a:cubicBezTo>
                  <a:pt x="51467" y="25416"/>
                  <a:pt x="51467" y="25416"/>
                  <a:pt x="51467" y="25416"/>
                </a:cubicBezTo>
                <a:cubicBezTo>
                  <a:pt x="51430" y="25265"/>
                  <a:pt x="51430" y="25115"/>
                  <a:pt x="51393" y="25115"/>
                </a:cubicBezTo>
                <a:cubicBezTo>
                  <a:pt x="51246" y="24965"/>
                  <a:pt x="51246" y="24965"/>
                  <a:pt x="51246" y="24965"/>
                </a:cubicBezTo>
                <a:cubicBezTo>
                  <a:pt x="51209" y="24889"/>
                  <a:pt x="51136" y="24965"/>
                  <a:pt x="51099" y="24965"/>
                </a:cubicBezTo>
                <a:cubicBezTo>
                  <a:pt x="51099" y="24814"/>
                  <a:pt x="51099" y="24751"/>
                  <a:pt x="51099" y="24664"/>
                </a:cubicBezTo>
                <a:cubicBezTo>
                  <a:pt x="51099" y="24526"/>
                  <a:pt x="51173" y="24526"/>
                  <a:pt x="51173" y="24375"/>
                </a:cubicBezTo>
                <a:cubicBezTo>
                  <a:pt x="51173" y="24225"/>
                  <a:pt x="51136" y="24150"/>
                  <a:pt x="51136" y="24000"/>
                </a:cubicBezTo>
                <a:cubicBezTo>
                  <a:pt x="50811" y="24000"/>
                  <a:pt x="50811" y="24000"/>
                  <a:pt x="50811" y="24000"/>
                </a:cubicBezTo>
                <a:cubicBezTo>
                  <a:pt x="50738" y="24000"/>
                  <a:pt x="50701" y="24075"/>
                  <a:pt x="50627" y="24075"/>
                </a:cubicBezTo>
                <a:cubicBezTo>
                  <a:pt x="50591" y="24150"/>
                  <a:pt x="50554" y="24225"/>
                  <a:pt x="50517" y="24300"/>
                </a:cubicBezTo>
                <a:cubicBezTo>
                  <a:pt x="50444" y="24375"/>
                  <a:pt x="50413" y="24451"/>
                  <a:pt x="50339" y="24451"/>
                </a:cubicBezTo>
                <a:cubicBezTo>
                  <a:pt x="50303" y="24451"/>
                  <a:pt x="50303" y="24601"/>
                  <a:pt x="50266" y="24601"/>
                </a:cubicBezTo>
                <a:cubicBezTo>
                  <a:pt x="50192" y="24601"/>
                  <a:pt x="50156" y="24526"/>
                  <a:pt x="50119" y="24526"/>
                </a:cubicBezTo>
                <a:cubicBezTo>
                  <a:pt x="50009" y="24526"/>
                  <a:pt x="49935" y="24451"/>
                  <a:pt x="49831" y="24451"/>
                </a:cubicBezTo>
                <a:cubicBezTo>
                  <a:pt x="49721" y="24451"/>
                  <a:pt x="49647" y="24526"/>
                  <a:pt x="49574" y="24526"/>
                </a:cubicBezTo>
                <a:cubicBezTo>
                  <a:pt x="49427" y="24601"/>
                  <a:pt x="49396" y="24814"/>
                  <a:pt x="49249" y="24814"/>
                </a:cubicBezTo>
                <a:cubicBezTo>
                  <a:pt x="48955" y="24814"/>
                  <a:pt x="48955" y="24814"/>
                  <a:pt x="48955" y="24814"/>
                </a:cubicBezTo>
                <a:cubicBezTo>
                  <a:pt x="48955" y="24526"/>
                  <a:pt x="48955" y="24526"/>
                  <a:pt x="48955" y="24526"/>
                </a:cubicBezTo>
                <a:cubicBezTo>
                  <a:pt x="48955" y="24225"/>
                  <a:pt x="48955" y="24225"/>
                  <a:pt x="48955" y="24225"/>
                </a:cubicBezTo>
                <a:cubicBezTo>
                  <a:pt x="48955" y="24075"/>
                  <a:pt x="48882" y="24075"/>
                  <a:pt x="48851" y="23924"/>
                </a:cubicBezTo>
                <a:cubicBezTo>
                  <a:pt x="48741" y="24000"/>
                  <a:pt x="48741" y="24000"/>
                  <a:pt x="48741" y="24000"/>
                </a:cubicBezTo>
                <a:cubicBezTo>
                  <a:pt x="48741" y="24300"/>
                  <a:pt x="48741" y="24300"/>
                  <a:pt x="48741" y="24300"/>
                </a:cubicBezTo>
                <a:cubicBezTo>
                  <a:pt x="48630" y="24225"/>
                  <a:pt x="48594" y="24150"/>
                  <a:pt x="48520" y="24150"/>
                </a:cubicBezTo>
                <a:cubicBezTo>
                  <a:pt x="48447" y="24150"/>
                  <a:pt x="48373" y="24225"/>
                  <a:pt x="48306" y="24225"/>
                </a:cubicBezTo>
                <a:cubicBezTo>
                  <a:pt x="48269" y="24225"/>
                  <a:pt x="48196" y="24225"/>
                  <a:pt x="48159" y="24225"/>
                </a:cubicBezTo>
                <a:cubicBezTo>
                  <a:pt x="48122" y="24300"/>
                  <a:pt x="48049" y="24300"/>
                  <a:pt x="48012" y="24375"/>
                </a:cubicBezTo>
                <a:cubicBezTo>
                  <a:pt x="47975" y="24451"/>
                  <a:pt x="47901" y="24526"/>
                  <a:pt x="47901" y="24664"/>
                </a:cubicBezTo>
                <a:cubicBezTo>
                  <a:pt x="47901" y="24814"/>
                  <a:pt x="47938" y="24889"/>
                  <a:pt x="47938" y="25040"/>
                </a:cubicBezTo>
                <a:cubicBezTo>
                  <a:pt x="48012" y="24965"/>
                  <a:pt x="48049" y="25040"/>
                  <a:pt x="48085" y="25040"/>
                </a:cubicBezTo>
                <a:close/>
                <a:moveTo>
                  <a:pt x="37335" y="39314"/>
                </a:moveTo>
                <a:lnTo>
                  <a:pt x="37335" y="39314"/>
                </a:lnTo>
                <a:cubicBezTo>
                  <a:pt x="37261" y="39377"/>
                  <a:pt x="37225" y="39377"/>
                  <a:pt x="37188" y="39452"/>
                </a:cubicBezTo>
                <a:cubicBezTo>
                  <a:pt x="37151" y="39527"/>
                  <a:pt x="37188" y="39678"/>
                  <a:pt x="37188" y="39753"/>
                </a:cubicBezTo>
                <a:cubicBezTo>
                  <a:pt x="37151" y="39903"/>
                  <a:pt x="37151" y="39979"/>
                  <a:pt x="37151" y="40129"/>
                </a:cubicBezTo>
                <a:cubicBezTo>
                  <a:pt x="37151" y="40279"/>
                  <a:pt x="37084" y="40279"/>
                  <a:pt x="37047" y="40417"/>
                </a:cubicBezTo>
                <a:cubicBezTo>
                  <a:pt x="37010" y="40492"/>
                  <a:pt x="36973" y="40568"/>
                  <a:pt x="36937" y="40718"/>
                </a:cubicBezTo>
                <a:cubicBezTo>
                  <a:pt x="36863" y="40868"/>
                  <a:pt x="36790" y="41094"/>
                  <a:pt x="36679" y="41244"/>
                </a:cubicBezTo>
                <a:cubicBezTo>
                  <a:pt x="36539" y="41533"/>
                  <a:pt x="36428" y="41758"/>
                  <a:pt x="36428" y="42209"/>
                </a:cubicBezTo>
                <a:cubicBezTo>
                  <a:pt x="36428" y="42360"/>
                  <a:pt x="36465" y="42435"/>
                  <a:pt x="36465" y="42573"/>
                </a:cubicBezTo>
                <a:cubicBezTo>
                  <a:pt x="37445" y="42573"/>
                  <a:pt x="37445" y="42573"/>
                  <a:pt x="37445" y="42573"/>
                </a:cubicBezTo>
                <a:cubicBezTo>
                  <a:pt x="37586" y="42573"/>
                  <a:pt x="37660" y="42798"/>
                  <a:pt x="37733" y="42949"/>
                </a:cubicBezTo>
                <a:cubicBezTo>
                  <a:pt x="37843" y="43174"/>
                  <a:pt x="37880" y="43325"/>
                  <a:pt x="38027" y="43400"/>
                </a:cubicBezTo>
                <a:cubicBezTo>
                  <a:pt x="38064" y="43325"/>
                  <a:pt x="38131" y="43325"/>
                  <a:pt x="38168" y="43174"/>
                </a:cubicBezTo>
                <a:cubicBezTo>
                  <a:pt x="38168" y="43024"/>
                  <a:pt x="38168" y="42798"/>
                  <a:pt x="38168" y="42648"/>
                </a:cubicBezTo>
                <a:cubicBezTo>
                  <a:pt x="38168" y="42498"/>
                  <a:pt x="38131" y="42435"/>
                  <a:pt x="38131" y="42360"/>
                </a:cubicBezTo>
                <a:cubicBezTo>
                  <a:pt x="38131" y="42059"/>
                  <a:pt x="38205" y="41984"/>
                  <a:pt x="38278" y="41758"/>
                </a:cubicBezTo>
                <a:cubicBezTo>
                  <a:pt x="38241" y="41470"/>
                  <a:pt x="38241" y="41470"/>
                  <a:pt x="38241" y="41470"/>
                </a:cubicBezTo>
                <a:cubicBezTo>
                  <a:pt x="38168" y="41470"/>
                  <a:pt x="38131" y="41533"/>
                  <a:pt x="38101" y="41470"/>
                </a:cubicBezTo>
                <a:cubicBezTo>
                  <a:pt x="37990" y="41395"/>
                  <a:pt x="37917" y="41244"/>
                  <a:pt x="37807" y="41094"/>
                </a:cubicBezTo>
                <a:cubicBezTo>
                  <a:pt x="37733" y="41019"/>
                  <a:pt x="37733" y="40868"/>
                  <a:pt x="37660" y="40868"/>
                </a:cubicBezTo>
                <a:cubicBezTo>
                  <a:pt x="37629" y="40793"/>
                  <a:pt x="37586" y="40793"/>
                  <a:pt x="37519" y="40793"/>
                </a:cubicBezTo>
                <a:cubicBezTo>
                  <a:pt x="37482" y="40718"/>
                  <a:pt x="37445" y="40793"/>
                  <a:pt x="37408" y="40793"/>
                </a:cubicBezTo>
                <a:cubicBezTo>
                  <a:pt x="37335" y="40718"/>
                  <a:pt x="37298" y="40643"/>
                  <a:pt x="37261" y="40643"/>
                </a:cubicBezTo>
                <a:cubicBezTo>
                  <a:pt x="37298" y="40417"/>
                  <a:pt x="37298" y="40204"/>
                  <a:pt x="37372" y="40054"/>
                </a:cubicBezTo>
                <a:cubicBezTo>
                  <a:pt x="37372" y="39979"/>
                  <a:pt x="37482" y="39979"/>
                  <a:pt x="37482" y="39903"/>
                </a:cubicBezTo>
                <a:cubicBezTo>
                  <a:pt x="37519" y="39828"/>
                  <a:pt x="37519" y="39753"/>
                  <a:pt x="37519" y="39603"/>
                </a:cubicBezTo>
                <a:cubicBezTo>
                  <a:pt x="37519" y="39452"/>
                  <a:pt x="37482" y="39452"/>
                  <a:pt x="37445" y="39314"/>
                </a:cubicBezTo>
                <a:cubicBezTo>
                  <a:pt x="37408" y="39377"/>
                  <a:pt x="37372" y="39314"/>
                  <a:pt x="37335" y="39314"/>
                </a:cubicBezTo>
                <a:close/>
                <a:moveTo>
                  <a:pt x="35448" y="40868"/>
                </a:moveTo>
                <a:lnTo>
                  <a:pt x="35448" y="40868"/>
                </a:lnTo>
                <a:cubicBezTo>
                  <a:pt x="35375" y="40868"/>
                  <a:pt x="35338" y="40793"/>
                  <a:pt x="35301" y="40793"/>
                </a:cubicBezTo>
                <a:cubicBezTo>
                  <a:pt x="35264" y="40718"/>
                  <a:pt x="35191" y="40793"/>
                  <a:pt x="35154" y="40793"/>
                </a:cubicBezTo>
                <a:cubicBezTo>
                  <a:pt x="35081" y="40718"/>
                  <a:pt x="35081" y="40643"/>
                  <a:pt x="35013" y="40643"/>
                </a:cubicBezTo>
                <a:cubicBezTo>
                  <a:pt x="34940" y="40568"/>
                  <a:pt x="34940" y="40417"/>
                  <a:pt x="34866" y="40355"/>
                </a:cubicBezTo>
                <a:cubicBezTo>
                  <a:pt x="34830" y="40279"/>
                  <a:pt x="34793" y="40355"/>
                  <a:pt x="34719" y="40355"/>
                </a:cubicBezTo>
                <a:cubicBezTo>
                  <a:pt x="34609" y="40492"/>
                  <a:pt x="34609" y="40492"/>
                  <a:pt x="34609" y="40492"/>
                </a:cubicBezTo>
                <a:cubicBezTo>
                  <a:pt x="34646" y="40492"/>
                  <a:pt x="34683" y="40568"/>
                  <a:pt x="34719" y="40643"/>
                </a:cubicBezTo>
                <a:cubicBezTo>
                  <a:pt x="34793" y="40718"/>
                  <a:pt x="34793" y="40868"/>
                  <a:pt x="34830" y="40868"/>
                </a:cubicBezTo>
                <a:cubicBezTo>
                  <a:pt x="34866" y="40944"/>
                  <a:pt x="34940" y="41019"/>
                  <a:pt x="34977" y="41094"/>
                </a:cubicBezTo>
                <a:cubicBezTo>
                  <a:pt x="35050" y="41244"/>
                  <a:pt x="35081" y="41395"/>
                  <a:pt x="35191" y="41395"/>
                </a:cubicBezTo>
                <a:cubicBezTo>
                  <a:pt x="35264" y="41395"/>
                  <a:pt x="35301" y="41244"/>
                  <a:pt x="35375" y="41094"/>
                </a:cubicBezTo>
                <a:cubicBezTo>
                  <a:pt x="35375" y="41094"/>
                  <a:pt x="35411" y="40944"/>
                  <a:pt x="35448" y="40868"/>
                </a:cubicBezTo>
                <a:close/>
                <a:moveTo>
                  <a:pt x="45286" y="21693"/>
                </a:moveTo>
                <a:lnTo>
                  <a:pt x="45286" y="21693"/>
                </a:lnTo>
                <a:cubicBezTo>
                  <a:pt x="45329" y="21693"/>
                  <a:pt x="45329" y="21693"/>
                  <a:pt x="45329" y="21693"/>
                </a:cubicBezTo>
                <a:cubicBezTo>
                  <a:pt x="45359" y="21693"/>
                  <a:pt x="45359" y="21693"/>
                  <a:pt x="45396" y="21693"/>
                </a:cubicBezTo>
                <a:lnTo>
                  <a:pt x="45396" y="21693"/>
                </a:lnTo>
                <a:cubicBezTo>
                  <a:pt x="45396" y="21693"/>
                  <a:pt x="45396" y="21693"/>
                  <a:pt x="45433" y="21693"/>
                </a:cubicBezTo>
                <a:lnTo>
                  <a:pt x="45433" y="21693"/>
                </a:lnTo>
                <a:cubicBezTo>
                  <a:pt x="45470" y="21769"/>
                  <a:pt x="45470" y="21769"/>
                  <a:pt x="45470" y="21769"/>
                </a:cubicBezTo>
                <a:cubicBezTo>
                  <a:pt x="45470" y="21769"/>
                  <a:pt x="45470" y="21769"/>
                  <a:pt x="45506" y="21769"/>
                </a:cubicBezTo>
                <a:cubicBezTo>
                  <a:pt x="45506" y="21844"/>
                  <a:pt x="45506" y="21844"/>
                  <a:pt x="45543" y="21844"/>
                </a:cubicBezTo>
                <a:cubicBezTo>
                  <a:pt x="45543" y="21919"/>
                  <a:pt x="45543" y="21919"/>
                  <a:pt x="45543" y="21919"/>
                </a:cubicBezTo>
                <a:cubicBezTo>
                  <a:pt x="45580" y="21919"/>
                  <a:pt x="45617" y="21919"/>
                  <a:pt x="45617" y="21919"/>
                </a:cubicBezTo>
                <a:cubicBezTo>
                  <a:pt x="45690" y="21919"/>
                  <a:pt x="45727" y="21919"/>
                  <a:pt x="45764" y="21919"/>
                </a:cubicBezTo>
                <a:cubicBezTo>
                  <a:pt x="45831" y="21994"/>
                  <a:pt x="45868" y="22069"/>
                  <a:pt x="45905" y="22145"/>
                </a:cubicBezTo>
                <a:cubicBezTo>
                  <a:pt x="45978" y="22220"/>
                  <a:pt x="46015" y="22145"/>
                  <a:pt x="46088" y="22145"/>
                </a:cubicBezTo>
                <a:cubicBezTo>
                  <a:pt x="46125" y="22145"/>
                  <a:pt x="46162" y="22145"/>
                  <a:pt x="46199" y="22145"/>
                </a:cubicBezTo>
                <a:cubicBezTo>
                  <a:pt x="46235" y="22145"/>
                  <a:pt x="46235" y="22069"/>
                  <a:pt x="46272" y="22069"/>
                </a:cubicBezTo>
                <a:cubicBezTo>
                  <a:pt x="46346" y="22069"/>
                  <a:pt x="46376" y="21994"/>
                  <a:pt x="46413" y="21919"/>
                </a:cubicBezTo>
                <a:cubicBezTo>
                  <a:pt x="46450" y="21844"/>
                  <a:pt x="46486" y="21844"/>
                  <a:pt x="46523" y="21769"/>
                </a:cubicBezTo>
                <a:cubicBezTo>
                  <a:pt x="46523" y="21693"/>
                  <a:pt x="46523" y="21618"/>
                  <a:pt x="46560" y="21618"/>
                </a:cubicBezTo>
                <a:cubicBezTo>
                  <a:pt x="46633" y="21556"/>
                  <a:pt x="46670" y="21480"/>
                  <a:pt x="46707" y="21480"/>
                </a:cubicBezTo>
                <a:cubicBezTo>
                  <a:pt x="46744" y="21405"/>
                  <a:pt x="46817" y="21480"/>
                  <a:pt x="46848" y="21480"/>
                </a:cubicBezTo>
                <a:cubicBezTo>
                  <a:pt x="46885" y="21480"/>
                  <a:pt x="46885" y="21405"/>
                  <a:pt x="46921" y="21405"/>
                </a:cubicBezTo>
                <a:cubicBezTo>
                  <a:pt x="46958" y="21405"/>
                  <a:pt x="46995" y="21330"/>
                  <a:pt x="46995" y="21330"/>
                </a:cubicBezTo>
                <a:cubicBezTo>
                  <a:pt x="47032" y="21330"/>
                  <a:pt x="47068" y="21330"/>
                  <a:pt x="47105" y="21330"/>
                </a:cubicBezTo>
                <a:cubicBezTo>
                  <a:pt x="47105" y="21330"/>
                  <a:pt x="47142" y="21255"/>
                  <a:pt x="47179" y="21255"/>
                </a:cubicBezTo>
                <a:cubicBezTo>
                  <a:pt x="47179" y="21255"/>
                  <a:pt x="47215" y="21180"/>
                  <a:pt x="47252" y="21180"/>
                </a:cubicBezTo>
                <a:cubicBezTo>
                  <a:pt x="47252" y="21180"/>
                  <a:pt x="47289" y="21180"/>
                  <a:pt x="47326" y="21180"/>
                </a:cubicBezTo>
                <a:lnTo>
                  <a:pt x="47362" y="21104"/>
                </a:lnTo>
                <a:cubicBezTo>
                  <a:pt x="47393" y="21029"/>
                  <a:pt x="47430" y="21029"/>
                  <a:pt x="47430" y="21029"/>
                </a:cubicBezTo>
                <a:cubicBezTo>
                  <a:pt x="47467" y="20954"/>
                  <a:pt x="47467" y="20879"/>
                  <a:pt x="47503" y="20879"/>
                </a:cubicBezTo>
                <a:cubicBezTo>
                  <a:pt x="47540" y="20804"/>
                  <a:pt x="47540" y="20728"/>
                  <a:pt x="47577" y="20653"/>
                </a:cubicBezTo>
                <a:cubicBezTo>
                  <a:pt x="47577" y="20653"/>
                  <a:pt x="47614" y="20578"/>
                  <a:pt x="47650" y="20503"/>
                </a:cubicBezTo>
                <a:cubicBezTo>
                  <a:pt x="47687" y="20365"/>
                  <a:pt x="47724" y="20290"/>
                  <a:pt x="47797" y="20290"/>
                </a:cubicBezTo>
                <a:cubicBezTo>
                  <a:pt x="48159" y="20290"/>
                  <a:pt x="48159" y="20290"/>
                  <a:pt x="48159" y="20290"/>
                </a:cubicBezTo>
                <a:cubicBezTo>
                  <a:pt x="48196" y="20290"/>
                  <a:pt x="48232" y="20215"/>
                  <a:pt x="48269" y="20139"/>
                </a:cubicBezTo>
                <a:cubicBezTo>
                  <a:pt x="48306" y="20139"/>
                  <a:pt x="48343" y="20064"/>
                  <a:pt x="48343" y="19989"/>
                </a:cubicBezTo>
                <a:cubicBezTo>
                  <a:pt x="48373" y="19989"/>
                  <a:pt x="48410" y="19914"/>
                  <a:pt x="48447" y="19839"/>
                </a:cubicBezTo>
                <a:cubicBezTo>
                  <a:pt x="48447" y="19839"/>
                  <a:pt x="48447" y="19763"/>
                  <a:pt x="48447" y="19688"/>
                </a:cubicBezTo>
                <a:cubicBezTo>
                  <a:pt x="48373" y="19688"/>
                  <a:pt x="48373" y="19688"/>
                  <a:pt x="48373" y="19688"/>
                </a:cubicBezTo>
                <a:cubicBezTo>
                  <a:pt x="48306" y="19763"/>
                  <a:pt x="48269" y="19763"/>
                  <a:pt x="48232" y="19839"/>
                </a:cubicBezTo>
                <a:cubicBezTo>
                  <a:pt x="48232" y="19914"/>
                  <a:pt x="48232" y="19989"/>
                  <a:pt x="48232" y="19989"/>
                </a:cubicBezTo>
                <a:cubicBezTo>
                  <a:pt x="48196" y="20064"/>
                  <a:pt x="48159" y="20064"/>
                  <a:pt x="48085" y="20064"/>
                </a:cubicBezTo>
                <a:cubicBezTo>
                  <a:pt x="48049" y="20064"/>
                  <a:pt x="48049" y="20064"/>
                  <a:pt x="48049" y="20064"/>
                </a:cubicBezTo>
                <a:cubicBezTo>
                  <a:pt x="48012" y="20064"/>
                  <a:pt x="47938" y="19989"/>
                  <a:pt x="47901" y="19914"/>
                </a:cubicBezTo>
                <a:cubicBezTo>
                  <a:pt x="47865" y="19839"/>
                  <a:pt x="47865" y="19688"/>
                  <a:pt x="47797" y="19688"/>
                </a:cubicBezTo>
                <a:cubicBezTo>
                  <a:pt x="47797" y="19613"/>
                  <a:pt x="47761" y="19688"/>
                  <a:pt x="47761" y="19688"/>
                </a:cubicBezTo>
                <a:cubicBezTo>
                  <a:pt x="47687" y="19688"/>
                  <a:pt x="47687" y="19688"/>
                  <a:pt x="47687" y="19688"/>
                </a:cubicBezTo>
                <a:cubicBezTo>
                  <a:pt x="47540" y="19688"/>
                  <a:pt x="47467" y="19688"/>
                  <a:pt x="47362" y="19613"/>
                </a:cubicBezTo>
                <a:cubicBezTo>
                  <a:pt x="47362" y="19538"/>
                  <a:pt x="47326" y="19538"/>
                  <a:pt x="47326" y="19538"/>
                </a:cubicBezTo>
                <a:cubicBezTo>
                  <a:pt x="47289" y="19538"/>
                  <a:pt x="47252" y="19475"/>
                  <a:pt x="47252" y="19475"/>
                </a:cubicBezTo>
                <a:cubicBezTo>
                  <a:pt x="47215" y="19400"/>
                  <a:pt x="47179" y="19400"/>
                  <a:pt x="47179" y="19325"/>
                </a:cubicBezTo>
                <a:cubicBezTo>
                  <a:pt x="47142" y="19250"/>
                  <a:pt x="47142" y="19250"/>
                  <a:pt x="47142" y="19174"/>
                </a:cubicBezTo>
                <a:cubicBezTo>
                  <a:pt x="47142" y="18874"/>
                  <a:pt x="47142" y="18874"/>
                  <a:pt x="47142" y="18874"/>
                </a:cubicBezTo>
                <a:cubicBezTo>
                  <a:pt x="47215" y="18874"/>
                  <a:pt x="47215" y="18798"/>
                  <a:pt x="47289" y="18798"/>
                </a:cubicBezTo>
                <a:cubicBezTo>
                  <a:pt x="47362" y="18798"/>
                  <a:pt x="47393" y="18874"/>
                  <a:pt x="47467" y="18798"/>
                </a:cubicBezTo>
                <a:cubicBezTo>
                  <a:pt x="47503" y="18798"/>
                  <a:pt x="47540" y="18798"/>
                  <a:pt x="47540" y="18798"/>
                </a:cubicBezTo>
                <a:cubicBezTo>
                  <a:pt x="47614" y="18798"/>
                  <a:pt x="47650" y="18798"/>
                  <a:pt x="47724" y="18723"/>
                </a:cubicBezTo>
                <a:cubicBezTo>
                  <a:pt x="47761" y="18648"/>
                  <a:pt x="47797" y="18573"/>
                  <a:pt x="47834" y="18422"/>
                </a:cubicBezTo>
                <a:cubicBezTo>
                  <a:pt x="47865" y="18422"/>
                  <a:pt x="47865" y="18422"/>
                  <a:pt x="47901" y="18498"/>
                </a:cubicBezTo>
                <a:cubicBezTo>
                  <a:pt x="47938" y="18498"/>
                  <a:pt x="47938" y="18573"/>
                  <a:pt x="47938" y="18648"/>
                </a:cubicBezTo>
                <a:cubicBezTo>
                  <a:pt x="47975" y="18723"/>
                  <a:pt x="47938" y="18874"/>
                  <a:pt x="47938" y="18949"/>
                </a:cubicBezTo>
                <a:cubicBezTo>
                  <a:pt x="47938" y="19024"/>
                  <a:pt x="47975" y="19099"/>
                  <a:pt x="47975" y="19099"/>
                </a:cubicBezTo>
                <a:cubicBezTo>
                  <a:pt x="48012" y="19174"/>
                  <a:pt x="48012" y="19250"/>
                  <a:pt x="48012" y="19250"/>
                </a:cubicBezTo>
                <a:cubicBezTo>
                  <a:pt x="48049" y="19400"/>
                  <a:pt x="48122" y="19400"/>
                  <a:pt x="48196" y="19400"/>
                </a:cubicBezTo>
                <a:cubicBezTo>
                  <a:pt x="48232" y="19400"/>
                  <a:pt x="48232" y="19400"/>
                  <a:pt x="48269" y="19325"/>
                </a:cubicBezTo>
                <a:cubicBezTo>
                  <a:pt x="48269" y="19250"/>
                  <a:pt x="48269" y="19174"/>
                  <a:pt x="48269" y="19174"/>
                </a:cubicBezTo>
                <a:cubicBezTo>
                  <a:pt x="48306" y="19024"/>
                  <a:pt x="48373" y="19024"/>
                  <a:pt x="48410" y="18949"/>
                </a:cubicBezTo>
                <a:cubicBezTo>
                  <a:pt x="48483" y="18949"/>
                  <a:pt x="48520" y="18949"/>
                  <a:pt x="48557" y="18949"/>
                </a:cubicBezTo>
                <a:cubicBezTo>
                  <a:pt x="48630" y="18949"/>
                  <a:pt x="48667" y="18949"/>
                  <a:pt x="48741" y="18949"/>
                </a:cubicBezTo>
                <a:cubicBezTo>
                  <a:pt x="48741" y="18949"/>
                  <a:pt x="48777" y="18949"/>
                  <a:pt x="48777" y="18874"/>
                </a:cubicBezTo>
                <a:cubicBezTo>
                  <a:pt x="48777" y="18798"/>
                  <a:pt x="48777" y="18723"/>
                  <a:pt x="48777" y="18648"/>
                </a:cubicBezTo>
                <a:cubicBezTo>
                  <a:pt x="48777" y="18498"/>
                  <a:pt x="48741" y="18422"/>
                  <a:pt x="48704" y="18285"/>
                </a:cubicBezTo>
                <a:cubicBezTo>
                  <a:pt x="48704" y="18209"/>
                  <a:pt x="48667" y="18134"/>
                  <a:pt x="48667" y="18134"/>
                </a:cubicBezTo>
                <a:cubicBezTo>
                  <a:pt x="48594" y="18059"/>
                  <a:pt x="48557" y="18059"/>
                  <a:pt x="48520" y="17984"/>
                </a:cubicBezTo>
                <a:cubicBezTo>
                  <a:pt x="48447" y="17909"/>
                  <a:pt x="48410" y="17833"/>
                  <a:pt x="48373" y="17758"/>
                </a:cubicBezTo>
                <a:cubicBezTo>
                  <a:pt x="48373" y="17608"/>
                  <a:pt x="48410" y="17533"/>
                  <a:pt x="48373" y="17457"/>
                </a:cubicBezTo>
                <a:cubicBezTo>
                  <a:pt x="48373" y="17382"/>
                  <a:pt x="48343" y="17382"/>
                  <a:pt x="48306" y="17382"/>
                </a:cubicBezTo>
                <a:cubicBezTo>
                  <a:pt x="48306" y="17320"/>
                  <a:pt x="48306" y="17244"/>
                  <a:pt x="48306" y="17244"/>
                </a:cubicBezTo>
                <a:cubicBezTo>
                  <a:pt x="48306" y="17169"/>
                  <a:pt x="48306" y="17094"/>
                  <a:pt x="48306" y="17094"/>
                </a:cubicBezTo>
                <a:cubicBezTo>
                  <a:pt x="48306" y="17019"/>
                  <a:pt x="48269" y="17019"/>
                  <a:pt x="48232" y="17019"/>
                </a:cubicBezTo>
                <a:cubicBezTo>
                  <a:pt x="48196" y="16944"/>
                  <a:pt x="48159" y="16944"/>
                  <a:pt x="48085" y="16868"/>
                </a:cubicBezTo>
                <a:cubicBezTo>
                  <a:pt x="48049" y="16868"/>
                  <a:pt x="48049" y="16793"/>
                  <a:pt x="48012" y="16793"/>
                </a:cubicBezTo>
                <a:cubicBezTo>
                  <a:pt x="48049" y="16718"/>
                  <a:pt x="48049" y="16718"/>
                  <a:pt x="48085" y="16643"/>
                </a:cubicBezTo>
                <a:cubicBezTo>
                  <a:pt x="48085" y="16643"/>
                  <a:pt x="48122" y="16643"/>
                  <a:pt x="48159" y="16643"/>
                </a:cubicBezTo>
                <a:cubicBezTo>
                  <a:pt x="48196" y="16643"/>
                  <a:pt x="48232" y="16793"/>
                  <a:pt x="48269" y="16868"/>
                </a:cubicBezTo>
                <a:cubicBezTo>
                  <a:pt x="48306" y="16868"/>
                  <a:pt x="48269" y="17019"/>
                  <a:pt x="48306" y="17019"/>
                </a:cubicBezTo>
                <a:cubicBezTo>
                  <a:pt x="48343" y="17019"/>
                  <a:pt x="48343" y="17019"/>
                  <a:pt x="48373" y="17019"/>
                </a:cubicBezTo>
                <a:cubicBezTo>
                  <a:pt x="48447" y="17019"/>
                  <a:pt x="48447" y="17019"/>
                  <a:pt x="48447" y="17019"/>
                </a:cubicBezTo>
                <a:cubicBezTo>
                  <a:pt x="48483" y="17019"/>
                  <a:pt x="48520" y="16944"/>
                  <a:pt x="48520" y="16944"/>
                </a:cubicBezTo>
                <a:cubicBezTo>
                  <a:pt x="48557" y="16944"/>
                  <a:pt x="48557" y="17019"/>
                  <a:pt x="48594" y="17019"/>
                </a:cubicBezTo>
                <a:cubicBezTo>
                  <a:pt x="48630" y="16793"/>
                  <a:pt x="48630" y="16643"/>
                  <a:pt x="48630" y="16417"/>
                </a:cubicBezTo>
                <a:cubicBezTo>
                  <a:pt x="48630" y="16279"/>
                  <a:pt x="48630" y="16279"/>
                  <a:pt x="48630" y="16279"/>
                </a:cubicBezTo>
                <a:cubicBezTo>
                  <a:pt x="48630" y="16279"/>
                  <a:pt x="48630" y="16204"/>
                  <a:pt x="48630" y="16129"/>
                </a:cubicBezTo>
                <a:cubicBezTo>
                  <a:pt x="48630" y="16129"/>
                  <a:pt x="48667" y="16054"/>
                  <a:pt x="48667" y="15979"/>
                </a:cubicBezTo>
                <a:cubicBezTo>
                  <a:pt x="48667" y="15979"/>
                  <a:pt x="48667" y="15903"/>
                  <a:pt x="48667" y="15828"/>
                </a:cubicBezTo>
                <a:cubicBezTo>
                  <a:pt x="48630" y="15828"/>
                  <a:pt x="48594" y="15828"/>
                  <a:pt x="48594" y="15828"/>
                </a:cubicBezTo>
                <a:cubicBezTo>
                  <a:pt x="48520" y="15753"/>
                  <a:pt x="48483" y="15753"/>
                  <a:pt x="48447" y="15753"/>
                </a:cubicBezTo>
                <a:cubicBezTo>
                  <a:pt x="48373" y="15753"/>
                  <a:pt x="48343" y="15678"/>
                  <a:pt x="48269" y="15753"/>
                </a:cubicBezTo>
                <a:cubicBezTo>
                  <a:pt x="48269" y="15753"/>
                  <a:pt x="48269" y="15828"/>
                  <a:pt x="48269" y="15903"/>
                </a:cubicBezTo>
                <a:cubicBezTo>
                  <a:pt x="48232" y="15903"/>
                  <a:pt x="48196" y="15903"/>
                  <a:pt x="48159" y="15903"/>
                </a:cubicBezTo>
                <a:cubicBezTo>
                  <a:pt x="47938" y="15903"/>
                  <a:pt x="47938" y="15903"/>
                  <a:pt x="47938" y="15903"/>
                </a:cubicBezTo>
                <a:cubicBezTo>
                  <a:pt x="47975" y="15828"/>
                  <a:pt x="47975" y="15753"/>
                  <a:pt x="48012" y="15753"/>
                </a:cubicBezTo>
                <a:cubicBezTo>
                  <a:pt x="48012" y="15678"/>
                  <a:pt x="48049" y="15678"/>
                  <a:pt x="48085" y="15678"/>
                </a:cubicBezTo>
                <a:cubicBezTo>
                  <a:pt x="48085" y="15678"/>
                  <a:pt x="48122" y="15603"/>
                  <a:pt x="48159" y="15603"/>
                </a:cubicBezTo>
                <a:cubicBezTo>
                  <a:pt x="48159" y="15603"/>
                  <a:pt x="48122" y="15527"/>
                  <a:pt x="48159" y="15452"/>
                </a:cubicBezTo>
                <a:cubicBezTo>
                  <a:pt x="48085" y="15452"/>
                  <a:pt x="48049" y="15377"/>
                  <a:pt x="48012" y="15377"/>
                </a:cubicBezTo>
                <a:cubicBezTo>
                  <a:pt x="47975" y="15377"/>
                  <a:pt x="47975" y="15302"/>
                  <a:pt x="47938" y="15302"/>
                </a:cubicBezTo>
                <a:cubicBezTo>
                  <a:pt x="47975" y="15164"/>
                  <a:pt x="47975" y="15164"/>
                  <a:pt x="47975" y="15164"/>
                </a:cubicBezTo>
                <a:cubicBezTo>
                  <a:pt x="48269" y="15164"/>
                  <a:pt x="48269" y="15164"/>
                  <a:pt x="48269" y="15164"/>
                </a:cubicBezTo>
                <a:cubicBezTo>
                  <a:pt x="48269" y="15603"/>
                  <a:pt x="48269" y="15603"/>
                  <a:pt x="48269" y="15603"/>
                </a:cubicBezTo>
                <a:cubicBezTo>
                  <a:pt x="48557" y="15603"/>
                  <a:pt x="48557" y="15603"/>
                  <a:pt x="48557" y="15603"/>
                </a:cubicBezTo>
                <a:cubicBezTo>
                  <a:pt x="48594" y="15603"/>
                  <a:pt x="48630" y="15603"/>
                  <a:pt x="48630" y="15527"/>
                </a:cubicBezTo>
                <a:cubicBezTo>
                  <a:pt x="48667" y="15527"/>
                  <a:pt x="48630" y="15452"/>
                  <a:pt x="48667" y="15377"/>
                </a:cubicBezTo>
                <a:cubicBezTo>
                  <a:pt x="48704" y="15377"/>
                  <a:pt x="48777" y="15377"/>
                  <a:pt x="48814" y="15377"/>
                </a:cubicBezTo>
                <a:cubicBezTo>
                  <a:pt x="48882" y="15377"/>
                  <a:pt x="48882" y="15377"/>
                  <a:pt x="48882" y="15377"/>
                </a:cubicBezTo>
                <a:cubicBezTo>
                  <a:pt x="48992" y="15377"/>
                  <a:pt x="48992" y="15527"/>
                  <a:pt x="49102" y="15527"/>
                </a:cubicBezTo>
                <a:cubicBezTo>
                  <a:pt x="49139" y="15527"/>
                  <a:pt x="49176" y="15452"/>
                  <a:pt x="49212" y="15452"/>
                </a:cubicBezTo>
                <a:cubicBezTo>
                  <a:pt x="49212" y="15377"/>
                  <a:pt x="49212" y="15302"/>
                  <a:pt x="49249" y="15302"/>
                </a:cubicBezTo>
                <a:cubicBezTo>
                  <a:pt x="49286" y="15227"/>
                  <a:pt x="49323" y="15227"/>
                  <a:pt x="49323" y="15164"/>
                </a:cubicBezTo>
                <a:cubicBezTo>
                  <a:pt x="49323" y="15089"/>
                  <a:pt x="49286" y="15014"/>
                  <a:pt x="49249" y="14938"/>
                </a:cubicBezTo>
                <a:cubicBezTo>
                  <a:pt x="49249" y="14863"/>
                  <a:pt x="49212" y="14788"/>
                  <a:pt x="49212" y="14788"/>
                </a:cubicBezTo>
                <a:cubicBezTo>
                  <a:pt x="49176" y="14713"/>
                  <a:pt x="49139" y="14638"/>
                  <a:pt x="49102" y="14638"/>
                </a:cubicBezTo>
                <a:cubicBezTo>
                  <a:pt x="49065" y="14638"/>
                  <a:pt x="49029" y="14638"/>
                  <a:pt x="48992" y="14638"/>
                </a:cubicBezTo>
                <a:cubicBezTo>
                  <a:pt x="48955" y="14638"/>
                  <a:pt x="48955" y="14713"/>
                  <a:pt x="48918" y="14713"/>
                </a:cubicBezTo>
                <a:cubicBezTo>
                  <a:pt x="48882" y="14713"/>
                  <a:pt x="48882" y="14788"/>
                  <a:pt x="48851" y="14788"/>
                </a:cubicBezTo>
                <a:cubicBezTo>
                  <a:pt x="48814" y="14788"/>
                  <a:pt x="48814" y="14713"/>
                  <a:pt x="48777" y="14713"/>
                </a:cubicBezTo>
                <a:cubicBezTo>
                  <a:pt x="48741" y="14713"/>
                  <a:pt x="48704" y="14638"/>
                  <a:pt x="48704" y="14638"/>
                </a:cubicBezTo>
                <a:cubicBezTo>
                  <a:pt x="48704" y="14562"/>
                  <a:pt x="48667" y="14562"/>
                  <a:pt x="48667" y="14487"/>
                </a:cubicBezTo>
                <a:cubicBezTo>
                  <a:pt x="48667" y="14337"/>
                  <a:pt x="48704" y="14337"/>
                  <a:pt x="48741" y="14337"/>
                </a:cubicBezTo>
                <a:cubicBezTo>
                  <a:pt x="48777" y="14337"/>
                  <a:pt x="48814" y="14337"/>
                  <a:pt x="48814" y="14337"/>
                </a:cubicBezTo>
                <a:cubicBezTo>
                  <a:pt x="48851" y="14337"/>
                  <a:pt x="48882" y="14412"/>
                  <a:pt x="48882" y="14412"/>
                </a:cubicBezTo>
                <a:cubicBezTo>
                  <a:pt x="48955" y="14412"/>
                  <a:pt x="48992" y="14412"/>
                  <a:pt x="49029" y="14412"/>
                </a:cubicBezTo>
                <a:cubicBezTo>
                  <a:pt x="49102" y="14412"/>
                  <a:pt x="49139" y="14412"/>
                  <a:pt x="49212" y="14412"/>
                </a:cubicBezTo>
                <a:lnTo>
                  <a:pt x="49249" y="14337"/>
                </a:lnTo>
                <a:cubicBezTo>
                  <a:pt x="49323" y="14262"/>
                  <a:pt x="49323" y="14262"/>
                  <a:pt x="49323" y="14262"/>
                </a:cubicBezTo>
                <a:cubicBezTo>
                  <a:pt x="49359" y="14186"/>
                  <a:pt x="49359" y="14124"/>
                  <a:pt x="49396" y="14124"/>
                </a:cubicBezTo>
                <a:cubicBezTo>
                  <a:pt x="49427" y="14124"/>
                  <a:pt x="49427" y="14186"/>
                  <a:pt x="49464" y="14186"/>
                </a:cubicBezTo>
                <a:cubicBezTo>
                  <a:pt x="49574" y="14186"/>
                  <a:pt x="49574" y="14186"/>
                  <a:pt x="49574" y="14186"/>
                </a:cubicBezTo>
                <a:cubicBezTo>
                  <a:pt x="49611" y="14186"/>
                  <a:pt x="49647" y="14186"/>
                  <a:pt x="49684" y="14186"/>
                </a:cubicBezTo>
                <a:cubicBezTo>
                  <a:pt x="49721" y="14186"/>
                  <a:pt x="49721" y="14186"/>
                  <a:pt x="49758" y="14124"/>
                </a:cubicBezTo>
                <a:cubicBezTo>
                  <a:pt x="49794" y="14124"/>
                  <a:pt x="49758" y="14049"/>
                  <a:pt x="49758" y="13973"/>
                </a:cubicBezTo>
                <a:cubicBezTo>
                  <a:pt x="49721" y="13898"/>
                  <a:pt x="49684" y="13823"/>
                  <a:pt x="49647" y="13823"/>
                </a:cubicBezTo>
                <a:cubicBezTo>
                  <a:pt x="49611" y="13748"/>
                  <a:pt x="49574" y="13823"/>
                  <a:pt x="49574" y="13823"/>
                </a:cubicBezTo>
                <a:cubicBezTo>
                  <a:pt x="49537" y="13748"/>
                  <a:pt x="49500" y="13748"/>
                  <a:pt x="49464" y="13673"/>
                </a:cubicBezTo>
                <a:cubicBezTo>
                  <a:pt x="49427" y="13597"/>
                  <a:pt x="49396" y="13597"/>
                  <a:pt x="49396" y="13522"/>
                </a:cubicBezTo>
                <a:cubicBezTo>
                  <a:pt x="49396" y="13447"/>
                  <a:pt x="49359" y="13447"/>
                  <a:pt x="49359" y="13372"/>
                </a:cubicBezTo>
                <a:cubicBezTo>
                  <a:pt x="49359" y="13297"/>
                  <a:pt x="49396" y="13221"/>
                  <a:pt x="49396" y="13159"/>
                </a:cubicBezTo>
                <a:cubicBezTo>
                  <a:pt x="49396" y="13084"/>
                  <a:pt x="49359" y="13008"/>
                  <a:pt x="49359" y="12933"/>
                </a:cubicBezTo>
                <a:cubicBezTo>
                  <a:pt x="49359" y="12858"/>
                  <a:pt x="49396" y="12858"/>
                  <a:pt x="49396" y="12783"/>
                </a:cubicBezTo>
                <a:lnTo>
                  <a:pt x="49396" y="12708"/>
                </a:lnTo>
                <a:cubicBezTo>
                  <a:pt x="49500" y="12708"/>
                  <a:pt x="49537" y="12708"/>
                  <a:pt x="49684" y="12708"/>
                </a:cubicBezTo>
                <a:cubicBezTo>
                  <a:pt x="49684" y="12256"/>
                  <a:pt x="49684" y="12256"/>
                  <a:pt x="49684" y="12256"/>
                </a:cubicBezTo>
                <a:cubicBezTo>
                  <a:pt x="49684" y="12106"/>
                  <a:pt x="49574" y="12043"/>
                  <a:pt x="49537" y="11893"/>
                </a:cubicBezTo>
                <a:cubicBezTo>
                  <a:pt x="49500" y="11818"/>
                  <a:pt x="49537" y="11818"/>
                  <a:pt x="49537" y="11743"/>
                </a:cubicBezTo>
                <a:cubicBezTo>
                  <a:pt x="49537" y="11667"/>
                  <a:pt x="49500" y="11592"/>
                  <a:pt x="49500" y="11517"/>
                </a:cubicBezTo>
                <a:cubicBezTo>
                  <a:pt x="49427" y="11517"/>
                  <a:pt x="49396" y="11592"/>
                  <a:pt x="49286" y="11517"/>
                </a:cubicBezTo>
                <a:cubicBezTo>
                  <a:pt x="49249" y="11517"/>
                  <a:pt x="49249" y="11517"/>
                  <a:pt x="49212" y="11517"/>
                </a:cubicBezTo>
                <a:cubicBezTo>
                  <a:pt x="49176" y="11517"/>
                  <a:pt x="49176" y="11442"/>
                  <a:pt x="49139" y="11442"/>
                </a:cubicBezTo>
                <a:cubicBezTo>
                  <a:pt x="49102" y="11442"/>
                  <a:pt x="49102" y="11442"/>
                  <a:pt x="49065" y="11367"/>
                </a:cubicBezTo>
                <a:cubicBezTo>
                  <a:pt x="49029" y="11367"/>
                  <a:pt x="49029" y="11367"/>
                  <a:pt x="48992" y="11291"/>
                </a:cubicBezTo>
                <a:cubicBezTo>
                  <a:pt x="48992" y="11291"/>
                  <a:pt x="48955" y="11216"/>
                  <a:pt x="48955" y="11141"/>
                </a:cubicBezTo>
                <a:cubicBezTo>
                  <a:pt x="48918" y="11141"/>
                  <a:pt x="48918" y="11078"/>
                  <a:pt x="48918" y="10991"/>
                </a:cubicBezTo>
                <a:cubicBezTo>
                  <a:pt x="48918" y="10928"/>
                  <a:pt x="48918" y="10928"/>
                  <a:pt x="48918" y="10928"/>
                </a:cubicBezTo>
                <a:cubicBezTo>
                  <a:pt x="48955" y="10853"/>
                  <a:pt x="48992" y="10853"/>
                  <a:pt x="48992" y="10853"/>
                </a:cubicBezTo>
                <a:cubicBezTo>
                  <a:pt x="49029" y="10778"/>
                  <a:pt x="49029" y="10702"/>
                  <a:pt x="49065" y="10702"/>
                </a:cubicBezTo>
                <a:cubicBezTo>
                  <a:pt x="49065" y="10627"/>
                  <a:pt x="49102" y="10702"/>
                  <a:pt x="49139" y="10702"/>
                </a:cubicBezTo>
                <a:cubicBezTo>
                  <a:pt x="49176" y="10627"/>
                  <a:pt x="49212" y="10627"/>
                  <a:pt x="49286" y="10627"/>
                </a:cubicBezTo>
                <a:cubicBezTo>
                  <a:pt x="49323" y="10627"/>
                  <a:pt x="49323" y="10627"/>
                  <a:pt x="49359" y="10627"/>
                </a:cubicBezTo>
                <a:cubicBezTo>
                  <a:pt x="49500" y="10627"/>
                  <a:pt x="49500" y="10627"/>
                  <a:pt x="49500" y="10627"/>
                </a:cubicBezTo>
                <a:cubicBezTo>
                  <a:pt x="49537" y="10627"/>
                  <a:pt x="49574" y="10552"/>
                  <a:pt x="49647" y="10627"/>
                </a:cubicBezTo>
                <a:lnTo>
                  <a:pt x="49684" y="10702"/>
                </a:lnTo>
                <a:cubicBezTo>
                  <a:pt x="49721" y="10778"/>
                  <a:pt x="49758" y="10778"/>
                  <a:pt x="49758" y="10928"/>
                </a:cubicBezTo>
                <a:cubicBezTo>
                  <a:pt x="49758" y="10991"/>
                  <a:pt x="49758" y="10991"/>
                  <a:pt x="49758" y="10991"/>
                </a:cubicBezTo>
                <a:cubicBezTo>
                  <a:pt x="49794" y="10991"/>
                  <a:pt x="49758" y="11078"/>
                  <a:pt x="49721" y="11078"/>
                </a:cubicBezTo>
                <a:cubicBezTo>
                  <a:pt x="49721" y="11216"/>
                  <a:pt x="49684" y="11216"/>
                  <a:pt x="49684" y="11291"/>
                </a:cubicBezTo>
                <a:cubicBezTo>
                  <a:pt x="49684" y="11517"/>
                  <a:pt x="49721" y="11667"/>
                  <a:pt x="49758" y="11893"/>
                </a:cubicBezTo>
                <a:cubicBezTo>
                  <a:pt x="49868" y="11818"/>
                  <a:pt x="49868" y="11818"/>
                  <a:pt x="49868" y="11818"/>
                </a:cubicBezTo>
                <a:cubicBezTo>
                  <a:pt x="49868" y="10627"/>
                  <a:pt x="49868" y="10627"/>
                  <a:pt x="49868" y="10627"/>
                </a:cubicBezTo>
                <a:cubicBezTo>
                  <a:pt x="49868" y="10552"/>
                  <a:pt x="49905" y="10552"/>
                  <a:pt x="49905" y="10477"/>
                </a:cubicBezTo>
                <a:cubicBezTo>
                  <a:pt x="49935" y="10477"/>
                  <a:pt x="49972" y="10402"/>
                  <a:pt x="49972" y="10326"/>
                </a:cubicBezTo>
                <a:cubicBezTo>
                  <a:pt x="49972" y="10251"/>
                  <a:pt x="49972" y="10251"/>
                  <a:pt x="49972" y="10251"/>
                </a:cubicBezTo>
                <a:cubicBezTo>
                  <a:pt x="49972" y="10176"/>
                  <a:pt x="49935" y="10176"/>
                  <a:pt x="49935" y="10101"/>
                </a:cubicBezTo>
                <a:cubicBezTo>
                  <a:pt x="49905" y="10026"/>
                  <a:pt x="49905" y="9963"/>
                  <a:pt x="49831" y="9963"/>
                </a:cubicBezTo>
                <a:cubicBezTo>
                  <a:pt x="49794" y="9963"/>
                  <a:pt x="49758" y="9963"/>
                  <a:pt x="49721" y="9963"/>
                </a:cubicBezTo>
                <a:lnTo>
                  <a:pt x="49684" y="10026"/>
                </a:lnTo>
                <a:cubicBezTo>
                  <a:pt x="49611" y="10026"/>
                  <a:pt x="49611" y="10026"/>
                  <a:pt x="49537" y="10026"/>
                </a:cubicBezTo>
                <a:cubicBezTo>
                  <a:pt x="49427" y="10026"/>
                  <a:pt x="49427" y="10026"/>
                  <a:pt x="49427" y="10026"/>
                </a:cubicBezTo>
                <a:cubicBezTo>
                  <a:pt x="49396" y="10026"/>
                  <a:pt x="49396" y="10026"/>
                  <a:pt x="49359" y="10026"/>
                </a:cubicBezTo>
                <a:cubicBezTo>
                  <a:pt x="49323" y="10026"/>
                  <a:pt x="49323" y="10026"/>
                  <a:pt x="49286" y="10026"/>
                </a:cubicBezTo>
                <a:cubicBezTo>
                  <a:pt x="49286" y="9587"/>
                  <a:pt x="49286" y="9587"/>
                  <a:pt x="49286" y="9587"/>
                </a:cubicBezTo>
                <a:cubicBezTo>
                  <a:pt x="49323" y="9587"/>
                  <a:pt x="49359" y="9512"/>
                  <a:pt x="49359" y="9512"/>
                </a:cubicBezTo>
                <a:cubicBezTo>
                  <a:pt x="49396" y="9512"/>
                  <a:pt x="49396" y="9587"/>
                  <a:pt x="49427" y="9587"/>
                </a:cubicBezTo>
                <a:cubicBezTo>
                  <a:pt x="49500" y="9587"/>
                  <a:pt x="49500" y="9587"/>
                  <a:pt x="49500" y="9587"/>
                </a:cubicBezTo>
                <a:cubicBezTo>
                  <a:pt x="49574" y="9587"/>
                  <a:pt x="49611" y="9587"/>
                  <a:pt x="49647" y="9587"/>
                </a:cubicBezTo>
                <a:cubicBezTo>
                  <a:pt x="49684" y="9587"/>
                  <a:pt x="49684" y="9512"/>
                  <a:pt x="49721" y="9437"/>
                </a:cubicBezTo>
                <a:cubicBezTo>
                  <a:pt x="49684" y="9437"/>
                  <a:pt x="49684" y="9361"/>
                  <a:pt x="49684" y="9286"/>
                </a:cubicBezTo>
                <a:cubicBezTo>
                  <a:pt x="49647" y="9286"/>
                  <a:pt x="49647" y="9211"/>
                  <a:pt x="49611" y="9136"/>
                </a:cubicBezTo>
                <a:cubicBezTo>
                  <a:pt x="49537" y="9136"/>
                  <a:pt x="49500" y="9211"/>
                  <a:pt x="49464" y="9211"/>
                </a:cubicBezTo>
                <a:cubicBezTo>
                  <a:pt x="49427" y="9211"/>
                  <a:pt x="49427" y="9136"/>
                  <a:pt x="49396" y="9061"/>
                </a:cubicBezTo>
                <a:cubicBezTo>
                  <a:pt x="49359" y="9061"/>
                  <a:pt x="49359" y="9061"/>
                  <a:pt x="49323" y="9061"/>
                </a:cubicBezTo>
                <a:cubicBezTo>
                  <a:pt x="49286" y="9061"/>
                  <a:pt x="49286" y="9061"/>
                  <a:pt x="49249" y="9061"/>
                </a:cubicBezTo>
                <a:cubicBezTo>
                  <a:pt x="49212" y="9061"/>
                  <a:pt x="49176" y="8998"/>
                  <a:pt x="49139" y="8998"/>
                </a:cubicBezTo>
                <a:cubicBezTo>
                  <a:pt x="49065" y="8998"/>
                  <a:pt x="49029" y="8998"/>
                  <a:pt x="48955" y="9061"/>
                </a:cubicBezTo>
                <a:cubicBezTo>
                  <a:pt x="48955" y="9136"/>
                  <a:pt x="48992" y="9211"/>
                  <a:pt x="48955" y="9286"/>
                </a:cubicBezTo>
                <a:cubicBezTo>
                  <a:pt x="48955" y="9361"/>
                  <a:pt x="48955" y="9361"/>
                  <a:pt x="48918" y="9437"/>
                </a:cubicBezTo>
                <a:cubicBezTo>
                  <a:pt x="48918" y="9437"/>
                  <a:pt x="48882" y="9437"/>
                  <a:pt x="48851" y="9437"/>
                </a:cubicBezTo>
                <a:cubicBezTo>
                  <a:pt x="48851" y="9361"/>
                  <a:pt x="48814" y="9361"/>
                  <a:pt x="48777" y="9286"/>
                </a:cubicBezTo>
                <a:cubicBezTo>
                  <a:pt x="48777" y="9286"/>
                  <a:pt x="48777" y="9211"/>
                  <a:pt x="48777" y="9136"/>
                </a:cubicBezTo>
                <a:cubicBezTo>
                  <a:pt x="48777" y="9061"/>
                  <a:pt x="48777" y="8998"/>
                  <a:pt x="48814" y="8910"/>
                </a:cubicBezTo>
                <a:cubicBezTo>
                  <a:pt x="48814" y="8848"/>
                  <a:pt x="48814" y="8772"/>
                  <a:pt x="48851" y="8772"/>
                </a:cubicBezTo>
                <a:cubicBezTo>
                  <a:pt x="48851" y="8697"/>
                  <a:pt x="48882" y="8772"/>
                  <a:pt x="48918" y="8697"/>
                </a:cubicBezTo>
                <a:cubicBezTo>
                  <a:pt x="48918" y="8622"/>
                  <a:pt x="48955" y="8622"/>
                  <a:pt x="48955" y="8547"/>
                </a:cubicBezTo>
                <a:cubicBezTo>
                  <a:pt x="48992" y="8547"/>
                  <a:pt x="48955" y="8472"/>
                  <a:pt x="48955" y="8396"/>
                </a:cubicBezTo>
                <a:cubicBezTo>
                  <a:pt x="48955" y="8321"/>
                  <a:pt x="48955" y="8246"/>
                  <a:pt x="48955" y="8096"/>
                </a:cubicBezTo>
                <a:cubicBezTo>
                  <a:pt x="48955" y="8020"/>
                  <a:pt x="48992" y="7883"/>
                  <a:pt x="48992" y="7732"/>
                </a:cubicBezTo>
                <a:cubicBezTo>
                  <a:pt x="49212" y="7732"/>
                  <a:pt x="49212" y="7732"/>
                  <a:pt x="49212" y="7732"/>
                </a:cubicBezTo>
                <a:cubicBezTo>
                  <a:pt x="49212" y="7582"/>
                  <a:pt x="49212" y="7507"/>
                  <a:pt x="49249" y="7356"/>
                </a:cubicBezTo>
                <a:cubicBezTo>
                  <a:pt x="49249" y="7356"/>
                  <a:pt x="49286" y="7281"/>
                  <a:pt x="49286" y="7206"/>
                </a:cubicBezTo>
                <a:cubicBezTo>
                  <a:pt x="49359" y="7206"/>
                  <a:pt x="49396" y="7206"/>
                  <a:pt x="49427" y="7206"/>
                </a:cubicBezTo>
                <a:cubicBezTo>
                  <a:pt x="49500" y="7206"/>
                  <a:pt x="49500" y="7206"/>
                  <a:pt x="49500" y="7206"/>
                </a:cubicBezTo>
                <a:cubicBezTo>
                  <a:pt x="49537" y="7206"/>
                  <a:pt x="49537" y="7131"/>
                  <a:pt x="49574" y="7131"/>
                </a:cubicBezTo>
                <a:cubicBezTo>
                  <a:pt x="49574" y="7055"/>
                  <a:pt x="49574" y="6980"/>
                  <a:pt x="49574" y="6980"/>
                </a:cubicBezTo>
                <a:cubicBezTo>
                  <a:pt x="49574" y="6918"/>
                  <a:pt x="49537" y="6830"/>
                  <a:pt x="49537" y="6767"/>
                </a:cubicBezTo>
                <a:cubicBezTo>
                  <a:pt x="49537" y="6692"/>
                  <a:pt x="49574" y="6617"/>
                  <a:pt x="49611" y="6542"/>
                </a:cubicBezTo>
                <a:cubicBezTo>
                  <a:pt x="49611" y="6466"/>
                  <a:pt x="49647" y="6466"/>
                  <a:pt x="49647" y="6391"/>
                </a:cubicBezTo>
                <a:cubicBezTo>
                  <a:pt x="49647" y="6316"/>
                  <a:pt x="49684" y="6316"/>
                  <a:pt x="49684" y="6241"/>
                </a:cubicBezTo>
                <a:cubicBezTo>
                  <a:pt x="49684" y="6166"/>
                  <a:pt x="49721" y="6166"/>
                  <a:pt x="49758" y="6166"/>
                </a:cubicBezTo>
                <a:cubicBezTo>
                  <a:pt x="49794" y="6090"/>
                  <a:pt x="49831" y="6015"/>
                  <a:pt x="49905" y="6015"/>
                </a:cubicBezTo>
                <a:cubicBezTo>
                  <a:pt x="49972" y="5940"/>
                  <a:pt x="50009" y="6090"/>
                  <a:pt x="50119" y="6015"/>
                </a:cubicBezTo>
                <a:lnTo>
                  <a:pt x="50156" y="6015"/>
                </a:lnTo>
                <a:cubicBezTo>
                  <a:pt x="50192" y="5940"/>
                  <a:pt x="50192" y="5865"/>
                  <a:pt x="50192" y="5865"/>
                </a:cubicBezTo>
                <a:cubicBezTo>
                  <a:pt x="50229" y="5802"/>
                  <a:pt x="50229" y="5727"/>
                  <a:pt x="50229" y="5727"/>
                </a:cubicBezTo>
                <a:cubicBezTo>
                  <a:pt x="50229" y="5652"/>
                  <a:pt x="50229" y="5577"/>
                  <a:pt x="50266" y="5577"/>
                </a:cubicBezTo>
                <a:cubicBezTo>
                  <a:pt x="50266" y="5501"/>
                  <a:pt x="50303" y="5501"/>
                  <a:pt x="50339" y="5501"/>
                </a:cubicBezTo>
                <a:cubicBezTo>
                  <a:pt x="50376" y="5426"/>
                  <a:pt x="50376" y="5426"/>
                  <a:pt x="50413" y="5426"/>
                </a:cubicBezTo>
                <a:cubicBezTo>
                  <a:pt x="50413" y="5426"/>
                  <a:pt x="50444" y="5426"/>
                  <a:pt x="50480" y="5426"/>
                </a:cubicBezTo>
                <a:cubicBezTo>
                  <a:pt x="50480" y="5426"/>
                  <a:pt x="50517" y="5426"/>
                  <a:pt x="50554" y="5351"/>
                </a:cubicBezTo>
                <a:cubicBezTo>
                  <a:pt x="50554" y="5351"/>
                  <a:pt x="50591" y="5426"/>
                  <a:pt x="50627" y="5351"/>
                </a:cubicBezTo>
                <a:cubicBezTo>
                  <a:pt x="50627" y="5351"/>
                  <a:pt x="50627" y="5276"/>
                  <a:pt x="50664" y="5201"/>
                </a:cubicBezTo>
                <a:cubicBezTo>
                  <a:pt x="50627" y="5050"/>
                  <a:pt x="50627" y="5050"/>
                  <a:pt x="50627" y="5050"/>
                </a:cubicBezTo>
                <a:cubicBezTo>
                  <a:pt x="50009" y="5050"/>
                  <a:pt x="50009" y="5050"/>
                  <a:pt x="50009" y="5050"/>
                </a:cubicBezTo>
                <a:cubicBezTo>
                  <a:pt x="49831" y="4975"/>
                  <a:pt x="49831" y="4975"/>
                  <a:pt x="49831" y="4975"/>
                </a:cubicBezTo>
                <a:cubicBezTo>
                  <a:pt x="49905" y="4975"/>
                  <a:pt x="49935" y="4975"/>
                  <a:pt x="49972" y="4900"/>
                </a:cubicBezTo>
                <a:cubicBezTo>
                  <a:pt x="50045" y="4837"/>
                  <a:pt x="50082" y="4687"/>
                  <a:pt x="50156" y="4687"/>
                </a:cubicBezTo>
                <a:cubicBezTo>
                  <a:pt x="50229" y="4687"/>
                  <a:pt x="50229" y="4687"/>
                  <a:pt x="50266" y="4749"/>
                </a:cubicBezTo>
                <a:cubicBezTo>
                  <a:pt x="50303" y="4749"/>
                  <a:pt x="50339" y="4837"/>
                  <a:pt x="50376" y="4837"/>
                </a:cubicBezTo>
                <a:cubicBezTo>
                  <a:pt x="50413" y="4837"/>
                  <a:pt x="50413" y="4837"/>
                  <a:pt x="50444" y="4837"/>
                </a:cubicBezTo>
                <a:cubicBezTo>
                  <a:pt x="50517" y="4837"/>
                  <a:pt x="50517" y="4837"/>
                  <a:pt x="50517" y="4837"/>
                </a:cubicBezTo>
                <a:cubicBezTo>
                  <a:pt x="50554" y="4837"/>
                  <a:pt x="50554" y="4837"/>
                  <a:pt x="50591" y="4837"/>
                </a:cubicBezTo>
                <a:cubicBezTo>
                  <a:pt x="50627" y="4837"/>
                  <a:pt x="50627" y="4837"/>
                  <a:pt x="50664" y="4837"/>
                </a:cubicBezTo>
                <a:cubicBezTo>
                  <a:pt x="50701" y="4837"/>
                  <a:pt x="50738" y="4749"/>
                  <a:pt x="50738" y="4749"/>
                </a:cubicBezTo>
                <a:cubicBezTo>
                  <a:pt x="50774" y="4749"/>
                  <a:pt x="50774" y="4687"/>
                  <a:pt x="50811" y="4612"/>
                </a:cubicBezTo>
                <a:cubicBezTo>
                  <a:pt x="50811" y="4612"/>
                  <a:pt x="50848" y="4536"/>
                  <a:pt x="50848" y="4461"/>
                </a:cubicBezTo>
                <a:cubicBezTo>
                  <a:pt x="50885" y="4386"/>
                  <a:pt x="50921" y="4386"/>
                  <a:pt x="50952" y="4311"/>
                </a:cubicBezTo>
                <a:cubicBezTo>
                  <a:pt x="50952" y="4236"/>
                  <a:pt x="50952" y="4160"/>
                  <a:pt x="50989" y="4160"/>
                </a:cubicBezTo>
                <a:cubicBezTo>
                  <a:pt x="51026" y="4160"/>
                  <a:pt x="51099" y="4160"/>
                  <a:pt x="51136" y="4160"/>
                </a:cubicBezTo>
                <a:cubicBezTo>
                  <a:pt x="51209" y="4160"/>
                  <a:pt x="51209" y="4160"/>
                  <a:pt x="51209" y="4160"/>
                </a:cubicBezTo>
                <a:cubicBezTo>
                  <a:pt x="51320" y="4160"/>
                  <a:pt x="51393" y="4085"/>
                  <a:pt x="51497" y="4085"/>
                </a:cubicBezTo>
                <a:cubicBezTo>
                  <a:pt x="51497" y="4085"/>
                  <a:pt x="51534" y="4085"/>
                  <a:pt x="51571" y="4085"/>
                </a:cubicBezTo>
                <a:cubicBezTo>
                  <a:pt x="51571" y="4010"/>
                  <a:pt x="51607" y="4010"/>
                  <a:pt x="51607" y="4010"/>
                </a:cubicBezTo>
                <a:cubicBezTo>
                  <a:pt x="51644" y="4010"/>
                  <a:pt x="51681" y="3935"/>
                  <a:pt x="51681" y="3860"/>
                </a:cubicBezTo>
                <a:cubicBezTo>
                  <a:pt x="51718" y="3784"/>
                  <a:pt x="51754" y="3784"/>
                  <a:pt x="51754" y="3722"/>
                </a:cubicBezTo>
                <a:cubicBezTo>
                  <a:pt x="51754" y="3646"/>
                  <a:pt x="51754" y="3571"/>
                  <a:pt x="51754" y="3421"/>
                </a:cubicBezTo>
                <a:cubicBezTo>
                  <a:pt x="51754" y="3346"/>
                  <a:pt x="51754" y="3271"/>
                  <a:pt x="51718" y="3195"/>
                </a:cubicBezTo>
                <a:cubicBezTo>
                  <a:pt x="51718" y="3120"/>
                  <a:pt x="51681" y="3120"/>
                  <a:pt x="51644" y="3120"/>
                </a:cubicBezTo>
                <a:cubicBezTo>
                  <a:pt x="51607" y="3045"/>
                  <a:pt x="51571" y="3045"/>
                  <a:pt x="51497" y="3045"/>
                </a:cubicBezTo>
                <a:cubicBezTo>
                  <a:pt x="51430" y="3045"/>
                  <a:pt x="51393" y="3045"/>
                  <a:pt x="51356" y="3120"/>
                </a:cubicBezTo>
                <a:cubicBezTo>
                  <a:pt x="51320" y="3120"/>
                  <a:pt x="51283" y="3195"/>
                  <a:pt x="51246" y="3195"/>
                </a:cubicBezTo>
                <a:cubicBezTo>
                  <a:pt x="51209" y="3195"/>
                  <a:pt x="51173" y="3271"/>
                  <a:pt x="51099" y="3271"/>
                </a:cubicBezTo>
                <a:cubicBezTo>
                  <a:pt x="51062" y="3271"/>
                  <a:pt x="51026" y="3195"/>
                  <a:pt x="50952" y="3195"/>
                </a:cubicBezTo>
                <a:cubicBezTo>
                  <a:pt x="50921" y="3120"/>
                  <a:pt x="50921" y="3120"/>
                  <a:pt x="50885" y="3120"/>
                </a:cubicBezTo>
                <a:cubicBezTo>
                  <a:pt x="50774" y="3045"/>
                  <a:pt x="50774" y="3045"/>
                  <a:pt x="50774" y="3045"/>
                </a:cubicBezTo>
                <a:cubicBezTo>
                  <a:pt x="50738" y="2970"/>
                  <a:pt x="50701" y="2970"/>
                  <a:pt x="50664" y="2970"/>
                </a:cubicBezTo>
                <a:cubicBezTo>
                  <a:pt x="50627" y="2970"/>
                  <a:pt x="50591" y="3045"/>
                  <a:pt x="50517" y="3045"/>
                </a:cubicBezTo>
                <a:cubicBezTo>
                  <a:pt x="50480" y="3045"/>
                  <a:pt x="50480" y="3045"/>
                  <a:pt x="50444" y="3045"/>
                </a:cubicBezTo>
                <a:cubicBezTo>
                  <a:pt x="50376" y="3045"/>
                  <a:pt x="50339" y="3045"/>
                  <a:pt x="50266" y="3120"/>
                </a:cubicBezTo>
                <a:cubicBezTo>
                  <a:pt x="50266" y="3120"/>
                  <a:pt x="50229" y="3195"/>
                  <a:pt x="50192" y="3195"/>
                </a:cubicBezTo>
                <a:cubicBezTo>
                  <a:pt x="50192" y="3271"/>
                  <a:pt x="50156" y="3271"/>
                  <a:pt x="50156" y="3271"/>
                </a:cubicBezTo>
                <a:cubicBezTo>
                  <a:pt x="50119" y="3421"/>
                  <a:pt x="50119" y="3496"/>
                  <a:pt x="50082" y="3571"/>
                </a:cubicBezTo>
                <a:cubicBezTo>
                  <a:pt x="50082" y="3646"/>
                  <a:pt x="50082" y="3722"/>
                  <a:pt x="50045" y="3722"/>
                </a:cubicBezTo>
                <a:cubicBezTo>
                  <a:pt x="50045" y="3784"/>
                  <a:pt x="50009" y="3784"/>
                  <a:pt x="49972" y="3784"/>
                </a:cubicBezTo>
                <a:cubicBezTo>
                  <a:pt x="49935" y="3784"/>
                  <a:pt x="49905" y="3784"/>
                  <a:pt x="49831" y="3784"/>
                </a:cubicBezTo>
                <a:cubicBezTo>
                  <a:pt x="49758" y="3784"/>
                  <a:pt x="49721" y="3784"/>
                  <a:pt x="49684" y="3784"/>
                </a:cubicBezTo>
                <a:cubicBezTo>
                  <a:pt x="49611" y="3784"/>
                  <a:pt x="49574" y="3784"/>
                  <a:pt x="49537" y="3784"/>
                </a:cubicBezTo>
                <a:cubicBezTo>
                  <a:pt x="49500" y="3722"/>
                  <a:pt x="49500" y="3646"/>
                  <a:pt x="49464" y="3646"/>
                </a:cubicBezTo>
                <a:cubicBezTo>
                  <a:pt x="49427" y="3571"/>
                  <a:pt x="49359" y="3571"/>
                  <a:pt x="49286" y="3571"/>
                </a:cubicBezTo>
                <a:cubicBezTo>
                  <a:pt x="49249" y="3571"/>
                  <a:pt x="49212" y="3571"/>
                  <a:pt x="49176" y="3571"/>
                </a:cubicBezTo>
                <a:cubicBezTo>
                  <a:pt x="49102" y="3646"/>
                  <a:pt x="49102" y="3722"/>
                  <a:pt x="49065" y="3860"/>
                </a:cubicBezTo>
                <a:cubicBezTo>
                  <a:pt x="49029" y="3860"/>
                  <a:pt x="49029" y="3935"/>
                  <a:pt x="49029" y="4010"/>
                </a:cubicBezTo>
                <a:cubicBezTo>
                  <a:pt x="48992" y="4010"/>
                  <a:pt x="48992" y="4010"/>
                  <a:pt x="48955" y="4085"/>
                </a:cubicBezTo>
                <a:cubicBezTo>
                  <a:pt x="48918" y="4085"/>
                  <a:pt x="48918" y="4085"/>
                  <a:pt x="48882" y="4085"/>
                </a:cubicBezTo>
                <a:cubicBezTo>
                  <a:pt x="48814" y="4085"/>
                  <a:pt x="48777" y="4010"/>
                  <a:pt x="48741" y="4085"/>
                </a:cubicBezTo>
                <a:cubicBezTo>
                  <a:pt x="48667" y="4085"/>
                  <a:pt x="48630" y="4085"/>
                  <a:pt x="48594" y="4160"/>
                </a:cubicBezTo>
                <a:cubicBezTo>
                  <a:pt x="48557" y="4160"/>
                  <a:pt x="48557" y="4236"/>
                  <a:pt x="48520" y="4236"/>
                </a:cubicBezTo>
                <a:cubicBezTo>
                  <a:pt x="48447" y="4311"/>
                  <a:pt x="48410" y="4236"/>
                  <a:pt x="48343" y="4311"/>
                </a:cubicBezTo>
                <a:cubicBezTo>
                  <a:pt x="48343" y="4311"/>
                  <a:pt x="48306" y="4386"/>
                  <a:pt x="48269" y="4386"/>
                </a:cubicBezTo>
                <a:cubicBezTo>
                  <a:pt x="48269" y="4461"/>
                  <a:pt x="48232" y="4536"/>
                  <a:pt x="48196" y="4536"/>
                </a:cubicBezTo>
                <a:cubicBezTo>
                  <a:pt x="48159" y="4687"/>
                  <a:pt x="48159" y="4837"/>
                  <a:pt x="48085" y="4900"/>
                </a:cubicBezTo>
                <a:cubicBezTo>
                  <a:pt x="48049" y="4975"/>
                  <a:pt x="48049" y="4975"/>
                  <a:pt x="48012" y="4975"/>
                </a:cubicBezTo>
                <a:cubicBezTo>
                  <a:pt x="47975" y="4975"/>
                  <a:pt x="47975" y="4900"/>
                  <a:pt x="47938" y="4900"/>
                </a:cubicBezTo>
                <a:cubicBezTo>
                  <a:pt x="47975" y="4900"/>
                  <a:pt x="47975" y="4837"/>
                  <a:pt x="47975" y="4749"/>
                </a:cubicBezTo>
                <a:cubicBezTo>
                  <a:pt x="48012" y="4749"/>
                  <a:pt x="48049" y="4749"/>
                  <a:pt x="48049" y="4687"/>
                </a:cubicBezTo>
                <a:cubicBezTo>
                  <a:pt x="48085" y="4687"/>
                  <a:pt x="48085" y="4612"/>
                  <a:pt x="48085" y="4536"/>
                </a:cubicBezTo>
                <a:cubicBezTo>
                  <a:pt x="48122" y="4536"/>
                  <a:pt x="48122" y="4461"/>
                  <a:pt x="48159" y="4386"/>
                </a:cubicBezTo>
                <a:cubicBezTo>
                  <a:pt x="48159" y="4311"/>
                  <a:pt x="48196" y="4160"/>
                  <a:pt x="48232" y="4160"/>
                </a:cubicBezTo>
                <a:cubicBezTo>
                  <a:pt x="48269" y="4085"/>
                  <a:pt x="48269" y="4160"/>
                  <a:pt x="48306" y="4160"/>
                </a:cubicBezTo>
                <a:cubicBezTo>
                  <a:pt x="48343" y="4085"/>
                  <a:pt x="48373" y="4085"/>
                  <a:pt x="48410" y="4010"/>
                </a:cubicBezTo>
                <a:cubicBezTo>
                  <a:pt x="48410" y="3935"/>
                  <a:pt x="48410" y="3935"/>
                  <a:pt x="48410" y="3860"/>
                </a:cubicBezTo>
                <a:cubicBezTo>
                  <a:pt x="48410" y="3571"/>
                  <a:pt x="48410" y="3571"/>
                  <a:pt x="48410" y="3571"/>
                </a:cubicBezTo>
                <a:cubicBezTo>
                  <a:pt x="48447" y="3496"/>
                  <a:pt x="48447" y="3421"/>
                  <a:pt x="48483" y="3421"/>
                </a:cubicBezTo>
                <a:cubicBezTo>
                  <a:pt x="48520" y="3421"/>
                  <a:pt x="48557" y="3421"/>
                  <a:pt x="48557" y="3346"/>
                </a:cubicBezTo>
                <a:cubicBezTo>
                  <a:pt x="48594" y="3346"/>
                  <a:pt x="48630" y="3346"/>
                  <a:pt x="48630" y="3271"/>
                </a:cubicBezTo>
                <a:cubicBezTo>
                  <a:pt x="48667" y="3195"/>
                  <a:pt x="48630" y="3195"/>
                  <a:pt x="48630" y="3120"/>
                </a:cubicBezTo>
                <a:cubicBezTo>
                  <a:pt x="48630" y="3045"/>
                  <a:pt x="48630" y="3045"/>
                  <a:pt x="48630" y="2970"/>
                </a:cubicBezTo>
                <a:cubicBezTo>
                  <a:pt x="48630" y="2895"/>
                  <a:pt x="48630" y="2895"/>
                  <a:pt x="48594" y="2819"/>
                </a:cubicBezTo>
                <a:cubicBezTo>
                  <a:pt x="48594" y="2819"/>
                  <a:pt x="48557" y="2757"/>
                  <a:pt x="48557" y="2669"/>
                </a:cubicBezTo>
                <a:cubicBezTo>
                  <a:pt x="48520" y="2669"/>
                  <a:pt x="48520" y="2669"/>
                  <a:pt x="48483" y="2669"/>
                </a:cubicBezTo>
                <a:cubicBezTo>
                  <a:pt x="48410" y="2669"/>
                  <a:pt x="48410" y="2669"/>
                  <a:pt x="48410" y="2669"/>
                </a:cubicBezTo>
                <a:cubicBezTo>
                  <a:pt x="48373" y="2669"/>
                  <a:pt x="48373" y="2757"/>
                  <a:pt x="48343" y="2757"/>
                </a:cubicBezTo>
                <a:cubicBezTo>
                  <a:pt x="48269" y="2757"/>
                  <a:pt x="48232" y="2757"/>
                  <a:pt x="48159" y="2757"/>
                </a:cubicBezTo>
                <a:cubicBezTo>
                  <a:pt x="48122" y="2757"/>
                  <a:pt x="48122" y="2757"/>
                  <a:pt x="48085" y="2757"/>
                </a:cubicBezTo>
                <a:cubicBezTo>
                  <a:pt x="48012" y="2757"/>
                  <a:pt x="47938" y="2757"/>
                  <a:pt x="47865" y="2757"/>
                </a:cubicBezTo>
                <a:cubicBezTo>
                  <a:pt x="47834" y="2757"/>
                  <a:pt x="47797" y="2757"/>
                  <a:pt x="47797" y="2669"/>
                </a:cubicBezTo>
                <a:cubicBezTo>
                  <a:pt x="47797" y="2895"/>
                  <a:pt x="47797" y="2970"/>
                  <a:pt x="47797" y="3195"/>
                </a:cubicBezTo>
                <a:lnTo>
                  <a:pt x="47761" y="3271"/>
                </a:lnTo>
                <a:cubicBezTo>
                  <a:pt x="47761" y="3346"/>
                  <a:pt x="47797" y="3346"/>
                  <a:pt x="47797" y="3421"/>
                </a:cubicBezTo>
                <a:cubicBezTo>
                  <a:pt x="47761" y="3421"/>
                  <a:pt x="47724" y="3496"/>
                  <a:pt x="47687" y="3496"/>
                </a:cubicBezTo>
                <a:cubicBezTo>
                  <a:pt x="47650" y="3496"/>
                  <a:pt x="47650" y="3421"/>
                  <a:pt x="47614" y="3421"/>
                </a:cubicBezTo>
                <a:cubicBezTo>
                  <a:pt x="47540" y="3421"/>
                  <a:pt x="47540" y="3421"/>
                  <a:pt x="47467" y="3421"/>
                </a:cubicBezTo>
                <a:cubicBezTo>
                  <a:pt x="47430" y="3421"/>
                  <a:pt x="47393" y="3421"/>
                  <a:pt x="47362" y="3421"/>
                </a:cubicBezTo>
                <a:cubicBezTo>
                  <a:pt x="47289" y="3421"/>
                  <a:pt x="47289" y="3496"/>
                  <a:pt x="47215" y="3571"/>
                </a:cubicBezTo>
                <a:cubicBezTo>
                  <a:pt x="47215" y="3571"/>
                  <a:pt x="47179" y="3571"/>
                  <a:pt x="47142" y="3571"/>
                </a:cubicBezTo>
                <a:cubicBezTo>
                  <a:pt x="47105" y="3646"/>
                  <a:pt x="47105" y="3646"/>
                  <a:pt x="47068" y="3722"/>
                </a:cubicBezTo>
                <a:cubicBezTo>
                  <a:pt x="47068" y="3722"/>
                  <a:pt x="47032" y="3722"/>
                  <a:pt x="46995" y="3722"/>
                </a:cubicBezTo>
                <a:cubicBezTo>
                  <a:pt x="46995" y="3646"/>
                  <a:pt x="47032" y="3571"/>
                  <a:pt x="47032" y="3571"/>
                </a:cubicBezTo>
                <a:cubicBezTo>
                  <a:pt x="47032" y="3496"/>
                  <a:pt x="47068" y="3496"/>
                  <a:pt x="47068" y="3421"/>
                </a:cubicBezTo>
                <a:cubicBezTo>
                  <a:pt x="47068" y="3346"/>
                  <a:pt x="47068" y="3271"/>
                  <a:pt x="47105" y="3271"/>
                </a:cubicBezTo>
                <a:cubicBezTo>
                  <a:pt x="47105" y="3195"/>
                  <a:pt x="47142" y="3120"/>
                  <a:pt x="47179" y="3120"/>
                </a:cubicBezTo>
                <a:cubicBezTo>
                  <a:pt x="47252" y="3120"/>
                  <a:pt x="47252" y="3120"/>
                  <a:pt x="47252" y="3120"/>
                </a:cubicBezTo>
                <a:cubicBezTo>
                  <a:pt x="47289" y="3120"/>
                  <a:pt x="47326" y="3120"/>
                  <a:pt x="47393" y="3120"/>
                </a:cubicBezTo>
                <a:cubicBezTo>
                  <a:pt x="47430" y="3120"/>
                  <a:pt x="47467" y="3120"/>
                  <a:pt x="47540" y="3120"/>
                </a:cubicBezTo>
                <a:cubicBezTo>
                  <a:pt x="47577" y="3045"/>
                  <a:pt x="47577" y="3045"/>
                  <a:pt x="47614" y="2970"/>
                </a:cubicBezTo>
                <a:cubicBezTo>
                  <a:pt x="47577" y="2819"/>
                  <a:pt x="47577" y="2819"/>
                  <a:pt x="47577" y="2819"/>
                </a:cubicBezTo>
                <a:cubicBezTo>
                  <a:pt x="47577" y="2819"/>
                  <a:pt x="47540" y="2757"/>
                  <a:pt x="47503" y="2757"/>
                </a:cubicBezTo>
                <a:cubicBezTo>
                  <a:pt x="47467" y="2757"/>
                  <a:pt x="47467" y="2757"/>
                  <a:pt x="47430" y="2757"/>
                </a:cubicBezTo>
                <a:cubicBezTo>
                  <a:pt x="47393" y="2757"/>
                  <a:pt x="47362" y="2757"/>
                  <a:pt x="47326" y="2757"/>
                </a:cubicBezTo>
                <a:cubicBezTo>
                  <a:pt x="47215" y="2757"/>
                  <a:pt x="47142" y="2819"/>
                  <a:pt x="47032" y="2819"/>
                </a:cubicBezTo>
                <a:cubicBezTo>
                  <a:pt x="46995" y="2819"/>
                  <a:pt x="46958" y="2819"/>
                  <a:pt x="46885" y="2819"/>
                </a:cubicBezTo>
                <a:cubicBezTo>
                  <a:pt x="46885" y="2819"/>
                  <a:pt x="46848" y="2895"/>
                  <a:pt x="46817" y="2895"/>
                </a:cubicBezTo>
                <a:cubicBezTo>
                  <a:pt x="46346" y="2895"/>
                  <a:pt x="46346" y="2895"/>
                  <a:pt x="46346" y="2895"/>
                </a:cubicBezTo>
                <a:cubicBezTo>
                  <a:pt x="46272" y="2895"/>
                  <a:pt x="46235" y="2819"/>
                  <a:pt x="46162" y="2819"/>
                </a:cubicBezTo>
                <a:cubicBezTo>
                  <a:pt x="46088" y="2819"/>
                  <a:pt x="46052" y="2819"/>
                  <a:pt x="45978" y="2895"/>
                </a:cubicBezTo>
                <a:cubicBezTo>
                  <a:pt x="45941" y="2895"/>
                  <a:pt x="45905" y="2895"/>
                  <a:pt x="45905" y="2895"/>
                </a:cubicBezTo>
                <a:cubicBezTo>
                  <a:pt x="45868" y="2895"/>
                  <a:pt x="45831" y="2970"/>
                  <a:pt x="45831" y="2970"/>
                </a:cubicBezTo>
                <a:cubicBezTo>
                  <a:pt x="45800" y="2970"/>
                  <a:pt x="45764" y="3045"/>
                  <a:pt x="45764" y="3045"/>
                </a:cubicBezTo>
                <a:cubicBezTo>
                  <a:pt x="45727" y="3045"/>
                  <a:pt x="45690" y="3120"/>
                  <a:pt x="45653" y="3120"/>
                </a:cubicBezTo>
                <a:cubicBezTo>
                  <a:pt x="45617" y="3120"/>
                  <a:pt x="45580" y="3120"/>
                  <a:pt x="45543" y="3120"/>
                </a:cubicBezTo>
                <a:cubicBezTo>
                  <a:pt x="45506" y="3120"/>
                  <a:pt x="45506" y="3195"/>
                  <a:pt x="45470" y="3195"/>
                </a:cubicBezTo>
                <a:cubicBezTo>
                  <a:pt x="45433" y="3195"/>
                  <a:pt x="45396" y="3195"/>
                  <a:pt x="45359" y="3195"/>
                </a:cubicBezTo>
                <a:cubicBezTo>
                  <a:pt x="45329" y="3195"/>
                  <a:pt x="45329" y="3271"/>
                  <a:pt x="45286" y="3271"/>
                </a:cubicBezTo>
                <a:cubicBezTo>
                  <a:pt x="45255" y="3271"/>
                  <a:pt x="45218" y="3271"/>
                  <a:pt x="45218" y="3271"/>
                </a:cubicBezTo>
                <a:cubicBezTo>
                  <a:pt x="45182" y="3346"/>
                  <a:pt x="45145" y="3346"/>
                  <a:pt x="45108" y="3346"/>
                </a:cubicBezTo>
                <a:cubicBezTo>
                  <a:pt x="45071" y="3346"/>
                  <a:pt x="45071" y="3346"/>
                  <a:pt x="45035" y="3271"/>
                </a:cubicBezTo>
                <a:cubicBezTo>
                  <a:pt x="45071" y="3271"/>
                  <a:pt x="45071" y="3195"/>
                  <a:pt x="45071" y="3195"/>
                </a:cubicBezTo>
                <a:cubicBezTo>
                  <a:pt x="45108" y="3045"/>
                  <a:pt x="45145" y="2970"/>
                  <a:pt x="45182" y="2895"/>
                </a:cubicBezTo>
                <a:cubicBezTo>
                  <a:pt x="45182" y="2819"/>
                  <a:pt x="45218" y="2757"/>
                  <a:pt x="45218" y="2757"/>
                </a:cubicBezTo>
                <a:cubicBezTo>
                  <a:pt x="45286" y="2669"/>
                  <a:pt x="45329" y="2606"/>
                  <a:pt x="45396" y="2606"/>
                </a:cubicBezTo>
                <a:cubicBezTo>
                  <a:pt x="45433" y="2606"/>
                  <a:pt x="45433" y="2531"/>
                  <a:pt x="45470" y="2531"/>
                </a:cubicBezTo>
                <a:cubicBezTo>
                  <a:pt x="46670" y="2531"/>
                  <a:pt x="46670" y="2531"/>
                  <a:pt x="46670" y="2531"/>
                </a:cubicBezTo>
                <a:cubicBezTo>
                  <a:pt x="46670" y="2531"/>
                  <a:pt x="46707" y="2531"/>
                  <a:pt x="46744" y="2531"/>
                </a:cubicBezTo>
                <a:cubicBezTo>
                  <a:pt x="46744" y="2456"/>
                  <a:pt x="46744" y="2381"/>
                  <a:pt x="46781" y="2381"/>
                </a:cubicBezTo>
                <a:cubicBezTo>
                  <a:pt x="46817" y="2381"/>
                  <a:pt x="46817" y="2306"/>
                  <a:pt x="46848" y="2306"/>
                </a:cubicBezTo>
                <a:cubicBezTo>
                  <a:pt x="47834" y="2306"/>
                  <a:pt x="47834" y="2306"/>
                  <a:pt x="47834" y="2306"/>
                </a:cubicBezTo>
                <a:cubicBezTo>
                  <a:pt x="47865" y="2306"/>
                  <a:pt x="47901" y="2306"/>
                  <a:pt x="47901" y="2306"/>
                </a:cubicBezTo>
                <a:cubicBezTo>
                  <a:pt x="47975" y="2306"/>
                  <a:pt x="48012" y="2306"/>
                  <a:pt x="48049" y="2306"/>
                </a:cubicBezTo>
                <a:cubicBezTo>
                  <a:pt x="48085" y="2306"/>
                  <a:pt x="48085" y="2230"/>
                  <a:pt x="48122" y="2230"/>
                </a:cubicBezTo>
                <a:cubicBezTo>
                  <a:pt x="48159" y="2230"/>
                  <a:pt x="48122" y="2080"/>
                  <a:pt x="48159" y="2080"/>
                </a:cubicBezTo>
                <a:cubicBezTo>
                  <a:pt x="48196" y="2080"/>
                  <a:pt x="48196" y="2080"/>
                  <a:pt x="48232" y="2080"/>
                </a:cubicBezTo>
                <a:cubicBezTo>
                  <a:pt x="48269" y="2080"/>
                  <a:pt x="48269" y="2005"/>
                  <a:pt x="48306" y="2005"/>
                </a:cubicBezTo>
                <a:cubicBezTo>
                  <a:pt x="48343" y="2005"/>
                  <a:pt x="48343" y="2005"/>
                  <a:pt x="48373" y="2005"/>
                </a:cubicBezTo>
                <a:cubicBezTo>
                  <a:pt x="48410" y="2005"/>
                  <a:pt x="48410" y="2005"/>
                  <a:pt x="48447" y="2005"/>
                </a:cubicBezTo>
                <a:cubicBezTo>
                  <a:pt x="48483" y="2005"/>
                  <a:pt x="48483" y="1930"/>
                  <a:pt x="48520" y="1930"/>
                </a:cubicBezTo>
                <a:cubicBezTo>
                  <a:pt x="48594" y="1854"/>
                  <a:pt x="48667" y="1930"/>
                  <a:pt x="48741" y="1930"/>
                </a:cubicBezTo>
                <a:cubicBezTo>
                  <a:pt x="48777" y="1930"/>
                  <a:pt x="48777" y="1854"/>
                  <a:pt x="48814" y="1854"/>
                </a:cubicBezTo>
                <a:cubicBezTo>
                  <a:pt x="48814" y="1566"/>
                  <a:pt x="48814" y="1566"/>
                  <a:pt x="48814" y="1566"/>
                </a:cubicBezTo>
                <a:cubicBezTo>
                  <a:pt x="48630" y="1491"/>
                  <a:pt x="48630" y="1491"/>
                  <a:pt x="48630" y="1491"/>
                </a:cubicBezTo>
                <a:cubicBezTo>
                  <a:pt x="48594" y="1566"/>
                  <a:pt x="48557" y="1566"/>
                  <a:pt x="48520" y="1566"/>
                </a:cubicBezTo>
                <a:cubicBezTo>
                  <a:pt x="48483" y="1566"/>
                  <a:pt x="48483" y="1566"/>
                  <a:pt x="48483" y="1566"/>
                </a:cubicBezTo>
                <a:cubicBezTo>
                  <a:pt x="48447" y="1566"/>
                  <a:pt x="48447" y="1566"/>
                  <a:pt x="48410" y="1491"/>
                </a:cubicBezTo>
                <a:cubicBezTo>
                  <a:pt x="48343" y="1491"/>
                  <a:pt x="48269" y="1416"/>
                  <a:pt x="48196" y="1416"/>
                </a:cubicBezTo>
                <a:cubicBezTo>
                  <a:pt x="48122" y="1416"/>
                  <a:pt x="48085" y="1491"/>
                  <a:pt x="48049" y="1491"/>
                </a:cubicBezTo>
                <a:cubicBezTo>
                  <a:pt x="47975" y="1491"/>
                  <a:pt x="47938" y="1491"/>
                  <a:pt x="47865" y="1416"/>
                </a:cubicBezTo>
                <a:cubicBezTo>
                  <a:pt x="47834" y="1416"/>
                  <a:pt x="47834" y="1416"/>
                  <a:pt x="47797" y="1340"/>
                </a:cubicBezTo>
                <a:cubicBezTo>
                  <a:pt x="47797" y="1340"/>
                  <a:pt x="47865" y="1340"/>
                  <a:pt x="47865" y="1265"/>
                </a:cubicBezTo>
                <a:cubicBezTo>
                  <a:pt x="47865" y="1190"/>
                  <a:pt x="47834" y="1190"/>
                  <a:pt x="47834" y="1115"/>
                </a:cubicBezTo>
                <a:cubicBezTo>
                  <a:pt x="47797" y="1115"/>
                  <a:pt x="47797" y="1115"/>
                  <a:pt x="47761" y="1115"/>
                </a:cubicBezTo>
                <a:cubicBezTo>
                  <a:pt x="47724" y="1115"/>
                  <a:pt x="47687" y="1040"/>
                  <a:pt x="47614" y="1040"/>
                </a:cubicBezTo>
                <a:cubicBezTo>
                  <a:pt x="47614" y="1040"/>
                  <a:pt x="47614" y="1040"/>
                  <a:pt x="47577" y="1040"/>
                </a:cubicBezTo>
                <a:cubicBezTo>
                  <a:pt x="47540" y="1115"/>
                  <a:pt x="47540" y="1190"/>
                  <a:pt x="47503" y="1190"/>
                </a:cubicBezTo>
                <a:cubicBezTo>
                  <a:pt x="47179" y="1190"/>
                  <a:pt x="47179" y="1190"/>
                  <a:pt x="47179" y="1190"/>
                </a:cubicBezTo>
                <a:cubicBezTo>
                  <a:pt x="47105" y="1190"/>
                  <a:pt x="47068" y="1040"/>
                  <a:pt x="47032" y="965"/>
                </a:cubicBezTo>
                <a:cubicBezTo>
                  <a:pt x="46995" y="965"/>
                  <a:pt x="46995" y="965"/>
                  <a:pt x="46958" y="965"/>
                </a:cubicBezTo>
                <a:cubicBezTo>
                  <a:pt x="46885" y="889"/>
                  <a:pt x="46848" y="965"/>
                  <a:pt x="46817" y="965"/>
                </a:cubicBezTo>
                <a:cubicBezTo>
                  <a:pt x="46376" y="965"/>
                  <a:pt x="46376" y="965"/>
                  <a:pt x="46376" y="965"/>
                </a:cubicBezTo>
                <a:cubicBezTo>
                  <a:pt x="46272" y="965"/>
                  <a:pt x="46272" y="965"/>
                  <a:pt x="46272" y="965"/>
                </a:cubicBezTo>
                <a:cubicBezTo>
                  <a:pt x="46015" y="965"/>
                  <a:pt x="46015" y="965"/>
                  <a:pt x="46015" y="965"/>
                </a:cubicBezTo>
                <a:cubicBezTo>
                  <a:pt x="45868" y="965"/>
                  <a:pt x="45868" y="965"/>
                  <a:pt x="45868" y="965"/>
                </a:cubicBezTo>
                <a:cubicBezTo>
                  <a:pt x="45831" y="965"/>
                  <a:pt x="45800" y="965"/>
                  <a:pt x="45727" y="965"/>
                </a:cubicBezTo>
                <a:cubicBezTo>
                  <a:pt x="45690" y="965"/>
                  <a:pt x="45690" y="1040"/>
                  <a:pt x="45653" y="1115"/>
                </a:cubicBezTo>
                <a:cubicBezTo>
                  <a:pt x="45035" y="1115"/>
                  <a:pt x="45035" y="1115"/>
                  <a:pt x="45035" y="1115"/>
                </a:cubicBezTo>
                <a:cubicBezTo>
                  <a:pt x="45071" y="965"/>
                  <a:pt x="45071" y="965"/>
                  <a:pt x="45071" y="965"/>
                </a:cubicBezTo>
                <a:cubicBezTo>
                  <a:pt x="45218" y="965"/>
                  <a:pt x="45218" y="965"/>
                  <a:pt x="45218" y="965"/>
                </a:cubicBezTo>
                <a:cubicBezTo>
                  <a:pt x="45255" y="965"/>
                  <a:pt x="45286" y="965"/>
                  <a:pt x="45359" y="965"/>
                </a:cubicBezTo>
                <a:cubicBezTo>
                  <a:pt x="45359" y="965"/>
                  <a:pt x="45396" y="889"/>
                  <a:pt x="45396" y="814"/>
                </a:cubicBezTo>
                <a:cubicBezTo>
                  <a:pt x="45433" y="814"/>
                  <a:pt x="45433" y="739"/>
                  <a:pt x="45433" y="676"/>
                </a:cubicBezTo>
                <a:cubicBezTo>
                  <a:pt x="47540" y="676"/>
                  <a:pt x="47540" y="676"/>
                  <a:pt x="47540" y="676"/>
                </a:cubicBezTo>
                <a:cubicBezTo>
                  <a:pt x="47540" y="589"/>
                  <a:pt x="47540" y="589"/>
                  <a:pt x="47540" y="526"/>
                </a:cubicBezTo>
                <a:cubicBezTo>
                  <a:pt x="47503" y="451"/>
                  <a:pt x="47503" y="451"/>
                  <a:pt x="47467" y="375"/>
                </a:cubicBezTo>
                <a:cubicBezTo>
                  <a:pt x="47430" y="375"/>
                  <a:pt x="47430" y="300"/>
                  <a:pt x="47393" y="300"/>
                </a:cubicBezTo>
                <a:cubicBezTo>
                  <a:pt x="47326" y="225"/>
                  <a:pt x="47289" y="225"/>
                  <a:pt x="47252" y="225"/>
                </a:cubicBezTo>
                <a:cubicBezTo>
                  <a:pt x="47142" y="225"/>
                  <a:pt x="47142" y="225"/>
                  <a:pt x="47142" y="225"/>
                </a:cubicBezTo>
                <a:cubicBezTo>
                  <a:pt x="47105" y="225"/>
                  <a:pt x="47068" y="225"/>
                  <a:pt x="46995" y="225"/>
                </a:cubicBezTo>
                <a:cubicBezTo>
                  <a:pt x="46921" y="225"/>
                  <a:pt x="46885" y="150"/>
                  <a:pt x="46848" y="150"/>
                </a:cubicBezTo>
                <a:cubicBezTo>
                  <a:pt x="46817" y="150"/>
                  <a:pt x="46817" y="75"/>
                  <a:pt x="46781" y="75"/>
                </a:cubicBezTo>
                <a:cubicBezTo>
                  <a:pt x="46744" y="75"/>
                  <a:pt x="46744" y="75"/>
                  <a:pt x="46707" y="75"/>
                </a:cubicBezTo>
                <a:cubicBezTo>
                  <a:pt x="46670" y="0"/>
                  <a:pt x="46633" y="75"/>
                  <a:pt x="46560" y="75"/>
                </a:cubicBezTo>
                <a:cubicBezTo>
                  <a:pt x="46486" y="75"/>
                  <a:pt x="46450" y="75"/>
                  <a:pt x="46413" y="75"/>
                </a:cubicBezTo>
                <a:cubicBezTo>
                  <a:pt x="46376" y="75"/>
                  <a:pt x="46346" y="75"/>
                  <a:pt x="46346" y="75"/>
                </a:cubicBezTo>
                <a:cubicBezTo>
                  <a:pt x="46272" y="75"/>
                  <a:pt x="46235" y="75"/>
                  <a:pt x="46162" y="75"/>
                </a:cubicBezTo>
                <a:cubicBezTo>
                  <a:pt x="46088" y="75"/>
                  <a:pt x="46088" y="75"/>
                  <a:pt x="46088" y="75"/>
                </a:cubicBezTo>
                <a:cubicBezTo>
                  <a:pt x="46015" y="75"/>
                  <a:pt x="45978" y="0"/>
                  <a:pt x="45941" y="0"/>
                </a:cubicBezTo>
                <a:cubicBezTo>
                  <a:pt x="45359" y="0"/>
                  <a:pt x="45035" y="0"/>
                  <a:pt x="44453" y="0"/>
                </a:cubicBezTo>
                <a:cubicBezTo>
                  <a:pt x="44379" y="0"/>
                  <a:pt x="44343" y="0"/>
                  <a:pt x="44312" y="75"/>
                </a:cubicBezTo>
                <a:cubicBezTo>
                  <a:pt x="44269" y="75"/>
                  <a:pt x="44238" y="75"/>
                  <a:pt x="44238" y="75"/>
                </a:cubicBezTo>
                <a:cubicBezTo>
                  <a:pt x="44202" y="75"/>
                  <a:pt x="44165" y="150"/>
                  <a:pt x="44128" y="150"/>
                </a:cubicBezTo>
                <a:cubicBezTo>
                  <a:pt x="44128" y="225"/>
                  <a:pt x="44091" y="300"/>
                  <a:pt x="44055" y="300"/>
                </a:cubicBezTo>
                <a:cubicBezTo>
                  <a:pt x="44055" y="300"/>
                  <a:pt x="44018" y="300"/>
                  <a:pt x="43981" y="300"/>
                </a:cubicBezTo>
                <a:cubicBezTo>
                  <a:pt x="43908" y="300"/>
                  <a:pt x="43908" y="300"/>
                  <a:pt x="43908" y="300"/>
                </a:cubicBezTo>
                <a:cubicBezTo>
                  <a:pt x="43871" y="300"/>
                  <a:pt x="43871" y="300"/>
                  <a:pt x="43834" y="300"/>
                </a:cubicBezTo>
                <a:cubicBezTo>
                  <a:pt x="43730" y="300"/>
                  <a:pt x="43730" y="300"/>
                  <a:pt x="43730" y="300"/>
                </a:cubicBezTo>
                <a:cubicBezTo>
                  <a:pt x="43730" y="300"/>
                  <a:pt x="43693" y="225"/>
                  <a:pt x="43656" y="225"/>
                </a:cubicBezTo>
                <a:cubicBezTo>
                  <a:pt x="43620" y="225"/>
                  <a:pt x="43583" y="225"/>
                  <a:pt x="43546" y="225"/>
                </a:cubicBezTo>
                <a:cubicBezTo>
                  <a:pt x="43509" y="225"/>
                  <a:pt x="43473" y="225"/>
                  <a:pt x="43436" y="225"/>
                </a:cubicBezTo>
                <a:cubicBezTo>
                  <a:pt x="43326" y="225"/>
                  <a:pt x="43295" y="375"/>
                  <a:pt x="43222" y="451"/>
                </a:cubicBezTo>
                <a:cubicBezTo>
                  <a:pt x="43252" y="526"/>
                  <a:pt x="43252" y="676"/>
                  <a:pt x="43252" y="739"/>
                </a:cubicBezTo>
                <a:cubicBezTo>
                  <a:pt x="43295" y="814"/>
                  <a:pt x="43295" y="814"/>
                  <a:pt x="43295" y="889"/>
                </a:cubicBezTo>
                <a:cubicBezTo>
                  <a:pt x="43295" y="1040"/>
                  <a:pt x="43222" y="1040"/>
                  <a:pt x="43185" y="1115"/>
                </a:cubicBezTo>
                <a:cubicBezTo>
                  <a:pt x="43148" y="1115"/>
                  <a:pt x="43111" y="1115"/>
                  <a:pt x="43038" y="1115"/>
                </a:cubicBezTo>
                <a:cubicBezTo>
                  <a:pt x="42964" y="1115"/>
                  <a:pt x="42928" y="1115"/>
                  <a:pt x="42891" y="1040"/>
                </a:cubicBezTo>
                <a:cubicBezTo>
                  <a:pt x="42854" y="1040"/>
                  <a:pt x="42854" y="965"/>
                  <a:pt x="42817" y="965"/>
                </a:cubicBezTo>
                <a:cubicBezTo>
                  <a:pt x="42456" y="965"/>
                  <a:pt x="42456" y="965"/>
                  <a:pt x="42456" y="965"/>
                </a:cubicBezTo>
                <a:cubicBezTo>
                  <a:pt x="42346" y="965"/>
                  <a:pt x="42309" y="814"/>
                  <a:pt x="42205" y="676"/>
                </a:cubicBezTo>
                <a:lnTo>
                  <a:pt x="42168" y="676"/>
                </a:lnTo>
                <a:cubicBezTo>
                  <a:pt x="42058" y="676"/>
                  <a:pt x="42021" y="589"/>
                  <a:pt x="41947" y="589"/>
                </a:cubicBezTo>
                <a:cubicBezTo>
                  <a:pt x="41911" y="589"/>
                  <a:pt x="41911" y="589"/>
                  <a:pt x="41874" y="589"/>
                </a:cubicBezTo>
                <a:cubicBezTo>
                  <a:pt x="41837" y="676"/>
                  <a:pt x="41800" y="676"/>
                  <a:pt x="41800" y="676"/>
                </a:cubicBezTo>
                <a:cubicBezTo>
                  <a:pt x="41764" y="676"/>
                  <a:pt x="41764" y="739"/>
                  <a:pt x="41733" y="814"/>
                </a:cubicBezTo>
                <a:cubicBezTo>
                  <a:pt x="41733" y="814"/>
                  <a:pt x="41696" y="889"/>
                  <a:pt x="41660" y="889"/>
                </a:cubicBezTo>
                <a:cubicBezTo>
                  <a:pt x="41586" y="889"/>
                  <a:pt x="41549" y="889"/>
                  <a:pt x="41513" y="889"/>
                </a:cubicBezTo>
                <a:cubicBezTo>
                  <a:pt x="41439" y="889"/>
                  <a:pt x="41439" y="889"/>
                  <a:pt x="41439" y="889"/>
                </a:cubicBezTo>
                <a:cubicBezTo>
                  <a:pt x="41402" y="889"/>
                  <a:pt x="41402" y="889"/>
                  <a:pt x="41366" y="889"/>
                </a:cubicBezTo>
                <a:cubicBezTo>
                  <a:pt x="41329" y="889"/>
                  <a:pt x="41292" y="739"/>
                  <a:pt x="41255" y="739"/>
                </a:cubicBezTo>
                <a:cubicBezTo>
                  <a:pt x="41188" y="739"/>
                  <a:pt x="41151" y="814"/>
                  <a:pt x="41078" y="889"/>
                </a:cubicBezTo>
                <a:cubicBezTo>
                  <a:pt x="40967" y="889"/>
                  <a:pt x="40894" y="814"/>
                  <a:pt x="40784" y="814"/>
                </a:cubicBezTo>
                <a:lnTo>
                  <a:pt x="40747" y="814"/>
                </a:lnTo>
                <a:lnTo>
                  <a:pt x="40710" y="889"/>
                </a:lnTo>
                <a:lnTo>
                  <a:pt x="40679" y="889"/>
                </a:lnTo>
                <a:lnTo>
                  <a:pt x="40643" y="889"/>
                </a:lnTo>
                <a:cubicBezTo>
                  <a:pt x="40606" y="889"/>
                  <a:pt x="40569" y="965"/>
                  <a:pt x="40569" y="965"/>
                </a:cubicBezTo>
                <a:cubicBezTo>
                  <a:pt x="40532" y="965"/>
                  <a:pt x="40496" y="1040"/>
                  <a:pt x="40459" y="1040"/>
                </a:cubicBezTo>
                <a:cubicBezTo>
                  <a:pt x="40459" y="1115"/>
                  <a:pt x="40496" y="1115"/>
                  <a:pt x="40496" y="1190"/>
                </a:cubicBezTo>
                <a:cubicBezTo>
                  <a:pt x="40532" y="1265"/>
                  <a:pt x="40532" y="1265"/>
                  <a:pt x="40532" y="1265"/>
                </a:cubicBezTo>
                <a:cubicBezTo>
                  <a:pt x="40569" y="1265"/>
                  <a:pt x="40569" y="1265"/>
                  <a:pt x="40569" y="1340"/>
                </a:cubicBezTo>
                <a:cubicBezTo>
                  <a:pt x="40606" y="1340"/>
                  <a:pt x="40606" y="1265"/>
                  <a:pt x="40643" y="1340"/>
                </a:cubicBezTo>
                <a:cubicBezTo>
                  <a:pt x="40679" y="1340"/>
                  <a:pt x="40679" y="1340"/>
                  <a:pt x="40710" y="1416"/>
                </a:cubicBezTo>
                <a:cubicBezTo>
                  <a:pt x="40747" y="1416"/>
                  <a:pt x="40747" y="1416"/>
                  <a:pt x="40747" y="1491"/>
                </a:cubicBezTo>
                <a:cubicBezTo>
                  <a:pt x="40784" y="1491"/>
                  <a:pt x="40784" y="1491"/>
                  <a:pt x="40784" y="1566"/>
                </a:cubicBezTo>
                <a:cubicBezTo>
                  <a:pt x="40784" y="1566"/>
                  <a:pt x="40820" y="1566"/>
                  <a:pt x="40820" y="1641"/>
                </a:cubicBezTo>
                <a:cubicBezTo>
                  <a:pt x="40820" y="1641"/>
                  <a:pt x="40820" y="1704"/>
                  <a:pt x="40820" y="1779"/>
                </a:cubicBezTo>
                <a:cubicBezTo>
                  <a:pt x="40857" y="1854"/>
                  <a:pt x="40820" y="1854"/>
                  <a:pt x="40820" y="1930"/>
                </a:cubicBezTo>
                <a:cubicBezTo>
                  <a:pt x="40784" y="1854"/>
                  <a:pt x="40784" y="1854"/>
                  <a:pt x="40784" y="1854"/>
                </a:cubicBezTo>
                <a:lnTo>
                  <a:pt x="40784" y="1854"/>
                </a:lnTo>
                <a:cubicBezTo>
                  <a:pt x="40747" y="1779"/>
                  <a:pt x="40747" y="1779"/>
                  <a:pt x="40747" y="1779"/>
                </a:cubicBezTo>
                <a:cubicBezTo>
                  <a:pt x="40747" y="1704"/>
                  <a:pt x="40710" y="1779"/>
                  <a:pt x="40710" y="1779"/>
                </a:cubicBezTo>
                <a:cubicBezTo>
                  <a:pt x="40710" y="1704"/>
                  <a:pt x="40679" y="1704"/>
                  <a:pt x="40679" y="1704"/>
                </a:cubicBezTo>
                <a:cubicBezTo>
                  <a:pt x="40643" y="1704"/>
                  <a:pt x="40643" y="1704"/>
                  <a:pt x="40643" y="1704"/>
                </a:cubicBezTo>
                <a:cubicBezTo>
                  <a:pt x="40606" y="1704"/>
                  <a:pt x="40606" y="1641"/>
                  <a:pt x="40569" y="1641"/>
                </a:cubicBezTo>
                <a:cubicBezTo>
                  <a:pt x="40569" y="1641"/>
                  <a:pt x="40569" y="1641"/>
                  <a:pt x="40532" y="1641"/>
                </a:cubicBezTo>
                <a:cubicBezTo>
                  <a:pt x="40532" y="1641"/>
                  <a:pt x="40532" y="1641"/>
                  <a:pt x="40496" y="1641"/>
                </a:cubicBezTo>
                <a:cubicBezTo>
                  <a:pt x="40496" y="1566"/>
                  <a:pt x="40496" y="1566"/>
                  <a:pt x="40459" y="1566"/>
                </a:cubicBezTo>
                <a:cubicBezTo>
                  <a:pt x="40459" y="1566"/>
                  <a:pt x="40459" y="1566"/>
                  <a:pt x="40422" y="1566"/>
                </a:cubicBezTo>
                <a:lnTo>
                  <a:pt x="40385" y="1566"/>
                </a:lnTo>
                <a:cubicBezTo>
                  <a:pt x="40349" y="1566"/>
                  <a:pt x="40349" y="1566"/>
                  <a:pt x="40312" y="1566"/>
                </a:cubicBezTo>
                <a:cubicBezTo>
                  <a:pt x="40275" y="1566"/>
                  <a:pt x="40275" y="1566"/>
                  <a:pt x="40238" y="1566"/>
                </a:cubicBezTo>
                <a:cubicBezTo>
                  <a:pt x="40238" y="1566"/>
                  <a:pt x="40202" y="1566"/>
                  <a:pt x="40202" y="1641"/>
                </a:cubicBezTo>
                <a:cubicBezTo>
                  <a:pt x="40202" y="1641"/>
                  <a:pt x="40202" y="1641"/>
                  <a:pt x="40202" y="1704"/>
                </a:cubicBezTo>
                <a:cubicBezTo>
                  <a:pt x="40202" y="1704"/>
                  <a:pt x="40202" y="1704"/>
                  <a:pt x="40202" y="1779"/>
                </a:cubicBezTo>
                <a:cubicBezTo>
                  <a:pt x="40202" y="1854"/>
                  <a:pt x="40202" y="1854"/>
                  <a:pt x="40238" y="1930"/>
                </a:cubicBezTo>
                <a:cubicBezTo>
                  <a:pt x="40238" y="1930"/>
                  <a:pt x="40238" y="1930"/>
                  <a:pt x="40275" y="2005"/>
                </a:cubicBezTo>
                <a:cubicBezTo>
                  <a:pt x="40275" y="2005"/>
                  <a:pt x="40275" y="2005"/>
                  <a:pt x="40312" y="2080"/>
                </a:cubicBezTo>
                <a:cubicBezTo>
                  <a:pt x="40349" y="2080"/>
                  <a:pt x="40349" y="2080"/>
                  <a:pt x="40385" y="2155"/>
                </a:cubicBezTo>
                <a:cubicBezTo>
                  <a:pt x="40422" y="2155"/>
                  <a:pt x="40459" y="2155"/>
                  <a:pt x="40459" y="2230"/>
                </a:cubicBezTo>
                <a:cubicBezTo>
                  <a:pt x="40496" y="2230"/>
                  <a:pt x="40496" y="2230"/>
                  <a:pt x="40496" y="2230"/>
                </a:cubicBezTo>
                <a:cubicBezTo>
                  <a:pt x="40532" y="2230"/>
                  <a:pt x="40532" y="2230"/>
                  <a:pt x="40532" y="2230"/>
                </a:cubicBezTo>
                <a:cubicBezTo>
                  <a:pt x="40569" y="2230"/>
                  <a:pt x="40569" y="2230"/>
                  <a:pt x="40569" y="2306"/>
                </a:cubicBezTo>
                <a:cubicBezTo>
                  <a:pt x="40606" y="2306"/>
                  <a:pt x="40643" y="2306"/>
                  <a:pt x="40679" y="2306"/>
                </a:cubicBezTo>
                <a:cubicBezTo>
                  <a:pt x="40747" y="2306"/>
                  <a:pt x="40747" y="2306"/>
                  <a:pt x="40747" y="2306"/>
                </a:cubicBezTo>
                <a:lnTo>
                  <a:pt x="40784" y="2306"/>
                </a:lnTo>
                <a:lnTo>
                  <a:pt x="40820" y="2306"/>
                </a:lnTo>
                <a:cubicBezTo>
                  <a:pt x="40820" y="2381"/>
                  <a:pt x="40857" y="2381"/>
                  <a:pt x="40857" y="2381"/>
                </a:cubicBezTo>
                <a:cubicBezTo>
                  <a:pt x="40894" y="2456"/>
                  <a:pt x="40894" y="2456"/>
                  <a:pt x="40931" y="2531"/>
                </a:cubicBezTo>
                <a:cubicBezTo>
                  <a:pt x="40931" y="2531"/>
                  <a:pt x="40931" y="2531"/>
                  <a:pt x="40967" y="2606"/>
                </a:cubicBezTo>
                <a:cubicBezTo>
                  <a:pt x="40967" y="2606"/>
                  <a:pt x="41004" y="2669"/>
                  <a:pt x="41004" y="2757"/>
                </a:cubicBezTo>
                <a:cubicBezTo>
                  <a:pt x="41041" y="2757"/>
                  <a:pt x="41041" y="2757"/>
                  <a:pt x="41041" y="2819"/>
                </a:cubicBezTo>
                <a:cubicBezTo>
                  <a:pt x="41041" y="2819"/>
                  <a:pt x="41078" y="2819"/>
                  <a:pt x="41078" y="2895"/>
                </a:cubicBezTo>
                <a:cubicBezTo>
                  <a:pt x="41078" y="2895"/>
                  <a:pt x="41078" y="2895"/>
                  <a:pt x="41078" y="2970"/>
                </a:cubicBezTo>
                <a:lnTo>
                  <a:pt x="41078" y="3045"/>
                </a:lnTo>
                <a:cubicBezTo>
                  <a:pt x="41078" y="3120"/>
                  <a:pt x="41078" y="3195"/>
                  <a:pt x="41041" y="3195"/>
                </a:cubicBezTo>
                <a:cubicBezTo>
                  <a:pt x="41041" y="3195"/>
                  <a:pt x="41041" y="3195"/>
                  <a:pt x="41004" y="3195"/>
                </a:cubicBezTo>
                <a:cubicBezTo>
                  <a:pt x="40967" y="3195"/>
                  <a:pt x="40967" y="3120"/>
                  <a:pt x="40931" y="3120"/>
                </a:cubicBezTo>
                <a:lnTo>
                  <a:pt x="40894" y="3120"/>
                </a:lnTo>
                <a:cubicBezTo>
                  <a:pt x="40857" y="3120"/>
                  <a:pt x="40857" y="3120"/>
                  <a:pt x="40857" y="3120"/>
                </a:cubicBezTo>
                <a:cubicBezTo>
                  <a:pt x="40820" y="3120"/>
                  <a:pt x="40820" y="3045"/>
                  <a:pt x="40784" y="3045"/>
                </a:cubicBezTo>
                <a:cubicBezTo>
                  <a:pt x="40747" y="3045"/>
                  <a:pt x="40747" y="2970"/>
                  <a:pt x="40710" y="2970"/>
                </a:cubicBezTo>
                <a:cubicBezTo>
                  <a:pt x="40710" y="2970"/>
                  <a:pt x="40710" y="2970"/>
                  <a:pt x="40679" y="2970"/>
                </a:cubicBezTo>
                <a:cubicBezTo>
                  <a:pt x="40679" y="2970"/>
                  <a:pt x="40679" y="2970"/>
                  <a:pt x="40643" y="2895"/>
                </a:cubicBezTo>
                <a:lnTo>
                  <a:pt x="40606" y="2895"/>
                </a:lnTo>
                <a:cubicBezTo>
                  <a:pt x="40569" y="2895"/>
                  <a:pt x="40569" y="2819"/>
                  <a:pt x="40532" y="2819"/>
                </a:cubicBezTo>
                <a:cubicBezTo>
                  <a:pt x="40532" y="2819"/>
                  <a:pt x="40532" y="2819"/>
                  <a:pt x="40496" y="2819"/>
                </a:cubicBezTo>
                <a:cubicBezTo>
                  <a:pt x="40459" y="2819"/>
                  <a:pt x="40422" y="2757"/>
                  <a:pt x="40385" y="2757"/>
                </a:cubicBezTo>
                <a:cubicBezTo>
                  <a:pt x="40349" y="2757"/>
                  <a:pt x="40349" y="2757"/>
                  <a:pt x="40312" y="2757"/>
                </a:cubicBezTo>
                <a:cubicBezTo>
                  <a:pt x="40275" y="2669"/>
                  <a:pt x="40275" y="2669"/>
                  <a:pt x="40238" y="2606"/>
                </a:cubicBezTo>
                <a:cubicBezTo>
                  <a:pt x="40202" y="2606"/>
                  <a:pt x="40202" y="2606"/>
                  <a:pt x="40202" y="2606"/>
                </a:cubicBezTo>
                <a:cubicBezTo>
                  <a:pt x="40171" y="2606"/>
                  <a:pt x="40171" y="2531"/>
                  <a:pt x="40171" y="2531"/>
                </a:cubicBezTo>
                <a:cubicBezTo>
                  <a:pt x="40134" y="2531"/>
                  <a:pt x="40134" y="2531"/>
                  <a:pt x="40134" y="2531"/>
                </a:cubicBezTo>
                <a:cubicBezTo>
                  <a:pt x="40098" y="2456"/>
                  <a:pt x="40098" y="2456"/>
                  <a:pt x="40061" y="2456"/>
                </a:cubicBezTo>
                <a:cubicBezTo>
                  <a:pt x="40061" y="2381"/>
                  <a:pt x="40024" y="2381"/>
                  <a:pt x="40024" y="2381"/>
                </a:cubicBezTo>
                <a:lnTo>
                  <a:pt x="39987" y="2306"/>
                </a:lnTo>
                <a:lnTo>
                  <a:pt x="39950" y="2230"/>
                </a:lnTo>
                <a:cubicBezTo>
                  <a:pt x="39914" y="2230"/>
                  <a:pt x="39914" y="2230"/>
                  <a:pt x="39914" y="2230"/>
                </a:cubicBezTo>
                <a:cubicBezTo>
                  <a:pt x="39877" y="2230"/>
                  <a:pt x="39877" y="2155"/>
                  <a:pt x="39877" y="2155"/>
                </a:cubicBezTo>
                <a:cubicBezTo>
                  <a:pt x="39840" y="2155"/>
                  <a:pt x="39840" y="2155"/>
                  <a:pt x="39840" y="2155"/>
                </a:cubicBezTo>
                <a:cubicBezTo>
                  <a:pt x="39803" y="2155"/>
                  <a:pt x="39803" y="2155"/>
                  <a:pt x="39767" y="2155"/>
                </a:cubicBezTo>
                <a:cubicBezTo>
                  <a:pt x="39626" y="2155"/>
                  <a:pt x="39626" y="2155"/>
                  <a:pt x="39626" y="2155"/>
                </a:cubicBezTo>
                <a:lnTo>
                  <a:pt x="39589" y="2155"/>
                </a:lnTo>
                <a:cubicBezTo>
                  <a:pt x="39552" y="2155"/>
                  <a:pt x="39516" y="2080"/>
                  <a:pt x="39516" y="2080"/>
                </a:cubicBezTo>
                <a:cubicBezTo>
                  <a:pt x="39479" y="2080"/>
                  <a:pt x="39442" y="2080"/>
                  <a:pt x="39442" y="2080"/>
                </a:cubicBezTo>
                <a:cubicBezTo>
                  <a:pt x="39405" y="2005"/>
                  <a:pt x="39369" y="1930"/>
                  <a:pt x="39332" y="1930"/>
                </a:cubicBezTo>
                <a:cubicBezTo>
                  <a:pt x="39185" y="1930"/>
                  <a:pt x="39117" y="2005"/>
                  <a:pt x="38970" y="2005"/>
                </a:cubicBezTo>
                <a:cubicBezTo>
                  <a:pt x="38970" y="2005"/>
                  <a:pt x="38970" y="2005"/>
                  <a:pt x="38970" y="2080"/>
                </a:cubicBezTo>
                <a:cubicBezTo>
                  <a:pt x="38970" y="2080"/>
                  <a:pt x="39007" y="2080"/>
                  <a:pt x="39007" y="2155"/>
                </a:cubicBezTo>
                <a:cubicBezTo>
                  <a:pt x="39044" y="2230"/>
                  <a:pt x="39044" y="2230"/>
                  <a:pt x="39081" y="2306"/>
                </a:cubicBezTo>
                <a:cubicBezTo>
                  <a:pt x="39117" y="2381"/>
                  <a:pt x="39117" y="2381"/>
                  <a:pt x="39148" y="2381"/>
                </a:cubicBezTo>
                <a:cubicBezTo>
                  <a:pt x="39148" y="2456"/>
                  <a:pt x="39185" y="2381"/>
                  <a:pt x="39185" y="2381"/>
                </a:cubicBezTo>
                <a:cubicBezTo>
                  <a:pt x="39222" y="2456"/>
                  <a:pt x="39222" y="2456"/>
                  <a:pt x="39222" y="2456"/>
                </a:cubicBezTo>
                <a:cubicBezTo>
                  <a:pt x="39258" y="2456"/>
                  <a:pt x="39258" y="2531"/>
                  <a:pt x="39258" y="2531"/>
                </a:cubicBezTo>
                <a:cubicBezTo>
                  <a:pt x="39258" y="2606"/>
                  <a:pt x="39295" y="2606"/>
                  <a:pt x="39332" y="2669"/>
                </a:cubicBezTo>
                <a:cubicBezTo>
                  <a:pt x="39332" y="2669"/>
                  <a:pt x="39332" y="2669"/>
                  <a:pt x="39369" y="2669"/>
                </a:cubicBezTo>
                <a:cubicBezTo>
                  <a:pt x="39369" y="2757"/>
                  <a:pt x="39369" y="2757"/>
                  <a:pt x="39369" y="2819"/>
                </a:cubicBezTo>
                <a:cubicBezTo>
                  <a:pt x="39405" y="2819"/>
                  <a:pt x="39405" y="2819"/>
                  <a:pt x="39442" y="2819"/>
                </a:cubicBezTo>
                <a:cubicBezTo>
                  <a:pt x="39442" y="2895"/>
                  <a:pt x="39442" y="2970"/>
                  <a:pt x="39479" y="2970"/>
                </a:cubicBezTo>
                <a:cubicBezTo>
                  <a:pt x="39479" y="3045"/>
                  <a:pt x="39479" y="3045"/>
                  <a:pt x="39479" y="3045"/>
                </a:cubicBezTo>
                <a:cubicBezTo>
                  <a:pt x="39479" y="3120"/>
                  <a:pt x="39479" y="3120"/>
                  <a:pt x="39516" y="3195"/>
                </a:cubicBezTo>
                <a:cubicBezTo>
                  <a:pt x="39516" y="3195"/>
                  <a:pt x="39516" y="3271"/>
                  <a:pt x="39516" y="3346"/>
                </a:cubicBezTo>
                <a:cubicBezTo>
                  <a:pt x="39516" y="3421"/>
                  <a:pt x="39516" y="3421"/>
                  <a:pt x="39516" y="3421"/>
                </a:cubicBezTo>
                <a:cubicBezTo>
                  <a:pt x="39442" y="3421"/>
                  <a:pt x="39442" y="3421"/>
                  <a:pt x="39442" y="3421"/>
                </a:cubicBezTo>
                <a:cubicBezTo>
                  <a:pt x="39405" y="3421"/>
                  <a:pt x="39405" y="3421"/>
                  <a:pt x="39405" y="3421"/>
                </a:cubicBezTo>
                <a:cubicBezTo>
                  <a:pt x="39369" y="3421"/>
                  <a:pt x="39369" y="3421"/>
                  <a:pt x="39332" y="3346"/>
                </a:cubicBezTo>
                <a:cubicBezTo>
                  <a:pt x="39332" y="3346"/>
                  <a:pt x="39332" y="3346"/>
                  <a:pt x="39332" y="3271"/>
                </a:cubicBezTo>
                <a:cubicBezTo>
                  <a:pt x="39295" y="3271"/>
                  <a:pt x="39258" y="3271"/>
                  <a:pt x="39258" y="3271"/>
                </a:cubicBezTo>
                <a:lnTo>
                  <a:pt x="39258" y="3195"/>
                </a:lnTo>
                <a:cubicBezTo>
                  <a:pt x="39222" y="3195"/>
                  <a:pt x="39222" y="3195"/>
                  <a:pt x="39222" y="3120"/>
                </a:cubicBezTo>
                <a:cubicBezTo>
                  <a:pt x="39185" y="3120"/>
                  <a:pt x="39185" y="3120"/>
                  <a:pt x="39148" y="3045"/>
                </a:cubicBezTo>
                <a:cubicBezTo>
                  <a:pt x="39148" y="3045"/>
                  <a:pt x="39117" y="3045"/>
                  <a:pt x="39117" y="2970"/>
                </a:cubicBezTo>
                <a:cubicBezTo>
                  <a:pt x="39117" y="2970"/>
                  <a:pt x="39081" y="2970"/>
                  <a:pt x="39081" y="2895"/>
                </a:cubicBezTo>
                <a:cubicBezTo>
                  <a:pt x="39044" y="2895"/>
                  <a:pt x="39007" y="2819"/>
                  <a:pt x="38970" y="2819"/>
                </a:cubicBezTo>
                <a:cubicBezTo>
                  <a:pt x="38970" y="2819"/>
                  <a:pt x="38970" y="2757"/>
                  <a:pt x="38934" y="2757"/>
                </a:cubicBezTo>
                <a:cubicBezTo>
                  <a:pt x="38934" y="2757"/>
                  <a:pt x="38934" y="2757"/>
                  <a:pt x="38897" y="2757"/>
                </a:cubicBezTo>
                <a:cubicBezTo>
                  <a:pt x="38897" y="2669"/>
                  <a:pt x="38897" y="2669"/>
                  <a:pt x="38860" y="2669"/>
                </a:cubicBezTo>
                <a:cubicBezTo>
                  <a:pt x="38860" y="2606"/>
                  <a:pt x="38823" y="2606"/>
                  <a:pt x="38823" y="2531"/>
                </a:cubicBezTo>
                <a:cubicBezTo>
                  <a:pt x="38787" y="2531"/>
                  <a:pt x="38787" y="2531"/>
                  <a:pt x="38787" y="2531"/>
                </a:cubicBezTo>
                <a:cubicBezTo>
                  <a:pt x="38750" y="2531"/>
                  <a:pt x="38750" y="2531"/>
                  <a:pt x="38750" y="2531"/>
                </a:cubicBezTo>
                <a:cubicBezTo>
                  <a:pt x="38713" y="2531"/>
                  <a:pt x="38676" y="2531"/>
                  <a:pt x="38646" y="2456"/>
                </a:cubicBezTo>
                <a:lnTo>
                  <a:pt x="38609" y="2456"/>
                </a:lnTo>
                <a:cubicBezTo>
                  <a:pt x="38609" y="2381"/>
                  <a:pt x="38609" y="2381"/>
                  <a:pt x="38609" y="2306"/>
                </a:cubicBezTo>
                <a:lnTo>
                  <a:pt x="38572" y="2306"/>
                </a:lnTo>
                <a:cubicBezTo>
                  <a:pt x="38572" y="2230"/>
                  <a:pt x="38535" y="2230"/>
                  <a:pt x="38535" y="2230"/>
                </a:cubicBezTo>
                <a:cubicBezTo>
                  <a:pt x="38499" y="2230"/>
                  <a:pt x="38499" y="2230"/>
                  <a:pt x="38462" y="2230"/>
                </a:cubicBezTo>
                <a:cubicBezTo>
                  <a:pt x="38462" y="2230"/>
                  <a:pt x="38462" y="2230"/>
                  <a:pt x="38425" y="2230"/>
                </a:cubicBezTo>
                <a:cubicBezTo>
                  <a:pt x="38425" y="2230"/>
                  <a:pt x="38388" y="2155"/>
                  <a:pt x="38352" y="2155"/>
                </a:cubicBezTo>
                <a:cubicBezTo>
                  <a:pt x="38241" y="2155"/>
                  <a:pt x="38241" y="2155"/>
                  <a:pt x="38241" y="2155"/>
                </a:cubicBezTo>
                <a:cubicBezTo>
                  <a:pt x="38241" y="2306"/>
                  <a:pt x="38241" y="2306"/>
                  <a:pt x="38241" y="2306"/>
                </a:cubicBezTo>
                <a:cubicBezTo>
                  <a:pt x="38241" y="2381"/>
                  <a:pt x="38241" y="2381"/>
                  <a:pt x="38278" y="2456"/>
                </a:cubicBezTo>
                <a:cubicBezTo>
                  <a:pt x="38278" y="2531"/>
                  <a:pt x="38315" y="2606"/>
                  <a:pt x="38315" y="2669"/>
                </a:cubicBezTo>
                <a:cubicBezTo>
                  <a:pt x="38352" y="2669"/>
                  <a:pt x="38352" y="2757"/>
                  <a:pt x="38352" y="2757"/>
                </a:cubicBezTo>
                <a:cubicBezTo>
                  <a:pt x="38352" y="2819"/>
                  <a:pt x="38352" y="2819"/>
                  <a:pt x="38352" y="2895"/>
                </a:cubicBezTo>
                <a:cubicBezTo>
                  <a:pt x="38315" y="2895"/>
                  <a:pt x="38352" y="2895"/>
                  <a:pt x="38352" y="2970"/>
                </a:cubicBezTo>
                <a:lnTo>
                  <a:pt x="38315" y="3045"/>
                </a:lnTo>
                <a:cubicBezTo>
                  <a:pt x="38315" y="3120"/>
                  <a:pt x="38315" y="3120"/>
                  <a:pt x="38315" y="3120"/>
                </a:cubicBezTo>
                <a:cubicBezTo>
                  <a:pt x="38315" y="3120"/>
                  <a:pt x="38315" y="3120"/>
                  <a:pt x="38315" y="3195"/>
                </a:cubicBezTo>
                <a:cubicBezTo>
                  <a:pt x="38278" y="3271"/>
                  <a:pt x="38278" y="3346"/>
                  <a:pt x="38241" y="3496"/>
                </a:cubicBezTo>
                <a:lnTo>
                  <a:pt x="38241" y="3571"/>
                </a:lnTo>
                <a:cubicBezTo>
                  <a:pt x="38241" y="3571"/>
                  <a:pt x="38241" y="3646"/>
                  <a:pt x="38205" y="3646"/>
                </a:cubicBezTo>
                <a:cubicBezTo>
                  <a:pt x="38205" y="3646"/>
                  <a:pt x="38205" y="3646"/>
                  <a:pt x="38168" y="3646"/>
                </a:cubicBezTo>
                <a:cubicBezTo>
                  <a:pt x="38131" y="3646"/>
                  <a:pt x="38131" y="3646"/>
                  <a:pt x="38101" y="3646"/>
                </a:cubicBezTo>
                <a:lnTo>
                  <a:pt x="38064" y="3571"/>
                </a:lnTo>
                <a:cubicBezTo>
                  <a:pt x="38027" y="3571"/>
                  <a:pt x="37990" y="3496"/>
                  <a:pt x="37990" y="3421"/>
                </a:cubicBezTo>
                <a:cubicBezTo>
                  <a:pt x="37990" y="3421"/>
                  <a:pt x="37990" y="3421"/>
                  <a:pt x="37990" y="3346"/>
                </a:cubicBezTo>
                <a:cubicBezTo>
                  <a:pt x="37990" y="3346"/>
                  <a:pt x="37990" y="3271"/>
                  <a:pt x="37990" y="3195"/>
                </a:cubicBezTo>
                <a:cubicBezTo>
                  <a:pt x="37990" y="3195"/>
                  <a:pt x="38027" y="3195"/>
                  <a:pt x="38027" y="3120"/>
                </a:cubicBezTo>
                <a:cubicBezTo>
                  <a:pt x="38064" y="3045"/>
                  <a:pt x="38064" y="3045"/>
                  <a:pt x="38101" y="2970"/>
                </a:cubicBezTo>
                <a:cubicBezTo>
                  <a:pt x="38101" y="2970"/>
                  <a:pt x="38131" y="2970"/>
                  <a:pt x="38131" y="2895"/>
                </a:cubicBezTo>
                <a:cubicBezTo>
                  <a:pt x="38131" y="2895"/>
                  <a:pt x="38131" y="2895"/>
                  <a:pt x="38131" y="2819"/>
                </a:cubicBezTo>
                <a:cubicBezTo>
                  <a:pt x="38131" y="2819"/>
                  <a:pt x="38131" y="2819"/>
                  <a:pt x="38131" y="2757"/>
                </a:cubicBezTo>
                <a:cubicBezTo>
                  <a:pt x="38131" y="2757"/>
                  <a:pt x="38101" y="2757"/>
                  <a:pt x="38101" y="2669"/>
                </a:cubicBezTo>
                <a:cubicBezTo>
                  <a:pt x="38101" y="2669"/>
                  <a:pt x="38101" y="2606"/>
                  <a:pt x="38064" y="2606"/>
                </a:cubicBezTo>
                <a:cubicBezTo>
                  <a:pt x="38064" y="2531"/>
                  <a:pt x="38027" y="2531"/>
                  <a:pt x="38027" y="2531"/>
                </a:cubicBezTo>
                <a:cubicBezTo>
                  <a:pt x="38027" y="2456"/>
                  <a:pt x="38027" y="2456"/>
                  <a:pt x="38027" y="2456"/>
                </a:cubicBezTo>
                <a:lnTo>
                  <a:pt x="38064" y="2381"/>
                </a:lnTo>
                <a:cubicBezTo>
                  <a:pt x="38027" y="2306"/>
                  <a:pt x="38027" y="2306"/>
                  <a:pt x="37990" y="2230"/>
                </a:cubicBezTo>
                <a:cubicBezTo>
                  <a:pt x="37990" y="2230"/>
                  <a:pt x="37990" y="2230"/>
                  <a:pt x="37954" y="2155"/>
                </a:cubicBezTo>
                <a:cubicBezTo>
                  <a:pt x="37954" y="2155"/>
                  <a:pt x="37917" y="2155"/>
                  <a:pt x="37917" y="2080"/>
                </a:cubicBezTo>
                <a:lnTo>
                  <a:pt x="37880" y="2080"/>
                </a:lnTo>
                <a:cubicBezTo>
                  <a:pt x="37843" y="2005"/>
                  <a:pt x="37843" y="2005"/>
                  <a:pt x="37843" y="2005"/>
                </a:cubicBezTo>
                <a:cubicBezTo>
                  <a:pt x="37807" y="1930"/>
                  <a:pt x="37807" y="2005"/>
                  <a:pt x="37770" y="2005"/>
                </a:cubicBezTo>
                <a:lnTo>
                  <a:pt x="37733" y="2005"/>
                </a:lnTo>
                <a:cubicBezTo>
                  <a:pt x="37696" y="2005"/>
                  <a:pt x="37696" y="2005"/>
                  <a:pt x="37696" y="2005"/>
                </a:cubicBezTo>
                <a:cubicBezTo>
                  <a:pt x="37660" y="2005"/>
                  <a:pt x="37629" y="2005"/>
                  <a:pt x="37629" y="2080"/>
                </a:cubicBezTo>
                <a:cubicBezTo>
                  <a:pt x="37586" y="2080"/>
                  <a:pt x="37586" y="2080"/>
                  <a:pt x="37586" y="2080"/>
                </a:cubicBezTo>
                <a:cubicBezTo>
                  <a:pt x="37555" y="2080"/>
                  <a:pt x="37519" y="2155"/>
                  <a:pt x="37482" y="2155"/>
                </a:cubicBezTo>
                <a:cubicBezTo>
                  <a:pt x="37482" y="2230"/>
                  <a:pt x="37482" y="2230"/>
                  <a:pt x="37445" y="2230"/>
                </a:cubicBezTo>
                <a:cubicBezTo>
                  <a:pt x="37445" y="2230"/>
                  <a:pt x="37445" y="2306"/>
                  <a:pt x="37408" y="2306"/>
                </a:cubicBezTo>
                <a:cubicBezTo>
                  <a:pt x="37408" y="2306"/>
                  <a:pt x="37408" y="2306"/>
                  <a:pt x="37372" y="2306"/>
                </a:cubicBezTo>
                <a:cubicBezTo>
                  <a:pt x="37372" y="2306"/>
                  <a:pt x="37372" y="2306"/>
                  <a:pt x="37335" y="2306"/>
                </a:cubicBezTo>
                <a:cubicBezTo>
                  <a:pt x="37335" y="2306"/>
                  <a:pt x="37335" y="2381"/>
                  <a:pt x="37298" y="2381"/>
                </a:cubicBezTo>
                <a:lnTo>
                  <a:pt x="37261" y="2381"/>
                </a:lnTo>
                <a:cubicBezTo>
                  <a:pt x="37225" y="2381"/>
                  <a:pt x="37225" y="2456"/>
                  <a:pt x="37225" y="2456"/>
                </a:cubicBezTo>
                <a:cubicBezTo>
                  <a:pt x="37188" y="2456"/>
                  <a:pt x="37151" y="2456"/>
                  <a:pt x="37151" y="2456"/>
                </a:cubicBezTo>
                <a:cubicBezTo>
                  <a:pt x="37114" y="2456"/>
                  <a:pt x="37114" y="2456"/>
                  <a:pt x="37114" y="2456"/>
                </a:cubicBezTo>
                <a:cubicBezTo>
                  <a:pt x="36900" y="2456"/>
                  <a:pt x="36900" y="2456"/>
                  <a:pt x="36900" y="2456"/>
                </a:cubicBezTo>
                <a:cubicBezTo>
                  <a:pt x="36863" y="2456"/>
                  <a:pt x="36863" y="2456"/>
                  <a:pt x="36863" y="2456"/>
                </a:cubicBezTo>
                <a:cubicBezTo>
                  <a:pt x="36826" y="2456"/>
                  <a:pt x="36826" y="2456"/>
                  <a:pt x="36790" y="2531"/>
                </a:cubicBezTo>
                <a:cubicBezTo>
                  <a:pt x="36790" y="2531"/>
                  <a:pt x="36790" y="2531"/>
                  <a:pt x="36753" y="2531"/>
                </a:cubicBezTo>
                <a:cubicBezTo>
                  <a:pt x="36753" y="2531"/>
                  <a:pt x="36716" y="2606"/>
                  <a:pt x="36679" y="2606"/>
                </a:cubicBezTo>
                <a:lnTo>
                  <a:pt x="36679" y="2606"/>
                </a:lnTo>
                <a:cubicBezTo>
                  <a:pt x="36643" y="2606"/>
                  <a:pt x="36643" y="2531"/>
                  <a:pt x="36612" y="2531"/>
                </a:cubicBezTo>
                <a:cubicBezTo>
                  <a:pt x="36539" y="2531"/>
                  <a:pt x="36502" y="2606"/>
                  <a:pt x="36428" y="2606"/>
                </a:cubicBezTo>
                <a:cubicBezTo>
                  <a:pt x="36392" y="2606"/>
                  <a:pt x="36392" y="2606"/>
                  <a:pt x="36355" y="2606"/>
                </a:cubicBezTo>
                <a:cubicBezTo>
                  <a:pt x="36355" y="2606"/>
                  <a:pt x="36355" y="2606"/>
                  <a:pt x="36318" y="2606"/>
                </a:cubicBezTo>
                <a:cubicBezTo>
                  <a:pt x="36318" y="2606"/>
                  <a:pt x="36318" y="2669"/>
                  <a:pt x="36281" y="2669"/>
                </a:cubicBezTo>
                <a:cubicBezTo>
                  <a:pt x="36281" y="2669"/>
                  <a:pt x="36318" y="2757"/>
                  <a:pt x="36281" y="2757"/>
                </a:cubicBezTo>
                <a:cubicBezTo>
                  <a:pt x="36318" y="2757"/>
                  <a:pt x="36318" y="2819"/>
                  <a:pt x="36318" y="2819"/>
                </a:cubicBezTo>
                <a:lnTo>
                  <a:pt x="36355" y="2819"/>
                </a:lnTo>
                <a:cubicBezTo>
                  <a:pt x="36355" y="2819"/>
                  <a:pt x="36355" y="2819"/>
                  <a:pt x="36392" y="2819"/>
                </a:cubicBezTo>
                <a:cubicBezTo>
                  <a:pt x="36428" y="2895"/>
                  <a:pt x="36428" y="2819"/>
                  <a:pt x="36465" y="2819"/>
                </a:cubicBezTo>
                <a:cubicBezTo>
                  <a:pt x="36502" y="2895"/>
                  <a:pt x="36502" y="2895"/>
                  <a:pt x="36502" y="2895"/>
                </a:cubicBezTo>
                <a:cubicBezTo>
                  <a:pt x="36539" y="2895"/>
                  <a:pt x="36539" y="2895"/>
                  <a:pt x="36569" y="2970"/>
                </a:cubicBezTo>
                <a:cubicBezTo>
                  <a:pt x="36569" y="2970"/>
                  <a:pt x="36569" y="2970"/>
                  <a:pt x="36612" y="3045"/>
                </a:cubicBezTo>
                <a:cubicBezTo>
                  <a:pt x="36612" y="3045"/>
                  <a:pt x="36612" y="3045"/>
                  <a:pt x="36612" y="3120"/>
                </a:cubicBezTo>
                <a:cubicBezTo>
                  <a:pt x="36612" y="3120"/>
                  <a:pt x="36643" y="3120"/>
                  <a:pt x="36643" y="3195"/>
                </a:cubicBezTo>
                <a:cubicBezTo>
                  <a:pt x="36643" y="3195"/>
                  <a:pt x="36643" y="3271"/>
                  <a:pt x="36679" y="3271"/>
                </a:cubicBezTo>
                <a:cubicBezTo>
                  <a:pt x="36679" y="3271"/>
                  <a:pt x="36679" y="3271"/>
                  <a:pt x="36716" y="3271"/>
                </a:cubicBezTo>
                <a:cubicBezTo>
                  <a:pt x="36753" y="3271"/>
                  <a:pt x="36753" y="3346"/>
                  <a:pt x="36790" y="3346"/>
                </a:cubicBezTo>
                <a:cubicBezTo>
                  <a:pt x="36790" y="3346"/>
                  <a:pt x="36790" y="3346"/>
                  <a:pt x="36826" y="3346"/>
                </a:cubicBezTo>
                <a:cubicBezTo>
                  <a:pt x="36826" y="3346"/>
                  <a:pt x="36863" y="3346"/>
                  <a:pt x="36900" y="3346"/>
                </a:cubicBezTo>
                <a:cubicBezTo>
                  <a:pt x="36900" y="3346"/>
                  <a:pt x="36900" y="3346"/>
                  <a:pt x="36937" y="3346"/>
                </a:cubicBezTo>
                <a:cubicBezTo>
                  <a:pt x="36937" y="3421"/>
                  <a:pt x="36937" y="3421"/>
                  <a:pt x="36973" y="3421"/>
                </a:cubicBezTo>
                <a:cubicBezTo>
                  <a:pt x="36973" y="3496"/>
                  <a:pt x="37010" y="3496"/>
                  <a:pt x="37010" y="3496"/>
                </a:cubicBezTo>
                <a:cubicBezTo>
                  <a:pt x="37047" y="3496"/>
                  <a:pt x="37047" y="3571"/>
                  <a:pt x="37047" y="3571"/>
                </a:cubicBezTo>
                <a:cubicBezTo>
                  <a:pt x="37084" y="3571"/>
                  <a:pt x="37084" y="3571"/>
                  <a:pt x="37084" y="3571"/>
                </a:cubicBezTo>
                <a:cubicBezTo>
                  <a:pt x="37114" y="3646"/>
                  <a:pt x="37114" y="3646"/>
                  <a:pt x="37151" y="3722"/>
                </a:cubicBezTo>
                <a:cubicBezTo>
                  <a:pt x="37114" y="3784"/>
                  <a:pt x="37114" y="3784"/>
                  <a:pt x="37114" y="3784"/>
                </a:cubicBezTo>
                <a:cubicBezTo>
                  <a:pt x="36973" y="3784"/>
                  <a:pt x="36973" y="3784"/>
                  <a:pt x="36973" y="3784"/>
                </a:cubicBezTo>
                <a:cubicBezTo>
                  <a:pt x="36973" y="3784"/>
                  <a:pt x="36973" y="3722"/>
                  <a:pt x="36937" y="3722"/>
                </a:cubicBezTo>
                <a:cubicBezTo>
                  <a:pt x="36937" y="3722"/>
                  <a:pt x="36937" y="3722"/>
                  <a:pt x="36900" y="3722"/>
                </a:cubicBezTo>
                <a:cubicBezTo>
                  <a:pt x="36900" y="3722"/>
                  <a:pt x="36900" y="3722"/>
                  <a:pt x="36863" y="3722"/>
                </a:cubicBezTo>
                <a:cubicBezTo>
                  <a:pt x="36826" y="3646"/>
                  <a:pt x="36826" y="3646"/>
                  <a:pt x="36790" y="3646"/>
                </a:cubicBezTo>
                <a:cubicBezTo>
                  <a:pt x="36753" y="3646"/>
                  <a:pt x="36753" y="3571"/>
                  <a:pt x="36753" y="3571"/>
                </a:cubicBezTo>
                <a:cubicBezTo>
                  <a:pt x="36716" y="3571"/>
                  <a:pt x="36716" y="3496"/>
                  <a:pt x="36716" y="3496"/>
                </a:cubicBezTo>
                <a:cubicBezTo>
                  <a:pt x="36679" y="3496"/>
                  <a:pt x="36679" y="3496"/>
                  <a:pt x="36679" y="3421"/>
                </a:cubicBezTo>
                <a:cubicBezTo>
                  <a:pt x="36643" y="3421"/>
                  <a:pt x="36643" y="3421"/>
                  <a:pt x="36643" y="3346"/>
                </a:cubicBezTo>
                <a:cubicBezTo>
                  <a:pt x="36569" y="3346"/>
                  <a:pt x="36569" y="3421"/>
                  <a:pt x="36502" y="3346"/>
                </a:cubicBezTo>
                <a:cubicBezTo>
                  <a:pt x="36502" y="3346"/>
                  <a:pt x="36502" y="3346"/>
                  <a:pt x="36465" y="3346"/>
                </a:cubicBezTo>
                <a:cubicBezTo>
                  <a:pt x="36428" y="3346"/>
                  <a:pt x="36428" y="3346"/>
                  <a:pt x="36428" y="3346"/>
                </a:cubicBezTo>
                <a:cubicBezTo>
                  <a:pt x="36428" y="3346"/>
                  <a:pt x="36428" y="3346"/>
                  <a:pt x="36392" y="3346"/>
                </a:cubicBezTo>
                <a:cubicBezTo>
                  <a:pt x="36355" y="3346"/>
                  <a:pt x="36355" y="3271"/>
                  <a:pt x="36355" y="3271"/>
                </a:cubicBezTo>
                <a:cubicBezTo>
                  <a:pt x="36318" y="3195"/>
                  <a:pt x="36318" y="3195"/>
                  <a:pt x="36281" y="3195"/>
                </a:cubicBezTo>
                <a:cubicBezTo>
                  <a:pt x="36245" y="3195"/>
                  <a:pt x="36245" y="3195"/>
                  <a:pt x="36245" y="3195"/>
                </a:cubicBezTo>
                <a:cubicBezTo>
                  <a:pt x="36208" y="3120"/>
                  <a:pt x="36171" y="3120"/>
                  <a:pt x="36134" y="3120"/>
                </a:cubicBezTo>
                <a:cubicBezTo>
                  <a:pt x="36134" y="3045"/>
                  <a:pt x="36134" y="3045"/>
                  <a:pt x="36098" y="3045"/>
                </a:cubicBezTo>
                <a:cubicBezTo>
                  <a:pt x="36098" y="2970"/>
                  <a:pt x="36067" y="2970"/>
                  <a:pt x="36067" y="2970"/>
                </a:cubicBezTo>
                <a:cubicBezTo>
                  <a:pt x="36067" y="2895"/>
                  <a:pt x="36067" y="2895"/>
                  <a:pt x="36067" y="2895"/>
                </a:cubicBezTo>
                <a:cubicBezTo>
                  <a:pt x="36030" y="2819"/>
                  <a:pt x="36030" y="2819"/>
                  <a:pt x="36030" y="2819"/>
                </a:cubicBezTo>
                <a:cubicBezTo>
                  <a:pt x="35993" y="2819"/>
                  <a:pt x="35993" y="2819"/>
                  <a:pt x="35993" y="2819"/>
                </a:cubicBezTo>
                <a:cubicBezTo>
                  <a:pt x="35920" y="2819"/>
                  <a:pt x="35883" y="2819"/>
                  <a:pt x="35846" y="2895"/>
                </a:cubicBezTo>
                <a:cubicBezTo>
                  <a:pt x="35810" y="2895"/>
                  <a:pt x="35810" y="2895"/>
                  <a:pt x="35810" y="2895"/>
                </a:cubicBezTo>
                <a:cubicBezTo>
                  <a:pt x="35773" y="2895"/>
                  <a:pt x="35773" y="2895"/>
                  <a:pt x="35773" y="2970"/>
                </a:cubicBezTo>
                <a:cubicBezTo>
                  <a:pt x="35736" y="2970"/>
                  <a:pt x="35736" y="2970"/>
                  <a:pt x="35736" y="2970"/>
                </a:cubicBezTo>
                <a:cubicBezTo>
                  <a:pt x="35699" y="3045"/>
                  <a:pt x="35699" y="2970"/>
                  <a:pt x="35663" y="3045"/>
                </a:cubicBezTo>
                <a:cubicBezTo>
                  <a:pt x="35663" y="3045"/>
                  <a:pt x="35663" y="3045"/>
                  <a:pt x="35626" y="3045"/>
                </a:cubicBezTo>
                <a:cubicBezTo>
                  <a:pt x="35626" y="3120"/>
                  <a:pt x="35595" y="3120"/>
                  <a:pt x="35552" y="3120"/>
                </a:cubicBezTo>
                <a:cubicBezTo>
                  <a:pt x="35552" y="3120"/>
                  <a:pt x="35522" y="3120"/>
                  <a:pt x="35522" y="3195"/>
                </a:cubicBezTo>
                <a:cubicBezTo>
                  <a:pt x="35485" y="3195"/>
                  <a:pt x="35485" y="3195"/>
                  <a:pt x="35485" y="3271"/>
                </a:cubicBezTo>
                <a:cubicBezTo>
                  <a:pt x="35485" y="3346"/>
                  <a:pt x="35485" y="3421"/>
                  <a:pt x="35522" y="3421"/>
                </a:cubicBezTo>
                <a:cubicBezTo>
                  <a:pt x="35522" y="3496"/>
                  <a:pt x="35552" y="3496"/>
                  <a:pt x="35552" y="3496"/>
                </a:cubicBezTo>
                <a:cubicBezTo>
                  <a:pt x="35552" y="3571"/>
                  <a:pt x="35552" y="3571"/>
                  <a:pt x="35552" y="3571"/>
                </a:cubicBezTo>
                <a:cubicBezTo>
                  <a:pt x="35595" y="3646"/>
                  <a:pt x="35595" y="3646"/>
                  <a:pt x="35595" y="3646"/>
                </a:cubicBezTo>
                <a:cubicBezTo>
                  <a:pt x="35595" y="4236"/>
                  <a:pt x="35595" y="4236"/>
                  <a:pt x="35595" y="4236"/>
                </a:cubicBezTo>
                <a:cubicBezTo>
                  <a:pt x="35375" y="4236"/>
                  <a:pt x="35375" y="4236"/>
                  <a:pt x="35375" y="4236"/>
                </a:cubicBezTo>
                <a:cubicBezTo>
                  <a:pt x="35338" y="4236"/>
                  <a:pt x="35338" y="4236"/>
                  <a:pt x="35301" y="4236"/>
                </a:cubicBezTo>
                <a:cubicBezTo>
                  <a:pt x="35264" y="4160"/>
                  <a:pt x="35264" y="4160"/>
                  <a:pt x="35264" y="4160"/>
                </a:cubicBezTo>
                <a:cubicBezTo>
                  <a:pt x="35228" y="4160"/>
                  <a:pt x="35228" y="4085"/>
                  <a:pt x="35228" y="4085"/>
                </a:cubicBezTo>
                <a:cubicBezTo>
                  <a:pt x="35191" y="4085"/>
                  <a:pt x="35191" y="4085"/>
                  <a:pt x="35191" y="4085"/>
                </a:cubicBezTo>
                <a:cubicBezTo>
                  <a:pt x="35013" y="4085"/>
                  <a:pt x="34940" y="4010"/>
                  <a:pt x="34793" y="4010"/>
                </a:cubicBezTo>
                <a:cubicBezTo>
                  <a:pt x="34793" y="4085"/>
                  <a:pt x="34756" y="4085"/>
                  <a:pt x="34756" y="4085"/>
                </a:cubicBezTo>
                <a:cubicBezTo>
                  <a:pt x="34719" y="4160"/>
                  <a:pt x="34719" y="4160"/>
                  <a:pt x="34719" y="4236"/>
                </a:cubicBezTo>
                <a:lnTo>
                  <a:pt x="34683" y="4311"/>
                </a:lnTo>
                <a:cubicBezTo>
                  <a:pt x="34646" y="4311"/>
                  <a:pt x="34646" y="4311"/>
                  <a:pt x="34609" y="4311"/>
                </a:cubicBezTo>
                <a:cubicBezTo>
                  <a:pt x="34578" y="4386"/>
                  <a:pt x="34535" y="4386"/>
                  <a:pt x="34505" y="4461"/>
                </a:cubicBezTo>
                <a:cubicBezTo>
                  <a:pt x="34468" y="4461"/>
                  <a:pt x="34468" y="4461"/>
                  <a:pt x="34431" y="4461"/>
                </a:cubicBezTo>
                <a:cubicBezTo>
                  <a:pt x="34395" y="4461"/>
                  <a:pt x="34395" y="4536"/>
                  <a:pt x="34358" y="4612"/>
                </a:cubicBezTo>
                <a:cubicBezTo>
                  <a:pt x="34321" y="4687"/>
                  <a:pt x="34321" y="4687"/>
                  <a:pt x="34321" y="4687"/>
                </a:cubicBezTo>
                <a:cubicBezTo>
                  <a:pt x="34321" y="4687"/>
                  <a:pt x="34284" y="4749"/>
                  <a:pt x="34248" y="4749"/>
                </a:cubicBezTo>
                <a:cubicBezTo>
                  <a:pt x="34248" y="4837"/>
                  <a:pt x="34248" y="4837"/>
                  <a:pt x="34211" y="4837"/>
                </a:cubicBezTo>
                <a:lnTo>
                  <a:pt x="34174" y="4837"/>
                </a:lnTo>
                <a:cubicBezTo>
                  <a:pt x="34174" y="4900"/>
                  <a:pt x="34137" y="4837"/>
                  <a:pt x="34101" y="4837"/>
                </a:cubicBezTo>
                <a:lnTo>
                  <a:pt x="34064" y="4837"/>
                </a:lnTo>
                <a:cubicBezTo>
                  <a:pt x="34033" y="4837"/>
                  <a:pt x="34033" y="4900"/>
                  <a:pt x="33996" y="4900"/>
                </a:cubicBezTo>
                <a:cubicBezTo>
                  <a:pt x="33996" y="4900"/>
                  <a:pt x="33996" y="4900"/>
                  <a:pt x="33960" y="4900"/>
                </a:cubicBezTo>
                <a:lnTo>
                  <a:pt x="33923" y="4900"/>
                </a:lnTo>
                <a:cubicBezTo>
                  <a:pt x="33923" y="4975"/>
                  <a:pt x="33886" y="4975"/>
                  <a:pt x="33886" y="4975"/>
                </a:cubicBezTo>
                <a:cubicBezTo>
                  <a:pt x="33849" y="4975"/>
                  <a:pt x="33849" y="5050"/>
                  <a:pt x="33849" y="5050"/>
                </a:cubicBezTo>
                <a:cubicBezTo>
                  <a:pt x="33813" y="5050"/>
                  <a:pt x="33813" y="5050"/>
                  <a:pt x="33813" y="5050"/>
                </a:cubicBezTo>
                <a:lnTo>
                  <a:pt x="33813" y="5125"/>
                </a:lnTo>
                <a:cubicBezTo>
                  <a:pt x="33776" y="5201"/>
                  <a:pt x="33776" y="5201"/>
                  <a:pt x="33776" y="5201"/>
                </a:cubicBezTo>
                <a:cubicBezTo>
                  <a:pt x="33739" y="5201"/>
                  <a:pt x="33739" y="5201"/>
                  <a:pt x="33739" y="5201"/>
                </a:cubicBezTo>
                <a:cubicBezTo>
                  <a:pt x="33702" y="5201"/>
                  <a:pt x="33702" y="5201"/>
                  <a:pt x="33702" y="5201"/>
                </a:cubicBezTo>
                <a:cubicBezTo>
                  <a:pt x="33666" y="5201"/>
                  <a:pt x="33666" y="5276"/>
                  <a:pt x="33666" y="5276"/>
                </a:cubicBezTo>
                <a:cubicBezTo>
                  <a:pt x="33666" y="5351"/>
                  <a:pt x="33629" y="5426"/>
                  <a:pt x="33592" y="5501"/>
                </a:cubicBezTo>
                <a:cubicBezTo>
                  <a:pt x="33592" y="5501"/>
                  <a:pt x="33592" y="5501"/>
                  <a:pt x="33592" y="5577"/>
                </a:cubicBezTo>
                <a:lnTo>
                  <a:pt x="33562" y="5577"/>
                </a:lnTo>
                <a:cubicBezTo>
                  <a:pt x="33562" y="5577"/>
                  <a:pt x="33519" y="5577"/>
                  <a:pt x="33519" y="5652"/>
                </a:cubicBezTo>
                <a:cubicBezTo>
                  <a:pt x="33519" y="5727"/>
                  <a:pt x="33519" y="5727"/>
                  <a:pt x="33519" y="5802"/>
                </a:cubicBezTo>
                <a:cubicBezTo>
                  <a:pt x="33592" y="5802"/>
                  <a:pt x="33592" y="5802"/>
                  <a:pt x="33592" y="5802"/>
                </a:cubicBezTo>
                <a:cubicBezTo>
                  <a:pt x="33629" y="5802"/>
                  <a:pt x="33629" y="5802"/>
                  <a:pt x="33666" y="5802"/>
                </a:cubicBezTo>
                <a:cubicBezTo>
                  <a:pt x="33702" y="5802"/>
                  <a:pt x="33739" y="5802"/>
                  <a:pt x="33776" y="5865"/>
                </a:cubicBezTo>
                <a:cubicBezTo>
                  <a:pt x="33776" y="5865"/>
                  <a:pt x="33776" y="5865"/>
                  <a:pt x="33813" y="5865"/>
                </a:cubicBezTo>
                <a:cubicBezTo>
                  <a:pt x="33813" y="5940"/>
                  <a:pt x="33813" y="5940"/>
                  <a:pt x="33813" y="5940"/>
                </a:cubicBezTo>
                <a:cubicBezTo>
                  <a:pt x="33849" y="5940"/>
                  <a:pt x="33849" y="5940"/>
                  <a:pt x="33849" y="5940"/>
                </a:cubicBezTo>
                <a:cubicBezTo>
                  <a:pt x="33886" y="5940"/>
                  <a:pt x="33923" y="5940"/>
                  <a:pt x="33960" y="5940"/>
                </a:cubicBezTo>
                <a:cubicBezTo>
                  <a:pt x="33996" y="5940"/>
                  <a:pt x="34033" y="6015"/>
                  <a:pt x="34064" y="5940"/>
                </a:cubicBezTo>
                <a:cubicBezTo>
                  <a:pt x="34101" y="5940"/>
                  <a:pt x="34137" y="5940"/>
                  <a:pt x="34137" y="5940"/>
                </a:cubicBezTo>
                <a:cubicBezTo>
                  <a:pt x="34174" y="5940"/>
                  <a:pt x="34174" y="5940"/>
                  <a:pt x="34174" y="5865"/>
                </a:cubicBezTo>
                <a:cubicBezTo>
                  <a:pt x="34211" y="5865"/>
                  <a:pt x="34211" y="5865"/>
                  <a:pt x="34211" y="5802"/>
                </a:cubicBezTo>
                <a:cubicBezTo>
                  <a:pt x="34248" y="5802"/>
                  <a:pt x="34248" y="5802"/>
                  <a:pt x="34284" y="5802"/>
                </a:cubicBezTo>
                <a:cubicBezTo>
                  <a:pt x="34321" y="5802"/>
                  <a:pt x="34321" y="5865"/>
                  <a:pt x="34321" y="5940"/>
                </a:cubicBezTo>
                <a:cubicBezTo>
                  <a:pt x="34321" y="5940"/>
                  <a:pt x="34321" y="6015"/>
                  <a:pt x="34321" y="6090"/>
                </a:cubicBezTo>
                <a:lnTo>
                  <a:pt x="34321" y="6166"/>
                </a:lnTo>
                <a:cubicBezTo>
                  <a:pt x="34321" y="6241"/>
                  <a:pt x="34321" y="6241"/>
                  <a:pt x="34358" y="6241"/>
                </a:cubicBezTo>
                <a:cubicBezTo>
                  <a:pt x="34358" y="6316"/>
                  <a:pt x="34358" y="6316"/>
                  <a:pt x="34358" y="6316"/>
                </a:cubicBezTo>
                <a:cubicBezTo>
                  <a:pt x="34358" y="6391"/>
                  <a:pt x="34358" y="6391"/>
                  <a:pt x="34358" y="6391"/>
                </a:cubicBezTo>
                <a:cubicBezTo>
                  <a:pt x="34358" y="6767"/>
                  <a:pt x="34358" y="6767"/>
                  <a:pt x="34358" y="6767"/>
                </a:cubicBezTo>
                <a:cubicBezTo>
                  <a:pt x="34358" y="6918"/>
                  <a:pt x="34321" y="6980"/>
                  <a:pt x="34284" y="7131"/>
                </a:cubicBezTo>
                <a:cubicBezTo>
                  <a:pt x="34248" y="7131"/>
                  <a:pt x="34248" y="7131"/>
                  <a:pt x="34248" y="7131"/>
                </a:cubicBezTo>
                <a:cubicBezTo>
                  <a:pt x="34211" y="7206"/>
                  <a:pt x="34211" y="7206"/>
                  <a:pt x="34211" y="7206"/>
                </a:cubicBezTo>
                <a:cubicBezTo>
                  <a:pt x="34174" y="7206"/>
                  <a:pt x="34137" y="7206"/>
                  <a:pt x="34101" y="7206"/>
                </a:cubicBezTo>
                <a:cubicBezTo>
                  <a:pt x="34064" y="7206"/>
                  <a:pt x="34064" y="7206"/>
                  <a:pt x="34064" y="7206"/>
                </a:cubicBezTo>
                <a:cubicBezTo>
                  <a:pt x="34033" y="7206"/>
                  <a:pt x="34033" y="7206"/>
                  <a:pt x="33996" y="7206"/>
                </a:cubicBezTo>
                <a:cubicBezTo>
                  <a:pt x="33996" y="7206"/>
                  <a:pt x="33960" y="7206"/>
                  <a:pt x="33923" y="7206"/>
                </a:cubicBezTo>
                <a:cubicBezTo>
                  <a:pt x="33886" y="7206"/>
                  <a:pt x="33886" y="7206"/>
                  <a:pt x="33849" y="7206"/>
                </a:cubicBezTo>
                <a:cubicBezTo>
                  <a:pt x="33849" y="7281"/>
                  <a:pt x="33849" y="7281"/>
                  <a:pt x="33813" y="7281"/>
                </a:cubicBezTo>
                <a:cubicBezTo>
                  <a:pt x="33813" y="7356"/>
                  <a:pt x="33776" y="7356"/>
                  <a:pt x="33776" y="7356"/>
                </a:cubicBezTo>
                <a:cubicBezTo>
                  <a:pt x="33739" y="7356"/>
                  <a:pt x="33739" y="7356"/>
                  <a:pt x="33702" y="7356"/>
                </a:cubicBezTo>
                <a:cubicBezTo>
                  <a:pt x="33562" y="7356"/>
                  <a:pt x="33562" y="7356"/>
                  <a:pt x="33562" y="7356"/>
                </a:cubicBezTo>
                <a:cubicBezTo>
                  <a:pt x="33519" y="7356"/>
                  <a:pt x="33488" y="7356"/>
                  <a:pt x="33415" y="7356"/>
                </a:cubicBezTo>
                <a:cubicBezTo>
                  <a:pt x="33415" y="7356"/>
                  <a:pt x="33415" y="7356"/>
                  <a:pt x="33378" y="7356"/>
                </a:cubicBezTo>
                <a:cubicBezTo>
                  <a:pt x="33378" y="7356"/>
                  <a:pt x="33378" y="7281"/>
                  <a:pt x="33341" y="7281"/>
                </a:cubicBezTo>
                <a:cubicBezTo>
                  <a:pt x="33304" y="7281"/>
                  <a:pt x="33304" y="7281"/>
                  <a:pt x="33267" y="7281"/>
                </a:cubicBezTo>
                <a:cubicBezTo>
                  <a:pt x="33231" y="7281"/>
                  <a:pt x="33194" y="7281"/>
                  <a:pt x="33157" y="7281"/>
                </a:cubicBezTo>
                <a:cubicBezTo>
                  <a:pt x="33120" y="7356"/>
                  <a:pt x="33084" y="7356"/>
                  <a:pt x="33084" y="7356"/>
                </a:cubicBezTo>
                <a:cubicBezTo>
                  <a:pt x="33084" y="7431"/>
                  <a:pt x="33047" y="7431"/>
                  <a:pt x="33047" y="7507"/>
                </a:cubicBezTo>
                <a:lnTo>
                  <a:pt x="33047" y="7582"/>
                </a:lnTo>
                <a:cubicBezTo>
                  <a:pt x="33047" y="7657"/>
                  <a:pt x="33016" y="7732"/>
                  <a:pt x="32980" y="7732"/>
                </a:cubicBezTo>
                <a:cubicBezTo>
                  <a:pt x="32980" y="7732"/>
                  <a:pt x="32980" y="7732"/>
                  <a:pt x="32943" y="7732"/>
                </a:cubicBezTo>
                <a:cubicBezTo>
                  <a:pt x="32759" y="7732"/>
                  <a:pt x="32759" y="7732"/>
                  <a:pt x="32759" y="7732"/>
                </a:cubicBezTo>
                <a:cubicBezTo>
                  <a:pt x="32722" y="7732"/>
                  <a:pt x="32722" y="7807"/>
                  <a:pt x="32686" y="7883"/>
                </a:cubicBezTo>
                <a:cubicBezTo>
                  <a:pt x="32649" y="7883"/>
                  <a:pt x="32649" y="7883"/>
                  <a:pt x="32649" y="7883"/>
                </a:cubicBezTo>
                <a:cubicBezTo>
                  <a:pt x="32612" y="7883"/>
                  <a:pt x="32575" y="7945"/>
                  <a:pt x="32539" y="7945"/>
                </a:cubicBezTo>
                <a:cubicBezTo>
                  <a:pt x="32502" y="7945"/>
                  <a:pt x="32502" y="7945"/>
                  <a:pt x="32471" y="7945"/>
                </a:cubicBezTo>
                <a:lnTo>
                  <a:pt x="32434" y="7883"/>
                </a:lnTo>
                <a:cubicBezTo>
                  <a:pt x="32398" y="7883"/>
                  <a:pt x="32361" y="7883"/>
                  <a:pt x="32324" y="7883"/>
                </a:cubicBezTo>
                <a:cubicBezTo>
                  <a:pt x="32324" y="7883"/>
                  <a:pt x="32287" y="7883"/>
                  <a:pt x="32251" y="7883"/>
                </a:cubicBezTo>
                <a:cubicBezTo>
                  <a:pt x="32251" y="7883"/>
                  <a:pt x="32214" y="7883"/>
                  <a:pt x="32214" y="7945"/>
                </a:cubicBezTo>
                <a:cubicBezTo>
                  <a:pt x="32177" y="7945"/>
                  <a:pt x="32177" y="7945"/>
                  <a:pt x="32177" y="7945"/>
                </a:cubicBezTo>
                <a:cubicBezTo>
                  <a:pt x="32140" y="7945"/>
                  <a:pt x="32140" y="7945"/>
                  <a:pt x="32104" y="7945"/>
                </a:cubicBezTo>
                <a:cubicBezTo>
                  <a:pt x="32104" y="7945"/>
                  <a:pt x="32067" y="7945"/>
                  <a:pt x="32067" y="8020"/>
                </a:cubicBezTo>
                <a:cubicBezTo>
                  <a:pt x="32067" y="8020"/>
                  <a:pt x="32067" y="8020"/>
                  <a:pt x="32067" y="8096"/>
                </a:cubicBezTo>
                <a:cubicBezTo>
                  <a:pt x="32067" y="8096"/>
                  <a:pt x="32067" y="8096"/>
                  <a:pt x="32067" y="8171"/>
                </a:cubicBezTo>
                <a:cubicBezTo>
                  <a:pt x="32067" y="8171"/>
                  <a:pt x="32067" y="8171"/>
                  <a:pt x="32030" y="8246"/>
                </a:cubicBezTo>
                <a:cubicBezTo>
                  <a:pt x="32030" y="8246"/>
                  <a:pt x="32030" y="8246"/>
                  <a:pt x="32030" y="8321"/>
                </a:cubicBezTo>
                <a:lnTo>
                  <a:pt x="32000" y="8321"/>
                </a:lnTo>
                <a:cubicBezTo>
                  <a:pt x="31816" y="8321"/>
                  <a:pt x="31816" y="8321"/>
                  <a:pt x="31816" y="8321"/>
                </a:cubicBezTo>
                <a:cubicBezTo>
                  <a:pt x="31779" y="8321"/>
                  <a:pt x="31779" y="8321"/>
                  <a:pt x="31779" y="8396"/>
                </a:cubicBezTo>
                <a:cubicBezTo>
                  <a:pt x="31742" y="8472"/>
                  <a:pt x="31742" y="8472"/>
                  <a:pt x="31742" y="8547"/>
                </a:cubicBezTo>
                <a:cubicBezTo>
                  <a:pt x="31742" y="8547"/>
                  <a:pt x="31742" y="8622"/>
                  <a:pt x="31742" y="8697"/>
                </a:cubicBezTo>
                <a:cubicBezTo>
                  <a:pt x="31779" y="8697"/>
                  <a:pt x="31779" y="8772"/>
                  <a:pt x="31779" y="8848"/>
                </a:cubicBezTo>
                <a:cubicBezTo>
                  <a:pt x="31816" y="8848"/>
                  <a:pt x="31852" y="8910"/>
                  <a:pt x="31852" y="8910"/>
                </a:cubicBezTo>
                <a:cubicBezTo>
                  <a:pt x="31889" y="8998"/>
                  <a:pt x="31889" y="9061"/>
                  <a:pt x="31889" y="9061"/>
                </a:cubicBezTo>
                <a:cubicBezTo>
                  <a:pt x="31926" y="9061"/>
                  <a:pt x="31963" y="9061"/>
                  <a:pt x="31963" y="9061"/>
                </a:cubicBezTo>
                <a:cubicBezTo>
                  <a:pt x="32000" y="9061"/>
                  <a:pt x="32030" y="9061"/>
                  <a:pt x="32030" y="9061"/>
                </a:cubicBezTo>
                <a:cubicBezTo>
                  <a:pt x="32067" y="9061"/>
                  <a:pt x="32104" y="9061"/>
                  <a:pt x="32104" y="9061"/>
                </a:cubicBezTo>
                <a:cubicBezTo>
                  <a:pt x="32177" y="9136"/>
                  <a:pt x="32214" y="9136"/>
                  <a:pt x="32251" y="9211"/>
                </a:cubicBezTo>
                <a:cubicBezTo>
                  <a:pt x="32287" y="9211"/>
                  <a:pt x="32251" y="9286"/>
                  <a:pt x="32287" y="9361"/>
                </a:cubicBezTo>
                <a:cubicBezTo>
                  <a:pt x="32649" y="9361"/>
                  <a:pt x="32649" y="9361"/>
                  <a:pt x="32649" y="9361"/>
                </a:cubicBezTo>
                <a:cubicBezTo>
                  <a:pt x="32759" y="9512"/>
                  <a:pt x="32759" y="9512"/>
                  <a:pt x="32759" y="9512"/>
                </a:cubicBezTo>
                <a:cubicBezTo>
                  <a:pt x="32796" y="9512"/>
                  <a:pt x="32833" y="9512"/>
                  <a:pt x="32833" y="9512"/>
                </a:cubicBezTo>
                <a:cubicBezTo>
                  <a:pt x="32833" y="9512"/>
                  <a:pt x="32833" y="9587"/>
                  <a:pt x="32869" y="9587"/>
                </a:cubicBezTo>
                <a:cubicBezTo>
                  <a:pt x="32869" y="9587"/>
                  <a:pt x="32906" y="9662"/>
                  <a:pt x="32943" y="9662"/>
                </a:cubicBezTo>
                <a:cubicBezTo>
                  <a:pt x="32980" y="9662"/>
                  <a:pt x="32980" y="9662"/>
                  <a:pt x="33016" y="9662"/>
                </a:cubicBezTo>
                <a:lnTo>
                  <a:pt x="33047" y="9662"/>
                </a:lnTo>
                <a:cubicBezTo>
                  <a:pt x="33120" y="9662"/>
                  <a:pt x="33120" y="9662"/>
                  <a:pt x="33120" y="9662"/>
                </a:cubicBezTo>
                <a:cubicBezTo>
                  <a:pt x="33157" y="9662"/>
                  <a:pt x="33157" y="9662"/>
                  <a:pt x="33194" y="9662"/>
                </a:cubicBezTo>
                <a:cubicBezTo>
                  <a:pt x="33194" y="9662"/>
                  <a:pt x="33194" y="9662"/>
                  <a:pt x="33231" y="9662"/>
                </a:cubicBezTo>
                <a:cubicBezTo>
                  <a:pt x="33267" y="9662"/>
                  <a:pt x="33267" y="9587"/>
                  <a:pt x="33304" y="9587"/>
                </a:cubicBezTo>
                <a:lnTo>
                  <a:pt x="33341" y="9587"/>
                </a:lnTo>
                <a:cubicBezTo>
                  <a:pt x="33562" y="9587"/>
                  <a:pt x="33562" y="9587"/>
                  <a:pt x="33562" y="9587"/>
                </a:cubicBezTo>
                <a:cubicBezTo>
                  <a:pt x="33562" y="9587"/>
                  <a:pt x="33592" y="9512"/>
                  <a:pt x="33629" y="9512"/>
                </a:cubicBezTo>
                <a:cubicBezTo>
                  <a:pt x="33666" y="9512"/>
                  <a:pt x="33666" y="9512"/>
                  <a:pt x="33702" y="9512"/>
                </a:cubicBezTo>
                <a:cubicBezTo>
                  <a:pt x="33739" y="9512"/>
                  <a:pt x="33739" y="9512"/>
                  <a:pt x="33739" y="9512"/>
                </a:cubicBezTo>
                <a:cubicBezTo>
                  <a:pt x="33776" y="9512"/>
                  <a:pt x="33776" y="9512"/>
                  <a:pt x="33813" y="9512"/>
                </a:cubicBezTo>
                <a:cubicBezTo>
                  <a:pt x="33813" y="9512"/>
                  <a:pt x="33813" y="9512"/>
                  <a:pt x="33849" y="9512"/>
                </a:cubicBezTo>
                <a:cubicBezTo>
                  <a:pt x="33849" y="9813"/>
                  <a:pt x="33849" y="9813"/>
                  <a:pt x="33849" y="9813"/>
                </a:cubicBezTo>
                <a:cubicBezTo>
                  <a:pt x="33849" y="9813"/>
                  <a:pt x="33813" y="9888"/>
                  <a:pt x="33813" y="9963"/>
                </a:cubicBezTo>
                <a:cubicBezTo>
                  <a:pt x="33776" y="9963"/>
                  <a:pt x="33776" y="9963"/>
                  <a:pt x="33776" y="9963"/>
                </a:cubicBezTo>
                <a:cubicBezTo>
                  <a:pt x="33739" y="9963"/>
                  <a:pt x="33739" y="9963"/>
                  <a:pt x="33702" y="10026"/>
                </a:cubicBezTo>
                <a:lnTo>
                  <a:pt x="33666" y="10026"/>
                </a:lnTo>
                <a:cubicBezTo>
                  <a:pt x="33629" y="10101"/>
                  <a:pt x="33629" y="10176"/>
                  <a:pt x="33629" y="10176"/>
                </a:cubicBezTo>
                <a:cubicBezTo>
                  <a:pt x="33592" y="10176"/>
                  <a:pt x="33592" y="10176"/>
                  <a:pt x="33592" y="10176"/>
                </a:cubicBezTo>
                <a:cubicBezTo>
                  <a:pt x="33562" y="10176"/>
                  <a:pt x="33562" y="10176"/>
                  <a:pt x="33562" y="10176"/>
                </a:cubicBezTo>
                <a:cubicBezTo>
                  <a:pt x="33519" y="10176"/>
                  <a:pt x="33519" y="10101"/>
                  <a:pt x="33488" y="10101"/>
                </a:cubicBezTo>
                <a:cubicBezTo>
                  <a:pt x="33488" y="10101"/>
                  <a:pt x="33488" y="10101"/>
                  <a:pt x="33451" y="10101"/>
                </a:cubicBezTo>
                <a:cubicBezTo>
                  <a:pt x="33451" y="10101"/>
                  <a:pt x="33451" y="10101"/>
                  <a:pt x="33415" y="10026"/>
                </a:cubicBezTo>
                <a:cubicBezTo>
                  <a:pt x="33415" y="10026"/>
                  <a:pt x="33415" y="10026"/>
                  <a:pt x="33378" y="10026"/>
                </a:cubicBezTo>
                <a:cubicBezTo>
                  <a:pt x="33304" y="10026"/>
                  <a:pt x="33304" y="10026"/>
                  <a:pt x="33304" y="10026"/>
                </a:cubicBezTo>
                <a:cubicBezTo>
                  <a:pt x="33267" y="10026"/>
                  <a:pt x="33231" y="10026"/>
                  <a:pt x="33194" y="10026"/>
                </a:cubicBezTo>
                <a:cubicBezTo>
                  <a:pt x="33194" y="10101"/>
                  <a:pt x="33157" y="10101"/>
                  <a:pt x="33157" y="10101"/>
                </a:cubicBezTo>
                <a:cubicBezTo>
                  <a:pt x="33120" y="10176"/>
                  <a:pt x="33084" y="10176"/>
                  <a:pt x="33047" y="10176"/>
                </a:cubicBezTo>
                <a:cubicBezTo>
                  <a:pt x="33016" y="10176"/>
                  <a:pt x="33016" y="10176"/>
                  <a:pt x="33016" y="10176"/>
                </a:cubicBezTo>
                <a:cubicBezTo>
                  <a:pt x="32980" y="10176"/>
                  <a:pt x="32980" y="10101"/>
                  <a:pt x="32943" y="10101"/>
                </a:cubicBezTo>
                <a:cubicBezTo>
                  <a:pt x="32943" y="10101"/>
                  <a:pt x="32943" y="10176"/>
                  <a:pt x="32906" y="10101"/>
                </a:cubicBezTo>
                <a:cubicBezTo>
                  <a:pt x="32869" y="10101"/>
                  <a:pt x="32869" y="10101"/>
                  <a:pt x="32833" y="10026"/>
                </a:cubicBezTo>
                <a:cubicBezTo>
                  <a:pt x="32796" y="10026"/>
                  <a:pt x="32796" y="10026"/>
                  <a:pt x="32759" y="10026"/>
                </a:cubicBezTo>
                <a:cubicBezTo>
                  <a:pt x="32722" y="10026"/>
                  <a:pt x="32722" y="10026"/>
                  <a:pt x="32722" y="10026"/>
                </a:cubicBezTo>
                <a:cubicBezTo>
                  <a:pt x="32686" y="10026"/>
                  <a:pt x="32686" y="10101"/>
                  <a:pt x="32686" y="10101"/>
                </a:cubicBezTo>
                <a:cubicBezTo>
                  <a:pt x="32686" y="10176"/>
                  <a:pt x="32649" y="10176"/>
                  <a:pt x="32649" y="10251"/>
                </a:cubicBezTo>
                <a:cubicBezTo>
                  <a:pt x="32471" y="10251"/>
                  <a:pt x="32471" y="10251"/>
                  <a:pt x="32471" y="10251"/>
                </a:cubicBezTo>
                <a:cubicBezTo>
                  <a:pt x="32434" y="10251"/>
                  <a:pt x="32434" y="10251"/>
                  <a:pt x="32434" y="10326"/>
                </a:cubicBezTo>
                <a:cubicBezTo>
                  <a:pt x="32398" y="10326"/>
                  <a:pt x="32398" y="10326"/>
                  <a:pt x="32398" y="10402"/>
                </a:cubicBezTo>
                <a:cubicBezTo>
                  <a:pt x="32398" y="10477"/>
                  <a:pt x="32434" y="10552"/>
                  <a:pt x="32471" y="10627"/>
                </a:cubicBezTo>
                <a:cubicBezTo>
                  <a:pt x="32471" y="10627"/>
                  <a:pt x="32502" y="10627"/>
                  <a:pt x="32502" y="10702"/>
                </a:cubicBezTo>
                <a:cubicBezTo>
                  <a:pt x="32539" y="10702"/>
                  <a:pt x="32539" y="10702"/>
                  <a:pt x="32539" y="10702"/>
                </a:cubicBezTo>
                <a:cubicBezTo>
                  <a:pt x="32612" y="10778"/>
                  <a:pt x="32612" y="10702"/>
                  <a:pt x="32649" y="10702"/>
                </a:cubicBezTo>
                <a:cubicBezTo>
                  <a:pt x="32722" y="10778"/>
                  <a:pt x="32722" y="10778"/>
                  <a:pt x="32759" y="10853"/>
                </a:cubicBezTo>
                <a:cubicBezTo>
                  <a:pt x="32796" y="10853"/>
                  <a:pt x="32833" y="10853"/>
                  <a:pt x="32869" y="10928"/>
                </a:cubicBezTo>
                <a:cubicBezTo>
                  <a:pt x="32906" y="10928"/>
                  <a:pt x="32906" y="10928"/>
                  <a:pt x="32943" y="10928"/>
                </a:cubicBezTo>
                <a:cubicBezTo>
                  <a:pt x="32980" y="10991"/>
                  <a:pt x="33016" y="10991"/>
                  <a:pt x="33047" y="11078"/>
                </a:cubicBezTo>
                <a:cubicBezTo>
                  <a:pt x="33084" y="11078"/>
                  <a:pt x="33084" y="11078"/>
                  <a:pt x="33084" y="11078"/>
                </a:cubicBezTo>
                <a:cubicBezTo>
                  <a:pt x="33047" y="11078"/>
                  <a:pt x="33016" y="11078"/>
                  <a:pt x="32980" y="11078"/>
                </a:cubicBezTo>
                <a:cubicBezTo>
                  <a:pt x="32980" y="11141"/>
                  <a:pt x="32943" y="11141"/>
                  <a:pt x="32943" y="11141"/>
                </a:cubicBezTo>
                <a:lnTo>
                  <a:pt x="32943" y="11216"/>
                </a:lnTo>
                <a:cubicBezTo>
                  <a:pt x="32943" y="11216"/>
                  <a:pt x="32943" y="11291"/>
                  <a:pt x="32980" y="11291"/>
                </a:cubicBezTo>
                <a:cubicBezTo>
                  <a:pt x="32980" y="11291"/>
                  <a:pt x="32980" y="11291"/>
                  <a:pt x="33016" y="11291"/>
                </a:cubicBezTo>
                <a:cubicBezTo>
                  <a:pt x="33016" y="11367"/>
                  <a:pt x="33047" y="11367"/>
                  <a:pt x="33084" y="11367"/>
                </a:cubicBezTo>
                <a:lnTo>
                  <a:pt x="33084" y="11442"/>
                </a:lnTo>
                <a:cubicBezTo>
                  <a:pt x="33120" y="11442"/>
                  <a:pt x="33120" y="11517"/>
                  <a:pt x="33120" y="11517"/>
                </a:cubicBezTo>
                <a:cubicBezTo>
                  <a:pt x="33120" y="11517"/>
                  <a:pt x="33120" y="11592"/>
                  <a:pt x="33157" y="11592"/>
                </a:cubicBezTo>
                <a:cubicBezTo>
                  <a:pt x="33157" y="11592"/>
                  <a:pt x="33157" y="11592"/>
                  <a:pt x="33194" y="11592"/>
                </a:cubicBezTo>
                <a:cubicBezTo>
                  <a:pt x="33194" y="11667"/>
                  <a:pt x="33194" y="11667"/>
                  <a:pt x="33231" y="11667"/>
                </a:cubicBezTo>
                <a:cubicBezTo>
                  <a:pt x="33231" y="11667"/>
                  <a:pt x="33231" y="11667"/>
                  <a:pt x="33267" y="11667"/>
                </a:cubicBezTo>
                <a:cubicBezTo>
                  <a:pt x="33267" y="11743"/>
                  <a:pt x="33267" y="11743"/>
                  <a:pt x="33304" y="11743"/>
                </a:cubicBezTo>
                <a:cubicBezTo>
                  <a:pt x="33341" y="11743"/>
                  <a:pt x="33341" y="11743"/>
                  <a:pt x="33378" y="11818"/>
                </a:cubicBezTo>
                <a:lnTo>
                  <a:pt x="33415" y="11818"/>
                </a:lnTo>
                <a:cubicBezTo>
                  <a:pt x="33451" y="11893"/>
                  <a:pt x="33451" y="11893"/>
                  <a:pt x="33451" y="11893"/>
                </a:cubicBezTo>
                <a:cubicBezTo>
                  <a:pt x="33488" y="11968"/>
                  <a:pt x="33488" y="11968"/>
                  <a:pt x="33519" y="11968"/>
                </a:cubicBezTo>
                <a:cubicBezTo>
                  <a:pt x="33562" y="11968"/>
                  <a:pt x="33592" y="11968"/>
                  <a:pt x="33629" y="11968"/>
                </a:cubicBezTo>
                <a:lnTo>
                  <a:pt x="33629" y="11968"/>
                </a:lnTo>
                <a:cubicBezTo>
                  <a:pt x="33666" y="11968"/>
                  <a:pt x="33666" y="11968"/>
                  <a:pt x="33666" y="11968"/>
                </a:cubicBezTo>
                <a:cubicBezTo>
                  <a:pt x="33702" y="11968"/>
                  <a:pt x="33702" y="11968"/>
                  <a:pt x="33702" y="11968"/>
                </a:cubicBezTo>
                <a:cubicBezTo>
                  <a:pt x="33702" y="11893"/>
                  <a:pt x="33702" y="11893"/>
                  <a:pt x="33702" y="11893"/>
                </a:cubicBezTo>
                <a:cubicBezTo>
                  <a:pt x="33702" y="11818"/>
                  <a:pt x="33666" y="11818"/>
                  <a:pt x="33666" y="11743"/>
                </a:cubicBezTo>
                <a:cubicBezTo>
                  <a:pt x="33666" y="11743"/>
                  <a:pt x="33629" y="11743"/>
                  <a:pt x="33629" y="11667"/>
                </a:cubicBezTo>
                <a:cubicBezTo>
                  <a:pt x="33629" y="11667"/>
                  <a:pt x="33629" y="11592"/>
                  <a:pt x="33666" y="11592"/>
                </a:cubicBezTo>
                <a:lnTo>
                  <a:pt x="33666" y="11592"/>
                </a:lnTo>
                <a:cubicBezTo>
                  <a:pt x="33702" y="11592"/>
                  <a:pt x="33739" y="11592"/>
                  <a:pt x="33776" y="11592"/>
                </a:cubicBezTo>
                <a:cubicBezTo>
                  <a:pt x="33813" y="11592"/>
                  <a:pt x="33849" y="11592"/>
                  <a:pt x="33886" y="11592"/>
                </a:cubicBezTo>
                <a:cubicBezTo>
                  <a:pt x="33923" y="11592"/>
                  <a:pt x="33960" y="11592"/>
                  <a:pt x="33996" y="11667"/>
                </a:cubicBezTo>
                <a:cubicBezTo>
                  <a:pt x="33996" y="11667"/>
                  <a:pt x="33996" y="11667"/>
                  <a:pt x="34033" y="11667"/>
                </a:cubicBezTo>
                <a:cubicBezTo>
                  <a:pt x="34033" y="11667"/>
                  <a:pt x="34033" y="11667"/>
                  <a:pt x="34064" y="11667"/>
                </a:cubicBezTo>
                <a:cubicBezTo>
                  <a:pt x="34064" y="11667"/>
                  <a:pt x="34064" y="11743"/>
                  <a:pt x="34101" y="11743"/>
                </a:cubicBezTo>
                <a:cubicBezTo>
                  <a:pt x="34101" y="11743"/>
                  <a:pt x="34101" y="11743"/>
                  <a:pt x="34137" y="11743"/>
                </a:cubicBezTo>
                <a:cubicBezTo>
                  <a:pt x="34137" y="11592"/>
                  <a:pt x="34137" y="11592"/>
                  <a:pt x="34137" y="11592"/>
                </a:cubicBezTo>
                <a:cubicBezTo>
                  <a:pt x="34284" y="11592"/>
                  <a:pt x="34284" y="11592"/>
                  <a:pt x="34284" y="11592"/>
                </a:cubicBezTo>
                <a:cubicBezTo>
                  <a:pt x="34284" y="11592"/>
                  <a:pt x="34284" y="11592"/>
                  <a:pt x="34321" y="11592"/>
                </a:cubicBezTo>
                <a:cubicBezTo>
                  <a:pt x="34321" y="11667"/>
                  <a:pt x="34321" y="11667"/>
                  <a:pt x="34358" y="11667"/>
                </a:cubicBezTo>
                <a:cubicBezTo>
                  <a:pt x="34395" y="11667"/>
                  <a:pt x="34395" y="11667"/>
                  <a:pt x="34431" y="11667"/>
                </a:cubicBezTo>
                <a:cubicBezTo>
                  <a:pt x="34468" y="11667"/>
                  <a:pt x="34505" y="11743"/>
                  <a:pt x="34535" y="11667"/>
                </a:cubicBezTo>
                <a:cubicBezTo>
                  <a:pt x="34535" y="11667"/>
                  <a:pt x="34535" y="11592"/>
                  <a:pt x="34578" y="11592"/>
                </a:cubicBezTo>
                <a:cubicBezTo>
                  <a:pt x="34578" y="11592"/>
                  <a:pt x="34578" y="11592"/>
                  <a:pt x="34609" y="11592"/>
                </a:cubicBezTo>
                <a:lnTo>
                  <a:pt x="34609" y="11517"/>
                </a:lnTo>
                <a:cubicBezTo>
                  <a:pt x="34646" y="11517"/>
                  <a:pt x="34646" y="11517"/>
                  <a:pt x="34646" y="11517"/>
                </a:cubicBezTo>
                <a:cubicBezTo>
                  <a:pt x="34683" y="11517"/>
                  <a:pt x="34719" y="11517"/>
                  <a:pt x="34719" y="11517"/>
                </a:cubicBezTo>
                <a:cubicBezTo>
                  <a:pt x="34756" y="11517"/>
                  <a:pt x="34756" y="11442"/>
                  <a:pt x="34756" y="11442"/>
                </a:cubicBezTo>
                <a:lnTo>
                  <a:pt x="34793" y="11367"/>
                </a:lnTo>
                <a:cubicBezTo>
                  <a:pt x="34830" y="11367"/>
                  <a:pt x="34830" y="11291"/>
                  <a:pt x="34830" y="11291"/>
                </a:cubicBezTo>
                <a:cubicBezTo>
                  <a:pt x="34866" y="11291"/>
                  <a:pt x="34903" y="11367"/>
                  <a:pt x="34940" y="11367"/>
                </a:cubicBezTo>
                <a:cubicBezTo>
                  <a:pt x="34977" y="11367"/>
                  <a:pt x="34977" y="11442"/>
                  <a:pt x="35013" y="11442"/>
                </a:cubicBezTo>
                <a:cubicBezTo>
                  <a:pt x="35013" y="11517"/>
                  <a:pt x="35013" y="11517"/>
                  <a:pt x="35050" y="11517"/>
                </a:cubicBezTo>
                <a:cubicBezTo>
                  <a:pt x="35154" y="11517"/>
                  <a:pt x="35154" y="11517"/>
                  <a:pt x="35154" y="11517"/>
                </a:cubicBezTo>
                <a:cubicBezTo>
                  <a:pt x="35191" y="11517"/>
                  <a:pt x="35228" y="11517"/>
                  <a:pt x="35264" y="11517"/>
                </a:cubicBezTo>
                <a:cubicBezTo>
                  <a:pt x="35264" y="11517"/>
                  <a:pt x="35264" y="11517"/>
                  <a:pt x="35301" y="11517"/>
                </a:cubicBezTo>
                <a:cubicBezTo>
                  <a:pt x="35301" y="11517"/>
                  <a:pt x="35301" y="11592"/>
                  <a:pt x="35338" y="11592"/>
                </a:cubicBezTo>
                <a:cubicBezTo>
                  <a:pt x="35375" y="11592"/>
                  <a:pt x="35411" y="11592"/>
                  <a:pt x="35448" y="11667"/>
                </a:cubicBezTo>
                <a:cubicBezTo>
                  <a:pt x="35448" y="11667"/>
                  <a:pt x="35448" y="11743"/>
                  <a:pt x="35485" y="11743"/>
                </a:cubicBezTo>
                <a:cubicBezTo>
                  <a:pt x="35485" y="11743"/>
                  <a:pt x="35522" y="11743"/>
                  <a:pt x="35522" y="11818"/>
                </a:cubicBezTo>
                <a:lnTo>
                  <a:pt x="35552" y="11818"/>
                </a:lnTo>
                <a:cubicBezTo>
                  <a:pt x="35810" y="11818"/>
                  <a:pt x="35810" y="11818"/>
                  <a:pt x="35810" y="11818"/>
                </a:cubicBezTo>
                <a:cubicBezTo>
                  <a:pt x="35810" y="11818"/>
                  <a:pt x="35810" y="11818"/>
                  <a:pt x="35846" y="11818"/>
                </a:cubicBezTo>
                <a:cubicBezTo>
                  <a:pt x="35846" y="11818"/>
                  <a:pt x="35846" y="11818"/>
                  <a:pt x="35883" y="11818"/>
                </a:cubicBezTo>
                <a:cubicBezTo>
                  <a:pt x="35920" y="11893"/>
                  <a:pt x="35920" y="11893"/>
                  <a:pt x="35993" y="11968"/>
                </a:cubicBezTo>
                <a:cubicBezTo>
                  <a:pt x="35993" y="11968"/>
                  <a:pt x="35993" y="12043"/>
                  <a:pt x="36030" y="12043"/>
                </a:cubicBezTo>
                <a:cubicBezTo>
                  <a:pt x="36067" y="12043"/>
                  <a:pt x="36067" y="12043"/>
                  <a:pt x="36098" y="12043"/>
                </a:cubicBezTo>
                <a:cubicBezTo>
                  <a:pt x="36134" y="12043"/>
                  <a:pt x="36134" y="12043"/>
                  <a:pt x="36134" y="12043"/>
                </a:cubicBezTo>
                <a:cubicBezTo>
                  <a:pt x="36171" y="12043"/>
                  <a:pt x="36171" y="12043"/>
                  <a:pt x="36171" y="12043"/>
                </a:cubicBezTo>
                <a:cubicBezTo>
                  <a:pt x="36208" y="12043"/>
                  <a:pt x="36208" y="12106"/>
                  <a:pt x="36208" y="12106"/>
                </a:cubicBezTo>
                <a:cubicBezTo>
                  <a:pt x="36245" y="12181"/>
                  <a:pt x="36245" y="12181"/>
                  <a:pt x="36281" y="12256"/>
                </a:cubicBezTo>
                <a:cubicBezTo>
                  <a:pt x="36281" y="12256"/>
                  <a:pt x="36318" y="12256"/>
                  <a:pt x="36318" y="12332"/>
                </a:cubicBezTo>
                <a:cubicBezTo>
                  <a:pt x="36355" y="12332"/>
                  <a:pt x="36355" y="12332"/>
                  <a:pt x="36392" y="12332"/>
                </a:cubicBezTo>
                <a:cubicBezTo>
                  <a:pt x="36428" y="12332"/>
                  <a:pt x="36428" y="12332"/>
                  <a:pt x="36428" y="12332"/>
                </a:cubicBezTo>
                <a:cubicBezTo>
                  <a:pt x="36465" y="12332"/>
                  <a:pt x="36465" y="12332"/>
                  <a:pt x="36502" y="12332"/>
                </a:cubicBezTo>
                <a:cubicBezTo>
                  <a:pt x="36502" y="12332"/>
                  <a:pt x="36502" y="12407"/>
                  <a:pt x="36539" y="12407"/>
                </a:cubicBezTo>
                <a:cubicBezTo>
                  <a:pt x="36539" y="12482"/>
                  <a:pt x="36569" y="12482"/>
                  <a:pt x="36569" y="12557"/>
                </a:cubicBezTo>
                <a:cubicBezTo>
                  <a:pt x="36569" y="13008"/>
                  <a:pt x="36569" y="13008"/>
                  <a:pt x="36569" y="13008"/>
                </a:cubicBezTo>
                <a:cubicBezTo>
                  <a:pt x="36569" y="13084"/>
                  <a:pt x="36612" y="13159"/>
                  <a:pt x="36612" y="13159"/>
                </a:cubicBezTo>
                <a:cubicBezTo>
                  <a:pt x="36643" y="13221"/>
                  <a:pt x="36643" y="13221"/>
                  <a:pt x="36643" y="13221"/>
                </a:cubicBezTo>
                <a:cubicBezTo>
                  <a:pt x="36643" y="13297"/>
                  <a:pt x="36679" y="13297"/>
                  <a:pt x="36679" y="13297"/>
                </a:cubicBezTo>
                <a:cubicBezTo>
                  <a:pt x="36679" y="13297"/>
                  <a:pt x="36716" y="13297"/>
                  <a:pt x="36716" y="13372"/>
                </a:cubicBezTo>
                <a:cubicBezTo>
                  <a:pt x="36716" y="13372"/>
                  <a:pt x="36753" y="13297"/>
                  <a:pt x="36753" y="13372"/>
                </a:cubicBezTo>
                <a:cubicBezTo>
                  <a:pt x="36790" y="13372"/>
                  <a:pt x="36790" y="13372"/>
                  <a:pt x="36826" y="13372"/>
                </a:cubicBezTo>
                <a:cubicBezTo>
                  <a:pt x="36826" y="13372"/>
                  <a:pt x="36826" y="13447"/>
                  <a:pt x="36863" y="13447"/>
                </a:cubicBezTo>
                <a:lnTo>
                  <a:pt x="36900" y="13447"/>
                </a:lnTo>
                <a:cubicBezTo>
                  <a:pt x="36900" y="13522"/>
                  <a:pt x="36900" y="13522"/>
                  <a:pt x="36937" y="13522"/>
                </a:cubicBezTo>
                <a:cubicBezTo>
                  <a:pt x="36937" y="13597"/>
                  <a:pt x="36937" y="13673"/>
                  <a:pt x="36973" y="13673"/>
                </a:cubicBezTo>
                <a:cubicBezTo>
                  <a:pt x="36973" y="13748"/>
                  <a:pt x="36973" y="13748"/>
                  <a:pt x="36973" y="13748"/>
                </a:cubicBezTo>
                <a:cubicBezTo>
                  <a:pt x="36973" y="13823"/>
                  <a:pt x="36973" y="13823"/>
                  <a:pt x="37010" y="13823"/>
                </a:cubicBezTo>
                <a:cubicBezTo>
                  <a:pt x="37010" y="13898"/>
                  <a:pt x="37047" y="13898"/>
                  <a:pt x="37047" y="13973"/>
                </a:cubicBezTo>
                <a:cubicBezTo>
                  <a:pt x="37084" y="13973"/>
                  <a:pt x="37084" y="14049"/>
                  <a:pt x="37084" y="14049"/>
                </a:cubicBezTo>
                <a:cubicBezTo>
                  <a:pt x="37114" y="14049"/>
                  <a:pt x="37114" y="14124"/>
                  <a:pt x="37114" y="14124"/>
                </a:cubicBezTo>
                <a:cubicBezTo>
                  <a:pt x="37114" y="14186"/>
                  <a:pt x="37151" y="14186"/>
                  <a:pt x="37151" y="14186"/>
                </a:cubicBezTo>
                <a:cubicBezTo>
                  <a:pt x="37151" y="14262"/>
                  <a:pt x="37188" y="14262"/>
                  <a:pt x="37188" y="14262"/>
                </a:cubicBezTo>
                <a:cubicBezTo>
                  <a:pt x="37188" y="14337"/>
                  <a:pt x="37188" y="14337"/>
                  <a:pt x="37225" y="14412"/>
                </a:cubicBezTo>
                <a:cubicBezTo>
                  <a:pt x="37225" y="14487"/>
                  <a:pt x="37225" y="14487"/>
                  <a:pt x="37225" y="14562"/>
                </a:cubicBezTo>
                <a:cubicBezTo>
                  <a:pt x="37261" y="14562"/>
                  <a:pt x="37261" y="14638"/>
                  <a:pt x="37261" y="14638"/>
                </a:cubicBezTo>
                <a:cubicBezTo>
                  <a:pt x="37261" y="14713"/>
                  <a:pt x="37298" y="14788"/>
                  <a:pt x="37335" y="14863"/>
                </a:cubicBezTo>
                <a:cubicBezTo>
                  <a:pt x="37335" y="14863"/>
                  <a:pt x="37335" y="14863"/>
                  <a:pt x="37372" y="14938"/>
                </a:cubicBezTo>
                <a:cubicBezTo>
                  <a:pt x="37372" y="14938"/>
                  <a:pt x="37408" y="15014"/>
                  <a:pt x="37445" y="15014"/>
                </a:cubicBezTo>
                <a:lnTo>
                  <a:pt x="37445" y="15089"/>
                </a:lnTo>
                <a:cubicBezTo>
                  <a:pt x="37445" y="15164"/>
                  <a:pt x="37445" y="15164"/>
                  <a:pt x="37445" y="15164"/>
                </a:cubicBezTo>
                <a:cubicBezTo>
                  <a:pt x="37445" y="15227"/>
                  <a:pt x="37445" y="15227"/>
                  <a:pt x="37445" y="15302"/>
                </a:cubicBezTo>
                <a:cubicBezTo>
                  <a:pt x="37445" y="15302"/>
                  <a:pt x="37408" y="15302"/>
                  <a:pt x="37408" y="15377"/>
                </a:cubicBezTo>
                <a:cubicBezTo>
                  <a:pt x="37408" y="15452"/>
                  <a:pt x="37445" y="15452"/>
                  <a:pt x="37445" y="15452"/>
                </a:cubicBezTo>
                <a:cubicBezTo>
                  <a:pt x="37482" y="15603"/>
                  <a:pt x="37519" y="15603"/>
                  <a:pt x="37519" y="15678"/>
                </a:cubicBezTo>
                <a:cubicBezTo>
                  <a:pt x="37519" y="16054"/>
                  <a:pt x="37519" y="16054"/>
                  <a:pt x="37519" y="16054"/>
                </a:cubicBezTo>
                <a:cubicBezTo>
                  <a:pt x="37519" y="16129"/>
                  <a:pt x="37482" y="16129"/>
                  <a:pt x="37482" y="16204"/>
                </a:cubicBezTo>
                <a:lnTo>
                  <a:pt x="37445" y="16279"/>
                </a:lnTo>
                <a:cubicBezTo>
                  <a:pt x="37445" y="16342"/>
                  <a:pt x="37445" y="16342"/>
                  <a:pt x="37445" y="16417"/>
                </a:cubicBezTo>
                <a:cubicBezTo>
                  <a:pt x="37629" y="16417"/>
                  <a:pt x="37629" y="16417"/>
                  <a:pt x="37629" y="16417"/>
                </a:cubicBezTo>
                <a:cubicBezTo>
                  <a:pt x="37629" y="16718"/>
                  <a:pt x="37629" y="16718"/>
                  <a:pt x="37629" y="16718"/>
                </a:cubicBezTo>
                <a:cubicBezTo>
                  <a:pt x="37586" y="16718"/>
                  <a:pt x="37555" y="16718"/>
                  <a:pt x="37519" y="16718"/>
                </a:cubicBezTo>
                <a:cubicBezTo>
                  <a:pt x="37519" y="16718"/>
                  <a:pt x="37482" y="16793"/>
                  <a:pt x="37445" y="16793"/>
                </a:cubicBezTo>
                <a:lnTo>
                  <a:pt x="37445" y="16868"/>
                </a:lnTo>
                <a:cubicBezTo>
                  <a:pt x="37445" y="17019"/>
                  <a:pt x="37482" y="17019"/>
                  <a:pt x="37482" y="17169"/>
                </a:cubicBezTo>
                <a:cubicBezTo>
                  <a:pt x="37482" y="17244"/>
                  <a:pt x="37482" y="17320"/>
                  <a:pt x="37482" y="17382"/>
                </a:cubicBezTo>
                <a:cubicBezTo>
                  <a:pt x="37335" y="17382"/>
                  <a:pt x="37335" y="17382"/>
                  <a:pt x="37335" y="17382"/>
                </a:cubicBezTo>
                <a:cubicBezTo>
                  <a:pt x="37335" y="17683"/>
                  <a:pt x="37335" y="17683"/>
                  <a:pt x="37335" y="17683"/>
                </a:cubicBezTo>
                <a:cubicBezTo>
                  <a:pt x="37372" y="17683"/>
                  <a:pt x="37372" y="17833"/>
                  <a:pt x="37408" y="17833"/>
                </a:cubicBezTo>
                <a:cubicBezTo>
                  <a:pt x="37445" y="17909"/>
                  <a:pt x="37482" y="17909"/>
                  <a:pt x="37519" y="17909"/>
                </a:cubicBezTo>
                <a:cubicBezTo>
                  <a:pt x="37586" y="17909"/>
                  <a:pt x="37586" y="17909"/>
                  <a:pt x="37586" y="17909"/>
                </a:cubicBezTo>
                <a:cubicBezTo>
                  <a:pt x="37629" y="17909"/>
                  <a:pt x="37660" y="17909"/>
                  <a:pt x="37660" y="17909"/>
                </a:cubicBezTo>
                <a:cubicBezTo>
                  <a:pt x="37696" y="17984"/>
                  <a:pt x="37696" y="17984"/>
                  <a:pt x="37733" y="17984"/>
                </a:cubicBezTo>
                <a:cubicBezTo>
                  <a:pt x="38101" y="17984"/>
                  <a:pt x="38101" y="17984"/>
                  <a:pt x="38101" y="17984"/>
                </a:cubicBezTo>
                <a:cubicBezTo>
                  <a:pt x="38101" y="17909"/>
                  <a:pt x="38101" y="17833"/>
                  <a:pt x="38101" y="17758"/>
                </a:cubicBezTo>
                <a:lnTo>
                  <a:pt x="38131" y="17683"/>
                </a:lnTo>
                <a:cubicBezTo>
                  <a:pt x="38168" y="17683"/>
                  <a:pt x="38205" y="17683"/>
                  <a:pt x="38278" y="17683"/>
                </a:cubicBezTo>
                <a:cubicBezTo>
                  <a:pt x="38278" y="17683"/>
                  <a:pt x="38315" y="17683"/>
                  <a:pt x="38352" y="17683"/>
                </a:cubicBezTo>
                <a:lnTo>
                  <a:pt x="38388" y="17683"/>
                </a:lnTo>
                <a:cubicBezTo>
                  <a:pt x="38425" y="17758"/>
                  <a:pt x="38425" y="17758"/>
                  <a:pt x="38425" y="17833"/>
                </a:cubicBezTo>
                <a:cubicBezTo>
                  <a:pt x="38425" y="17909"/>
                  <a:pt x="38425" y="17984"/>
                  <a:pt x="38425" y="17984"/>
                </a:cubicBezTo>
                <a:cubicBezTo>
                  <a:pt x="38425" y="18059"/>
                  <a:pt x="38462" y="18134"/>
                  <a:pt x="38462" y="18134"/>
                </a:cubicBezTo>
                <a:cubicBezTo>
                  <a:pt x="38499" y="18209"/>
                  <a:pt x="38499" y="18285"/>
                  <a:pt x="38535" y="18285"/>
                </a:cubicBezTo>
                <a:cubicBezTo>
                  <a:pt x="38572" y="18360"/>
                  <a:pt x="38572" y="18422"/>
                  <a:pt x="38609" y="18422"/>
                </a:cubicBezTo>
                <a:cubicBezTo>
                  <a:pt x="38646" y="18422"/>
                  <a:pt x="38676" y="18422"/>
                  <a:pt x="38676" y="18422"/>
                </a:cubicBezTo>
                <a:cubicBezTo>
                  <a:pt x="38713" y="18422"/>
                  <a:pt x="38750" y="18422"/>
                  <a:pt x="38750" y="18422"/>
                </a:cubicBezTo>
                <a:cubicBezTo>
                  <a:pt x="38787" y="18422"/>
                  <a:pt x="38787" y="18422"/>
                  <a:pt x="38823" y="18498"/>
                </a:cubicBezTo>
                <a:cubicBezTo>
                  <a:pt x="38860" y="18498"/>
                  <a:pt x="38860" y="18498"/>
                  <a:pt x="38897" y="18573"/>
                </a:cubicBezTo>
                <a:cubicBezTo>
                  <a:pt x="38934" y="18573"/>
                  <a:pt x="38934" y="18648"/>
                  <a:pt x="38934" y="18723"/>
                </a:cubicBezTo>
                <a:cubicBezTo>
                  <a:pt x="38970" y="18723"/>
                  <a:pt x="39007" y="18723"/>
                  <a:pt x="39007" y="18798"/>
                </a:cubicBezTo>
                <a:cubicBezTo>
                  <a:pt x="39044" y="18798"/>
                  <a:pt x="39044" y="18874"/>
                  <a:pt x="39044" y="18949"/>
                </a:cubicBezTo>
                <a:cubicBezTo>
                  <a:pt x="39007" y="19099"/>
                  <a:pt x="39007" y="19099"/>
                  <a:pt x="39007" y="19099"/>
                </a:cubicBezTo>
                <a:cubicBezTo>
                  <a:pt x="38897" y="19099"/>
                  <a:pt x="38897" y="19099"/>
                  <a:pt x="38897" y="19099"/>
                </a:cubicBezTo>
                <a:cubicBezTo>
                  <a:pt x="38860" y="19099"/>
                  <a:pt x="38823" y="19024"/>
                  <a:pt x="38787" y="19024"/>
                </a:cubicBezTo>
                <a:cubicBezTo>
                  <a:pt x="38646" y="19024"/>
                  <a:pt x="38646" y="19024"/>
                  <a:pt x="38646" y="19024"/>
                </a:cubicBezTo>
                <a:cubicBezTo>
                  <a:pt x="38572" y="19024"/>
                  <a:pt x="38499" y="19099"/>
                  <a:pt x="38425" y="19024"/>
                </a:cubicBezTo>
                <a:cubicBezTo>
                  <a:pt x="38425" y="19024"/>
                  <a:pt x="38388" y="18949"/>
                  <a:pt x="38352" y="18949"/>
                </a:cubicBezTo>
                <a:cubicBezTo>
                  <a:pt x="38352" y="18949"/>
                  <a:pt x="38388" y="18798"/>
                  <a:pt x="38352" y="18798"/>
                </a:cubicBezTo>
                <a:cubicBezTo>
                  <a:pt x="38315" y="18798"/>
                  <a:pt x="38315" y="18798"/>
                  <a:pt x="38278" y="18798"/>
                </a:cubicBezTo>
                <a:cubicBezTo>
                  <a:pt x="38241" y="18798"/>
                  <a:pt x="38205" y="18798"/>
                  <a:pt x="38131" y="18723"/>
                </a:cubicBezTo>
                <a:cubicBezTo>
                  <a:pt x="38101" y="18723"/>
                  <a:pt x="38064" y="18723"/>
                  <a:pt x="37990" y="18723"/>
                </a:cubicBezTo>
                <a:cubicBezTo>
                  <a:pt x="37917" y="18723"/>
                  <a:pt x="37843" y="18798"/>
                  <a:pt x="37770" y="18798"/>
                </a:cubicBezTo>
                <a:cubicBezTo>
                  <a:pt x="37807" y="18949"/>
                  <a:pt x="37807" y="19024"/>
                  <a:pt x="37843" y="19099"/>
                </a:cubicBezTo>
                <a:cubicBezTo>
                  <a:pt x="37843" y="19174"/>
                  <a:pt x="37880" y="19174"/>
                  <a:pt x="37917" y="19250"/>
                </a:cubicBezTo>
                <a:cubicBezTo>
                  <a:pt x="37917" y="19250"/>
                  <a:pt x="37954" y="19325"/>
                  <a:pt x="37954" y="19400"/>
                </a:cubicBezTo>
                <a:cubicBezTo>
                  <a:pt x="37954" y="19475"/>
                  <a:pt x="37917" y="19475"/>
                  <a:pt x="37917" y="19538"/>
                </a:cubicBezTo>
                <a:cubicBezTo>
                  <a:pt x="37880" y="19538"/>
                  <a:pt x="37843" y="19538"/>
                  <a:pt x="37807" y="19538"/>
                </a:cubicBezTo>
                <a:cubicBezTo>
                  <a:pt x="37770" y="19538"/>
                  <a:pt x="37733" y="19613"/>
                  <a:pt x="37733" y="19688"/>
                </a:cubicBezTo>
                <a:cubicBezTo>
                  <a:pt x="37696" y="19688"/>
                  <a:pt x="37660" y="19763"/>
                  <a:pt x="37660" y="19839"/>
                </a:cubicBezTo>
                <a:cubicBezTo>
                  <a:pt x="37660" y="19989"/>
                  <a:pt x="37660" y="20064"/>
                  <a:pt x="37696" y="20064"/>
                </a:cubicBezTo>
                <a:cubicBezTo>
                  <a:pt x="37770" y="20215"/>
                  <a:pt x="37807" y="20064"/>
                  <a:pt x="37917" y="20139"/>
                </a:cubicBezTo>
                <a:cubicBezTo>
                  <a:pt x="37954" y="20139"/>
                  <a:pt x="37990" y="20215"/>
                  <a:pt x="38027" y="20290"/>
                </a:cubicBezTo>
                <a:cubicBezTo>
                  <a:pt x="38131" y="20365"/>
                  <a:pt x="38131" y="20578"/>
                  <a:pt x="38241" y="20578"/>
                </a:cubicBezTo>
                <a:cubicBezTo>
                  <a:pt x="38278" y="20578"/>
                  <a:pt x="38278" y="20503"/>
                  <a:pt x="38315" y="20440"/>
                </a:cubicBezTo>
                <a:cubicBezTo>
                  <a:pt x="38352" y="20365"/>
                  <a:pt x="38352" y="20215"/>
                  <a:pt x="38425" y="20215"/>
                </a:cubicBezTo>
                <a:cubicBezTo>
                  <a:pt x="38535" y="20215"/>
                  <a:pt x="38572" y="20215"/>
                  <a:pt x="38646" y="20215"/>
                </a:cubicBezTo>
                <a:cubicBezTo>
                  <a:pt x="38646" y="19688"/>
                  <a:pt x="38646" y="19688"/>
                  <a:pt x="38646" y="19688"/>
                </a:cubicBezTo>
                <a:cubicBezTo>
                  <a:pt x="38572" y="19688"/>
                  <a:pt x="38535" y="19763"/>
                  <a:pt x="38462" y="19688"/>
                </a:cubicBezTo>
                <a:cubicBezTo>
                  <a:pt x="38425" y="19688"/>
                  <a:pt x="38425" y="19688"/>
                  <a:pt x="38388" y="19688"/>
                </a:cubicBezTo>
                <a:cubicBezTo>
                  <a:pt x="38352" y="19688"/>
                  <a:pt x="38388" y="19538"/>
                  <a:pt x="38352" y="19538"/>
                </a:cubicBezTo>
                <a:cubicBezTo>
                  <a:pt x="38315" y="19538"/>
                  <a:pt x="38315" y="19538"/>
                  <a:pt x="38278" y="19538"/>
                </a:cubicBezTo>
                <a:cubicBezTo>
                  <a:pt x="38278" y="19538"/>
                  <a:pt x="38241" y="19538"/>
                  <a:pt x="38205" y="19538"/>
                </a:cubicBezTo>
                <a:cubicBezTo>
                  <a:pt x="38241" y="19400"/>
                  <a:pt x="38241" y="19400"/>
                  <a:pt x="38241" y="19400"/>
                </a:cubicBezTo>
                <a:cubicBezTo>
                  <a:pt x="38388" y="19400"/>
                  <a:pt x="38388" y="19400"/>
                  <a:pt x="38388" y="19400"/>
                </a:cubicBezTo>
                <a:cubicBezTo>
                  <a:pt x="38425" y="19400"/>
                  <a:pt x="38425" y="19400"/>
                  <a:pt x="38462" y="19400"/>
                </a:cubicBezTo>
                <a:cubicBezTo>
                  <a:pt x="38499" y="19475"/>
                  <a:pt x="38499" y="19475"/>
                  <a:pt x="38535" y="19538"/>
                </a:cubicBezTo>
                <a:cubicBezTo>
                  <a:pt x="38572" y="19538"/>
                  <a:pt x="38572" y="19538"/>
                  <a:pt x="38609" y="19613"/>
                </a:cubicBezTo>
                <a:cubicBezTo>
                  <a:pt x="38609" y="19613"/>
                  <a:pt x="38646" y="19613"/>
                  <a:pt x="38676" y="19613"/>
                </a:cubicBezTo>
                <a:cubicBezTo>
                  <a:pt x="38713" y="19613"/>
                  <a:pt x="38713" y="19613"/>
                  <a:pt x="38750" y="19613"/>
                </a:cubicBezTo>
                <a:cubicBezTo>
                  <a:pt x="38897" y="19613"/>
                  <a:pt x="38897" y="19613"/>
                  <a:pt x="38897" y="19613"/>
                </a:cubicBezTo>
                <a:cubicBezTo>
                  <a:pt x="38934" y="19613"/>
                  <a:pt x="39007" y="19613"/>
                  <a:pt x="39044" y="19688"/>
                </a:cubicBezTo>
                <a:cubicBezTo>
                  <a:pt x="39081" y="19688"/>
                  <a:pt x="39117" y="19763"/>
                  <a:pt x="39117" y="19839"/>
                </a:cubicBezTo>
                <a:cubicBezTo>
                  <a:pt x="39117" y="19914"/>
                  <a:pt x="39117" y="19914"/>
                  <a:pt x="39117" y="19914"/>
                </a:cubicBezTo>
                <a:cubicBezTo>
                  <a:pt x="39117" y="19989"/>
                  <a:pt x="39044" y="19989"/>
                  <a:pt x="39044" y="20064"/>
                </a:cubicBezTo>
                <a:cubicBezTo>
                  <a:pt x="39007" y="20064"/>
                  <a:pt x="39044" y="20139"/>
                  <a:pt x="39044" y="20215"/>
                </a:cubicBezTo>
                <a:cubicBezTo>
                  <a:pt x="39007" y="20290"/>
                  <a:pt x="38970" y="20290"/>
                  <a:pt x="38970" y="20365"/>
                </a:cubicBezTo>
                <a:cubicBezTo>
                  <a:pt x="38970" y="20440"/>
                  <a:pt x="38970" y="20440"/>
                  <a:pt x="38970" y="20440"/>
                </a:cubicBezTo>
                <a:cubicBezTo>
                  <a:pt x="38970" y="20503"/>
                  <a:pt x="39007" y="20503"/>
                  <a:pt x="39007" y="20578"/>
                </a:cubicBezTo>
                <a:cubicBezTo>
                  <a:pt x="39044" y="20578"/>
                  <a:pt x="39081" y="20653"/>
                  <a:pt x="39081" y="20653"/>
                </a:cubicBezTo>
                <a:cubicBezTo>
                  <a:pt x="39117" y="20728"/>
                  <a:pt x="39117" y="20804"/>
                  <a:pt x="39117" y="20879"/>
                </a:cubicBezTo>
                <a:cubicBezTo>
                  <a:pt x="39117" y="21255"/>
                  <a:pt x="39117" y="21255"/>
                  <a:pt x="39117" y="21255"/>
                </a:cubicBezTo>
                <a:cubicBezTo>
                  <a:pt x="38934" y="21255"/>
                  <a:pt x="38934" y="21255"/>
                  <a:pt x="38934" y="21255"/>
                </a:cubicBezTo>
                <a:cubicBezTo>
                  <a:pt x="38897" y="21255"/>
                  <a:pt x="38897" y="21180"/>
                  <a:pt x="38860" y="21255"/>
                </a:cubicBezTo>
                <a:cubicBezTo>
                  <a:pt x="38823" y="21255"/>
                  <a:pt x="38823" y="21330"/>
                  <a:pt x="38787" y="21330"/>
                </a:cubicBezTo>
                <a:cubicBezTo>
                  <a:pt x="38750" y="21405"/>
                  <a:pt x="38750" y="21480"/>
                  <a:pt x="38750" y="21480"/>
                </a:cubicBezTo>
                <a:cubicBezTo>
                  <a:pt x="38713" y="21480"/>
                  <a:pt x="38676" y="21480"/>
                  <a:pt x="38646" y="21480"/>
                </a:cubicBezTo>
                <a:cubicBezTo>
                  <a:pt x="38572" y="21480"/>
                  <a:pt x="38572" y="21480"/>
                  <a:pt x="38572" y="21480"/>
                </a:cubicBezTo>
                <a:cubicBezTo>
                  <a:pt x="38535" y="21480"/>
                  <a:pt x="38535" y="21405"/>
                  <a:pt x="38499" y="21405"/>
                </a:cubicBezTo>
                <a:cubicBezTo>
                  <a:pt x="38499" y="21405"/>
                  <a:pt x="38462" y="21480"/>
                  <a:pt x="38425" y="21480"/>
                </a:cubicBezTo>
                <a:cubicBezTo>
                  <a:pt x="38425" y="22145"/>
                  <a:pt x="38425" y="22145"/>
                  <a:pt x="38425" y="22145"/>
                </a:cubicBezTo>
                <a:cubicBezTo>
                  <a:pt x="38388" y="22145"/>
                  <a:pt x="38352" y="22145"/>
                  <a:pt x="38352" y="22145"/>
                </a:cubicBezTo>
                <a:cubicBezTo>
                  <a:pt x="38315" y="22069"/>
                  <a:pt x="38278" y="22069"/>
                  <a:pt x="38241" y="22069"/>
                </a:cubicBezTo>
                <a:cubicBezTo>
                  <a:pt x="38205" y="22069"/>
                  <a:pt x="38241" y="22145"/>
                  <a:pt x="38205" y="22220"/>
                </a:cubicBezTo>
                <a:cubicBezTo>
                  <a:pt x="38168" y="22220"/>
                  <a:pt x="38131" y="22220"/>
                  <a:pt x="38131" y="22295"/>
                </a:cubicBezTo>
                <a:cubicBezTo>
                  <a:pt x="38101" y="22295"/>
                  <a:pt x="38064" y="22295"/>
                  <a:pt x="38064" y="22295"/>
                </a:cubicBezTo>
                <a:cubicBezTo>
                  <a:pt x="38027" y="22295"/>
                  <a:pt x="37990" y="22295"/>
                  <a:pt x="37990" y="22370"/>
                </a:cubicBezTo>
                <a:cubicBezTo>
                  <a:pt x="37954" y="22370"/>
                  <a:pt x="37954" y="22521"/>
                  <a:pt x="37954" y="22583"/>
                </a:cubicBezTo>
                <a:cubicBezTo>
                  <a:pt x="37954" y="22671"/>
                  <a:pt x="37954" y="22671"/>
                  <a:pt x="37954" y="22671"/>
                </a:cubicBezTo>
                <a:cubicBezTo>
                  <a:pt x="37954" y="22734"/>
                  <a:pt x="37990" y="22809"/>
                  <a:pt x="37990" y="22809"/>
                </a:cubicBezTo>
                <a:cubicBezTo>
                  <a:pt x="38027" y="22884"/>
                  <a:pt x="38027" y="22959"/>
                  <a:pt x="38064" y="23034"/>
                </a:cubicBezTo>
                <a:cubicBezTo>
                  <a:pt x="38064" y="23034"/>
                  <a:pt x="38101" y="23034"/>
                  <a:pt x="38131" y="23034"/>
                </a:cubicBezTo>
                <a:cubicBezTo>
                  <a:pt x="38131" y="23110"/>
                  <a:pt x="38168" y="23110"/>
                  <a:pt x="38205" y="23110"/>
                </a:cubicBezTo>
                <a:cubicBezTo>
                  <a:pt x="38241" y="23110"/>
                  <a:pt x="38241" y="23185"/>
                  <a:pt x="38278" y="23185"/>
                </a:cubicBezTo>
                <a:cubicBezTo>
                  <a:pt x="38278" y="23260"/>
                  <a:pt x="38315" y="23260"/>
                  <a:pt x="38352" y="23260"/>
                </a:cubicBezTo>
                <a:cubicBezTo>
                  <a:pt x="38352" y="23335"/>
                  <a:pt x="38352" y="23486"/>
                  <a:pt x="38352" y="23561"/>
                </a:cubicBezTo>
                <a:cubicBezTo>
                  <a:pt x="38315" y="23561"/>
                  <a:pt x="38278" y="23561"/>
                  <a:pt x="38241" y="23636"/>
                </a:cubicBezTo>
                <a:cubicBezTo>
                  <a:pt x="38205" y="23636"/>
                  <a:pt x="38168" y="23774"/>
                  <a:pt x="38168" y="23849"/>
                </a:cubicBezTo>
                <a:cubicBezTo>
                  <a:pt x="38168" y="24000"/>
                  <a:pt x="38241" y="24075"/>
                  <a:pt x="38278" y="24225"/>
                </a:cubicBezTo>
                <a:cubicBezTo>
                  <a:pt x="38278" y="24300"/>
                  <a:pt x="38315" y="24375"/>
                  <a:pt x="38352" y="24526"/>
                </a:cubicBezTo>
                <a:lnTo>
                  <a:pt x="38352" y="24601"/>
                </a:lnTo>
                <a:cubicBezTo>
                  <a:pt x="38388" y="24664"/>
                  <a:pt x="38425" y="24664"/>
                  <a:pt x="38462" y="24664"/>
                </a:cubicBezTo>
                <a:cubicBezTo>
                  <a:pt x="38499" y="24664"/>
                  <a:pt x="38535" y="24664"/>
                  <a:pt x="38572" y="24601"/>
                </a:cubicBezTo>
                <a:cubicBezTo>
                  <a:pt x="38609" y="24601"/>
                  <a:pt x="38609" y="24526"/>
                  <a:pt x="38646" y="24526"/>
                </a:cubicBezTo>
                <a:cubicBezTo>
                  <a:pt x="38646" y="24451"/>
                  <a:pt x="38676" y="24526"/>
                  <a:pt x="38713" y="24526"/>
                </a:cubicBezTo>
                <a:cubicBezTo>
                  <a:pt x="38787" y="24526"/>
                  <a:pt x="38787" y="24526"/>
                  <a:pt x="38787" y="24526"/>
                </a:cubicBezTo>
                <a:cubicBezTo>
                  <a:pt x="38787" y="24526"/>
                  <a:pt x="38823" y="24526"/>
                  <a:pt x="38860" y="24526"/>
                </a:cubicBezTo>
                <a:cubicBezTo>
                  <a:pt x="38860" y="24601"/>
                  <a:pt x="38860" y="24664"/>
                  <a:pt x="38860" y="24664"/>
                </a:cubicBezTo>
                <a:cubicBezTo>
                  <a:pt x="38823" y="24751"/>
                  <a:pt x="38860" y="24814"/>
                  <a:pt x="38823" y="24814"/>
                </a:cubicBezTo>
                <a:cubicBezTo>
                  <a:pt x="38823" y="24889"/>
                  <a:pt x="38787" y="24814"/>
                  <a:pt x="38750" y="24814"/>
                </a:cubicBezTo>
                <a:cubicBezTo>
                  <a:pt x="38750" y="24889"/>
                  <a:pt x="38713" y="24889"/>
                  <a:pt x="38676" y="24889"/>
                </a:cubicBezTo>
                <a:cubicBezTo>
                  <a:pt x="38676" y="24965"/>
                  <a:pt x="38676" y="25040"/>
                  <a:pt x="38676" y="25040"/>
                </a:cubicBezTo>
                <a:cubicBezTo>
                  <a:pt x="38676" y="25115"/>
                  <a:pt x="38646" y="25115"/>
                  <a:pt x="38646" y="25190"/>
                </a:cubicBezTo>
                <a:cubicBezTo>
                  <a:pt x="38646" y="25265"/>
                  <a:pt x="38572" y="25265"/>
                  <a:pt x="38572" y="25416"/>
                </a:cubicBezTo>
                <a:cubicBezTo>
                  <a:pt x="38572" y="25491"/>
                  <a:pt x="38609" y="25491"/>
                  <a:pt x="38609" y="25566"/>
                </a:cubicBezTo>
                <a:cubicBezTo>
                  <a:pt x="38609" y="25716"/>
                  <a:pt x="38609" y="25779"/>
                  <a:pt x="38646" y="25854"/>
                </a:cubicBezTo>
                <a:cubicBezTo>
                  <a:pt x="38676" y="25930"/>
                  <a:pt x="38676" y="26005"/>
                  <a:pt x="38713" y="26005"/>
                </a:cubicBezTo>
                <a:cubicBezTo>
                  <a:pt x="38713" y="26080"/>
                  <a:pt x="38750" y="26005"/>
                  <a:pt x="38787" y="26005"/>
                </a:cubicBezTo>
                <a:cubicBezTo>
                  <a:pt x="38787" y="26005"/>
                  <a:pt x="38823" y="26005"/>
                  <a:pt x="38860" y="26005"/>
                </a:cubicBezTo>
                <a:lnTo>
                  <a:pt x="38897" y="25930"/>
                </a:lnTo>
                <a:cubicBezTo>
                  <a:pt x="38934" y="25854"/>
                  <a:pt x="38934" y="25779"/>
                  <a:pt x="38970" y="25779"/>
                </a:cubicBezTo>
                <a:cubicBezTo>
                  <a:pt x="38970" y="25716"/>
                  <a:pt x="38970" y="25641"/>
                  <a:pt x="39007" y="25641"/>
                </a:cubicBezTo>
                <a:cubicBezTo>
                  <a:pt x="39007" y="25641"/>
                  <a:pt x="39044" y="25566"/>
                  <a:pt x="39081" y="25566"/>
                </a:cubicBezTo>
                <a:cubicBezTo>
                  <a:pt x="39117" y="25566"/>
                  <a:pt x="39148" y="25641"/>
                  <a:pt x="39185" y="25641"/>
                </a:cubicBezTo>
                <a:cubicBezTo>
                  <a:pt x="39185" y="26230"/>
                  <a:pt x="39185" y="26230"/>
                  <a:pt x="39185" y="26230"/>
                </a:cubicBezTo>
                <a:cubicBezTo>
                  <a:pt x="39148" y="26230"/>
                  <a:pt x="39148" y="26306"/>
                  <a:pt x="39117" y="26381"/>
                </a:cubicBezTo>
                <a:cubicBezTo>
                  <a:pt x="39117" y="26381"/>
                  <a:pt x="39081" y="26381"/>
                  <a:pt x="39044" y="26381"/>
                </a:cubicBezTo>
                <a:cubicBezTo>
                  <a:pt x="39044" y="26381"/>
                  <a:pt x="39007" y="26456"/>
                  <a:pt x="38970" y="26456"/>
                </a:cubicBezTo>
                <a:cubicBezTo>
                  <a:pt x="38970" y="26531"/>
                  <a:pt x="38934" y="26531"/>
                  <a:pt x="38897" y="26606"/>
                </a:cubicBezTo>
                <a:cubicBezTo>
                  <a:pt x="38897" y="26681"/>
                  <a:pt x="38897" y="26744"/>
                  <a:pt x="38897" y="26832"/>
                </a:cubicBezTo>
                <a:cubicBezTo>
                  <a:pt x="38897" y="26895"/>
                  <a:pt x="38897" y="26970"/>
                  <a:pt x="38934" y="27045"/>
                </a:cubicBezTo>
                <a:cubicBezTo>
                  <a:pt x="38934" y="27045"/>
                  <a:pt x="38970" y="27120"/>
                  <a:pt x="39007" y="27120"/>
                </a:cubicBezTo>
                <a:cubicBezTo>
                  <a:pt x="39044" y="27195"/>
                  <a:pt x="39044" y="27195"/>
                  <a:pt x="39081" y="27271"/>
                </a:cubicBezTo>
                <a:cubicBezTo>
                  <a:pt x="39117" y="27421"/>
                  <a:pt x="39148" y="27571"/>
                  <a:pt x="39222" y="27722"/>
                </a:cubicBezTo>
                <a:cubicBezTo>
                  <a:pt x="39258" y="27722"/>
                  <a:pt x="39295" y="27797"/>
                  <a:pt x="39295" y="27797"/>
                </a:cubicBezTo>
                <a:cubicBezTo>
                  <a:pt x="39295" y="27860"/>
                  <a:pt x="39332" y="27860"/>
                  <a:pt x="39332" y="27935"/>
                </a:cubicBezTo>
                <a:cubicBezTo>
                  <a:pt x="39332" y="28010"/>
                  <a:pt x="39332" y="28085"/>
                  <a:pt x="39332" y="28085"/>
                </a:cubicBezTo>
                <a:cubicBezTo>
                  <a:pt x="39332" y="28236"/>
                  <a:pt x="39405" y="28311"/>
                  <a:pt x="39405" y="28386"/>
                </a:cubicBezTo>
                <a:cubicBezTo>
                  <a:pt x="39442" y="28461"/>
                  <a:pt x="39442" y="28612"/>
                  <a:pt x="39442" y="28687"/>
                </a:cubicBezTo>
                <a:cubicBezTo>
                  <a:pt x="39479" y="28825"/>
                  <a:pt x="39552" y="28825"/>
                  <a:pt x="39589" y="28912"/>
                </a:cubicBezTo>
                <a:cubicBezTo>
                  <a:pt x="39626" y="28975"/>
                  <a:pt x="39663" y="28975"/>
                  <a:pt x="39663" y="28975"/>
                </a:cubicBezTo>
                <a:cubicBezTo>
                  <a:pt x="39693" y="29050"/>
                  <a:pt x="39693" y="29050"/>
                  <a:pt x="39730" y="29125"/>
                </a:cubicBezTo>
                <a:cubicBezTo>
                  <a:pt x="39730" y="29201"/>
                  <a:pt x="39693" y="29351"/>
                  <a:pt x="39730" y="29426"/>
                </a:cubicBezTo>
                <a:cubicBezTo>
                  <a:pt x="39730" y="29501"/>
                  <a:pt x="39730" y="29501"/>
                  <a:pt x="39767" y="29577"/>
                </a:cubicBezTo>
                <a:cubicBezTo>
                  <a:pt x="39840" y="29652"/>
                  <a:pt x="39914" y="29652"/>
                  <a:pt x="39987" y="29727"/>
                </a:cubicBezTo>
                <a:cubicBezTo>
                  <a:pt x="40061" y="29727"/>
                  <a:pt x="40061" y="29877"/>
                  <a:pt x="40134" y="29940"/>
                </a:cubicBezTo>
                <a:cubicBezTo>
                  <a:pt x="40134" y="29940"/>
                  <a:pt x="40134" y="30015"/>
                  <a:pt x="40171" y="30090"/>
                </a:cubicBezTo>
                <a:cubicBezTo>
                  <a:pt x="40202" y="30090"/>
                  <a:pt x="40202" y="30090"/>
                  <a:pt x="40238" y="30090"/>
                </a:cubicBezTo>
                <a:cubicBezTo>
                  <a:pt x="40312" y="30090"/>
                  <a:pt x="40312" y="30090"/>
                  <a:pt x="40312" y="30090"/>
                </a:cubicBezTo>
                <a:cubicBezTo>
                  <a:pt x="40349" y="30090"/>
                  <a:pt x="40349" y="30015"/>
                  <a:pt x="40385" y="30015"/>
                </a:cubicBezTo>
                <a:cubicBezTo>
                  <a:pt x="40422" y="29940"/>
                  <a:pt x="40459" y="29940"/>
                  <a:pt x="40496" y="29940"/>
                </a:cubicBezTo>
                <a:cubicBezTo>
                  <a:pt x="40532" y="29940"/>
                  <a:pt x="40532" y="29940"/>
                  <a:pt x="40532" y="29940"/>
                </a:cubicBezTo>
                <a:cubicBezTo>
                  <a:pt x="40532" y="29940"/>
                  <a:pt x="40569" y="30015"/>
                  <a:pt x="40606" y="30015"/>
                </a:cubicBezTo>
                <a:cubicBezTo>
                  <a:pt x="40606" y="30015"/>
                  <a:pt x="40643" y="29940"/>
                  <a:pt x="40679" y="30015"/>
                </a:cubicBezTo>
                <a:cubicBezTo>
                  <a:pt x="40679" y="30015"/>
                  <a:pt x="40679" y="30090"/>
                  <a:pt x="40679" y="30166"/>
                </a:cubicBezTo>
                <a:cubicBezTo>
                  <a:pt x="40679" y="30166"/>
                  <a:pt x="40679" y="30241"/>
                  <a:pt x="40710" y="30316"/>
                </a:cubicBezTo>
                <a:cubicBezTo>
                  <a:pt x="40710" y="30391"/>
                  <a:pt x="40747" y="30391"/>
                  <a:pt x="40784" y="30391"/>
                </a:cubicBezTo>
                <a:cubicBezTo>
                  <a:pt x="40820" y="30466"/>
                  <a:pt x="40820" y="30466"/>
                  <a:pt x="40857" y="30466"/>
                </a:cubicBezTo>
                <a:cubicBezTo>
                  <a:pt x="40931" y="30542"/>
                  <a:pt x="40967" y="30466"/>
                  <a:pt x="41004" y="30466"/>
                </a:cubicBezTo>
                <a:cubicBezTo>
                  <a:pt x="41041" y="30542"/>
                  <a:pt x="41078" y="30542"/>
                  <a:pt x="41078" y="30617"/>
                </a:cubicBezTo>
                <a:cubicBezTo>
                  <a:pt x="41078" y="30692"/>
                  <a:pt x="41078" y="30767"/>
                  <a:pt x="41114" y="30767"/>
                </a:cubicBezTo>
                <a:cubicBezTo>
                  <a:pt x="41114" y="30842"/>
                  <a:pt x="41151" y="30905"/>
                  <a:pt x="41188" y="30905"/>
                </a:cubicBezTo>
                <a:cubicBezTo>
                  <a:pt x="41218" y="30905"/>
                  <a:pt x="41255" y="30905"/>
                  <a:pt x="41292" y="30905"/>
                </a:cubicBezTo>
                <a:cubicBezTo>
                  <a:pt x="41366" y="30905"/>
                  <a:pt x="41402" y="30993"/>
                  <a:pt x="41439" y="30905"/>
                </a:cubicBezTo>
                <a:cubicBezTo>
                  <a:pt x="41476" y="30905"/>
                  <a:pt x="41476" y="30842"/>
                  <a:pt x="41513" y="30842"/>
                </a:cubicBezTo>
                <a:cubicBezTo>
                  <a:pt x="41549" y="30767"/>
                  <a:pt x="41549" y="30767"/>
                  <a:pt x="41586" y="30767"/>
                </a:cubicBezTo>
                <a:cubicBezTo>
                  <a:pt x="41623" y="30692"/>
                  <a:pt x="41660" y="30692"/>
                  <a:pt x="41660" y="30617"/>
                </a:cubicBezTo>
                <a:cubicBezTo>
                  <a:pt x="41660" y="30617"/>
                  <a:pt x="41660" y="30542"/>
                  <a:pt x="41660" y="30466"/>
                </a:cubicBezTo>
                <a:cubicBezTo>
                  <a:pt x="41660" y="30316"/>
                  <a:pt x="41660" y="30316"/>
                  <a:pt x="41660" y="30316"/>
                </a:cubicBezTo>
                <a:cubicBezTo>
                  <a:pt x="41660" y="30090"/>
                  <a:pt x="41660" y="29940"/>
                  <a:pt x="41696" y="29802"/>
                </a:cubicBezTo>
                <a:cubicBezTo>
                  <a:pt x="41733" y="29652"/>
                  <a:pt x="41800" y="29652"/>
                  <a:pt x="41837" y="29501"/>
                </a:cubicBezTo>
                <a:cubicBezTo>
                  <a:pt x="41837" y="29501"/>
                  <a:pt x="41837" y="29426"/>
                  <a:pt x="41874" y="29351"/>
                </a:cubicBezTo>
                <a:cubicBezTo>
                  <a:pt x="41874" y="29351"/>
                  <a:pt x="41911" y="29276"/>
                  <a:pt x="41911" y="29201"/>
                </a:cubicBezTo>
                <a:cubicBezTo>
                  <a:pt x="41911" y="29125"/>
                  <a:pt x="41874" y="29050"/>
                  <a:pt x="41874" y="28975"/>
                </a:cubicBezTo>
                <a:cubicBezTo>
                  <a:pt x="41874" y="28912"/>
                  <a:pt x="41874" y="28912"/>
                  <a:pt x="41874" y="28825"/>
                </a:cubicBezTo>
                <a:cubicBezTo>
                  <a:pt x="41874" y="28762"/>
                  <a:pt x="41874" y="28762"/>
                  <a:pt x="41874" y="28687"/>
                </a:cubicBezTo>
                <a:cubicBezTo>
                  <a:pt x="41874" y="28536"/>
                  <a:pt x="41874" y="28461"/>
                  <a:pt x="41874" y="28386"/>
                </a:cubicBezTo>
                <a:cubicBezTo>
                  <a:pt x="41837" y="28311"/>
                  <a:pt x="41800" y="28311"/>
                  <a:pt x="41800" y="28311"/>
                </a:cubicBezTo>
                <a:cubicBezTo>
                  <a:pt x="41800" y="28236"/>
                  <a:pt x="41764" y="28160"/>
                  <a:pt x="41764" y="28160"/>
                </a:cubicBezTo>
                <a:cubicBezTo>
                  <a:pt x="41764" y="28085"/>
                  <a:pt x="41733" y="28010"/>
                  <a:pt x="41733" y="28010"/>
                </a:cubicBezTo>
                <a:cubicBezTo>
                  <a:pt x="41733" y="27860"/>
                  <a:pt x="41837" y="27797"/>
                  <a:pt x="41911" y="27797"/>
                </a:cubicBezTo>
                <a:cubicBezTo>
                  <a:pt x="41984" y="27797"/>
                  <a:pt x="41984" y="27797"/>
                  <a:pt x="41984" y="27797"/>
                </a:cubicBezTo>
                <a:cubicBezTo>
                  <a:pt x="42021" y="27797"/>
                  <a:pt x="42021" y="27797"/>
                  <a:pt x="42058" y="27797"/>
                </a:cubicBezTo>
                <a:cubicBezTo>
                  <a:pt x="42131" y="27797"/>
                  <a:pt x="42168" y="27797"/>
                  <a:pt x="42205" y="27797"/>
                </a:cubicBezTo>
                <a:cubicBezTo>
                  <a:pt x="42205" y="27646"/>
                  <a:pt x="42205" y="27646"/>
                  <a:pt x="42205" y="27496"/>
                </a:cubicBezTo>
                <a:lnTo>
                  <a:pt x="42205" y="27421"/>
                </a:lnTo>
                <a:cubicBezTo>
                  <a:pt x="42205" y="27346"/>
                  <a:pt x="42235" y="27271"/>
                  <a:pt x="42235" y="27271"/>
                </a:cubicBezTo>
                <a:cubicBezTo>
                  <a:pt x="42272" y="27195"/>
                  <a:pt x="42272" y="27195"/>
                  <a:pt x="42309" y="27120"/>
                </a:cubicBezTo>
                <a:cubicBezTo>
                  <a:pt x="42346" y="27120"/>
                  <a:pt x="42382" y="27120"/>
                  <a:pt x="42382" y="27120"/>
                </a:cubicBezTo>
                <a:cubicBezTo>
                  <a:pt x="42419" y="27120"/>
                  <a:pt x="42419" y="27045"/>
                  <a:pt x="42456" y="27045"/>
                </a:cubicBezTo>
                <a:cubicBezTo>
                  <a:pt x="42456" y="26306"/>
                  <a:pt x="42456" y="26306"/>
                  <a:pt x="42456" y="26306"/>
                </a:cubicBezTo>
                <a:cubicBezTo>
                  <a:pt x="42493" y="26230"/>
                  <a:pt x="42529" y="26230"/>
                  <a:pt x="42529" y="26155"/>
                </a:cubicBezTo>
                <a:cubicBezTo>
                  <a:pt x="42529" y="26080"/>
                  <a:pt x="42529" y="26005"/>
                  <a:pt x="42529" y="25930"/>
                </a:cubicBezTo>
                <a:cubicBezTo>
                  <a:pt x="42493" y="25854"/>
                  <a:pt x="42493" y="25854"/>
                  <a:pt x="42493" y="25779"/>
                </a:cubicBezTo>
                <a:cubicBezTo>
                  <a:pt x="42456" y="25716"/>
                  <a:pt x="42493" y="25716"/>
                  <a:pt x="42456" y="25641"/>
                </a:cubicBezTo>
                <a:cubicBezTo>
                  <a:pt x="42456" y="25566"/>
                  <a:pt x="42382" y="25641"/>
                  <a:pt x="42382" y="25566"/>
                </a:cubicBezTo>
                <a:cubicBezTo>
                  <a:pt x="42382" y="25491"/>
                  <a:pt x="42382" y="25416"/>
                  <a:pt x="42419" y="25340"/>
                </a:cubicBezTo>
                <a:cubicBezTo>
                  <a:pt x="42456" y="25340"/>
                  <a:pt x="42493" y="25340"/>
                  <a:pt x="42493" y="25340"/>
                </a:cubicBezTo>
                <a:cubicBezTo>
                  <a:pt x="42529" y="25340"/>
                  <a:pt x="42603" y="25340"/>
                  <a:pt x="42640" y="25340"/>
                </a:cubicBezTo>
                <a:cubicBezTo>
                  <a:pt x="42676" y="25265"/>
                  <a:pt x="42676" y="25265"/>
                  <a:pt x="42713" y="25265"/>
                </a:cubicBezTo>
                <a:cubicBezTo>
                  <a:pt x="42750" y="25190"/>
                  <a:pt x="42750" y="25190"/>
                  <a:pt x="42781" y="25115"/>
                </a:cubicBezTo>
                <a:cubicBezTo>
                  <a:pt x="42781" y="25115"/>
                  <a:pt x="42781" y="25040"/>
                  <a:pt x="42781" y="24965"/>
                </a:cubicBezTo>
                <a:cubicBezTo>
                  <a:pt x="42781" y="24965"/>
                  <a:pt x="42781" y="24889"/>
                  <a:pt x="42781" y="24814"/>
                </a:cubicBezTo>
                <a:cubicBezTo>
                  <a:pt x="42781" y="24814"/>
                  <a:pt x="42781" y="24751"/>
                  <a:pt x="42781" y="24664"/>
                </a:cubicBezTo>
                <a:cubicBezTo>
                  <a:pt x="43222" y="24664"/>
                  <a:pt x="43222" y="24664"/>
                  <a:pt x="43222" y="24664"/>
                </a:cubicBezTo>
                <a:cubicBezTo>
                  <a:pt x="43222" y="24526"/>
                  <a:pt x="43222" y="24451"/>
                  <a:pt x="43222" y="24300"/>
                </a:cubicBezTo>
                <a:cubicBezTo>
                  <a:pt x="43222" y="24225"/>
                  <a:pt x="43222" y="24225"/>
                  <a:pt x="43222" y="24150"/>
                </a:cubicBezTo>
                <a:cubicBezTo>
                  <a:pt x="43473" y="24150"/>
                  <a:pt x="43473" y="24150"/>
                  <a:pt x="43473" y="24150"/>
                </a:cubicBezTo>
                <a:cubicBezTo>
                  <a:pt x="43473" y="24300"/>
                  <a:pt x="43436" y="24451"/>
                  <a:pt x="43473" y="24601"/>
                </a:cubicBezTo>
                <a:cubicBezTo>
                  <a:pt x="43473" y="24664"/>
                  <a:pt x="43473" y="24664"/>
                  <a:pt x="43473" y="24751"/>
                </a:cubicBezTo>
                <a:cubicBezTo>
                  <a:pt x="43509" y="24751"/>
                  <a:pt x="43546" y="24751"/>
                  <a:pt x="43620" y="24751"/>
                </a:cubicBezTo>
                <a:cubicBezTo>
                  <a:pt x="43656" y="24751"/>
                  <a:pt x="43656" y="24751"/>
                  <a:pt x="43693" y="24751"/>
                </a:cubicBezTo>
                <a:cubicBezTo>
                  <a:pt x="43767" y="24751"/>
                  <a:pt x="43797" y="24601"/>
                  <a:pt x="43871" y="24526"/>
                </a:cubicBezTo>
                <a:cubicBezTo>
                  <a:pt x="43908" y="24451"/>
                  <a:pt x="43908" y="24375"/>
                  <a:pt x="43944" y="24375"/>
                </a:cubicBezTo>
                <a:cubicBezTo>
                  <a:pt x="43981" y="24300"/>
                  <a:pt x="43981" y="24225"/>
                  <a:pt x="44018" y="24225"/>
                </a:cubicBezTo>
                <a:cubicBezTo>
                  <a:pt x="44055" y="24150"/>
                  <a:pt x="44055" y="24150"/>
                  <a:pt x="44091" y="24150"/>
                </a:cubicBezTo>
                <a:cubicBezTo>
                  <a:pt x="44165" y="24150"/>
                  <a:pt x="44165" y="24150"/>
                  <a:pt x="44165" y="24150"/>
                </a:cubicBezTo>
                <a:cubicBezTo>
                  <a:pt x="44202" y="24150"/>
                  <a:pt x="44238" y="24150"/>
                  <a:pt x="44312" y="24150"/>
                </a:cubicBezTo>
                <a:cubicBezTo>
                  <a:pt x="44312" y="24150"/>
                  <a:pt x="44343" y="24075"/>
                  <a:pt x="44379" y="24075"/>
                </a:cubicBezTo>
                <a:cubicBezTo>
                  <a:pt x="44379" y="24000"/>
                  <a:pt x="44416" y="24075"/>
                  <a:pt x="44453" y="24000"/>
                </a:cubicBezTo>
                <a:cubicBezTo>
                  <a:pt x="44453" y="24000"/>
                  <a:pt x="44416" y="23924"/>
                  <a:pt x="44453" y="23849"/>
                </a:cubicBezTo>
                <a:cubicBezTo>
                  <a:pt x="44490" y="23699"/>
                  <a:pt x="44490" y="23699"/>
                  <a:pt x="44490" y="23699"/>
                </a:cubicBezTo>
                <a:lnTo>
                  <a:pt x="44526" y="23636"/>
                </a:lnTo>
                <a:cubicBezTo>
                  <a:pt x="44563" y="23561"/>
                  <a:pt x="44600" y="23561"/>
                  <a:pt x="44600" y="23561"/>
                </a:cubicBezTo>
                <a:cubicBezTo>
                  <a:pt x="44637" y="23486"/>
                  <a:pt x="44673" y="23486"/>
                  <a:pt x="44673" y="23486"/>
                </a:cubicBezTo>
                <a:cubicBezTo>
                  <a:pt x="44710" y="23410"/>
                  <a:pt x="44710" y="23335"/>
                  <a:pt x="44710" y="23335"/>
                </a:cubicBezTo>
                <a:cubicBezTo>
                  <a:pt x="44747" y="23260"/>
                  <a:pt x="44747" y="23185"/>
                  <a:pt x="44784" y="23185"/>
                </a:cubicBezTo>
                <a:cubicBezTo>
                  <a:pt x="44784" y="23110"/>
                  <a:pt x="44814" y="23185"/>
                  <a:pt x="44851" y="23110"/>
                </a:cubicBezTo>
                <a:cubicBezTo>
                  <a:pt x="44888" y="23034"/>
                  <a:pt x="44888" y="22959"/>
                  <a:pt x="44924" y="22809"/>
                </a:cubicBezTo>
                <a:cubicBezTo>
                  <a:pt x="44924" y="22809"/>
                  <a:pt x="44924" y="22734"/>
                  <a:pt x="44961" y="22671"/>
                </a:cubicBezTo>
                <a:cubicBezTo>
                  <a:pt x="44961" y="22671"/>
                  <a:pt x="44998" y="22671"/>
                  <a:pt x="45035" y="22671"/>
                </a:cubicBezTo>
                <a:cubicBezTo>
                  <a:pt x="45071" y="22671"/>
                  <a:pt x="45071" y="22671"/>
                  <a:pt x="45108" y="22583"/>
                </a:cubicBezTo>
                <a:cubicBezTo>
                  <a:pt x="45108" y="22583"/>
                  <a:pt x="45108" y="22521"/>
                  <a:pt x="45108" y="22445"/>
                </a:cubicBezTo>
                <a:cubicBezTo>
                  <a:pt x="45108" y="22370"/>
                  <a:pt x="45145" y="22370"/>
                  <a:pt x="45145" y="22295"/>
                </a:cubicBezTo>
                <a:cubicBezTo>
                  <a:pt x="45182" y="22295"/>
                  <a:pt x="45218" y="22295"/>
                  <a:pt x="45218" y="22295"/>
                </a:cubicBezTo>
                <a:cubicBezTo>
                  <a:pt x="45255" y="22220"/>
                  <a:pt x="45286" y="22220"/>
                  <a:pt x="45286" y="22145"/>
                </a:cubicBezTo>
                <a:cubicBezTo>
                  <a:pt x="45329" y="21994"/>
                  <a:pt x="45286" y="21844"/>
                  <a:pt x="45286" y="21693"/>
                </a:cubicBezTo>
                <a:close/>
                <a:moveTo>
                  <a:pt x="26223" y="10627"/>
                </a:moveTo>
                <a:lnTo>
                  <a:pt x="26223" y="10627"/>
                </a:lnTo>
                <a:cubicBezTo>
                  <a:pt x="26474" y="11141"/>
                  <a:pt x="26474" y="11141"/>
                  <a:pt x="26474" y="11141"/>
                </a:cubicBezTo>
                <a:cubicBezTo>
                  <a:pt x="26768" y="11367"/>
                  <a:pt x="26768" y="11367"/>
                  <a:pt x="26768" y="11367"/>
                </a:cubicBezTo>
                <a:cubicBezTo>
                  <a:pt x="27093" y="11141"/>
                  <a:pt x="27093" y="11141"/>
                  <a:pt x="27093" y="11141"/>
                </a:cubicBezTo>
                <a:cubicBezTo>
                  <a:pt x="27093" y="11141"/>
                  <a:pt x="27093" y="10991"/>
                  <a:pt x="27240" y="11141"/>
                </a:cubicBezTo>
                <a:cubicBezTo>
                  <a:pt x="27381" y="11216"/>
                  <a:pt x="27454" y="11291"/>
                  <a:pt x="27528" y="11291"/>
                </a:cubicBezTo>
                <a:cubicBezTo>
                  <a:pt x="27638" y="11291"/>
                  <a:pt x="27785" y="11442"/>
                  <a:pt x="27785" y="11291"/>
                </a:cubicBezTo>
                <a:cubicBezTo>
                  <a:pt x="27822" y="11141"/>
                  <a:pt x="28000" y="10991"/>
                  <a:pt x="28000" y="10991"/>
                </a:cubicBezTo>
                <a:cubicBezTo>
                  <a:pt x="28000" y="10991"/>
                  <a:pt x="28147" y="11216"/>
                  <a:pt x="28220" y="11216"/>
                </a:cubicBezTo>
                <a:cubicBezTo>
                  <a:pt x="28294" y="11216"/>
                  <a:pt x="28434" y="11291"/>
                  <a:pt x="28471" y="11216"/>
                </a:cubicBezTo>
                <a:cubicBezTo>
                  <a:pt x="28545" y="11141"/>
                  <a:pt x="28508" y="11141"/>
                  <a:pt x="28618" y="11141"/>
                </a:cubicBezTo>
                <a:cubicBezTo>
                  <a:pt x="28912" y="11141"/>
                  <a:pt x="28912" y="11141"/>
                  <a:pt x="28912" y="11141"/>
                </a:cubicBezTo>
                <a:cubicBezTo>
                  <a:pt x="28943" y="11291"/>
                  <a:pt x="28802" y="11517"/>
                  <a:pt x="28875" y="11592"/>
                </a:cubicBezTo>
                <a:cubicBezTo>
                  <a:pt x="29127" y="11667"/>
                  <a:pt x="29237" y="11517"/>
                  <a:pt x="29237" y="11517"/>
                </a:cubicBezTo>
                <a:cubicBezTo>
                  <a:pt x="29451" y="11517"/>
                  <a:pt x="29451" y="11517"/>
                  <a:pt x="29451" y="11517"/>
                </a:cubicBezTo>
                <a:cubicBezTo>
                  <a:pt x="29745" y="11291"/>
                  <a:pt x="29745" y="11291"/>
                  <a:pt x="29745" y="11291"/>
                </a:cubicBezTo>
                <a:cubicBezTo>
                  <a:pt x="29745" y="11291"/>
                  <a:pt x="29745" y="11141"/>
                  <a:pt x="29892" y="11141"/>
                </a:cubicBezTo>
                <a:cubicBezTo>
                  <a:pt x="29996" y="11141"/>
                  <a:pt x="30070" y="10778"/>
                  <a:pt x="30070" y="10778"/>
                </a:cubicBezTo>
                <a:cubicBezTo>
                  <a:pt x="29996" y="10326"/>
                  <a:pt x="29996" y="10326"/>
                  <a:pt x="29996" y="10326"/>
                </a:cubicBezTo>
                <a:cubicBezTo>
                  <a:pt x="29745" y="10627"/>
                  <a:pt x="29745" y="10627"/>
                  <a:pt x="29745" y="10627"/>
                </a:cubicBezTo>
                <a:cubicBezTo>
                  <a:pt x="29635" y="10026"/>
                  <a:pt x="29635" y="10026"/>
                  <a:pt x="29635" y="10026"/>
                </a:cubicBezTo>
                <a:cubicBezTo>
                  <a:pt x="29929" y="9963"/>
                  <a:pt x="29929" y="9963"/>
                  <a:pt x="29929" y="9963"/>
                </a:cubicBezTo>
                <a:cubicBezTo>
                  <a:pt x="30033" y="9437"/>
                  <a:pt x="30033" y="9437"/>
                  <a:pt x="30033" y="9437"/>
                </a:cubicBezTo>
                <a:cubicBezTo>
                  <a:pt x="29929" y="8998"/>
                  <a:pt x="29929" y="8998"/>
                  <a:pt x="29929" y="8998"/>
                </a:cubicBezTo>
                <a:cubicBezTo>
                  <a:pt x="30143" y="8998"/>
                  <a:pt x="30143" y="8998"/>
                  <a:pt x="30143" y="8998"/>
                </a:cubicBezTo>
                <a:cubicBezTo>
                  <a:pt x="30505" y="9061"/>
                  <a:pt x="30505" y="9061"/>
                  <a:pt x="30505" y="9061"/>
                </a:cubicBezTo>
                <a:cubicBezTo>
                  <a:pt x="30505" y="9061"/>
                  <a:pt x="30615" y="9061"/>
                  <a:pt x="30689" y="8998"/>
                </a:cubicBezTo>
                <a:cubicBezTo>
                  <a:pt x="30725" y="8848"/>
                  <a:pt x="30689" y="8472"/>
                  <a:pt x="30689" y="8472"/>
                </a:cubicBezTo>
                <a:cubicBezTo>
                  <a:pt x="30689" y="8472"/>
                  <a:pt x="30364" y="8096"/>
                  <a:pt x="30542" y="8096"/>
                </a:cubicBezTo>
                <a:cubicBezTo>
                  <a:pt x="30836" y="8096"/>
                  <a:pt x="30836" y="8096"/>
                  <a:pt x="30836" y="8096"/>
                </a:cubicBezTo>
                <a:cubicBezTo>
                  <a:pt x="30946" y="8096"/>
                  <a:pt x="31013" y="8171"/>
                  <a:pt x="31013" y="8020"/>
                </a:cubicBezTo>
                <a:cubicBezTo>
                  <a:pt x="31013" y="7807"/>
                  <a:pt x="30872" y="7507"/>
                  <a:pt x="30872" y="7507"/>
                </a:cubicBezTo>
                <a:cubicBezTo>
                  <a:pt x="30872" y="7507"/>
                  <a:pt x="30689" y="7507"/>
                  <a:pt x="30578" y="7356"/>
                </a:cubicBezTo>
                <a:cubicBezTo>
                  <a:pt x="30505" y="7206"/>
                  <a:pt x="30327" y="7281"/>
                  <a:pt x="30327" y="7281"/>
                </a:cubicBezTo>
                <a:cubicBezTo>
                  <a:pt x="30070" y="7507"/>
                  <a:pt x="30070" y="7507"/>
                  <a:pt x="30070" y="7507"/>
                </a:cubicBezTo>
                <a:cubicBezTo>
                  <a:pt x="29892" y="7732"/>
                  <a:pt x="29892" y="7732"/>
                  <a:pt x="29892" y="7732"/>
                </a:cubicBezTo>
                <a:cubicBezTo>
                  <a:pt x="29856" y="7356"/>
                  <a:pt x="29856" y="7356"/>
                  <a:pt x="29856" y="7356"/>
                </a:cubicBezTo>
                <a:cubicBezTo>
                  <a:pt x="30107" y="7206"/>
                  <a:pt x="30107" y="7206"/>
                  <a:pt x="30107" y="7206"/>
                </a:cubicBezTo>
                <a:cubicBezTo>
                  <a:pt x="30107" y="7206"/>
                  <a:pt x="30070" y="7055"/>
                  <a:pt x="30143" y="6980"/>
                </a:cubicBezTo>
                <a:cubicBezTo>
                  <a:pt x="30217" y="6980"/>
                  <a:pt x="30364" y="6767"/>
                  <a:pt x="30364" y="6767"/>
                </a:cubicBezTo>
                <a:cubicBezTo>
                  <a:pt x="30615" y="6767"/>
                  <a:pt x="30615" y="6767"/>
                  <a:pt x="30615" y="6767"/>
                </a:cubicBezTo>
                <a:cubicBezTo>
                  <a:pt x="30725" y="7055"/>
                  <a:pt x="30725" y="7055"/>
                  <a:pt x="30725" y="7055"/>
                </a:cubicBezTo>
                <a:cubicBezTo>
                  <a:pt x="31087" y="7131"/>
                  <a:pt x="31087" y="7131"/>
                  <a:pt x="31087" y="7131"/>
                </a:cubicBezTo>
                <a:cubicBezTo>
                  <a:pt x="31087" y="7131"/>
                  <a:pt x="31234" y="7206"/>
                  <a:pt x="31307" y="7055"/>
                </a:cubicBezTo>
                <a:cubicBezTo>
                  <a:pt x="31381" y="6918"/>
                  <a:pt x="31558" y="6692"/>
                  <a:pt x="31558" y="6692"/>
                </a:cubicBezTo>
                <a:cubicBezTo>
                  <a:pt x="31271" y="6241"/>
                  <a:pt x="31271" y="6241"/>
                  <a:pt x="31271" y="6241"/>
                </a:cubicBezTo>
                <a:cubicBezTo>
                  <a:pt x="31595" y="6166"/>
                  <a:pt x="31595" y="6166"/>
                  <a:pt x="31595" y="6166"/>
                </a:cubicBezTo>
                <a:cubicBezTo>
                  <a:pt x="31742" y="6542"/>
                  <a:pt x="31742" y="6542"/>
                  <a:pt x="31742" y="6542"/>
                </a:cubicBezTo>
                <a:cubicBezTo>
                  <a:pt x="32030" y="6466"/>
                  <a:pt x="32030" y="6466"/>
                  <a:pt x="32030" y="6466"/>
                </a:cubicBezTo>
                <a:cubicBezTo>
                  <a:pt x="32361" y="6241"/>
                  <a:pt x="32361" y="6241"/>
                  <a:pt x="32361" y="6241"/>
                </a:cubicBezTo>
                <a:cubicBezTo>
                  <a:pt x="32214" y="5802"/>
                  <a:pt x="32214" y="5802"/>
                  <a:pt x="32214" y="5802"/>
                </a:cubicBezTo>
                <a:cubicBezTo>
                  <a:pt x="32000" y="5577"/>
                  <a:pt x="32000" y="5577"/>
                  <a:pt x="32000" y="5577"/>
                </a:cubicBezTo>
                <a:cubicBezTo>
                  <a:pt x="32398" y="5577"/>
                  <a:pt x="32398" y="5577"/>
                  <a:pt x="32398" y="5577"/>
                </a:cubicBezTo>
                <a:cubicBezTo>
                  <a:pt x="32649" y="5577"/>
                  <a:pt x="32649" y="5577"/>
                  <a:pt x="32649" y="5577"/>
                </a:cubicBezTo>
                <a:cubicBezTo>
                  <a:pt x="32759" y="5276"/>
                  <a:pt x="32759" y="5276"/>
                  <a:pt x="32759" y="5276"/>
                </a:cubicBezTo>
                <a:cubicBezTo>
                  <a:pt x="33084" y="5125"/>
                  <a:pt x="33084" y="5125"/>
                  <a:pt x="33084" y="5125"/>
                </a:cubicBezTo>
                <a:cubicBezTo>
                  <a:pt x="33378" y="4687"/>
                  <a:pt x="33378" y="4687"/>
                  <a:pt x="33378" y="4687"/>
                </a:cubicBezTo>
                <a:cubicBezTo>
                  <a:pt x="33378" y="4687"/>
                  <a:pt x="33666" y="4461"/>
                  <a:pt x="33739" y="4461"/>
                </a:cubicBezTo>
                <a:cubicBezTo>
                  <a:pt x="33849" y="4386"/>
                  <a:pt x="34064" y="4010"/>
                  <a:pt x="34064" y="4010"/>
                </a:cubicBezTo>
                <a:cubicBezTo>
                  <a:pt x="34395" y="3935"/>
                  <a:pt x="34395" y="3935"/>
                  <a:pt x="34395" y="3935"/>
                </a:cubicBezTo>
                <a:cubicBezTo>
                  <a:pt x="34578" y="3722"/>
                  <a:pt x="34578" y="3722"/>
                  <a:pt x="34578" y="3722"/>
                </a:cubicBezTo>
                <a:cubicBezTo>
                  <a:pt x="34431" y="3346"/>
                  <a:pt x="34431" y="3346"/>
                  <a:pt x="34431" y="3346"/>
                </a:cubicBezTo>
                <a:cubicBezTo>
                  <a:pt x="34431" y="3346"/>
                  <a:pt x="34248" y="3571"/>
                  <a:pt x="34174" y="3571"/>
                </a:cubicBezTo>
                <a:cubicBezTo>
                  <a:pt x="34137" y="3571"/>
                  <a:pt x="33886" y="3860"/>
                  <a:pt x="33813" y="3722"/>
                </a:cubicBezTo>
                <a:cubicBezTo>
                  <a:pt x="33739" y="3646"/>
                  <a:pt x="33813" y="3571"/>
                  <a:pt x="33666" y="3571"/>
                </a:cubicBezTo>
                <a:cubicBezTo>
                  <a:pt x="33519" y="3571"/>
                  <a:pt x="33231" y="3646"/>
                  <a:pt x="33231" y="3646"/>
                </a:cubicBezTo>
                <a:cubicBezTo>
                  <a:pt x="33304" y="3271"/>
                  <a:pt x="33304" y="3271"/>
                  <a:pt x="33304" y="3271"/>
                </a:cubicBezTo>
                <a:cubicBezTo>
                  <a:pt x="33629" y="3195"/>
                  <a:pt x="33629" y="3195"/>
                  <a:pt x="33629" y="3195"/>
                </a:cubicBezTo>
                <a:cubicBezTo>
                  <a:pt x="34033" y="3195"/>
                  <a:pt x="34033" y="3195"/>
                  <a:pt x="34033" y="3195"/>
                </a:cubicBezTo>
                <a:cubicBezTo>
                  <a:pt x="34395" y="3195"/>
                  <a:pt x="34395" y="3195"/>
                  <a:pt x="34395" y="3195"/>
                </a:cubicBezTo>
                <a:cubicBezTo>
                  <a:pt x="34395" y="3195"/>
                  <a:pt x="34609" y="2970"/>
                  <a:pt x="34756" y="2970"/>
                </a:cubicBezTo>
                <a:cubicBezTo>
                  <a:pt x="34903" y="2970"/>
                  <a:pt x="35117" y="2757"/>
                  <a:pt x="35117" y="2757"/>
                </a:cubicBezTo>
                <a:cubicBezTo>
                  <a:pt x="35522" y="2757"/>
                  <a:pt x="35522" y="2757"/>
                  <a:pt x="35522" y="2757"/>
                </a:cubicBezTo>
                <a:cubicBezTo>
                  <a:pt x="35522" y="2757"/>
                  <a:pt x="35552" y="2456"/>
                  <a:pt x="35595" y="2306"/>
                </a:cubicBezTo>
                <a:cubicBezTo>
                  <a:pt x="35663" y="2080"/>
                  <a:pt x="35552" y="1854"/>
                  <a:pt x="35552" y="1854"/>
                </a:cubicBezTo>
                <a:cubicBezTo>
                  <a:pt x="35228" y="2005"/>
                  <a:pt x="35228" y="2005"/>
                  <a:pt x="35228" y="2005"/>
                </a:cubicBezTo>
                <a:cubicBezTo>
                  <a:pt x="34977" y="1930"/>
                  <a:pt x="34977" y="1930"/>
                  <a:pt x="34977" y="1930"/>
                </a:cubicBezTo>
                <a:cubicBezTo>
                  <a:pt x="34903" y="1566"/>
                  <a:pt x="34903" y="1566"/>
                  <a:pt x="34903" y="1566"/>
                </a:cubicBezTo>
                <a:cubicBezTo>
                  <a:pt x="34578" y="1190"/>
                  <a:pt x="34578" y="1190"/>
                  <a:pt x="34578" y="1190"/>
                </a:cubicBezTo>
                <a:cubicBezTo>
                  <a:pt x="34284" y="1340"/>
                  <a:pt x="34284" y="1340"/>
                  <a:pt x="34284" y="1340"/>
                </a:cubicBezTo>
                <a:cubicBezTo>
                  <a:pt x="33923" y="1340"/>
                  <a:pt x="33923" y="1340"/>
                  <a:pt x="33923" y="1340"/>
                </a:cubicBezTo>
                <a:cubicBezTo>
                  <a:pt x="33519" y="1566"/>
                  <a:pt x="33519" y="1566"/>
                  <a:pt x="33519" y="1566"/>
                </a:cubicBezTo>
                <a:cubicBezTo>
                  <a:pt x="33562" y="1265"/>
                  <a:pt x="33562" y="1265"/>
                  <a:pt x="33562" y="1265"/>
                </a:cubicBezTo>
                <a:cubicBezTo>
                  <a:pt x="33231" y="1190"/>
                  <a:pt x="33231" y="1190"/>
                  <a:pt x="33231" y="1190"/>
                </a:cubicBezTo>
                <a:cubicBezTo>
                  <a:pt x="33231" y="1190"/>
                  <a:pt x="33016" y="1340"/>
                  <a:pt x="32980" y="1265"/>
                </a:cubicBezTo>
                <a:cubicBezTo>
                  <a:pt x="32943" y="1115"/>
                  <a:pt x="32906" y="965"/>
                  <a:pt x="32906" y="965"/>
                </a:cubicBezTo>
                <a:cubicBezTo>
                  <a:pt x="32649" y="965"/>
                  <a:pt x="32649" y="965"/>
                  <a:pt x="32649" y="965"/>
                </a:cubicBezTo>
                <a:cubicBezTo>
                  <a:pt x="32471" y="739"/>
                  <a:pt x="32287" y="739"/>
                  <a:pt x="32287" y="739"/>
                </a:cubicBezTo>
                <a:cubicBezTo>
                  <a:pt x="32287" y="739"/>
                  <a:pt x="32287" y="1340"/>
                  <a:pt x="32251" y="1265"/>
                </a:cubicBezTo>
                <a:cubicBezTo>
                  <a:pt x="32177" y="1265"/>
                  <a:pt x="32104" y="1416"/>
                  <a:pt x="32030" y="1265"/>
                </a:cubicBezTo>
                <a:cubicBezTo>
                  <a:pt x="31963" y="1040"/>
                  <a:pt x="32000" y="965"/>
                  <a:pt x="31889" y="965"/>
                </a:cubicBezTo>
                <a:cubicBezTo>
                  <a:pt x="31779" y="965"/>
                  <a:pt x="31742" y="965"/>
                  <a:pt x="31669" y="965"/>
                </a:cubicBezTo>
                <a:cubicBezTo>
                  <a:pt x="31595" y="965"/>
                  <a:pt x="31595" y="1340"/>
                  <a:pt x="31595" y="1340"/>
                </a:cubicBezTo>
                <a:cubicBezTo>
                  <a:pt x="31485" y="1566"/>
                  <a:pt x="31271" y="1340"/>
                  <a:pt x="31271" y="1340"/>
                </a:cubicBezTo>
                <a:cubicBezTo>
                  <a:pt x="31087" y="965"/>
                  <a:pt x="30946" y="965"/>
                  <a:pt x="30946" y="965"/>
                </a:cubicBezTo>
                <a:cubicBezTo>
                  <a:pt x="30615" y="889"/>
                  <a:pt x="30615" y="889"/>
                  <a:pt x="30615" y="889"/>
                </a:cubicBezTo>
                <a:cubicBezTo>
                  <a:pt x="30615" y="889"/>
                  <a:pt x="30364" y="739"/>
                  <a:pt x="30364" y="889"/>
                </a:cubicBezTo>
                <a:cubicBezTo>
                  <a:pt x="30290" y="1265"/>
                  <a:pt x="30364" y="1566"/>
                  <a:pt x="30364" y="1566"/>
                </a:cubicBezTo>
                <a:cubicBezTo>
                  <a:pt x="30217" y="1566"/>
                  <a:pt x="30217" y="1566"/>
                  <a:pt x="30217" y="1566"/>
                </a:cubicBezTo>
                <a:cubicBezTo>
                  <a:pt x="29996" y="1340"/>
                  <a:pt x="29996" y="1340"/>
                  <a:pt x="29996" y="1340"/>
                </a:cubicBezTo>
                <a:cubicBezTo>
                  <a:pt x="29996" y="1340"/>
                  <a:pt x="29960" y="1190"/>
                  <a:pt x="29856" y="1190"/>
                </a:cubicBezTo>
                <a:cubicBezTo>
                  <a:pt x="29525" y="1190"/>
                  <a:pt x="29525" y="1190"/>
                  <a:pt x="29525" y="1190"/>
                </a:cubicBezTo>
                <a:cubicBezTo>
                  <a:pt x="29525" y="1491"/>
                  <a:pt x="29525" y="1491"/>
                  <a:pt x="29525" y="1491"/>
                </a:cubicBezTo>
                <a:cubicBezTo>
                  <a:pt x="29237" y="1491"/>
                  <a:pt x="29237" y="1491"/>
                  <a:pt x="29237" y="1491"/>
                </a:cubicBezTo>
                <a:cubicBezTo>
                  <a:pt x="29090" y="1340"/>
                  <a:pt x="28802" y="1416"/>
                  <a:pt x="28802" y="1416"/>
                </a:cubicBezTo>
                <a:cubicBezTo>
                  <a:pt x="28692" y="1641"/>
                  <a:pt x="28471" y="1704"/>
                  <a:pt x="28471" y="1704"/>
                </a:cubicBezTo>
                <a:cubicBezTo>
                  <a:pt x="28294" y="2155"/>
                  <a:pt x="28294" y="2155"/>
                  <a:pt x="28294" y="2155"/>
                </a:cubicBezTo>
                <a:cubicBezTo>
                  <a:pt x="28692" y="2155"/>
                  <a:pt x="28692" y="2155"/>
                  <a:pt x="28692" y="2155"/>
                </a:cubicBezTo>
                <a:cubicBezTo>
                  <a:pt x="28802" y="2306"/>
                  <a:pt x="29200" y="2531"/>
                  <a:pt x="29200" y="2531"/>
                </a:cubicBezTo>
                <a:cubicBezTo>
                  <a:pt x="29200" y="2531"/>
                  <a:pt x="29310" y="2381"/>
                  <a:pt x="29347" y="2531"/>
                </a:cubicBezTo>
                <a:cubicBezTo>
                  <a:pt x="29384" y="2757"/>
                  <a:pt x="29415" y="2970"/>
                  <a:pt x="29415" y="2970"/>
                </a:cubicBezTo>
                <a:cubicBezTo>
                  <a:pt x="29415" y="2970"/>
                  <a:pt x="29163" y="3045"/>
                  <a:pt x="29090" y="2895"/>
                </a:cubicBezTo>
                <a:cubicBezTo>
                  <a:pt x="29016" y="2757"/>
                  <a:pt x="28943" y="2606"/>
                  <a:pt x="28839" y="2606"/>
                </a:cubicBezTo>
                <a:cubicBezTo>
                  <a:pt x="28471" y="2606"/>
                  <a:pt x="28471" y="2606"/>
                  <a:pt x="28471" y="2606"/>
                </a:cubicBezTo>
                <a:cubicBezTo>
                  <a:pt x="28471" y="2606"/>
                  <a:pt x="28257" y="2531"/>
                  <a:pt x="28183" y="2381"/>
                </a:cubicBezTo>
                <a:cubicBezTo>
                  <a:pt x="28147" y="2306"/>
                  <a:pt x="28110" y="2005"/>
                  <a:pt x="28000" y="2005"/>
                </a:cubicBezTo>
                <a:cubicBezTo>
                  <a:pt x="27926" y="2080"/>
                  <a:pt x="27748" y="2080"/>
                  <a:pt x="27748" y="2080"/>
                </a:cubicBezTo>
                <a:cubicBezTo>
                  <a:pt x="27528" y="1854"/>
                  <a:pt x="27528" y="1854"/>
                  <a:pt x="27528" y="1854"/>
                </a:cubicBezTo>
                <a:cubicBezTo>
                  <a:pt x="27528" y="1854"/>
                  <a:pt x="27454" y="1779"/>
                  <a:pt x="27381" y="1854"/>
                </a:cubicBezTo>
                <a:cubicBezTo>
                  <a:pt x="27203" y="1930"/>
                  <a:pt x="27203" y="1930"/>
                  <a:pt x="27203" y="1930"/>
                </a:cubicBezTo>
                <a:cubicBezTo>
                  <a:pt x="27166" y="2230"/>
                  <a:pt x="27166" y="2230"/>
                  <a:pt x="27166" y="2230"/>
                </a:cubicBezTo>
                <a:cubicBezTo>
                  <a:pt x="27166" y="2230"/>
                  <a:pt x="27240" y="2606"/>
                  <a:pt x="27166" y="2606"/>
                </a:cubicBezTo>
                <a:cubicBezTo>
                  <a:pt x="26909" y="2606"/>
                  <a:pt x="26909" y="2606"/>
                  <a:pt x="26909" y="2606"/>
                </a:cubicBezTo>
                <a:cubicBezTo>
                  <a:pt x="26621" y="2456"/>
                  <a:pt x="26621" y="2456"/>
                  <a:pt x="26621" y="2456"/>
                </a:cubicBezTo>
                <a:cubicBezTo>
                  <a:pt x="26474" y="2456"/>
                  <a:pt x="26474" y="2456"/>
                  <a:pt x="26474" y="2456"/>
                </a:cubicBezTo>
                <a:cubicBezTo>
                  <a:pt x="26297" y="2757"/>
                  <a:pt x="26297" y="2757"/>
                  <a:pt x="26297" y="2757"/>
                </a:cubicBezTo>
                <a:cubicBezTo>
                  <a:pt x="26297" y="2757"/>
                  <a:pt x="26223" y="2895"/>
                  <a:pt x="26150" y="2895"/>
                </a:cubicBezTo>
                <a:cubicBezTo>
                  <a:pt x="25966" y="2895"/>
                  <a:pt x="25966" y="2895"/>
                  <a:pt x="25966" y="2895"/>
                </a:cubicBezTo>
                <a:cubicBezTo>
                  <a:pt x="25788" y="2895"/>
                  <a:pt x="25788" y="2895"/>
                  <a:pt x="25788" y="2895"/>
                </a:cubicBezTo>
                <a:cubicBezTo>
                  <a:pt x="25751" y="3195"/>
                  <a:pt x="25751" y="3195"/>
                  <a:pt x="25751" y="3195"/>
                </a:cubicBezTo>
                <a:cubicBezTo>
                  <a:pt x="25384" y="3120"/>
                  <a:pt x="25384" y="3120"/>
                  <a:pt x="25384" y="3120"/>
                </a:cubicBezTo>
                <a:cubicBezTo>
                  <a:pt x="25384" y="3421"/>
                  <a:pt x="25384" y="3421"/>
                  <a:pt x="25384" y="3421"/>
                </a:cubicBezTo>
                <a:cubicBezTo>
                  <a:pt x="25604" y="3496"/>
                  <a:pt x="25604" y="3496"/>
                  <a:pt x="25604" y="3496"/>
                </a:cubicBezTo>
                <a:cubicBezTo>
                  <a:pt x="25715" y="3571"/>
                  <a:pt x="25715" y="3571"/>
                  <a:pt x="25715" y="3571"/>
                </a:cubicBezTo>
                <a:cubicBezTo>
                  <a:pt x="25715" y="4010"/>
                  <a:pt x="25715" y="4010"/>
                  <a:pt x="25715" y="4010"/>
                </a:cubicBezTo>
                <a:cubicBezTo>
                  <a:pt x="26003" y="4160"/>
                  <a:pt x="26003" y="4160"/>
                  <a:pt x="26003" y="4160"/>
                </a:cubicBezTo>
                <a:cubicBezTo>
                  <a:pt x="26003" y="4160"/>
                  <a:pt x="26076" y="4536"/>
                  <a:pt x="26150" y="4536"/>
                </a:cubicBezTo>
                <a:cubicBezTo>
                  <a:pt x="26223" y="4536"/>
                  <a:pt x="26437" y="4536"/>
                  <a:pt x="26437" y="4536"/>
                </a:cubicBezTo>
                <a:cubicBezTo>
                  <a:pt x="26437" y="4536"/>
                  <a:pt x="26584" y="4687"/>
                  <a:pt x="26695" y="4749"/>
                </a:cubicBezTo>
                <a:cubicBezTo>
                  <a:pt x="26836" y="4837"/>
                  <a:pt x="27019" y="4837"/>
                  <a:pt x="27019" y="4837"/>
                </a:cubicBezTo>
                <a:cubicBezTo>
                  <a:pt x="27166" y="4386"/>
                  <a:pt x="27166" y="4386"/>
                  <a:pt x="27166" y="4386"/>
                </a:cubicBezTo>
                <a:cubicBezTo>
                  <a:pt x="27277" y="4160"/>
                  <a:pt x="27277" y="4160"/>
                  <a:pt x="27277" y="4160"/>
                </a:cubicBezTo>
                <a:cubicBezTo>
                  <a:pt x="27638" y="4085"/>
                  <a:pt x="27638" y="4085"/>
                  <a:pt x="27638" y="4085"/>
                </a:cubicBezTo>
                <a:cubicBezTo>
                  <a:pt x="27418" y="4386"/>
                  <a:pt x="27418" y="4386"/>
                  <a:pt x="27418" y="4386"/>
                </a:cubicBezTo>
                <a:cubicBezTo>
                  <a:pt x="27240" y="4837"/>
                  <a:pt x="27240" y="4837"/>
                  <a:pt x="27240" y="4837"/>
                </a:cubicBezTo>
                <a:cubicBezTo>
                  <a:pt x="27277" y="5201"/>
                  <a:pt x="27277" y="5201"/>
                  <a:pt x="27277" y="5201"/>
                </a:cubicBezTo>
                <a:cubicBezTo>
                  <a:pt x="27785" y="5201"/>
                  <a:pt x="27785" y="5201"/>
                  <a:pt x="27785" y="5201"/>
                </a:cubicBezTo>
                <a:cubicBezTo>
                  <a:pt x="27785" y="5201"/>
                  <a:pt x="28183" y="5426"/>
                  <a:pt x="28220" y="5201"/>
                </a:cubicBezTo>
                <a:cubicBezTo>
                  <a:pt x="28257" y="4975"/>
                  <a:pt x="28367" y="4749"/>
                  <a:pt x="28367" y="4749"/>
                </a:cubicBezTo>
                <a:cubicBezTo>
                  <a:pt x="28692" y="4837"/>
                  <a:pt x="28692" y="4837"/>
                  <a:pt x="28692" y="4837"/>
                </a:cubicBezTo>
                <a:cubicBezTo>
                  <a:pt x="29127" y="4837"/>
                  <a:pt x="29127" y="4837"/>
                  <a:pt x="29127" y="4837"/>
                </a:cubicBezTo>
                <a:cubicBezTo>
                  <a:pt x="29415" y="4461"/>
                  <a:pt x="29415" y="4461"/>
                  <a:pt x="29415" y="4461"/>
                </a:cubicBezTo>
                <a:cubicBezTo>
                  <a:pt x="29562" y="4160"/>
                  <a:pt x="29562" y="4160"/>
                  <a:pt x="29562" y="4160"/>
                </a:cubicBezTo>
                <a:cubicBezTo>
                  <a:pt x="29598" y="3935"/>
                  <a:pt x="29598" y="3935"/>
                  <a:pt x="29598" y="3935"/>
                </a:cubicBezTo>
                <a:cubicBezTo>
                  <a:pt x="29598" y="3935"/>
                  <a:pt x="29745" y="3935"/>
                  <a:pt x="29856" y="3935"/>
                </a:cubicBezTo>
                <a:cubicBezTo>
                  <a:pt x="29929" y="3860"/>
                  <a:pt x="30143" y="3646"/>
                  <a:pt x="30143" y="3646"/>
                </a:cubicBezTo>
                <a:cubicBezTo>
                  <a:pt x="30437" y="3722"/>
                  <a:pt x="30437" y="3722"/>
                  <a:pt x="30437" y="3722"/>
                </a:cubicBezTo>
                <a:cubicBezTo>
                  <a:pt x="30254" y="3784"/>
                  <a:pt x="30254" y="3784"/>
                  <a:pt x="30254" y="3784"/>
                </a:cubicBezTo>
                <a:cubicBezTo>
                  <a:pt x="29960" y="4085"/>
                  <a:pt x="29960" y="4085"/>
                  <a:pt x="29960" y="4085"/>
                </a:cubicBezTo>
                <a:cubicBezTo>
                  <a:pt x="29819" y="4236"/>
                  <a:pt x="29672" y="4461"/>
                  <a:pt x="29672" y="4461"/>
                </a:cubicBezTo>
                <a:cubicBezTo>
                  <a:pt x="30070" y="4386"/>
                  <a:pt x="30070" y="4386"/>
                  <a:pt x="30070" y="4386"/>
                </a:cubicBezTo>
                <a:cubicBezTo>
                  <a:pt x="30254" y="4461"/>
                  <a:pt x="30254" y="4461"/>
                  <a:pt x="30254" y="4461"/>
                </a:cubicBezTo>
                <a:cubicBezTo>
                  <a:pt x="30401" y="4536"/>
                  <a:pt x="30401" y="4536"/>
                  <a:pt x="30401" y="4536"/>
                </a:cubicBezTo>
                <a:cubicBezTo>
                  <a:pt x="30290" y="4837"/>
                  <a:pt x="30290" y="4837"/>
                  <a:pt x="30290" y="4837"/>
                </a:cubicBezTo>
                <a:cubicBezTo>
                  <a:pt x="29892" y="4837"/>
                  <a:pt x="29892" y="4837"/>
                  <a:pt x="29892" y="4837"/>
                </a:cubicBezTo>
                <a:cubicBezTo>
                  <a:pt x="29598" y="4837"/>
                  <a:pt x="29598" y="4837"/>
                  <a:pt x="29598" y="4837"/>
                </a:cubicBezTo>
                <a:cubicBezTo>
                  <a:pt x="29415" y="4975"/>
                  <a:pt x="29415" y="4975"/>
                  <a:pt x="29415" y="4975"/>
                </a:cubicBezTo>
                <a:cubicBezTo>
                  <a:pt x="29237" y="5050"/>
                  <a:pt x="29237" y="5050"/>
                  <a:pt x="29237" y="5050"/>
                </a:cubicBezTo>
                <a:cubicBezTo>
                  <a:pt x="29090" y="5201"/>
                  <a:pt x="28839" y="5201"/>
                  <a:pt x="28839" y="5201"/>
                </a:cubicBezTo>
                <a:cubicBezTo>
                  <a:pt x="28618" y="5201"/>
                  <a:pt x="28618" y="5201"/>
                  <a:pt x="28618" y="5201"/>
                </a:cubicBezTo>
                <a:cubicBezTo>
                  <a:pt x="28398" y="5276"/>
                  <a:pt x="28398" y="5276"/>
                  <a:pt x="28398" y="5276"/>
                </a:cubicBezTo>
                <a:cubicBezTo>
                  <a:pt x="28398" y="5652"/>
                  <a:pt x="28398" y="5652"/>
                  <a:pt x="28398" y="5652"/>
                </a:cubicBezTo>
                <a:cubicBezTo>
                  <a:pt x="28618" y="5727"/>
                  <a:pt x="28618" y="5727"/>
                  <a:pt x="28618" y="5727"/>
                </a:cubicBezTo>
                <a:cubicBezTo>
                  <a:pt x="28802" y="5940"/>
                  <a:pt x="28802" y="5940"/>
                  <a:pt x="28802" y="5940"/>
                </a:cubicBezTo>
                <a:cubicBezTo>
                  <a:pt x="28875" y="6316"/>
                  <a:pt x="28875" y="6316"/>
                  <a:pt x="28875" y="6316"/>
                </a:cubicBezTo>
                <a:cubicBezTo>
                  <a:pt x="29347" y="6466"/>
                  <a:pt x="29347" y="6466"/>
                  <a:pt x="29347" y="6466"/>
                </a:cubicBezTo>
                <a:cubicBezTo>
                  <a:pt x="29127" y="6542"/>
                  <a:pt x="29127" y="6542"/>
                  <a:pt x="29127" y="6542"/>
                </a:cubicBezTo>
                <a:cubicBezTo>
                  <a:pt x="28875" y="6466"/>
                  <a:pt x="28875" y="6466"/>
                  <a:pt x="28875" y="6466"/>
                </a:cubicBezTo>
                <a:cubicBezTo>
                  <a:pt x="28875" y="6466"/>
                  <a:pt x="28618" y="6166"/>
                  <a:pt x="28508" y="6090"/>
                </a:cubicBezTo>
                <a:cubicBezTo>
                  <a:pt x="28434" y="6015"/>
                  <a:pt x="28147" y="5577"/>
                  <a:pt x="28073" y="5577"/>
                </a:cubicBezTo>
                <a:cubicBezTo>
                  <a:pt x="28000" y="5577"/>
                  <a:pt x="27712" y="5501"/>
                  <a:pt x="27712" y="5501"/>
                </a:cubicBezTo>
                <a:cubicBezTo>
                  <a:pt x="27203" y="5426"/>
                  <a:pt x="27203" y="5426"/>
                  <a:pt x="27203" y="5426"/>
                </a:cubicBezTo>
                <a:cubicBezTo>
                  <a:pt x="27166" y="5802"/>
                  <a:pt x="27166" y="5802"/>
                  <a:pt x="27166" y="5802"/>
                </a:cubicBezTo>
                <a:cubicBezTo>
                  <a:pt x="27350" y="6166"/>
                  <a:pt x="27350" y="6166"/>
                  <a:pt x="27350" y="6166"/>
                </a:cubicBezTo>
                <a:cubicBezTo>
                  <a:pt x="27601" y="6542"/>
                  <a:pt x="27601" y="6542"/>
                  <a:pt x="27601" y="6542"/>
                </a:cubicBezTo>
                <a:cubicBezTo>
                  <a:pt x="28073" y="7131"/>
                  <a:pt x="28073" y="7131"/>
                  <a:pt x="28073" y="7131"/>
                </a:cubicBezTo>
                <a:cubicBezTo>
                  <a:pt x="28367" y="7356"/>
                  <a:pt x="28367" y="7356"/>
                  <a:pt x="28367" y="7356"/>
                </a:cubicBezTo>
                <a:cubicBezTo>
                  <a:pt x="28839" y="7431"/>
                  <a:pt x="28839" y="7431"/>
                  <a:pt x="28839" y="7431"/>
                </a:cubicBezTo>
                <a:cubicBezTo>
                  <a:pt x="28839" y="7431"/>
                  <a:pt x="28802" y="7732"/>
                  <a:pt x="28728" y="7732"/>
                </a:cubicBezTo>
                <a:cubicBezTo>
                  <a:pt x="28655" y="7732"/>
                  <a:pt x="28545" y="7657"/>
                  <a:pt x="28545" y="7883"/>
                </a:cubicBezTo>
                <a:cubicBezTo>
                  <a:pt x="28545" y="8246"/>
                  <a:pt x="28545" y="8246"/>
                  <a:pt x="28545" y="8246"/>
                </a:cubicBezTo>
                <a:cubicBezTo>
                  <a:pt x="28110" y="7657"/>
                  <a:pt x="28110" y="7657"/>
                  <a:pt x="28110" y="7657"/>
                </a:cubicBezTo>
                <a:cubicBezTo>
                  <a:pt x="27822" y="7582"/>
                  <a:pt x="27822" y="7582"/>
                  <a:pt x="27822" y="7582"/>
                </a:cubicBezTo>
                <a:cubicBezTo>
                  <a:pt x="27454" y="7657"/>
                  <a:pt x="27454" y="7657"/>
                  <a:pt x="27454" y="7657"/>
                </a:cubicBezTo>
                <a:cubicBezTo>
                  <a:pt x="27166" y="7732"/>
                  <a:pt x="27166" y="7732"/>
                  <a:pt x="27166" y="7732"/>
                </a:cubicBezTo>
                <a:cubicBezTo>
                  <a:pt x="26909" y="8020"/>
                  <a:pt x="26909" y="8020"/>
                  <a:pt x="26909" y="8020"/>
                </a:cubicBezTo>
                <a:cubicBezTo>
                  <a:pt x="26909" y="8396"/>
                  <a:pt x="26909" y="8396"/>
                  <a:pt x="26909" y="8396"/>
                </a:cubicBezTo>
                <a:cubicBezTo>
                  <a:pt x="26946" y="8697"/>
                  <a:pt x="26946" y="8697"/>
                  <a:pt x="26946" y="8697"/>
                </a:cubicBezTo>
                <a:cubicBezTo>
                  <a:pt x="27203" y="8772"/>
                  <a:pt x="27203" y="8772"/>
                  <a:pt x="27203" y="8772"/>
                </a:cubicBezTo>
                <a:cubicBezTo>
                  <a:pt x="27565" y="8772"/>
                  <a:pt x="27565" y="8772"/>
                  <a:pt x="27565" y="8772"/>
                </a:cubicBezTo>
                <a:cubicBezTo>
                  <a:pt x="27895" y="8697"/>
                  <a:pt x="27895" y="8697"/>
                  <a:pt x="27895" y="8697"/>
                </a:cubicBezTo>
                <a:cubicBezTo>
                  <a:pt x="27601" y="9061"/>
                  <a:pt x="27601" y="9061"/>
                  <a:pt x="27601" y="9061"/>
                </a:cubicBezTo>
                <a:cubicBezTo>
                  <a:pt x="27675" y="9437"/>
                  <a:pt x="27675" y="9437"/>
                  <a:pt x="27675" y="9437"/>
                </a:cubicBezTo>
                <a:cubicBezTo>
                  <a:pt x="27963" y="9512"/>
                  <a:pt x="27963" y="9512"/>
                  <a:pt x="27963" y="9512"/>
                </a:cubicBezTo>
                <a:cubicBezTo>
                  <a:pt x="27963" y="9512"/>
                  <a:pt x="28036" y="9437"/>
                  <a:pt x="28147" y="9361"/>
                </a:cubicBezTo>
                <a:cubicBezTo>
                  <a:pt x="28220" y="9286"/>
                  <a:pt x="28508" y="8910"/>
                  <a:pt x="28508" y="8910"/>
                </a:cubicBezTo>
                <a:cubicBezTo>
                  <a:pt x="28398" y="9361"/>
                  <a:pt x="28398" y="9361"/>
                  <a:pt x="28398" y="9361"/>
                </a:cubicBezTo>
                <a:cubicBezTo>
                  <a:pt x="28110" y="9737"/>
                  <a:pt x="28110" y="9737"/>
                  <a:pt x="28110" y="9737"/>
                </a:cubicBezTo>
                <a:cubicBezTo>
                  <a:pt x="27822" y="9813"/>
                  <a:pt x="27822" y="9813"/>
                  <a:pt x="27822" y="9813"/>
                </a:cubicBezTo>
                <a:cubicBezTo>
                  <a:pt x="27313" y="9437"/>
                  <a:pt x="27313" y="9437"/>
                  <a:pt x="27313" y="9437"/>
                </a:cubicBezTo>
                <a:cubicBezTo>
                  <a:pt x="27313" y="9437"/>
                  <a:pt x="27093" y="9061"/>
                  <a:pt x="26946" y="9061"/>
                </a:cubicBezTo>
                <a:cubicBezTo>
                  <a:pt x="26805" y="9061"/>
                  <a:pt x="26548" y="9136"/>
                  <a:pt x="26548" y="9136"/>
                </a:cubicBezTo>
                <a:cubicBezTo>
                  <a:pt x="26621" y="9512"/>
                  <a:pt x="26621" y="9512"/>
                  <a:pt x="26621" y="9512"/>
                </a:cubicBezTo>
                <a:cubicBezTo>
                  <a:pt x="26621" y="9512"/>
                  <a:pt x="26768" y="10101"/>
                  <a:pt x="26695" y="10101"/>
                </a:cubicBezTo>
                <a:cubicBezTo>
                  <a:pt x="26621" y="10101"/>
                  <a:pt x="26364" y="10176"/>
                  <a:pt x="26364" y="10176"/>
                </a:cubicBezTo>
                <a:lnTo>
                  <a:pt x="26223" y="10627"/>
                </a:lnTo>
                <a:close/>
                <a:moveTo>
                  <a:pt x="26364" y="8246"/>
                </a:moveTo>
                <a:lnTo>
                  <a:pt x="26364" y="8246"/>
                </a:lnTo>
                <a:cubicBezTo>
                  <a:pt x="26548" y="8246"/>
                  <a:pt x="26548" y="8246"/>
                  <a:pt x="26548" y="8246"/>
                </a:cubicBezTo>
                <a:cubicBezTo>
                  <a:pt x="26621" y="8246"/>
                  <a:pt x="26584" y="7945"/>
                  <a:pt x="26584" y="7945"/>
                </a:cubicBezTo>
                <a:cubicBezTo>
                  <a:pt x="26584" y="7507"/>
                  <a:pt x="26584" y="7507"/>
                  <a:pt x="26584" y="7507"/>
                </a:cubicBezTo>
                <a:cubicBezTo>
                  <a:pt x="26879" y="7732"/>
                  <a:pt x="26879" y="7732"/>
                  <a:pt x="26879" y="7732"/>
                </a:cubicBezTo>
                <a:cubicBezTo>
                  <a:pt x="26879" y="7732"/>
                  <a:pt x="26946" y="7582"/>
                  <a:pt x="26946" y="7431"/>
                </a:cubicBezTo>
                <a:cubicBezTo>
                  <a:pt x="26946" y="7281"/>
                  <a:pt x="27166" y="7431"/>
                  <a:pt x="27277" y="7507"/>
                </a:cubicBezTo>
                <a:cubicBezTo>
                  <a:pt x="27350" y="7582"/>
                  <a:pt x="27491" y="7131"/>
                  <a:pt x="27491" y="7131"/>
                </a:cubicBezTo>
                <a:cubicBezTo>
                  <a:pt x="27491" y="6617"/>
                  <a:pt x="27491" y="6617"/>
                  <a:pt x="27491" y="6617"/>
                </a:cubicBezTo>
                <a:cubicBezTo>
                  <a:pt x="27130" y="6391"/>
                  <a:pt x="27130" y="6391"/>
                  <a:pt x="27130" y="6391"/>
                </a:cubicBezTo>
                <a:cubicBezTo>
                  <a:pt x="27130" y="6391"/>
                  <a:pt x="27056" y="6391"/>
                  <a:pt x="26909" y="6241"/>
                </a:cubicBezTo>
                <a:cubicBezTo>
                  <a:pt x="26805" y="5940"/>
                  <a:pt x="26805" y="5940"/>
                  <a:pt x="26805" y="5940"/>
                </a:cubicBezTo>
                <a:cubicBezTo>
                  <a:pt x="26805" y="5652"/>
                  <a:pt x="26805" y="5652"/>
                  <a:pt x="26805" y="5652"/>
                </a:cubicBezTo>
                <a:cubicBezTo>
                  <a:pt x="26584" y="5351"/>
                  <a:pt x="26584" y="5351"/>
                  <a:pt x="26584" y="5351"/>
                </a:cubicBezTo>
                <a:cubicBezTo>
                  <a:pt x="26584" y="5351"/>
                  <a:pt x="26511" y="5652"/>
                  <a:pt x="26437" y="5652"/>
                </a:cubicBezTo>
                <a:cubicBezTo>
                  <a:pt x="26364" y="5577"/>
                  <a:pt x="26297" y="5426"/>
                  <a:pt x="26297" y="5276"/>
                </a:cubicBezTo>
                <a:cubicBezTo>
                  <a:pt x="26297" y="5125"/>
                  <a:pt x="26186" y="5050"/>
                  <a:pt x="26113" y="4975"/>
                </a:cubicBezTo>
                <a:cubicBezTo>
                  <a:pt x="26076" y="4900"/>
                  <a:pt x="25929" y="4900"/>
                  <a:pt x="25751" y="4749"/>
                </a:cubicBezTo>
                <a:cubicBezTo>
                  <a:pt x="25604" y="4687"/>
                  <a:pt x="25568" y="4386"/>
                  <a:pt x="25568" y="4386"/>
                </a:cubicBezTo>
                <a:cubicBezTo>
                  <a:pt x="25384" y="4085"/>
                  <a:pt x="25384" y="4085"/>
                  <a:pt x="25384" y="4085"/>
                </a:cubicBezTo>
                <a:cubicBezTo>
                  <a:pt x="25384" y="4085"/>
                  <a:pt x="25169" y="3722"/>
                  <a:pt x="25096" y="3646"/>
                </a:cubicBezTo>
                <a:cubicBezTo>
                  <a:pt x="25022" y="3646"/>
                  <a:pt x="24912" y="3646"/>
                  <a:pt x="24912" y="3646"/>
                </a:cubicBezTo>
                <a:cubicBezTo>
                  <a:pt x="24912" y="3646"/>
                  <a:pt x="24551" y="3722"/>
                  <a:pt x="24551" y="3935"/>
                </a:cubicBezTo>
                <a:cubicBezTo>
                  <a:pt x="24802" y="3935"/>
                  <a:pt x="24802" y="3935"/>
                  <a:pt x="24802" y="3935"/>
                </a:cubicBezTo>
                <a:cubicBezTo>
                  <a:pt x="24912" y="3935"/>
                  <a:pt x="24875" y="4010"/>
                  <a:pt x="24912" y="4236"/>
                </a:cubicBezTo>
                <a:cubicBezTo>
                  <a:pt x="24912" y="4386"/>
                  <a:pt x="24698" y="4311"/>
                  <a:pt x="24698" y="4311"/>
                </a:cubicBezTo>
                <a:cubicBezTo>
                  <a:pt x="24367" y="4311"/>
                  <a:pt x="24367" y="4311"/>
                  <a:pt x="24367" y="4311"/>
                </a:cubicBezTo>
                <a:cubicBezTo>
                  <a:pt x="24226" y="4386"/>
                  <a:pt x="24226" y="4386"/>
                  <a:pt x="24226" y="4386"/>
                </a:cubicBezTo>
                <a:cubicBezTo>
                  <a:pt x="24226" y="4386"/>
                  <a:pt x="24367" y="4612"/>
                  <a:pt x="24441" y="4687"/>
                </a:cubicBezTo>
                <a:cubicBezTo>
                  <a:pt x="24551" y="4749"/>
                  <a:pt x="24477" y="5050"/>
                  <a:pt x="24477" y="5050"/>
                </a:cubicBezTo>
                <a:cubicBezTo>
                  <a:pt x="24189" y="4975"/>
                  <a:pt x="24189" y="4975"/>
                  <a:pt x="24189" y="4975"/>
                </a:cubicBezTo>
                <a:cubicBezTo>
                  <a:pt x="24006" y="5050"/>
                  <a:pt x="24006" y="5050"/>
                  <a:pt x="24006" y="5050"/>
                </a:cubicBezTo>
                <a:cubicBezTo>
                  <a:pt x="24042" y="5501"/>
                  <a:pt x="24042" y="5501"/>
                  <a:pt x="24042" y="5501"/>
                </a:cubicBezTo>
                <a:cubicBezTo>
                  <a:pt x="23859" y="5727"/>
                  <a:pt x="23859" y="5727"/>
                  <a:pt x="23859" y="5727"/>
                </a:cubicBezTo>
                <a:cubicBezTo>
                  <a:pt x="23859" y="6166"/>
                  <a:pt x="23859" y="6166"/>
                  <a:pt x="23859" y="6166"/>
                </a:cubicBezTo>
                <a:cubicBezTo>
                  <a:pt x="24116" y="6166"/>
                  <a:pt x="24116" y="6166"/>
                  <a:pt x="24116" y="6166"/>
                </a:cubicBezTo>
                <a:cubicBezTo>
                  <a:pt x="24116" y="6692"/>
                  <a:pt x="24116" y="6692"/>
                  <a:pt x="24116" y="6692"/>
                </a:cubicBezTo>
                <a:cubicBezTo>
                  <a:pt x="24367" y="6980"/>
                  <a:pt x="24367" y="6980"/>
                  <a:pt x="24367" y="6980"/>
                </a:cubicBezTo>
                <a:cubicBezTo>
                  <a:pt x="24624" y="6918"/>
                  <a:pt x="24624" y="6918"/>
                  <a:pt x="24624" y="6918"/>
                </a:cubicBezTo>
                <a:cubicBezTo>
                  <a:pt x="24875" y="6767"/>
                  <a:pt x="24875" y="6767"/>
                  <a:pt x="24875" y="6767"/>
                </a:cubicBezTo>
                <a:cubicBezTo>
                  <a:pt x="25206" y="6692"/>
                  <a:pt x="25206" y="6692"/>
                  <a:pt x="25206" y="6692"/>
                </a:cubicBezTo>
                <a:cubicBezTo>
                  <a:pt x="25347" y="7055"/>
                  <a:pt x="25347" y="7055"/>
                  <a:pt x="25347" y="7055"/>
                </a:cubicBezTo>
                <a:cubicBezTo>
                  <a:pt x="25347" y="7055"/>
                  <a:pt x="25133" y="7206"/>
                  <a:pt x="25059" y="7206"/>
                </a:cubicBezTo>
                <a:cubicBezTo>
                  <a:pt x="24771" y="7206"/>
                  <a:pt x="24771" y="7206"/>
                  <a:pt x="24771" y="7206"/>
                </a:cubicBezTo>
                <a:cubicBezTo>
                  <a:pt x="24551" y="7431"/>
                  <a:pt x="24551" y="7431"/>
                  <a:pt x="24551" y="7431"/>
                </a:cubicBezTo>
                <a:cubicBezTo>
                  <a:pt x="24845" y="7807"/>
                  <a:pt x="24845" y="7807"/>
                  <a:pt x="24845" y="7807"/>
                </a:cubicBezTo>
                <a:cubicBezTo>
                  <a:pt x="25022" y="8246"/>
                  <a:pt x="25022" y="8246"/>
                  <a:pt x="25022" y="8246"/>
                </a:cubicBezTo>
                <a:cubicBezTo>
                  <a:pt x="25531" y="8472"/>
                  <a:pt x="25531" y="8472"/>
                  <a:pt x="25531" y="8472"/>
                </a:cubicBezTo>
                <a:cubicBezTo>
                  <a:pt x="25892" y="8396"/>
                  <a:pt x="25892" y="8396"/>
                  <a:pt x="25892" y="8396"/>
                </a:cubicBezTo>
                <a:cubicBezTo>
                  <a:pt x="26260" y="8547"/>
                  <a:pt x="26260" y="8547"/>
                  <a:pt x="26260" y="8547"/>
                </a:cubicBezTo>
                <a:lnTo>
                  <a:pt x="26364" y="8246"/>
                </a:lnTo>
                <a:close/>
                <a:moveTo>
                  <a:pt x="25457" y="9512"/>
                </a:moveTo>
                <a:lnTo>
                  <a:pt x="25457" y="9512"/>
                </a:lnTo>
                <a:cubicBezTo>
                  <a:pt x="25316" y="10026"/>
                  <a:pt x="25316" y="10026"/>
                  <a:pt x="25316" y="10026"/>
                </a:cubicBezTo>
                <a:cubicBezTo>
                  <a:pt x="25819" y="10101"/>
                  <a:pt x="25819" y="10101"/>
                  <a:pt x="25819" y="10101"/>
                </a:cubicBezTo>
                <a:cubicBezTo>
                  <a:pt x="26113" y="9888"/>
                  <a:pt x="26113" y="9888"/>
                  <a:pt x="26113" y="9888"/>
                </a:cubicBezTo>
                <a:cubicBezTo>
                  <a:pt x="26113" y="9888"/>
                  <a:pt x="25929" y="9437"/>
                  <a:pt x="25862" y="9361"/>
                </a:cubicBezTo>
                <a:lnTo>
                  <a:pt x="25457" y="9512"/>
                </a:lnTo>
                <a:close/>
                <a:moveTo>
                  <a:pt x="25751" y="13823"/>
                </a:moveTo>
                <a:lnTo>
                  <a:pt x="25751" y="13823"/>
                </a:lnTo>
                <a:cubicBezTo>
                  <a:pt x="26223" y="13748"/>
                  <a:pt x="26223" y="13748"/>
                  <a:pt x="26223" y="13748"/>
                </a:cubicBezTo>
                <a:cubicBezTo>
                  <a:pt x="26437" y="13447"/>
                  <a:pt x="26437" y="13447"/>
                  <a:pt x="26437" y="13447"/>
                </a:cubicBezTo>
                <a:cubicBezTo>
                  <a:pt x="26437" y="13447"/>
                  <a:pt x="26658" y="13823"/>
                  <a:pt x="26768" y="13898"/>
                </a:cubicBezTo>
                <a:cubicBezTo>
                  <a:pt x="26836" y="14049"/>
                  <a:pt x="27277" y="13973"/>
                  <a:pt x="27277" y="13973"/>
                </a:cubicBezTo>
                <a:cubicBezTo>
                  <a:pt x="27852" y="13973"/>
                  <a:pt x="27852" y="13973"/>
                  <a:pt x="27852" y="13973"/>
                </a:cubicBezTo>
                <a:cubicBezTo>
                  <a:pt x="28110" y="13823"/>
                  <a:pt x="28110" y="13823"/>
                  <a:pt x="28110" y="13823"/>
                </a:cubicBezTo>
                <a:cubicBezTo>
                  <a:pt x="28220" y="13597"/>
                  <a:pt x="28220" y="13597"/>
                  <a:pt x="28220" y="13597"/>
                </a:cubicBezTo>
                <a:cubicBezTo>
                  <a:pt x="28398" y="13898"/>
                  <a:pt x="28398" y="13898"/>
                  <a:pt x="28398" y="13898"/>
                </a:cubicBezTo>
                <a:cubicBezTo>
                  <a:pt x="28692" y="13823"/>
                  <a:pt x="28692" y="13823"/>
                  <a:pt x="28692" y="13823"/>
                </a:cubicBezTo>
                <a:cubicBezTo>
                  <a:pt x="28692" y="13823"/>
                  <a:pt x="29127" y="13748"/>
                  <a:pt x="29200" y="13748"/>
                </a:cubicBezTo>
                <a:cubicBezTo>
                  <a:pt x="29310" y="13748"/>
                  <a:pt x="29237" y="13447"/>
                  <a:pt x="29237" y="13297"/>
                </a:cubicBezTo>
                <a:cubicBezTo>
                  <a:pt x="29237" y="13159"/>
                  <a:pt x="29415" y="13084"/>
                  <a:pt x="29415" y="13084"/>
                </a:cubicBezTo>
                <a:cubicBezTo>
                  <a:pt x="29384" y="12482"/>
                  <a:pt x="29384" y="12482"/>
                  <a:pt x="29384" y="12482"/>
                </a:cubicBezTo>
                <a:cubicBezTo>
                  <a:pt x="28943" y="12256"/>
                  <a:pt x="28943" y="12256"/>
                  <a:pt x="28943" y="12256"/>
                </a:cubicBezTo>
                <a:cubicBezTo>
                  <a:pt x="28434" y="12043"/>
                  <a:pt x="28434" y="12043"/>
                  <a:pt x="28434" y="12043"/>
                </a:cubicBezTo>
                <a:cubicBezTo>
                  <a:pt x="28073" y="12256"/>
                  <a:pt x="28073" y="12256"/>
                  <a:pt x="28073" y="12256"/>
                </a:cubicBezTo>
                <a:cubicBezTo>
                  <a:pt x="27528" y="12557"/>
                  <a:pt x="27528" y="12557"/>
                  <a:pt x="27528" y="12557"/>
                </a:cubicBezTo>
                <a:cubicBezTo>
                  <a:pt x="27166" y="12632"/>
                  <a:pt x="27166" y="12632"/>
                  <a:pt x="27166" y="12632"/>
                </a:cubicBezTo>
                <a:cubicBezTo>
                  <a:pt x="26695" y="12407"/>
                  <a:pt x="26695" y="12407"/>
                  <a:pt x="26695" y="12407"/>
                </a:cubicBezTo>
                <a:cubicBezTo>
                  <a:pt x="26297" y="12482"/>
                  <a:pt x="26297" y="12482"/>
                  <a:pt x="26297" y="12482"/>
                </a:cubicBezTo>
                <a:cubicBezTo>
                  <a:pt x="25966" y="11968"/>
                  <a:pt x="25966" y="11968"/>
                  <a:pt x="25966" y="11968"/>
                </a:cubicBezTo>
                <a:cubicBezTo>
                  <a:pt x="25929" y="11367"/>
                  <a:pt x="25929" y="11367"/>
                  <a:pt x="25929" y="11367"/>
                </a:cubicBezTo>
                <a:cubicBezTo>
                  <a:pt x="25788" y="10928"/>
                  <a:pt x="25788" y="10928"/>
                  <a:pt x="25788" y="10928"/>
                </a:cubicBezTo>
                <a:cubicBezTo>
                  <a:pt x="25347" y="10928"/>
                  <a:pt x="25347" y="10928"/>
                  <a:pt x="25347" y="10928"/>
                </a:cubicBezTo>
                <a:cubicBezTo>
                  <a:pt x="25059" y="10991"/>
                  <a:pt x="25059" y="10991"/>
                  <a:pt x="25059" y="10991"/>
                </a:cubicBezTo>
                <a:cubicBezTo>
                  <a:pt x="25059" y="10991"/>
                  <a:pt x="25169" y="11592"/>
                  <a:pt x="25169" y="11743"/>
                </a:cubicBezTo>
                <a:cubicBezTo>
                  <a:pt x="25206" y="11893"/>
                  <a:pt x="25384" y="12407"/>
                  <a:pt x="25384" y="12407"/>
                </a:cubicBezTo>
                <a:cubicBezTo>
                  <a:pt x="25206" y="12933"/>
                  <a:pt x="25206" y="12933"/>
                  <a:pt x="25206" y="12933"/>
                </a:cubicBezTo>
                <a:cubicBezTo>
                  <a:pt x="25421" y="13372"/>
                  <a:pt x="25421" y="13372"/>
                  <a:pt x="25421" y="13372"/>
                </a:cubicBezTo>
                <a:lnTo>
                  <a:pt x="25751" y="13823"/>
                </a:lnTo>
                <a:close/>
                <a:moveTo>
                  <a:pt x="23313" y="13973"/>
                </a:moveTo>
                <a:lnTo>
                  <a:pt x="23313" y="13973"/>
                </a:lnTo>
                <a:cubicBezTo>
                  <a:pt x="23571" y="13973"/>
                  <a:pt x="23571" y="13973"/>
                  <a:pt x="23571" y="13973"/>
                </a:cubicBezTo>
                <a:cubicBezTo>
                  <a:pt x="23460" y="13673"/>
                  <a:pt x="23460" y="13673"/>
                  <a:pt x="23460" y="13673"/>
                </a:cubicBezTo>
                <a:lnTo>
                  <a:pt x="23313" y="13973"/>
                </a:lnTo>
                <a:close/>
                <a:moveTo>
                  <a:pt x="23859" y="13084"/>
                </a:moveTo>
                <a:lnTo>
                  <a:pt x="23859" y="13084"/>
                </a:lnTo>
                <a:cubicBezTo>
                  <a:pt x="24116" y="13522"/>
                  <a:pt x="24116" y="13522"/>
                  <a:pt x="24116" y="13522"/>
                </a:cubicBezTo>
                <a:cubicBezTo>
                  <a:pt x="24367" y="13522"/>
                  <a:pt x="24367" y="13522"/>
                  <a:pt x="24367" y="13522"/>
                </a:cubicBezTo>
                <a:cubicBezTo>
                  <a:pt x="24624" y="13748"/>
                  <a:pt x="24624" y="13748"/>
                  <a:pt x="24624" y="13748"/>
                </a:cubicBezTo>
                <a:cubicBezTo>
                  <a:pt x="24802" y="13597"/>
                  <a:pt x="24802" y="13597"/>
                  <a:pt x="24802" y="13597"/>
                </a:cubicBezTo>
                <a:cubicBezTo>
                  <a:pt x="24875" y="13008"/>
                  <a:pt x="24875" y="13008"/>
                  <a:pt x="24875" y="13008"/>
                </a:cubicBezTo>
                <a:cubicBezTo>
                  <a:pt x="24661" y="12783"/>
                  <a:pt x="24661" y="12783"/>
                  <a:pt x="24661" y="12783"/>
                </a:cubicBezTo>
                <a:cubicBezTo>
                  <a:pt x="24514" y="12332"/>
                  <a:pt x="24514" y="12332"/>
                  <a:pt x="24514" y="12332"/>
                </a:cubicBezTo>
                <a:cubicBezTo>
                  <a:pt x="24263" y="12407"/>
                  <a:pt x="24263" y="12407"/>
                  <a:pt x="24263" y="12407"/>
                </a:cubicBezTo>
                <a:cubicBezTo>
                  <a:pt x="23932" y="12708"/>
                  <a:pt x="23932" y="12708"/>
                  <a:pt x="23932" y="12708"/>
                </a:cubicBezTo>
                <a:lnTo>
                  <a:pt x="23859" y="13084"/>
                </a:lnTo>
                <a:close/>
                <a:moveTo>
                  <a:pt x="24698" y="11517"/>
                </a:moveTo>
                <a:lnTo>
                  <a:pt x="24698" y="11517"/>
                </a:lnTo>
                <a:cubicBezTo>
                  <a:pt x="24912" y="11141"/>
                  <a:pt x="24912" y="11141"/>
                  <a:pt x="24912" y="11141"/>
                </a:cubicBezTo>
                <a:cubicBezTo>
                  <a:pt x="24875" y="10853"/>
                  <a:pt x="24875" y="10853"/>
                  <a:pt x="24875" y="10853"/>
                </a:cubicBezTo>
                <a:cubicBezTo>
                  <a:pt x="24661" y="10402"/>
                  <a:pt x="24661" y="10402"/>
                  <a:pt x="24661" y="10402"/>
                </a:cubicBezTo>
                <a:cubicBezTo>
                  <a:pt x="24300" y="10402"/>
                  <a:pt x="24300" y="10402"/>
                  <a:pt x="24300" y="10402"/>
                </a:cubicBezTo>
                <a:cubicBezTo>
                  <a:pt x="24116" y="10251"/>
                  <a:pt x="24116" y="10251"/>
                  <a:pt x="24116" y="10251"/>
                </a:cubicBezTo>
                <a:cubicBezTo>
                  <a:pt x="23785" y="10326"/>
                  <a:pt x="23785" y="10326"/>
                  <a:pt x="23785" y="10326"/>
                </a:cubicBezTo>
                <a:cubicBezTo>
                  <a:pt x="23754" y="10853"/>
                  <a:pt x="23754" y="10853"/>
                  <a:pt x="23754" y="10853"/>
                </a:cubicBezTo>
                <a:cubicBezTo>
                  <a:pt x="24079" y="11141"/>
                  <a:pt x="24079" y="11141"/>
                  <a:pt x="24079" y="11141"/>
                </a:cubicBezTo>
                <a:cubicBezTo>
                  <a:pt x="24367" y="11517"/>
                  <a:pt x="24367" y="11517"/>
                  <a:pt x="24367" y="11517"/>
                </a:cubicBezTo>
                <a:lnTo>
                  <a:pt x="24698" y="11517"/>
                </a:lnTo>
                <a:close/>
                <a:moveTo>
                  <a:pt x="24006" y="9813"/>
                </a:moveTo>
                <a:lnTo>
                  <a:pt x="24006" y="9813"/>
                </a:lnTo>
                <a:cubicBezTo>
                  <a:pt x="24404" y="9813"/>
                  <a:pt x="24404" y="9813"/>
                  <a:pt x="24404" y="9813"/>
                </a:cubicBezTo>
                <a:cubicBezTo>
                  <a:pt x="24661" y="9662"/>
                  <a:pt x="24661" y="9662"/>
                  <a:pt x="24661" y="9662"/>
                </a:cubicBezTo>
                <a:cubicBezTo>
                  <a:pt x="24912" y="9587"/>
                  <a:pt x="24912" y="9587"/>
                  <a:pt x="24912" y="9587"/>
                </a:cubicBezTo>
                <a:cubicBezTo>
                  <a:pt x="24912" y="9211"/>
                  <a:pt x="24912" y="9211"/>
                  <a:pt x="24912" y="9211"/>
                </a:cubicBezTo>
                <a:cubicBezTo>
                  <a:pt x="24551" y="9211"/>
                  <a:pt x="24551" y="9211"/>
                  <a:pt x="24551" y="9211"/>
                </a:cubicBezTo>
                <a:cubicBezTo>
                  <a:pt x="24189" y="9211"/>
                  <a:pt x="24189" y="9211"/>
                  <a:pt x="24189" y="9211"/>
                </a:cubicBezTo>
                <a:cubicBezTo>
                  <a:pt x="24006" y="9512"/>
                  <a:pt x="24006" y="9512"/>
                  <a:pt x="24006" y="9512"/>
                </a:cubicBezTo>
                <a:lnTo>
                  <a:pt x="24006" y="9813"/>
                </a:lnTo>
                <a:close/>
                <a:moveTo>
                  <a:pt x="24079" y="8910"/>
                </a:moveTo>
                <a:lnTo>
                  <a:pt x="24079" y="8910"/>
                </a:lnTo>
                <a:cubicBezTo>
                  <a:pt x="24330" y="8848"/>
                  <a:pt x="24330" y="8848"/>
                  <a:pt x="24330" y="8848"/>
                </a:cubicBezTo>
                <a:cubicBezTo>
                  <a:pt x="24404" y="8547"/>
                  <a:pt x="24404" y="8547"/>
                  <a:pt x="24404" y="8547"/>
                </a:cubicBezTo>
                <a:cubicBezTo>
                  <a:pt x="24116" y="8096"/>
                  <a:pt x="24116" y="8096"/>
                  <a:pt x="24116" y="8096"/>
                </a:cubicBezTo>
                <a:cubicBezTo>
                  <a:pt x="23718" y="8020"/>
                  <a:pt x="23718" y="8020"/>
                  <a:pt x="23718" y="8020"/>
                </a:cubicBezTo>
                <a:cubicBezTo>
                  <a:pt x="23350" y="7582"/>
                  <a:pt x="23350" y="7582"/>
                  <a:pt x="23350" y="7582"/>
                </a:cubicBezTo>
                <a:cubicBezTo>
                  <a:pt x="23209" y="7883"/>
                  <a:pt x="23209" y="7883"/>
                  <a:pt x="23209" y="7883"/>
                </a:cubicBezTo>
                <a:cubicBezTo>
                  <a:pt x="23350" y="8246"/>
                  <a:pt x="23350" y="8246"/>
                  <a:pt x="23350" y="8246"/>
                </a:cubicBezTo>
                <a:cubicBezTo>
                  <a:pt x="23460" y="8910"/>
                  <a:pt x="23460" y="8910"/>
                  <a:pt x="23460" y="8910"/>
                </a:cubicBezTo>
                <a:cubicBezTo>
                  <a:pt x="23754" y="8998"/>
                  <a:pt x="23754" y="8998"/>
                  <a:pt x="23754" y="8998"/>
                </a:cubicBezTo>
                <a:lnTo>
                  <a:pt x="24079" y="8910"/>
                </a:lnTo>
                <a:close/>
                <a:moveTo>
                  <a:pt x="23099" y="6241"/>
                </a:moveTo>
                <a:lnTo>
                  <a:pt x="23099" y="6241"/>
                </a:lnTo>
                <a:cubicBezTo>
                  <a:pt x="22989" y="5727"/>
                  <a:pt x="22989" y="5727"/>
                  <a:pt x="22989" y="5727"/>
                </a:cubicBezTo>
                <a:cubicBezTo>
                  <a:pt x="22768" y="5577"/>
                  <a:pt x="22768" y="5577"/>
                  <a:pt x="22768" y="5577"/>
                </a:cubicBezTo>
                <a:cubicBezTo>
                  <a:pt x="22554" y="5577"/>
                  <a:pt x="22554" y="5577"/>
                  <a:pt x="22554" y="5577"/>
                </a:cubicBezTo>
                <a:cubicBezTo>
                  <a:pt x="22554" y="6015"/>
                  <a:pt x="22554" y="6015"/>
                  <a:pt x="22554" y="6015"/>
                </a:cubicBezTo>
                <a:cubicBezTo>
                  <a:pt x="22805" y="6015"/>
                  <a:pt x="22805" y="6015"/>
                  <a:pt x="22805" y="6015"/>
                </a:cubicBezTo>
                <a:cubicBezTo>
                  <a:pt x="22879" y="6391"/>
                  <a:pt x="22879" y="6391"/>
                  <a:pt x="22879" y="6391"/>
                </a:cubicBezTo>
                <a:lnTo>
                  <a:pt x="23099" y="6241"/>
                </a:lnTo>
                <a:close/>
                <a:moveTo>
                  <a:pt x="22842" y="9286"/>
                </a:moveTo>
                <a:lnTo>
                  <a:pt x="22842" y="9286"/>
                </a:lnTo>
                <a:cubicBezTo>
                  <a:pt x="22952" y="8998"/>
                  <a:pt x="22952" y="8998"/>
                  <a:pt x="22952" y="8998"/>
                </a:cubicBezTo>
                <a:cubicBezTo>
                  <a:pt x="22879" y="8547"/>
                  <a:pt x="22879" y="8547"/>
                  <a:pt x="22879" y="8547"/>
                </a:cubicBezTo>
                <a:cubicBezTo>
                  <a:pt x="22701" y="8246"/>
                  <a:pt x="22701" y="8246"/>
                  <a:pt x="22701" y="8246"/>
                </a:cubicBezTo>
                <a:cubicBezTo>
                  <a:pt x="22627" y="7883"/>
                  <a:pt x="22627" y="7883"/>
                  <a:pt x="22627" y="7883"/>
                </a:cubicBezTo>
                <a:cubicBezTo>
                  <a:pt x="22333" y="7657"/>
                  <a:pt x="22333" y="7657"/>
                  <a:pt x="22333" y="7657"/>
                </a:cubicBezTo>
                <a:cubicBezTo>
                  <a:pt x="22156" y="7356"/>
                  <a:pt x="22156" y="7356"/>
                  <a:pt x="22156" y="7356"/>
                </a:cubicBezTo>
                <a:cubicBezTo>
                  <a:pt x="21935" y="7431"/>
                  <a:pt x="21935" y="7431"/>
                  <a:pt x="21935" y="7431"/>
                </a:cubicBezTo>
                <a:cubicBezTo>
                  <a:pt x="21751" y="7131"/>
                  <a:pt x="21751" y="7131"/>
                  <a:pt x="21751" y="7131"/>
                </a:cubicBezTo>
                <a:cubicBezTo>
                  <a:pt x="21464" y="6918"/>
                  <a:pt x="21464" y="6918"/>
                  <a:pt x="21464" y="6918"/>
                </a:cubicBezTo>
                <a:cubicBezTo>
                  <a:pt x="21280" y="6980"/>
                  <a:pt x="21280" y="6980"/>
                  <a:pt x="21280" y="6980"/>
                </a:cubicBezTo>
                <a:cubicBezTo>
                  <a:pt x="20735" y="7131"/>
                  <a:pt x="20735" y="7131"/>
                  <a:pt x="20735" y="7131"/>
                </a:cubicBezTo>
                <a:cubicBezTo>
                  <a:pt x="20882" y="7507"/>
                  <a:pt x="20882" y="7507"/>
                  <a:pt x="20882" y="7507"/>
                </a:cubicBezTo>
                <a:cubicBezTo>
                  <a:pt x="21065" y="7507"/>
                  <a:pt x="21065" y="7507"/>
                  <a:pt x="21065" y="7507"/>
                </a:cubicBezTo>
                <a:cubicBezTo>
                  <a:pt x="21243" y="7657"/>
                  <a:pt x="21243" y="7657"/>
                  <a:pt x="21243" y="7657"/>
                </a:cubicBezTo>
                <a:cubicBezTo>
                  <a:pt x="21316" y="8096"/>
                  <a:pt x="21316" y="8096"/>
                  <a:pt x="21316" y="8096"/>
                </a:cubicBezTo>
                <a:cubicBezTo>
                  <a:pt x="20992" y="8096"/>
                  <a:pt x="20992" y="8096"/>
                  <a:pt x="20992" y="8096"/>
                </a:cubicBezTo>
                <a:cubicBezTo>
                  <a:pt x="21102" y="8472"/>
                  <a:pt x="21102" y="8472"/>
                  <a:pt x="21102" y="8472"/>
                </a:cubicBezTo>
                <a:cubicBezTo>
                  <a:pt x="21316" y="8472"/>
                  <a:pt x="21316" y="8472"/>
                  <a:pt x="21316" y="8472"/>
                </a:cubicBezTo>
                <a:cubicBezTo>
                  <a:pt x="21427" y="8697"/>
                  <a:pt x="21427" y="8697"/>
                  <a:pt x="21427" y="8697"/>
                </a:cubicBezTo>
                <a:cubicBezTo>
                  <a:pt x="21647" y="8547"/>
                  <a:pt x="21647" y="8547"/>
                  <a:pt x="21647" y="8547"/>
                </a:cubicBezTo>
                <a:cubicBezTo>
                  <a:pt x="21825" y="8547"/>
                  <a:pt x="21825" y="8547"/>
                  <a:pt x="21825" y="8547"/>
                </a:cubicBezTo>
                <a:cubicBezTo>
                  <a:pt x="22229" y="8622"/>
                  <a:pt x="22229" y="8622"/>
                  <a:pt x="22229" y="8622"/>
                </a:cubicBezTo>
                <a:cubicBezTo>
                  <a:pt x="22554" y="9136"/>
                  <a:pt x="22554" y="9136"/>
                  <a:pt x="22554" y="9136"/>
                </a:cubicBezTo>
                <a:lnTo>
                  <a:pt x="22842" y="9286"/>
                </a:lnTo>
                <a:close/>
                <a:moveTo>
                  <a:pt x="22192" y="9361"/>
                </a:moveTo>
                <a:lnTo>
                  <a:pt x="22192" y="9361"/>
                </a:lnTo>
                <a:cubicBezTo>
                  <a:pt x="21972" y="9061"/>
                  <a:pt x="21972" y="9061"/>
                  <a:pt x="21972" y="9061"/>
                </a:cubicBezTo>
                <a:cubicBezTo>
                  <a:pt x="21647" y="9061"/>
                  <a:pt x="21647" y="9061"/>
                  <a:pt x="21647" y="9061"/>
                </a:cubicBezTo>
                <a:cubicBezTo>
                  <a:pt x="21684" y="9512"/>
                  <a:pt x="21684" y="9512"/>
                  <a:pt x="21684" y="9512"/>
                </a:cubicBezTo>
                <a:cubicBezTo>
                  <a:pt x="21972" y="9512"/>
                  <a:pt x="21972" y="9512"/>
                  <a:pt x="21972" y="9512"/>
                </a:cubicBezTo>
                <a:lnTo>
                  <a:pt x="22192" y="9361"/>
                </a:lnTo>
                <a:close/>
                <a:moveTo>
                  <a:pt x="22045" y="12482"/>
                </a:moveTo>
                <a:lnTo>
                  <a:pt x="22045" y="12482"/>
                </a:lnTo>
                <a:cubicBezTo>
                  <a:pt x="22266" y="12332"/>
                  <a:pt x="22266" y="12332"/>
                  <a:pt x="22266" y="12332"/>
                </a:cubicBezTo>
                <a:cubicBezTo>
                  <a:pt x="22407" y="12256"/>
                  <a:pt x="22407" y="12256"/>
                  <a:pt x="22407" y="12256"/>
                </a:cubicBezTo>
                <a:cubicBezTo>
                  <a:pt x="22554" y="12632"/>
                  <a:pt x="22554" y="12632"/>
                  <a:pt x="22554" y="12632"/>
                </a:cubicBezTo>
                <a:cubicBezTo>
                  <a:pt x="22701" y="13221"/>
                  <a:pt x="22701" y="13221"/>
                  <a:pt x="22701" y="13221"/>
                </a:cubicBezTo>
                <a:cubicBezTo>
                  <a:pt x="22842" y="13084"/>
                  <a:pt x="22842" y="13084"/>
                  <a:pt x="22842" y="13084"/>
                </a:cubicBezTo>
                <a:cubicBezTo>
                  <a:pt x="23173" y="13008"/>
                  <a:pt x="23173" y="13008"/>
                  <a:pt x="23173" y="13008"/>
                </a:cubicBezTo>
                <a:cubicBezTo>
                  <a:pt x="23350" y="12933"/>
                  <a:pt x="23350" y="12933"/>
                  <a:pt x="23350" y="12933"/>
                </a:cubicBezTo>
                <a:cubicBezTo>
                  <a:pt x="23387" y="12557"/>
                  <a:pt x="23387" y="12557"/>
                  <a:pt x="23387" y="12557"/>
                </a:cubicBezTo>
                <a:cubicBezTo>
                  <a:pt x="23387" y="11968"/>
                  <a:pt x="23387" y="11968"/>
                  <a:pt x="23387" y="11968"/>
                </a:cubicBezTo>
                <a:cubicBezTo>
                  <a:pt x="23387" y="11968"/>
                  <a:pt x="23424" y="11818"/>
                  <a:pt x="23497" y="11743"/>
                </a:cubicBezTo>
                <a:cubicBezTo>
                  <a:pt x="23571" y="11592"/>
                  <a:pt x="23424" y="11291"/>
                  <a:pt x="23424" y="11291"/>
                </a:cubicBezTo>
                <a:cubicBezTo>
                  <a:pt x="23424" y="11291"/>
                  <a:pt x="23246" y="10991"/>
                  <a:pt x="23136" y="10991"/>
                </a:cubicBezTo>
                <a:cubicBezTo>
                  <a:pt x="23062" y="10991"/>
                  <a:pt x="22952" y="11216"/>
                  <a:pt x="22952" y="11216"/>
                </a:cubicBezTo>
                <a:cubicBezTo>
                  <a:pt x="22627" y="10853"/>
                  <a:pt x="22627" y="10853"/>
                  <a:pt x="22627" y="10853"/>
                </a:cubicBezTo>
                <a:cubicBezTo>
                  <a:pt x="22333" y="10853"/>
                  <a:pt x="22333" y="10853"/>
                  <a:pt x="22333" y="10853"/>
                </a:cubicBezTo>
                <a:cubicBezTo>
                  <a:pt x="22554" y="11141"/>
                  <a:pt x="22554" y="11141"/>
                  <a:pt x="22554" y="11141"/>
                </a:cubicBezTo>
                <a:cubicBezTo>
                  <a:pt x="22554" y="11141"/>
                  <a:pt x="22738" y="11592"/>
                  <a:pt x="22805" y="11818"/>
                </a:cubicBezTo>
                <a:cubicBezTo>
                  <a:pt x="22842" y="12043"/>
                  <a:pt x="22591" y="11893"/>
                  <a:pt x="22591" y="11893"/>
                </a:cubicBezTo>
                <a:cubicBezTo>
                  <a:pt x="22229" y="11141"/>
                  <a:pt x="22229" y="11141"/>
                  <a:pt x="22229" y="11141"/>
                </a:cubicBezTo>
                <a:cubicBezTo>
                  <a:pt x="21972" y="11141"/>
                  <a:pt x="21972" y="11141"/>
                  <a:pt x="21972" y="11141"/>
                </a:cubicBezTo>
                <a:cubicBezTo>
                  <a:pt x="21972" y="11592"/>
                  <a:pt x="21972" y="11592"/>
                  <a:pt x="21972" y="11592"/>
                </a:cubicBezTo>
                <a:cubicBezTo>
                  <a:pt x="22045" y="12043"/>
                  <a:pt x="22045" y="12043"/>
                  <a:pt x="22045" y="12043"/>
                </a:cubicBezTo>
                <a:cubicBezTo>
                  <a:pt x="21751" y="11667"/>
                  <a:pt x="21751" y="11667"/>
                  <a:pt x="21751" y="11667"/>
                </a:cubicBezTo>
                <a:cubicBezTo>
                  <a:pt x="21574" y="10991"/>
                  <a:pt x="21574" y="10991"/>
                  <a:pt x="21574" y="10991"/>
                </a:cubicBezTo>
                <a:cubicBezTo>
                  <a:pt x="21139" y="10627"/>
                  <a:pt x="21139" y="10627"/>
                  <a:pt x="21139" y="10627"/>
                </a:cubicBezTo>
                <a:cubicBezTo>
                  <a:pt x="21102" y="11216"/>
                  <a:pt x="21102" y="11216"/>
                  <a:pt x="21102" y="11216"/>
                </a:cubicBezTo>
                <a:cubicBezTo>
                  <a:pt x="21243" y="11592"/>
                  <a:pt x="21243" y="11592"/>
                  <a:pt x="21243" y="11592"/>
                </a:cubicBezTo>
                <a:cubicBezTo>
                  <a:pt x="21243" y="11592"/>
                  <a:pt x="21611" y="12106"/>
                  <a:pt x="21647" y="12256"/>
                </a:cubicBezTo>
                <a:lnTo>
                  <a:pt x="22045" y="12482"/>
                </a:lnTo>
                <a:close/>
                <a:moveTo>
                  <a:pt x="21029" y="12783"/>
                </a:moveTo>
                <a:lnTo>
                  <a:pt x="21029" y="12783"/>
                </a:lnTo>
                <a:cubicBezTo>
                  <a:pt x="21102" y="13159"/>
                  <a:pt x="21102" y="13159"/>
                  <a:pt x="21102" y="13159"/>
                </a:cubicBezTo>
                <a:cubicBezTo>
                  <a:pt x="21316" y="13159"/>
                  <a:pt x="21316" y="13159"/>
                  <a:pt x="21316" y="13159"/>
                </a:cubicBezTo>
                <a:cubicBezTo>
                  <a:pt x="21316" y="13159"/>
                  <a:pt x="21390" y="12933"/>
                  <a:pt x="21390" y="12858"/>
                </a:cubicBezTo>
                <a:cubicBezTo>
                  <a:pt x="21390" y="12708"/>
                  <a:pt x="21139" y="12482"/>
                  <a:pt x="21139" y="12632"/>
                </a:cubicBezTo>
                <a:cubicBezTo>
                  <a:pt x="21176" y="12783"/>
                  <a:pt x="21029" y="12783"/>
                  <a:pt x="21029" y="12783"/>
                </a:cubicBezTo>
                <a:close/>
                <a:moveTo>
                  <a:pt x="21139" y="10101"/>
                </a:moveTo>
                <a:lnTo>
                  <a:pt x="21139" y="10101"/>
                </a:lnTo>
                <a:cubicBezTo>
                  <a:pt x="20918" y="9512"/>
                  <a:pt x="20918" y="9512"/>
                  <a:pt x="20918" y="9512"/>
                </a:cubicBezTo>
                <a:cubicBezTo>
                  <a:pt x="20630" y="9136"/>
                  <a:pt x="20630" y="9136"/>
                  <a:pt x="20630" y="9136"/>
                </a:cubicBezTo>
                <a:cubicBezTo>
                  <a:pt x="20630" y="9136"/>
                  <a:pt x="20594" y="9437"/>
                  <a:pt x="20667" y="9662"/>
                </a:cubicBezTo>
                <a:cubicBezTo>
                  <a:pt x="20704" y="9888"/>
                  <a:pt x="20955" y="10251"/>
                  <a:pt x="20955" y="10251"/>
                </a:cubicBezTo>
                <a:lnTo>
                  <a:pt x="21139" y="10101"/>
                </a:lnTo>
                <a:close/>
                <a:moveTo>
                  <a:pt x="30254" y="22959"/>
                </a:moveTo>
                <a:lnTo>
                  <a:pt x="30254" y="22959"/>
                </a:lnTo>
                <a:cubicBezTo>
                  <a:pt x="30542" y="23034"/>
                  <a:pt x="30542" y="23034"/>
                  <a:pt x="30542" y="23034"/>
                </a:cubicBezTo>
                <a:cubicBezTo>
                  <a:pt x="30872" y="22884"/>
                  <a:pt x="30872" y="22884"/>
                  <a:pt x="30872" y="22884"/>
                </a:cubicBezTo>
                <a:cubicBezTo>
                  <a:pt x="31013" y="22370"/>
                  <a:pt x="31013" y="22370"/>
                  <a:pt x="31013" y="22370"/>
                </a:cubicBezTo>
                <a:cubicBezTo>
                  <a:pt x="30872" y="21844"/>
                  <a:pt x="30872" y="21844"/>
                  <a:pt x="30872" y="21844"/>
                </a:cubicBezTo>
                <a:cubicBezTo>
                  <a:pt x="30872" y="21844"/>
                  <a:pt x="30437" y="21844"/>
                  <a:pt x="30364" y="21844"/>
                </a:cubicBezTo>
                <a:cubicBezTo>
                  <a:pt x="30327" y="21844"/>
                  <a:pt x="30107" y="22521"/>
                  <a:pt x="30107" y="22521"/>
                </a:cubicBezTo>
                <a:lnTo>
                  <a:pt x="30254" y="22959"/>
                </a:lnTo>
                <a:close/>
                <a:moveTo>
                  <a:pt x="24624" y="16868"/>
                </a:moveTo>
                <a:lnTo>
                  <a:pt x="24624" y="16868"/>
                </a:lnTo>
                <a:cubicBezTo>
                  <a:pt x="24845" y="16568"/>
                  <a:pt x="24845" y="16568"/>
                  <a:pt x="24845" y="16568"/>
                </a:cubicBezTo>
                <a:cubicBezTo>
                  <a:pt x="24875" y="16054"/>
                  <a:pt x="24875" y="16054"/>
                  <a:pt x="24875" y="16054"/>
                </a:cubicBezTo>
                <a:cubicBezTo>
                  <a:pt x="25206" y="16204"/>
                  <a:pt x="25206" y="16204"/>
                  <a:pt x="25206" y="16204"/>
                </a:cubicBezTo>
                <a:cubicBezTo>
                  <a:pt x="25421" y="15903"/>
                  <a:pt x="25421" y="15903"/>
                  <a:pt x="25421" y="15903"/>
                </a:cubicBezTo>
                <a:cubicBezTo>
                  <a:pt x="25604" y="15302"/>
                  <a:pt x="25604" y="15302"/>
                  <a:pt x="25604" y="15302"/>
                </a:cubicBezTo>
                <a:cubicBezTo>
                  <a:pt x="25819" y="14863"/>
                  <a:pt x="25819" y="14863"/>
                  <a:pt x="25819" y="14863"/>
                </a:cubicBezTo>
                <a:cubicBezTo>
                  <a:pt x="25819" y="14863"/>
                  <a:pt x="25604" y="14562"/>
                  <a:pt x="25494" y="14562"/>
                </a:cubicBezTo>
                <a:cubicBezTo>
                  <a:pt x="25169" y="14562"/>
                  <a:pt x="25169" y="14562"/>
                  <a:pt x="25169" y="14562"/>
                </a:cubicBezTo>
                <a:cubicBezTo>
                  <a:pt x="24875" y="14337"/>
                  <a:pt x="24875" y="14337"/>
                  <a:pt x="24875" y="14337"/>
                </a:cubicBezTo>
                <a:cubicBezTo>
                  <a:pt x="24875" y="14337"/>
                  <a:pt x="24477" y="14337"/>
                  <a:pt x="24404" y="14337"/>
                </a:cubicBezTo>
                <a:cubicBezTo>
                  <a:pt x="24330" y="14337"/>
                  <a:pt x="24404" y="14638"/>
                  <a:pt x="24404" y="14863"/>
                </a:cubicBezTo>
                <a:cubicBezTo>
                  <a:pt x="24404" y="15014"/>
                  <a:pt x="24189" y="15164"/>
                  <a:pt x="24189" y="15164"/>
                </a:cubicBezTo>
                <a:cubicBezTo>
                  <a:pt x="24189" y="16054"/>
                  <a:pt x="24189" y="16054"/>
                  <a:pt x="24189" y="16054"/>
                </a:cubicBezTo>
                <a:cubicBezTo>
                  <a:pt x="24189" y="16054"/>
                  <a:pt x="24263" y="16868"/>
                  <a:pt x="24263" y="17019"/>
                </a:cubicBezTo>
                <a:lnTo>
                  <a:pt x="24624" y="16868"/>
                </a:lnTo>
                <a:close/>
                <a:moveTo>
                  <a:pt x="23062" y="17984"/>
                </a:moveTo>
                <a:lnTo>
                  <a:pt x="23062" y="17984"/>
                </a:lnTo>
                <a:cubicBezTo>
                  <a:pt x="23136" y="17984"/>
                  <a:pt x="23313" y="17608"/>
                  <a:pt x="23313" y="17608"/>
                </a:cubicBezTo>
                <a:cubicBezTo>
                  <a:pt x="23718" y="17533"/>
                  <a:pt x="23718" y="17533"/>
                  <a:pt x="23718" y="17533"/>
                </a:cubicBezTo>
                <a:cubicBezTo>
                  <a:pt x="23859" y="16944"/>
                  <a:pt x="23859" y="16944"/>
                  <a:pt x="23859" y="16944"/>
                </a:cubicBezTo>
                <a:cubicBezTo>
                  <a:pt x="23754" y="16492"/>
                  <a:pt x="23754" y="16492"/>
                  <a:pt x="23754" y="16492"/>
                </a:cubicBezTo>
                <a:cubicBezTo>
                  <a:pt x="23497" y="16054"/>
                  <a:pt x="23497" y="16054"/>
                  <a:pt x="23497" y="16054"/>
                </a:cubicBezTo>
                <a:cubicBezTo>
                  <a:pt x="23283" y="15828"/>
                  <a:pt x="23283" y="15828"/>
                  <a:pt x="23283" y="15828"/>
                </a:cubicBezTo>
                <a:cubicBezTo>
                  <a:pt x="23571" y="15527"/>
                  <a:pt x="23571" y="15527"/>
                  <a:pt x="23571" y="15527"/>
                </a:cubicBezTo>
                <a:cubicBezTo>
                  <a:pt x="23571" y="15527"/>
                  <a:pt x="23644" y="15377"/>
                  <a:pt x="23571" y="15164"/>
                </a:cubicBezTo>
                <a:cubicBezTo>
                  <a:pt x="23497" y="15014"/>
                  <a:pt x="23313" y="14713"/>
                  <a:pt x="23313" y="14713"/>
                </a:cubicBezTo>
                <a:cubicBezTo>
                  <a:pt x="23209" y="14412"/>
                  <a:pt x="23209" y="14412"/>
                  <a:pt x="23209" y="14412"/>
                </a:cubicBezTo>
                <a:cubicBezTo>
                  <a:pt x="22915" y="14487"/>
                  <a:pt x="22915" y="14487"/>
                  <a:pt x="22915" y="14487"/>
                </a:cubicBezTo>
                <a:cubicBezTo>
                  <a:pt x="22879" y="14863"/>
                  <a:pt x="22879" y="14863"/>
                  <a:pt x="22879" y="14863"/>
                </a:cubicBezTo>
                <a:cubicBezTo>
                  <a:pt x="22768" y="14863"/>
                  <a:pt x="22768" y="14863"/>
                  <a:pt x="22768" y="14863"/>
                </a:cubicBezTo>
                <a:cubicBezTo>
                  <a:pt x="22517" y="14713"/>
                  <a:pt x="22517" y="14713"/>
                  <a:pt x="22517" y="14713"/>
                </a:cubicBezTo>
                <a:cubicBezTo>
                  <a:pt x="22266" y="14863"/>
                  <a:pt x="22266" y="14863"/>
                  <a:pt x="22266" y="14863"/>
                </a:cubicBezTo>
                <a:cubicBezTo>
                  <a:pt x="22297" y="15227"/>
                  <a:pt x="22297" y="15227"/>
                  <a:pt x="22297" y="15227"/>
                </a:cubicBezTo>
                <a:cubicBezTo>
                  <a:pt x="22517" y="15678"/>
                  <a:pt x="22517" y="15678"/>
                  <a:pt x="22517" y="15678"/>
                </a:cubicBezTo>
                <a:cubicBezTo>
                  <a:pt x="22444" y="16129"/>
                  <a:pt x="22444" y="16129"/>
                  <a:pt x="22444" y="16129"/>
                </a:cubicBezTo>
                <a:cubicBezTo>
                  <a:pt x="22444" y="16129"/>
                  <a:pt x="22333" y="16342"/>
                  <a:pt x="22266" y="16279"/>
                </a:cubicBezTo>
                <a:cubicBezTo>
                  <a:pt x="22192" y="16204"/>
                  <a:pt x="22009" y="15903"/>
                  <a:pt x="22009" y="15903"/>
                </a:cubicBezTo>
                <a:cubicBezTo>
                  <a:pt x="21825" y="15903"/>
                  <a:pt x="21825" y="15903"/>
                  <a:pt x="21825" y="15903"/>
                </a:cubicBezTo>
                <a:cubicBezTo>
                  <a:pt x="21788" y="16342"/>
                  <a:pt x="21788" y="16342"/>
                  <a:pt x="21788" y="16342"/>
                </a:cubicBezTo>
                <a:cubicBezTo>
                  <a:pt x="22045" y="16643"/>
                  <a:pt x="22045" y="16643"/>
                  <a:pt x="22045" y="16643"/>
                </a:cubicBezTo>
                <a:cubicBezTo>
                  <a:pt x="22229" y="16868"/>
                  <a:pt x="22229" y="16868"/>
                  <a:pt x="22229" y="16868"/>
                </a:cubicBezTo>
                <a:cubicBezTo>
                  <a:pt x="22517" y="17019"/>
                  <a:pt x="22517" y="17019"/>
                  <a:pt x="22517" y="17019"/>
                </a:cubicBezTo>
                <a:cubicBezTo>
                  <a:pt x="22517" y="17019"/>
                  <a:pt x="22664" y="17457"/>
                  <a:pt x="22664" y="17608"/>
                </a:cubicBezTo>
                <a:cubicBezTo>
                  <a:pt x="22664" y="17758"/>
                  <a:pt x="23062" y="17984"/>
                  <a:pt x="23062" y="17984"/>
                </a:cubicBezTo>
                <a:close/>
                <a:moveTo>
                  <a:pt x="21102" y="15753"/>
                </a:moveTo>
                <a:lnTo>
                  <a:pt x="21102" y="15753"/>
                </a:lnTo>
                <a:cubicBezTo>
                  <a:pt x="21176" y="15227"/>
                  <a:pt x="21176" y="15227"/>
                  <a:pt x="21176" y="15227"/>
                </a:cubicBezTo>
                <a:cubicBezTo>
                  <a:pt x="21029" y="14938"/>
                  <a:pt x="21029" y="14938"/>
                  <a:pt x="21029" y="14938"/>
                </a:cubicBezTo>
                <a:cubicBezTo>
                  <a:pt x="20483" y="14788"/>
                  <a:pt x="20483" y="14788"/>
                  <a:pt x="20483" y="14788"/>
                </a:cubicBezTo>
                <a:cubicBezTo>
                  <a:pt x="20373" y="15089"/>
                  <a:pt x="20373" y="15089"/>
                  <a:pt x="20373" y="15089"/>
                </a:cubicBezTo>
                <a:cubicBezTo>
                  <a:pt x="20373" y="15089"/>
                  <a:pt x="20594" y="15452"/>
                  <a:pt x="20667" y="15527"/>
                </a:cubicBezTo>
                <a:cubicBezTo>
                  <a:pt x="20735" y="15527"/>
                  <a:pt x="20918" y="16054"/>
                  <a:pt x="20918" y="16054"/>
                </a:cubicBezTo>
                <a:lnTo>
                  <a:pt x="21102" y="15753"/>
                </a:lnTo>
                <a:close/>
                <a:moveTo>
                  <a:pt x="19975" y="14938"/>
                </a:moveTo>
                <a:lnTo>
                  <a:pt x="19975" y="14938"/>
                </a:lnTo>
                <a:cubicBezTo>
                  <a:pt x="19828" y="15164"/>
                  <a:pt x="19828" y="15164"/>
                  <a:pt x="19828" y="15164"/>
                </a:cubicBezTo>
                <a:cubicBezTo>
                  <a:pt x="20085" y="15227"/>
                  <a:pt x="20085" y="15227"/>
                  <a:pt x="20085" y="15227"/>
                </a:cubicBezTo>
                <a:cubicBezTo>
                  <a:pt x="20159" y="14863"/>
                  <a:pt x="20159" y="14863"/>
                  <a:pt x="20159" y="14863"/>
                </a:cubicBezTo>
                <a:lnTo>
                  <a:pt x="19975" y="14938"/>
                </a:lnTo>
                <a:close/>
                <a:moveTo>
                  <a:pt x="18266" y="8396"/>
                </a:moveTo>
                <a:lnTo>
                  <a:pt x="18266" y="8396"/>
                </a:lnTo>
                <a:cubicBezTo>
                  <a:pt x="18560" y="8396"/>
                  <a:pt x="18560" y="8396"/>
                  <a:pt x="18560" y="8396"/>
                </a:cubicBezTo>
                <a:cubicBezTo>
                  <a:pt x="18995" y="8396"/>
                  <a:pt x="18995" y="8396"/>
                  <a:pt x="18995" y="8396"/>
                </a:cubicBezTo>
                <a:cubicBezTo>
                  <a:pt x="19503" y="8396"/>
                  <a:pt x="19503" y="8396"/>
                  <a:pt x="19503" y="8396"/>
                </a:cubicBezTo>
                <a:cubicBezTo>
                  <a:pt x="19503" y="8396"/>
                  <a:pt x="19540" y="8096"/>
                  <a:pt x="19430" y="8020"/>
                </a:cubicBezTo>
                <a:cubicBezTo>
                  <a:pt x="19356" y="8020"/>
                  <a:pt x="19105" y="7807"/>
                  <a:pt x="19105" y="7807"/>
                </a:cubicBezTo>
                <a:cubicBezTo>
                  <a:pt x="18774" y="7883"/>
                  <a:pt x="18774" y="7883"/>
                  <a:pt x="18774" y="7883"/>
                </a:cubicBezTo>
                <a:cubicBezTo>
                  <a:pt x="18523" y="8020"/>
                  <a:pt x="18523" y="8020"/>
                  <a:pt x="18523" y="8020"/>
                </a:cubicBezTo>
                <a:lnTo>
                  <a:pt x="18266" y="8396"/>
                </a:lnTo>
                <a:close/>
                <a:moveTo>
                  <a:pt x="18597" y="10026"/>
                </a:moveTo>
                <a:lnTo>
                  <a:pt x="18597" y="10026"/>
                </a:lnTo>
                <a:cubicBezTo>
                  <a:pt x="18811" y="9888"/>
                  <a:pt x="18811" y="9888"/>
                  <a:pt x="18811" y="9888"/>
                </a:cubicBezTo>
                <a:cubicBezTo>
                  <a:pt x="19179" y="9813"/>
                  <a:pt x="19179" y="9813"/>
                  <a:pt x="19179" y="9813"/>
                </a:cubicBezTo>
                <a:cubicBezTo>
                  <a:pt x="19283" y="9512"/>
                  <a:pt x="19283" y="9512"/>
                  <a:pt x="19283" y="9512"/>
                </a:cubicBezTo>
                <a:cubicBezTo>
                  <a:pt x="19105" y="9211"/>
                  <a:pt x="19105" y="9211"/>
                  <a:pt x="19105" y="9211"/>
                </a:cubicBezTo>
                <a:cubicBezTo>
                  <a:pt x="19283" y="9136"/>
                  <a:pt x="19283" y="9136"/>
                  <a:pt x="19283" y="9136"/>
                </a:cubicBezTo>
                <a:cubicBezTo>
                  <a:pt x="19393" y="8848"/>
                  <a:pt x="19393" y="8848"/>
                  <a:pt x="19393" y="8848"/>
                </a:cubicBezTo>
                <a:cubicBezTo>
                  <a:pt x="19179" y="8848"/>
                  <a:pt x="19179" y="8848"/>
                  <a:pt x="19179" y="8848"/>
                </a:cubicBezTo>
                <a:cubicBezTo>
                  <a:pt x="18738" y="8848"/>
                  <a:pt x="18738" y="8848"/>
                  <a:pt x="18738" y="8848"/>
                </a:cubicBezTo>
                <a:cubicBezTo>
                  <a:pt x="18486" y="8998"/>
                  <a:pt x="18486" y="8998"/>
                  <a:pt x="18486" y="8998"/>
                </a:cubicBezTo>
                <a:cubicBezTo>
                  <a:pt x="18229" y="9286"/>
                  <a:pt x="18229" y="9286"/>
                  <a:pt x="18229" y="9286"/>
                </a:cubicBezTo>
                <a:cubicBezTo>
                  <a:pt x="18450" y="9963"/>
                  <a:pt x="18450" y="9963"/>
                  <a:pt x="18450" y="9963"/>
                </a:cubicBezTo>
                <a:lnTo>
                  <a:pt x="18597" y="10026"/>
                </a:lnTo>
                <a:close/>
                <a:moveTo>
                  <a:pt x="18015" y="9361"/>
                </a:moveTo>
                <a:lnTo>
                  <a:pt x="18015" y="9361"/>
                </a:lnTo>
                <a:cubicBezTo>
                  <a:pt x="17978" y="8910"/>
                  <a:pt x="17978" y="8910"/>
                  <a:pt x="17978" y="8910"/>
                </a:cubicBezTo>
                <a:cubicBezTo>
                  <a:pt x="17684" y="8697"/>
                  <a:pt x="17684" y="8697"/>
                  <a:pt x="17684" y="8697"/>
                </a:cubicBezTo>
                <a:cubicBezTo>
                  <a:pt x="17543" y="8697"/>
                  <a:pt x="17543" y="8697"/>
                  <a:pt x="17543" y="8697"/>
                </a:cubicBezTo>
                <a:cubicBezTo>
                  <a:pt x="17617" y="9061"/>
                  <a:pt x="17617" y="9061"/>
                  <a:pt x="17617" y="9061"/>
                </a:cubicBezTo>
                <a:cubicBezTo>
                  <a:pt x="17721" y="9286"/>
                  <a:pt x="17721" y="9286"/>
                  <a:pt x="17721" y="9286"/>
                </a:cubicBezTo>
                <a:lnTo>
                  <a:pt x="18015" y="9361"/>
                </a:lnTo>
                <a:close/>
                <a:moveTo>
                  <a:pt x="17647" y="11141"/>
                </a:moveTo>
                <a:lnTo>
                  <a:pt x="17647" y="11141"/>
                </a:lnTo>
                <a:cubicBezTo>
                  <a:pt x="17323" y="11367"/>
                  <a:pt x="17323" y="11367"/>
                  <a:pt x="17323" y="11367"/>
                </a:cubicBezTo>
                <a:cubicBezTo>
                  <a:pt x="17145" y="11893"/>
                  <a:pt x="17145" y="11893"/>
                  <a:pt x="17145" y="11893"/>
                </a:cubicBezTo>
                <a:cubicBezTo>
                  <a:pt x="16961" y="12181"/>
                  <a:pt x="16961" y="12181"/>
                  <a:pt x="16961" y="12181"/>
                </a:cubicBezTo>
                <a:cubicBezTo>
                  <a:pt x="16777" y="12632"/>
                  <a:pt x="16777" y="12632"/>
                  <a:pt x="16777" y="12632"/>
                </a:cubicBezTo>
                <a:cubicBezTo>
                  <a:pt x="16814" y="13008"/>
                  <a:pt x="16814" y="13008"/>
                  <a:pt x="16814" y="13008"/>
                </a:cubicBezTo>
                <a:cubicBezTo>
                  <a:pt x="17176" y="13084"/>
                  <a:pt x="17176" y="13084"/>
                  <a:pt x="17176" y="13084"/>
                </a:cubicBezTo>
                <a:cubicBezTo>
                  <a:pt x="17543" y="13221"/>
                  <a:pt x="17543" y="13221"/>
                  <a:pt x="17543" y="13221"/>
                </a:cubicBezTo>
                <a:cubicBezTo>
                  <a:pt x="17831" y="13159"/>
                  <a:pt x="17831" y="13159"/>
                  <a:pt x="17831" y="13159"/>
                </a:cubicBezTo>
                <a:cubicBezTo>
                  <a:pt x="18088" y="12933"/>
                  <a:pt x="18088" y="12933"/>
                  <a:pt x="18088" y="12933"/>
                </a:cubicBezTo>
                <a:cubicBezTo>
                  <a:pt x="18560" y="13084"/>
                  <a:pt x="18560" y="13084"/>
                  <a:pt x="18560" y="13084"/>
                </a:cubicBezTo>
                <a:cubicBezTo>
                  <a:pt x="18848" y="13084"/>
                  <a:pt x="18848" y="13084"/>
                  <a:pt x="18848" y="13084"/>
                </a:cubicBezTo>
                <a:cubicBezTo>
                  <a:pt x="18738" y="13297"/>
                  <a:pt x="18486" y="13297"/>
                  <a:pt x="18486" y="13297"/>
                </a:cubicBezTo>
                <a:cubicBezTo>
                  <a:pt x="18162" y="13297"/>
                  <a:pt x="18162" y="13297"/>
                  <a:pt x="18162" y="13297"/>
                </a:cubicBezTo>
                <a:cubicBezTo>
                  <a:pt x="17941" y="13522"/>
                  <a:pt x="17941" y="13522"/>
                  <a:pt x="17941" y="13522"/>
                </a:cubicBezTo>
                <a:cubicBezTo>
                  <a:pt x="17978" y="13898"/>
                  <a:pt x="17978" y="13898"/>
                  <a:pt x="17978" y="13898"/>
                </a:cubicBezTo>
                <a:cubicBezTo>
                  <a:pt x="18162" y="14049"/>
                  <a:pt x="18162" y="14049"/>
                  <a:pt x="18162" y="14049"/>
                </a:cubicBezTo>
                <a:cubicBezTo>
                  <a:pt x="18597" y="14049"/>
                  <a:pt x="18597" y="14049"/>
                  <a:pt x="18597" y="14049"/>
                </a:cubicBezTo>
                <a:cubicBezTo>
                  <a:pt x="19032" y="13748"/>
                  <a:pt x="19032" y="13748"/>
                  <a:pt x="19032" y="13748"/>
                </a:cubicBezTo>
                <a:cubicBezTo>
                  <a:pt x="19320" y="13297"/>
                  <a:pt x="19320" y="13297"/>
                  <a:pt x="19320" y="13297"/>
                </a:cubicBezTo>
                <a:cubicBezTo>
                  <a:pt x="19650" y="13221"/>
                  <a:pt x="19650" y="13221"/>
                  <a:pt x="19650" y="13221"/>
                </a:cubicBezTo>
                <a:cubicBezTo>
                  <a:pt x="20049" y="13221"/>
                  <a:pt x="20049" y="13221"/>
                  <a:pt x="20049" y="13221"/>
                </a:cubicBezTo>
                <a:cubicBezTo>
                  <a:pt x="20483" y="13221"/>
                  <a:pt x="20483" y="13221"/>
                  <a:pt x="20483" y="13221"/>
                </a:cubicBezTo>
                <a:cubicBezTo>
                  <a:pt x="20630" y="12858"/>
                  <a:pt x="20630" y="12858"/>
                  <a:pt x="20630" y="12858"/>
                </a:cubicBezTo>
                <a:cubicBezTo>
                  <a:pt x="20735" y="12043"/>
                  <a:pt x="20735" y="12043"/>
                  <a:pt x="20735" y="12043"/>
                </a:cubicBezTo>
                <a:cubicBezTo>
                  <a:pt x="20594" y="11818"/>
                  <a:pt x="20594" y="11818"/>
                  <a:pt x="20594" y="11818"/>
                </a:cubicBezTo>
                <a:cubicBezTo>
                  <a:pt x="20410" y="11818"/>
                  <a:pt x="20410" y="11818"/>
                  <a:pt x="20410" y="11818"/>
                </a:cubicBezTo>
                <a:cubicBezTo>
                  <a:pt x="20373" y="12106"/>
                  <a:pt x="20373" y="12106"/>
                  <a:pt x="20373" y="12106"/>
                </a:cubicBezTo>
                <a:cubicBezTo>
                  <a:pt x="20122" y="11968"/>
                  <a:pt x="20122" y="11968"/>
                  <a:pt x="20122" y="11968"/>
                </a:cubicBezTo>
                <a:cubicBezTo>
                  <a:pt x="19828" y="11442"/>
                  <a:pt x="19828" y="11442"/>
                  <a:pt x="19828" y="11442"/>
                </a:cubicBezTo>
                <a:cubicBezTo>
                  <a:pt x="19828" y="11078"/>
                  <a:pt x="19828" y="11078"/>
                  <a:pt x="19828" y="11078"/>
                </a:cubicBezTo>
                <a:cubicBezTo>
                  <a:pt x="19718" y="10702"/>
                  <a:pt x="19718" y="10702"/>
                  <a:pt x="19718" y="10702"/>
                </a:cubicBezTo>
                <a:cubicBezTo>
                  <a:pt x="19467" y="10702"/>
                  <a:pt x="19467" y="10702"/>
                  <a:pt x="19467" y="10702"/>
                </a:cubicBezTo>
                <a:cubicBezTo>
                  <a:pt x="19356" y="10928"/>
                  <a:pt x="19356" y="10928"/>
                  <a:pt x="19356" y="10928"/>
                </a:cubicBezTo>
                <a:cubicBezTo>
                  <a:pt x="19179" y="10991"/>
                  <a:pt x="19179" y="10991"/>
                  <a:pt x="19179" y="10991"/>
                </a:cubicBezTo>
                <a:cubicBezTo>
                  <a:pt x="19179" y="11291"/>
                  <a:pt x="19179" y="11291"/>
                  <a:pt x="19179" y="11291"/>
                </a:cubicBezTo>
                <a:cubicBezTo>
                  <a:pt x="19393" y="11592"/>
                  <a:pt x="19393" y="11592"/>
                  <a:pt x="19393" y="11592"/>
                </a:cubicBezTo>
                <a:cubicBezTo>
                  <a:pt x="19393" y="11893"/>
                  <a:pt x="19356" y="12106"/>
                  <a:pt x="19356" y="12106"/>
                </a:cubicBezTo>
                <a:cubicBezTo>
                  <a:pt x="19614" y="12181"/>
                  <a:pt x="19614" y="12181"/>
                  <a:pt x="19614" y="12181"/>
                </a:cubicBezTo>
                <a:cubicBezTo>
                  <a:pt x="19614" y="12181"/>
                  <a:pt x="19681" y="12482"/>
                  <a:pt x="19614" y="12482"/>
                </a:cubicBezTo>
                <a:cubicBezTo>
                  <a:pt x="19540" y="12557"/>
                  <a:pt x="19393" y="12557"/>
                  <a:pt x="19393" y="12557"/>
                </a:cubicBezTo>
                <a:cubicBezTo>
                  <a:pt x="19032" y="12557"/>
                  <a:pt x="19032" y="12557"/>
                  <a:pt x="19032" y="12557"/>
                </a:cubicBezTo>
                <a:cubicBezTo>
                  <a:pt x="18811" y="12256"/>
                  <a:pt x="18811" y="12256"/>
                  <a:pt x="18811" y="12256"/>
                </a:cubicBezTo>
                <a:cubicBezTo>
                  <a:pt x="18597" y="11667"/>
                  <a:pt x="18597" y="11667"/>
                  <a:pt x="18597" y="11667"/>
                </a:cubicBezTo>
                <a:cubicBezTo>
                  <a:pt x="18303" y="11442"/>
                  <a:pt x="18303" y="11442"/>
                  <a:pt x="18303" y="11442"/>
                </a:cubicBezTo>
                <a:cubicBezTo>
                  <a:pt x="18088" y="11442"/>
                  <a:pt x="18088" y="11442"/>
                  <a:pt x="18088" y="11442"/>
                </a:cubicBezTo>
                <a:cubicBezTo>
                  <a:pt x="17831" y="11216"/>
                  <a:pt x="17831" y="11216"/>
                  <a:pt x="17831" y="11216"/>
                </a:cubicBezTo>
                <a:lnTo>
                  <a:pt x="17647" y="11141"/>
                </a:lnTo>
                <a:close/>
                <a:moveTo>
                  <a:pt x="17758" y="10477"/>
                </a:moveTo>
                <a:lnTo>
                  <a:pt x="17758" y="10477"/>
                </a:lnTo>
                <a:cubicBezTo>
                  <a:pt x="17794" y="10778"/>
                  <a:pt x="17794" y="10778"/>
                  <a:pt x="17794" y="10778"/>
                </a:cubicBezTo>
                <a:cubicBezTo>
                  <a:pt x="18162" y="10853"/>
                  <a:pt x="18162" y="10853"/>
                  <a:pt x="18162" y="10853"/>
                </a:cubicBezTo>
                <a:cubicBezTo>
                  <a:pt x="18162" y="10477"/>
                  <a:pt x="18162" y="10477"/>
                  <a:pt x="18162" y="10477"/>
                </a:cubicBezTo>
                <a:cubicBezTo>
                  <a:pt x="18162" y="10477"/>
                  <a:pt x="17758" y="10627"/>
                  <a:pt x="17758" y="10477"/>
                </a:cubicBezTo>
                <a:close/>
                <a:moveTo>
                  <a:pt x="16343" y="11968"/>
                </a:moveTo>
                <a:lnTo>
                  <a:pt x="16343" y="11968"/>
                </a:lnTo>
                <a:cubicBezTo>
                  <a:pt x="16196" y="12407"/>
                  <a:pt x="16196" y="12407"/>
                  <a:pt x="16196" y="12407"/>
                </a:cubicBezTo>
                <a:cubicBezTo>
                  <a:pt x="16526" y="12557"/>
                  <a:pt x="16526" y="12557"/>
                  <a:pt x="16526" y="12557"/>
                </a:cubicBezTo>
                <a:cubicBezTo>
                  <a:pt x="16667" y="11818"/>
                  <a:pt x="16667" y="11818"/>
                  <a:pt x="16667" y="11818"/>
                </a:cubicBezTo>
                <a:lnTo>
                  <a:pt x="16343" y="11968"/>
                </a:lnTo>
                <a:close/>
                <a:moveTo>
                  <a:pt x="16924" y="11078"/>
                </a:moveTo>
                <a:lnTo>
                  <a:pt x="16924" y="11078"/>
                </a:lnTo>
                <a:cubicBezTo>
                  <a:pt x="17212" y="10928"/>
                  <a:pt x="17212" y="10928"/>
                  <a:pt x="17212" y="10928"/>
                </a:cubicBezTo>
                <a:cubicBezTo>
                  <a:pt x="17286" y="10176"/>
                  <a:pt x="17286" y="10176"/>
                  <a:pt x="17286" y="10176"/>
                </a:cubicBezTo>
                <a:cubicBezTo>
                  <a:pt x="17396" y="9737"/>
                  <a:pt x="17396" y="9737"/>
                  <a:pt x="17396" y="9737"/>
                </a:cubicBezTo>
                <a:cubicBezTo>
                  <a:pt x="17035" y="9587"/>
                  <a:pt x="17035" y="9587"/>
                  <a:pt x="17035" y="9587"/>
                </a:cubicBezTo>
                <a:cubicBezTo>
                  <a:pt x="16814" y="9963"/>
                  <a:pt x="16814" y="9963"/>
                  <a:pt x="16814" y="9963"/>
                </a:cubicBezTo>
                <a:cubicBezTo>
                  <a:pt x="16416" y="9963"/>
                  <a:pt x="16416" y="9963"/>
                  <a:pt x="16416" y="9963"/>
                </a:cubicBezTo>
                <a:cubicBezTo>
                  <a:pt x="16159" y="9888"/>
                  <a:pt x="16159" y="9888"/>
                  <a:pt x="16159" y="9888"/>
                </a:cubicBezTo>
                <a:cubicBezTo>
                  <a:pt x="16159" y="9888"/>
                  <a:pt x="15981" y="10477"/>
                  <a:pt x="15908" y="10627"/>
                </a:cubicBezTo>
                <a:cubicBezTo>
                  <a:pt x="15871" y="10778"/>
                  <a:pt x="15650" y="11141"/>
                  <a:pt x="15650" y="11141"/>
                </a:cubicBezTo>
                <a:cubicBezTo>
                  <a:pt x="15326" y="11141"/>
                  <a:pt x="15326" y="11141"/>
                  <a:pt x="15326" y="11141"/>
                </a:cubicBezTo>
                <a:cubicBezTo>
                  <a:pt x="15038" y="11442"/>
                  <a:pt x="15038" y="11442"/>
                  <a:pt x="15038" y="11442"/>
                </a:cubicBezTo>
                <a:cubicBezTo>
                  <a:pt x="15179" y="11893"/>
                  <a:pt x="15179" y="11893"/>
                  <a:pt x="15179" y="11893"/>
                </a:cubicBezTo>
                <a:cubicBezTo>
                  <a:pt x="15509" y="12106"/>
                  <a:pt x="15509" y="12106"/>
                  <a:pt x="15509" y="12106"/>
                </a:cubicBezTo>
                <a:cubicBezTo>
                  <a:pt x="15650" y="11743"/>
                  <a:pt x="15650" y="11743"/>
                  <a:pt x="15650" y="11743"/>
                </a:cubicBezTo>
                <a:cubicBezTo>
                  <a:pt x="15871" y="12043"/>
                  <a:pt x="15871" y="12043"/>
                  <a:pt x="15871" y="12043"/>
                </a:cubicBezTo>
                <a:cubicBezTo>
                  <a:pt x="16055" y="11818"/>
                  <a:pt x="16055" y="11818"/>
                  <a:pt x="16055" y="11818"/>
                </a:cubicBezTo>
                <a:cubicBezTo>
                  <a:pt x="16085" y="11517"/>
                  <a:pt x="16085" y="11517"/>
                  <a:pt x="16085" y="11517"/>
                </a:cubicBezTo>
                <a:cubicBezTo>
                  <a:pt x="16306" y="11517"/>
                  <a:pt x="16306" y="11517"/>
                  <a:pt x="16306" y="11517"/>
                </a:cubicBezTo>
                <a:cubicBezTo>
                  <a:pt x="16379" y="11078"/>
                  <a:pt x="16379" y="11078"/>
                  <a:pt x="16379" y="11078"/>
                </a:cubicBezTo>
                <a:cubicBezTo>
                  <a:pt x="16600" y="10778"/>
                  <a:pt x="16600" y="10778"/>
                  <a:pt x="16600" y="10778"/>
                </a:cubicBezTo>
                <a:cubicBezTo>
                  <a:pt x="16741" y="11216"/>
                  <a:pt x="16741" y="11216"/>
                  <a:pt x="16741" y="11216"/>
                </a:cubicBezTo>
                <a:lnTo>
                  <a:pt x="16924" y="11078"/>
                </a:lnTo>
                <a:close/>
                <a:moveTo>
                  <a:pt x="17145" y="20440"/>
                </a:moveTo>
                <a:lnTo>
                  <a:pt x="17145" y="20440"/>
                </a:lnTo>
                <a:cubicBezTo>
                  <a:pt x="17617" y="20503"/>
                  <a:pt x="17617" y="20503"/>
                  <a:pt x="17617" y="20503"/>
                </a:cubicBezTo>
                <a:cubicBezTo>
                  <a:pt x="17978" y="20503"/>
                  <a:pt x="17978" y="20503"/>
                  <a:pt x="17978" y="20503"/>
                </a:cubicBezTo>
                <a:cubicBezTo>
                  <a:pt x="18162" y="21180"/>
                  <a:pt x="18162" y="21180"/>
                  <a:pt x="18162" y="21180"/>
                </a:cubicBezTo>
                <a:cubicBezTo>
                  <a:pt x="18413" y="21480"/>
                  <a:pt x="18413" y="21480"/>
                  <a:pt x="18413" y="21480"/>
                </a:cubicBezTo>
                <a:cubicBezTo>
                  <a:pt x="18885" y="21480"/>
                  <a:pt x="18885" y="21480"/>
                  <a:pt x="18885" y="21480"/>
                </a:cubicBezTo>
                <a:cubicBezTo>
                  <a:pt x="19320" y="21405"/>
                  <a:pt x="19320" y="21405"/>
                  <a:pt x="19320" y="21405"/>
                </a:cubicBezTo>
                <a:cubicBezTo>
                  <a:pt x="19614" y="21104"/>
                  <a:pt x="19614" y="21104"/>
                  <a:pt x="19614" y="21104"/>
                </a:cubicBezTo>
                <a:cubicBezTo>
                  <a:pt x="19938" y="20879"/>
                  <a:pt x="19938" y="20879"/>
                  <a:pt x="19938" y="20879"/>
                </a:cubicBezTo>
                <a:cubicBezTo>
                  <a:pt x="20226" y="20578"/>
                  <a:pt x="20226" y="20578"/>
                  <a:pt x="20226" y="20578"/>
                </a:cubicBezTo>
                <a:cubicBezTo>
                  <a:pt x="20410" y="20365"/>
                  <a:pt x="20410" y="20365"/>
                  <a:pt x="20410" y="20365"/>
                </a:cubicBezTo>
                <a:cubicBezTo>
                  <a:pt x="20557" y="20578"/>
                  <a:pt x="20557" y="20578"/>
                  <a:pt x="20557" y="20578"/>
                </a:cubicBezTo>
                <a:cubicBezTo>
                  <a:pt x="20735" y="20503"/>
                  <a:pt x="20735" y="20503"/>
                  <a:pt x="20735" y="20503"/>
                </a:cubicBezTo>
                <a:cubicBezTo>
                  <a:pt x="21243" y="21029"/>
                  <a:pt x="21243" y="21029"/>
                  <a:pt x="21243" y="21029"/>
                </a:cubicBezTo>
                <a:cubicBezTo>
                  <a:pt x="21574" y="21029"/>
                  <a:pt x="21574" y="21029"/>
                  <a:pt x="21574" y="21029"/>
                </a:cubicBezTo>
                <a:cubicBezTo>
                  <a:pt x="21862" y="20954"/>
                  <a:pt x="21862" y="20954"/>
                  <a:pt x="21862" y="20954"/>
                </a:cubicBezTo>
                <a:cubicBezTo>
                  <a:pt x="21972" y="20503"/>
                  <a:pt x="21972" y="20503"/>
                  <a:pt x="21972" y="20503"/>
                </a:cubicBezTo>
                <a:cubicBezTo>
                  <a:pt x="21751" y="20139"/>
                  <a:pt x="21751" y="20139"/>
                  <a:pt x="21751" y="20139"/>
                </a:cubicBezTo>
                <a:cubicBezTo>
                  <a:pt x="21935" y="20064"/>
                  <a:pt x="21935" y="20064"/>
                  <a:pt x="21935" y="20064"/>
                </a:cubicBezTo>
                <a:cubicBezTo>
                  <a:pt x="22229" y="19989"/>
                  <a:pt x="22229" y="19989"/>
                  <a:pt x="22229" y="19989"/>
                </a:cubicBezTo>
                <a:cubicBezTo>
                  <a:pt x="22297" y="19688"/>
                  <a:pt x="22297" y="19688"/>
                  <a:pt x="22297" y="19688"/>
                </a:cubicBezTo>
                <a:cubicBezTo>
                  <a:pt x="22009" y="19325"/>
                  <a:pt x="22009" y="19325"/>
                  <a:pt x="22009" y="19325"/>
                </a:cubicBezTo>
                <a:cubicBezTo>
                  <a:pt x="21427" y="18874"/>
                  <a:pt x="21427" y="18874"/>
                  <a:pt x="21427" y="18874"/>
                </a:cubicBezTo>
                <a:cubicBezTo>
                  <a:pt x="21139" y="18285"/>
                  <a:pt x="21139" y="18285"/>
                  <a:pt x="21139" y="18285"/>
                </a:cubicBezTo>
                <a:cubicBezTo>
                  <a:pt x="21206" y="17683"/>
                  <a:pt x="21206" y="17683"/>
                  <a:pt x="21206" y="17683"/>
                </a:cubicBezTo>
                <a:cubicBezTo>
                  <a:pt x="20918" y="17320"/>
                  <a:pt x="20918" y="17320"/>
                  <a:pt x="20918" y="17320"/>
                </a:cubicBezTo>
                <a:cubicBezTo>
                  <a:pt x="20882" y="16492"/>
                  <a:pt x="20882" y="16492"/>
                  <a:pt x="20882" y="16492"/>
                </a:cubicBezTo>
                <a:cubicBezTo>
                  <a:pt x="20667" y="15903"/>
                  <a:pt x="20667" y="15903"/>
                  <a:pt x="20667" y="15903"/>
                </a:cubicBezTo>
                <a:cubicBezTo>
                  <a:pt x="20300" y="15603"/>
                  <a:pt x="20300" y="15603"/>
                  <a:pt x="20300" y="15603"/>
                </a:cubicBezTo>
                <a:cubicBezTo>
                  <a:pt x="19975" y="15603"/>
                  <a:pt x="19975" y="15603"/>
                  <a:pt x="19975" y="15603"/>
                </a:cubicBezTo>
                <a:cubicBezTo>
                  <a:pt x="19975" y="16204"/>
                  <a:pt x="19975" y="16204"/>
                  <a:pt x="19975" y="16204"/>
                </a:cubicBezTo>
                <a:cubicBezTo>
                  <a:pt x="20012" y="16643"/>
                  <a:pt x="20012" y="16643"/>
                  <a:pt x="20012" y="16643"/>
                </a:cubicBezTo>
                <a:cubicBezTo>
                  <a:pt x="20196" y="17244"/>
                  <a:pt x="20196" y="17244"/>
                  <a:pt x="20196" y="17244"/>
                </a:cubicBezTo>
                <a:cubicBezTo>
                  <a:pt x="20085" y="17457"/>
                  <a:pt x="20085" y="17457"/>
                  <a:pt x="20085" y="17457"/>
                </a:cubicBezTo>
                <a:cubicBezTo>
                  <a:pt x="19938" y="17457"/>
                  <a:pt x="19938" y="17457"/>
                  <a:pt x="19938" y="17457"/>
                </a:cubicBezTo>
                <a:cubicBezTo>
                  <a:pt x="19791" y="17169"/>
                  <a:pt x="19791" y="17169"/>
                  <a:pt x="19791" y="17169"/>
                </a:cubicBezTo>
                <a:cubicBezTo>
                  <a:pt x="19754" y="16793"/>
                  <a:pt x="19754" y="16793"/>
                  <a:pt x="19754" y="16793"/>
                </a:cubicBezTo>
                <a:cubicBezTo>
                  <a:pt x="19681" y="16417"/>
                  <a:pt x="19681" y="16417"/>
                  <a:pt x="19681" y="16417"/>
                </a:cubicBezTo>
                <a:cubicBezTo>
                  <a:pt x="19430" y="15828"/>
                  <a:pt x="19430" y="15828"/>
                  <a:pt x="19430" y="15828"/>
                </a:cubicBezTo>
                <a:cubicBezTo>
                  <a:pt x="19142" y="15828"/>
                  <a:pt x="19142" y="15828"/>
                  <a:pt x="19142" y="15828"/>
                </a:cubicBezTo>
                <a:cubicBezTo>
                  <a:pt x="19209" y="16204"/>
                  <a:pt x="19209" y="16204"/>
                  <a:pt x="19209" y="16204"/>
                </a:cubicBezTo>
                <a:cubicBezTo>
                  <a:pt x="19320" y="16492"/>
                  <a:pt x="19320" y="16492"/>
                  <a:pt x="19320" y="16492"/>
                </a:cubicBezTo>
                <a:cubicBezTo>
                  <a:pt x="19032" y="16492"/>
                  <a:pt x="19032" y="16492"/>
                  <a:pt x="19032" y="16492"/>
                </a:cubicBezTo>
                <a:cubicBezTo>
                  <a:pt x="19032" y="16793"/>
                  <a:pt x="19032" y="16793"/>
                  <a:pt x="19032" y="16793"/>
                </a:cubicBezTo>
                <a:cubicBezTo>
                  <a:pt x="18774" y="16868"/>
                  <a:pt x="18774" y="16868"/>
                  <a:pt x="18774" y="16868"/>
                </a:cubicBezTo>
                <a:cubicBezTo>
                  <a:pt x="18811" y="16568"/>
                  <a:pt x="18811" y="16568"/>
                  <a:pt x="18811" y="16568"/>
                </a:cubicBezTo>
                <a:cubicBezTo>
                  <a:pt x="18885" y="16129"/>
                  <a:pt x="18885" y="16129"/>
                  <a:pt x="18885" y="16129"/>
                </a:cubicBezTo>
                <a:cubicBezTo>
                  <a:pt x="18664" y="16129"/>
                  <a:pt x="18664" y="16129"/>
                  <a:pt x="18664" y="16129"/>
                </a:cubicBezTo>
                <a:cubicBezTo>
                  <a:pt x="18413" y="15903"/>
                  <a:pt x="18413" y="15903"/>
                  <a:pt x="18413" y="15903"/>
                </a:cubicBezTo>
                <a:cubicBezTo>
                  <a:pt x="18162" y="15979"/>
                  <a:pt x="18162" y="15979"/>
                  <a:pt x="18162" y="15979"/>
                </a:cubicBezTo>
                <a:cubicBezTo>
                  <a:pt x="18119" y="16342"/>
                  <a:pt x="18119" y="16342"/>
                  <a:pt x="18119" y="16342"/>
                </a:cubicBezTo>
                <a:cubicBezTo>
                  <a:pt x="17905" y="16279"/>
                  <a:pt x="17905" y="16279"/>
                  <a:pt x="17905" y="16279"/>
                </a:cubicBezTo>
                <a:cubicBezTo>
                  <a:pt x="17978" y="16054"/>
                  <a:pt x="17978" y="16054"/>
                  <a:pt x="17978" y="16054"/>
                </a:cubicBezTo>
                <a:cubicBezTo>
                  <a:pt x="17905" y="15527"/>
                  <a:pt x="17905" y="15527"/>
                  <a:pt x="17905" y="15527"/>
                </a:cubicBezTo>
                <a:cubicBezTo>
                  <a:pt x="17758" y="15452"/>
                  <a:pt x="17758" y="15452"/>
                  <a:pt x="17758" y="15452"/>
                </a:cubicBezTo>
                <a:cubicBezTo>
                  <a:pt x="17470" y="15452"/>
                  <a:pt x="17470" y="15452"/>
                  <a:pt x="17470" y="15452"/>
                </a:cubicBezTo>
                <a:cubicBezTo>
                  <a:pt x="17249" y="15828"/>
                  <a:pt x="17249" y="15828"/>
                  <a:pt x="17249" y="15828"/>
                </a:cubicBezTo>
                <a:cubicBezTo>
                  <a:pt x="17035" y="15979"/>
                  <a:pt x="17035" y="15979"/>
                  <a:pt x="17035" y="15979"/>
                </a:cubicBezTo>
                <a:cubicBezTo>
                  <a:pt x="16741" y="16129"/>
                  <a:pt x="16741" y="16129"/>
                  <a:pt x="16741" y="16129"/>
                </a:cubicBezTo>
                <a:cubicBezTo>
                  <a:pt x="16526" y="16417"/>
                  <a:pt x="16526" y="16417"/>
                  <a:pt x="16526" y="16417"/>
                </a:cubicBezTo>
                <a:cubicBezTo>
                  <a:pt x="16563" y="16944"/>
                  <a:pt x="16563" y="16944"/>
                  <a:pt x="16563" y="16944"/>
                </a:cubicBezTo>
                <a:cubicBezTo>
                  <a:pt x="16269" y="17320"/>
                  <a:pt x="16269" y="17320"/>
                  <a:pt x="16269" y="17320"/>
                </a:cubicBezTo>
                <a:cubicBezTo>
                  <a:pt x="16269" y="17608"/>
                  <a:pt x="16269" y="17608"/>
                  <a:pt x="16269" y="17608"/>
                </a:cubicBezTo>
                <a:cubicBezTo>
                  <a:pt x="16490" y="17608"/>
                  <a:pt x="16490" y="17608"/>
                  <a:pt x="16490" y="17608"/>
                </a:cubicBezTo>
                <a:cubicBezTo>
                  <a:pt x="16630" y="17833"/>
                  <a:pt x="16630" y="17833"/>
                  <a:pt x="16630" y="17833"/>
                </a:cubicBezTo>
                <a:cubicBezTo>
                  <a:pt x="16888" y="17683"/>
                  <a:pt x="16888" y="17683"/>
                  <a:pt x="16888" y="17683"/>
                </a:cubicBezTo>
                <a:cubicBezTo>
                  <a:pt x="17212" y="17608"/>
                  <a:pt x="17212" y="17608"/>
                  <a:pt x="17212" y="17608"/>
                </a:cubicBezTo>
                <a:cubicBezTo>
                  <a:pt x="17433" y="17909"/>
                  <a:pt x="17433" y="17909"/>
                  <a:pt x="17433" y="17909"/>
                </a:cubicBezTo>
                <a:cubicBezTo>
                  <a:pt x="17102" y="18134"/>
                  <a:pt x="17102" y="18134"/>
                  <a:pt x="17102" y="18134"/>
                </a:cubicBezTo>
                <a:cubicBezTo>
                  <a:pt x="16814" y="18285"/>
                  <a:pt x="16814" y="18285"/>
                  <a:pt x="16814" y="18285"/>
                </a:cubicBezTo>
                <a:cubicBezTo>
                  <a:pt x="16667" y="18573"/>
                  <a:pt x="16667" y="18573"/>
                  <a:pt x="16667" y="18573"/>
                </a:cubicBezTo>
                <a:cubicBezTo>
                  <a:pt x="17071" y="18874"/>
                  <a:pt x="17071" y="18874"/>
                  <a:pt x="17071" y="18874"/>
                </a:cubicBezTo>
                <a:cubicBezTo>
                  <a:pt x="17433" y="18874"/>
                  <a:pt x="17433" y="18874"/>
                  <a:pt x="17433" y="18874"/>
                </a:cubicBezTo>
                <a:cubicBezTo>
                  <a:pt x="17868" y="18798"/>
                  <a:pt x="17868" y="18798"/>
                  <a:pt x="17868" y="18798"/>
                </a:cubicBezTo>
                <a:cubicBezTo>
                  <a:pt x="18229" y="18798"/>
                  <a:pt x="18229" y="18798"/>
                  <a:pt x="18229" y="18798"/>
                </a:cubicBezTo>
                <a:cubicBezTo>
                  <a:pt x="18229" y="18798"/>
                  <a:pt x="18450" y="19024"/>
                  <a:pt x="18523" y="19024"/>
                </a:cubicBezTo>
                <a:cubicBezTo>
                  <a:pt x="18597" y="19099"/>
                  <a:pt x="18486" y="19400"/>
                  <a:pt x="18486" y="19400"/>
                </a:cubicBezTo>
                <a:cubicBezTo>
                  <a:pt x="17868" y="19400"/>
                  <a:pt x="17868" y="19400"/>
                  <a:pt x="17868" y="19400"/>
                </a:cubicBezTo>
                <a:cubicBezTo>
                  <a:pt x="17323" y="19400"/>
                  <a:pt x="17323" y="19400"/>
                  <a:pt x="17323" y="19400"/>
                </a:cubicBezTo>
                <a:cubicBezTo>
                  <a:pt x="16924" y="19688"/>
                  <a:pt x="16924" y="19688"/>
                  <a:pt x="16924" y="19688"/>
                </a:cubicBezTo>
                <a:lnTo>
                  <a:pt x="17145" y="20440"/>
                </a:lnTo>
                <a:close/>
                <a:moveTo>
                  <a:pt x="20085" y="21844"/>
                </a:moveTo>
                <a:lnTo>
                  <a:pt x="20085" y="21844"/>
                </a:lnTo>
                <a:cubicBezTo>
                  <a:pt x="20373" y="21556"/>
                  <a:pt x="20373" y="21556"/>
                  <a:pt x="20373" y="21556"/>
                </a:cubicBezTo>
                <a:cubicBezTo>
                  <a:pt x="20630" y="21480"/>
                  <a:pt x="20630" y="21480"/>
                  <a:pt x="20630" y="21480"/>
                </a:cubicBezTo>
                <a:cubicBezTo>
                  <a:pt x="20667" y="20954"/>
                  <a:pt x="20667" y="20954"/>
                  <a:pt x="20667" y="20954"/>
                </a:cubicBezTo>
                <a:cubicBezTo>
                  <a:pt x="20196" y="21255"/>
                  <a:pt x="20196" y="21255"/>
                  <a:pt x="20196" y="21255"/>
                </a:cubicBezTo>
                <a:cubicBezTo>
                  <a:pt x="19718" y="21693"/>
                  <a:pt x="19718" y="21693"/>
                  <a:pt x="19718" y="21693"/>
                </a:cubicBezTo>
                <a:lnTo>
                  <a:pt x="20085" y="21844"/>
                </a:lnTo>
                <a:close/>
                <a:moveTo>
                  <a:pt x="15215" y="17984"/>
                </a:moveTo>
                <a:lnTo>
                  <a:pt x="15215" y="17984"/>
                </a:lnTo>
                <a:cubicBezTo>
                  <a:pt x="15583" y="17984"/>
                  <a:pt x="15583" y="17984"/>
                  <a:pt x="15583" y="17984"/>
                </a:cubicBezTo>
                <a:cubicBezTo>
                  <a:pt x="15797" y="17608"/>
                  <a:pt x="15797" y="17608"/>
                  <a:pt x="15797" y="17608"/>
                </a:cubicBezTo>
                <a:cubicBezTo>
                  <a:pt x="15871" y="16944"/>
                  <a:pt x="15871" y="16944"/>
                  <a:pt x="15871" y="16944"/>
                </a:cubicBezTo>
                <a:cubicBezTo>
                  <a:pt x="15871" y="16944"/>
                  <a:pt x="16196" y="16643"/>
                  <a:pt x="16196" y="16492"/>
                </a:cubicBezTo>
                <a:cubicBezTo>
                  <a:pt x="16232" y="16342"/>
                  <a:pt x="16453" y="16054"/>
                  <a:pt x="16453" y="16054"/>
                </a:cubicBezTo>
                <a:cubicBezTo>
                  <a:pt x="17071" y="15527"/>
                  <a:pt x="17071" y="15527"/>
                  <a:pt x="17071" y="15527"/>
                </a:cubicBezTo>
                <a:cubicBezTo>
                  <a:pt x="17470" y="15302"/>
                  <a:pt x="17470" y="15302"/>
                  <a:pt x="17470" y="15302"/>
                </a:cubicBezTo>
                <a:cubicBezTo>
                  <a:pt x="17433" y="14863"/>
                  <a:pt x="17433" y="14863"/>
                  <a:pt x="17433" y="14863"/>
                </a:cubicBezTo>
                <a:cubicBezTo>
                  <a:pt x="16924" y="14262"/>
                  <a:pt x="16924" y="14262"/>
                  <a:pt x="16924" y="14262"/>
                </a:cubicBezTo>
                <a:cubicBezTo>
                  <a:pt x="16667" y="14186"/>
                  <a:pt x="16667" y="14186"/>
                  <a:pt x="16667" y="14186"/>
                </a:cubicBezTo>
                <a:cubicBezTo>
                  <a:pt x="16306" y="14487"/>
                  <a:pt x="16306" y="14487"/>
                  <a:pt x="16306" y="14487"/>
                </a:cubicBezTo>
                <a:cubicBezTo>
                  <a:pt x="15944" y="14186"/>
                  <a:pt x="15944" y="14186"/>
                  <a:pt x="15944" y="14186"/>
                </a:cubicBezTo>
                <a:cubicBezTo>
                  <a:pt x="15546" y="13898"/>
                  <a:pt x="15546" y="13898"/>
                  <a:pt x="15546" y="13898"/>
                </a:cubicBezTo>
                <a:cubicBezTo>
                  <a:pt x="15068" y="13898"/>
                  <a:pt x="15068" y="13898"/>
                  <a:pt x="15068" y="13898"/>
                </a:cubicBezTo>
                <a:cubicBezTo>
                  <a:pt x="14456" y="13973"/>
                  <a:pt x="14456" y="13973"/>
                  <a:pt x="14456" y="13973"/>
                </a:cubicBezTo>
                <a:cubicBezTo>
                  <a:pt x="14456" y="14337"/>
                  <a:pt x="14456" y="14337"/>
                  <a:pt x="14456" y="14337"/>
                </a:cubicBezTo>
                <a:cubicBezTo>
                  <a:pt x="14566" y="14938"/>
                  <a:pt x="14566" y="14938"/>
                  <a:pt x="14566" y="14938"/>
                </a:cubicBezTo>
                <a:cubicBezTo>
                  <a:pt x="14456" y="15903"/>
                  <a:pt x="14456" y="15903"/>
                  <a:pt x="14456" y="15903"/>
                </a:cubicBezTo>
                <a:cubicBezTo>
                  <a:pt x="13947" y="17169"/>
                  <a:pt x="13947" y="17169"/>
                  <a:pt x="13947" y="17169"/>
                </a:cubicBezTo>
                <a:cubicBezTo>
                  <a:pt x="14566" y="17533"/>
                  <a:pt x="14566" y="17533"/>
                  <a:pt x="14566" y="17533"/>
                </a:cubicBezTo>
                <a:cubicBezTo>
                  <a:pt x="14891" y="18498"/>
                  <a:pt x="14891" y="18498"/>
                  <a:pt x="14891" y="18498"/>
                </a:cubicBezTo>
                <a:lnTo>
                  <a:pt x="15215" y="17984"/>
                </a:lnTo>
                <a:close/>
                <a:moveTo>
                  <a:pt x="655" y="30905"/>
                </a:moveTo>
                <a:lnTo>
                  <a:pt x="655" y="30905"/>
                </a:lnTo>
                <a:cubicBezTo>
                  <a:pt x="545" y="30391"/>
                  <a:pt x="545" y="30391"/>
                  <a:pt x="545" y="30391"/>
                </a:cubicBezTo>
                <a:cubicBezTo>
                  <a:pt x="251" y="30391"/>
                  <a:pt x="251" y="30391"/>
                  <a:pt x="251" y="30391"/>
                </a:cubicBezTo>
                <a:cubicBezTo>
                  <a:pt x="147" y="30617"/>
                  <a:pt x="147" y="30617"/>
                  <a:pt x="147" y="30617"/>
                </a:cubicBezTo>
                <a:cubicBezTo>
                  <a:pt x="183" y="31055"/>
                  <a:pt x="183" y="31055"/>
                  <a:pt x="183" y="31055"/>
                </a:cubicBezTo>
                <a:cubicBezTo>
                  <a:pt x="508" y="31055"/>
                  <a:pt x="508" y="31055"/>
                  <a:pt x="508" y="31055"/>
                </a:cubicBezTo>
                <a:lnTo>
                  <a:pt x="655" y="30905"/>
                </a:lnTo>
                <a:close/>
                <a:moveTo>
                  <a:pt x="6499" y="30166"/>
                </a:moveTo>
                <a:lnTo>
                  <a:pt x="6499" y="30166"/>
                </a:lnTo>
                <a:cubicBezTo>
                  <a:pt x="6499" y="30166"/>
                  <a:pt x="6425" y="30015"/>
                  <a:pt x="6425" y="29877"/>
                </a:cubicBezTo>
                <a:cubicBezTo>
                  <a:pt x="6425" y="29727"/>
                  <a:pt x="6609" y="29727"/>
                  <a:pt x="6609" y="29727"/>
                </a:cubicBezTo>
                <a:cubicBezTo>
                  <a:pt x="7044" y="29802"/>
                  <a:pt x="7044" y="29802"/>
                  <a:pt x="7044" y="29802"/>
                </a:cubicBezTo>
                <a:cubicBezTo>
                  <a:pt x="7411" y="30316"/>
                  <a:pt x="7411" y="30316"/>
                  <a:pt x="7411" y="30316"/>
                </a:cubicBezTo>
                <a:cubicBezTo>
                  <a:pt x="7810" y="30767"/>
                  <a:pt x="7810" y="30767"/>
                  <a:pt x="7810" y="30767"/>
                </a:cubicBezTo>
                <a:cubicBezTo>
                  <a:pt x="8245" y="30993"/>
                  <a:pt x="8245" y="30993"/>
                  <a:pt x="8245" y="30993"/>
                </a:cubicBezTo>
                <a:cubicBezTo>
                  <a:pt x="8606" y="30767"/>
                  <a:pt x="8606" y="30767"/>
                  <a:pt x="8606" y="30767"/>
                </a:cubicBezTo>
                <a:cubicBezTo>
                  <a:pt x="8900" y="31055"/>
                  <a:pt x="8900" y="31055"/>
                  <a:pt x="8900" y="31055"/>
                </a:cubicBezTo>
                <a:cubicBezTo>
                  <a:pt x="9151" y="31055"/>
                  <a:pt x="9151" y="31055"/>
                  <a:pt x="9151" y="31055"/>
                </a:cubicBezTo>
                <a:cubicBezTo>
                  <a:pt x="9445" y="31507"/>
                  <a:pt x="9445" y="31507"/>
                  <a:pt x="9445" y="31507"/>
                </a:cubicBezTo>
                <a:cubicBezTo>
                  <a:pt x="9880" y="31958"/>
                  <a:pt x="9880" y="31958"/>
                  <a:pt x="9880" y="31958"/>
                </a:cubicBezTo>
                <a:cubicBezTo>
                  <a:pt x="10094" y="32396"/>
                  <a:pt x="10094" y="32396"/>
                  <a:pt x="10094" y="32396"/>
                </a:cubicBezTo>
                <a:cubicBezTo>
                  <a:pt x="10094" y="32396"/>
                  <a:pt x="10388" y="32622"/>
                  <a:pt x="10462" y="32622"/>
                </a:cubicBezTo>
                <a:cubicBezTo>
                  <a:pt x="10529" y="32622"/>
                  <a:pt x="10603" y="32472"/>
                  <a:pt x="10603" y="32472"/>
                </a:cubicBezTo>
                <a:cubicBezTo>
                  <a:pt x="10897" y="32772"/>
                  <a:pt x="10897" y="32772"/>
                  <a:pt x="10897" y="32772"/>
                </a:cubicBezTo>
                <a:cubicBezTo>
                  <a:pt x="11038" y="33286"/>
                  <a:pt x="11038" y="33286"/>
                  <a:pt x="11038" y="33286"/>
                </a:cubicBezTo>
                <a:cubicBezTo>
                  <a:pt x="11479" y="33512"/>
                  <a:pt x="11479" y="33512"/>
                  <a:pt x="11479" y="33512"/>
                </a:cubicBezTo>
                <a:cubicBezTo>
                  <a:pt x="11405" y="33963"/>
                  <a:pt x="11405" y="33963"/>
                  <a:pt x="11405" y="33963"/>
                </a:cubicBezTo>
                <a:cubicBezTo>
                  <a:pt x="11767" y="34251"/>
                  <a:pt x="11767" y="34251"/>
                  <a:pt x="11767" y="34251"/>
                </a:cubicBezTo>
                <a:cubicBezTo>
                  <a:pt x="11693" y="34702"/>
                  <a:pt x="11693" y="34702"/>
                  <a:pt x="11693" y="34702"/>
                </a:cubicBezTo>
                <a:cubicBezTo>
                  <a:pt x="11950" y="34928"/>
                  <a:pt x="11950" y="34928"/>
                  <a:pt x="11950" y="34928"/>
                </a:cubicBezTo>
                <a:cubicBezTo>
                  <a:pt x="12202" y="35003"/>
                  <a:pt x="12202" y="35003"/>
                  <a:pt x="12202" y="35003"/>
                </a:cubicBezTo>
                <a:cubicBezTo>
                  <a:pt x="12202" y="35442"/>
                  <a:pt x="12202" y="35442"/>
                  <a:pt x="12202" y="35442"/>
                </a:cubicBezTo>
                <a:cubicBezTo>
                  <a:pt x="12422" y="36043"/>
                  <a:pt x="12422" y="36043"/>
                  <a:pt x="12422" y="36043"/>
                </a:cubicBezTo>
                <a:cubicBezTo>
                  <a:pt x="12459" y="36632"/>
                  <a:pt x="12459" y="36632"/>
                  <a:pt x="12459" y="36632"/>
                </a:cubicBezTo>
                <a:cubicBezTo>
                  <a:pt x="12563" y="37159"/>
                  <a:pt x="12563" y="37159"/>
                  <a:pt x="12563" y="37159"/>
                </a:cubicBezTo>
                <a:cubicBezTo>
                  <a:pt x="12894" y="37234"/>
                  <a:pt x="12894" y="37234"/>
                  <a:pt x="12894" y="37234"/>
                </a:cubicBezTo>
                <a:cubicBezTo>
                  <a:pt x="12967" y="37973"/>
                  <a:pt x="12967" y="37973"/>
                  <a:pt x="12967" y="37973"/>
                </a:cubicBezTo>
                <a:cubicBezTo>
                  <a:pt x="13292" y="38562"/>
                  <a:pt x="13292" y="38562"/>
                  <a:pt x="13292" y="38562"/>
                </a:cubicBezTo>
                <a:cubicBezTo>
                  <a:pt x="13366" y="39014"/>
                  <a:pt x="13366" y="39014"/>
                  <a:pt x="13366" y="39014"/>
                </a:cubicBezTo>
                <a:cubicBezTo>
                  <a:pt x="13727" y="39377"/>
                  <a:pt x="13727" y="39377"/>
                  <a:pt x="13727" y="39377"/>
                </a:cubicBezTo>
                <a:cubicBezTo>
                  <a:pt x="14052" y="39678"/>
                  <a:pt x="14052" y="39678"/>
                  <a:pt x="14052" y="39678"/>
                </a:cubicBezTo>
                <a:cubicBezTo>
                  <a:pt x="14309" y="39828"/>
                  <a:pt x="14309" y="39828"/>
                  <a:pt x="14309" y="39828"/>
                </a:cubicBezTo>
                <a:cubicBezTo>
                  <a:pt x="14382" y="40204"/>
                  <a:pt x="14382" y="40204"/>
                  <a:pt x="14382" y="40204"/>
                </a:cubicBezTo>
                <a:cubicBezTo>
                  <a:pt x="14744" y="40643"/>
                  <a:pt x="14744" y="40643"/>
                  <a:pt x="14744" y="40643"/>
                </a:cubicBezTo>
                <a:cubicBezTo>
                  <a:pt x="15001" y="41019"/>
                  <a:pt x="15001" y="41019"/>
                  <a:pt x="15001" y="41019"/>
                </a:cubicBezTo>
                <a:cubicBezTo>
                  <a:pt x="15142" y="41909"/>
                  <a:pt x="15142" y="41909"/>
                  <a:pt x="15142" y="41909"/>
                </a:cubicBezTo>
                <a:cubicBezTo>
                  <a:pt x="15142" y="42573"/>
                  <a:pt x="15142" y="42573"/>
                  <a:pt x="15142" y="42573"/>
                </a:cubicBezTo>
                <a:cubicBezTo>
                  <a:pt x="14928" y="42134"/>
                  <a:pt x="14928" y="42134"/>
                  <a:pt x="14928" y="42134"/>
                </a:cubicBezTo>
                <a:cubicBezTo>
                  <a:pt x="14707" y="41608"/>
                  <a:pt x="14707" y="41608"/>
                  <a:pt x="14707" y="41608"/>
                </a:cubicBezTo>
                <a:cubicBezTo>
                  <a:pt x="14670" y="41244"/>
                  <a:pt x="14670" y="41244"/>
                  <a:pt x="14670" y="41244"/>
                </a:cubicBezTo>
                <a:cubicBezTo>
                  <a:pt x="14382" y="40868"/>
                  <a:pt x="14382" y="40868"/>
                  <a:pt x="14382" y="40868"/>
                </a:cubicBezTo>
                <a:cubicBezTo>
                  <a:pt x="14199" y="40718"/>
                  <a:pt x="14199" y="40718"/>
                  <a:pt x="14199" y="40718"/>
                </a:cubicBezTo>
                <a:cubicBezTo>
                  <a:pt x="14162" y="40129"/>
                  <a:pt x="14162" y="40129"/>
                  <a:pt x="14162" y="40129"/>
                </a:cubicBezTo>
                <a:cubicBezTo>
                  <a:pt x="13911" y="40129"/>
                  <a:pt x="13911" y="40129"/>
                  <a:pt x="13911" y="40129"/>
                </a:cubicBezTo>
                <a:cubicBezTo>
                  <a:pt x="13727" y="39903"/>
                  <a:pt x="13727" y="39903"/>
                  <a:pt x="13727" y="39903"/>
                </a:cubicBezTo>
                <a:cubicBezTo>
                  <a:pt x="13549" y="39753"/>
                  <a:pt x="13549" y="39753"/>
                  <a:pt x="13549" y="39753"/>
                </a:cubicBezTo>
                <a:cubicBezTo>
                  <a:pt x="13366" y="39603"/>
                  <a:pt x="13366" y="39603"/>
                  <a:pt x="13366" y="39603"/>
                </a:cubicBezTo>
                <a:cubicBezTo>
                  <a:pt x="13182" y="39678"/>
                  <a:pt x="13182" y="39678"/>
                  <a:pt x="13182" y="39678"/>
                </a:cubicBezTo>
                <a:cubicBezTo>
                  <a:pt x="13366" y="40129"/>
                  <a:pt x="13366" y="40129"/>
                  <a:pt x="13366" y="40129"/>
                </a:cubicBezTo>
                <a:cubicBezTo>
                  <a:pt x="13580" y="40417"/>
                  <a:pt x="13580" y="40417"/>
                  <a:pt x="13580" y="40417"/>
                </a:cubicBezTo>
                <a:cubicBezTo>
                  <a:pt x="13800" y="40868"/>
                  <a:pt x="13800" y="40868"/>
                  <a:pt x="13800" y="40868"/>
                </a:cubicBezTo>
                <a:cubicBezTo>
                  <a:pt x="14272" y="41470"/>
                  <a:pt x="14272" y="41470"/>
                  <a:pt x="14272" y="41470"/>
                </a:cubicBezTo>
                <a:cubicBezTo>
                  <a:pt x="14419" y="42134"/>
                  <a:pt x="14419" y="42134"/>
                  <a:pt x="14419" y="42134"/>
                </a:cubicBezTo>
                <a:cubicBezTo>
                  <a:pt x="14597" y="43024"/>
                  <a:pt x="14597" y="43024"/>
                  <a:pt x="14597" y="43024"/>
                </a:cubicBezTo>
                <a:cubicBezTo>
                  <a:pt x="14597" y="43688"/>
                  <a:pt x="14597" y="43688"/>
                  <a:pt x="14597" y="43688"/>
                </a:cubicBezTo>
                <a:cubicBezTo>
                  <a:pt x="14566" y="44653"/>
                  <a:pt x="14566" y="44653"/>
                  <a:pt x="14566" y="44653"/>
                </a:cubicBezTo>
                <a:cubicBezTo>
                  <a:pt x="14566" y="45693"/>
                  <a:pt x="14566" y="45693"/>
                  <a:pt x="14566" y="45693"/>
                </a:cubicBezTo>
                <a:cubicBezTo>
                  <a:pt x="14382" y="45919"/>
                  <a:pt x="14382" y="45919"/>
                  <a:pt x="14382" y="45919"/>
                </a:cubicBezTo>
                <a:cubicBezTo>
                  <a:pt x="14382" y="46596"/>
                  <a:pt x="14382" y="46596"/>
                  <a:pt x="14382" y="46596"/>
                </a:cubicBezTo>
                <a:cubicBezTo>
                  <a:pt x="14597" y="47335"/>
                  <a:pt x="14597" y="47335"/>
                  <a:pt x="14597" y="47335"/>
                </a:cubicBezTo>
                <a:cubicBezTo>
                  <a:pt x="14529" y="48000"/>
                  <a:pt x="14529" y="48000"/>
                  <a:pt x="14529" y="48000"/>
                </a:cubicBezTo>
                <a:cubicBezTo>
                  <a:pt x="14566" y="48526"/>
                  <a:pt x="14566" y="48526"/>
                  <a:pt x="14566" y="48526"/>
                </a:cubicBezTo>
                <a:cubicBezTo>
                  <a:pt x="14707" y="48965"/>
                  <a:pt x="14707" y="48965"/>
                  <a:pt x="14707" y="48965"/>
                </a:cubicBezTo>
                <a:cubicBezTo>
                  <a:pt x="14707" y="49641"/>
                  <a:pt x="14707" y="49641"/>
                  <a:pt x="14707" y="49641"/>
                </a:cubicBezTo>
                <a:cubicBezTo>
                  <a:pt x="14891" y="50230"/>
                  <a:pt x="14891" y="50230"/>
                  <a:pt x="14891" y="50230"/>
                </a:cubicBezTo>
                <a:cubicBezTo>
                  <a:pt x="15142" y="50681"/>
                  <a:pt x="15142" y="50681"/>
                  <a:pt x="15142" y="50681"/>
                </a:cubicBezTo>
                <a:cubicBezTo>
                  <a:pt x="15289" y="51646"/>
                  <a:pt x="15289" y="51646"/>
                  <a:pt x="15289" y="51646"/>
                </a:cubicBezTo>
                <a:cubicBezTo>
                  <a:pt x="15546" y="52085"/>
                  <a:pt x="15546" y="52085"/>
                  <a:pt x="15546" y="52085"/>
                </a:cubicBezTo>
                <a:cubicBezTo>
                  <a:pt x="15583" y="52536"/>
                  <a:pt x="15583" y="52536"/>
                  <a:pt x="15583" y="52536"/>
                </a:cubicBezTo>
                <a:cubicBezTo>
                  <a:pt x="15797" y="53125"/>
                  <a:pt x="15797" y="53125"/>
                  <a:pt x="15797" y="53125"/>
                </a:cubicBezTo>
                <a:cubicBezTo>
                  <a:pt x="16128" y="53125"/>
                  <a:pt x="16128" y="53125"/>
                  <a:pt x="16128" y="53125"/>
                </a:cubicBezTo>
                <a:cubicBezTo>
                  <a:pt x="16343" y="53501"/>
                  <a:pt x="16343" y="53501"/>
                  <a:pt x="16343" y="53501"/>
                </a:cubicBezTo>
                <a:cubicBezTo>
                  <a:pt x="16667" y="53877"/>
                  <a:pt x="16667" y="53877"/>
                  <a:pt x="16667" y="53877"/>
                </a:cubicBezTo>
                <a:cubicBezTo>
                  <a:pt x="16924" y="54391"/>
                  <a:pt x="16924" y="54391"/>
                  <a:pt x="16924" y="54391"/>
                </a:cubicBezTo>
                <a:cubicBezTo>
                  <a:pt x="16998" y="54980"/>
                  <a:pt x="16998" y="54980"/>
                  <a:pt x="16998" y="54980"/>
                </a:cubicBezTo>
                <a:cubicBezTo>
                  <a:pt x="17145" y="55582"/>
                  <a:pt x="17145" y="55582"/>
                  <a:pt x="17145" y="55582"/>
                </a:cubicBezTo>
                <a:cubicBezTo>
                  <a:pt x="17286" y="56547"/>
                  <a:pt x="17286" y="56547"/>
                  <a:pt x="17286" y="56547"/>
                </a:cubicBezTo>
                <a:cubicBezTo>
                  <a:pt x="17506" y="56998"/>
                  <a:pt x="17506" y="56998"/>
                  <a:pt x="17506" y="56998"/>
                </a:cubicBezTo>
                <a:cubicBezTo>
                  <a:pt x="17758" y="57512"/>
                  <a:pt x="17758" y="57512"/>
                  <a:pt x="17758" y="57512"/>
                </a:cubicBezTo>
                <a:cubicBezTo>
                  <a:pt x="17831" y="57888"/>
                  <a:pt x="17831" y="57888"/>
                  <a:pt x="17831" y="57888"/>
                </a:cubicBezTo>
                <a:cubicBezTo>
                  <a:pt x="17617" y="58176"/>
                  <a:pt x="17617" y="58176"/>
                  <a:pt x="17617" y="58176"/>
                </a:cubicBezTo>
                <a:cubicBezTo>
                  <a:pt x="17758" y="58552"/>
                  <a:pt x="17758" y="58552"/>
                  <a:pt x="17758" y="58552"/>
                </a:cubicBezTo>
                <a:cubicBezTo>
                  <a:pt x="18015" y="59003"/>
                  <a:pt x="18015" y="59003"/>
                  <a:pt x="18015" y="59003"/>
                </a:cubicBezTo>
                <a:cubicBezTo>
                  <a:pt x="18339" y="59367"/>
                  <a:pt x="18339" y="59367"/>
                  <a:pt x="18339" y="59367"/>
                </a:cubicBezTo>
                <a:cubicBezTo>
                  <a:pt x="18560" y="59893"/>
                  <a:pt x="18560" y="59893"/>
                  <a:pt x="18560" y="59893"/>
                </a:cubicBezTo>
                <a:cubicBezTo>
                  <a:pt x="18523" y="60269"/>
                  <a:pt x="18523" y="60269"/>
                  <a:pt x="18523" y="60269"/>
                </a:cubicBezTo>
                <a:cubicBezTo>
                  <a:pt x="18560" y="60557"/>
                  <a:pt x="18560" y="60557"/>
                  <a:pt x="18560" y="60557"/>
                </a:cubicBezTo>
                <a:cubicBezTo>
                  <a:pt x="18848" y="60783"/>
                  <a:pt x="18848" y="60783"/>
                  <a:pt x="18848" y="60783"/>
                </a:cubicBezTo>
                <a:cubicBezTo>
                  <a:pt x="19068" y="61234"/>
                  <a:pt x="19068" y="61234"/>
                  <a:pt x="19068" y="61234"/>
                </a:cubicBezTo>
                <a:cubicBezTo>
                  <a:pt x="19246" y="61597"/>
                  <a:pt x="19246" y="61597"/>
                  <a:pt x="19246" y="61597"/>
                </a:cubicBezTo>
                <a:cubicBezTo>
                  <a:pt x="19283" y="62049"/>
                  <a:pt x="19283" y="62049"/>
                  <a:pt x="19283" y="62049"/>
                </a:cubicBezTo>
                <a:cubicBezTo>
                  <a:pt x="19430" y="61898"/>
                  <a:pt x="19430" y="61898"/>
                  <a:pt x="19430" y="61898"/>
                </a:cubicBezTo>
                <a:cubicBezTo>
                  <a:pt x="19467" y="61372"/>
                  <a:pt x="19467" y="61372"/>
                  <a:pt x="19467" y="61372"/>
                </a:cubicBezTo>
                <a:cubicBezTo>
                  <a:pt x="19356" y="60858"/>
                  <a:pt x="19356" y="60858"/>
                  <a:pt x="19356" y="60858"/>
                </a:cubicBezTo>
                <a:cubicBezTo>
                  <a:pt x="19105" y="60632"/>
                  <a:pt x="19105" y="60632"/>
                  <a:pt x="19105" y="60632"/>
                </a:cubicBezTo>
                <a:cubicBezTo>
                  <a:pt x="19068" y="60194"/>
                  <a:pt x="19068" y="60194"/>
                  <a:pt x="19068" y="60194"/>
                </a:cubicBezTo>
                <a:cubicBezTo>
                  <a:pt x="18811" y="59818"/>
                  <a:pt x="18811" y="59818"/>
                  <a:pt x="18811" y="59818"/>
                </a:cubicBezTo>
                <a:cubicBezTo>
                  <a:pt x="18701" y="59229"/>
                  <a:pt x="18701" y="59229"/>
                  <a:pt x="18701" y="59229"/>
                </a:cubicBezTo>
                <a:cubicBezTo>
                  <a:pt x="18597" y="58627"/>
                  <a:pt x="18597" y="58627"/>
                  <a:pt x="18597" y="58627"/>
                </a:cubicBezTo>
                <a:cubicBezTo>
                  <a:pt x="18376" y="58176"/>
                  <a:pt x="18376" y="58176"/>
                  <a:pt x="18376" y="58176"/>
                </a:cubicBezTo>
                <a:cubicBezTo>
                  <a:pt x="18303" y="57587"/>
                  <a:pt x="18303" y="57587"/>
                  <a:pt x="18303" y="57587"/>
                </a:cubicBezTo>
                <a:cubicBezTo>
                  <a:pt x="18088" y="57437"/>
                  <a:pt x="18088" y="57437"/>
                  <a:pt x="18088" y="57437"/>
                </a:cubicBezTo>
                <a:cubicBezTo>
                  <a:pt x="17941" y="56697"/>
                  <a:pt x="17941" y="56697"/>
                  <a:pt x="17941" y="56697"/>
                </a:cubicBezTo>
                <a:cubicBezTo>
                  <a:pt x="17684" y="56096"/>
                  <a:pt x="17684" y="56096"/>
                  <a:pt x="17684" y="56096"/>
                </a:cubicBezTo>
                <a:cubicBezTo>
                  <a:pt x="17647" y="55356"/>
                  <a:pt x="17647" y="55356"/>
                  <a:pt x="17647" y="55356"/>
                </a:cubicBezTo>
                <a:cubicBezTo>
                  <a:pt x="17868" y="55281"/>
                  <a:pt x="17868" y="55281"/>
                  <a:pt x="17868" y="55281"/>
                </a:cubicBezTo>
                <a:cubicBezTo>
                  <a:pt x="18162" y="55507"/>
                  <a:pt x="18162" y="55507"/>
                  <a:pt x="18162" y="55507"/>
                </a:cubicBezTo>
                <a:cubicBezTo>
                  <a:pt x="18339" y="55958"/>
                  <a:pt x="18339" y="55958"/>
                  <a:pt x="18339" y="55958"/>
                </a:cubicBezTo>
                <a:cubicBezTo>
                  <a:pt x="18339" y="56622"/>
                  <a:pt x="18339" y="56622"/>
                  <a:pt x="18339" y="56622"/>
                </a:cubicBezTo>
                <a:cubicBezTo>
                  <a:pt x="18664" y="57512"/>
                  <a:pt x="18664" y="57512"/>
                  <a:pt x="18664" y="57512"/>
                </a:cubicBezTo>
                <a:cubicBezTo>
                  <a:pt x="18995" y="58251"/>
                  <a:pt x="18995" y="58251"/>
                  <a:pt x="18995" y="58251"/>
                </a:cubicBezTo>
                <a:cubicBezTo>
                  <a:pt x="19283" y="58778"/>
                  <a:pt x="19283" y="58778"/>
                  <a:pt x="19283" y="58778"/>
                </a:cubicBezTo>
                <a:cubicBezTo>
                  <a:pt x="19503" y="59291"/>
                  <a:pt x="19503" y="59291"/>
                  <a:pt x="19503" y="59291"/>
                </a:cubicBezTo>
                <a:cubicBezTo>
                  <a:pt x="19540" y="59818"/>
                  <a:pt x="19540" y="59818"/>
                  <a:pt x="19540" y="59818"/>
                </a:cubicBezTo>
                <a:cubicBezTo>
                  <a:pt x="19865" y="60194"/>
                  <a:pt x="19865" y="60194"/>
                  <a:pt x="19865" y="60194"/>
                </a:cubicBezTo>
                <a:cubicBezTo>
                  <a:pt x="20085" y="60708"/>
                  <a:pt x="20085" y="60708"/>
                  <a:pt x="20085" y="60708"/>
                </a:cubicBezTo>
                <a:cubicBezTo>
                  <a:pt x="20263" y="61309"/>
                  <a:pt x="20263" y="61309"/>
                  <a:pt x="20263" y="61309"/>
                </a:cubicBezTo>
                <a:cubicBezTo>
                  <a:pt x="20630" y="62124"/>
                  <a:pt x="20630" y="62124"/>
                  <a:pt x="20630" y="62124"/>
                </a:cubicBezTo>
                <a:cubicBezTo>
                  <a:pt x="20771" y="62788"/>
                  <a:pt x="20771" y="62788"/>
                  <a:pt x="20771" y="62788"/>
                </a:cubicBezTo>
                <a:cubicBezTo>
                  <a:pt x="20955" y="63089"/>
                  <a:pt x="20955" y="63089"/>
                  <a:pt x="20955" y="63089"/>
                </a:cubicBezTo>
                <a:cubicBezTo>
                  <a:pt x="20771" y="63314"/>
                  <a:pt x="20771" y="63314"/>
                  <a:pt x="20771" y="63314"/>
                </a:cubicBezTo>
                <a:cubicBezTo>
                  <a:pt x="20735" y="63753"/>
                  <a:pt x="20735" y="63753"/>
                  <a:pt x="20735" y="63753"/>
                </a:cubicBezTo>
                <a:cubicBezTo>
                  <a:pt x="21139" y="64430"/>
                  <a:pt x="21139" y="64430"/>
                  <a:pt x="21139" y="64430"/>
                </a:cubicBezTo>
                <a:cubicBezTo>
                  <a:pt x="21464" y="64944"/>
                  <a:pt x="21464" y="64944"/>
                  <a:pt x="21464" y="64944"/>
                </a:cubicBezTo>
                <a:cubicBezTo>
                  <a:pt x="21862" y="65169"/>
                  <a:pt x="21862" y="65169"/>
                  <a:pt x="21862" y="65169"/>
                </a:cubicBezTo>
                <a:cubicBezTo>
                  <a:pt x="22297" y="65683"/>
                  <a:pt x="22297" y="65683"/>
                  <a:pt x="22297" y="65683"/>
                </a:cubicBezTo>
                <a:cubicBezTo>
                  <a:pt x="22768" y="66134"/>
                  <a:pt x="22768" y="66134"/>
                  <a:pt x="22768" y="66134"/>
                </a:cubicBezTo>
                <a:cubicBezTo>
                  <a:pt x="23313" y="66648"/>
                  <a:pt x="23313" y="66648"/>
                  <a:pt x="23313" y="66648"/>
                </a:cubicBezTo>
                <a:cubicBezTo>
                  <a:pt x="23754" y="66949"/>
                  <a:pt x="23754" y="66949"/>
                  <a:pt x="23754" y="66949"/>
                </a:cubicBezTo>
                <a:cubicBezTo>
                  <a:pt x="24042" y="66874"/>
                  <a:pt x="24042" y="66874"/>
                  <a:pt x="24042" y="66874"/>
                </a:cubicBezTo>
                <a:cubicBezTo>
                  <a:pt x="24116" y="66573"/>
                  <a:pt x="24116" y="66573"/>
                  <a:pt x="24116" y="66573"/>
                </a:cubicBezTo>
                <a:cubicBezTo>
                  <a:pt x="24441" y="66510"/>
                  <a:pt x="24441" y="66510"/>
                  <a:pt x="24441" y="66510"/>
                </a:cubicBezTo>
                <a:cubicBezTo>
                  <a:pt x="24771" y="66874"/>
                  <a:pt x="24771" y="66874"/>
                  <a:pt x="24771" y="66874"/>
                </a:cubicBezTo>
                <a:cubicBezTo>
                  <a:pt x="25169" y="67475"/>
                  <a:pt x="25169" y="67475"/>
                  <a:pt x="25169" y="67475"/>
                </a:cubicBezTo>
                <a:cubicBezTo>
                  <a:pt x="25384" y="67989"/>
                  <a:pt x="25384" y="67989"/>
                  <a:pt x="25384" y="67989"/>
                </a:cubicBezTo>
                <a:cubicBezTo>
                  <a:pt x="25678" y="67989"/>
                  <a:pt x="25678" y="67989"/>
                  <a:pt x="25678" y="67989"/>
                </a:cubicBezTo>
                <a:cubicBezTo>
                  <a:pt x="25819" y="67989"/>
                  <a:pt x="25819" y="67989"/>
                  <a:pt x="25819" y="67989"/>
                </a:cubicBezTo>
                <a:cubicBezTo>
                  <a:pt x="26003" y="68139"/>
                  <a:pt x="26003" y="68139"/>
                  <a:pt x="26003" y="68139"/>
                </a:cubicBezTo>
                <a:cubicBezTo>
                  <a:pt x="26186" y="68653"/>
                  <a:pt x="26186" y="68653"/>
                  <a:pt x="26186" y="68653"/>
                </a:cubicBezTo>
                <a:cubicBezTo>
                  <a:pt x="26584" y="68879"/>
                  <a:pt x="26584" y="68879"/>
                  <a:pt x="26584" y="68879"/>
                </a:cubicBezTo>
                <a:cubicBezTo>
                  <a:pt x="26584" y="68591"/>
                  <a:pt x="26584" y="68591"/>
                  <a:pt x="26584" y="68591"/>
                </a:cubicBezTo>
                <a:cubicBezTo>
                  <a:pt x="26805" y="68804"/>
                  <a:pt x="26805" y="68804"/>
                  <a:pt x="26805" y="68804"/>
                </a:cubicBezTo>
                <a:cubicBezTo>
                  <a:pt x="27019" y="69405"/>
                  <a:pt x="27019" y="69405"/>
                  <a:pt x="27019" y="69405"/>
                </a:cubicBezTo>
                <a:cubicBezTo>
                  <a:pt x="27019" y="69405"/>
                  <a:pt x="27313" y="70069"/>
                  <a:pt x="27381" y="70220"/>
                </a:cubicBezTo>
                <a:cubicBezTo>
                  <a:pt x="27454" y="70295"/>
                  <a:pt x="27350" y="70821"/>
                  <a:pt x="27350" y="70821"/>
                </a:cubicBezTo>
                <a:cubicBezTo>
                  <a:pt x="27491" y="71110"/>
                  <a:pt x="27491" y="71110"/>
                  <a:pt x="27491" y="71110"/>
                </a:cubicBezTo>
                <a:cubicBezTo>
                  <a:pt x="27638" y="70959"/>
                  <a:pt x="27638" y="70959"/>
                  <a:pt x="27638" y="70959"/>
                </a:cubicBezTo>
                <a:cubicBezTo>
                  <a:pt x="27852" y="71185"/>
                  <a:pt x="27852" y="71185"/>
                  <a:pt x="27852" y="71185"/>
                </a:cubicBezTo>
                <a:cubicBezTo>
                  <a:pt x="28147" y="71786"/>
                  <a:pt x="28147" y="71786"/>
                  <a:pt x="28147" y="71786"/>
                </a:cubicBezTo>
                <a:cubicBezTo>
                  <a:pt x="28147" y="71786"/>
                  <a:pt x="28367" y="72150"/>
                  <a:pt x="28471" y="71924"/>
                </a:cubicBezTo>
                <a:cubicBezTo>
                  <a:pt x="28980" y="72526"/>
                  <a:pt x="28980" y="72526"/>
                  <a:pt x="28980" y="72526"/>
                </a:cubicBezTo>
                <a:cubicBezTo>
                  <a:pt x="29274" y="72751"/>
                  <a:pt x="29274" y="72751"/>
                  <a:pt x="29274" y="72751"/>
                </a:cubicBezTo>
                <a:cubicBezTo>
                  <a:pt x="29237" y="72150"/>
                  <a:pt x="29237" y="72150"/>
                  <a:pt x="29237" y="72150"/>
                </a:cubicBezTo>
                <a:cubicBezTo>
                  <a:pt x="29384" y="71786"/>
                  <a:pt x="29384" y="71786"/>
                  <a:pt x="29384" y="71786"/>
                </a:cubicBezTo>
                <a:cubicBezTo>
                  <a:pt x="29892" y="71849"/>
                  <a:pt x="29892" y="71849"/>
                  <a:pt x="29892" y="71849"/>
                </a:cubicBezTo>
                <a:cubicBezTo>
                  <a:pt x="29929" y="72225"/>
                  <a:pt x="29929" y="72225"/>
                  <a:pt x="29929" y="72225"/>
                </a:cubicBezTo>
                <a:cubicBezTo>
                  <a:pt x="30070" y="72225"/>
                  <a:pt x="30070" y="72225"/>
                  <a:pt x="30070" y="72225"/>
                </a:cubicBezTo>
                <a:cubicBezTo>
                  <a:pt x="30180" y="71786"/>
                  <a:pt x="30180" y="71786"/>
                  <a:pt x="30180" y="71786"/>
                </a:cubicBezTo>
                <a:cubicBezTo>
                  <a:pt x="29996" y="71335"/>
                  <a:pt x="29996" y="71335"/>
                  <a:pt x="29996" y="71335"/>
                </a:cubicBezTo>
                <a:cubicBezTo>
                  <a:pt x="29488" y="71335"/>
                  <a:pt x="29488" y="71335"/>
                  <a:pt x="29488" y="71335"/>
                </a:cubicBezTo>
                <a:cubicBezTo>
                  <a:pt x="29163" y="71260"/>
                  <a:pt x="29163" y="71260"/>
                  <a:pt x="29163" y="71260"/>
                </a:cubicBezTo>
                <a:cubicBezTo>
                  <a:pt x="28655" y="71185"/>
                  <a:pt x="28655" y="71185"/>
                  <a:pt x="28655" y="71185"/>
                </a:cubicBezTo>
                <a:cubicBezTo>
                  <a:pt x="28434" y="70884"/>
                  <a:pt x="28434" y="70884"/>
                  <a:pt x="28434" y="70884"/>
                </a:cubicBezTo>
                <a:cubicBezTo>
                  <a:pt x="28110" y="70220"/>
                  <a:pt x="28110" y="70220"/>
                  <a:pt x="28110" y="70220"/>
                </a:cubicBezTo>
                <a:cubicBezTo>
                  <a:pt x="28147" y="69706"/>
                  <a:pt x="28147" y="69706"/>
                  <a:pt x="28147" y="69706"/>
                </a:cubicBezTo>
                <a:cubicBezTo>
                  <a:pt x="28147" y="68954"/>
                  <a:pt x="28147" y="68954"/>
                  <a:pt x="28147" y="68954"/>
                </a:cubicBezTo>
                <a:cubicBezTo>
                  <a:pt x="28257" y="68064"/>
                  <a:pt x="28257" y="68064"/>
                  <a:pt x="28257" y="68064"/>
                </a:cubicBezTo>
                <a:cubicBezTo>
                  <a:pt x="28257" y="67475"/>
                  <a:pt x="28257" y="67475"/>
                  <a:pt x="28257" y="67475"/>
                </a:cubicBezTo>
                <a:cubicBezTo>
                  <a:pt x="28073" y="66949"/>
                  <a:pt x="28073" y="66949"/>
                  <a:pt x="28073" y="66949"/>
                </a:cubicBezTo>
                <a:cubicBezTo>
                  <a:pt x="27785" y="66648"/>
                  <a:pt x="27785" y="66648"/>
                  <a:pt x="27785" y="66648"/>
                </a:cubicBezTo>
                <a:cubicBezTo>
                  <a:pt x="27313" y="66723"/>
                  <a:pt x="27313" y="66723"/>
                  <a:pt x="27313" y="66723"/>
                </a:cubicBezTo>
                <a:cubicBezTo>
                  <a:pt x="26983" y="66573"/>
                  <a:pt x="26983" y="66573"/>
                  <a:pt x="26983" y="66573"/>
                </a:cubicBezTo>
                <a:cubicBezTo>
                  <a:pt x="26584" y="66874"/>
                  <a:pt x="26584" y="66874"/>
                  <a:pt x="26584" y="66874"/>
                </a:cubicBezTo>
                <a:cubicBezTo>
                  <a:pt x="26364" y="66573"/>
                  <a:pt x="26364" y="66573"/>
                  <a:pt x="26364" y="66573"/>
                </a:cubicBezTo>
                <a:cubicBezTo>
                  <a:pt x="26584" y="66209"/>
                  <a:pt x="26584" y="66209"/>
                  <a:pt x="26584" y="66209"/>
                </a:cubicBezTo>
                <a:cubicBezTo>
                  <a:pt x="26584" y="65545"/>
                  <a:pt x="26584" y="65545"/>
                  <a:pt x="26584" y="65545"/>
                </a:cubicBezTo>
                <a:cubicBezTo>
                  <a:pt x="26658" y="65169"/>
                  <a:pt x="26658" y="65169"/>
                  <a:pt x="26658" y="65169"/>
                </a:cubicBezTo>
                <a:cubicBezTo>
                  <a:pt x="26805" y="64492"/>
                  <a:pt x="26805" y="64492"/>
                  <a:pt x="26805" y="64492"/>
                </a:cubicBezTo>
                <a:cubicBezTo>
                  <a:pt x="26805" y="63828"/>
                  <a:pt x="26805" y="63828"/>
                  <a:pt x="26805" y="63828"/>
                </a:cubicBezTo>
                <a:cubicBezTo>
                  <a:pt x="27019" y="63527"/>
                  <a:pt x="27019" y="63527"/>
                  <a:pt x="27019" y="63527"/>
                </a:cubicBezTo>
                <a:cubicBezTo>
                  <a:pt x="27056" y="63014"/>
                  <a:pt x="27056" y="63014"/>
                  <a:pt x="27056" y="63014"/>
                </a:cubicBezTo>
                <a:cubicBezTo>
                  <a:pt x="26879" y="62788"/>
                  <a:pt x="26879" y="62788"/>
                  <a:pt x="26879" y="62788"/>
                </a:cubicBezTo>
                <a:cubicBezTo>
                  <a:pt x="26364" y="62863"/>
                  <a:pt x="26364" y="62863"/>
                  <a:pt x="26364" y="62863"/>
                </a:cubicBezTo>
                <a:cubicBezTo>
                  <a:pt x="26039" y="62938"/>
                  <a:pt x="26039" y="62938"/>
                  <a:pt x="26039" y="62938"/>
                </a:cubicBezTo>
                <a:cubicBezTo>
                  <a:pt x="25892" y="63452"/>
                  <a:pt x="25892" y="63452"/>
                  <a:pt x="25892" y="63452"/>
                </a:cubicBezTo>
                <a:cubicBezTo>
                  <a:pt x="25751" y="64204"/>
                  <a:pt x="25751" y="64204"/>
                  <a:pt x="25751" y="64204"/>
                </a:cubicBezTo>
                <a:cubicBezTo>
                  <a:pt x="25604" y="64868"/>
                  <a:pt x="25604" y="64868"/>
                  <a:pt x="25604" y="64868"/>
                </a:cubicBezTo>
                <a:cubicBezTo>
                  <a:pt x="25316" y="64944"/>
                  <a:pt x="25316" y="64944"/>
                  <a:pt x="25316" y="64944"/>
                </a:cubicBezTo>
                <a:cubicBezTo>
                  <a:pt x="24912" y="65169"/>
                  <a:pt x="24912" y="65169"/>
                  <a:pt x="24912" y="65169"/>
                </a:cubicBezTo>
                <a:cubicBezTo>
                  <a:pt x="24477" y="65244"/>
                  <a:pt x="24477" y="65244"/>
                  <a:pt x="24477" y="65244"/>
                </a:cubicBezTo>
                <a:cubicBezTo>
                  <a:pt x="24300" y="64793"/>
                  <a:pt x="24300" y="64793"/>
                  <a:pt x="24300" y="64793"/>
                </a:cubicBezTo>
                <a:cubicBezTo>
                  <a:pt x="23932" y="64430"/>
                  <a:pt x="23932" y="64430"/>
                  <a:pt x="23932" y="64430"/>
                </a:cubicBezTo>
                <a:cubicBezTo>
                  <a:pt x="23828" y="63828"/>
                  <a:pt x="23828" y="63828"/>
                  <a:pt x="23828" y="63828"/>
                </a:cubicBezTo>
                <a:cubicBezTo>
                  <a:pt x="23571" y="63089"/>
                  <a:pt x="23571" y="63089"/>
                  <a:pt x="23571" y="63089"/>
                </a:cubicBezTo>
                <a:cubicBezTo>
                  <a:pt x="23424" y="61823"/>
                  <a:pt x="23424" y="61823"/>
                  <a:pt x="23424" y="61823"/>
                </a:cubicBezTo>
                <a:cubicBezTo>
                  <a:pt x="23387" y="60858"/>
                  <a:pt x="23387" y="60858"/>
                  <a:pt x="23387" y="60858"/>
                </a:cubicBezTo>
                <a:cubicBezTo>
                  <a:pt x="23571" y="60194"/>
                  <a:pt x="23571" y="60194"/>
                  <a:pt x="23571" y="60194"/>
                </a:cubicBezTo>
                <a:cubicBezTo>
                  <a:pt x="23644" y="59291"/>
                  <a:pt x="23644" y="59291"/>
                  <a:pt x="23644" y="59291"/>
                </a:cubicBezTo>
                <a:cubicBezTo>
                  <a:pt x="23460" y="58477"/>
                  <a:pt x="23460" y="58477"/>
                  <a:pt x="23460" y="58477"/>
                </a:cubicBezTo>
                <a:cubicBezTo>
                  <a:pt x="23785" y="57662"/>
                  <a:pt x="23785" y="57662"/>
                  <a:pt x="23785" y="57662"/>
                </a:cubicBezTo>
                <a:cubicBezTo>
                  <a:pt x="24042" y="57587"/>
                  <a:pt x="24042" y="57587"/>
                  <a:pt x="24042" y="57587"/>
                </a:cubicBezTo>
                <a:cubicBezTo>
                  <a:pt x="24300" y="57211"/>
                  <a:pt x="24300" y="57211"/>
                  <a:pt x="24300" y="57211"/>
                </a:cubicBezTo>
                <a:cubicBezTo>
                  <a:pt x="24588" y="56697"/>
                  <a:pt x="24588" y="56697"/>
                  <a:pt x="24588" y="56697"/>
                </a:cubicBezTo>
                <a:cubicBezTo>
                  <a:pt x="24949" y="56772"/>
                  <a:pt x="24949" y="56772"/>
                  <a:pt x="24949" y="56772"/>
                </a:cubicBezTo>
                <a:cubicBezTo>
                  <a:pt x="25206" y="56998"/>
                  <a:pt x="25206" y="56998"/>
                  <a:pt x="25206" y="56998"/>
                </a:cubicBezTo>
                <a:cubicBezTo>
                  <a:pt x="25421" y="56772"/>
                  <a:pt x="25421" y="56772"/>
                  <a:pt x="25421" y="56772"/>
                </a:cubicBezTo>
                <a:cubicBezTo>
                  <a:pt x="25604" y="57286"/>
                  <a:pt x="25604" y="57286"/>
                  <a:pt x="25604" y="57286"/>
                </a:cubicBezTo>
                <a:cubicBezTo>
                  <a:pt x="25892" y="57286"/>
                  <a:pt x="25892" y="57286"/>
                  <a:pt x="25892" y="57286"/>
                </a:cubicBezTo>
                <a:cubicBezTo>
                  <a:pt x="26150" y="57211"/>
                  <a:pt x="26150" y="57211"/>
                  <a:pt x="26150" y="57211"/>
                </a:cubicBezTo>
                <a:cubicBezTo>
                  <a:pt x="26113" y="56848"/>
                  <a:pt x="26113" y="56848"/>
                  <a:pt x="26113" y="56848"/>
                </a:cubicBezTo>
                <a:cubicBezTo>
                  <a:pt x="26186" y="56321"/>
                  <a:pt x="26186" y="56321"/>
                  <a:pt x="26186" y="56321"/>
                </a:cubicBezTo>
                <a:cubicBezTo>
                  <a:pt x="26584" y="56246"/>
                  <a:pt x="26584" y="56246"/>
                  <a:pt x="26584" y="56246"/>
                </a:cubicBezTo>
                <a:cubicBezTo>
                  <a:pt x="26836" y="56171"/>
                  <a:pt x="26836" y="56171"/>
                  <a:pt x="26836" y="56171"/>
                </a:cubicBezTo>
                <a:cubicBezTo>
                  <a:pt x="27313" y="56321"/>
                  <a:pt x="27313" y="56321"/>
                  <a:pt x="27313" y="56321"/>
                </a:cubicBezTo>
                <a:cubicBezTo>
                  <a:pt x="27528" y="56772"/>
                  <a:pt x="27528" y="56772"/>
                  <a:pt x="27528" y="56772"/>
                </a:cubicBezTo>
                <a:cubicBezTo>
                  <a:pt x="27675" y="56772"/>
                  <a:pt x="27675" y="56772"/>
                  <a:pt x="27675" y="56772"/>
                </a:cubicBezTo>
                <a:cubicBezTo>
                  <a:pt x="27785" y="56472"/>
                  <a:pt x="27785" y="56472"/>
                  <a:pt x="27785" y="56472"/>
                </a:cubicBezTo>
                <a:cubicBezTo>
                  <a:pt x="27926" y="56396"/>
                  <a:pt x="27926" y="56396"/>
                  <a:pt x="27926" y="56396"/>
                </a:cubicBezTo>
                <a:cubicBezTo>
                  <a:pt x="28147" y="56848"/>
                  <a:pt x="28147" y="56848"/>
                  <a:pt x="28147" y="56848"/>
                </a:cubicBezTo>
                <a:cubicBezTo>
                  <a:pt x="28367" y="57361"/>
                  <a:pt x="28367" y="57361"/>
                  <a:pt x="28367" y="57361"/>
                </a:cubicBezTo>
                <a:cubicBezTo>
                  <a:pt x="28367" y="58038"/>
                  <a:pt x="28367" y="58038"/>
                  <a:pt x="28367" y="58038"/>
                </a:cubicBezTo>
                <a:cubicBezTo>
                  <a:pt x="28471" y="58326"/>
                  <a:pt x="28471" y="58326"/>
                  <a:pt x="28471" y="58326"/>
                </a:cubicBezTo>
                <a:cubicBezTo>
                  <a:pt x="28508" y="58778"/>
                  <a:pt x="28508" y="58778"/>
                  <a:pt x="28508" y="58778"/>
                </a:cubicBezTo>
                <a:cubicBezTo>
                  <a:pt x="28692" y="59078"/>
                  <a:pt x="28692" y="59078"/>
                  <a:pt x="28692" y="59078"/>
                </a:cubicBezTo>
                <a:cubicBezTo>
                  <a:pt x="28765" y="59442"/>
                  <a:pt x="28765" y="59442"/>
                  <a:pt x="28765" y="59442"/>
                </a:cubicBezTo>
                <a:cubicBezTo>
                  <a:pt x="28943" y="59667"/>
                  <a:pt x="28943" y="59667"/>
                  <a:pt x="28943" y="59667"/>
                </a:cubicBezTo>
                <a:cubicBezTo>
                  <a:pt x="28980" y="60194"/>
                  <a:pt x="28980" y="60194"/>
                  <a:pt x="28980" y="60194"/>
                </a:cubicBezTo>
                <a:cubicBezTo>
                  <a:pt x="29163" y="60269"/>
                  <a:pt x="29163" y="60269"/>
                  <a:pt x="29163" y="60269"/>
                </a:cubicBezTo>
                <a:cubicBezTo>
                  <a:pt x="29274" y="59968"/>
                  <a:pt x="29274" y="59968"/>
                  <a:pt x="29274" y="59968"/>
                </a:cubicBezTo>
                <a:cubicBezTo>
                  <a:pt x="29347" y="59442"/>
                  <a:pt x="29347" y="59442"/>
                  <a:pt x="29347" y="59442"/>
                </a:cubicBezTo>
                <a:cubicBezTo>
                  <a:pt x="29237" y="58853"/>
                  <a:pt x="29237" y="58853"/>
                  <a:pt x="29237" y="58853"/>
                </a:cubicBezTo>
                <a:cubicBezTo>
                  <a:pt x="29127" y="57888"/>
                  <a:pt x="29127" y="57888"/>
                  <a:pt x="29127" y="57888"/>
                </a:cubicBezTo>
                <a:cubicBezTo>
                  <a:pt x="28912" y="57073"/>
                  <a:pt x="28912" y="57073"/>
                  <a:pt x="28912" y="57073"/>
                </a:cubicBezTo>
                <a:cubicBezTo>
                  <a:pt x="28912" y="56033"/>
                  <a:pt x="28912" y="56033"/>
                  <a:pt x="28912" y="56033"/>
                </a:cubicBezTo>
                <a:cubicBezTo>
                  <a:pt x="28912" y="55883"/>
                  <a:pt x="29016" y="55281"/>
                  <a:pt x="29016" y="55281"/>
                </a:cubicBezTo>
                <a:cubicBezTo>
                  <a:pt x="29237" y="54466"/>
                  <a:pt x="29237" y="54466"/>
                  <a:pt x="29237" y="54466"/>
                </a:cubicBezTo>
                <a:cubicBezTo>
                  <a:pt x="29525" y="54241"/>
                  <a:pt x="29525" y="54241"/>
                  <a:pt x="29525" y="54241"/>
                </a:cubicBezTo>
                <a:cubicBezTo>
                  <a:pt x="29892" y="53577"/>
                  <a:pt x="29892" y="53577"/>
                  <a:pt x="29892" y="53577"/>
                </a:cubicBezTo>
                <a:cubicBezTo>
                  <a:pt x="30217" y="53125"/>
                  <a:pt x="30217" y="53125"/>
                  <a:pt x="30217" y="53125"/>
                </a:cubicBezTo>
                <a:cubicBezTo>
                  <a:pt x="30505" y="52900"/>
                  <a:pt x="30505" y="52900"/>
                  <a:pt x="30505" y="52900"/>
                </a:cubicBezTo>
                <a:cubicBezTo>
                  <a:pt x="30578" y="52461"/>
                  <a:pt x="30578" y="52461"/>
                  <a:pt x="30578" y="52461"/>
                </a:cubicBezTo>
                <a:cubicBezTo>
                  <a:pt x="30836" y="52160"/>
                  <a:pt x="30836" y="52160"/>
                  <a:pt x="30836" y="52160"/>
                </a:cubicBezTo>
                <a:cubicBezTo>
                  <a:pt x="30615" y="51346"/>
                  <a:pt x="30615" y="51346"/>
                  <a:pt x="30615" y="51346"/>
                </a:cubicBezTo>
                <a:cubicBezTo>
                  <a:pt x="30437" y="50970"/>
                  <a:pt x="30437" y="50970"/>
                  <a:pt x="30437" y="50970"/>
                </a:cubicBezTo>
                <a:cubicBezTo>
                  <a:pt x="30505" y="50606"/>
                  <a:pt x="30505" y="50606"/>
                  <a:pt x="30505" y="50606"/>
                </a:cubicBezTo>
                <a:cubicBezTo>
                  <a:pt x="30364" y="50155"/>
                  <a:pt x="30364" y="50155"/>
                  <a:pt x="30364" y="50155"/>
                </a:cubicBezTo>
                <a:cubicBezTo>
                  <a:pt x="30615" y="49930"/>
                  <a:pt x="30615" y="49930"/>
                  <a:pt x="30615" y="49930"/>
                </a:cubicBezTo>
                <a:cubicBezTo>
                  <a:pt x="30836" y="50531"/>
                  <a:pt x="30836" y="50531"/>
                  <a:pt x="30836" y="50531"/>
                </a:cubicBezTo>
                <a:cubicBezTo>
                  <a:pt x="30946" y="49930"/>
                  <a:pt x="30946" y="49930"/>
                  <a:pt x="30946" y="49930"/>
                </a:cubicBezTo>
                <a:cubicBezTo>
                  <a:pt x="31087" y="49416"/>
                  <a:pt x="31087" y="49416"/>
                  <a:pt x="31087" y="49416"/>
                </a:cubicBezTo>
                <a:cubicBezTo>
                  <a:pt x="31271" y="49115"/>
                  <a:pt x="31271" y="49115"/>
                  <a:pt x="31271" y="49115"/>
                </a:cubicBezTo>
                <a:cubicBezTo>
                  <a:pt x="31418" y="48000"/>
                  <a:pt x="31418" y="48000"/>
                  <a:pt x="31418" y="48000"/>
                </a:cubicBezTo>
                <a:cubicBezTo>
                  <a:pt x="31889" y="48000"/>
                  <a:pt x="31889" y="48000"/>
                  <a:pt x="31889" y="48000"/>
                </a:cubicBezTo>
                <a:cubicBezTo>
                  <a:pt x="32177" y="47711"/>
                  <a:pt x="32177" y="47711"/>
                  <a:pt x="32177" y="47711"/>
                </a:cubicBezTo>
                <a:cubicBezTo>
                  <a:pt x="32539" y="47636"/>
                  <a:pt x="32539" y="47636"/>
                  <a:pt x="32539" y="47636"/>
                </a:cubicBezTo>
                <a:cubicBezTo>
                  <a:pt x="32434" y="47185"/>
                  <a:pt x="32434" y="47185"/>
                  <a:pt x="32434" y="47185"/>
                </a:cubicBezTo>
                <a:cubicBezTo>
                  <a:pt x="32434" y="46295"/>
                  <a:pt x="32434" y="46295"/>
                  <a:pt x="32434" y="46295"/>
                </a:cubicBezTo>
                <a:cubicBezTo>
                  <a:pt x="32686" y="45631"/>
                  <a:pt x="32686" y="45631"/>
                  <a:pt x="32686" y="45631"/>
                </a:cubicBezTo>
                <a:cubicBezTo>
                  <a:pt x="32943" y="45631"/>
                  <a:pt x="32943" y="45631"/>
                  <a:pt x="32943" y="45631"/>
                </a:cubicBezTo>
                <a:cubicBezTo>
                  <a:pt x="33047" y="45180"/>
                  <a:pt x="33047" y="45180"/>
                  <a:pt x="33047" y="45180"/>
                </a:cubicBezTo>
                <a:cubicBezTo>
                  <a:pt x="33415" y="45255"/>
                  <a:pt x="33415" y="45255"/>
                  <a:pt x="33415" y="45255"/>
                </a:cubicBezTo>
                <a:cubicBezTo>
                  <a:pt x="33739" y="44804"/>
                  <a:pt x="33739" y="44804"/>
                  <a:pt x="33739" y="44804"/>
                </a:cubicBezTo>
                <a:cubicBezTo>
                  <a:pt x="33960" y="44290"/>
                  <a:pt x="33960" y="44290"/>
                  <a:pt x="33960" y="44290"/>
                </a:cubicBezTo>
                <a:cubicBezTo>
                  <a:pt x="34358" y="44215"/>
                  <a:pt x="34358" y="44215"/>
                  <a:pt x="34358" y="44215"/>
                </a:cubicBezTo>
                <a:cubicBezTo>
                  <a:pt x="34358" y="44215"/>
                  <a:pt x="34719" y="44365"/>
                  <a:pt x="34793" y="44440"/>
                </a:cubicBezTo>
                <a:cubicBezTo>
                  <a:pt x="34866" y="44440"/>
                  <a:pt x="34683" y="44728"/>
                  <a:pt x="34683" y="44728"/>
                </a:cubicBezTo>
                <a:cubicBezTo>
                  <a:pt x="34211" y="44728"/>
                  <a:pt x="34211" y="44728"/>
                  <a:pt x="34211" y="44728"/>
                </a:cubicBezTo>
                <a:cubicBezTo>
                  <a:pt x="34211" y="44728"/>
                  <a:pt x="34064" y="44954"/>
                  <a:pt x="33996" y="45029"/>
                </a:cubicBezTo>
                <a:cubicBezTo>
                  <a:pt x="33923" y="45104"/>
                  <a:pt x="33996" y="45693"/>
                  <a:pt x="33996" y="45693"/>
                </a:cubicBezTo>
                <a:cubicBezTo>
                  <a:pt x="34174" y="45844"/>
                  <a:pt x="34174" y="45844"/>
                  <a:pt x="34174" y="45844"/>
                </a:cubicBezTo>
                <a:cubicBezTo>
                  <a:pt x="34395" y="45480"/>
                  <a:pt x="34395" y="45480"/>
                  <a:pt x="34395" y="45480"/>
                </a:cubicBezTo>
                <a:cubicBezTo>
                  <a:pt x="34535" y="45255"/>
                  <a:pt x="34535" y="45255"/>
                  <a:pt x="34535" y="45255"/>
                </a:cubicBezTo>
                <a:cubicBezTo>
                  <a:pt x="34830" y="45104"/>
                  <a:pt x="34830" y="45104"/>
                  <a:pt x="34830" y="45104"/>
                </a:cubicBezTo>
                <a:cubicBezTo>
                  <a:pt x="35154" y="44804"/>
                  <a:pt x="35154" y="44804"/>
                  <a:pt x="35154" y="44804"/>
                </a:cubicBezTo>
                <a:cubicBezTo>
                  <a:pt x="35485" y="44653"/>
                  <a:pt x="35485" y="44653"/>
                  <a:pt x="35485" y="44653"/>
                </a:cubicBezTo>
                <a:cubicBezTo>
                  <a:pt x="35699" y="43989"/>
                  <a:pt x="35699" y="43989"/>
                  <a:pt x="35699" y="43989"/>
                </a:cubicBezTo>
                <a:cubicBezTo>
                  <a:pt x="35957" y="43613"/>
                  <a:pt x="35957" y="43613"/>
                  <a:pt x="35957" y="43613"/>
                </a:cubicBezTo>
                <a:cubicBezTo>
                  <a:pt x="35993" y="43099"/>
                  <a:pt x="35993" y="43099"/>
                  <a:pt x="35993" y="43099"/>
                </a:cubicBezTo>
                <a:cubicBezTo>
                  <a:pt x="35663" y="43250"/>
                  <a:pt x="35663" y="43250"/>
                  <a:pt x="35663" y="43250"/>
                </a:cubicBezTo>
                <a:cubicBezTo>
                  <a:pt x="35448" y="43989"/>
                  <a:pt x="35448" y="43989"/>
                  <a:pt x="35448" y="43989"/>
                </a:cubicBezTo>
                <a:cubicBezTo>
                  <a:pt x="35050" y="44064"/>
                  <a:pt x="35050" y="44064"/>
                  <a:pt x="35050" y="44064"/>
                </a:cubicBezTo>
                <a:cubicBezTo>
                  <a:pt x="34719" y="43763"/>
                  <a:pt x="34719" y="43763"/>
                  <a:pt x="34719" y="43763"/>
                </a:cubicBezTo>
                <a:cubicBezTo>
                  <a:pt x="34395" y="43174"/>
                  <a:pt x="34395" y="43174"/>
                  <a:pt x="34395" y="43174"/>
                </a:cubicBezTo>
                <a:cubicBezTo>
                  <a:pt x="34211" y="42285"/>
                  <a:pt x="34211" y="42285"/>
                  <a:pt x="34211" y="42285"/>
                </a:cubicBezTo>
                <a:cubicBezTo>
                  <a:pt x="34535" y="41833"/>
                  <a:pt x="34535" y="41833"/>
                  <a:pt x="34535" y="41833"/>
                </a:cubicBezTo>
                <a:cubicBezTo>
                  <a:pt x="34505" y="41019"/>
                  <a:pt x="34505" y="41019"/>
                  <a:pt x="34505" y="41019"/>
                </a:cubicBezTo>
                <a:cubicBezTo>
                  <a:pt x="34064" y="40944"/>
                  <a:pt x="34064" y="40944"/>
                  <a:pt x="34064" y="40944"/>
                </a:cubicBezTo>
                <a:cubicBezTo>
                  <a:pt x="33592" y="41244"/>
                  <a:pt x="33592" y="41244"/>
                  <a:pt x="33592" y="41244"/>
                </a:cubicBezTo>
                <a:cubicBezTo>
                  <a:pt x="33084" y="41909"/>
                  <a:pt x="33084" y="41909"/>
                  <a:pt x="33084" y="41909"/>
                </a:cubicBezTo>
                <a:cubicBezTo>
                  <a:pt x="32575" y="42874"/>
                  <a:pt x="32575" y="42874"/>
                  <a:pt x="32575" y="42874"/>
                </a:cubicBezTo>
                <a:cubicBezTo>
                  <a:pt x="32177" y="43463"/>
                  <a:pt x="32177" y="43463"/>
                  <a:pt x="32177" y="43463"/>
                </a:cubicBezTo>
                <a:cubicBezTo>
                  <a:pt x="32324" y="42874"/>
                  <a:pt x="32324" y="42874"/>
                  <a:pt x="32324" y="42874"/>
                </a:cubicBezTo>
                <a:cubicBezTo>
                  <a:pt x="32575" y="42360"/>
                  <a:pt x="32575" y="42360"/>
                  <a:pt x="32575" y="42360"/>
                </a:cubicBezTo>
                <a:cubicBezTo>
                  <a:pt x="32722" y="42059"/>
                  <a:pt x="32722" y="42059"/>
                  <a:pt x="32722" y="42059"/>
                </a:cubicBezTo>
                <a:cubicBezTo>
                  <a:pt x="32324" y="41833"/>
                  <a:pt x="32324" y="41833"/>
                  <a:pt x="32324" y="41833"/>
                </a:cubicBezTo>
                <a:cubicBezTo>
                  <a:pt x="32833" y="41833"/>
                  <a:pt x="32833" y="41833"/>
                  <a:pt x="32833" y="41833"/>
                </a:cubicBezTo>
                <a:cubicBezTo>
                  <a:pt x="32943" y="41320"/>
                  <a:pt x="32943" y="41320"/>
                  <a:pt x="32943" y="41320"/>
                </a:cubicBezTo>
                <a:cubicBezTo>
                  <a:pt x="33231" y="40868"/>
                  <a:pt x="33231" y="40868"/>
                  <a:pt x="33231" y="40868"/>
                </a:cubicBezTo>
                <a:cubicBezTo>
                  <a:pt x="33562" y="40868"/>
                  <a:pt x="33562" y="40868"/>
                  <a:pt x="33562" y="40868"/>
                </a:cubicBezTo>
                <a:cubicBezTo>
                  <a:pt x="33702" y="40279"/>
                  <a:pt x="33702" y="40279"/>
                  <a:pt x="33702" y="40279"/>
                </a:cubicBezTo>
                <a:cubicBezTo>
                  <a:pt x="33996" y="40054"/>
                  <a:pt x="33996" y="40054"/>
                  <a:pt x="33996" y="40054"/>
                </a:cubicBezTo>
                <a:cubicBezTo>
                  <a:pt x="34431" y="40054"/>
                  <a:pt x="34431" y="40054"/>
                  <a:pt x="34431" y="40054"/>
                </a:cubicBezTo>
                <a:cubicBezTo>
                  <a:pt x="35191" y="39979"/>
                  <a:pt x="35191" y="39979"/>
                  <a:pt x="35191" y="39979"/>
                </a:cubicBezTo>
                <a:cubicBezTo>
                  <a:pt x="35595" y="40129"/>
                  <a:pt x="35595" y="40129"/>
                  <a:pt x="35595" y="40129"/>
                </a:cubicBezTo>
                <a:cubicBezTo>
                  <a:pt x="35920" y="40129"/>
                  <a:pt x="35920" y="40129"/>
                  <a:pt x="35920" y="40129"/>
                </a:cubicBezTo>
                <a:cubicBezTo>
                  <a:pt x="36245" y="39678"/>
                  <a:pt x="36245" y="39678"/>
                  <a:pt x="36245" y="39678"/>
                </a:cubicBezTo>
                <a:cubicBezTo>
                  <a:pt x="36502" y="39014"/>
                  <a:pt x="36502" y="39014"/>
                  <a:pt x="36502" y="39014"/>
                </a:cubicBezTo>
                <a:cubicBezTo>
                  <a:pt x="37010" y="38938"/>
                  <a:pt x="37010" y="38938"/>
                  <a:pt x="37010" y="38938"/>
                </a:cubicBezTo>
                <a:cubicBezTo>
                  <a:pt x="37298" y="38713"/>
                  <a:pt x="37298" y="38713"/>
                  <a:pt x="37298" y="38713"/>
                </a:cubicBezTo>
                <a:cubicBezTo>
                  <a:pt x="37445" y="38412"/>
                  <a:pt x="37445" y="38412"/>
                  <a:pt x="37445" y="38412"/>
                </a:cubicBezTo>
                <a:cubicBezTo>
                  <a:pt x="37261" y="38124"/>
                  <a:pt x="37261" y="38124"/>
                  <a:pt x="37261" y="38124"/>
                </a:cubicBezTo>
                <a:cubicBezTo>
                  <a:pt x="37372" y="37823"/>
                  <a:pt x="37372" y="37823"/>
                  <a:pt x="37372" y="37823"/>
                </a:cubicBezTo>
                <a:cubicBezTo>
                  <a:pt x="37408" y="37234"/>
                  <a:pt x="37408" y="37234"/>
                  <a:pt x="37408" y="37234"/>
                </a:cubicBezTo>
                <a:cubicBezTo>
                  <a:pt x="37010" y="37084"/>
                  <a:pt x="37010" y="37084"/>
                  <a:pt x="37010" y="37084"/>
                </a:cubicBezTo>
                <a:cubicBezTo>
                  <a:pt x="36973" y="36783"/>
                  <a:pt x="36973" y="36783"/>
                  <a:pt x="36973" y="36783"/>
                </a:cubicBezTo>
                <a:cubicBezTo>
                  <a:pt x="36539" y="36783"/>
                  <a:pt x="36539" y="36783"/>
                  <a:pt x="36539" y="36783"/>
                </a:cubicBezTo>
                <a:cubicBezTo>
                  <a:pt x="36245" y="37084"/>
                  <a:pt x="36245" y="37084"/>
                  <a:pt x="36245" y="37084"/>
                </a:cubicBezTo>
                <a:cubicBezTo>
                  <a:pt x="36030" y="37372"/>
                  <a:pt x="36030" y="37372"/>
                  <a:pt x="36030" y="37372"/>
                </a:cubicBezTo>
                <a:cubicBezTo>
                  <a:pt x="35846" y="37234"/>
                  <a:pt x="35846" y="37234"/>
                  <a:pt x="35846" y="37234"/>
                </a:cubicBezTo>
                <a:cubicBezTo>
                  <a:pt x="35920" y="36858"/>
                  <a:pt x="35920" y="36858"/>
                  <a:pt x="35920" y="36858"/>
                </a:cubicBezTo>
                <a:cubicBezTo>
                  <a:pt x="36281" y="36557"/>
                  <a:pt x="36281" y="36557"/>
                  <a:pt x="36281" y="36557"/>
                </a:cubicBezTo>
                <a:cubicBezTo>
                  <a:pt x="36716" y="36332"/>
                  <a:pt x="36716" y="36332"/>
                  <a:pt x="36716" y="36332"/>
                </a:cubicBezTo>
                <a:cubicBezTo>
                  <a:pt x="36937" y="36043"/>
                  <a:pt x="36937" y="36043"/>
                  <a:pt x="36937" y="36043"/>
                </a:cubicBezTo>
                <a:cubicBezTo>
                  <a:pt x="36643" y="35968"/>
                  <a:pt x="36643" y="35968"/>
                  <a:pt x="36643" y="35968"/>
                </a:cubicBezTo>
                <a:cubicBezTo>
                  <a:pt x="36355" y="35667"/>
                  <a:pt x="36355" y="35667"/>
                  <a:pt x="36355" y="35667"/>
                </a:cubicBezTo>
                <a:cubicBezTo>
                  <a:pt x="35993" y="35442"/>
                  <a:pt x="35993" y="35442"/>
                  <a:pt x="35993" y="35442"/>
                </a:cubicBezTo>
                <a:cubicBezTo>
                  <a:pt x="35773" y="35078"/>
                  <a:pt x="35773" y="35078"/>
                  <a:pt x="35773" y="35078"/>
                </a:cubicBezTo>
                <a:cubicBezTo>
                  <a:pt x="35522" y="34627"/>
                  <a:pt x="35522" y="34627"/>
                  <a:pt x="35522" y="34627"/>
                </a:cubicBezTo>
                <a:cubicBezTo>
                  <a:pt x="35411" y="34176"/>
                  <a:pt x="35411" y="34176"/>
                  <a:pt x="35411" y="34176"/>
                </a:cubicBezTo>
                <a:cubicBezTo>
                  <a:pt x="35552" y="34176"/>
                  <a:pt x="35552" y="34176"/>
                  <a:pt x="35552" y="34176"/>
                </a:cubicBezTo>
                <a:cubicBezTo>
                  <a:pt x="35595" y="33888"/>
                  <a:pt x="35595" y="33888"/>
                  <a:pt x="35595" y="33888"/>
                </a:cubicBezTo>
                <a:cubicBezTo>
                  <a:pt x="35375" y="33211"/>
                  <a:pt x="35375" y="33211"/>
                  <a:pt x="35375" y="33211"/>
                </a:cubicBezTo>
                <a:cubicBezTo>
                  <a:pt x="35081" y="32396"/>
                  <a:pt x="35081" y="32396"/>
                  <a:pt x="35081" y="32396"/>
                </a:cubicBezTo>
                <a:cubicBezTo>
                  <a:pt x="34646" y="31131"/>
                  <a:pt x="34646" y="31131"/>
                  <a:pt x="34646" y="31131"/>
                </a:cubicBezTo>
                <a:cubicBezTo>
                  <a:pt x="34505" y="30466"/>
                  <a:pt x="34505" y="30466"/>
                  <a:pt x="34505" y="30466"/>
                </a:cubicBezTo>
                <a:cubicBezTo>
                  <a:pt x="34174" y="31281"/>
                  <a:pt x="34174" y="31281"/>
                  <a:pt x="34174" y="31281"/>
                </a:cubicBezTo>
                <a:cubicBezTo>
                  <a:pt x="34174" y="31958"/>
                  <a:pt x="34174" y="31958"/>
                  <a:pt x="34174" y="31958"/>
                </a:cubicBezTo>
                <a:cubicBezTo>
                  <a:pt x="33849" y="32246"/>
                  <a:pt x="33849" y="32246"/>
                  <a:pt x="33849" y="32246"/>
                </a:cubicBezTo>
                <a:cubicBezTo>
                  <a:pt x="33666" y="32697"/>
                  <a:pt x="33666" y="32697"/>
                  <a:pt x="33666" y="32697"/>
                </a:cubicBezTo>
                <a:cubicBezTo>
                  <a:pt x="33341" y="32622"/>
                  <a:pt x="33341" y="32622"/>
                  <a:pt x="33341" y="32622"/>
                </a:cubicBezTo>
                <a:cubicBezTo>
                  <a:pt x="33267" y="32246"/>
                  <a:pt x="33267" y="32246"/>
                  <a:pt x="33267" y="32246"/>
                </a:cubicBezTo>
                <a:cubicBezTo>
                  <a:pt x="33047" y="31883"/>
                  <a:pt x="33047" y="31883"/>
                  <a:pt x="33047" y="31883"/>
                </a:cubicBezTo>
                <a:cubicBezTo>
                  <a:pt x="32722" y="32020"/>
                  <a:pt x="32722" y="32020"/>
                  <a:pt x="32722" y="32020"/>
                </a:cubicBezTo>
                <a:cubicBezTo>
                  <a:pt x="32833" y="31281"/>
                  <a:pt x="32833" y="31281"/>
                  <a:pt x="32833" y="31281"/>
                </a:cubicBezTo>
                <a:cubicBezTo>
                  <a:pt x="32833" y="30316"/>
                  <a:pt x="32833" y="30316"/>
                  <a:pt x="32833" y="30316"/>
                </a:cubicBezTo>
                <a:cubicBezTo>
                  <a:pt x="32796" y="29727"/>
                  <a:pt x="32796" y="29727"/>
                  <a:pt x="32796" y="29727"/>
                </a:cubicBezTo>
                <a:cubicBezTo>
                  <a:pt x="32434" y="29727"/>
                  <a:pt x="32434" y="29727"/>
                  <a:pt x="32434" y="29727"/>
                </a:cubicBezTo>
                <a:cubicBezTo>
                  <a:pt x="32140" y="29351"/>
                  <a:pt x="32140" y="29351"/>
                  <a:pt x="32140" y="29351"/>
                </a:cubicBezTo>
                <a:cubicBezTo>
                  <a:pt x="31852" y="28762"/>
                  <a:pt x="31852" y="28762"/>
                  <a:pt x="31852" y="28762"/>
                </a:cubicBezTo>
                <a:cubicBezTo>
                  <a:pt x="31344" y="28160"/>
                  <a:pt x="31344" y="28160"/>
                  <a:pt x="31344" y="28160"/>
                </a:cubicBezTo>
                <a:cubicBezTo>
                  <a:pt x="31197" y="28386"/>
                  <a:pt x="31197" y="28386"/>
                  <a:pt x="31197" y="28386"/>
                </a:cubicBezTo>
                <a:cubicBezTo>
                  <a:pt x="30762" y="28386"/>
                  <a:pt x="30762" y="28386"/>
                  <a:pt x="30762" y="28386"/>
                </a:cubicBezTo>
                <a:cubicBezTo>
                  <a:pt x="30578" y="28160"/>
                  <a:pt x="30578" y="28160"/>
                  <a:pt x="30578" y="28160"/>
                </a:cubicBezTo>
                <a:cubicBezTo>
                  <a:pt x="30107" y="28160"/>
                  <a:pt x="30107" y="28160"/>
                  <a:pt x="30107" y="28160"/>
                </a:cubicBezTo>
                <a:cubicBezTo>
                  <a:pt x="29929" y="28536"/>
                  <a:pt x="29929" y="28536"/>
                  <a:pt x="29929" y="28536"/>
                </a:cubicBezTo>
                <a:cubicBezTo>
                  <a:pt x="30107" y="29125"/>
                  <a:pt x="30107" y="29125"/>
                  <a:pt x="30107" y="29125"/>
                </a:cubicBezTo>
                <a:cubicBezTo>
                  <a:pt x="30033" y="29877"/>
                  <a:pt x="30033" y="29877"/>
                  <a:pt x="30033" y="29877"/>
                </a:cubicBezTo>
                <a:cubicBezTo>
                  <a:pt x="30070" y="30391"/>
                  <a:pt x="30070" y="30391"/>
                  <a:pt x="30070" y="30391"/>
                </a:cubicBezTo>
                <a:cubicBezTo>
                  <a:pt x="30254" y="31055"/>
                  <a:pt x="30254" y="31055"/>
                  <a:pt x="30254" y="31055"/>
                </a:cubicBezTo>
                <a:cubicBezTo>
                  <a:pt x="29996" y="31055"/>
                  <a:pt x="29996" y="31055"/>
                  <a:pt x="29996" y="31055"/>
                </a:cubicBezTo>
                <a:cubicBezTo>
                  <a:pt x="29996" y="31732"/>
                  <a:pt x="29996" y="31732"/>
                  <a:pt x="29996" y="31732"/>
                </a:cubicBezTo>
                <a:cubicBezTo>
                  <a:pt x="29856" y="32096"/>
                  <a:pt x="29856" y="32096"/>
                  <a:pt x="29856" y="32096"/>
                </a:cubicBezTo>
                <a:cubicBezTo>
                  <a:pt x="30070" y="32321"/>
                  <a:pt x="30070" y="32321"/>
                  <a:pt x="30070" y="32321"/>
                </a:cubicBezTo>
                <a:cubicBezTo>
                  <a:pt x="30364" y="32848"/>
                  <a:pt x="30364" y="32848"/>
                  <a:pt x="30364" y="32848"/>
                </a:cubicBezTo>
                <a:cubicBezTo>
                  <a:pt x="30468" y="33662"/>
                  <a:pt x="30468" y="33662"/>
                  <a:pt x="30468" y="33662"/>
                </a:cubicBezTo>
                <a:cubicBezTo>
                  <a:pt x="30468" y="34552"/>
                  <a:pt x="30468" y="34552"/>
                  <a:pt x="30468" y="34552"/>
                </a:cubicBezTo>
                <a:cubicBezTo>
                  <a:pt x="30254" y="35216"/>
                  <a:pt x="30254" y="35216"/>
                  <a:pt x="30254" y="35216"/>
                </a:cubicBezTo>
                <a:cubicBezTo>
                  <a:pt x="29929" y="35743"/>
                  <a:pt x="29929" y="35743"/>
                  <a:pt x="29929" y="35743"/>
                </a:cubicBezTo>
                <a:cubicBezTo>
                  <a:pt x="29488" y="35818"/>
                  <a:pt x="29488" y="35818"/>
                  <a:pt x="29488" y="35818"/>
                </a:cubicBezTo>
                <a:cubicBezTo>
                  <a:pt x="29745" y="36632"/>
                  <a:pt x="29745" y="36632"/>
                  <a:pt x="29745" y="36632"/>
                </a:cubicBezTo>
                <a:cubicBezTo>
                  <a:pt x="29745" y="37597"/>
                  <a:pt x="29745" y="37597"/>
                  <a:pt x="29745" y="37597"/>
                </a:cubicBezTo>
                <a:cubicBezTo>
                  <a:pt x="29856" y="38199"/>
                  <a:pt x="29856" y="38199"/>
                  <a:pt x="29856" y="38199"/>
                </a:cubicBezTo>
                <a:cubicBezTo>
                  <a:pt x="29782" y="38638"/>
                  <a:pt x="29782" y="38638"/>
                  <a:pt x="29782" y="38638"/>
                </a:cubicBezTo>
                <a:cubicBezTo>
                  <a:pt x="29598" y="39239"/>
                  <a:pt x="29598" y="39239"/>
                  <a:pt x="29598" y="39239"/>
                </a:cubicBezTo>
                <a:cubicBezTo>
                  <a:pt x="29163" y="39314"/>
                  <a:pt x="29163" y="39314"/>
                  <a:pt x="29163" y="39314"/>
                </a:cubicBezTo>
                <a:cubicBezTo>
                  <a:pt x="28943" y="38487"/>
                  <a:pt x="28943" y="38487"/>
                  <a:pt x="28943" y="38487"/>
                </a:cubicBezTo>
                <a:cubicBezTo>
                  <a:pt x="28618" y="37823"/>
                  <a:pt x="28618" y="37823"/>
                  <a:pt x="28618" y="37823"/>
                </a:cubicBezTo>
                <a:cubicBezTo>
                  <a:pt x="28618" y="37159"/>
                  <a:pt x="28618" y="37159"/>
                  <a:pt x="28618" y="37159"/>
                </a:cubicBezTo>
                <a:cubicBezTo>
                  <a:pt x="28545" y="36332"/>
                  <a:pt x="28545" y="36332"/>
                  <a:pt x="28545" y="36332"/>
                </a:cubicBezTo>
                <a:cubicBezTo>
                  <a:pt x="28581" y="35592"/>
                  <a:pt x="28581" y="35592"/>
                  <a:pt x="28581" y="35592"/>
                </a:cubicBezTo>
                <a:cubicBezTo>
                  <a:pt x="28036" y="35442"/>
                  <a:pt x="28036" y="35442"/>
                  <a:pt x="28036" y="35442"/>
                </a:cubicBezTo>
                <a:cubicBezTo>
                  <a:pt x="27638" y="35442"/>
                  <a:pt x="27638" y="35442"/>
                  <a:pt x="27638" y="35442"/>
                </a:cubicBezTo>
                <a:cubicBezTo>
                  <a:pt x="27454" y="35154"/>
                  <a:pt x="27454" y="35154"/>
                  <a:pt x="27454" y="35154"/>
                </a:cubicBezTo>
                <a:cubicBezTo>
                  <a:pt x="26946" y="34928"/>
                  <a:pt x="26946" y="34928"/>
                  <a:pt x="26946" y="34928"/>
                </a:cubicBezTo>
                <a:cubicBezTo>
                  <a:pt x="26732" y="34477"/>
                  <a:pt x="26732" y="34477"/>
                  <a:pt x="26732" y="34477"/>
                </a:cubicBezTo>
                <a:cubicBezTo>
                  <a:pt x="26297" y="34038"/>
                  <a:pt x="26297" y="34038"/>
                  <a:pt x="26297" y="34038"/>
                </a:cubicBezTo>
                <a:cubicBezTo>
                  <a:pt x="25862" y="33512"/>
                  <a:pt x="25862" y="33512"/>
                  <a:pt x="25862" y="33512"/>
                </a:cubicBezTo>
                <a:cubicBezTo>
                  <a:pt x="25243" y="33813"/>
                  <a:pt x="25243" y="33813"/>
                  <a:pt x="25243" y="33813"/>
                </a:cubicBezTo>
                <a:cubicBezTo>
                  <a:pt x="25133" y="33361"/>
                  <a:pt x="25133" y="33361"/>
                  <a:pt x="25133" y="33361"/>
                </a:cubicBezTo>
                <a:cubicBezTo>
                  <a:pt x="24875" y="32246"/>
                  <a:pt x="24875" y="32246"/>
                  <a:pt x="24875" y="32246"/>
                </a:cubicBezTo>
                <a:cubicBezTo>
                  <a:pt x="24588" y="32020"/>
                  <a:pt x="24588" y="32020"/>
                  <a:pt x="24588" y="32020"/>
                </a:cubicBezTo>
                <a:cubicBezTo>
                  <a:pt x="24367" y="31582"/>
                  <a:pt x="24367" y="31582"/>
                  <a:pt x="24367" y="31582"/>
                </a:cubicBezTo>
                <a:cubicBezTo>
                  <a:pt x="24441" y="30241"/>
                  <a:pt x="24441" y="30241"/>
                  <a:pt x="24441" y="30241"/>
                </a:cubicBezTo>
                <a:cubicBezTo>
                  <a:pt x="24735" y="29276"/>
                  <a:pt x="24735" y="29276"/>
                  <a:pt x="24735" y="29276"/>
                </a:cubicBezTo>
                <a:cubicBezTo>
                  <a:pt x="25059" y="28386"/>
                  <a:pt x="25059" y="28386"/>
                  <a:pt x="25059" y="28386"/>
                </a:cubicBezTo>
                <a:cubicBezTo>
                  <a:pt x="25421" y="28010"/>
                  <a:pt x="25421" y="28010"/>
                  <a:pt x="25421" y="28010"/>
                </a:cubicBezTo>
                <a:cubicBezTo>
                  <a:pt x="25715" y="27571"/>
                  <a:pt x="25715" y="27571"/>
                  <a:pt x="25715" y="27571"/>
                </a:cubicBezTo>
                <a:cubicBezTo>
                  <a:pt x="25604" y="27045"/>
                  <a:pt x="25604" y="27045"/>
                  <a:pt x="25604" y="27045"/>
                </a:cubicBezTo>
                <a:cubicBezTo>
                  <a:pt x="25133" y="26832"/>
                  <a:pt x="25133" y="26832"/>
                  <a:pt x="25133" y="26832"/>
                </a:cubicBezTo>
                <a:cubicBezTo>
                  <a:pt x="24588" y="26456"/>
                  <a:pt x="24588" y="26456"/>
                  <a:pt x="24588" y="26456"/>
                </a:cubicBezTo>
                <a:cubicBezTo>
                  <a:pt x="25206" y="26681"/>
                  <a:pt x="25206" y="26681"/>
                  <a:pt x="25206" y="26681"/>
                </a:cubicBezTo>
                <a:cubicBezTo>
                  <a:pt x="25715" y="26895"/>
                  <a:pt x="25715" y="26895"/>
                  <a:pt x="25715" y="26895"/>
                </a:cubicBezTo>
                <a:cubicBezTo>
                  <a:pt x="25966" y="26832"/>
                  <a:pt x="25966" y="26832"/>
                  <a:pt x="25966" y="26832"/>
                </a:cubicBezTo>
                <a:cubicBezTo>
                  <a:pt x="26003" y="26306"/>
                  <a:pt x="26003" y="26306"/>
                  <a:pt x="26003" y="26306"/>
                </a:cubicBezTo>
                <a:cubicBezTo>
                  <a:pt x="26437" y="26531"/>
                  <a:pt x="26437" y="26531"/>
                  <a:pt x="26437" y="26531"/>
                </a:cubicBezTo>
                <a:cubicBezTo>
                  <a:pt x="26658" y="26456"/>
                  <a:pt x="26658" y="26456"/>
                  <a:pt x="26658" y="26456"/>
                </a:cubicBezTo>
                <a:cubicBezTo>
                  <a:pt x="26695" y="26005"/>
                  <a:pt x="26695" y="26005"/>
                  <a:pt x="26695" y="26005"/>
                </a:cubicBezTo>
                <a:cubicBezTo>
                  <a:pt x="26836" y="25854"/>
                  <a:pt x="26836" y="25854"/>
                  <a:pt x="26836" y="25854"/>
                </a:cubicBezTo>
                <a:cubicBezTo>
                  <a:pt x="26946" y="25265"/>
                  <a:pt x="26946" y="25265"/>
                  <a:pt x="26946" y="25265"/>
                </a:cubicBezTo>
                <a:cubicBezTo>
                  <a:pt x="26621" y="25190"/>
                  <a:pt x="26621" y="25190"/>
                  <a:pt x="26621" y="25190"/>
                </a:cubicBezTo>
                <a:cubicBezTo>
                  <a:pt x="26260" y="25115"/>
                  <a:pt x="26260" y="25115"/>
                  <a:pt x="26260" y="25115"/>
                </a:cubicBezTo>
                <a:cubicBezTo>
                  <a:pt x="26113" y="24814"/>
                  <a:pt x="26113" y="24814"/>
                  <a:pt x="26113" y="24814"/>
                </a:cubicBezTo>
                <a:cubicBezTo>
                  <a:pt x="25678" y="24451"/>
                  <a:pt x="25678" y="24451"/>
                  <a:pt x="25678" y="24451"/>
                </a:cubicBezTo>
                <a:cubicBezTo>
                  <a:pt x="25966" y="24526"/>
                  <a:pt x="25966" y="24526"/>
                  <a:pt x="25966" y="24526"/>
                </a:cubicBezTo>
                <a:cubicBezTo>
                  <a:pt x="26437" y="24751"/>
                  <a:pt x="26437" y="24751"/>
                  <a:pt x="26437" y="24751"/>
                </a:cubicBezTo>
                <a:cubicBezTo>
                  <a:pt x="26768" y="24965"/>
                  <a:pt x="26768" y="24965"/>
                  <a:pt x="26768" y="24965"/>
                </a:cubicBezTo>
                <a:cubicBezTo>
                  <a:pt x="27056" y="24751"/>
                  <a:pt x="27056" y="24751"/>
                  <a:pt x="27056" y="24751"/>
                </a:cubicBezTo>
                <a:cubicBezTo>
                  <a:pt x="27277" y="24225"/>
                  <a:pt x="27277" y="24225"/>
                  <a:pt x="27277" y="24225"/>
                </a:cubicBezTo>
                <a:cubicBezTo>
                  <a:pt x="27056" y="23774"/>
                  <a:pt x="27056" y="23774"/>
                  <a:pt x="27056" y="23774"/>
                </a:cubicBezTo>
                <a:cubicBezTo>
                  <a:pt x="27381" y="23774"/>
                  <a:pt x="27381" y="23774"/>
                  <a:pt x="27381" y="23774"/>
                </a:cubicBezTo>
                <a:cubicBezTo>
                  <a:pt x="27565" y="24150"/>
                  <a:pt x="27565" y="24150"/>
                  <a:pt x="27565" y="24150"/>
                </a:cubicBezTo>
                <a:cubicBezTo>
                  <a:pt x="27418" y="24601"/>
                  <a:pt x="27418" y="24601"/>
                  <a:pt x="27418" y="24601"/>
                </a:cubicBezTo>
                <a:cubicBezTo>
                  <a:pt x="27277" y="25416"/>
                  <a:pt x="27277" y="25416"/>
                  <a:pt x="27277" y="25416"/>
                </a:cubicBezTo>
                <a:cubicBezTo>
                  <a:pt x="27277" y="26381"/>
                  <a:pt x="27277" y="26381"/>
                  <a:pt x="27277" y="26381"/>
                </a:cubicBezTo>
                <a:cubicBezTo>
                  <a:pt x="26946" y="26531"/>
                  <a:pt x="26946" y="26531"/>
                  <a:pt x="26946" y="26531"/>
                </a:cubicBezTo>
                <a:cubicBezTo>
                  <a:pt x="27056" y="26970"/>
                  <a:pt x="27056" y="26970"/>
                  <a:pt x="27056" y="26970"/>
                </a:cubicBezTo>
                <a:cubicBezTo>
                  <a:pt x="27381" y="27045"/>
                  <a:pt x="27381" y="27045"/>
                  <a:pt x="27381" y="27045"/>
                </a:cubicBezTo>
                <a:cubicBezTo>
                  <a:pt x="27381" y="27421"/>
                  <a:pt x="27381" y="27421"/>
                  <a:pt x="27381" y="27421"/>
                </a:cubicBezTo>
                <a:cubicBezTo>
                  <a:pt x="27381" y="27421"/>
                  <a:pt x="27712" y="27571"/>
                  <a:pt x="27822" y="27346"/>
                </a:cubicBezTo>
                <a:cubicBezTo>
                  <a:pt x="27926" y="26832"/>
                  <a:pt x="27926" y="26832"/>
                  <a:pt x="27926" y="26832"/>
                </a:cubicBezTo>
                <a:cubicBezTo>
                  <a:pt x="28367" y="26895"/>
                  <a:pt x="28367" y="26895"/>
                  <a:pt x="28367" y="26895"/>
                </a:cubicBezTo>
                <a:cubicBezTo>
                  <a:pt x="28581" y="26970"/>
                  <a:pt x="28581" y="26970"/>
                  <a:pt x="28581" y="26970"/>
                </a:cubicBezTo>
                <a:cubicBezTo>
                  <a:pt x="28802" y="27195"/>
                  <a:pt x="28802" y="27195"/>
                  <a:pt x="28802" y="27195"/>
                </a:cubicBezTo>
                <a:cubicBezTo>
                  <a:pt x="29127" y="27195"/>
                  <a:pt x="29127" y="27195"/>
                  <a:pt x="29127" y="27195"/>
                </a:cubicBezTo>
                <a:cubicBezTo>
                  <a:pt x="29163" y="26606"/>
                  <a:pt x="29163" y="26606"/>
                  <a:pt x="29163" y="26606"/>
                </a:cubicBezTo>
                <a:cubicBezTo>
                  <a:pt x="28839" y="26456"/>
                  <a:pt x="28839" y="26456"/>
                  <a:pt x="28839" y="26456"/>
                </a:cubicBezTo>
                <a:cubicBezTo>
                  <a:pt x="28692" y="25779"/>
                  <a:pt x="28692" y="25779"/>
                  <a:pt x="28692" y="25779"/>
                </a:cubicBezTo>
                <a:cubicBezTo>
                  <a:pt x="28294" y="25716"/>
                  <a:pt x="28294" y="25716"/>
                  <a:pt x="28294" y="25716"/>
                </a:cubicBezTo>
                <a:cubicBezTo>
                  <a:pt x="27963" y="25190"/>
                  <a:pt x="27963" y="25190"/>
                  <a:pt x="27963" y="25190"/>
                </a:cubicBezTo>
                <a:cubicBezTo>
                  <a:pt x="27675" y="25040"/>
                  <a:pt x="27675" y="25040"/>
                  <a:pt x="27675" y="25040"/>
                </a:cubicBezTo>
                <a:cubicBezTo>
                  <a:pt x="27675" y="24664"/>
                  <a:pt x="27675" y="24664"/>
                  <a:pt x="27675" y="24664"/>
                </a:cubicBezTo>
                <a:cubicBezTo>
                  <a:pt x="27963" y="24751"/>
                  <a:pt x="27963" y="24751"/>
                  <a:pt x="27963" y="24751"/>
                </a:cubicBezTo>
                <a:cubicBezTo>
                  <a:pt x="28073" y="24526"/>
                  <a:pt x="28073" y="24526"/>
                  <a:pt x="28073" y="24526"/>
                </a:cubicBezTo>
                <a:cubicBezTo>
                  <a:pt x="28036" y="24150"/>
                  <a:pt x="28036" y="24150"/>
                  <a:pt x="28036" y="24150"/>
                </a:cubicBezTo>
                <a:cubicBezTo>
                  <a:pt x="28367" y="24150"/>
                  <a:pt x="28367" y="24150"/>
                  <a:pt x="28367" y="24150"/>
                </a:cubicBezTo>
                <a:cubicBezTo>
                  <a:pt x="28471" y="23699"/>
                  <a:pt x="28471" y="23699"/>
                  <a:pt x="28471" y="23699"/>
                </a:cubicBezTo>
                <a:cubicBezTo>
                  <a:pt x="28802" y="23260"/>
                  <a:pt x="28802" y="23260"/>
                  <a:pt x="28802" y="23260"/>
                </a:cubicBezTo>
                <a:cubicBezTo>
                  <a:pt x="28912" y="22809"/>
                  <a:pt x="28912" y="22809"/>
                  <a:pt x="28912" y="22809"/>
                </a:cubicBezTo>
                <a:cubicBezTo>
                  <a:pt x="28728" y="22445"/>
                  <a:pt x="28728" y="22445"/>
                  <a:pt x="28728" y="22445"/>
                </a:cubicBezTo>
                <a:cubicBezTo>
                  <a:pt x="28581" y="21693"/>
                  <a:pt x="28581" y="21693"/>
                  <a:pt x="28581" y="21693"/>
                </a:cubicBezTo>
                <a:cubicBezTo>
                  <a:pt x="28875" y="21618"/>
                  <a:pt x="28875" y="21618"/>
                  <a:pt x="28875" y="21618"/>
                </a:cubicBezTo>
                <a:cubicBezTo>
                  <a:pt x="28943" y="21029"/>
                  <a:pt x="28943" y="21029"/>
                  <a:pt x="28943" y="21029"/>
                </a:cubicBezTo>
                <a:cubicBezTo>
                  <a:pt x="28728" y="20503"/>
                  <a:pt x="28728" y="20503"/>
                  <a:pt x="28728" y="20503"/>
                </a:cubicBezTo>
                <a:cubicBezTo>
                  <a:pt x="28434" y="20215"/>
                  <a:pt x="28434" y="20215"/>
                  <a:pt x="28434" y="20215"/>
                </a:cubicBezTo>
                <a:cubicBezTo>
                  <a:pt x="28000" y="19763"/>
                  <a:pt x="28000" y="19763"/>
                  <a:pt x="28000" y="19763"/>
                </a:cubicBezTo>
                <a:cubicBezTo>
                  <a:pt x="28471" y="19763"/>
                  <a:pt x="28471" y="19763"/>
                  <a:pt x="28471" y="19763"/>
                </a:cubicBezTo>
                <a:cubicBezTo>
                  <a:pt x="28508" y="19538"/>
                  <a:pt x="28508" y="19538"/>
                  <a:pt x="28508" y="19538"/>
                </a:cubicBezTo>
                <a:cubicBezTo>
                  <a:pt x="28875" y="19613"/>
                  <a:pt x="28875" y="19613"/>
                  <a:pt x="28875" y="19613"/>
                </a:cubicBezTo>
                <a:cubicBezTo>
                  <a:pt x="29127" y="19914"/>
                  <a:pt x="29127" y="19914"/>
                  <a:pt x="29127" y="19914"/>
                </a:cubicBezTo>
                <a:cubicBezTo>
                  <a:pt x="29488" y="19839"/>
                  <a:pt x="29488" y="19839"/>
                  <a:pt x="29488" y="19839"/>
                </a:cubicBezTo>
                <a:cubicBezTo>
                  <a:pt x="29819" y="19688"/>
                  <a:pt x="29819" y="19688"/>
                  <a:pt x="29819" y="19688"/>
                </a:cubicBezTo>
                <a:cubicBezTo>
                  <a:pt x="29525" y="19174"/>
                  <a:pt x="29525" y="19174"/>
                  <a:pt x="29525" y="19174"/>
                </a:cubicBezTo>
                <a:cubicBezTo>
                  <a:pt x="29745" y="19099"/>
                  <a:pt x="29745" y="19099"/>
                  <a:pt x="29745" y="19099"/>
                </a:cubicBezTo>
                <a:cubicBezTo>
                  <a:pt x="30033" y="19688"/>
                  <a:pt x="30033" y="19688"/>
                  <a:pt x="30033" y="19688"/>
                </a:cubicBezTo>
                <a:cubicBezTo>
                  <a:pt x="30364" y="19763"/>
                  <a:pt x="30364" y="19763"/>
                  <a:pt x="30364" y="19763"/>
                </a:cubicBezTo>
                <a:cubicBezTo>
                  <a:pt x="30505" y="20365"/>
                  <a:pt x="30505" y="20365"/>
                  <a:pt x="30505" y="20365"/>
                </a:cubicBezTo>
                <a:cubicBezTo>
                  <a:pt x="30762" y="20440"/>
                  <a:pt x="30762" y="20440"/>
                  <a:pt x="30762" y="20440"/>
                </a:cubicBezTo>
                <a:cubicBezTo>
                  <a:pt x="30872" y="20879"/>
                  <a:pt x="30872" y="20879"/>
                  <a:pt x="30872" y="20879"/>
                </a:cubicBezTo>
                <a:cubicBezTo>
                  <a:pt x="31160" y="21104"/>
                  <a:pt x="31160" y="21104"/>
                  <a:pt x="31160" y="21104"/>
                </a:cubicBezTo>
                <a:cubicBezTo>
                  <a:pt x="31307" y="21618"/>
                  <a:pt x="31307" y="21618"/>
                  <a:pt x="31307" y="21618"/>
                </a:cubicBezTo>
                <a:cubicBezTo>
                  <a:pt x="31595" y="21844"/>
                  <a:pt x="31595" y="21844"/>
                  <a:pt x="31595" y="21844"/>
                </a:cubicBezTo>
                <a:cubicBezTo>
                  <a:pt x="31816" y="22370"/>
                  <a:pt x="31816" y="22370"/>
                  <a:pt x="31816" y="22370"/>
                </a:cubicBezTo>
                <a:cubicBezTo>
                  <a:pt x="31889" y="23034"/>
                  <a:pt x="31889" y="23034"/>
                  <a:pt x="31889" y="23034"/>
                </a:cubicBezTo>
                <a:cubicBezTo>
                  <a:pt x="31522" y="23699"/>
                  <a:pt x="31522" y="23699"/>
                  <a:pt x="31522" y="23699"/>
                </a:cubicBezTo>
                <a:cubicBezTo>
                  <a:pt x="31234" y="24375"/>
                  <a:pt x="31234" y="24375"/>
                  <a:pt x="31234" y="24375"/>
                </a:cubicBezTo>
                <a:cubicBezTo>
                  <a:pt x="31381" y="25040"/>
                  <a:pt x="31381" y="25040"/>
                  <a:pt x="31381" y="25040"/>
                </a:cubicBezTo>
                <a:cubicBezTo>
                  <a:pt x="30872" y="25190"/>
                  <a:pt x="30872" y="25190"/>
                  <a:pt x="30872" y="25190"/>
                </a:cubicBezTo>
                <a:cubicBezTo>
                  <a:pt x="30578" y="25040"/>
                  <a:pt x="30578" y="25040"/>
                  <a:pt x="30578" y="25040"/>
                </a:cubicBezTo>
                <a:cubicBezTo>
                  <a:pt x="30290" y="25040"/>
                  <a:pt x="30290" y="25040"/>
                  <a:pt x="30290" y="25040"/>
                </a:cubicBezTo>
                <a:cubicBezTo>
                  <a:pt x="29929" y="25566"/>
                  <a:pt x="29929" y="25566"/>
                  <a:pt x="29929" y="25566"/>
                </a:cubicBezTo>
                <a:cubicBezTo>
                  <a:pt x="29929" y="26155"/>
                  <a:pt x="29929" y="26155"/>
                  <a:pt x="29929" y="26155"/>
                </a:cubicBezTo>
                <a:cubicBezTo>
                  <a:pt x="30364" y="26306"/>
                  <a:pt x="30364" y="26306"/>
                  <a:pt x="30364" y="26306"/>
                </a:cubicBezTo>
                <a:cubicBezTo>
                  <a:pt x="30725" y="26230"/>
                  <a:pt x="30725" y="26230"/>
                  <a:pt x="30725" y="26230"/>
                </a:cubicBezTo>
                <a:cubicBezTo>
                  <a:pt x="30799" y="25930"/>
                  <a:pt x="30799" y="25930"/>
                  <a:pt x="30799" y="25930"/>
                </a:cubicBezTo>
                <a:cubicBezTo>
                  <a:pt x="30946" y="25716"/>
                  <a:pt x="30946" y="25716"/>
                  <a:pt x="30946" y="25716"/>
                </a:cubicBezTo>
                <a:cubicBezTo>
                  <a:pt x="31197" y="25854"/>
                  <a:pt x="31197" y="25854"/>
                  <a:pt x="31197" y="25854"/>
                </a:cubicBezTo>
                <a:cubicBezTo>
                  <a:pt x="31595" y="26080"/>
                  <a:pt x="31595" y="26080"/>
                  <a:pt x="31595" y="26080"/>
                </a:cubicBezTo>
                <a:cubicBezTo>
                  <a:pt x="32000" y="26895"/>
                  <a:pt x="32000" y="26895"/>
                  <a:pt x="32000" y="26895"/>
                </a:cubicBezTo>
                <a:cubicBezTo>
                  <a:pt x="32104" y="27346"/>
                  <a:pt x="32104" y="27346"/>
                  <a:pt x="32104" y="27346"/>
                </a:cubicBezTo>
                <a:cubicBezTo>
                  <a:pt x="32324" y="27860"/>
                  <a:pt x="32324" y="27860"/>
                  <a:pt x="32324" y="27860"/>
                </a:cubicBezTo>
                <a:cubicBezTo>
                  <a:pt x="32686" y="27860"/>
                  <a:pt x="32686" y="27860"/>
                  <a:pt x="32686" y="27860"/>
                </a:cubicBezTo>
                <a:cubicBezTo>
                  <a:pt x="33047" y="28536"/>
                  <a:pt x="33047" y="28536"/>
                  <a:pt x="33047" y="28536"/>
                </a:cubicBezTo>
                <a:cubicBezTo>
                  <a:pt x="33592" y="28612"/>
                  <a:pt x="33592" y="28612"/>
                  <a:pt x="33592" y="28612"/>
                </a:cubicBezTo>
                <a:cubicBezTo>
                  <a:pt x="33960" y="28912"/>
                  <a:pt x="33960" y="28912"/>
                  <a:pt x="33960" y="28912"/>
                </a:cubicBezTo>
                <a:cubicBezTo>
                  <a:pt x="33996" y="28461"/>
                  <a:pt x="33996" y="28461"/>
                  <a:pt x="33996" y="28461"/>
                </a:cubicBezTo>
                <a:cubicBezTo>
                  <a:pt x="33415" y="27571"/>
                  <a:pt x="33415" y="27571"/>
                  <a:pt x="33415" y="27571"/>
                </a:cubicBezTo>
                <a:cubicBezTo>
                  <a:pt x="33157" y="27195"/>
                  <a:pt x="33157" y="27195"/>
                  <a:pt x="33157" y="27195"/>
                </a:cubicBezTo>
                <a:cubicBezTo>
                  <a:pt x="33047" y="26744"/>
                  <a:pt x="33047" y="26744"/>
                  <a:pt x="33047" y="26744"/>
                </a:cubicBezTo>
                <a:cubicBezTo>
                  <a:pt x="33415" y="27195"/>
                  <a:pt x="33415" y="27195"/>
                  <a:pt x="33415" y="27195"/>
                </a:cubicBezTo>
                <a:cubicBezTo>
                  <a:pt x="34064" y="27860"/>
                  <a:pt x="34064" y="27860"/>
                  <a:pt x="34064" y="27860"/>
                </a:cubicBezTo>
                <a:cubicBezTo>
                  <a:pt x="34395" y="28236"/>
                  <a:pt x="34395" y="28236"/>
                  <a:pt x="34395" y="28236"/>
                </a:cubicBezTo>
                <a:cubicBezTo>
                  <a:pt x="34395" y="27571"/>
                  <a:pt x="34395" y="27571"/>
                  <a:pt x="34395" y="27571"/>
                </a:cubicBezTo>
                <a:cubicBezTo>
                  <a:pt x="34609" y="27045"/>
                  <a:pt x="34609" y="27045"/>
                  <a:pt x="34609" y="27045"/>
                </a:cubicBezTo>
                <a:cubicBezTo>
                  <a:pt x="34284" y="26681"/>
                  <a:pt x="34284" y="26681"/>
                  <a:pt x="34284" y="26681"/>
                </a:cubicBezTo>
                <a:cubicBezTo>
                  <a:pt x="34211" y="25779"/>
                  <a:pt x="34211" y="25779"/>
                  <a:pt x="34211" y="25779"/>
                </a:cubicBezTo>
                <a:cubicBezTo>
                  <a:pt x="33776" y="25491"/>
                  <a:pt x="33776" y="25491"/>
                  <a:pt x="33776" y="25491"/>
                </a:cubicBezTo>
                <a:cubicBezTo>
                  <a:pt x="33231" y="24300"/>
                  <a:pt x="33231" y="24300"/>
                  <a:pt x="33231" y="24300"/>
                </a:cubicBezTo>
                <a:cubicBezTo>
                  <a:pt x="33415" y="24000"/>
                  <a:pt x="33415" y="24000"/>
                  <a:pt x="33415" y="24000"/>
                </a:cubicBezTo>
                <a:cubicBezTo>
                  <a:pt x="33592" y="23699"/>
                  <a:pt x="33592" y="23699"/>
                  <a:pt x="33592" y="23699"/>
                </a:cubicBezTo>
                <a:cubicBezTo>
                  <a:pt x="34284" y="24751"/>
                  <a:pt x="34284" y="24751"/>
                  <a:pt x="34284" y="24751"/>
                </a:cubicBezTo>
                <a:cubicBezTo>
                  <a:pt x="34535" y="25491"/>
                  <a:pt x="34535" y="25491"/>
                  <a:pt x="34535" y="25491"/>
                </a:cubicBezTo>
                <a:cubicBezTo>
                  <a:pt x="34830" y="25566"/>
                  <a:pt x="34830" y="25566"/>
                  <a:pt x="34830" y="25566"/>
                </a:cubicBezTo>
                <a:cubicBezTo>
                  <a:pt x="34940" y="24751"/>
                  <a:pt x="34940" y="24751"/>
                  <a:pt x="34940" y="24751"/>
                </a:cubicBezTo>
                <a:cubicBezTo>
                  <a:pt x="35301" y="24526"/>
                  <a:pt x="35301" y="24526"/>
                  <a:pt x="35301" y="24526"/>
                </a:cubicBezTo>
                <a:cubicBezTo>
                  <a:pt x="35338" y="24150"/>
                  <a:pt x="35338" y="24150"/>
                  <a:pt x="35338" y="24150"/>
                </a:cubicBezTo>
                <a:cubicBezTo>
                  <a:pt x="35595" y="24150"/>
                  <a:pt x="35595" y="24150"/>
                  <a:pt x="35595" y="24150"/>
                </a:cubicBezTo>
                <a:cubicBezTo>
                  <a:pt x="35699" y="23774"/>
                  <a:pt x="35699" y="23774"/>
                  <a:pt x="35699" y="23774"/>
                </a:cubicBezTo>
                <a:cubicBezTo>
                  <a:pt x="35663" y="23260"/>
                  <a:pt x="35663" y="23260"/>
                  <a:pt x="35663" y="23260"/>
                </a:cubicBezTo>
                <a:cubicBezTo>
                  <a:pt x="35191" y="23260"/>
                  <a:pt x="35191" y="23260"/>
                  <a:pt x="35191" y="23260"/>
                </a:cubicBezTo>
                <a:cubicBezTo>
                  <a:pt x="35191" y="22959"/>
                  <a:pt x="35191" y="22959"/>
                  <a:pt x="35191" y="22959"/>
                </a:cubicBezTo>
                <a:cubicBezTo>
                  <a:pt x="34903" y="22521"/>
                  <a:pt x="34903" y="22521"/>
                  <a:pt x="34903" y="22521"/>
                </a:cubicBezTo>
                <a:cubicBezTo>
                  <a:pt x="34683" y="22445"/>
                  <a:pt x="34683" y="22445"/>
                  <a:pt x="34683" y="22445"/>
                </a:cubicBezTo>
                <a:cubicBezTo>
                  <a:pt x="34358" y="22145"/>
                  <a:pt x="34358" y="22145"/>
                  <a:pt x="34358" y="22145"/>
                </a:cubicBezTo>
                <a:cubicBezTo>
                  <a:pt x="34137" y="22145"/>
                  <a:pt x="34137" y="22145"/>
                  <a:pt x="34137" y="22145"/>
                </a:cubicBezTo>
                <a:cubicBezTo>
                  <a:pt x="34064" y="21769"/>
                  <a:pt x="34064" y="21769"/>
                  <a:pt x="34064" y="21769"/>
                </a:cubicBezTo>
                <a:cubicBezTo>
                  <a:pt x="33960" y="21405"/>
                  <a:pt x="33960" y="21405"/>
                  <a:pt x="33960" y="21405"/>
                </a:cubicBezTo>
                <a:cubicBezTo>
                  <a:pt x="33562" y="21405"/>
                  <a:pt x="33562" y="21405"/>
                  <a:pt x="33562" y="21405"/>
                </a:cubicBezTo>
                <a:cubicBezTo>
                  <a:pt x="33378" y="21405"/>
                  <a:pt x="33378" y="21405"/>
                  <a:pt x="33378" y="21405"/>
                </a:cubicBezTo>
                <a:cubicBezTo>
                  <a:pt x="33378" y="20728"/>
                  <a:pt x="33378" y="20728"/>
                  <a:pt x="33378" y="20728"/>
                </a:cubicBezTo>
                <a:cubicBezTo>
                  <a:pt x="33666" y="20728"/>
                  <a:pt x="33666" y="20728"/>
                  <a:pt x="33666" y="20728"/>
                </a:cubicBezTo>
                <a:cubicBezTo>
                  <a:pt x="33813" y="20503"/>
                  <a:pt x="33813" y="20503"/>
                  <a:pt x="33813" y="20503"/>
                </a:cubicBezTo>
                <a:cubicBezTo>
                  <a:pt x="33415" y="20290"/>
                  <a:pt x="33415" y="20290"/>
                  <a:pt x="33415" y="20290"/>
                </a:cubicBezTo>
                <a:cubicBezTo>
                  <a:pt x="33488" y="19989"/>
                  <a:pt x="33488" y="19989"/>
                  <a:pt x="33488" y="19989"/>
                </a:cubicBezTo>
                <a:cubicBezTo>
                  <a:pt x="33666" y="19914"/>
                  <a:pt x="33666" y="19914"/>
                  <a:pt x="33666" y="19914"/>
                </a:cubicBezTo>
                <a:cubicBezTo>
                  <a:pt x="33451" y="19538"/>
                  <a:pt x="33451" y="19538"/>
                  <a:pt x="33451" y="19538"/>
                </a:cubicBezTo>
                <a:cubicBezTo>
                  <a:pt x="33120" y="19325"/>
                  <a:pt x="33120" y="19325"/>
                  <a:pt x="33120" y="19325"/>
                </a:cubicBezTo>
                <a:cubicBezTo>
                  <a:pt x="33231" y="18949"/>
                  <a:pt x="33231" y="18949"/>
                  <a:pt x="33231" y="18949"/>
                </a:cubicBezTo>
                <a:cubicBezTo>
                  <a:pt x="32906" y="18648"/>
                  <a:pt x="32906" y="18648"/>
                  <a:pt x="32906" y="18648"/>
                </a:cubicBezTo>
                <a:cubicBezTo>
                  <a:pt x="32539" y="18723"/>
                  <a:pt x="32539" y="18723"/>
                  <a:pt x="32539" y="18723"/>
                </a:cubicBezTo>
                <a:cubicBezTo>
                  <a:pt x="32502" y="18360"/>
                  <a:pt x="32502" y="18360"/>
                  <a:pt x="32502" y="18360"/>
                </a:cubicBezTo>
                <a:cubicBezTo>
                  <a:pt x="32214" y="18360"/>
                  <a:pt x="32214" y="18360"/>
                  <a:pt x="32214" y="18360"/>
                </a:cubicBezTo>
                <a:cubicBezTo>
                  <a:pt x="32067" y="18285"/>
                  <a:pt x="32067" y="18285"/>
                  <a:pt x="32067" y="18285"/>
                </a:cubicBezTo>
                <a:cubicBezTo>
                  <a:pt x="32324" y="17909"/>
                  <a:pt x="32324" y="17909"/>
                  <a:pt x="32324" y="17909"/>
                </a:cubicBezTo>
                <a:cubicBezTo>
                  <a:pt x="32000" y="17758"/>
                  <a:pt x="32000" y="17758"/>
                  <a:pt x="32000" y="17758"/>
                </a:cubicBezTo>
                <a:cubicBezTo>
                  <a:pt x="31558" y="17909"/>
                  <a:pt x="31558" y="17909"/>
                  <a:pt x="31558" y="17909"/>
                </a:cubicBezTo>
                <a:cubicBezTo>
                  <a:pt x="31307" y="17382"/>
                  <a:pt x="31307" y="17382"/>
                  <a:pt x="31307" y="17382"/>
                </a:cubicBezTo>
                <a:cubicBezTo>
                  <a:pt x="31271" y="17019"/>
                  <a:pt x="31271" y="17019"/>
                  <a:pt x="31271" y="17019"/>
                </a:cubicBezTo>
                <a:cubicBezTo>
                  <a:pt x="30977" y="17019"/>
                  <a:pt x="30977" y="17019"/>
                  <a:pt x="30977" y="17019"/>
                </a:cubicBezTo>
                <a:cubicBezTo>
                  <a:pt x="30977" y="16643"/>
                  <a:pt x="30977" y="16643"/>
                  <a:pt x="30977" y="16643"/>
                </a:cubicBezTo>
                <a:cubicBezTo>
                  <a:pt x="30542" y="16342"/>
                  <a:pt x="30542" y="16342"/>
                  <a:pt x="30542" y="16342"/>
                </a:cubicBezTo>
                <a:cubicBezTo>
                  <a:pt x="29996" y="16342"/>
                  <a:pt x="29996" y="16342"/>
                  <a:pt x="29996" y="16342"/>
                </a:cubicBezTo>
                <a:cubicBezTo>
                  <a:pt x="29929" y="16643"/>
                  <a:pt x="29929" y="16643"/>
                  <a:pt x="29929" y="16643"/>
                </a:cubicBezTo>
                <a:cubicBezTo>
                  <a:pt x="29672" y="16718"/>
                  <a:pt x="29672" y="16718"/>
                  <a:pt x="29672" y="16718"/>
                </a:cubicBezTo>
                <a:cubicBezTo>
                  <a:pt x="29415" y="16643"/>
                  <a:pt x="29415" y="16643"/>
                  <a:pt x="29415" y="16643"/>
                </a:cubicBezTo>
                <a:cubicBezTo>
                  <a:pt x="29310" y="17019"/>
                  <a:pt x="29310" y="17019"/>
                  <a:pt x="29310" y="17019"/>
                </a:cubicBezTo>
                <a:cubicBezTo>
                  <a:pt x="29053" y="17019"/>
                  <a:pt x="29053" y="17019"/>
                  <a:pt x="29053" y="17019"/>
                </a:cubicBezTo>
                <a:cubicBezTo>
                  <a:pt x="29016" y="16568"/>
                  <a:pt x="29016" y="16568"/>
                  <a:pt x="29016" y="16568"/>
                </a:cubicBezTo>
                <a:cubicBezTo>
                  <a:pt x="29200" y="16054"/>
                  <a:pt x="29200" y="16054"/>
                  <a:pt x="29200" y="16054"/>
                </a:cubicBezTo>
                <a:cubicBezTo>
                  <a:pt x="28943" y="15452"/>
                  <a:pt x="28943" y="15452"/>
                  <a:pt x="28943" y="15452"/>
                </a:cubicBezTo>
                <a:cubicBezTo>
                  <a:pt x="28802" y="14863"/>
                  <a:pt x="28802" y="14863"/>
                  <a:pt x="28802" y="14863"/>
                </a:cubicBezTo>
                <a:cubicBezTo>
                  <a:pt x="28330" y="14863"/>
                  <a:pt x="28330" y="14863"/>
                  <a:pt x="28330" y="14863"/>
                </a:cubicBezTo>
                <a:cubicBezTo>
                  <a:pt x="28073" y="15302"/>
                  <a:pt x="28073" y="15302"/>
                  <a:pt x="28073" y="15302"/>
                </a:cubicBezTo>
                <a:cubicBezTo>
                  <a:pt x="27748" y="15302"/>
                  <a:pt x="27748" y="15302"/>
                  <a:pt x="27748" y="15302"/>
                </a:cubicBezTo>
                <a:cubicBezTo>
                  <a:pt x="27528" y="15603"/>
                  <a:pt x="27528" y="15603"/>
                  <a:pt x="27528" y="15603"/>
                </a:cubicBezTo>
                <a:cubicBezTo>
                  <a:pt x="27491" y="16204"/>
                  <a:pt x="27491" y="16204"/>
                  <a:pt x="27491" y="16204"/>
                </a:cubicBezTo>
                <a:cubicBezTo>
                  <a:pt x="27675" y="16793"/>
                  <a:pt x="27675" y="16793"/>
                  <a:pt x="27675" y="16793"/>
                </a:cubicBezTo>
                <a:cubicBezTo>
                  <a:pt x="27528" y="17169"/>
                  <a:pt x="27528" y="17169"/>
                  <a:pt x="27528" y="17169"/>
                </a:cubicBezTo>
                <a:cubicBezTo>
                  <a:pt x="27822" y="17909"/>
                  <a:pt x="27822" y="17909"/>
                  <a:pt x="27822" y="17909"/>
                </a:cubicBezTo>
                <a:cubicBezTo>
                  <a:pt x="27601" y="17984"/>
                  <a:pt x="27601" y="17984"/>
                  <a:pt x="27601" y="17984"/>
                </a:cubicBezTo>
                <a:cubicBezTo>
                  <a:pt x="27277" y="17382"/>
                  <a:pt x="27277" y="17382"/>
                  <a:pt x="27277" y="17382"/>
                </a:cubicBezTo>
                <a:cubicBezTo>
                  <a:pt x="27166" y="16492"/>
                  <a:pt x="27166" y="16492"/>
                  <a:pt x="27166" y="16492"/>
                </a:cubicBezTo>
                <a:cubicBezTo>
                  <a:pt x="27130" y="15903"/>
                  <a:pt x="27130" y="15903"/>
                  <a:pt x="27130" y="15903"/>
                </a:cubicBezTo>
                <a:cubicBezTo>
                  <a:pt x="27381" y="15302"/>
                  <a:pt x="27381" y="15302"/>
                  <a:pt x="27381" y="15302"/>
                </a:cubicBezTo>
                <a:cubicBezTo>
                  <a:pt x="27712" y="14863"/>
                  <a:pt x="27712" y="14863"/>
                  <a:pt x="27712" y="14863"/>
                </a:cubicBezTo>
                <a:cubicBezTo>
                  <a:pt x="27240" y="14863"/>
                  <a:pt x="27240" y="14863"/>
                  <a:pt x="27240" y="14863"/>
                </a:cubicBezTo>
                <a:cubicBezTo>
                  <a:pt x="26768" y="14938"/>
                  <a:pt x="26768" y="14938"/>
                  <a:pt x="26768" y="14938"/>
                </a:cubicBezTo>
                <a:cubicBezTo>
                  <a:pt x="26333" y="15678"/>
                  <a:pt x="26333" y="15678"/>
                  <a:pt x="26333" y="15678"/>
                </a:cubicBezTo>
                <a:cubicBezTo>
                  <a:pt x="26076" y="16643"/>
                  <a:pt x="26076" y="16643"/>
                  <a:pt x="26076" y="16643"/>
                </a:cubicBezTo>
                <a:cubicBezTo>
                  <a:pt x="26039" y="17909"/>
                  <a:pt x="26039" y="17909"/>
                  <a:pt x="26039" y="17909"/>
                </a:cubicBezTo>
                <a:cubicBezTo>
                  <a:pt x="26437" y="18059"/>
                  <a:pt x="26437" y="18059"/>
                  <a:pt x="26437" y="18059"/>
                </a:cubicBezTo>
                <a:cubicBezTo>
                  <a:pt x="26732" y="18059"/>
                  <a:pt x="26732" y="18059"/>
                  <a:pt x="26732" y="18059"/>
                </a:cubicBezTo>
                <a:cubicBezTo>
                  <a:pt x="26836" y="18573"/>
                  <a:pt x="26836" y="18573"/>
                  <a:pt x="26836" y="18573"/>
                </a:cubicBezTo>
                <a:cubicBezTo>
                  <a:pt x="26548" y="18422"/>
                  <a:pt x="26548" y="18422"/>
                  <a:pt x="26548" y="18422"/>
                </a:cubicBezTo>
                <a:cubicBezTo>
                  <a:pt x="26186" y="18648"/>
                  <a:pt x="26186" y="18648"/>
                  <a:pt x="26186" y="18648"/>
                </a:cubicBezTo>
                <a:cubicBezTo>
                  <a:pt x="26474" y="19174"/>
                  <a:pt x="26474" y="19174"/>
                  <a:pt x="26474" y="19174"/>
                </a:cubicBezTo>
                <a:cubicBezTo>
                  <a:pt x="26879" y="19174"/>
                  <a:pt x="26879" y="19174"/>
                  <a:pt x="26879" y="19174"/>
                </a:cubicBezTo>
                <a:cubicBezTo>
                  <a:pt x="27056" y="19024"/>
                  <a:pt x="27056" y="19024"/>
                  <a:pt x="27056" y="19024"/>
                </a:cubicBezTo>
                <a:cubicBezTo>
                  <a:pt x="27313" y="19400"/>
                  <a:pt x="27313" y="19400"/>
                  <a:pt x="27313" y="19400"/>
                </a:cubicBezTo>
                <a:cubicBezTo>
                  <a:pt x="27822" y="19688"/>
                  <a:pt x="27822" y="19688"/>
                  <a:pt x="27822" y="19688"/>
                </a:cubicBezTo>
                <a:cubicBezTo>
                  <a:pt x="27528" y="19914"/>
                  <a:pt x="27528" y="19914"/>
                  <a:pt x="27528" y="19914"/>
                </a:cubicBezTo>
                <a:cubicBezTo>
                  <a:pt x="27491" y="20440"/>
                  <a:pt x="27491" y="20440"/>
                  <a:pt x="27491" y="20440"/>
                </a:cubicBezTo>
                <a:cubicBezTo>
                  <a:pt x="27712" y="20728"/>
                  <a:pt x="27712" y="20728"/>
                  <a:pt x="27712" y="20728"/>
                </a:cubicBezTo>
                <a:cubicBezTo>
                  <a:pt x="27381" y="21693"/>
                  <a:pt x="27381" y="21693"/>
                  <a:pt x="27381" y="21693"/>
                </a:cubicBezTo>
                <a:cubicBezTo>
                  <a:pt x="27203" y="22445"/>
                  <a:pt x="27203" y="22445"/>
                  <a:pt x="27203" y="22445"/>
                </a:cubicBezTo>
                <a:cubicBezTo>
                  <a:pt x="26983" y="22959"/>
                  <a:pt x="26983" y="22959"/>
                  <a:pt x="26983" y="22959"/>
                </a:cubicBezTo>
                <a:cubicBezTo>
                  <a:pt x="26732" y="22734"/>
                  <a:pt x="26732" y="22734"/>
                  <a:pt x="26732" y="22734"/>
                </a:cubicBezTo>
                <a:cubicBezTo>
                  <a:pt x="26584" y="21919"/>
                  <a:pt x="26584" y="21919"/>
                  <a:pt x="26584" y="21919"/>
                </a:cubicBezTo>
                <a:cubicBezTo>
                  <a:pt x="26732" y="21405"/>
                  <a:pt x="26732" y="21405"/>
                  <a:pt x="26732" y="21405"/>
                </a:cubicBezTo>
                <a:cubicBezTo>
                  <a:pt x="26297" y="20653"/>
                  <a:pt x="26297" y="20653"/>
                  <a:pt x="26297" y="20653"/>
                </a:cubicBezTo>
                <a:cubicBezTo>
                  <a:pt x="25966" y="21255"/>
                  <a:pt x="25966" y="21255"/>
                  <a:pt x="25966" y="21255"/>
                </a:cubicBezTo>
                <a:cubicBezTo>
                  <a:pt x="25457" y="20139"/>
                  <a:pt x="25457" y="20139"/>
                  <a:pt x="25457" y="20139"/>
                </a:cubicBezTo>
                <a:cubicBezTo>
                  <a:pt x="25280" y="19989"/>
                  <a:pt x="25280" y="19989"/>
                  <a:pt x="25280" y="19989"/>
                </a:cubicBezTo>
                <a:cubicBezTo>
                  <a:pt x="25316" y="19400"/>
                  <a:pt x="25316" y="19400"/>
                  <a:pt x="25316" y="19400"/>
                </a:cubicBezTo>
                <a:cubicBezTo>
                  <a:pt x="25243" y="18723"/>
                  <a:pt x="25243" y="18723"/>
                  <a:pt x="25243" y="18723"/>
                </a:cubicBezTo>
                <a:cubicBezTo>
                  <a:pt x="25022" y="18723"/>
                  <a:pt x="25022" y="18723"/>
                  <a:pt x="25022" y="18723"/>
                </a:cubicBezTo>
                <a:cubicBezTo>
                  <a:pt x="25022" y="18134"/>
                  <a:pt x="25022" y="18134"/>
                  <a:pt x="25022" y="18134"/>
                </a:cubicBezTo>
                <a:cubicBezTo>
                  <a:pt x="24661" y="17533"/>
                  <a:pt x="24661" y="17533"/>
                  <a:pt x="24661" y="17533"/>
                </a:cubicBezTo>
                <a:cubicBezTo>
                  <a:pt x="24226" y="17533"/>
                  <a:pt x="24226" y="17533"/>
                  <a:pt x="24226" y="17533"/>
                </a:cubicBezTo>
                <a:cubicBezTo>
                  <a:pt x="24153" y="17833"/>
                  <a:pt x="24153" y="17833"/>
                  <a:pt x="24153" y="17833"/>
                </a:cubicBezTo>
                <a:cubicBezTo>
                  <a:pt x="23932" y="17909"/>
                  <a:pt x="23932" y="17909"/>
                  <a:pt x="23932" y="17909"/>
                </a:cubicBezTo>
                <a:cubicBezTo>
                  <a:pt x="23754" y="18498"/>
                  <a:pt x="23754" y="18498"/>
                  <a:pt x="23754" y="18498"/>
                </a:cubicBezTo>
                <a:cubicBezTo>
                  <a:pt x="23859" y="18949"/>
                  <a:pt x="23859" y="18949"/>
                  <a:pt x="23859" y="18949"/>
                </a:cubicBezTo>
                <a:cubicBezTo>
                  <a:pt x="23785" y="19325"/>
                  <a:pt x="23785" y="19325"/>
                  <a:pt x="23785" y="19325"/>
                </a:cubicBezTo>
                <a:cubicBezTo>
                  <a:pt x="24153" y="19914"/>
                  <a:pt x="24153" y="19914"/>
                  <a:pt x="24153" y="19914"/>
                </a:cubicBezTo>
                <a:cubicBezTo>
                  <a:pt x="24477" y="20290"/>
                  <a:pt x="24477" y="20290"/>
                  <a:pt x="24477" y="20290"/>
                </a:cubicBezTo>
                <a:cubicBezTo>
                  <a:pt x="24367" y="20804"/>
                  <a:pt x="24367" y="20804"/>
                  <a:pt x="24367" y="20804"/>
                </a:cubicBezTo>
                <a:cubicBezTo>
                  <a:pt x="24006" y="20653"/>
                  <a:pt x="24006" y="20653"/>
                  <a:pt x="24006" y="20653"/>
                </a:cubicBezTo>
                <a:cubicBezTo>
                  <a:pt x="24116" y="21330"/>
                  <a:pt x="24116" y="21330"/>
                  <a:pt x="24116" y="21330"/>
                </a:cubicBezTo>
                <a:cubicBezTo>
                  <a:pt x="24441" y="21255"/>
                  <a:pt x="24441" y="21255"/>
                  <a:pt x="24441" y="21255"/>
                </a:cubicBezTo>
                <a:cubicBezTo>
                  <a:pt x="24771" y="20804"/>
                  <a:pt x="24771" y="20804"/>
                  <a:pt x="24771" y="20804"/>
                </a:cubicBezTo>
                <a:cubicBezTo>
                  <a:pt x="24771" y="21480"/>
                  <a:pt x="24771" y="21480"/>
                  <a:pt x="24771" y="21480"/>
                </a:cubicBezTo>
                <a:cubicBezTo>
                  <a:pt x="24189" y="22145"/>
                  <a:pt x="24189" y="22145"/>
                  <a:pt x="24189" y="22145"/>
                </a:cubicBezTo>
                <a:cubicBezTo>
                  <a:pt x="24226" y="23034"/>
                  <a:pt x="24226" y="23034"/>
                  <a:pt x="24226" y="23034"/>
                </a:cubicBezTo>
                <a:cubicBezTo>
                  <a:pt x="23828" y="22583"/>
                  <a:pt x="23828" y="22583"/>
                  <a:pt x="23828" y="22583"/>
                </a:cubicBezTo>
                <a:cubicBezTo>
                  <a:pt x="23932" y="21919"/>
                  <a:pt x="23932" y="21919"/>
                  <a:pt x="23932" y="21919"/>
                </a:cubicBezTo>
                <a:cubicBezTo>
                  <a:pt x="23718" y="21919"/>
                  <a:pt x="23718" y="21919"/>
                  <a:pt x="23718" y="21919"/>
                </a:cubicBezTo>
                <a:cubicBezTo>
                  <a:pt x="23681" y="21330"/>
                  <a:pt x="23681" y="21330"/>
                  <a:pt x="23681" y="21330"/>
                </a:cubicBezTo>
                <a:cubicBezTo>
                  <a:pt x="23895" y="21330"/>
                  <a:pt x="23895" y="21330"/>
                  <a:pt x="23895" y="21330"/>
                </a:cubicBezTo>
                <a:cubicBezTo>
                  <a:pt x="23828" y="20440"/>
                  <a:pt x="23828" y="20440"/>
                  <a:pt x="23828" y="20440"/>
                </a:cubicBezTo>
                <a:cubicBezTo>
                  <a:pt x="23283" y="19839"/>
                  <a:pt x="23283" y="19839"/>
                  <a:pt x="23283" y="19839"/>
                </a:cubicBezTo>
                <a:cubicBezTo>
                  <a:pt x="23173" y="20503"/>
                  <a:pt x="23173" y="20503"/>
                  <a:pt x="23173" y="20503"/>
                </a:cubicBezTo>
                <a:cubicBezTo>
                  <a:pt x="22842" y="20804"/>
                  <a:pt x="22842" y="20804"/>
                  <a:pt x="22842" y="20804"/>
                </a:cubicBezTo>
                <a:cubicBezTo>
                  <a:pt x="23350" y="21480"/>
                  <a:pt x="23350" y="21480"/>
                  <a:pt x="23350" y="21480"/>
                </a:cubicBezTo>
                <a:cubicBezTo>
                  <a:pt x="23136" y="21844"/>
                  <a:pt x="23136" y="21844"/>
                  <a:pt x="23136" y="21844"/>
                </a:cubicBezTo>
                <a:cubicBezTo>
                  <a:pt x="23026" y="22370"/>
                  <a:pt x="23026" y="22370"/>
                  <a:pt x="23026" y="22370"/>
                </a:cubicBezTo>
                <a:cubicBezTo>
                  <a:pt x="22082" y="22445"/>
                  <a:pt x="22082" y="22445"/>
                  <a:pt x="22082" y="22445"/>
                </a:cubicBezTo>
                <a:cubicBezTo>
                  <a:pt x="21611" y="22069"/>
                  <a:pt x="21611" y="22069"/>
                  <a:pt x="21611" y="22069"/>
                </a:cubicBezTo>
                <a:cubicBezTo>
                  <a:pt x="21280" y="21919"/>
                  <a:pt x="21280" y="21919"/>
                  <a:pt x="21280" y="21919"/>
                </a:cubicBezTo>
                <a:cubicBezTo>
                  <a:pt x="20808" y="21405"/>
                  <a:pt x="20808" y="21405"/>
                  <a:pt x="20808" y="21405"/>
                </a:cubicBezTo>
                <a:cubicBezTo>
                  <a:pt x="20483" y="21769"/>
                  <a:pt x="20483" y="21769"/>
                  <a:pt x="20483" y="21769"/>
                </a:cubicBezTo>
                <a:cubicBezTo>
                  <a:pt x="20012" y="22220"/>
                  <a:pt x="20012" y="22220"/>
                  <a:pt x="20012" y="22220"/>
                </a:cubicBezTo>
                <a:cubicBezTo>
                  <a:pt x="20122" y="22809"/>
                  <a:pt x="20122" y="22809"/>
                  <a:pt x="20122" y="22809"/>
                </a:cubicBezTo>
                <a:cubicBezTo>
                  <a:pt x="20049" y="23774"/>
                  <a:pt x="20049" y="23774"/>
                  <a:pt x="20049" y="23774"/>
                </a:cubicBezTo>
                <a:cubicBezTo>
                  <a:pt x="19754" y="22671"/>
                  <a:pt x="19754" y="22671"/>
                  <a:pt x="19754" y="22671"/>
                </a:cubicBezTo>
                <a:cubicBezTo>
                  <a:pt x="19283" y="22220"/>
                  <a:pt x="19283" y="22220"/>
                  <a:pt x="19283" y="22220"/>
                </a:cubicBezTo>
                <a:cubicBezTo>
                  <a:pt x="18774" y="22445"/>
                  <a:pt x="18774" y="22445"/>
                  <a:pt x="18774" y="22445"/>
                </a:cubicBezTo>
                <a:cubicBezTo>
                  <a:pt x="17617" y="22220"/>
                  <a:pt x="17617" y="22220"/>
                  <a:pt x="17617" y="22220"/>
                </a:cubicBezTo>
                <a:cubicBezTo>
                  <a:pt x="17617" y="21919"/>
                  <a:pt x="17617" y="21919"/>
                  <a:pt x="17617" y="21919"/>
                </a:cubicBezTo>
                <a:cubicBezTo>
                  <a:pt x="18015" y="21618"/>
                  <a:pt x="18015" y="21618"/>
                  <a:pt x="18015" y="21618"/>
                </a:cubicBezTo>
                <a:cubicBezTo>
                  <a:pt x="17433" y="21029"/>
                  <a:pt x="17433" y="21029"/>
                  <a:pt x="17433" y="21029"/>
                </a:cubicBezTo>
                <a:cubicBezTo>
                  <a:pt x="17071" y="21029"/>
                  <a:pt x="17071" y="21029"/>
                  <a:pt x="17071" y="21029"/>
                </a:cubicBezTo>
                <a:cubicBezTo>
                  <a:pt x="16018" y="20440"/>
                  <a:pt x="16018" y="20440"/>
                  <a:pt x="16018" y="20440"/>
                </a:cubicBezTo>
                <a:cubicBezTo>
                  <a:pt x="15761" y="19989"/>
                  <a:pt x="15761" y="19989"/>
                  <a:pt x="15761" y="19989"/>
                </a:cubicBezTo>
                <a:cubicBezTo>
                  <a:pt x="15289" y="19839"/>
                  <a:pt x="15289" y="19839"/>
                  <a:pt x="15289" y="19839"/>
                </a:cubicBezTo>
                <a:cubicBezTo>
                  <a:pt x="15001" y="19914"/>
                  <a:pt x="15001" y="19914"/>
                  <a:pt x="15001" y="19914"/>
                </a:cubicBezTo>
                <a:cubicBezTo>
                  <a:pt x="14891" y="20290"/>
                  <a:pt x="14891" y="20290"/>
                  <a:pt x="14891" y="20290"/>
                </a:cubicBezTo>
                <a:cubicBezTo>
                  <a:pt x="14633" y="20440"/>
                  <a:pt x="14633" y="20440"/>
                  <a:pt x="14633" y="20440"/>
                </a:cubicBezTo>
                <a:cubicBezTo>
                  <a:pt x="14346" y="19538"/>
                  <a:pt x="14346" y="19538"/>
                  <a:pt x="14346" y="19538"/>
                </a:cubicBezTo>
                <a:cubicBezTo>
                  <a:pt x="14199" y="20290"/>
                  <a:pt x="14199" y="20290"/>
                  <a:pt x="14199" y="20290"/>
                </a:cubicBezTo>
                <a:cubicBezTo>
                  <a:pt x="13874" y="20215"/>
                  <a:pt x="13874" y="20215"/>
                  <a:pt x="13874" y="20215"/>
                </a:cubicBezTo>
                <a:cubicBezTo>
                  <a:pt x="13580" y="19174"/>
                  <a:pt x="13580" y="19174"/>
                  <a:pt x="13580" y="19174"/>
                </a:cubicBezTo>
                <a:cubicBezTo>
                  <a:pt x="13218" y="18949"/>
                  <a:pt x="13218" y="18949"/>
                  <a:pt x="13218" y="18949"/>
                </a:cubicBezTo>
                <a:cubicBezTo>
                  <a:pt x="13108" y="19688"/>
                  <a:pt x="13108" y="19688"/>
                  <a:pt x="13108" y="19688"/>
                </a:cubicBezTo>
                <a:cubicBezTo>
                  <a:pt x="12894" y="20064"/>
                  <a:pt x="12894" y="20064"/>
                  <a:pt x="12894" y="20064"/>
                </a:cubicBezTo>
                <a:cubicBezTo>
                  <a:pt x="12526" y="20215"/>
                  <a:pt x="12526" y="20215"/>
                  <a:pt x="12526" y="20215"/>
                </a:cubicBezTo>
                <a:cubicBezTo>
                  <a:pt x="12091" y="20503"/>
                  <a:pt x="12091" y="20503"/>
                  <a:pt x="12091" y="20503"/>
                </a:cubicBezTo>
                <a:cubicBezTo>
                  <a:pt x="11620" y="20954"/>
                  <a:pt x="11620" y="20954"/>
                  <a:pt x="11620" y="20954"/>
                </a:cubicBezTo>
                <a:cubicBezTo>
                  <a:pt x="11987" y="20290"/>
                  <a:pt x="11987" y="20290"/>
                  <a:pt x="11987" y="20290"/>
                </a:cubicBezTo>
                <a:cubicBezTo>
                  <a:pt x="12385" y="20064"/>
                  <a:pt x="12385" y="20064"/>
                  <a:pt x="12385" y="20064"/>
                </a:cubicBezTo>
                <a:cubicBezTo>
                  <a:pt x="12673" y="19839"/>
                  <a:pt x="12673" y="19839"/>
                  <a:pt x="12673" y="19839"/>
                </a:cubicBezTo>
                <a:cubicBezTo>
                  <a:pt x="12784" y="19475"/>
                  <a:pt x="12784" y="19475"/>
                  <a:pt x="12784" y="19475"/>
                </a:cubicBezTo>
                <a:cubicBezTo>
                  <a:pt x="12637" y="19400"/>
                  <a:pt x="12637" y="19400"/>
                  <a:pt x="12637" y="19400"/>
                </a:cubicBezTo>
                <a:cubicBezTo>
                  <a:pt x="12165" y="19688"/>
                  <a:pt x="12165" y="19688"/>
                  <a:pt x="12165" y="19688"/>
                </a:cubicBezTo>
                <a:cubicBezTo>
                  <a:pt x="11620" y="20215"/>
                  <a:pt x="11620" y="20215"/>
                  <a:pt x="11620" y="20215"/>
                </a:cubicBezTo>
                <a:cubicBezTo>
                  <a:pt x="11332" y="20215"/>
                  <a:pt x="11332" y="20215"/>
                  <a:pt x="11332" y="20215"/>
                </a:cubicBezTo>
                <a:cubicBezTo>
                  <a:pt x="11038" y="20215"/>
                  <a:pt x="11038" y="20215"/>
                  <a:pt x="11038" y="20215"/>
                </a:cubicBezTo>
                <a:cubicBezTo>
                  <a:pt x="10493" y="20879"/>
                  <a:pt x="10493" y="20879"/>
                  <a:pt x="10493" y="20879"/>
                </a:cubicBezTo>
                <a:cubicBezTo>
                  <a:pt x="9947" y="20728"/>
                  <a:pt x="9947" y="20728"/>
                  <a:pt x="9947" y="20728"/>
                </a:cubicBezTo>
                <a:cubicBezTo>
                  <a:pt x="9513" y="20064"/>
                  <a:pt x="9513" y="20064"/>
                  <a:pt x="9513" y="20064"/>
                </a:cubicBezTo>
                <a:cubicBezTo>
                  <a:pt x="8716" y="19989"/>
                  <a:pt x="8716" y="19989"/>
                  <a:pt x="8716" y="19989"/>
                </a:cubicBezTo>
                <a:cubicBezTo>
                  <a:pt x="8428" y="19688"/>
                  <a:pt x="8428" y="19688"/>
                  <a:pt x="8428" y="19688"/>
                </a:cubicBezTo>
                <a:cubicBezTo>
                  <a:pt x="8024" y="19538"/>
                  <a:pt x="8024" y="19538"/>
                  <a:pt x="8024" y="19538"/>
                </a:cubicBezTo>
                <a:cubicBezTo>
                  <a:pt x="7552" y="19688"/>
                  <a:pt x="7552" y="19688"/>
                  <a:pt x="7552" y="19688"/>
                </a:cubicBezTo>
                <a:cubicBezTo>
                  <a:pt x="7228" y="19400"/>
                  <a:pt x="7228" y="19400"/>
                  <a:pt x="7228" y="19400"/>
                </a:cubicBezTo>
                <a:cubicBezTo>
                  <a:pt x="6719" y="19400"/>
                  <a:pt x="6719" y="19400"/>
                  <a:pt x="6719" y="19400"/>
                </a:cubicBezTo>
                <a:cubicBezTo>
                  <a:pt x="6174" y="19099"/>
                  <a:pt x="6174" y="19099"/>
                  <a:pt x="6174" y="19099"/>
                </a:cubicBezTo>
                <a:cubicBezTo>
                  <a:pt x="5702" y="19099"/>
                  <a:pt x="5702" y="19099"/>
                  <a:pt x="5702" y="19099"/>
                </a:cubicBezTo>
                <a:cubicBezTo>
                  <a:pt x="5304" y="19099"/>
                  <a:pt x="5304" y="19099"/>
                  <a:pt x="5304" y="19099"/>
                </a:cubicBezTo>
                <a:cubicBezTo>
                  <a:pt x="5194" y="18573"/>
                  <a:pt x="5194" y="18573"/>
                  <a:pt x="5194" y="18573"/>
                </a:cubicBezTo>
                <a:cubicBezTo>
                  <a:pt x="4428" y="18498"/>
                  <a:pt x="4428" y="18498"/>
                  <a:pt x="4428" y="18498"/>
                </a:cubicBezTo>
                <a:cubicBezTo>
                  <a:pt x="4104" y="18573"/>
                  <a:pt x="4104" y="18573"/>
                  <a:pt x="4104" y="18573"/>
                </a:cubicBezTo>
                <a:cubicBezTo>
                  <a:pt x="4214" y="18209"/>
                  <a:pt x="4214" y="18209"/>
                  <a:pt x="4214" y="18209"/>
                </a:cubicBezTo>
                <a:cubicBezTo>
                  <a:pt x="3742" y="18134"/>
                  <a:pt x="3742" y="18134"/>
                  <a:pt x="3742" y="18134"/>
                </a:cubicBezTo>
                <a:cubicBezTo>
                  <a:pt x="3338" y="18648"/>
                  <a:pt x="3338" y="18648"/>
                  <a:pt x="3338" y="18648"/>
                </a:cubicBezTo>
                <a:cubicBezTo>
                  <a:pt x="2725" y="18648"/>
                  <a:pt x="2725" y="18648"/>
                  <a:pt x="2725" y="18648"/>
                </a:cubicBezTo>
                <a:cubicBezTo>
                  <a:pt x="2254" y="19325"/>
                  <a:pt x="2254" y="19325"/>
                  <a:pt x="2254" y="19325"/>
                </a:cubicBezTo>
                <a:cubicBezTo>
                  <a:pt x="1886" y="19325"/>
                  <a:pt x="1886" y="19325"/>
                  <a:pt x="1886" y="19325"/>
                </a:cubicBezTo>
                <a:cubicBezTo>
                  <a:pt x="1562" y="19839"/>
                  <a:pt x="1562" y="19839"/>
                  <a:pt x="1562" y="19839"/>
                </a:cubicBezTo>
                <a:cubicBezTo>
                  <a:pt x="1525" y="20503"/>
                  <a:pt x="1525" y="20503"/>
                  <a:pt x="1525" y="20503"/>
                </a:cubicBezTo>
                <a:cubicBezTo>
                  <a:pt x="1127" y="21029"/>
                  <a:pt x="1127" y="21029"/>
                  <a:pt x="1127" y="21029"/>
                </a:cubicBezTo>
                <a:cubicBezTo>
                  <a:pt x="508" y="21029"/>
                  <a:pt x="508" y="21029"/>
                  <a:pt x="508" y="21029"/>
                </a:cubicBezTo>
                <a:cubicBezTo>
                  <a:pt x="398" y="21769"/>
                  <a:pt x="398" y="21769"/>
                  <a:pt x="398" y="21769"/>
                </a:cubicBezTo>
                <a:cubicBezTo>
                  <a:pt x="1127" y="22445"/>
                  <a:pt x="1127" y="22445"/>
                  <a:pt x="1127" y="22445"/>
                </a:cubicBezTo>
                <a:cubicBezTo>
                  <a:pt x="1341" y="23110"/>
                  <a:pt x="1341" y="23110"/>
                  <a:pt x="1341" y="23110"/>
                </a:cubicBezTo>
                <a:cubicBezTo>
                  <a:pt x="1745" y="23410"/>
                  <a:pt x="1745" y="23410"/>
                  <a:pt x="1745" y="23410"/>
                </a:cubicBezTo>
                <a:cubicBezTo>
                  <a:pt x="2033" y="24225"/>
                  <a:pt x="2033" y="24225"/>
                  <a:pt x="2033" y="24225"/>
                </a:cubicBezTo>
                <a:cubicBezTo>
                  <a:pt x="1635" y="24375"/>
                  <a:pt x="1635" y="24375"/>
                  <a:pt x="1635" y="24375"/>
                </a:cubicBezTo>
                <a:cubicBezTo>
                  <a:pt x="1267" y="24225"/>
                  <a:pt x="1267" y="24225"/>
                  <a:pt x="1267" y="24225"/>
                </a:cubicBezTo>
                <a:cubicBezTo>
                  <a:pt x="1231" y="23561"/>
                  <a:pt x="1231" y="23561"/>
                  <a:pt x="1231" y="23561"/>
                </a:cubicBezTo>
                <a:cubicBezTo>
                  <a:pt x="796" y="24075"/>
                  <a:pt x="796" y="24075"/>
                  <a:pt x="796" y="24075"/>
                </a:cubicBezTo>
                <a:cubicBezTo>
                  <a:pt x="434" y="24150"/>
                  <a:pt x="434" y="24150"/>
                  <a:pt x="434" y="24150"/>
                </a:cubicBezTo>
                <a:cubicBezTo>
                  <a:pt x="0" y="24814"/>
                  <a:pt x="0" y="24814"/>
                  <a:pt x="0" y="24814"/>
                </a:cubicBezTo>
                <a:cubicBezTo>
                  <a:pt x="183" y="25115"/>
                  <a:pt x="183" y="25115"/>
                  <a:pt x="183" y="25115"/>
                </a:cubicBezTo>
                <a:cubicBezTo>
                  <a:pt x="434" y="25491"/>
                  <a:pt x="434" y="25491"/>
                  <a:pt x="434" y="25491"/>
                </a:cubicBezTo>
                <a:cubicBezTo>
                  <a:pt x="581" y="26230"/>
                  <a:pt x="581" y="26230"/>
                  <a:pt x="581" y="26230"/>
                </a:cubicBezTo>
                <a:cubicBezTo>
                  <a:pt x="1709" y="26005"/>
                  <a:pt x="1709" y="26005"/>
                  <a:pt x="1709" y="26005"/>
                </a:cubicBezTo>
                <a:cubicBezTo>
                  <a:pt x="1996" y="25641"/>
                  <a:pt x="1996" y="25641"/>
                  <a:pt x="1996" y="25641"/>
                </a:cubicBezTo>
                <a:cubicBezTo>
                  <a:pt x="2284" y="25716"/>
                  <a:pt x="2284" y="25716"/>
                  <a:pt x="2284" y="25716"/>
                </a:cubicBezTo>
                <a:cubicBezTo>
                  <a:pt x="2217" y="26381"/>
                  <a:pt x="2217" y="26381"/>
                  <a:pt x="2217" y="26381"/>
                </a:cubicBezTo>
                <a:cubicBezTo>
                  <a:pt x="2217" y="27195"/>
                  <a:pt x="2217" y="27195"/>
                  <a:pt x="2217" y="27195"/>
                </a:cubicBezTo>
                <a:cubicBezTo>
                  <a:pt x="1813" y="27195"/>
                  <a:pt x="1813" y="27195"/>
                  <a:pt x="1813" y="27195"/>
                </a:cubicBezTo>
                <a:cubicBezTo>
                  <a:pt x="1415" y="27496"/>
                  <a:pt x="1415" y="27496"/>
                  <a:pt x="1415" y="27496"/>
                </a:cubicBezTo>
                <a:cubicBezTo>
                  <a:pt x="1053" y="27421"/>
                  <a:pt x="1053" y="27421"/>
                  <a:pt x="1053" y="27421"/>
                </a:cubicBezTo>
                <a:cubicBezTo>
                  <a:pt x="943" y="28236"/>
                  <a:pt x="943" y="28236"/>
                  <a:pt x="943" y="28236"/>
                </a:cubicBezTo>
                <a:cubicBezTo>
                  <a:pt x="545" y="28975"/>
                  <a:pt x="545" y="28975"/>
                  <a:pt x="545" y="28975"/>
                </a:cubicBezTo>
                <a:cubicBezTo>
                  <a:pt x="618" y="29501"/>
                  <a:pt x="618" y="29501"/>
                  <a:pt x="618" y="29501"/>
                </a:cubicBezTo>
                <a:cubicBezTo>
                  <a:pt x="796" y="29577"/>
                  <a:pt x="796" y="29577"/>
                  <a:pt x="796" y="29577"/>
                </a:cubicBezTo>
                <a:cubicBezTo>
                  <a:pt x="869" y="30015"/>
                  <a:pt x="869" y="30015"/>
                  <a:pt x="869" y="30015"/>
                </a:cubicBezTo>
                <a:cubicBezTo>
                  <a:pt x="1053" y="30692"/>
                  <a:pt x="1053" y="30692"/>
                  <a:pt x="1053" y="30692"/>
                </a:cubicBezTo>
                <a:cubicBezTo>
                  <a:pt x="1525" y="31055"/>
                  <a:pt x="1525" y="31055"/>
                  <a:pt x="1525" y="31055"/>
                </a:cubicBezTo>
                <a:cubicBezTo>
                  <a:pt x="1745" y="30466"/>
                  <a:pt x="1745" y="30466"/>
                  <a:pt x="1745" y="30466"/>
                </a:cubicBezTo>
                <a:cubicBezTo>
                  <a:pt x="1996" y="31206"/>
                  <a:pt x="1996" y="31206"/>
                  <a:pt x="1996" y="31206"/>
                </a:cubicBezTo>
                <a:cubicBezTo>
                  <a:pt x="1960" y="32246"/>
                  <a:pt x="1960" y="32246"/>
                  <a:pt x="1960" y="32246"/>
                </a:cubicBezTo>
                <a:cubicBezTo>
                  <a:pt x="2180" y="32246"/>
                  <a:pt x="2180" y="32246"/>
                  <a:pt x="2180" y="32246"/>
                </a:cubicBezTo>
                <a:cubicBezTo>
                  <a:pt x="2358" y="32020"/>
                  <a:pt x="2358" y="32020"/>
                  <a:pt x="2358" y="32020"/>
                </a:cubicBezTo>
                <a:cubicBezTo>
                  <a:pt x="2725" y="32020"/>
                  <a:pt x="2725" y="32020"/>
                  <a:pt x="2725" y="32020"/>
                </a:cubicBezTo>
                <a:cubicBezTo>
                  <a:pt x="2977" y="32246"/>
                  <a:pt x="2977" y="32246"/>
                  <a:pt x="2977" y="32246"/>
                </a:cubicBezTo>
                <a:cubicBezTo>
                  <a:pt x="3087" y="31807"/>
                  <a:pt x="3087" y="31807"/>
                  <a:pt x="3087" y="31807"/>
                </a:cubicBezTo>
                <a:cubicBezTo>
                  <a:pt x="3338" y="32171"/>
                  <a:pt x="3338" y="32171"/>
                  <a:pt x="3338" y="32171"/>
                </a:cubicBezTo>
                <a:cubicBezTo>
                  <a:pt x="3595" y="31883"/>
                  <a:pt x="3595" y="31883"/>
                  <a:pt x="3595" y="31883"/>
                </a:cubicBezTo>
                <a:cubicBezTo>
                  <a:pt x="3595" y="31883"/>
                  <a:pt x="3448" y="32547"/>
                  <a:pt x="3448" y="32772"/>
                </a:cubicBezTo>
                <a:cubicBezTo>
                  <a:pt x="3448" y="32985"/>
                  <a:pt x="3234" y="33286"/>
                  <a:pt x="3124" y="33361"/>
                </a:cubicBezTo>
                <a:cubicBezTo>
                  <a:pt x="3013" y="33512"/>
                  <a:pt x="2578" y="34251"/>
                  <a:pt x="2578" y="34251"/>
                </a:cubicBezTo>
                <a:cubicBezTo>
                  <a:pt x="2395" y="34778"/>
                  <a:pt x="2395" y="34778"/>
                  <a:pt x="2395" y="34778"/>
                </a:cubicBezTo>
                <a:cubicBezTo>
                  <a:pt x="2033" y="34778"/>
                  <a:pt x="2033" y="34778"/>
                  <a:pt x="2033" y="34778"/>
                </a:cubicBezTo>
                <a:cubicBezTo>
                  <a:pt x="1709" y="35291"/>
                  <a:pt x="1709" y="35291"/>
                  <a:pt x="1709" y="35291"/>
                </a:cubicBezTo>
                <a:cubicBezTo>
                  <a:pt x="1231" y="35517"/>
                  <a:pt x="1231" y="35517"/>
                  <a:pt x="1231" y="35517"/>
                </a:cubicBezTo>
                <a:cubicBezTo>
                  <a:pt x="833" y="36181"/>
                  <a:pt x="833" y="36181"/>
                  <a:pt x="833" y="36181"/>
                </a:cubicBezTo>
                <a:cubicBezTo>
                  <a:pt x="1053" y="36407"/>
                  <a:pt x="1053" y="36407"/>
                  <a:pt x="1053" y="36407"/>
                </a:cubicBezTo>
                <a:cubicBezTo>
                  <a:pt x="1451" y="35818"/>
                  <a:pt x="1451" y="35818"/>
                  <a:pt x="1451" y="35818"/>
                </a:cubicBezTo>
                <a:cubicBezTo>
                  <a:pt x="1709" y="35743"/>
                  <a:pt x="1709" y="35743"/>
                  <a:pt x="1709" y="35743"/>
                </a:cubicBezTo>
                <a:cubicBezTo>
                  <a:pt x="2143" y="35291"/>
                  <a:pt x="2143" y="35291"/>
                  <a:pt x="2143" y="35291"/>
                </a:cubicBezTo>
                <a:cubicBezTo>
                  <a:pt x="2652" y="34853"/>
                  <a:pt x="2652" y="34853"/>
                  <a:pt x="2652" y="34853"/>
                </a:cubicBezTo>
                <a:cubicBezTo>
                  <a:pt x="3632" y="33888"/>
                  <a:pt x="3632" y="33888"/>
                  <a:pt x="3632" y="33888"/>
                </a:cubicBezTo>
                <a:cubicBezTo>
                  <a:pt x="3773" y="33286"/>
                  <a:pt x="3773" y="33286"/>
                  <a:pt x="3773" y="33286"/>
                </a:cubicBezTo>
                <a:cubicBezTo>
                  <a:pt x="4833" y="32096"/>
                  <a:pt x="4833" y="32096"/>
                  <a:pt x="4833" y="32096"/>
                </a:cubicBezTo>
                <a:cubicBezTo>
                  <a:pt x="4539" y="31281"/>
                  <a:pt x="4539" y="31281"/>
                  <a:pt x="4539" y="31281"/>
                </a:cubicBezTo>
                <a:cubicBezTo>
                  <a:pt x="5084" y="30692"/>
                  <a:pt x="5084" y="30692"/>
                  <a:pt x="5084" y="30692"/>
                </a:cubicBezTo>
                <a:cubicBezTo>
                  <a:pt x="5335" y="29727"/>
                  <a:pt x="5335" y="29727"/>
                  <a:pt x="5335" y="29727"/>
                </a:cubicBezTo>
                <a:cubicBezTo>
                  <a:pt x="5813" y="29501"/>
                  <a:pt x="5813" y="29501"/>
                  <a:pt x="5813" y="29501"/>
                </a:cubicBezTo>
                <a:cubicBezTo>
                  <a:pt x="6064" y="29802"/>
                  <a:pt x="6064" y="29802"/>
                  <a:pt x="6064" y="29802"/>
                </a:cubicBezTo>
                <a:cubicBezTo>
                  <a:pt x="5519" y="30241"/>
                  <a:pt x="5519" y="30241"/>
                  <a:pt x="5519" y="30241"/>
                </a:cubicBezTo>
                <a:cubicBezTo>
                  <a:pt x="5372" y="30842"/>
                  <a:pt x="5372" y="30842"/>
                  <a:pt x="5372" y="30842"/>
                </a:cubicBezTo>
                <a:cubicBezTo>
                  <a:pt x="5445" y="31431"/>
                  <a:pt x="5445" y="31431"/>
                  <a:pt x="5445" y="31431"/>
                </a:cubicBezTo>
                <a:cubicBezTo>
                  <a:pt x="6137" y="30767"/>
                  <a:pt x="6137" y="30767"/>
                  <a:pt x="6137" y="30767"/>
                </a:cubicBezTo>
                <a:cubicBezTo>
                  <a:pt x="6609" y="30617"/>
                  <a:pt x="6609" y="30617"/>
                  <a:pt x="6609" y="30617"/>
                </a:cubicBezTo>
                <a:lnTo>
                  <a:pt x="6499" y="30166"/>
                </a:lnTo>
                <a:close/>
                <a:moveTo>
                  <a:pt x="5084" y="33073"/>
                </a:moveTo>
                <a:lnTo>
                  <a:pt x="5084" y="33073"/>
                </a:lnTo>
                <a:cubicBezTo>
                  <a:pt x="5084" y="32396"/>
                  <a:pt x="5084" y="32396"/>
                  <a:pt x="5084" y="32396"/>
                </a:cubicBezTo>
                <a:cubicBezTo>
                  <a:pt x="4833" y="32772"/>
                  <a:pt x="4833" y="32772"/>
                  <a:pt x="4833" y="32772"/>
                </a:cubicBezTo>
                <a:cubicBezTo>
                  <a:pt x="4355" y="33361"/>
                  <a:pt x="4355" y="33361"/>
                  <a:pt x="4355" y="33361"/>
                </a:cubicBezTo>
                <a:cubicBezTo>
                  <a:pt x="4502" y="34038"/>
                  <a:pt x="4502" y="34038"/>
                  <a:pt x="4502" y="34038"/>
                </a:cubicBezTo>
                <a:cubicBezTo>
                  <a:pt x="4833" y="33662"/>
                  <a:pt x="4833" y="33662"/>
                  <a:pt x="4833" y="33662"/>
                </a:cubicBezTo>
                <a:lnTo>
                  <a:pt x="5084" y="33073"/>
                </a:lnTo>
                <a:close/>
              </a:path>
            </a:pathLst>
          </a:custGeom>
          <a:solidFill>
            <a:srgbClr val="C5CACF"/>
          </a:solidFill>
          <a:ln>
            <a:noFill/>
          </a:ln>
        </p:spPr>
        <p:txBody>
          <a:bodyPr lIns="91425" tIns="45700" rIns="91425" bIns="45700" anchor="ctr" anchorCtr="0">
            <a:noAutofit/>
          </a:bodyPr>
          <a:lstStyle/>
          <a:p>
            <a:pPr marL="0" marR="0" lvl="0" indent="0" algn="l" rtl="0">
              <a:spcBef>
                <a:spcPts val="0"/>
              </a:spcBef>
              <a:buNone/>
            </a:pPr>
            <a:endParaRPr sz="3600">
              <a:solidFill>
                <a:schemeClr val="dk1"/>
              </a:solidFill>
              <a:latin typeface="Roboto"/>
              <a:ea typeface="Roboto"/>
              <a:cs typeface="Roboto"/>
              <a:sym typeface="Roboto"/>
            </a:endParaRPr>
          </a:p>
        </p:txBody>
      </p:sp>
      <p:sp>
        <p:nvSpPr>
          <p:cNvPr id="11" name="Rectangle: Rounded Corners 10">
            <a:extLst>
              <a:ext uri="{FF2B5EF4-FFF2-40B4-BE49-F238E27FC236}">
                <a16:creationId xmlns:a16="http://schemas.microsoft.com/office/drawing/2014/main" id="{81979C13-7503-B211-9B0D-551D01A3ED4E}"/>
              </a:ext>
            </a:extLst>
          </p:cNvPr>
          <p:cNvSpPr/>
          <p:nvPr/>
        </p:nvSpPr>
        <p:spPr>
          <a:xfrm>
            <a:off x="318805" y="2471730"/>
            <a:ext cx="1360336" cy="273375"/>
          </a:xfrm>
          <a:prstGeom prst="roundRect">
            <a:avLst/>
          </a:prstGeom>
          <a:solidFill>
            <a:schemeClr val="accent4"/>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IN" sz="1400" b="1">
                <a:solidFill>
                  <a:schemeClr val="bg2"/>
                </a:solidFill>
              </a:rPr>
              <a:t>NA = 554 KE</a:t>
            </a:r>
          </a:p>
        </p:txBody>
      </p:sp>
      <p:sp>
        <p:nvSpPr>
          <p:cNvPr id="15" name="TextBox 14">
            <a:extLst>
              <a:ext uri="{FF2B5EF4-FFF2-40B4-BE49-F238E27FC236}">
                <a16:creationId xmlns:a16="http://schemas.microsoft.com/office/drawing/2014/main" id="{55028786-E474-1AB9-D5B6-17F84C786712}"/>
              </a:ext>
            </a:extLst>
          </p:cNvPr>
          <p:cNvSpPr txBox="1"/>
          <p:nvPr/>
        </p:nvSpPr>
        <p:spPr>
          <a:xfrm>
            <a:off x="1300063" y="3149172"/>
            <a:ext cx="386942" cy="309958"/>
          </a:xfrm>
          <a:prstGeom prst="rect">
            <a:avLst/>
          </a:prstGeom>
          <a:noFill/>
        </p:spPr>
        <p:txBody>
          <a:bodyPr vert="horz" wrap="none" lIns="90000" tIns="46800" rIns="90000" bIns="46800" rtlCol="0" anchor="ctr">
            <a:spAutoFit/>
          </a:bodyPr>
          <a:lstStyle/>
          <a:p>
            <a:pPr algn="ctr">
              <a:spcBef>
                <a:spcPct val="0"/>
              </a:spcBef>
            </a:pPr>
            <a:r>
              <a:rPr lang="en-IN" sz="1400" b="1">
                <a:solidFill>
                  <a:schemeClr val="accent4"/>
                </a:solidFill>
              </a:rPr>
              <a:t>81</a:t>
            </a:r>
          </a:p>
        </p:txBody>
      </p:sp>
      <p:cxnSp>
        <p:nvCxnSpPr>
          <p:cNvPr id="21" name="Connector: Elbow 20">
            <a:extLst>
              <a:ext uri="{FF2B5EF4-FFF2-40B4-BE49-F238E27FC236}">
                <a16:creationId xmlns:a16="http://schemas.microsoft.com/office/drawing/2014/main" id="{6C7039DC-7B33-DADE-EB78-D0830D48A569}"/>
              </a:ext>
            </a:extLst>
          </p:cNvPr>
          <p:cNvCxnSpPr>
            <a:cxnSpLocks/>
            <a:stCxn id="11" idx="3"/>
          </p:cNvCxnSpPr>
          <p:nvPr/>
        </p:nvCxnSpPr>
        <p:spPr>
          <a:xfrm>
            <a:off x="1679141" y="2608418"/>
            <a:ext cx="1134264" cy="876723"/>
          </a:xfrm>
          <a:prstGeom prst="bentConnector3">
            <a:avLst>
              <a:gd name="adj1" fmla="val 101716"/>
            </a:avLst>
          </a:prstGeom>
          <a:ln w="38100">
            <a:solidFill>
              <a:schemeClr val="accent4"/>
            </a:solidFill>
            <a:prstDash val="sysDash"/>
          </a:ln>
        </p:spPr>
        <p:style>
          <a:lnRef idx="1">
            <a:schemeClr val="accent1"/>
          </a:lnRef>
          <a:fillRef idx="0">
            <a:schemeClr val="accent1"/>
          </a:fillRef>
          <a:effectRef idx="0">
            <a:schemeClr val="accent1"/>
          </a:effectRef>
          <a:fontRef idx="minor">
            <a:schemeClr val="tx1"/>
          </a:fontRef>
        </p:style>
      </p:cxnSp>
      <p:sp>
        <p:nvSpPr>
          <p:cNvPr id="61" name="Rectangle: Rounded Corners 60">
            <a:extLst>
              <a:ext uri="{FF2B5EF4-FFF2-40B4-BE49-F238E27FC236}">
                <a16:creationId xmlns:a16="http://schemas.microsoft.com/office/drawing/2014/main" id="{B4E435A9-F8F3-DFF7-CD00-8DE6663A1CC4}"/>
              </a:ext>
            </a:extLst>
          </p:cNvPr>
          <p:cNvSpPr/>
          <p:nvPr/>
        </p:nvSpPr>
        <p:spPr>
          <a:xfrm>
            <a:off x="9960292" y="3123526"/>
            <a:ext cx="1444528" cy="273375"/>
          </a:xfrm>
          <a:prstGeom prst="round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IN" sz="1400" b="1">
                <a:solidFill>
                  <a:schemeClr val="bg2"/>
                </a:solidFill>
              </a:rPr>
              <a:t>India = 351 KE</a:t>
            </a:r>
          </a:p>
        </p:txBody>
      </p:sp>
      <p:cxnSp>
        <p:nvCxnSpPr>
          <p:cNvPr id="64" name="Connector: Elbow 63">
            <a:extLst>
              <a:ext uri="{FF2B5EF4-FFF2-40B4-BE49-F238E27FC236}">
                <a16:creationId xmlns:a16="http://schemas.microsoft.com/office/drawing/2014/main" id="{EB8365FC-7B1A-9220-A5F8-5586EA04731D}"/>
              </a:ext>
            </a:extLst>
          </p:cNvPr>
          <p:cNvCxnSpPr>
            <a:cxnSpLocks/>
            <a:stCxn id="61" idx="1"/>
          </p:cNvCxnSpPr>
          <p:nvPr/>
        </p:nvCxnSpPr>
        <p:spPr>
          <a:xfrm rot="10800000" flipV="1">
            <a:off x="8062732" y="3260214"/>
            <a:ext cx="1897560" cy="796472"/>
          </a:xfrm>
          <a:prstGeom prst="bentConnector3">
            <a:avLst>
              <a:gd name="adj1" fmla="val 99552"/>
            </a:avLst>
          </a:prstGeom>
          <a:ln w="38100">
            <a:solidFill>
              <a:schemeClr val="accent1"/>
            </a:solidFill>
            <a:prstDash val="sysDash"/>
          </a:ln>
        </p:spPr>
        <p:style>
          <a:lnRef idx="1">
            <a:schemeClr val="accent1"/>
          </a:lnRef>
          <a:fillRef idx="0">
            <a:schemeClr val="accent1"/>
          </a:fillRef>
          <a:effectRef idx="0">
            <a:schemeClr val="accent1"/>
          </a:effectRef>
          <a:fontRef idx="minor">
            <a:schemeClr val="tx1"/>
          </a:fontRef>
        </p:style>
      </p:cxnSp>
      <p:sp>
        <p:nvSpPr>
          <p:cNvPr id="70" name="Rectangle: Rounded Corners 69">
            <a:extLst>
              <a:ext uri="{FF2B5EF4-FFF2-40B4-BE49-F238E27FC236}">
                <a16:creationId xmlns:a16="http://schemas.microsoft.com/office/drawing/2014/main" id="{ED1FB28C-8120-DF97-929E-93F93F20163D}"/>
              </a:ext>
            </a:extLst>
          </p:cNvPr>
          <p:cNvSpPr/>
          <p:nvPr/>
        </p:nvSpPr>
        <p:spPr>
          <a:xfrm>
            <a:off x="7593742" y="4887094"/>
            <a:ext cx="1360336" cy="273375"/>
          </a:xfrm>
          <a:prstGeom prst="roundRect">
            <a:avLst/>
          </a:prstGeom>
          <a:solidFill>
            <a:srgbClr val="7030A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IN" sz="1400" b="1">
                <a:solidFill>
                  <a:schemeClr val="bg2"/>
                </a:solidFill>
              </a:rPr>
              <a:t>ME = 228 KE</a:t>
            </a:r>
          </a:p>
        </p:txBody>
      </p:sp>
      <p:cxnSp>
        <p:nvCxnSpPr>
          <p:cNvPr id="71" name="Connector: Elbow 70">
            <a:extLst>
              <a:ext uri="{FF2B5EF4-FFF2-40B4-BE49-F238E27FC236}">
                <a16:creationId xmlns:a16="http://schemas.microsoft.com/office/drawing/2014/main" id="{AB2F0989-6609-6ADB-B9CB-7346687A71DA}"/>
              </a:ext>
            </a:extLst>
          </p:cNvPr>
          <p:cNvCxnSpPr>
            <a:cxnSpLocks/>
            <a:stCxn id="70" idx="1"/>
          </p:cNvCxnSpPr>
          <p:nvPr/>
        </p:nvCxnSpPr>
        <p:spPr>
          <a:xfrm rot="10800000">
            <a:off x="7324174" y="4056686"/>
            <a:ext cx="269569" cy="967096"/>
          </a:xfrm>
          <a:prstGeom prst="bentConnector2">
            <a:avLst/>
          </a:prstGeom>
          <a:ln w="38100">
            <a:solidFill>
              <a:srgbClr val="7030A0"/>
            </a:solidFill>
            <a:prstDash val="sysDash"/>
          </a:ln>
        </p:spPr>
        <p:style>
          <a:lnRef idx="1">
            <a:schemeClr val="accent1"/>
          </a:lnRef>
          <a:fillRef idx="0">
            <a:schemeClr val="accent1"/>
          </a:fillRef>
          <a:effectRef idx="0">
            <a:schemeClr val="accent1"/>
          </a:effectRef>
          <a:fontRef idx="minor">
            <a:schemeClr val="tx1"/>
          </a:fontRef>
        </p:style>
      </p:cxnSp>
      <p:sp>
        <p:nvSpPr>
          <p:cNvPr id="76" name="Rectangle: Rounded Corners 75">
            <a:extLst>
              <a:ext uri="{FF2B5EF4-FFF2-40B4-BE49-F238E27FC236}">
                <a16:creationId xmlns:a16="http://schemas.microsoft.com/office/drawing/2014/main" id="{B94C04A5-26DC-DF49-D7A3-97C7A32C31D4}"/>
              </a:ext>
            </a:extLst>
          </p:cNvPr>
          <p:cNvSpPr/>
          <p:nvPr/>
        </p:nvSpPr>
        <p:spPr>
          <a:xfrm>
            <a:off x="10314257" y="4792270"/>
            <a:ext cx="1360336" cy="273375"/>
          </a:xfrm>
          <a:prstGeom prst="roundRect">
            <a:avLst/>
          </a:prstGeom>
          <a:solidFill>
            <a:schemeClr val="accent5"/>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IN" sz="1400" b="1">
                <a:solidFill>
                  <a:schemeClr val="bg2"/>
                </a:solidFill>
              </a:rPr>
              <a:t>ANZ = 88 KE</a:t>
            </a:r>
          </a:p>
        </p:txBody>
      </p:sp>
      <p:pic>
        <p:nvPicPr>
          <p:cNvPr id="77" name="Picture 98" descr="NBN Co - Wikipedia">
            <a:extLst>
              <a:ext uri="{FF2B5EF4-FFF2-40B4-BE49-F238E27FC236}">
                <a16:creationId xmlns:a16="http://schemas.microsoft.com/office/drawing/2014/main" id="{F7115C63-1084-14D4-4993-95E9CFE94CCA}"/>
              </a:ext>
            </a:extLst>
          </p:cNvPr>
          <p:cNvPicPr>
            <a:picLocks noChangeAspect="1" noChangeArrowheads="1"/>
          </p:cNvPicPr>
          <p:nvPr/>
        </p:nvPicPr>
        <p:blipFill>
          <a:blip r:embed="rId2" cstate="print">
            <a:extLst>
              <a:ext uri="{28A0092B-C50C-407E-A947-70E740481C1C}">
                <a14:useLocalDpi xmlns:a14="http://schemas.microsoft.com/office/drawing/2010/main"/>
              </a:ext>
            </a:extLst>
          </a:blip>
          <a:srcRect/>
          <a:stretch>
            <a:fillRect/>
          </a:stretch>
        </p:blipFill>
        <p:spPr bwMode="auto">
          <a:xfrm>
            <a:off x="10273346" y="5190498"/>
            <a:ext cx="818420" cy="340463"/>
          </a:xfrm>
          <a:prstGeom prst="rect">
            <a:avLst/>
          </a:prstGeom>
          <a:noFill/>
          <a:extLst>
            <a:ext uri="{909E8E84-426E-40DD-AFC4-6F175D3DCCD1}">
              <a14:hiddenFill xmlns:a14="http://schemas.microsoft.com/office/drawing/2010/main">
                <a:solidFill>
                  <a:srgbClr val="FFFFFF"/>
                </a:solidFill>
              </a14:hiddenFill>
            </a:ext>
          </a:extLst>
        </p:spPr>
      </p:pic>
      <p:cxnSp>
        <p:nvCxnSpPr>
          <p:cNvPr id="78" name="Connector: Elbow 77">
            <a:extLst>
              <a:ext uri="{FF2B5EF4-FFF2-40B4-BE49-F238E27FC236}">
                <a16:creationId xmlns:a16="http://schemas.microsoft.com/office/drawing/2014/main" id="{0EF2660E-9EA3-C023-76EC-49D4DF2A4C20}"/>
              </a:ext>
            </a:extLst>
          </p:cNvPr>
          <p:cNvCxnSpPr>
            <a:cxnSpLocks/>
            <a:endCxn id="76" idx="1"/>
          </p:cNvCxnSpPr>
          <p:nvPr/>
        </p:nvCxnSpPr>
        <p:spPr>
          <a:xfrm rot="5400000" flipH="1" flipV="1">
            <a:off x="9785856" y="4959484"/>
            <a:ext cx="558926" cy="497875"/>
          </a:xfrm>
          <a:prstGeom prst="bentConnector2">
            <a:avLst/>
          </a:prstGeom>
          <a:ln w="38100">
            <a:solidFill>
              <a:schemeClr val="accent5"/>
            </a:solidFill>
            <a:prstDash val="sysDash"/>
          </a:ln>
        </p:spPr>
        <p:style>
          <a:lnRef idx="1">
            <a:schemeClr val="accent1"/>
          </a:lnRef>
          <a:fillRef idx="0">
            <a:schemeClr val="accent1"/>
          </a:fillRef>
          <a:effectRef idx="0">
            <a:schemeClr val="accent1"/>
          </a:effectRef>
          <a:fontRef idx="minor">
            <a:schemeClr val="tx1"/>
          </a:fontRef>
        </p:style>
      </p:cxnSp>
      <p:pic>
        <p:nvPicPr>
          <p:cNvPr id="35" name="Picture 34">
            <a:extLst>
              <a:ext uri="{FF2B5EF4-FFF2-40B4-BE49-F238E27FC236}">
                <a16:creationId xmlns:a16="http://schemas.microsoft.com/office/drawing/2014/main" id="{9EF7C95C-40FD-1429-C9E4-825F6716A355}"/>
              </a:ext>
            </a:extLst>
          </p:cNvPr>
          <p:cNvPicPr>
            <a:picLocks noChangeAspect="1" noChangeArrowheads="1"/>
          </p:cNvPicPr>
          <p:nvPr/>
        </p:nvPicPr>
        <p:blipFill>
          <a:blip r:embed="rId3" cstate="print">
            <a:extLst>
              <a:ext uri="{28A0092B-C50C-407E-A947-70E740481C1C}">
                <a14:useLocalDpi xmlns:a14="http://schemas.microsoft.com/office/drawing/2010/main"/>
              </a:ext>
            </a:extLst>
          </a:blip>
          <a:srcRect/>
          <a:stretch>
            <a:fillRect/>
          </a:stretch>
        </p:blipFill>
        <p:spPr bwMode="auto">
          <a:xfrm>
            <a:off x="7641318" y="5186719"/>
            <a:ext cx="560746" cy="280373"/>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85BBC609-C7BE-DCE8-FA81-BCCFC908288F}"/>
              </a:ext>
            </a:extLst>
          </p:cNvPr>
          <p:cNvSpPr txBox="1"/>
          <p:nvPr/>
        </p:nvSpPr>
        <p:spPr>
          <a:xfrm>
            <a:off x="10968990" y="3430338"/>
            <a:ext cx="489534" cy="309958"/>
          </a:xfrm>
          <a:prstGeom prst="rect">
            <a:avLst/>
          </a:prstGeom>
          <a:noFill/>
        </p:spPr>
        <p:txBody>
          <a:bodyPr vert="horz" wrap="none" lIns="90000" tIns="46800" rIns="90000" bIns="46800" rtlCol="0" anchor="ctr">
            <a:spAutoFit/>
          </a:bodyPr>
          <a:lstStyle/>
          <a:p>
            <a:pPr algn="l">
              <a:spcBef>
                <a:spcPct val="0"/>
              </a:spcBef>
            </a:pPr>
            <a:r>
              <a:rPr lang="en-IN" sz="1400" b="1">
                <a:solidFill>
                  <a:schemeClr val="accent1"/>
                </a:solidFill>
              </a:rPr>
              <a:t>118</a:t>
            </a:r>
          </a:p>
        </p:txBody>
      </p:sp>
      <p:pic>
        <p:nvPicPr>
          <p:cNvPr id="18" name="Picture 82">
            <a:extLst>
              <a:ext uri="{FF2B5EF4-FFF2-40B4-BE49-F238E27FC236}">
                <a16:creationId xmlns:a16="http://schemas.microsoft.com/office/drawing/2014/main" id="{FD6780D3-AFD7-B959-BF71-7B7EF2177F93}"/>
              </a:ext>
            </a:extLst>
          </p:cNvPr>
          <p:cNvPicPr>
            <a:picLocks noChangeAspect="1" noChangeArrowheads="1"/>
          </p:cNvPicPr>
          <p:nvPr/>
        </p:nvPicPr>
        <p:blipFill>
          <a:blip r:embed="rId4" cstate="print">
            <a:extLst>
              <a:ext uri="{28A0092B-C50C-407E-A947-70E740481C1C}">
                <a14:useLocalDpi xmlns:a14="http://schemas.microsoft.com/office/drawing/2010/main"/>
              </a:ext>
            </a:extLst>
          </a:blip>
          <a:srcRect/>
          <a:stretch>
            <a:fillRect/>
          </a:stretch>
        </p:blipFill>
        <p:spPr bwMode="auto">
          <a:xfrm>
            <a:off x="290098" y="3181001"/>
            <a:ext cx="1005173" cy="246300"/>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72">
            <a:extLst>
              <a:ext uri="{FF2B5EF4-FFF2-40B4-BE49-F238E27FC236}">
                <a16:creationId xmlns:a16="http://schemas.microsoft.com/office/drawing/2014/main" id="{DA6A149B-0D7E-96F5-038F-3C7CCEC33C4B}"/>
              </a:ext>
            </a:extLst>
          </p:cNvPr>
          <p:cNvPicPr>
            <a:picLocks noChangeAspect="1" noChangeArrowheads="1"/>
          </p:cNvPicPr>
          <p:nvPr/>
        </p:nvPicPr>
        <p:blipFill>
          <a:blip r:embed="rId5" cstate="print">
            <a:extLst>
              <a:ext uri="{28A0092B-C50C-407E-A947-70E740481C1C}">
                <a14:useLocalDpi xmlns:a14="http://schemas.microsoft.com/office/drawing/2010/main"/>
              </a:ext>
            </a:extLst>
          </a:blip>
          <a:srcRect/>
          <a:stretch>
            <a:fillRect/>
          </a:stretch>
        </p:blipFill>
        <p:spPr bwMode="auto">
          <a:xfrm>
            <a:off x="309552" y="2873373"/>
            <a:ext cx="899191" cy="181274"/>
          </a:xfrm>
          <a:prstGeom prst="rect">
            <a:avLst/>
          </a:prstGeom>
          <a:noFill/>
          <a:extLst>
            <a:ext uri="{909E8E84-426E-40DD-AFC4-6F175D3DCCD1}">
              <a14:hiddenFill xmlns:a14="http://schemas.microsoft.com/office/drawing/2010/main">
                <a:solidFill>
                  <a:srgbClr val="FFFFFF"/>
                </a:solidFill>
              </a14:hiddenFill>
            </a:ext>
          </a:extLst>
        </p:spPr>
      </p:pic>
      <p:sp>
        <p:nvSpPr>
          <p:cNvPr id="20" name="TextBox 19">
            <a:extLst>
              <a:ext uri="{FF2B5EF4-FFF2-40B4-BE49-F238E27FC236}">
                <a16:creationId xmlns:a16="http://schemas.microsoft.com/office/drawing/2014/main" id="{A975FC4B-0B22-DAD5-DA22-2664F258C73B}"/>
              </a:ext>
            </a:extLst>
          </p:cNvPr>
          <p:cNvSpPr txBox="1"/>
          <p:nvPr/>
        </p:nvSpPr>
        <p:spPr>
          <a:xfrm>
            <a:off x="1248767" y="2809031"/>
            <a:ext cx="489534" cy="309958"/>
          </a:xfrm>
          <a:prstGeom prst="rect">
            <a:avLst/>
          </a:prstGeom>
          <a:noFill/>
        </p:spPr>
        <p:txBody>
          <a:bodyPr vert="horz" wrap="none" lIns="90000" tIns="46800" rIns="90000" bIns="46800" rtlCol="0" anchor="ctr">
            <a:spAutoFit/>
          </a:bodyPr>
          <a:lstStyle/>
          <a:p>
            <a:pPr algn="ctr">
              <a:spcBef>
                <a:spcPct val="0"/>
              </a:spcBef>
            </a:pPr>
            <a:r>
              <a:rPr lang="en-IN" sz="1400" b="1">
                <a:solidFill>
                  <a:schemeClr val="accent4"/>
                </a:solidFill>
              </a:rPr>
              <a:t>116</a:t>
            </a:r>
          </a:p>
        </p:txBody>
      </p:sp>
      <p:sp>
        <p:nvSpPr>
          <p:cNvPr id="22" name="TextBox 21">
            <a:extLst>
              <a:ext uri="{FF2B5EF4-FFF2-40B4-BE49-F238E27FC236}">
                <a16:creationId xmlns:a16="http://schemas.microsoft.com/office/drawing/2014/main" id="{E22DF70E-77EA-7FCF-9DC5-05F3E3B1A6EC}"/>
              </a:ext>
            </a:extLst>
          </p:cNvPr>
          <p:cNvSpPr txBox="1"/>
          <p:nvPr/>
        </p:nvSpPr>
        <p:spPr>
          <a:xfrm>
            <a:off x="8347003" y="5186719"/>
            <a:ext cx="489534" cy="309958"/>
          </a:xfrm>
          <a:prstGeom prst="rect">
            <a:avLst/>
          </a:prstGeom>
          <a:noFill/>
        </p:spPr>
        <p:txBody>
          <a:bodyPr vert="horz" wrap="none" lIns="90000" tIns="46800" rIns="90000" bIns="46800" rtlCol="0" anchor="ctr">
            <a:spAutoFit/>
          </a:bodyPr>
          <a:lstStyle/>
          <a:p>
            <a:pPr algn="l">
              <a:spcBef>
                <a:spcPct val="0"/>
              </a:spcBef>
            </a:pPr>
            <a:r>
              <a:rPr lang="en-IN" sz="1400" b="1">
                <a:solidFill>
                  <a:srgbClr val="7030A0"/>
                </a:solidFill>
              </a:rPr>
              <a:t>213</a:t>
            </a:r>
          </a:p>
        </p:txBody>
      </p:sp>
      <p:sp>
        <p:nvSpPr>
          <p:cNvPr id="23" name="TextBox 22">
            <a:extLst>
              <a:ext uri="{FF2B5EF4-FFF2-40B4-BE49-F238E27FC236}">
                <a16:creationId xmlns:a16="http://schemas.microsoft.com/office/drawing/2014/main" id="{5D26E226-6ED6-4D92-3090-BCABA4D5A683}"/>
              </a:ext>
            </a:extLst>
          </p:cNvPr>
          <p:cNvSpPr txBox="1"/>
          <p:nvPr/>
        </p:nvSpPr>
        <p:spPr>
          <a:xfrm>
            <a:off x="11071582" y="5150728"/>
            <a:ext cx="386942" cy="309958"/>
          </a:xfrm>
          <a:prstGeom prst="rect">
            <a:avLst/>
          </a:prstGeom>
          <a:noFill/>
        </p:spPr>
        <p:txBody>
          <a:bodyPr vert="horz" wrap="none" lIns="90000" tIns="46800" rIns="90000" bIns="46800" rtlCol="0" anchor="ctr">
            <a:spAutoFit/>
          </a:bodyPr>
          <a:lstStyle/>
          <a:p>
            <a:pPr algn="l">
              <a:spcBef>
                <a:spcPct val="0"/>
              </a:spcBef>
            </a:pPr>
            <a:r>
              <a:rPr lang="en-IN" sz="1400" b="1">
                <a:solidFill>
                  <a:schemeClr val="accent5"/>
                </a:solidFill>
              </a:rPr>
              <a:t>88</a:t>
            </a:r>
          </a:p>
        </p:txBody>
      </p:sp>
      <p:pic>
        <p:nvPicPr>
          <p:cNvPr id="24" name="Picture 23">
            <a:extLst>
              <a:ext uri="{FF2B5EF4-FFF2-40B4-BE49-F238E27FC236}">
                <a16:creationId xmlns:a16="http://schemas.microsoft.com/office/drawing/2014/main" id="{E1021B67-7753-FE32-4462-B84866D0807D}"/>
              </a:ext>
            </a:extLst>
          </p:cNvPr>
          <p:cNvPicPr>
            <a:picLocks noChangeAspect="1"/>
          </p:cNvPicPr>
          <p:nvPr/>
        </p:nvPicPr>
        <p:blipFill>
          <a:blip r:embed="rId6"/>
          <a:stretch>
            <a:fillRect/>
          </a:stretch>
        </p:blipFill>
        <p:spPr>
          <a:xfrm>
            <a:off x="9976605" y="3489337"/>
            <a:ext cx="1023796" cy="229027"/>
          </a:xfrm>
          <a:prstGeom prst="rect">
            <a:avLst/>
          </a:prstGeom>
        </p:spPr>
      </p:pic>
      <p:pic>
        <p:nvPicPr>
          <p:cNvPr id="7" name="Picture 28" descr="The Walt Disney Company - Wikipedia">
            <a:extLst>
              <a:ext uri="{FF2B5EF4-FFF2-40B4-BE49-F238E27FC236}">
                <a16:creationId xmlns:a16="http://schemas.microsoft.com/office/drawing/2014/main" id="{FC81B926-1CBB-7736-7536-1516FC306928}"/>
              </a:ext>
            </a:extLst>
          </p:cNvPr>
          <p:cNvPicPr>
            <a:picLocks noChangeAspect="1" noChangeArrowheads="1"/>
          </p:cNvPicPr>
          <p:nvPr/>
        </p:nvPicPr>
        <p:blipFill>
          <a:blip r:embed="rId7" cstate="print">
            <a:extLst>
              <a:ext uri="{28A0092B-C50C-407E-A947-70E740481C1C}">
                <a14:useLocalDpi xmlns:a14="http://schemas.microsoft.com/office/drawing/2010/main"/>
              </a:ext>
            </a:extLst>
          </a:blip>
          <a:srcRect/>
          <a:stretch>
            <a:fillRect/>
          </a:stretch>
        </p:blipFill>
        <p:spPr bwMode="auto">
          <a:xfrm>
            <a:off x="437473" y="3489313"/>
            <a:ext cx="690402" cy="356265"/>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5E29D88E-5EF6-CA0A-A20F-680A83CF882B}"/>
              </a:ext>
            </a:extLst>
          </p:cNvPr>
          <p:cNvSpPr txBox="1"/>
          <p:nvPr/>
        </p:nvSpPr>
        <p:spPr>
          <a:xfrm>
            <a:off x="1300063" y="3485141"/>
            <a:ext cx="386942" cy="309958"/>
          </a:xfrm>
          <a:prstGeom prst="rect">
            <a:avLst/>
          </a:prstGeom>
          <a:noFill/>
        </p:spPr>
        <p:txBody>
          <a:bodyPr vert="horz" wrap="none" lIns="90000" tIns="46800" rIns="90000" bIns="46800" rtlCol="0" anchor="ctr">
            <a:spAutoFit/>
          </a:bodyPr>
          <a:lstStyle/>
          <a:p>
            <a:pPr algn="ctr">
              <a:spcBef>
                <a:spcPct val="0"/>
              </a:spcBef>
            </a:pPr>
            <a:r>
              <a:rPr lang="en-IN" sz="1400" b="1">
                <a:solidFill>
                  <a:schemeClr val="accent4"/>
                </a:solidFill>
              </a:rPr>
              <a:t>80</a:t>
            </a:r>
          </a:p>
        </p:txBody>
      </p:sp>
      <p:pic>
        <p:nvPicPr>
          <p:cNvPr id="17" name="Picture 8" descr="VOIS | Find or get answers from employees">
            <a:extLst>
              <a:ext uri="{FF2B5EF4-FFF2-40B4-BE49-F238E27FC236}">
                <a16:creationId xmlns:a16="http://schemas.microsoft.com/office/drawing/2014/main" id="{27B14192-7D0B-E6C1-63FD-787E2F91054E}"/>
              </a:ext>
            </a:extLst>
          </p:cNvPr>
          <p:cNvPicPr>
            <a:picLocks noChangeAspect="1" noChangeArrowheads="1"/>
          </p:cNvPicPr>
          <p:nvPr/>
        </p:nvPicPr>
        <p:blipFill>
          <a:blip r:embed="rId8" cstate="print">
            <a:extLst>
              <a:ext uri="{28A0092B-C50C-407E-A947-70E740481C1C}">
                <a14:useLocalDpi xmlns:a14="http://schemas.microsoft.com/office/drawing/2010/main"/>
              </a:ext>
            </a:extLst>
          </a:blip>
          <a:srcRect/>
          <a:stretch>
            <a:fillRect/>
          </a:stretch>
        </p:blipFill>
        <p:spPr bwMode="auto">
          <a:xfrm>
            <a:off x="10204708" y="3775842"/>
            <a:ext cx="556444" cy="166933"/>
          </a:xfrm>
          <a:prstGeom prst="rect">
            <a:avLst/>
          </a:prstGeom>
          <a:noFill/>
          <a:extLst>
            <a:ext uri="{909E8E84-426E-40DD-AFC4-6F175D3DCCD1}">
              <a14:hiddenFill xmlns:a14="http://schemas.microsoft.com/office/drawing/2010/main">
                <a:solidFill>
                  <a:srgbClr val="FFFFFF"/>
                </a:solidFill>
              </a14:hiddenFill>
            </a:ext>
          </a:extLst>
        </p:spPr>
      </p:pic>
      <p:sp>
        <p:nvSpPr>
          <p:cNvPr id="25" name="TextBox 24">
            <a:extLst>
              <a:ext uri="{FF2B5EF4-FFF2-40B4-BE49-F238E27FC236}">
                <a16:creationId xmlns:a16="http://schemas.microsoft.com/office/drawing/2014/main" id="{7D9688CE-C27E-73ED-2DE2-CB107188209C}"/>
              </a:ext>
            </a:extLst>
          </p:cNvPr>
          <p:cNvSpPr txBox="1"/>
          <p:nvPr/>
        </p:nvSpPr>
        <p:spPr>
          <a:xfrm>
            <a:off x="10957379" y="3677753"/>
            <a:ext cx="386942" cy="309958"/>
          </a:xfrm>
          <a:prstGeom prst="rect">
            <a:avLst/>
          </a:prstGeom>
          <a:noFill/>
        </p:spPr>
        <p:txBody>
          <a:bodyPr vert="horz" wrap="none" lIns="90000" tIns="46800" rIns="90000" bIns="46800" rtlCol="0" anchor="ctr">
            <a:spAutoFit/>
          </a:bodyPr>
          <a:lstStyle/>
          <a:p>
            <a:pPr algn="l">
              <a:spcBef>
                <a:spcPct val="0"/>
              </a:spcBef>
            </a:pPr>
            <a:r>
              <a:rPr lang="en-IN" sz="1400" b="1">
                <a:solidFill>
                  <a:schemeClr val="accent1"/>
                </a:solidFill>
              </a:rPr>
              <a:t>69</a:t>
            </a:r>
          </a:p>
        </p:txBody>
      </p:sp>
      <p:pic>
        <p:nvPicPr>
          <p:cNvPr id="26" name="Picture 116">
            <a:extLst>
              <a:ext uri="{FF2B5EF4-FFF2-40B4-BE49-F238E27FC236}">
                <a16:creationId xmlns:a16="http://schemas.microsoft.com/office/drawing/2014/main" id="{B8D3E338-0F1F-55C9-1333-1181942C72F4}"/>
              </a:ext>
            </a:extLst>
          </p:cNvPr>
          <p:cNvPicPr>
            <a:picLocks noChangeAspect="1" noChangeArrowheads="1"/>
          </p:cNvPicPr>
          <p:nvPr/>
        </p:nvPicPr>
        <p:blipFill>
          <a:blip r:embed="rId9" cstate="print">
            <a:extLst>
              <a:ext uri="{28A0092B-C50C-407E-A947-70E740481C1C}">
                <a14:useLocalDpi xmlns:a14="http://schemas.microsoft.com/office/drawing/2010/main"/>
              </a:ext>
            </a:extLst>
          </a:blip>
          <a:srcRect/>
          <a:stretch>
            <a:fillRect/>
          </a:stretch>
        </p:blipFill>
        <p:spPr bwMode="auto">
          <a:xfrm>
            <a:off x="10115876" y="4046234"/>
            <a:ext cx="739072" cy="233391"/>
          </a:xfrm>
          <a:prstGeom prst="rect">
            <a:avLst/>
          </a:prstGeom>
          <a:noFill/>
          <a:extLst>
            <a:ext uri="{909E8E84-426E-40DD-AFC4-6F175D3DCCD1}">
              <a14:hiddenFill xmlns:a14="http://schemas.microsoft.com/office/drawing/2010/main">
                <a:solidFill>
                  <a:srgbClr val="FFFFFF"/>
                </a:solidFill>
              </a14:hiddenFill>
            </a:ext>
          </a:extLst>
        </p:spPr>
      </p:pic>
      <p:sp>
        <p:nvSpPr>
          <p:cNvPr id="27" name="TextBox 26">
            <a:extLst>
              <a:ext uri="{FF2B5EF4-FFF2-40B4-BE49-F238E27FC236}">
                <a16:creationId xmlns:a16="http://schemas.microsoft.com/office/drawing/2014/main" id="{34C30632-57F6-3BFB-004F-E2769E587AA6}"/>
              </a:ext>
            </a:extLst>
          </p:cNvPr>
          <p:cNvSpPr txBox="1"/>
          <p:nvPr/>
        </p:nvSpPr>
        <p:spPr>
          <a:xfrm>
            <a:off x="10979683" y="3967291"/>
            <a:ext cx="386942" cy="309958"/>
          </a:xfrm>
          <a:prstGeom prst="rect">
            <a:avLst/>
          </a:prstGeom>
          <a:noFill/>
        </p:spPr>
        <p:txBody>
          <a:bodyPr vert="horz" wrap="none" lIns="90000" tIns="46800" rIns="90000" bIns="46800" rtlCol="0" anchor="ctr">
            <a:spAutoFit/>
          </a:bodyPr>
          <a:lstStyle/>
          <a:p>
            <a:pPr algn="l">
              <a:spcBef>
                <a:spcPct val="0"/>
              </a:spcBef>
            </a:pPr>
            <a:r>
              <a:rPr lang="en-IN" sz="1400" b="1">
                <a:solidFill>
                  <a:schemeClr val="accent1"/>
                </a:solidFill>
              </a:rPr>
              <a:t>61</a:t>
            </a:r>
          </a:p>
        </p:txBody>
      </p:sp>
      <p:sp>
        <p:nvSpPr>
          <p:cNvPr id="28" name="Freeform 177">
            <a:extLst>
              <a:ext uri="{FF2B5EF4-FFF2-40B4-BE49-F238E27FC236}">
                <a16:creationId xmlns:a16="http://schemas.microsoft.com/office/drawing/2014/main" id="{AEC24FB2-5D1E-1743-BC5F-9A007FA08D7E}"/>
              </a:ext>
            </a:extLst>
          </p:cNvPr>
          <p:cNvSpPr>
            <a:spLocks noChangeArrowheads="1"/>
          </p:cNvSpPr>
          <p:nvPr/>
        </p:nvSpPr>
        <p:spPr bwMode="auto">
          <a:xfrm>
            <a:off x="3233872" y="2467313"/>
            <a:ext cx="45281" cy="33970"/>
          </a:xfrm>
          <a:custGeom>
            <a:avLst/>
            <a:gdLst>
              <a:gd name="T0" fmla="*/ 124 w 125"/>
              <a:gd name="T1" fmla="*/ 31 h 94"/>
              <a:gd name="T2" fmla="*/ 124 w 125"/>
              <a:gd name="T3" fmla="*/ 31 h 94"/>
              <a:gd name="T4" fmla="*/ 93 w 125"/>
              <a:gd name="T5" fmla="*/ 0 h 94"/>
              <a:gd name="T6" fmla="*/ 62 w 125"/>
              <a:gd name="T7" fmla="*/ 0 h 94"/>
              <a:gd name="T8" fmla="*/ 31 w 125"/>
              <a:gd name="T9" fmla="*/ 31 h 94"/>
              <a:gd name="T10" fmla="*/ 0 w 125"/>
              <a:gd name="T11" fmla="*/ 31 h 94"/>
              <a:gd name="T12" fmla="*/ 31 w 125"/>
              <a:gd name="T13" fmla="*/ 62 h 94"/>
              <a:gd name="T14" fmla="*/ 0 w 125"/>
              <a:gd name="T15" fmla="*/ 93 h 94"/>
              <a:gd name="T16" fmla="*/ 0 w 125"/>
              <a:gd name="T17" fmla="*/ 93 h 94"/>
              <a:gd name="T18" fmla="*/ 0 w 125"/>
              <a:gd name="T19" fmla="*/ 93 h 94"/>
              <a:gd name="T20" fmla="*/ 0 w 125"/>
              <a:gd name="T21" fmla="*/ 93 h 94"/>
              <a:gd name="T22" fmla="*/ 31 w 125"/>
              <a:gd name="T23" fmla="*/ 93 h 94"/>
              <a:gd name="T24" fmla="*/ 93 w 125"/>
              <a:gd name="T25" fmla="*/ 93 h 94"/>
              <a:gd name="T26" fmla="*/ 124 w 125"/>
              <a:gd name="T27" fmla="*/ 93 h 94"/>
              <a:gd name="T28" fmla="*/ 124 w 125"/>
              <a:gd name="T29" fmla="*/ 93 h 94"/>
              <a:gd name="T30" fmla="*/ 124 w 125"/>
              <a:gd name="T31" fmla="*/ 31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25" h="94">
                <a:moveTo>
                  <a:pt x="124" y="31"/>
                </a:moveTo>
                <a:lnTo>
                  <a:pt x="124" y="31"/>
                </a:lnTo>
                <a:cubicBezTo>
                  <a:pt x="93" y="31"/>
                  <a:pt x="93" y="0"/>
                  <a:pt x="93" y="0"/>
                </a:cubicBezTo>
                <a:lnTo>
                  <a:pt x="62" y="0"/>
                </a:lnTo>
                <a:cubicBezTo>
                  <a:pt x="31" y="0"/>
                  <a:pt x="31" y="31"/>
                  <a:pt x="31" y="31"/>
                </a:cubicBezTo>
                <a:lnTo>
                  <a:pt x="0" y="31"/>
                </a:lnTo>
                <a:cubicBezTo>
                  <a:pt x="31" y="62"/>
                  <a:pt x="31" y="62"/>
                  <a:pt x="31" y="62"/>
                </a:cubicBezTo>
                <a:cubicBezTo>
                  <a:pt x="0" y="93"/>
                  <a:pt x="0" y="93"/>
                  <a:pt x="0" y="93"/>
                </a:cubicBezTo>
                <a:lnTo>
                  <a:pt x="0" y="93"/>
                </a:lnTo>
                <a:lnTo>
                  <a:pt x="0" y="93"/>
                </a:lnTo>
                <a:lnTo>
                  <a:pt x="0" y="93"/>
                </a:lnTo>
                <a:lnTo>
                  <a:pt x="31" y="93"/>
                </a:lnTo>
                <a:cubicBezTo>
                  <a:pt x="31" y="93"/>
                  <a:pt x="31" y="93"/>
                  <a:pt x="93" y="93"/>
                </a:cubicBezTo>
                <a:lnTo>
                  <a:pt x="124" y="93"/>
                </a:lnTo>
                <a:lnTo>
                  <a:pt x="124" y="93"/>
                </a:lnTo>
                <a:lnTo>
                  <a:pt x="124" y="31"/>
                </a:lnTo>
              </a:path>
            </a:pathLst>
          </a:custGeom>
          <a:solidFill>
            <a:schemeClr val="accent5">
              <a:lumMod val="20000"/>
              <a:lumOff val="80000"/>
            </a:schemeClr>
          </a:solidFill>
          <a:ln>
            <a:noFill/>
          </a:ln>
          <a:effectLst/>
        </p:spPr>
        <p:txBody>
          <a:bodyPr wrap="none" anchor="ctr"/>
          <a:lstStyle/>
          <a:p>
            <a:endParaRPr lang="en-US" sz="900"/>
          </a:p>
        </p:txBody>
      </p:sp>
      <p:sp>
        <p:nvSpPr>
          <p:cNvPr id="29" name="Rectangle: Rounded Corners 28">
            <a:extLst>
              <a:ext uri="{FF2B5EF4-FFF2-40B4-BE49-F238E27FC236}">
                <a16:creationId xmlns:a16="http://schemas.microsoft.com/office/drawing/2014/main" id="{F9C80462-A221-379B-6E0F-7762203BF2D6}"/>
              </a:ext>
            </a:extLst>
          </p:cNvPr>
          <p:cNvSpPr/>
          <p:nvPr/>
        </p:nvSpPr>
        <p:spPr>
          <a:xfrm>
            <a:off x="4146140" y="2974029"/>
            <a:ext cx="1333277" cy="360000"/>
          </a:xfrm>
          <a:prstGeom prst="roundRect">
            <a:avLst/>
          </a:prstGeom>
          <a:solidFill>
            <a:schemeClr val="accent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IN" sz="1400" b="1">
                <a:solidFill>
                  <a:schemeClr val="bg2"/>
                </a:solidFill>
              </a:rPr>
              <a:t>SCE = 576 KE </a:t>
            </a:r>
          </a:p>
        </p:txBody>
      </p:sp>
      <p:cxnSp>
        <p:nvCxnSpPr>
          <p:cNvPr id="30" name="Connector: Elbow 29">
            <a:extLst>
              <a:ext uri="{FF2B5EF4-FFF2-40B4-BE49-F238E27FC236}">
                <a16:creationId xmlns:a16="http://schemas.microsoft.com/office/drawing/2014/main" id="{82BEC519-801A-053B-C601-C720B8260E60}"/>
              </a:ext>
            </a:extLst>
          </p:cNvPr>
          <p:cNvCxnSpPr>
            <a:cxnSpLocks/>
            <a:stCxn id="29" idx="3"/>
          </p:cNvCxnSpPr>
          <p:nvPr/>
        </p:nvCxnSpPr>
        <p:spPr>
          <a:xfrm>
            <a:off x="5479417" y="3154029"/>
            <a:ext cx="256918" cy="313934"/>
          </a:xfrm>
          <a:prstGeom prst="bentConnector2">
            <a:avLst/>
          </a:prstGeom>
          <a:ln w="38100">
            <a:solidFill>
              <a:schemeClr val="accent2"/>
            </a:solidFill>
            <a:prstDash val="sysDash"/>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605A0008-F246-E89F-2CAA-F170E30095F0}"/>
              </a:ext>
            </a:extLst>
          </p:cNvPr>
          <p:cNvSpPr txBox="1"/>
          <p:nvPr/>
        </p:nvSpPr>
        <p:spPr>
          <a:xfrm>
            <a:off x="4989883" y="3392704"/>
            <a:ext cx="489534" cy="309958"/>
          </a:xfrm>
          <a:prstGeom prst="rect">
            <a:avLst/>
          </a:prstGeom>
          <a:noFill/>
        </p:spPr>
        <p:txBody>
          <a:bodyPr vert="horz" wrap="none" lIns="90000" tIns="46800" rIns="90000" bIns="46800" rtlCol="0" anchor="ctr">
            <a:spAutoFit/>
          </a:bodyPr>
          <a:lstStyle/>
          <a:p>
            <a:pPr algn="l">
              <a:spcBef>
                <a:spcPct val="0"/>
              </a:spcBef>
            </a:pPr>
            <a:r>
              <a:rPr lang="en-IN" sz="1400" b="1">
                <a:solidFill>
                  <a:schemeClr val="accent2"/>
                </a:solidFill>
              </a:rPr>
              <a:t>344</a:t>
            </a:r>
          </a:p>
        </p:txBody>
      </p:sp>
      <p:pic>
        <p:nvPicPr>
          <p:cNvPr id="40" name="Picture 94" descr="Orange Wordmark Logo Vector Download ...">
            <a:extLst>
              <a:ext uri="{FF2B5EF4-FFF2-40B4-BE49-F238E27FC236}">
                <a16:creationId xmlns:a16="http://schemas.microsoft.com/office/drawing/2014/main" id="{376C70FF-62D5-2316-9264-047A1C5C7A2E}"/>
              </a:ext>
            </a:extLst>
          </p:cNvPr>
          <p:cNvPicPr>
            <a:picLocks noChangeAspect="1" noChangeArrowheads="1"/>
          </p:cNvPicPr>
          <p:nvPr/>
        </p:nvPicPr>
        <p:blipFill rotWithShape="1">
          <a:blip r:embed="rId10" cstate="print">
            <a:extLst>
              <a:ext uri="{28A0092B-C50C-407E-A947-70E740481C1C}">
                <a14:useLocalDpi xmlns:a14="http://schemas.microsoft.com/office/drawing/2010/main"/>
              </a:ext>
            </a:extLst>
          </a:blip>
          <a:srcRect l="13904" t="35568" r="13196" b="35050"/>
          <a:stretch>
            <a:fillRect/>
          </a:stretch>
        </p:blipFill>
        <p:spPr bwMode="auto">
          <a:xfrm>
            <a:off x="4174359" y="3454102"/>
            <a:ext cx="866578" cy="248560"/>
          </a:xfrm>
          <a:prstGeom prst="rect">
            <a:avLst/>
          </a:prstGeom>
          <a:noFill/>
          <a:extLst>
            <a:ext uri="{909E8E84-426E-40DD-AFC4-6F175D3DCCD1}">
              <a14:hiddenFill xmlns:a14="http://schemas.microsoft.com/office/drawing/2010/main">
                <a:solidFill>
                  <a:srgbClr val="FFFFFF"/>
                </a:solidFill>
              </a14:hiddenFill>
            </a:ext>
          </a:extLst>
        </p:spPr>
      </p:pic>
      <p:sp>
        <p:nvSpPr>
          <p:cNvPr id="45" name="Rectangle: Rounded Corners 44">
            <a:extLst>
              <a:ext uri="{FF2B5EF4-FFF2-40B4-BE49-F238E27FC236}">
                <a16:creationId xmlns:a16="http://schemas.microsoft.com/office/drawing/2014/main" id="{DDEADF56-A223-2FDC-A588-A7DBD5E6C62A}"/>
              </a:ext>
            </a:extLst>
          </p:cNvPr>
          <p:cNvSpPr/>
          <p:nvPr/>
        </p:nvSpPr>
        <p:spPr>
          <a:xfrm>
            <a:off x="6130275" y="1920110"/>
            <a:ext cx="1360336" cy="360000"/>
          </a:xfrm>
          <a:prstGeom prst="roundRect">
            <a:avLst/>
          </a:prstGeom>
          <a:solidFill>
            <a:schemeClr val="accent6"/>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IN" sz="1400" b="1">
                <a:solidFill>
                  <a:schemeClr val="bg2"/>
                </a:solidFill>
              </a:rPr>
              <a:t>NCE = 786 KE</a:t>
            </a:r>
          </a:p>
        </p:txBody>
      </p:sp>
      <p:cxnSp>
        <p:nvCxnSpPr>
          <p:cNvPr id="46" name="Connector: Elbow 45">
            <a:extLst>
              <a:ext uri="{FF2B5EF4-FFF2-40B4-BE49-F238E27FC236}">
                <a16:creationId xmlns:a16="http://schemas.microsoft.com/office/drawing/2014/main" id="{251924A5-CDF2-3535-022D-1013CE92053D}"/>
              </a:ext>
            </a:extLst>
          </p:cNvPr>
          <p:cNvCxnSpPr>
            <a:cxnSpLocks/>
            <a:stCxn id="45" idx="1"/>
          </p:cNvCxnSpPr>
          <p:nvPr/>
        </p:nvCxnSpPr>
        <p:spPr>
          <a:xfrm rot="10800000" flipV="1">
            <a:off x="5796951" y="2100109"/>
            <a:ext cx="333324" cy="964543"/>
          </a:xfrm>
          <a:prstGeom prst="bentConnector2">
            <a:avLst/>
          </a:prstGeom>
          <a:ln w="38100">
            <a:solidFill>
              <a:schemeClr val="accent6"/>
            </a:solidFill>
            <a:prstDash val="sysDash"/>
          </a:ln>
        </p:spPr>
        <p:style>
          <a:lnRef idx="1">
            <a:schemeClr val="accent1"/>
          </a:lnRef>
          <a:fillRef idx="0">
            <a:schemeClr val="accent1"/>
          </a:fillRef>
          <a:effectRef idx="0">
            <a:schemeClr val="accent1"/>
          </a:effectRef>
          <a:fontRef idx="minor">
            <a:schemeClr val="tx1"/>
          </a:fontRef>
        </p:style>
      </p:cxnSp>
      <p:pic>
        <p:nvPicPr>
          <p:cNvPr id="1028" name="Picture 4">
            <a:extLst>
              <a:ext uri="{FF2B5EF4-FFF2-40B4-BE49-F238E27FC236}">
                <a16:creationId xmlns:a16="http://schemas.microsoft.com/office/drawing/2014/main" id="{8829A93B-DF04-C987-977F-BDD95F3DEEB7}"/>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762678" y="1609877"/>
            <a:ext cx="360000" cy="360000"/>
          </a:xfrm>
          <a:prstGeom prst="rect">
            <a:avLst/>
          </a:prstGeom>
          <a:noFill/>
          <a:extLst>
            <a:ext uri="{909E8E84-426E-40DD-AFC4-6F175D3DCCD1}">
              <a14:hiddenFill xmlns:a14="http://schemas.microsoft.com/office/drawing/2010/main">
                <a:solidFill>
                  <a:srgbClr val="FFFFFF"/>
                </a:solidFill>
              </a14:hiddenFill>
            </a:ext>
          </a:extLst>
        </p:spPr>
      </p:pic>
      <p:sp>
        <p:nvSpPr>
          <p:cNvPr id="47" name="TextBox 46">
            <a:extLst>
              <a:ext uri="{FF2B5EF4-FFF2-40B4-BE49-F238E27FC236}">
                <a16:creationId xmlns:a16="http://schemas.microsoft.com/office/drawing/2014/main" id="{C2802418-FF23-96E3-F6E5-CB36261624E0}"/>
              </a:ext>
            </a:extLst>
          </p:cNvPr>
          <p:cNvSpPr txBox="1"/>
          <p:nvPr/>
        </p:nvSpPr>
        <p:spPr>
          <a:xfrm>
            <a:off x="6061710" y="1623009"/>
            <a:ext cx="489534" cy="309958"/>
          </a:xfrm>
          <a:prstGeom prst="rect">
            <a:avLst/>
          </a:prstGeom>
          <a:noFill/>
        </p:spPr>
        <p:txBody>
          <a:bodyPr vert="horz" wrap="none" lIns="90000" tIns="46800" rIns="90000" bIns="46800" rtlCol="0" anchor="ctr">
            <a:spAutoFit/>
          </a:bodyPr>
          <a:lstStyle/>
          <a:p>
            <a:pPr algn="l">
              <a:spcBef>
                <a:spcPct val="0"/>
              </a:spcBef>
            </a:pPr>
            <a:r>
              <a:rPr lang="en-IN" sz="1400" b="1">
                <a:solidFill>
                  <a:schemeClr val="accent6"/>
                </a:solidFill>
              </a:rPr>
              <a:t>408</a:t>
            </a:r>
          </a:p>
        </p:txBody>
      </p:sp>
      <p:pic>
        <p:nvPicPr>
          <p:cNvPr id="2050" name="Picture 2" descr="Ericsson Logo, symbol, meaning, history ...">
            <a:extLst>
              <a:ext uri="{FF2B5EF4-FFF2-40B4-BE49-F238E27FC236}">
                <a16:creationId xmlns:a16="http://schemas.microsoft.com/office/drawing/2014/main" id="{A4D95211-21DF-25A6-7F94-FFB80F2BBFC0}"/>
              </a:ext>
            </a:extLst>
          </p:cNvPr>
          <p:cNvPicPr>
            <a:picLocks noChangeAspect="1" noChangeArrowheads="1"/>
          </p:cNvPicPr>
          <p:nvPr/>
        </p:nvPicPr>
        <p:blipFill rotWithShape="1">
          <a:blip r:embed="rId12" cstate="email">
            <a:extLst>
              <a:ext uri="{28A0092B-C50C-407E-A947-70E740481C1C}">
                <a14:useLocalDpi xmlns:a14="http://schemas.microsoft.com/office/drawing/2010/main"/>
              </a:ext>
            </a:extLst>
          </a:blip>
          <a:srcRect t="21569" b="22345"/>
          <a:stretch>
            <a:fillRect/>
          </a:stretch>
        </p:blipFill>
        <p:spPr bwMode="auto">
          <a:xfrm>
            <a:off x="6656745" y="1673261"/>
            <a:ext cx="658969" cy="206972"/>
          </a:xfrm>
          <a:prstGeom prst="rect">
            <a:avLst/>
          </a:prstGeom>
          <a:noFill/>
          <a:extLst>
            <a:ext uri="{909E8E84-426E-40DD-AFC4-6F175D3DCCD1}">
              <a14:hiddenFill xmlns:a14="http://schemas.microsoft.com/office/drawing/2010/main">
                <a:solidFill>
                  <a:srgbClr val="FFFFFF"/>
                </a:solidFill>
              </a14:hiddenFill>
            </a:ext>
          </a:extLst>
        </p:spPr>
      </p:pic>
      <p:sp>
        <p:nvSpPr>
          <p:cNvPr id="48" name="TextBox 47">
            <a:extLst>
              <a:ext uri="{FF2B5EF4-FFF2-40B4-BE49-F238E27FC236}">
                <a16:creationId xmlns:a16="http://schemas.microsoft.com/office/drawing/2014/main" id="{E9B4A92D-1114-FA19-57F9-1FE44A4A12D6}"/>
              </a:ext>
            </a:extLst>
          </p:cNvPr>
          <p:cNvSpPr txBox="1"/>
          <p:nvPr/>
        </p:nvSpPr>
        <p:spPr>
          <a:xfrm>
            <a:off x="7280642" y="1597027"/>
            <a:ext cx="386942" cy="309958"/>
          </a:xfrm>
          <a:prstGeom prst="rect">
            <a:avLst/>
          </a:prstGeom>
          <a:noFill/>
        </p:spPr>
        <p:txBody>
          <a:bodyPr vert="horz" wrap="none" lIns="90000" tIns="46800" rIns="90000" bIns="46800" rtlCol="0" anchor="ctr">
            <a:spAutoFit/>
          </a:bodyPr>
          <a:lstStyle/>
          <a:p>
            <a:pPr algn="l">
              <a:spcBef>
                <a:spcPct val="0"/>
              </a:spcBef>
            </a:pPr>
            <a:r>
              <a:rPr lang="en-IN" sz="1400" b="1">
                <a:solidFill>
                  <a:schemeClr val="accent6"/>
                </a:solidFill>
              </a:rPr>
              <a:t>93</a:t>
            </a:r>
          </a:p>
        </p:txBody>
      </p:sp>
      <p:sp>
        <p:nvSpPr>
          <p:cNvPr id="49" name="Rectangle 48">
            <a:extLst>
              <a:ext uri="{FF2B5EF4-FFF2-40B4-BE49-F238E27FC236}">
                <a16:creationId xmlns:a16="http://schemas.microsoft.com/office/drawing/2014/main" id="{515B1C9A-B8B9-CB8F-531D-6FE8FACAAF0D}"/>
              </a:ext>
            </a:extLst>
          </p:cNvPr>
          <p:cNvSpPr/>
          <p:nvPr/>
        </p:nvSpPr>
        <p:spPr>
          <a:xfrm>
            <a:off x="12093700" y="0"/>
            <a:ext cx="108000" cy="6858000"/>
          </a:xfrm>
          <a:prstGeom prst="rect">
            <a:avLst/>
          </a:prstGeom>
          <a:gradFill>
            <a:gsLst>
              <a:gs pos="0">
                <a:schemeClr val="accent1"/>
              </a:gs>
              <a:gs pos="56000">
                <a:schemeClr val="accent2"/>
              </a:gs>
              <a:gs pos="83000">
                <a:schemeClr val="accent4"/>
              </a:gs>
            </a:gsLst>
            <a:lin ang="5400000" scaled="1"/>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sz="1400" err="1">
              <a:solidFill>
                <a:schemeClr val="tx1"/>
              </a:solidFill>
            </a:endParaRPr>
          </a:p>
        </p:txBody>
      </p:sp>
      <p:sp>
        <p:nvSpPr>
          <p:cNvPr id="50" name="Rectangle 49">
            <a:extLst>
              <a:ext uri="{FF2B5EF4-FFF2-40B4-BE49-F238E27FC236}">
                <a16:creationId xmlns:a16="http://schemas.microsoft.com/office/drawing/2014/main" id="{83BD6A07-F983-A0F0-1269-5A135EF560B8}"/>
              </a:ext>
            </a:extLst>
          </p:cNvPr>
          <p:cNvSpPr/>
          <p:nvPr/>
        </p:nvSpPr>
        <p:spPr>
          <a:xfrm>
            <a:off x="-17978" y="0"/>
            <a:ext cx="108000" cy="6858000"/>
          </a:xfrm>
          <a:prstGeom prst="rect">
            <a:avLst/>
          </a:prstGeom>
          <a:gradFill>
            <a:gsLst>
              <a:gs pos="0">
                <a:schemeClr val="accent1"/>
              </a:gs>
              <a:gs pos="56000">
                <a:schemeClr val="accent2"/>
              </a:gs>
              <a:gs pos="83000">
                <a:schemeClr val="accent4"/>
              </a:gs>
            </a:gsLst>
            <a:lin ang="5400000" scaled="1"/>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sz="1400" err="1">
              <a:solidFill>
                <a:schemeClr val="tx1"/>
              </a:solidFill>
            </a:endParaRPr>
          </a:p>
        </p:txBody>
      </p:sp>
    </p:spTree>
    <p:extLst>
      <p:ext uri="{BB962C8B-B14F-4D97-AF65-F5344CB8AC3E}">
        <p14:creationId xmlns:p14="http://schemas.microsoft.com/office/powerpoint/2010/main" val="3331257207"/>
      </p:ext>
    </p:extLst>
  </p:cSld>
  <p:clrMapOvr>
    <a:masterClrMapping/>
  </p:clrMapOvr>
  <p:transition spd="med">
    <p:pull dir="u"/>
  </p:transition>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619AFE6-1F97-BBA9-BB31-1A027504E728}"/>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41C03A35-890F-9946-E58B-2790C1534BA3}"/>
              </a:ext>
            </a:extLst>
          </p:cNvPr>
          <p:cNvSpPr>
            <a:spLocks noGrp="1"/>
          </p:cNvSpPr>
          <p:nvPr>
            <p:ph type="title"/>
          </p:nvPr>
        </p:nvSpPr>
        <p:spPr>
          <a:xfrm>
            <a:off x="550863" y="608268"/>
            <a:ext cx="11090938" cy="930372"/>
          </a:xfrm>
        </p:spPr>
        <p:txBody>
          <a:bodyPr/>
          <a:lstStyle/>
          <a:p>
            <a:r>
              <a:rPr lang="en-US"/>
              <a:t>Revenue | ARVE | Inter CM  </a:t>
            </a:r>
          </a:p>
        </p:txBody>
      </p:sp>
      <p:sp>
        <p:nvSpPr>
          <p:cNvPr id="17" name="Date Placeholder 16">
            <a:extLst>
              <a:ext uri="{FF2B5EF4-FFF2-40B4-BE49-F238E27FC236}">
                <a16:creationId xmlns:a16="http://schemas.microsoft.com/office/drawing/2014/main" id="{D2CBADB3-6019-5E2A-E31C-EC7103371F89}"/>
              </a:ext>
            </a:extLst>
          </p:cNvPr>
          <p:cNvSpPr>
            <a:spLocks noGrp="1"/>
          </p:cNvSpPr>
          <p:nvPr>
            <p:ph type="dt" sz="half" idx="10"/>
          </p:nvPr>
        </p:nvSpPr>
        <p:spPr/>
        <p:txBody>
          <a:bodyPr/>
          <a:lstStyle/>
          <a:p>
            <a:pPr marL="0" marR="0" lvl="0" indent="0" algn="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sz="800" b="0" i="0" u="none" strike="noStrike" kern="1200" cap="none" spc="0" normalizeH="0" baseline="0" noProof="0">
                <a:ln>
                  <a:noFill/>
                </a:ln>
                <a:solidFill>
                  <a:srgbClr val="FFFFFF">
                    <a:lumMod val="65000"/>
                  </a:srgbClr>
                </a:solidFill>
                <a:effectLst/>
                <a:uLnTx/>
                <a:uFillTx/>
                <a:latin typeface="Ubuntu"/>
                <a:ea typeface="+mn-ea"/>
                <a:cs typeface="+mn-cs"/>
              </a:rPr>
              <a:t>Company Confidential © Capgemini 2026. All rights reserved.</a:t>
            </a:r>
          </a:p>
        </p:txBody>
      </p:sp>
      <p:sp>
        <p:nvSpPr>
          <p:cNvPr id="18" name="Footer Placeholder 17">
            <a:extLst>
              <a:ext uri="{FF2B5EF4-FFF2-40B4-BE49-F238E27FC236}">
                <a16:creationId xmlns:a16="http://schemas.microsoft.com/office/drawing/2014/main" id="{28FB61B6-B1AA-5812-E404-20FE573B835F}"/>
              </a:ext>
            </a:extLst>
          </p:cNvPr>
          <p:cNvSpPr>
            <a:spLocks noGrp="1"/>
          </p:cNvSpPr>
          <p:nvPr>
            <p:ph type="ftr" sz="quarter" idx="11"/>
          </p:nvPr>
        </p:nvSpPr>
        <p:spPr/>
        <p:txBody>
          <a:bodyPr/>
          <a:lstStyle/>
          <a:p>
            <a:pPr>
              <a:spcBef>
                <a:spcPts val="1000"/>
              </a:spcBef>
              <a:buFont typeface="Arial" panose="020B0604020202020204" pitchFamily="34" charset="0"/>
              <a:buNone/>
            </a:pPr>
            <a:r>
              <a:rPr lang="en-US"/>
              <a:t>TMT Monthly Update |  July 2026</a:t>
            </a:r>
          </a:p>
        </p:txBody>
      </p:sp>
      <p:sp>
        <p:nvSpPr>
          <p:cNvPr id="19" name="Slide Number Placeholder 18">
            <a:extLst>
              <a:ext uri="{FF2B5EF4-FFF2-40B4-BE49-F238E27FC236}">
                <a16:creationId xmlns:a16="http://schemas.microsoft.com/office/drawing/2014/main" id="{E1103F5D-501E-0259-AD6C-17617C0DA2B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9A5160-6218-4E5A-B9E6-B93E3DAE377C}" type="slidenum">
              <a:rPr kumimoji="0" lang="en-US" sz="800" b="0" i="0" u="none" strike="noStrike" kern="1200" cap="none" spc="0" normalizeH="0" baseline="0" noProof="0" smtClean="0">
                <a:ln>
                  <a:noFill/>
                </a:ln>
                <a:solidFill>
                  <a:srgbClr val="FFFFFF">
                    <a:lumMod val="65000"/>
                  </a:srgbClr>
                </a:solidFill>
                <a:effectLst/>
                <a:uLnTx/>
                <a:uFillTx/>
                <a:latin typeface="Ubuntu"/>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sz="800" b="0" i="0" u="none" strike="noStrike" kern="1200" cap="none" spc="0" normalizeH="0" baseline="0" noProof="0">
              <a:ln>
                <a:noFill/>
              </a:ln>
              <a:solidFill>
                <a:srgbClr val="FFFFFF">
                  <a:lumMod val="65000"/>
                </a:srgbClr>
              </a:solidFill>
              <a:effectLst/>
              <a:uLnTx/>
              <a:uFillTx/>
              <a:latin typeface="Ubuntu"/>
              <a:ea typeface="+mn-ea"/>
              <a:cs typeface="Arial" panose="020B0604020202020204" pitchFamily="34" charset="0"/>
            </a:endParaRPr>
          </a:p>
        </p:txBody>
      </p:sp>
      <p:cxnSp>
        <p:nvCxnSpPr>
          <p:cNvPr id="333" name="Straight Connector 332">
            <a:extLst>
              <a:ext uri="{FF2B5EF4-FFF2-40B4-BE49-F238E27FC236}">
                <a16:creationId xmlns:a16="http://schemas.microsoft.com/office/drawing/2014/main" id="{12900679-D85E-F6A3-ED35-568717E79A52}"/>
              </a:ext>
            </a:extLst>
          </p:cNvPr>
          <p:cNvCxnSpPr>
            <a:cxnSpLocks/>
          </p:cNvCxnSpPr>
          <p:nvPr/>
        </p:nvCxnSpPr>
        <p:spPr>
          <a:xfrm>
            <a:off x="4618409" y="1934244"/>
            <a:ext cx="0" cy="3341794"/>
          </a:xfrm>
          <a:prstGeom prst="line">
            <a:avLst/>
          </a:prstGeom>
          <a:ln w="38100">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C8F4E5AD-21ED-5069-378C-382789CF4582}"/>
              </a:ext>
            </a:extLst>
          </p:cNvPr>
          <p:cNvGrpSpPr/>
          <p:nvPr/>
        </p:nvGrpSpPr>
        <p:grpSpPr>
          <a:xfrm>
            <a:off x="2215237" y="2238846"/>
            <a:ext cx="1964871" cy="1945443"/>
            <a:chOff x="494650" y="2485490"/>
            <a:chExt cx="1964871" cy="1945443"/>
          </a:xfrm>
          <a:effectLst>
            <a:outerShdw blurRad="63500" sx="102000" sy="102000" algn="ctr" rotWithShape="0">
              <a:prstClr val="black">
                <a:alpha val="40000"/>
              </a:prstClr>
            </a:outerShdw>
          </a:effectLst>
        </p:grpSpPr>
        <p:sp>
          <p:nvSpPr>
            <p:cNvPr id="2" name="Freeform: Shape 1">
              <a:extLst>
                <a:ext uri="{FF2B5EF4-FFF2-40B4-BE49-F238E27FC236}">
                  <a16:creationId xmlns:a16="http://schemas.microsoft.com/office/drawing/2014/main" id="{941AA01F-6852-AA4A-F7D3-80A307840CC3}"/>
                </a:ext>
              </a:extLst>
            </p:cNvPr>
            <p:cNvSpPr/>
            <p:nvPr/>
          </p:nvSpPr>
          <p:spPr>
            <a:xfrm>
              <a:off x="514077" y="2485490"/>
              <a:ext cx="1945444" cy="1945443"/>
            </a:xfrm>
            <a:custGeom>
              <a:avLst/>
              <a:gdLst>
                <a:gd name="connsiteX0" fmla="*/ 3086591 w 3086591"/>
                <a:gd name="connsiteY0" fmla="*/ 1543295 h 3086590"/>
                <a:gd name="connsiteX1" fmla="*/ 1543296 w 3086591"/>
                <a:gd name="connsiteY1" fmla="*/ 3086591 h 3086590"/>
                <a:gd name="connsiteX2" fmla="*/ 0 w 3086591"/>
                <a:gd name="connsiteY2" fmla="*/ 1543295 h 3086590"/>
                <a:gd name="connsiteX3" fmla="*/ 1543296 w 3086591"/>
                <a:gd name="connsiteY3" fmla="*/ 0 h 3086590"/>
                <a:gd name="connsiteX4" fmla="*/ 3086591 w 3086591"/>
                <a:gd name="connsiteY4" fmla="*/ 1543295 h 3086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86591" h="3086590">
                  <a:moveTo>
                    <a:pt x="3086591" y="1543295"/>
                  </a:moveTo>
                  <a:cubicBezTo>
                    <a:pt x="3086591" y="2395634"/>
                    <a:pt x="2395634" y="3086591"/>
                    <a:pt x="1543296" y="3086591"/>
                  </a:cubicBezTo>
                  <a:cubicBezTo>
                    <a:pt x="690957" y="3086591"/>
                    <a:pt x="0" y="2395634"/>
                    <a:pt x="0" y="1543295"/>
                  </a:cubicBezTo>
                  <a:cubicBezTo>
                    <a:pt x="0" y="690957"/>
                    <a:pt x="690957" y="0"/>
                    <a:pt x="1543296" y="0"/>
                  </a:cubicBezTo>
                  <a:cubicBezTo>
                    <a:pt x="2395634" y="0"/>
                    <a:pt x="3086591" y="690957"/>
                    <a:pt x="3086591" y="1543295"/>
                  </a:cubicBezTo>
                  <a:close/>
                </a:path>
              </a:pathLst>
            </a:custGeom>
            <a:gradFill>
              <a:gsLst>
                <a:gs pos="0">
                  <a:srgbClr val="3AAAFF">
                    <a:alpha val="14000"/>
                  </a:srgbClr>
                </a:gs>
                <a:gs pos="100000">
                  <a:srgbClr val="044FA3">
                    <a:alpha val="14000"/>
                  </a:srgbClr>
                </a:gs>
              </a:gsLst>
              <a:lin ang="5400000" scaled="1"/>
            </a:gradFill>
            <a:ln w="12700" cap="flat">
              <a:noFill/>
              <a:prstDash val="solid"/>
              <a:miter/>
            </a:ln>
          </p:spPr>
          <p:txBody>
            <a:bodyPr rtlCol="0" anchor="ctr"/>
            <a:lstStyle/>
            <a:p>
              <a:endParaRPr lang="en-US"/>
            </a:p>
          </p:txBody>
        </p:sp>
        <p:grpSp>
          <p:nvGrpSpPr>
            <p:cNvPr id="11" name="Group 10">
              <a:extLst>
                <a:ext uri="{FF2B5EF4-FFF2-40B4-BE49-F238E27FC236}">
                  <a16:creationId xmlns:a16="http://schemas.microsoft.com/office/drawing/2014/main" id="{6C2CEFD5-BB8C-62DC-46CE-93054FD326FB}"/>
                </a:ext>
              </a:extLst>
            </p:cNvPr>
            <p:cNvGrpSpPr/>
            <p:nvPr/>
          </p:nvGrpSpPr>
          <p:grpSpPr>
            <a:xfrm>
              <a:off x="662131" y="2633543"/>
              <a:ext cx="1649336" cy="1649337"/>
              <a:chOff x="773264" y="979665"/>
              <a:chExt cx="1649336" cy="1649337"/>
            </a:xfrm>
            <a:solidFill>
              <a:schemeClr val="bg1"/>
            </a:solidFill>
          </p:grpSpPr>
          <p:sp>
            <p:nvSpPr>
              <p:cNvPr id="28" name="Freeform: Shape 27">
                <a:extLst>
                  <a:ext uri="{FF2B5EF4-FFF2-40B4-BE49-F238E27FC236}">
                    <a16:creationId xmlns:a16="http://schemas.microsoft.com/office/drawing/2014/main" id="{E55ADAC8-818E-F9DB-36DF-ECE4C9394D72}"/>
                  </a:ext>
                </a:extLst>
              </p:cNvPr>
              <p:cNvSpPr/>
              <p:nvPr/>
            </p:nvSpPr>
            <p:spPr>
              <a:xfrm>
                <a:off x="1539176" y="979665"/>
                <a:ext cx="117506" cy="117506"/>
              </a:xfrm>
              <a:custGeom>
                <a:avLst/>
                <a:gdLst>
                  <a:gd name="connsiteX0" fmla="*/ 155151 w 155151"/>
                  <a:gd name="connsiteY0" fmla="*/ 77576 h 155151"/>
                  <a:gd name="connsiteX1" fmla="*/ 77575 w 155151"/>
                  <a:gd name="connsiteY1" fmla="*/ 155151 h 155151"/>
                  <a:gd name="connsiteX2" fmla="*/ 0 w 155151"/>
                  <a:gd name="connsiteY2" fmla="*/ 77576 h 155151"/>
                  <a:gd name="connsiteX3" fmla="*/ 77575 w 155151"/>
                  <a:gd name="connsiteY3" fmla="*/ 0 h 155151"/>
                  <a:gd name="connsiteX4" fmla="*/ 155151 w 155151"/>
                  <a:gd name="connsiteY4" fmla="*/ 77576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6"/>
                    </a:moveTo>
                    <a:cubicBezTo>
                      <a:pt x="155151" y="120419"/>
                      <a:pt x="120419" y="155151"/>
                      <a:pt x="77575" y="155151"/>
                    </a:cubicBezTo>
                    <a:cubicBezTo>
                      <a:pt x="34732" y="155151"/>
                      <a:pt x="0" y="120419"/>
                      <a:pt x="0" y="77576"/>
                    </a:cubicBezTo>
                    <a:cubicBezTo>
                      <a:pt x="0" y="34732"/>
                      <a:pt x="34732" y="0"/>
                      <a:pt x="77575" y="0"/>
                    </a:cubicBezTo>
                    <a:cubicBezTo>
                      <a:pt x="120419" y="0"/>
                      <a:pt x="155151" y="34732"/>
                      <a:pt x="155151" y="77576"/>
                    </a:cubicBezTo>
                    <a:close/>
                  </a:path>
                </a:pathLst>
              </a:custGeom>
              <a:grpFill/>
              <a:ln w="1257"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C8D939CB-57A1-75AA-58E9-85B0E5A3A409}"/>
                  </a:ext>
                </a:extLst>
              </p:cNvPr>
              <p:cNvSpPr/>
              <p:nvPr/>
            </p:nvSpPr>
            <p:spPr>
              <a:xfrm>
                <a:off x="1297088" y="1018708"/>
                <a:ext cx="117506" cy="117506"/>
              </a:xfrm>
              <a:custGeom>
                <a:avLst/>
                <a:gdLst>
                  <a:gd name="connsiteX0" fmla="*/ 155151 w 155151"/>
                  <a:gd name="connsiteY0" fmla="*/ 77576 h 155151"/>
                  <a:gd name="connsiteX1" fmla="*/ 77576 w 155151"/>
                  <a:gd name="connsiteY1" fmla="*/ 155151 h 155151"/>
                  <a:gd name="connsiteX2" fmla="*/ 0 w 155151"/>
                  <a:gd name="connsiteY2" fmla="*/ 77576 h 155151"/>
                  <a:gd name="connsiteX3" fmla="*/ 77576 w 155151"/>
                  <a:gd name="connsiteY3" fmla="*/ 0 h 155151"/>
                  <a:gd name="connsiteX4" fmla="*/ 155151 w 155151"/>
                  <a:gd name="connsiteY4" fmla="*/ 77576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6"/>
                    </a:moveTo>
                    <a:cubicBezTo>
                      <a:pt x="155151" y="120419"/>
                      <a:pt x="120419" y="155151"/>
                      <a:pt x="77576" y="155151"/>
                    </a:cubicBezTo>
                    <a:cubicBezTo>
                      <a:pt x="34732" y="155151"/>
                      <a:pt x="0" y="120419"/>
                      <a:pt x="0" y="77576"/>
                    </a:cubicBezTo>
                    <a:cubicBezTo>
                      <a:pt x="0" y="34732"/>
                      <a:pt x="34732" y="0"/>
                      <a:pt x="77576" y="0"/>
                    </a:cubicBezTo>
                    <a:cubicBezTo>
                      <a:pt x="120419" y="0"/>
                      <a:pt x="155151" y="34732"/>
                      <a:pt x="155151" y="77576"/>
                    </a:cubicBezTo>
                    <a:close/>
                  </a:path>
                </a:pathLst>
              </a:custGeom>
              <a:grpFill/>
              <a:ln w="1257"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880E9D08-13D8-B469-7A48-F0A6A5153AF4}"/>
                  </a:ext>
                </a:extLst>
              </p:cNvPr>
              <p:cNvSpPr/>
              <p:nvPr/>
            </p:nvSpPr>
            <p:spPr>
              <a:xfrm>
                <a:off x="1086838" y="1127439"/>
                <a:ext cx="117506" cy="117506"/>
              </a:xfrm>
              <a:custGeom>
                <a:avLst/>
                <a:gdLst>
                  <a:gd name="connsiteX0" fmla="*/ 155151 w 155151"/>
                  <a:gd name="connsiteY0" fmla="*/ 77575 h 155151"/>
                  <a:gd name="connsiteX1" fmla="*/ 77576 w 155151"/>
                  <a:gd name="connsiteY1" fmla="*/ 155151 h 155151"/>
                  <a:gd name="connsiteX2" fmla="*/ 0 w 155151"/>
                  <a:gd name="connsiteY2" fmla="*/ 77575 h 155151"/>
                  <a:gd name="connsiteX3" fmla="*/ 77576 w 155151"/>
                  <a:gd name="connsiteY3" fmla="*/ 0 h 155151"/>
                  <a:gd name="connsiteX4" fmla="*/ 155151 w 155151"/>
                  <a:gd name="connsiteY4" fmla="*/ 77575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5"/>
                    </a:moveTo>
                    <a:cubicBezTo>
                      <a:pt x="155151" y="120419"/>
                      <a:pt x="120419" y="155151"/>
                      <a:pt x="77576" y="155151"/>
                    </a:cubicBezTo>
                    <a:cubicBezTo>
                      <a:pt x="34732" y="155151"/>
                      <a:pt x="0" y="120419"/>
                      <a:pt x="0" y="77575"/>
                    </a:cubicBezTo>
                    <a:cubicBezTo>
                      <a:pt x="0" y="34732"/>
                      <a:pt x="34732" y="0"/>
                      <a:pt x="77576" y="0"/>
                    </a:cubicBezTo>
                    <a:cubicBezTo>
                      <a:pt x="120419" y="0"/>
                      <a:pt x="155151" y="34732"/>
                      <a:pt x="155151" y="77575"/>
                    </a:cubicBezTo>
                    <a:close/>
                  </a:path>
                </a:pathLst>
              </a:custGeom>
              <a:grpFill/>
              <a:ln w="1257" cap="flat">
                <a:noFill/>
                <a:prstDash val="solid"/>
                <a:miter/>
              </a:ln>
            </p:spPr>
            <p:txBody>
              <a:bodyPr rtlCol="0" anchor="ctr"/>
              <a:lstStyle/>
              <a:p>
                <a:endParaRPr lang="en-US"/>
              </a:p>
            </p:txBody>
          </p:sp>
          <p:sp>
            <p:nvSpPr>
              <p:cNvPr id="106" name="Freeform: Shape 105">
                <a:extLst>
                  <a:ext uri="{FF2B5EF4-FFF2-40B4-BE49-F238E27FC236}">
                    <a16:creationId xmlns:a16="http://schemas.microsoft.com/office/drawing/2014/main" id="{7CDB3834-BB2E-06AF-CE0F-EB9B01C7DFE7}"/>
                  </a:ext>
                </a:extLst>
              </p:cNvPr>
              <p:cNvSpPr/>
              <p:nvPr/>
            </p:nvSpPr>
            <p:spPr>
              <a:xfrm>
                <a:off x="921038" y="1293239"/>
                <a:ext cx="117506" cy="117506"/>
              </a:xfrm>
              <a:custGeom>
                <a:avLst/>
                <a:gdLst>
                  <a:gd name="connsiteX0" fmla="*/ 155151 w 155151"/>
                  <a:gd name="connsiteY0" fmla="*/ 77575 h 155151"/>
                  <a:gd name="connsiteX1" fmla="*/ 77576 w 155151"/>
                  <a:gd name="connsiteY1" fmla="*/ 155151 h 155151"/>
                  <a:gd name="connsiteX2" fmla="*/ 0 w 155151"/>
                  <a:gd name="connsiteY2" fmla="*/ 77575 h 155151"/>
                  <a:gd name="connsiteX3" fmla="*/ 77576 w 155151"/>
                  <a:gd name="connsiteY3" fmla="*/ 0 h 155151"/>
                  <a:gd name="connsiteX4" fmla="*/ 155151 w 155151"/>
                  <a:gd name="connsiteY4" fmla="*/ 77575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5"/>
                    </a:moveTo>
                    <a:cubicBezTo>
                      <a:pt x="155151" y="120419"/>
                      <a:pt x="120419" y="155151"/>
                      <a:pt x="77576" y="155151"/>
                    </a:cubicBezTo>
                    <a:cubicBezTo>
                      <a:pt x="34732" y="155151"/>
                      <a:pt x="0" y="120419"/>
                      <a:pt x="0" y="77575"/>
                    </a:cubicBezTo>
                    <a:cubicBezTo>
                      <a:pt x="0" y="34732"/>
                      <a:pt x="34732" y="0"/>
                      <a:pt x="77576" y="0"/>
                    </a:cubicBezTo>
                    <a:cubicBezTo>
                      <a:pt x="120419" y="0"/>
                      <a:pt x="155151" y="34732"/>
                      <a:pt x="155151" y="77575"/>
                    </a:cubicBezTo>
                    <a:close/>
                  </a:path>
                </a:pathLst>
              </a:custGeom>
              <a:grpFill/>
              <a:ln w="1257" cap="flat">
                <a:noFill/>
                <a:prstDash val="solid"/>
                <a:miter/>
              </a:ln>
            </p:spPr>
            <p:txBody>
              <a:bodyPr rtlCol="0" anchor="ctr"/>
              <a:lstStyle/>
              <a:p>
                <a:endParaRPr lang="en-US"/>
              </a:p>
            </p:txBody>
          </p:sp>
          <p:sp>
            <p:nvSpPr>
              <p:cNvPr id="114" name="Freeform: Shape 113">
                <a:extLst>
                  <a:ext uri="{FF2B5EF4-FFF2-40B4-BE49-F238E27FC236}">
                    <a16:creationId xmlns:a16="http://schemas.microsoft.com/office/drawing/2014/main" id="{67615808-DCEB-DD66-448A-AF91F7EFE093}"/>
                  </a:ext>
                </a:extLst>
              </p:cNvPr>
              <p:cNvSpPr/>
              <p:nvPr/>
            </p:nvSpPr>
            <p:spPr>
              <a:xfrm>
                <a:off x="812307" y="1503490"/>
                <a:ext cx="117506" cy="117506"/>
              </a:xfrm>
              <a:custGeom>
                <a:avLst/>
                <a:gdLst>
                  <a:gd name="connsiteX0" fmla="*/ 155151 w 155151"/>
                  <a:gd name="connsiteY0" fmla="*/ 77575 h 155151"/>
                  <a:gd name="connsiteX1" fmla="*/ 77576 w 155151"/>
                  <a:gd name="connsiteY1" fmla="*/ 155151 h 155151"/>
                  <a:gd name="connsiteX2" fmla="*/ 0 w 155151"/>
                  <a:gd name="connsiteY2" fmla="*/ 77575 h 155151"/>
                  <a:gd name="connsiteX3" fmla="*/ 77576 w 155151"/>
                  <a:gd name="connsiteY3" fmla="*/ 0 h 155151"/>
                  <a:gd name="connsiteX4" fmla="*/ 155151 w 155151"/>
                  <a:gd name="connsiteY4" fmla="*/ 77575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5"/>
                    </a:moveTo>
                    <a:cubicBezTo>
                      <a:pt x="155151" y="120419"/>
                      <a:pt x="120419" y="155151"/>
                      <a:pt x="77576" y="155151"/>
                    </a:cubicBezTo>
                    <a:cubicBezTo>
                      <a:pt x="34732" y="155151"/>
                      <a:pt x="0" y="120419"/>
                      <a:pt x="0" y="77575"/>
                    </a:cubicBezTo>
                    <a:cubicBezTo>
                      <a:pt x="0" y="34732"/>
                      <a:pt x="34732" y="0"/>
                      <a:pt x="77576" y="0"/>
                    </a:cubicBezTo>
                    <a:cubicBezTo>
                      <a:pt x="120419" y="0"/>
                      <a:pt x="155151" y="34732"/>
                      <a:pt x="155151" y="77575"/>
                    </a:cubicBezTo>
                    <a:close/>
                  </a:path>
                </a:pathLst>
              </a:custGeom>
              <a:grpFill/>
              <a:ln w="1257" cap="flat">
                <a:noFill/>
                <a:prstDash val="solid"/>
                <a:miter/>
              </a:ln>
            </p:spPr>
            <p:txBody>
              <a:bodyPr rtlCol="0" anchor="ctr"/>
              <a:lstStyle/>
              <a:p>
                <a:endParaRPr lang="en-US"/>
              </a:p>
            </p:txBody>
          </p:sp>
          <p:sp>
            <p:nvSpPr>
              <p:cNvPr id="115" name="Freeform: Shape 114">
                <a:extLst>
                  <a:ext uri="{FF2B5EF4-FFF2-40B4-BE49-F238E27FC236}">
                    <a16:creationId xmlns:a16="http://schemas.microsoft.com/office/drawing/2014/main" id="{8E143D29-E6A7-DD26-22AB-AACE6D54CE9C}"/>
                  </a:ext>
                </a:extLst>
              </p:cNvPr>
              <p:cNvSpPr/>
              <p:nvPr/>
            </p:nvSpPr>
            <p:spPr>
              <a:xfrm>
                <a:off x="773264" y="1745584"/>
                <a:ext cx="117506" cy="117506"/>
              </a:xfrm>
              <a:custGeom>
                <a:avLst/>
                <a:gdLst>
                  <a:gd name="connsiteX0" fmla="*/ 155151 w 155151"/>
                  <a:gd name="connsiteY0" fmla="*/ 77576 h 155151"/>
                  <a:gd name="connsiteX1" fmla="*/ 77576 w 155151"/>
                  <a:gd name="connsiteY1" fmla="*/ 155151 h 155151"/>
                  <a:gd name="connsiteX2" fmla="*/ 0 w 155151"/>
                  <a:gd name="connsiteY2" fmla="*/ 77576 h 155151"/>
                  <a:gd name="connsiteX3" fmla="*/ 77576 w 155151"/>
                  <a:gd name="connsiteY3" fmla="*/ 0 h 155151"/>
                  <a:gd name="connsiteX4" fmla="*/ 155151 w 155151"/>
                  <a:gd name="connsiteY4" fmla="*/ 77576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6"/>
                    </a:moveTo>
                    <a:cubicBezTo>
                      <a:pt x="155151" y="120419"/>
                      <a:pt x="120419" y="155151"/>
                      <a:pt x="77576" y="155151"/>
                    </a:cubicBezTo>
                    <a:cubicBezTo>
                      <a:pt x="34732" y="155151"/>
                      <a:pt x="0" y="120420"/>
                      <a:pt x="0" y="77576"/>
                    </a:cubicBezTo>
                    <a:cubicBezTo>
                      <a:pt x="0" y="34732"/>
                      <a:pt x="34732" y="0"/>
                      <a:pt x="77576" y="0"/>
                    </a:cubicBezTo>
                    <a:cubicBezTo>
                      <a:pt x="120419" y="0"/>
                      <a:pt x="155151" y="34732"/>
                      <a:pt x="155151" y="77576"/>
                    </a:cubicBezTo>
                    <a:close/>
                  </a:path>
                </a:pathLst>
              </a:custGeom>
              <a:grpFill/>
              <a:ln w="1257" cap="flat">
                <a:noFill/>
                <a:prstDash val="solid"/>
                <a:miter/>
              </a:ln>
            </p:spPr>
            <p:txBody>
              <a:bodyPr rtlCol="0" anchor="ctr"/>
              <a:lstStyle/>
              <a:p>
                <a:endParaRPr lang="en-US"/>
              </a:p>
            </p:txBody>
          </p:sp>
          <p:sp>
            <p:nvSpPr>
              <p:cNvPr id="116" name="Freeform: Shape 115">
                <a:extLst>
                  <a:ext uri="{FF2B5EF4-FFF2-40B4-BE49-F238E27FC236}">
                    <a16:creationId xmlns:a16="http://schemas.microsoft.com/office/drawing/2014/main" id="{9310941C-6966-2B19-3CD2-D32EB88C7901}"/>
                  </a:ext>
                </a:extLst>
              </p:cNvPr>
              <p:cNvSpPr/>
              <p:nvPr/>
            </p:nvSpPr>
            <p:spPr>
              <a:xfrm>
                <a:off x="812307" y="1987672"/>
                <a:ext cx="117506" cy="117506"/>
              </a:xfrm>
              <a:custGeom>
                <a:avLst/>
                <a:gdLst>
                  <a:gd name="connsiteX0" fmla="*/ 155151 w 155151"/>
                  <a:gd name="connsiteY0" fmla="*/ 77575 h 155151"/>
                  <a:gd name="connsiteX1" fmla="*/ 77576 w 155151"/>
                  <a:gd name="connsiteY1" fmla="*/ 155151 h 155151"/>
                  <a:gd name="connsiteX2" fmla="*/ 0 w 155151"/>
                  <a:gd name="connsiteY2" fmla="*/ 77575 h 155151"/>
                  <a:gd name="connsiteX3" fmla="*/ 77576 w 155151"/>
                  <a:gd name="connsiteY3" fmla="*/ 0 h 155151"/>
                  <a:gd name="connsiteX4" fmla="*/ 155151 w 155151"/>
                  <a:gd name="connsiteY4" fmla="*/ 77575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5"/>
                    </a:moveTo>
                    <a:cubicBezTo>
                      <a:pt x="155151" y="120419"/>
                      <a:pt x="120419" y="155151"/>
                      <a:pt x="77576" y="155151"/>
                    </a:cubicBezTo>
                    <a:cubicBezTo>
                      <a:pt x="34732" y="155151"/>
                      <a:pt x="0" y="120420"/>
                      <a:pt x="0" y="77575"/>
                    </a:cubicBezTo>
                    <a:cubicBezTo>
                      <a:pt x="0" y="34732"/>
                      <a:pt x="34732" y="0"/>
                      <a:pt x="77576" y="0"/>
                    </a:cubicBezTo>
                    <a:cubicBezTo>
                      <a:pt x="120419" y="0"/>
                      <a:pt x="155151" y="34731"/>
                      <a:pt x="155151" y="77575"/>
                    </a:cubicBezTo>
                    <a:close/>
                  </a:path>
                </a:pathLst>
              </a:custGeom>
              <a:grpFill/>
              <a:ln w="1257" cap="flat">
                <a:noFill/>
                <a:prstDash val="solid"/>
                <a:miter/>
              </a:ln>
            </p:spPr>
            <p:txBody>
              <a:bodyPr rtlCol="0" anchor="ctr"/>
              <a:lstStyle/>
              <a:p>
                <a:endParaRPr lang="en-US"/>
              </a:p>
            </p:txBody>
          </p:sp>
          <p:sp>
            <p:nvSpPr>
              <p:cNvPr id="117" name="Freeform: Shape 116">
                <a:extLst>
                  <a:ext uri="{FF2B5EF4-FFF2-40B4-BE49-F238E27FC236}">
                    <a16:creationId xmlns:a16="http://schemas.microsoft.com/office/drawing/2014/main" id="{A175A66D-6DB3-9CFC-9C8D-3FFAE83A775D}"/>
                  </a:ext>
                </a:extLst>
              </p:cNvPr>
              <p:cNvSpPr/>
              <p:nvPr/>
            </p:nvSpPr>
            <p:spPr>
              <a:xfrm>
                <a:off x="921038" y="2197922"/>
                <a:ext cx="117506" cy="117506"/>
              </a:xfrm>
              <a:custGeom>
                <a:avLst/>
                <a:gdLst>
                  <a:gd name="connsiteX0" fmla="*/ 155151 w 155151"/>
                  <a:gd name="connsiteY0" fmla="*/ 77575 h 155151"/>
                  <a:gd name="connsiteX1" fmla="*/ 77576 w 155151"/>
                  <a:gd name="connsiteY1" fmla="*/ 155151 h 155151"/>
                  <a:gd name="connsiteX2" fmla="*/ 0 w 155151"/>
                  <a:gd name="connsiteY2" fmla="*/ 77575 h 155151"/>
                  <a:gd name="connsiteX3" fmla="*/ 77576 w 155151"/>
                  <a:gd name="connsiteY3" fmla="*/ 0 h 155151"/>
                  <a:gd name="connsiteX4" fmla="*/ 155151 w 155151"/>
                  <a:gd name="connsiteY4" fmla="*/ 77575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5"/>
                    </a:moveTo>
                    <a:cubicBezTo>
                      <a:pt x="155151" y="120419"/>
                      <a:pt x="120419" y="155151"/>
                      <a:pt x="77576" y="155151"/>
                    </a:cubicBezTo>
                    <a:cubicBezTo>
                      <a:pt x="34732" y="155151"/>
                      <a:pt x="0" y="120420"/>
                      <a:pt x="0" y="77575"/>
                    </a:cubicBezTo>
                    <a:cubicBezTo>
                      <a:pt x="0" y="34732"/>
                      <a:pt x="34732" y="0"/>
                      <a:pt x="77576" y="0"/>
                    </a:cubicBezTo>
                    <a:cubicBezTo>
                      <a:pt x="120419" y="0"/>
                      <a:pt x="155151" y="34731"/>
                      <a:pt x="155151" y="77575"/>
                    </a:cubicBezTo>
                    <a:close/>
                  </a:path>
                </a:pathLst>
              </a:custGeom>
              <a:grpFill/>
              <a:ln w="1257" cap="flat">
                <a:noFill/>
                <a:prstDash val="solid"/>
                <a:miter/>
              </a:ln>
            </p:spPr>
            <p:txBody>
              <a:bodyPr rtlCol="0" anchor="ctr"/>
              <a:lstStyle/>
              <a:p>
                <a:endParaRPr lang="en-US"/>
              </a:p>
            </p:txBody>
          </p:sp>
          <p:sp>
            <p:nvSpPr>
              <p:cNvPr id="118" name="Freeform: Shape 117">
                <a:extLst>
                  <a:ext uri="{FF2B5EF4-FFF2-40B4-BE49-F238E27FC236}">
                    <a16:creationId xmlns:a16="http://schemas.microsoft.com/office/drawing/2014/main" id="{01CE0BBA-97A4-8F87-A49E-FC5DF419D648}"/>
                  </a:ext>
                </a:extLst>
              </p:cNvPr>
              <p:cNvSpPr/>
              <p:nvPr/>
            </p:nvSpPr>
            <p:spPr>
              <a:xfrm>
                <a:off x="1086838" y="2363722"/>
                <a:ext cx="117506" cy="117506"/>
              </a:xfrm>
              <a:custGeom>
                <a:avLst/>
                <a:gdLst>
                  <a:gd name="connsiteX0" fmla="*/ 155151 w 155151"/>
                  <a:gd name="connsiteY0" fmla="*/ 77575 h 155151"/>
                  <a:gd name="connsiteX1" fmla="*/ 77576 w 155151"/>
                  <a:gd name="connsiteY1" fmla="*/ 155151 h 155151"/>
                  <a:gd name="connsiteX2" fmla="*/ 0 w 155151"/>
                  <a:gd name="connsiteY2" fmla="*/ 77575 h 155151"/>
                  <a:gd name="connsiteX3" fmla="*/ 77576 w 155151"/>
                  <a:gd name="connsiteY3" fmla="*/ 0 h 155151"/>
                  <a:gd name="connsiteX4" fmla="*/ 155151 w 155151"/>
                  <a:gd name="connsiteY4" fmla="*/ 77575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5"/>
                    </a:moveTo>
                    <a:cubicBezTo>
                      <a:pt x="155151" y="120419"/>
                      <a:pt x="120419" y="155151"/>
                      <a:pt x="77576" y="155151"/>
                    </a:cubicBezTo>
                    <a:cubicBezTo>
                      <a:pt x="34732" y="155151"/>
                      <a:pt x="0" y="120420"/>
                      <a:pt x="0" y="77575"/>
                    </a:cubicBezTo>
                    <a:cubicBezTo>
                      <a:pt x="0" y="34732"/>
                      <a:pt x="34732" y="0"/>
                      <a:pt x="77576" y="0"/>
                    </a:cubicBezTo>
                    <a:cubicBezTo>
                      <a:pt x="120419" y="0"/>
                      <a:pt x="155151" y="34731"/>
                      <a:pt x="155151" y="77575"/>
                    </a:cubicBezTo>
                    <a:close/>
                  </a:path>
                </a:pathLst>
              </a:custGeom>
              <a:grpFill/>
              <a:ln w="1257" cap="flat">
                <a:noFill/>
                <a:prstDash val="solid"/>
                <a:miter/>
              </a:ln>
            </p:spPr>
            <p:txBody>
              <a:bodyPr rtlCol="0" anchor="ctr"/>
              <a:lstStyle/>
              <a:p>
                <a:endParaRPr lang="en-US"/>
              </a:p>
            </p:txBody>
          </p:sp>
          <p:sp>
            <p:nvSpPr>
              <p:cNvPr id="119" name="Freeform: Shape 118">
                <a:extLst>
                  <a:ext uri="{FF2B5EF4-FFF2-40B4-BE49-F238E27FC236}">
                    <a16:creationId xmlns:a16="http://schemas.microsoft.com/office/drawing/2014/main" id="{270692A9-8EF9-7F70-BDD8-E468A93A2569}"/>
                  </a:ext>
                </a:extLst>
              </p:cNvPr>
              <p:cNvSpPr/>
              <p:nvPr/>
            </p:nvSpPr>
            <p:spPr>
              <a:xfrm>
                <a:off x="1297088" y="2472453"/>
                <a:ext cx="117506" cy="117506"/>
              </a:xfrm>
              <a:custGeom>
                <a:avLst/>
                <a:gdLst>
                  <a:gd name="connsiteX0" fmla="*/ 155151 w 155151"/>
                  <a:gd name="connsiteY0" fmla="*/ 77576 h 155151"/>
                  <a:gd name="connsiteX1" fmla="*/ 77576 w 155151"/>
                  <a:gd name="connsiteY1" fmla="*/ 155151 h 155151"/>
                  <a:gd name="connsiteX2" fmla="*/ 0 w 155151"/>
                  <a:gd name="connsiteY2" fmla="*/ 77576 h 155151"/>
                  <a:gd name="connsiteX3" fmla="*/ 77576 w 155151"/>
                  <a:gd name="connsiteY3" fmla="*/ 0 h 155151"/>
                  <a:gd name="connsiteX4" fmla="*/ 155151 w 155151"/>
                  <a:gd name="connsiteY4" fmla="*/ 77576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6"/>
                    </a:moveTo>
                    <a:cubicBezTo>
                      <a:pt x="155151" y="120419"/>
                      <a:pt x="120419" y="155151"/>
                      <a:pt x="77576" y="155151"/>
                    </a:cubicBezTo>
                    <a:cubicBezTo>
                      <a:pt x="34732" y="155151"/>
                      <a:pt x="0" y="120420"/>
                      <a:pt x="0" y="77576"/>
                    </a:cubicBezTo>
                    <a:cubicBezTo>
                      <a:pt x="0" y="34732"/>
                      <a:pt x="34732" y="0"/>
                      <a:pt x="77576" y="0"/>
                    </a:cubicBezTo>
                    <a:cubicBezTo>
                      <a:pt x="120419" y="0"/>
                      <a:pt x="155151" y="34731"/>
                      <a:pt x="155151" y="77576"/>
                    </a:cubicBezTo>
                    <a:close/>
                  </a:path>
                </a:pathLst>
              </a:custGeom>
              <a:grpFill/>
              <a:ln w="1257" cap="flat">
                <a:noFill/>
                <a:prstDash val="solid"/>
                <a:miter/>
              </a:ln>
            </p:spPr>
            <p:txBody>
              <a:bodyPr rtlCol="0" anchor="ctr"/>
              <a:lstStyle/>
              <a:p>
                <a:endParaRPr lang="en-US"/>
              </a:p>
            </p:txBody>
          </p:sp>
          <p:sp>
            <p:nvSpPr>
              <p:cNvPr id="120" name="Freeform: Shape 119">
                <a:extLst>
                  <a:ext uri="{FF2B5EF4-FFF2-40B4-BE49-F238E27FC236}">
                    <a16:creationId xmlns:a16="http://schemas.microsoft.com/office/drawing/2014/main" id="{E3E67B95-70CE-0383-AA71-CCF84BB2CAF9}"/>
                  </a:ext>
                </a:extLst>
              </p:cNvPr>
              <p:cNvSpPr/>
              <p:nvPr/>
            </p:nvSpPr>
            <p:spPr>
              <a:xfrm>
                <a:off x="1539176" y="2511496"/>
                <a:ext cx="117506" cy="117506"/>
              </a:xfrm>
              <a:custGeom>
                <a:avLst/>
                <a:gdLst>
                  <a:gd name="connsiteX0" fmla="*/ 155151 w 155151"/>
                  <a:gd name="connsiteY0" fmla="*/ 77575 h 155151"/>
                  <a:gd name="connsiteX1" fmla="*/ 77575 w 155151"/>
                  <a:gd name="connsiteY1" fmla="*/ 155151 h 155151"/>
                  <a:gd name="connsiteX2" fmla="*/ 0 w 155151"/>
                  <a:gd name="connsiteY2" fmla="*/ 77575 h 155151"/>
                  <a:gd name="connsiteX3" fmla="*/ 77575 w 155151"/>
                  <a:gd name="connsiteY3" fmla="*/ 0 h 155151"/>
                  <a:gd name="connsiteX4" fmla="*/ 155151 w 155151"/>
                  <a:gd name="connsiteY4" fmla="*/ 77575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5"/>
                    </a:moveTo>
                    <a:cubicBezTo>
                      <a:pt x="155151" y="120419"/>
                      <a:pt x="120419" y="155151"/>
                      <a:pt x="77575" y="155151"/>
                    </a:cubicBezTo>
                    <a:cubicBezTo>
                      <a:pt x="34732" y="155151"/>
                      <a:pt x="0" y="120419"/>
                      <a:pt x="0" y="77575"/>
                    </a:cubicBezTo>
                    <a:cubicBezTo>
                      <a:pt x="0" y="34732"/>
                      <a:pt x="34732" y="0"/>
                      <a:pt x="77575" y="0"/>
                    </a:cubicBezTo>
                    <a:cubicBezTo>
                      <a:pt x="120419" y="0"/>
                      <a:pt x="155151" y="34731"/>
                      <a:pt x="155151" y="77575"/>
                    </a:cubicBezTo>
                    <a:close/>
                  </a:path>
                </a:pathLst>
              </a:custGeom>
              <a:grpFill/>
              <a:ln w="1257" cap="flat">
                <a:noFill/>
                <a:prstDash val="solid"/>
                <a:miter/>
              </a:ln>
            </p:spPr>
            <p:txBody>
              <a:bodyPr rtlCol="0" anchor="ctr"/>
              <a:lstStyle/>
              <a:p>
                <a:endParaRPr lang="en-US"/>
              </a:p>
            </p:txBody>
          </p:sp>
          <p:sp>
            <p:nvSpPr>
              <p:cNvPr id="122" name="Freeform: Shape 121">
                <a:extLst>
                  <a:ext uri="{FF2B5EF4-FFF2-40B4-BE49-F238E27FC236}">
                    <a16:creationId xmlns:a16="http://schemas.microsoft.com/office/drawing/2014/main" id="{D58078C6-945D-6866-0494-D9D3E17FEE39}"/>
                  </a:ext>
                </a:extLst>
              </p:cNvPr>
              <p:cNvSpPr/>
              <p:nvPr/>
            </p:nvSpPr>
            <p:spPr>
              <a:xfrm>
                <a:off x="1781270" y="2472453"/>
                <a:ext cx="117506" cy="117506"/>
              </a:xfrm>
              <a:custGeom>
                <a:avLst/>
                <a:gdLst>
                  <a:gd name="connsiteX0" fmla="*/ 155151 w 155151"/>
                  <a:gd name="connsiteY0" fmla="*/ 77576 h 155151"/>
                  <a:gd name="connsiteX1" fmla="*/ 77575 w 155151"/>
                  <a:gd name="connsiteY1" fmla="*/ 155151 h 155151"/>
                  <a:gd name="connsiteX2" fmla="*/ 0 w 155151"/>
                  <a:gd name="connsiteY2" fmla="*/ 77576 h 155151"/>
                  <a:gd name="connsiteX3" fmla="*/ 77575 w 155151"/>
                  <a:gd name="connsiteY3" fmla="*/ 0 h 155151"/>
                  <a:gd name="connsiteX4" fmla="*/ 155151 w 155151"/>
                  <a:gd name="connsiteY4" fmla="*/ 77576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6"/>
                    </a:moveTo>
                    <a:cubicBezTo>
                      <a:pt x="155151" y="120419"/>
                      <a:pt x="120419" y="155151"/>
                      <a:pt x="77575" y="155151"/>
                    </a:cubicBezTo>
                    <a:cubicBezTo>
                      <a:pt x="34732" y="155151"/>
                      <a:pt x="0" y="120420"/>
                      <a:pt x="0" y="77576"/>
                    </a:cubicBezTo>
                    <a:cubicBezTo>
                      <a:pt x="0" y="34732"/>
                      <a:pt x="34732" y="0"/>
                      <a:pt x="77575" y="0"/>
                    </a:cubicBezTo>
                    <a:cubicBezTo>
                      <a:pt x="120419" y="0"/>
                      <a:pt x="155151" y="34731"/>
                      <a:pt x="155151" y="77576"/>
                    </a:cubicBezTo>
                    <a:close/>
                  </a:path>
                </a:pathLst>
              </a:custGeom>
              <a:grpFill/>
              <a:ln w="1257" cap="flat">
                <a:noFill/>
                <a:prstDash val="solid"/>
                <a:miter/>
              </a:ln>
            </p:spPr>
            <p:txBody>
              <a:bodyPr rtlCol="0" anchor="ctr"/>
              <a:lstStyle/>
              <a:p>
                <a:endParaRPr lang="en-US"/>
              </a:p>
            </p:txBody>
          </p:sp>
          <p:sp>
            <p:nvSpPr>
              <p:cNvPr id="123" name="Freeform: Shape 122">
                <a:extLst>
                  <a:ext uri="{FF2B5EF4-FFF2-40B4-BE49-F238E27FC236}">
                    <a16:creationId xmlns:a16="http://schemas.microsoft.com/office/drawing/2014/main" id="{5F9AD947-3B88-FC6D-F92A-3751B64A5CAF}"/>
                  </a:ext>
                </a:extLst>
              </p:cNvPr>
              <p:cNvSpPr/>
              <p:nvPr/>
            </p:nvSpPr>
            <p:spPr>
              <a:xfrm>
                <a:off x="1991521" y="2363722"/>
                <a:ext cx="117506" cy="117506"/>
              </a:xfrm>
              <a:custGeom>
                <a:avLst/>
                <a:gdLst>
                  <a:gd name="connsiteX0" fmla="*/ 155151 w 155151"/>
                  <a:gd name="connsiteY0" fmla="*/ 77575 h 155151"/>
                  <a:gd name="connsiteX1" fmla="*/ 77575 w 155151"/>
                  <a:gd name="connsiteY1" fmla="*/ 155151 h 155151"/>
                  <a:gd name="connsiteX2" fmla="*/ 0 w 155151"/>
                  <a:gd name="connsiteY2" fmla="*/ 77575 h 155151"/>
                  <a:gd name="connsiteX3" fmla="*/ 77575 w 155151"/>
                  <a:gd name="connsiteY3" fmla="*/ 0 h 155151"/>
                  <a:gd name="connsiteX4" fmla="*/ 155151 w 155151"/>
                  <a:gd name="connsiteY4" fmla="*/ 77575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5"/>
                    </a:moveTo>
                    <a:cubicBezTo>
                      <a:pt x="155151" y="120419"/>
                      <a:pt x="120419" y="155151"/>
                      <a:pt x="77575" y="155151"/>
                    </a:cubicBezTo>
                    <a:cubicBezTo>
                      <a:pt x="34732" y="155151"/>
                      <a:pt x="0" y="120420"/>
                      <a:pt x="0" y="77575"/>
                    </a:cubicBezTo>
                    <a:cubicBezTo>
                      <a:pt x="0" y="34732"/>
                      <a:pt x="34732" y="0"/>
                      <a:pt x="77575" y="0"/>
                    </a:cubicBezTo>
                    <a:cubicBezTo>
                      <a:pt x="120419" y="0"/>
                      <a:pt x="155151" y="34731"/>
                      <a:pt x="155151" y="77575"/>
                    </a:cubicBezTo>
                    <a:close/>
                  </a:path>
                </a:pathLst>
              </a:custGeom>
              <a:grpFill/>
              <a:ln w="1257" cap="flat">
                <a:noFill/>
                <a:prstDash val="solid"/>
                <a:miter/>
              </a:ln>
            </p:spPr>
            <p:txBody>
              <a:bodyPr rtlCol="0" anchor="ctr"/>
              <a:lstStyle/>
              <a:p>
                <a:endParaRPr lang="en-US"/>
              </a:p>
            </p:txBody>
          </p:sp>
          <p:sp>
            <p:nvSpPr>
              <p:cNvPr id="320" name="Freeform: Shape 319">
                <a:extLst>
                  <a:ext uri="{FF2B5EF4-FFF2-40B4-BE49-F238E27FC236}">
                    <a16:creationId xmlns:a16="http://schemas.microsoft.com/office/drawing/2014/main" id="{9FAD7025-D3A8-13F0-F369-0DD2D664220F}"/>
                  </a:ext>
                </a:extLst>
              </p:cNvPr>
              <p:cNvSpPr/>
              <p:nvPr/>
            </p:nvSpPr>
            <p:spPr>
              <a:xfrm>
                <a:off x="2157320" y="2197922"/>
                <a:ext cx="117506" cy="117506"/>
              </a:xfrm>
              <a:custGeom>
                <a:avLst/>
                <a:gdLst>
                  <a:gd name="connsiteX0" fmla="*/ 155151 w 155151"/>
                  <a:gd name="connsiteY0" fmla="*/ 77575 h 155151"/>
                  <a:gd name="connsiteX1" fmla="*/ 77576 w 155151"/>
                  <a:gd name="connsiteY1" fmla="*/ 155151 h 155151"/>
                  <a:gd name="connsiteX2" fmla="*/ 0 w 155151"/>
                  <a:gd name="connsiteY2" fmla="*/ 77575 h 155151"/>
                  <a:gd name="connsiteX3" fmla="*/ 77576 w 155151"/>
                  <a:gd name="connsiteY3" fmla="*/ 0 h 155151"/>
                  <a:gd name="connsiteX4" fmla="*/ 155151 w 155151"/>
                  <a:gd name="connsiteY4" fmla="*/ 77575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5"/>
                    </a:moveTo>
                    <a:cubicBezTo>
                      <a:pt x="155151" y="120419"/>
                      <a:pt x="120419" y="155151"/>
                      <a:pt x="77576" y="155151"/>
                    </a:cubicBezTo>
                    <a:cubicBezTo>
                      <a:pt x="34732" y="155151"/>
                      <a:pt x="0" y="120420"/>
                      <a:pt x="0" y="77575"/>
                    </a:cubicBezTo>
                    <a:cubicBezTo>
                      <a:pt x="0" y="34732"/>
                      <a:pt x="34732" y="0"/>
                      <a:pt x="77576" y="0"/>
                    </a:cubicBezTo>
                    <a:cubicBezTo>
                      <a:pt x="120420" y="0"/>
                      <a:pt x="155151" y="34731"/>
                      <a:pt x="155151" y="77575"/>
                    </a:cubicBezTo>
                    <a:close/>
                  </a:path>
                </a:pathLst>
              </a:custGeom>
              <a:grpFill/>
              <a:ln w="1257" cap="flat">
                <a:noFill/>
                <a:prstDash val="solid"/>
                <a:miter/>
              </a:ln>
            </p:spPr>
            <p:txBody>
              <a:bodyPr rtlCol="0" anchor="ctr"/>
              <a:lstStyle/>
              <a:p>
                <a:endParaRPr lang="en-US"/>
              </a:p>
            </p:txBody>
          </p:sp>
          <p:sp>
            <p:nvSpPr>
              <p:cNvPr id="321" name="Freeform: Shape 320">
                <a:extLst>
                  <a:ext uri="{FF2B5EF4-FFF2-40B4-BE49-F238E27FC236}">
                    <a16:creationId xmlns:a16="http://schemas.microsoft.com/office/drawing/2014/main" id="{791EF7DE-FA02-3988-EA99-84BA8BFA4E3A}"/>
                  </a:ext>
                </a:extLst>
              </p:cNvPr>
              <p:cNvSpPr/>
              <p:nvPr/>
            </p:nvSpPr>
            <p:spPr>
              <a:xfrm>
                <a:off x="2266045" y="1987672"/>
                <a:ext cx="117506" cy="117506"/>
              </a:xfrm>
              <a:custGeom>
                <a:avLst/>
                <a:gdLst>
                  <a:gd name="connsiteX0" fmla="*/ 155151 w 155151"/>
                  <a:gd name="connsiteY0" fmla="*/ 77575 h 155151"/>
                  <a:gd name="connsiteX1" fmla="*/ 77576 w 155151"/>
                  <a:gd name="connsiteY1" fmla="*/ 155151 h 155151"/>
                  <a:gd name="connsiteX2" fmla="*/ 0 w 155151"/>
                  <a:gd name="connsiteY2" fmla="*/ 77575 h 155151"/>
                  <a:gd name="connsiteX3" fmla="*/ 77576 w 155151"/>
                  <a:gd name="connsiteY3" fmla="*/ 0 h 155151"/>
                  <a:gd name="connsiteX4" fmla="*/ 155151 w 155151"/>
                  <a:gd name="connsiteY4" fmla="*/ 77575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5"/>
                    </a:moveTo>
                    <a:cubicBezTo>
                      <a:pt x="155151" y="120419"/>
                      <a:pt x="120419" y="155151"/>
                      <a:pt x="77576" y="155151"/>
                    </a:cubicBezTo>
                    <a:cubicBezTo>
                      <a:pt x="34732" y="155151"/>
                      <a:pt x="0" y="120420"/>
                      <a:pt x="0" y="77575"/>
                    </a:cubicBezTo>
                    <a:cubicBezTo>
                      <a:pt x="0" y="34732"/>
                      <a:pt x="34732" y="0"/>
                      <a:pt x="77576" y="0"/>
                    </a:cubicBezTo>
                    <a:cubicBezTo>
                      <a:pt x="120420" y="0"/>
                      <a:pt x="155151" y="34731"/>
                      <a:pt x="155151" y="77575"/>
                    </a:cubicBezTo>
                    <a:close/>
                  </a:path>
                </a:pathLst>
              </a:custGeom>
              <a:grpFill/>
              <a:ln w="1257" cap="flat">
                <a:noFill/>
                <a:prstDash val="solid"/>
                <a:miter/>
              </a:ln>
            </p:spPr>
            <p:txBody>
              <a:bodyPr rtlCol="0" anchor="ctr"/>
              <a:lstStyle/>
              <a:p>
                <a:endParaRPr lang="en-US"/>
              </a:p>
            </p:txBody>
          </p:sp>
          <p:sp>
            <p:nvSpPr>
              <p:cNvPr id="322" name="Freeform: Shape 321">
                <a:extLst>
                  <a:ext uri="{FF2B5EF4-FFF2-40B4-BE49-F238E27FC236}">
                    <a16:creationId xmlns:a16="http://schemas.microsoft.com/office/drawing/2014/main" id="{7CFC1CC7-8038-17BC-C8E1-36ECA058644C}"/>
                  </a:ext>
                </a:extLst>
              </p:cNvPr>
              <p:cNvSpPr/>
              <p:nvPr/>
            </p:nvSpPr>
            <p:spPr>
              <a:xfrm>
                <a:off x="2305094" y="1745584"/>
                <a:ext cx="117506" cy="117506"/>
              </a:xfrm>
              <a:custGeom>
                <a:avLst/>
                <a:gdLst>
                  <a:gd name="connsiteX0" fmla="*/ 155151 w 155151"/>
                  <a:gd name="connsiteY0" fmla="*/ 77576 h 155151"/>
                  <a:gd name="connsiteX1" fmla="*/ 77576 w 155151"/>
                  <a:gd name="connsiteY1" fmla="*/ 155151 h 155151"/>
                  <a:gd name="connsiteX2" fmla="*/ 0 w 155151"/>
                  <a:gd name="connsiteY2" fmla="*/ 77576 h 155151"/>
                  <a:gd name="connsiteX3" fmla="*/ 77576 w 155151"/>
                  <a:gd name="connsiteY3" fmla="*/ 0 h 155151"/>
                  <a:gd name="connsiteX4" fmla="*/ 155151 w 155151"/>
                  <a:gd name="connsiteY4" fmla="*/ 77576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6"/>
                    </a:moveTo>
                    <a:cubicBezTo>
                      <a:pt x="155151" y="120419"/>
                      <a:pt x="120419" y="155151"/>
                      <a:pt x="77576" y="155151"/>
                    </a:cubicBezTo>
                    <a:cubicBezTo>
                      <a:pt x="34732" y="155151"/>
                      <a:pt x="0" y="120420"/>
                      <a:pt x="0" y="77576"/>
                    </a:cubicBezTo>
                    <a:cubicBezTo>
                      <a:pt x="0" y="34732"/>
                      <a:pt x="34732" y="0"/>
                      <a:pt x="77576" y="0"/>
                    </a:cubicBezTo>
                    <a:cubicBezTo>
                      <a:pt x="120419" y="0"/>
                      <a:pt x="155151" y="34732"/>
                      <a:pt x="155151" y="77576"/>
                    </a:cubicBezTo>
                    <a:close/>
                  </a:path>
                </a:pathLst>
              </a:custGeom>
              <a:grpFill/>
              <a:ln w="1257" cap="flat">
                <a:noFill/>
                <a:prstDash val="solid"/>
                <a:miter/>
              </a:ln>
            </p:spPr>
            <p:txBody>
              <a:bodyPr rtlCol="0" anchor="ctr"/>
              <a:lstStyle/>
              <a:p>
                <a:endParaRPr lang="en-US"/>
              </a:p>
            </p:txBody>
          </p:sp>
          <p:sp>
            <p:nvSpPr>
              <p:cNvPr id="323" name="Freeform: Shape 322">
                <a:extLst>
                  <a:ext uri="{FF2B5EF4-FFF2-40B4-BE49-F238E27FC236}">
                    <a16:creationId xmlns:a16="http://schemas.microsoft.com/office/drawing/2014/main" id="{7BD63342-83FA-DC01-D02E-F50E9649E082}"/>
                  </a:ext>
                </a:extLst>
              </p:cNvPr>
              <p:cNvSpPr/>
              <p:nvPr/>
            </p:nvSpPr>
            <p:spPr>
              <a:xfrm>
                <a:off x="2266045" y="1503490"/>
                <a:ext cx="117506" cy="117506"/>
              </a:xfrm>
              <a:custGeom>
                <a:avLst/>
                <a:gdLst>
                  <a:gd name="connsiteX0" fmla="*/ 155151 w 155151"/>
                  <a:gd name="connsiteY0" fmla="*/ 77575 h 155151"/>
                  <a:gd name="connsiteX1" fmla="*/ 77576 w 155151"/>
                  <a:gd name="connsiteY1" fmla="*/ 155151 h 155151"/>
                  <a:gd name="connsiteX2" fmla="*/ 0 w 155151"/>
                  <a:gd name="connsiteY2" fmla="*/ 77575 h 155151"/>
                  <a:gd name="connsiteX3" fmla="*/ 77576 w 155151"/>
                  <a:gd name="connsiteY3" fmla="*/ 0 h 155151"/>
                  <a:gd name="connsiteX4" fmla="*/ 155151 w 155151"/>
                  <a:gd name="connsiteY4" fmla="*/ 77575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5"/>
                    </a:moveTo>
                    <a:cubicBezTo>
                      <a:pt x="155151" y="120419"/>
                      <a:pt x="120419" y="155151"/>
                      <a:pt x="77576" y="155151"/>
                    </a:cubicBezTo>
                    <a:cubicBezTo>
                      <a:pt x="34732" y="155151"/>
                      <a:pt x="0" y="120419"/>
                      <a:pt x="0" y="77575"/>
                    </a:cubicBezTo>
                    <a:cubicBezTo>
                      <a:pt x="0" y="34732"/>
                      <a:pt x="34732" y="0"/>
                      <a:pt x="77576" y="0"/>
                    </a:cubicBezTo>
                    <a:cubicBezTo>
                      <a:pt x="120420" y="0"/>
                      <a:pt x="155151" y="34732"/>
                      <a:pt x="155151" y="77575"/>
                    </a:cubicBezTo>
                    <a:close/>
                  </a:path>
                </a:pathLst>
              </a:custGeom>
              <a:grpFill/>
              <a:ln w="1257" cap="flat">
                <a:noFill/>
                <a:prstDash val="solid"/>
                <a:miter/>
              </a:ln>
            </p:spPr>
            <p:txBody>
              <a:bodyPr rtlCol="0" anchor="ctr"/>
              <a:lstStyle/>
              <a:p>
                <a:endParaRPr lang="en-US"/>
              </a:p>
            </p:txBody>
          </p:sp>
          <p:sp>
            <p:nvSpPr>
              <p:cNvPr id="324" name="Freeform: Shape 323">
                <a:extLst>
                  <a:ext uri="{FF2B5EF4-FFF2-40B4-BE49-F238E27FC236}">
                    <a16:creationId xmlns:a16="http://schemas.microsoft.com/office/drawing/2014/main" id="{F36DCF66-430B-A9C7-B606-AEBB32CA9C0F}"/>
                  </a:ext>
                </a:extLst>
              </p:cNvPr>
              <p:cNvSpPr/>
              <p:nvPr/>
            </p:nvSpPr>
            <p:spPr>
              <a:xfrm>
                <a:off x="2157320" y="1293239"/>
                <a:ext cx="117506" cy="117506"/>
              </a:xfrm>
              <a:custGeom>
                <a:avLst/>
                <a:gdLst>
                  <a:gd name="connsiteX0" fmla="*/ 155151 w 155151"/>
                  <a:gd name="connsiteY0" fmla="*/ 77575 h 155151"/>
                  <a:gd name="connsiteX1" fmla="*/ 77576 w 155151"/>
                  <a:gd name="connsiteY1" fmla="*/ 155151 h 155151"/>
                  <a:gd name="connsiteX2" fmla="*/ 0 w 155151"/>
                  <a:gd name="connsiteY2" fmla="*/ 77575 h 155151"/>
                  <a:gd name="connsiteX3" fmla="*/ 77576 w 155151"/>
                  <a:gd name="connsiteY3" fmla="*/ 0 h 155151"/>
                  <a:gd name="connsiteX4" fmla="*/ 155151 w 155151"/>
                  <a:gd name="connsiteY4" fmla="*/ 77575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5"/>
                    </a:moveTo>
                    <a:cubicBezTo>
                      <a:pt x="155151" y="120419"/>
                      <a:pt x="120419" y="155151"/>
                      <a:pt x="77576" y="155151"/>
                    </a:cubicBezTo>
                    <a:cubicBezTo>
                      <a:pt x="34732" y="155151"/>
                      <a:pt x="0" y="120419"/>
                      <a:pt x="0" y="77575"/>
                    </a:cubicBezTo>
                    <a:cubicBezTo>
                      <a:pt x="0" y="34732"/>
                      <a:pt x="34732" y="0"/>
                      <a:pt x="77576" y="0"/>
                    </a:cubicBezTo>
                    <a:cubicBezTo>
                      <a:pt x="120420" y="0"/>
                      <a:pt x="155151" y="34732"/>
                      <a:pt x="155151" y="77575"/>
                    </a:cubicBezTo>
                    <a:close/>
                  </a:path>
                </a:pathLst>
              </a:custGeom>
              <a:grpFill/>
              <a:ln w="1257" cap="flat">
                <a:noFill/>
                <a:prstDash val="solid"/>
                <a:miter/>
              </a:ln>
            </p:spPr>
            <p:txBody>
              <a:bodyPr rtlCol="0" anchor="ctr"/>
              <a:lstStyle/>
              <a:p>
                <a:endParaRPr lang="en-US"/>
              </a:p>
            </p:txBody>
          </p:sp>
          <p:sp>
            <p:nvSpPr>
              <p:cNvPr id="325" name="Freeform: Shape 324">
                <a:extLst>
                  <a:ext uri="{FF2B5EF4-FFF2-40B4-BE49-F238E27FC236}">
                    <a16:creationId xmlns:a16="http://schemas.microsoft.com/office/drawing/2014/main" id="{B643F7BD-FDC8-6519-12B8-3F62D6A980F1}"/>
                  </a:ext>
                </a:extLst>
              </p:cNvPr>
              <p:cNvSpPr/>
              <p:nvPr/>
            </p:nvSpPr>
            <p:spPr>
              <a:xfrm>
                <a:off x="1991521" y="1127439"/>
                <a:ext cx="117506" cy="117506"/>
              </a:xfrm>
              <a:custGeom>
                <a:avLst/>
                <a:gdLst>
                  <a:gd name="connsiteX0" fmla="*/ 155151 w 155151"/>
                  <a:gd name="connsiteY0" fmla="*/ 77575 h 155151"/>
                  <a:gd name="connsiteX1" fmla="*/ 77575 w 155151"/>
                  <a:gd name="connsiteY1" fmla="*/ 155151 h 155151"/>
                  <a:gd name="connsiteX2" fmla="*/ 0 w 155151"/>
                  <a:gd name="connsiteY2" fmla="*/ 77575 h 155151"/>
                  <a:gd name="connsiteX3" fmla="*/ 77575 w 155151"/>
                  <a:gd name="connsiteY3" fmla="*/ 0 h 155151"/>
                  <a:gd name="connsiteX4" fmla="*/ 155151 w 155151"/>
                  <a:gd name="connsiteY4" fmla="*/ 77575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5"/>
                    </a:moveTo>
                    <a:cubicBezTo>
                      <a:pt x="155151" y="120419"/>
                      <a:pt x="120419" y="155151"/>
                      <a:pt x="77575" y="155151"/>
                    </a:cubicBezTo>
                    <a:cubicBezTo>
                      <a:pt x="34732" y="155151"/>
                      <a:pt x="0" y="120419"/>
                      <a:pt x="0" y="77575"/>
                    </a:cubicBezTo>
                    <a:cubicBezTo>
                      <a:pt x="0" y="34732"/>
                      <a:pt x="34732" y="0"/>
                      <a:pt x="77575" y="0"/>
                    </a:cubicBezTo>
                    <a:cubicBezTo>
                      <a:pt x="120419" y="0"/>
                      <a:pt x="155151" y="34732"/>
                      <a:pt x="155151" y="77575"/>
                    </a:cubicBezTo>
                    <a:close/>
                  </a:path>
                </a:pathLst>
              </a:custGeom>
              <a:grpFill/>
              <a:ln w="1257" cap="flat">
                <a:noFill/>
                <a:prstDash val="solid"/>
                <a:miter/>
              </a:ln>
            </p:spPr>
            <p:txBody>
              <a:bodyPr rtlCol="0" anchor="ctr"/>
              <a:lstStyle/>
              <a:p>
                <a:endParaRPr lang="en-US"/>
              </a:p>
            </p:txBody>
          </p:sp>
          <p:sp>
            <p:nvSpPr>
              <p:cNvPr id="326" name="Freeform: Shape 325">
                <a:extLst>
                  <a:ext uri="{FF2B5EF4-FFF2-40B4-BE49-F238E27FC236}">
                    <a16:creationId xmlns:a16="http://schemas.microsoft.com/office/drawing/2014/main" id="{E6EA4C9D-7166-4D9F-D2F6-E246608E873A}"/>
                  </a:ext>
                </a:extLst>
              </p:cNvPr>
              <p:cNvSpPr/>
              <p:nvPr/>
            </p:nvSpPr>
            <p:spPr>
              <a:xfrm>
                <a:off x="1781270" y="1018708"/>
                <a:ext cx="117506" cy="117506"/>
              </a:xfrm>
              <a:custGeom>
                <a:avLst/>
                <a:gdLst>
                  <a:gd name="connsiteX0" fmla="*/ 155151 w 155151"/>
                  <a:gd name="connsiteY0" fmla="*/ 77576 h 155151"/>
                  <a:gd name="connsiteX1" fmla="*/ 77575 w 155151"/>
                  <a:gd name="connsiteY1" fmla="*/ 155151 h 155151"/>
                  <a:gd name="connsiteX2" fmla="*/ 0 w 155151"/>
                  <a:gd name="connsiteY2" fmla="*/ 77576 h 155151"/>
                  <a:gd name="connsiteX3" fmla="*/ 77575 w 155151"/>
                  <a:gd name="connsiteY3" fmla="*/ 0 h 155151"/>
                  <a:gd name="connsiteX4" fmla="*/ 155151 w 155151"/>
                  <a:gd name="connsiteY4" fmla="*/ 77576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6"/>
                    </a:moveTo>
                    <a:cubicBezTo>
                      <a:pt x="155151" y="120419"/>
                      <a:pt x="120419" y="155151"/>
                      <a:pt x="77575" y="155151"/>
                    </a:cubicBezTo>
                    <a:cubicBezTo>
                      <a:pt x="34732" y="155151"/>
                      <a:pt x="0" y="120419"/>
                      <a:pt x="0" y="77576"/>
                    </a:cubicBezTo>
                    <a:cubicBezTo>
                      <a:pt x="0" y="34732"/>
                      <a:pt x="34732" y="0"/>
                      <a:pt x="77575" y="0"/>
                    </a:cubicBezTo>
                    <a:cubicBezTo>
                      <a:pt x="120419" y="0"/>
                      <a:pt x="155151" y="34732"/>
                      <a:pt x="155151" y="77576"/>
                    </a:cubicBezTo>
                    <a:close/>
                  </a:path>
                </a:pathLst>
              </a:custGeom>
              <a:grpFill/>
              <a:ln w="1257" cap="flat">
                <a:noFill/>
                <a:prstDash val="solid"/>
                <a:miter/>
              </a:ln>
            </p:spPr>
            <p:txBody>
              <a:bodyPr rtlCol="0" anchor="ctr"/>
              <a:lstStyle/>
              <a:p>
                <a:endParaRPr lang="en-US"/>
              </a:p>
            </p:txBody>
          </p:sp>
        </p:grpSp>
        <p:sp>
          <p:nvSpPr>
            <p:cNvPr id="327" name="Arc 326">
              <a:extLst>
                <a:ext uri="{FF2B5EF4-FFF2-40B4-BE49-F238E27FC236}">
                  <a16:creationId xmlns:a16="http://schemas.microsoft.com/office/drawing/2014/main" id="{8CAE9F01-017F-97EF-5682-A1127877147D}"/>
                </a:ext>
              </a:extLst>
            </p:cNvPr>
            <p:cNvSpPr/>
            <p:nvPr/>
          </p:nvSpPr>
          <p:spPr>
            <a:xfrm>
              <a:off x="720881" y="2692293"/>
              <a:ext cx="1531837" cy="1531837"/>
            </a:xfrm>
            <a:prstGeom prst="arc">
              <a:avLst>
                <a:gd name="adj1" fmla="val 16200000"/>
                <a:gd name="adj2" fmla="val 3239961"/>
              </a:avLst>
            </a:prstGeom>
            <a:noFill/>
            <a:ln w="139700" cap="rnd">
              <a:solidFill>
                <a:schemeClr val="accent5"/>
              </a:solidFill>
              <a:prstDash val="solid"/>
              <a:miter/>
            </a:ln>
          </p:spPr>
          <p:txBody>
            <a:bodyPr rtlCol="0" anchor="ctr"/>
            <a:lstStyle/>
            <a:p>
              <a:endParaRPr lang="en-US"/>
            </a:p>
          </p:txBody>
        </p:sp>
        <p:sp>
          <p:nvSpPr>
            <p:cNvPr id="328" name="Freeform: Shape 327">
              <a:extLst>
                <a:ext uri="{FF2B5EF4-FFF2-40B4-BE49-F238E27FC236}">
                  <a16:creationId xmlns:a16="http://schemas.microsoft.com/office/drawing/2014/main" id="{C721D7A3-D2A9-13F3-5759-E29BFECECB24}"/>
                </a:ext>
              </a:extLst>
            </p:cNvPr>
            <p:cNvSpPr/>
            <p:nvPr/>
          </p:nvSpPr>
          <p:spPr>
            <a:xfrm>
              <a:off x="947111" y="2921066"/>
              <a:ext cx="1079376" cy="1079372"/>
            </a:xfrm>
            <a:custGeom>
              <a:avLst/>
              <a:gdLst>
                <a:gd name="connsiteX0" fmla="*/ 3086591 w 3086591"/>
                <a:gd name="connsiteY0" fmla="*/ 1543295 h 3086590"/>
                <a:gd name="connsiteX1" fmla="*/ 1543296 w 3086591"/>
                <a:gd name="connsiteY1" fmla="*/ 3086591 h 3086590"/>
                <a:gd name="connsiteX2" fmla="*/ 0 w 3086591"/>
                <a:gd name="connsiteY2" fmla="*/ 1543295 h 3086590"/>
                <a:gd name="connsiteX3" fmla="*/ 1543296 w 3086591"/>
                <a:gd name="connsiteY3" fmla="*/ 0 h 3086590"/>
                <a:gd name="connsiteX4" fmla="*/ 3086591 w 3086591"/>
                <a:gd name="connsiteY4" fmla="*/ 1543295 h 3086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86591" h="3086590">
                  <a:moveTo>
                    <a:pt x="3086591" y="1543295"/>
                  </a:moveTo>
                  <a:cubicBezTo>
                    <a:pt x="3086591" y="2395634"/>
                    <a:pt x="2395634" y="3086591"/>
                    <a:pt x="1543296" y="3086591"/>
                  </a:cubicBezTo>
                  <a:cubicBezTo>
                    <a:pt x="690957" y="3086591"/>
                    <a:pt x="0" y="2395634"/>
                    <a:pt x="0" y="1543295"/>
                  </a:cubicBezTo>
                  <a:cubicBezTo>
                    <a:pt x="0" y="690957"/>
                    <a:pt x="690957" y="0"/>
                    <a:pt x="1543296" y="0"/>
                  </a:cubicBezTo>
                  <a:cubicBezTo>
                    <a:pt x="2395634" y="0"/>
                    <a:pt x="3086591" y="690957"/>
                    <a:pt x="3086591" y="1543295"/>
                  </a:cubicBezTo>
                  <a:close/>
                </a:path>
              </a:pathLst>
            </a:custGeom>
            <a:solidFill>
              <a:schemeClr val="bg1"/>
            </a:solidFill>
            <a:ln w="12700" cap="flat">
              <a:noFill/>
              <a:prstDash val="solid"/>
              <a:miter/>
            </a:ln>
          </p:spPr>
          <p:txBody>
            <a:bodyPr rtlCol="0" anchor="ctr"/>
            <a:lstStyle/>
            <a:p>
              <a:endParaRPr lang="en-US"/>
            </a:p>
          </p:txBody>
        </p:sp>
        <p:sp>
          <p:nvSpPr>
            <p:cNvPr id="329" name="TextBox 328">
              <a:extLst>
                <a:ext uri="{FF2B5EF4-FFF2-40B4-BE49-F238E27FC236}">
                  <a16:creationId xmlns:a16="http://schemas.microsoft.com/office/drawing/2014/main" id="{6BC23C32-03BB-E56B-AC63-94DB071D3199}"/>
                </a:ext>
              </a:extLst>
            </p:cNvPr>
            <p:cNvSpPr txBox="1"/>
            <p:nvPr/>
          </p:nvSpPr>
          <p:spPr>
            <a:xfrm>
              <a:off x="1017759" y="3083502"/>
              <a:ext cx="938078" cy="400110"/>
            </a:xfrm>
            <a:prstGeom prst="rect">
              <a:avLst/>
            </a:prstGeom>
            <a:noFill/>
          </p:spPr>
          <p:txBody>
            <a:bodyPr wrap="square" lIns="91440" tIns="45720" rIns="91440" bIns="45720" rtlCol="0" anchor="t">
              <a:spAutoFit/>
            </a:bodyPr>
            <a:lstStyle/>
            <a:p>
              <a:pPr algn="ctr"/>
              <a:r>
                <a:rPr lang="en-US" sz="2000" b="1">
                  <a:solidFill>
                    <a:schemeClr val="accent5"/>
                  </a:solidFill>
                </a:rPr>
                <a:t>39%</a:t>
              </a:r>
            </a:p>
          </p:txBody>
        </p:sp>
        <p:sp>
          <p:nvSpPr>
            <p:cNvPr id="330" name="TextBox 329">
              <a:extLst>
                <a:ext uri="{FF2B5EF4-FFF2-40B4-BE49-F238E27FC236}">
                  <a16:creationId xmlns:a16="http://schemas.microsoft.com/office/drawing/2014/main" id="{3D9B1C60-CB78-555F-6A5C-A765458FF43D}"/>
                </a:ext>
              </a:extLst>
            </p:cNvPr>
            <p:cNvSpPr txBox="1"/>
            <p:nvPr/>
          </p:nvSpPr>
          <p:spPr>
            <a:xfrm>
              <a:off x="494650" y="3444811"/>
              <a:ext cx="1697581" cy="461665"/>
            </a:xfrm>
            <a:prstGeom prst="rect">
              <a:avLst/>
            </a:prstGeom>
            <a:noFill/>
          </p:spPr>
          <p:txBody>
            <a:bodyPr wrap="square" lIns="91440" tIns="45720" rIns="91440" bIns="45720" rtlCol="0" anchor="t">
              <a:spAutoFit/>
            </a:bodyPr>
            <a:lstStyle/>
            <a:p>
              <a:pPr algn="ctr"/>
              <a:r>
                <a:rPr lang="en-US" sz="1200" b="1"/>
                <a:t>927 KE Revenue</a:t>
              </a:r>
            </a:p>
            <a:p>
              <a:pPr algn="ctr"/>
              <a:r>
                <a:rPr lang="en-US" sz="1200"/>
                <a:t>(Target (1 ME)-  42%)</a:t>
              </a:r>
              <a:endParaRPr lang="en-US" sz="1200" b="1"/>
            </a:p>
          </p:txBody>
        </p:sp>
      </p:grpSp>
      <p:sp>
        <p:nvSpPr>
          <p:cNvPr id="370" name="TextBox 369">
            <a:extLst>
              <a:ext uri="{FF2B5EF4-FFF2-40B4-BE49-F238E27FC236}">
                <a16:creationId xmlns:a16="http://schemas.microsoft.com/office/drawing/2014/main" id="{0883D6D8-536F-48A0-1A6A-C042A4106BD4}"/>
              </a:ext>
            </a:extLst>
          </p:cNvPr>
          <p:cNvSpPr txBox="1"/>
          <p:nvPr/>
        </p:nvSpPr>
        <p:spPr>
          <a:xfrm>
            <a:off x="2577903" y="4812192"/>
            <a:ext cx="1258976" cy="556179"/>
          </a:xfrm>
          <a:prstGeom prst="rect">
            <a:avLst/>
          </a:prstGeom>
          <a:noFill/>
        </p:spPr>
        <p:txBody>
          <a:bodyPr vert="horz" wrap="none" lIns="90000" tIns="46800" rIns="90000" bIns="46800" rtlCol="0" anchor="ctr">
            <a:spAutoFit/>
          </a:bodyPr>
          <a:lstStyle/>
          <a:p>
            <a:pPr algn="ctr">
              <a:spcBef>
                <a:spcPct val="0"/>
              </a:spcBef>
            </a:pPr>
            <a:r>
              <a:rPr lang="en-IN" b="1"/>
              <a:t>REVENUE</a:t>
            </a:r>
          </a:p>
          <a:p>
            <a:pPr algn="ctr">
              <a:spcBef>
                <a:spcPct val="0"/>
              </a:spcBef>
            </a:pPr>
            <a:r>
              <a:rPr lang="en-IN" sz="1200" b="1"/>
              <a:t>as of May</a:t>
            </a:r>
            <a:endParaRPr lang="en-IN" b="1"/>
          </a:p>
        </p:txBody>
      </p:sp>
      <p:grpSp>
        <p:nvGrpSpPr>
          <p:cNvPr id="9" name="Group 8">
            <a:extLst>
              <a:ext uri="{FF2B5EF4-FFF2-40B4-BE49-F238E27FC236}">
                <a16:creationId xmlns:a16="http://schemas.microsoft.com/office/drawing/2014/main" id="{E5894614-11CE-1E99-9A48-127F740E08C2}"/>
              </a:ext>
            </a:extLst>
          </p:cNvPr>
          <p:cNvGrpSpPr/>
          <p:nvPr/>
        </p:nvGrpSpPr>
        <p:grpSpPr>
          <a:xfrm>
            <a:off x="5056710" y="2270445"/>
            <a:ext cx="1945444" cy="1945443"/>
            <a:chOff x="3877236" y="2517089"/>
            <a:chExt cx="1945444" cy="1945443"/>
          </a:xfrm>
          <a:effectLst>
            <a:outerShdw blurRad="63500" sx="102000" sy="102000" algn="ctr" rotWithShape="0">
              <a:prstClr val="black">
                <a:alpha val="40000"/>
              </a:prstClr>
            </a:outerShdw>
          </a:effectLst>
        </p:grpSpPr>
        <p:sp>
          <p:nvSpPr>
            <p:cNvPr id="371" name="Freeform: Shape 370">
              <a:extLst>
                <a:ext uri="{FF2B5EF4-FFF2-40B4-BE49-F238E27FC236}">
                  <a16:creationId xmlns:a16="http://schemas.microsoft.com/office/drawing/2014/main" id="{6067D43F-59CB-D032-D267-8AC5322C076F}"/>
                </a:ext>
              </a:extLst>
            </p:cNvPr>
            <p:cNvSpPr/>
            <p:nvPr/>
          </p:nvSpPr>
          <p:spPr>
            <a:xfrm>
              <a:off x="3877236" y="2517089"/>
              <a:ext cx="1945444" cy="1945443"/>
            </a:xfrm>
            <a:custGeom>
              <a:avLst/>
              <a:gdLst>
                <a:gd name="connsiteX0" fmla="*/ 3086591 w 3086591"/>
                <a:gd name="connsiteY0" fmla="*/ 1543295 h 3086590"/>
                <a:gd name="connsiteX1" fmla="*/ 1543296 w 3086591"/>
                <a:gd name="connsiteY1" fmla="*/ 3086591 h 3086590"/>
                <a:gd name="connsiteX2" fmla="*/ 0 w 3086591"/>
                <a:gd name="connsiteY2" fmla="*/ 1543295 h 3086590"/>
                <a:gd name="connsiteX3" fmla="*/ 1543296 w 3086591"/>
                <a:gd name="connsiteY3" fmla="*/ 0 h 3086590"/>
                <a:gd name="connsiteX4" fmla="*/ 3086591 w 3086591"/>
                <a:gd name="connsiteY4" fmla="*/ 1543295 h 3086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86591" h="3086590">
                  <a:moveTo>
                    <a:pt x="3086591" y="1543295"/>
                  </a:moveTo>
                  <a:cubicBezTo>
                    <a:pt x="3086591" y="2395634"/>
                    <a:pt x="2395634" y="3086591"/>
                    <a:pt x="1543296" y="3086591"/>
                  </a:cubicBezTo>
                  <a:cubicBezTo>
                    <a:pt x="690957" y="3086591"/>
                    <a:pt x="0" y="2395634"/>
                    <a:pt x="0" y="1543295"/>
                  </a:cubicBezTo>
                  <a:cubicBezTo>
                    <a:pt x="0" y="690957"/>
                    <a:pt x="690957" y="0"/>
                    <a:pt x="1543296" y="0"/>
                  </a:cubicBezTo>
                  <a:cubicBezTo>
                    <a:pt x="2395634" y="0"/>
                    <a:pt x="3086591" y="690957"/>
                    <a:pt x="3086591" y="1543295"/>
                  </a:cubicBezTo>
                  <a:close/>
                </a:path>
              </a:pathLst>
            </a:custGeom>
            <a:gradFill>
              <a:gsLst>
                <a:gs pos="0">
                  <a:srgbClr val="3AAAFF">
                    <a:alpha val="14000"/>
                  </a:srgbClr>
                </a:gs>
                <a:gs pos="100000">
                  <a:srgbClr val="044FA3">
                    <a:alpha val="14000"/>
                  </a:srgbClr>
                </a:gs>
              </a:gsLst>
              <a:lin ang="5400000" scaled="1"/>
            </a:gradFill>
            <a:ln w="12700" cap="flat">
              <a:noFill/>
              <a:prstDash val="solid"/>
              <a:miter/>
            </a:ln>
          </p:spPr>
          <p:txBody>
            <a:bodyPr rtlCol="0" anchor="ctr"/>
            <a:lstStyle/>
            <a:p>
              <a:endParaRPr lang="en-US"/>
            </a:p>
          </p:txBody>
        </p:sp>
        <p:grpSp>
          <p:nvGrpSpPr>
            <p:cNvPr id="372" name="Group 371">
              <a:extLst>
                <a:ext uri="{FF2B5EF4-FFF2-40B4-BE49-F238E27FC236}">
                  <a16:creationId xmlns:a16="http://schemas.microsoft.com/office/drawing/2014/main" id="{B6F9B6A3-61C0-8DBF-C7C4-B3E12E4919FD}"/>
                </a:ext>
              </a:extLst>
            </p:cNvPr>
            <p:cNvGrpSpPr/>
            <p:nvPr/>
          </p:nvGrpSpPr>
          <p:grpSpPr>
            <a:xfrm>
              <a:off x="4025290" y="2665142"/>
              <a:ext cx="1649336" cy="1649337"/>
              <a:chOff x="773264" y="979665"/>
              <a:chExt cx="1649336" cy="1649337"/>
            </a:xfrm>
            <a:solidFill>
              <a:schemeClr val="bg1"/>
            </a:solidFill>
          </p:grpSpPr>
          <p:sp>
            <p:nvSpPr>
              <p:cNvPr id="374" name="Freeform: Shape 373">
                <a:extLst>
                  <a:ext uri="{FF2B5EF4-FFF2-40B4-BE49-F238E27FC236}">
                    <a16:creationId xmlns:a16="http://schemas.microsoft.com/office/drawing/2014/main" id="{7D1D5718-88C2-93D0-F8F9-3084D4FF720B}"/>
                  </a:ext>
                </a:extLst>
              </p:cNvPr>
              <p:cNvSpPr/>
              <p:nvPr/>
            </p:nvSpPr>
            <p:spPr>
              <a:xfrm>
                <a:off x="1539176" y="979665"/>
                <a:ext cx="117506" cy="117506"/>
              </a:xfrm>
              <a:custGeom>
                <a:avLst/>
                <a:gdLst>
                  <a:gd name="connsiteX0" fmla="*/ 155151 w 155151"/>
                  <a:gd name="connsiteY0" fmla="*/ 77576 h 155151"/>
                  <a:gd name="connsiteX1" fmla="*/ 77575 w 155151"/>
                  <a:gd name="connsiteY1" fmla="*/ 155151 h 155151"/>
                  <a:gd name="connsiteX2" fmla="*/ 0 w 155151"/>
                  <a:gd name="connsiteY2" fmla="*/ 77576 h 155151"/>
                  <a:gd name="connsiteX3" fmla="*/ 77575 w 155151"/>
                  <a:gd name="connsiteY3" fmla="*/ 0 h 155151"/>
                  <a:gd name="connsiteX4" fmla="*/ 155151 w 155151"/>
                  <a:gd name="connsiteY4" fmla="*/ 77576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6"/>
                    </a:moveTo>
                    <a:cubicBezTo>
                      <a:pt x="155151" y="120419"/>
                      <a:pt x="120419" y="155151"/>
                      <a:pt x="77575" y="155151"/>
                    </a:cubicBezTo>
                    <a:cubicBezTo>
                      <a:pt x="34732" y="155151"/>
                      <a:pt x="0" y="120419"/>
                      <a:pt x="0" y="77576"/>
                    </a:cubicBezTo>
                    <a:cubicBezTo>
                      <a:pt x="0" y="34732"/>
                      <a:pt x="34732" y="0"/>
                      <a:pt x="77575" y="0"/>
                    </a:cubicBezTo>
                    <a:cubicBezTo>
                      <a:pt x="120419" y="0"/>
                      <a:pt x="155151" y="34732"/>
                      <a:pt x="155151" y="77576"/>
                    </a:cubicBezTo>
                    <a:close/>
                  </a:path>
                </a:pathLst>
              </a:custGeom>
              <a:grpFill/>
              <a:ln w="1257" cap="flat">
                <a:noFill/>
                <a:prstDash val="solid"/>
                <a:miter/>
              </a:ln>
            </p:spPr>
            <p:txBody>
              <a:bodyPr rtlCol="0" anchor="ctr"/>
              <a:lstStyle/>
              <a:p>
                <a:endParaRPr lang="en-US"/>
              </a:p>
            </p:txBody>
          </p:sp>
          <p:sp>
            <p:nvSpPr>
              <p:cNvPr id="375" name="Freeform: Shape 374">
                <a:extLst>
                  <a:ext uri="{FF2B5EF4-FFF2-40B4-BE49-F238E27FC236}">
                    <a16:creationId xmlns:a16="http://schemas.microsoft.com/office/drawing/2014/main" id="{9989D604-E72D-4FC6-318B-68161DE2E648}"/>
                  </a:ext>
                </a:extLst>
              </p:cNvPr>
              <p:cNvSpPr/>
              <p:nvPr/>
            </p:nvSpPr>
            <p:spPr>
              <a:xfrm>
                <a:off x="1297088" y="1018708"/>
                <a:ext cx="117506" cy="117506"/>
              </a:xfrm>
              <a:custGeom>
                <a:avLst/>
                <a:gdLst>
                  <a:gd name="connsiteX0" fmla="*/ 155151 w 155151"/>
                  <a:gd name="connsiteY0" fmla="*/ 77576 h 155151"/>
                  <a:gd name="connsiteX1" fmla="*/ 77576 w 155151"/>
                  <a:gd name="connsiteY1" fmla="*/ 155151 h 155151"/>
                  <a:gd name="connsiteX2" fmla="*/ 0 w 155151"/>
                  <a:gd name="connsiteY2" fmla="*/ 77576 h 155151"/>
                  <a:gd name="connsiteX3" fmla="*/ 77576 w 155151"/>
                  <a:gd name="connsiteY3" fmla="*/ 0 h 155151"/>
                  <a:gd name="connsiteX4" fmla="*/ 155151 w 155151"/>
                  <a:gd name="connsiteY4" fmla="*/ 77576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6"/>
                    </a:moveTo>
                    <a:cubicBezTo>
                      <a:pt x="155151" y="120419"/>
                      <a:pt x="120419" y="155151"/>
                      <a:pt x="77576" y="155151"/>
                    </a:cubicBezTo>
                    <a:cubicBezTo>
                      <a:pt x="34732" y="155151"/>
                      <a:pt x="0" y="120419"/>
                      <a:pt x="0" y="77576"/>
                    </a:cubicBezTo>
                    <a:cubicBezTo>
                      <a:pt x="0" y="34732"/>
                      <a:pt x="34732" y="0"/>
                      <a:pt x="77576" y="0"/>
                    </a:cubicBezTo>
                    <a:cubicBezTo>
                      <a:pt x="120419" y="0"/>
                      <a:pt x="155151" y="34732"/>
                      <a:pt x="155151" y="77576"/>
                    </a:cubicBezTo>
                    <a:close/>
                  </a:path>
                </a:pathLst>
              </a:custGeom>
              <a:grpFill/>
              <a:ln w="1257" cap="flat">
                <a:noFill/>
                <a:prstDash val="solid"/>
                <a:miter/>
              </a:ln>
            </p:spPr>
            <p:txBody>
              <a:bodyPr rtlCol="0" anchor="ctr"/>
              <a:lstStyle/>
              <a:p>
                <a:endParaRPr lang="en-US"/>
              </a:p>
            </p:txBody>
          </p:sp>
          <p:sp>
            <p:nvSpPr>
              <p:cNvPr id="376" name="Freeform: Shape 375">
                <a:extLst>
                  <a:ext uri="{FF2B5EF4-FFF2-40B4-BE49-F238E27FC236}">
                    <a16:creationId xmlns:a16="http://schemas.microsoft.com/office/drawing/2014/main" id="{5C11CE53-7775-C406-FB9D-80AF6E279C87}"/>
                  </a:ext>
                </a:extLst>
              </p:cNvPr>
              <p:cNvSpPr/>
              <p:nvPr/>
            </p:nvSpPr>
            <p:spPr>
              <a:xfrm>
                <a:off x="1086838" y="1127439"/>
                <a:ext cx="117506" cy="117506"/>
              </a:xfrm>
              <a:custGeom>
                <a:avLst/>
                <a:gdLst>
                  <a:gd name="connsiteX0" fmla="*/ 155151 w 155151"/>
                  <a:gd name="connsiteY0" fmla="*/ 77575 h 155151"/>
                  <a:gd name="connsiteX1" fmla="*/ 77576 w 155151"/>
                  <a:gd name="connsiteY1" fmla="*/ 155151 h 155151"/>
                  <a:gd name="connsiteX2" fmla="*/ 0 w 155151"/>
                  <a:gd name="connsiteY2" fmla="*/ 77575 h 155151"/>
                  <a:gd name="connsiteX3" fmla="*/ 77576 w 155151"/>
                  <a:gd name="connsiteY3" fmla="*/ 0 h 155151"/>
                  <a:gd name="connsiteX4" fmla="*/ 155151 w 155151"/>
                  <a:gd name="connsiteY4" fmla="*/ 77575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5"/>
                    </a:moveTo>
                    <a:cubicBezTo>
                      <a:pt x="155151" y="120419"/>
                      <a:pt x="120419" y="155151"/>
                      <a:pt x="77576" y="155151"/>
                    </a:cubicBezTo>
                    <a:cubicBezTo>
                      <a:pt x="34732" y="155151"/>
                      <a:pt x="0" y="120419"/>
                      <a:pt x="0" y="77575"/>
                    </a:cubicBezTo>
                    <a:cubicBezTo>
                      <a:pt x="0" y="34732"/>
                      <a:pt x="34732" y="0"/>
                      <a:pt x="77576" y="0"/>
                    </a:cubicBezTo>
                    <a:cubicBezTo>
                      <a:pt x="120419" y="0"/>
                      <a:pt x="155151" y="34732"/>
                      <a:pt x="155151" y="77575"/>
                    </a:cubicBezTo>
                    <a:close/>
                  </a:path>
                </a:pathLst>
              </a:custGeom>
              <a:grpFill/>
              <a:ln w="1257" cap="flat">
                <a:noFill/>
                <a:prstDash val="solid"/>
                <a:miter/>
              </a:ln>
            </p:spPr>
            <p:txBody>
              <a:bodyPr rtlCol="0" anchor="ctr"/>
              <a:lstStyle/>
              <a:p>
                <a:endParaRPr lang="en-US"/>
              </a:p>
            </p:txBody>
          </p:sp>
          <p:sp>
            <p:nvSpPr>
              <p:cNvPr id="377" name="Freeform: Shape 376">
                <a:extLst>
                  <a:ext uri="{FF2B5EF4-FFF2-40B4-BE49-F238E27FC236}">
                    <a16:creationId xmlns:a16="http://schemas.microsoft.com/office/drawing/2014/main" id="{EC2C8F50-E9CA-B473-CA47-624121028955}"/>
                  </a:ext>
                </a:extLst>
              </p:cNvPr>
              <p:cNvSpPr/>
              <p:nvPr/>
            </p:nvSpPr>
            <p:spPr>
              <a:xfrm>
                <a:off x="921038" y="1293239"/>
                <a:ext cx="117506" cy="117506"/>
              </a:xfrm>
              <a:custGeom>
                <a:avLst/>
                <a:gdLst>
                  <a:gd name="connsiteX0" fmla="*/ 155151 w 155151"/>
                  <a:gd name="connsiteY0" fmla="*/ 77575 h 155151"/>
                  <a:gd name="connsiteX1" fmla="*/ 77576 w 155151"/>
                  <a:gd name="connsiteY1" fmla="*/ 155151 h 155151"/>
                  <a:gd name="connsiteX2" fmla="*/ 0 w 155151"/>
                  <a:gd name="connsiteY2" fmla="*/ 77575 h 155151"/>
                  <a:gd name="connsiteX3" fmla="*/ 77576 w 155151"/>
                  <a:gd name="connsiteY3" fmla="*/ 0 h 155151"/>
                  <a:gd name="connsiteX4" fmla="*/ 155151 w 155151"/>
                  <a:gd name="connsiteY4" fmla="*/ 77575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5"/>
                    </a:moveTo>
                    <a:cubicBezTo>
                      <a:pt x="155151" y="120419"/>
                      <a:pt x="120419" y="155151"/>
                      <a:pt x="77576" y="155151"/>
                    </a:cubicBezTo>
                    <a:cubicBezTo>
                      <a:pt x="34732" y="155151"/>
                      <a:pt x="0" y="120419"/>
                      <a:pt x="0" y="77575"/>
                    </a:cubicBezTo>
                    <a:cubicBezTo>
                      <a:pt x="0" y="34732"/>
                      <a:pt x="34732" y="0"/>
                      <a:pt x="77576" y="0"/>
                    </a:cubicBezTo>
                    <a:cubicBezTo>
                      <a:pt x="120419" y="0"/>
                      <a:pt x="155151" y="34732"/>
                      <a:pt x="155151" y="77575"/>
                    </a:cubicBezTo>
                    <a:close/>
                  </a:path>
                </a:pathLst>
              </a:custGeom>
              <a:grpFill/>
              <a:ln w="1257" cap="flat">
                <a:noFill/>
                <a:prstDash val="solid"/>
                <a:miter/>
              </a:ln>
            </p:spPr>
            <p:txBody>
              <a:bodyPr rtlCol="0" anchor="ctr"/>
              <a:lstStyle/>
              <a:p>
                <a:endParaRPr lang="en-US"/>
              </a:p>
            </p:txBody>
          </p:sp>
          <p:sp>
            <p:nvSpPr>
              <p:cNvPr id="378" name="Freeform: Shape 377">
                <a:extLst>
                  <a:ext uri="{FF2B5EF4-FFF2-40B4-BE49-F238E27FC236}">
                    <a16:creationId xmlns:a16="http://schemas.microsoft.com/office/drawing/2014/main" id="{D129C59F-94A0-C5FA-88B0-E45602690A6D}"/>
                  </a:ext>
                </a:extLst>
              </p:cNvPr>
              <p:cNvSpPr/>
              <p:nvPr/>
            </p:nvSpPr>
            <p:spPr>
              <a:xfrm>
                <a:off x="812307" y="1503490"/>
                <a:ext cx="117506" cy="117506"/>
              </a:xfrm>
              <a:custGeom>
                <a:avLst/>
                <a:gdLst>
                  <a:gd name="connsiteX0" fmla="*/ 155151 w 155151"/>
                  <a:gd name="connsiteY0" fmla="*/ 77575 h 155151"/>
                  <a:gd name="connsiteX1" fmla="*/ 77576 w 155151"/>
                  <a:gd name="connsiteY1" fmla="*/ 155151 h 155151"/>
                  <a:gd name="connsiteX2" fmla="*/ 0 w 155151"/>
                  <a:gd name="connsiteY2" fmla="*/ 77575 h 155151"/>
                  <a:gd name="connsiteX3" fmla="*/ 77576 w 155151"/>
                  <a:gd name="connsiteY3" fmla="*/ 0 h 155151"/>
                  <a:gd name="connsiteX4" fmla="*/ 155151 w 155151"/>
                  <a:gd name="connsiteY4" fmla="*/ 77575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5"/>
                    </a:moveTo>
                    <a:cubicBezTo>
                      <a:pt x="155151" y="120419"/>
                      <a:pt x="120419" y="155151"/>
                      <a:pt x="77576" y="155151"/>
                    </a:cubicBezTo>
                    <a:cubicBezTo>
                      <a:pt x="34732" y="155151"/>
                      <a:pt x="0" y="120419"/>
                      <a:pt x="0" y="77575"/>
                    </a:cubicBezTo>
                    <a:cubicBezTo>
                      <a:pt x="0" y="34732"/>
                      <a:pt x="34732" y="0"/>
                      <a:pt x="77576" y="0"/>
                    </a:cubicBezTo>
                    <a:cubicBezTo>
                      <a:pt x="120419" y="0"/>
                      <a:pt x="155151" y="34732"/>
                      <a:pt x="155151" y="77575"/>
                    </a:cubicBezTo>
                    <a:close/>
                  </a:path>
                </a:pathLst>
              </a:custGeom>
              <a:grpFill/>
              <a:ln w="1257" cap="flat">
                <a:noFill/>
                <a:prstDash val="solid"/>
                <a:miter/>
              </a:ln>
            </p:spPr>
            <p:txBody>
              <a:bodyPr rtlCol="0" anchor="ctr"/>
              <a:lstStyle/>
              <a:p>
                <a:endParaRPr lang="en-US"/>
              </a:p>
            </p:txBody>
          </p:sp>
          <p:sp>
            <p:nvSpPr>
              <p:cNvPr id="379" name="Freeform: Shape 378">
                <a:extLst>
                  <a:ext uri="{FF2B5EF4-FFF2-40B4-BE49-F238E27FC236}">
                    <a16:creationId xmlns:a16="http://schemas.microsoft.com/office/drawing/2014/main" id="{D6F81E06-BF44-A8F5-B49A-03483F7B31D4}"/>
                  </a:ext>
                </a:extLst>
              </p:cNvPr>
              <p:cNvSpPr/>
              <p:nvPr/>
            </p:nvSpPr>
            <p:spPr>
              <a:xfrm>
                <a:off x="773264" y="1745584"/>
                <a:ext cx="117506" cy="117506"/>
              </a:xfrm>
              <a:custGeom>
                <a:avLst/>
                <a:gdLst>
                  <a:gd name="connsiteX0" fmla="*/ 155151 w 155151"/>
                  <a:gd name="connsiteY0" fmla="*/ 77576 h 155151"/>
                  <a:gd name="connsiteX1" fmla="*/ 77576 w 155151"/>
                  <a:gd name="connsiteY1" fmla="*/ 155151 h 155151"/>
                  <a:gd name="connsiteX2" fmla="*/ 0 w 155151"/>
                  <a:gd name="connsiteY2" fmla="*/ 77576 h 155151"/>
                  <a:gd name="connsiteX3" fmla="*/ 77576 w 155151"/>
                  <a:gd name="connsiteY3" fmla="*/ 0 h 155151"/>
                  <a:gd name="connsiteX4" fmla="*/ 155151 w 155151"/>
                  <a:gd name="connsiteY4" fmla="*/ 77576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6"/>
                    </a:moveTo>
                    <a:cubicBezTo>
                      <a:pt x="155151" y="120419"/>
                      <a:pt x="120419" y="155151"/>
                      <a:pt x="77576" y="155151"/>
                    </a:cubicBezTo>
                    <a:cubicBezTo>
                      <a:pt x="34732" y="155151"/>
                      <a:pt x="0" y="120420"/>
                      <a:pt x="0" y="77576"/>
                    </a:cubicBezTo>
                    <a:cubicBezTo>
                      <a:pt x="0" y="34732"/>
                      <a:pt x="34732" y="0"/>
                      <a:pt x="77576" y="0"/>
                    </a:cubicBezTo>
                    <a:cubicBezTo>
                      <a:pt x="120419" y="0"/>
                      <a:pt x="155151" y="34732"/>
                      <a:pt x="155151" y="77576"/>
                    </a:cubicBezTo>
                    <a:close/>
                  </a:path>
                </a:pathLst>
              </a:custGeom>
              <a:grpFill/>
              <a:ln w="1257" cap="flat">
                <a:noFill/>
                <a:prstDash val="solid"/>
                <a:miter/>
              </a:ln>
            </p:spPr>
            <p:txBody>
              <a:bodyPr rtlCol="0" anchor="ctr"/>
              <a:lstStyle/>
              <a:p>
                <a:endParaRPr lang="en-US"/>
              </a:p>
            </p:txBody>
          </p:sp>
          <p:sp>
            <p:nvSpPr>
              <p:cNvPr id="380" name="Freeform: Shape 379">
                <a:extLst>
                  <a:ext uri="{FF2B5EF4-FFF2-40B4-BE49-F238E27FC236}">
                    <a16:creationId xmlns:a16="http://schemas.microsoft.com/office/drawing/2014/main" id="{FB7A320B-4CEF-79C5-3122-E6F3BDE56CCD}"/>
                  </a:ext>
                </a:extLst>
              </p:cNvPr>
              <p:cNvSpPr/>
              <p:nvPr/>
            </p:nvSpPr>
            <p:spPr>
              <a:xfrm>
                <a:off x="812307" y="1987672"/>
                <a:ext cx="117506" cy="117506"/>
              </a:xfrm>
              <a:custGeom>
                <a:avLst/>
                <a:gdLst>
                  <a:gd name="connsiteX0" fmla="*/ 155151 w 155151"/>
                  <a:gd name="connsiteY0" fmla="*/ 77575 h 155151"/>
                  <a:gd name="connsiteX1" fmla="*/ 77576 w 155151"/>
                  <a:gd name="connsiteY1" fmla="*/ 155151 h 155151"/>
                  <a:gd name="connsiteX2" fmla="*/ 0 w 155151"/>
                  <a:gd name="connsiteY2" fmla="*/ 77575 h 155151"/>
                  <a:gd name="connsiteX3" fmla="*/ 77576 w 155151"/>
                  <a:gd name="connsiteY3" fmla="*/ 0 h 155151"/>
                  <a:gd name="connsiteX4" fmla="*/ 155151 w 155151"/>
                  <a:gd name="connsiteY4" fmla="*/ 77575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5"/>
                    </a:moveTo>
                    <a:cubicBezTo>
                      <a:pt x="155151" y="120419"/>
                      <a:pt x="120419" y="155151"/>
                      <a:pt x="77576" y="155151"/>
                    </a:cubicBezTo>
                    <a:cubicBezTo>
                      <a:pt x="34732" y="155151"/>
                      <a:pt x="0" y="120420"/>
                      <a:pt x="0" y="77575"/>
                    </a:cubicBezTo>
                    <a:cubicBezTo>
                      <a:pt x="0" y="34732"/>
                      <a:pt x="34732" y="0"/>
                      <a:pt x="77576" y="0"/>
                    </a:cubicBezTo>
                    <a:cubicBezTo>
                      <a:pt x="120419" y="0"/>
                      <a:pt x="155151" y="34731"/>
                      <a:pt x="155151" y="77575"/>
                    </a:cubicBezTo>
                    <a:close/>
                  </a:path>
                </a:pathLst>
              </a:custGeom>
              <a:grpFill/>
              <a:ln w="1257" cap="flat">
                <a:noFill/>
                <a:prstDash val="solid"/>
                <a:miter/>
              </a:ln>
            </p:spPr>
            <p:txBody>
              <a:bodyPr rtlCol="0" anchor="ctr"/>
              <a:lstStyle/>
              <a:p>
                <a:endParaRPr lang="en-US"/>
              </a:p>
            </p:txBody>
          </p:sp>
          <p:sp>
            <p:nvSpPr>
              <p:cNvPr id="381" name="Freeform: Shape 380">
                <a:extLst>
                  <a:ext uri="{FF2B5EF4-FFF2-40B4-BE49-F238E27FC236}">
                    <a16:creationId xmlns:a16="http://schemas.microsoft.com/office/drawing/2014/main" id="{162DCB47-3799-9CEC-49EE-A7C8E98CB71B}"/>
                  </a:ext>
                </a:extLst>
              </p:cNvPr>
              <p:cNvSpPr/>
              <p:nvPr/>
            </p:nvSpPr>
            <p:spPr>
              <a:xfrm>
                <a:off x="921038" y="2197922"/>
                <a:ext cx="117506" cy="117506"/>
              </a:xfrm>
              <a:custGeom>
                <a:avLst/>
                <a:gdLst>
                  <a:gd name="connsiteX0" fmla="*/ 155151 w 155151"/>
                  <a:gd name="connsiteY0" fmla="*/ 77575 h 155151"/>
                  <a:gd name="connsiteX1" fmla="*/ 77576 w 155151"/>
                  <a:gd name="connsiteY1" fmla="*/ 155151 h 155151"/>
                  <a:gd name="connsiteX2" fmla="*/ 0 w 155151"/>
                  <a:gd name="connsiteY2" fmla="*/ 77575 h 155151"/>
                  <a:gd name="connsiteX3" fmla="*/ 77576 w 155151"/>
                  <a:gd name="connsiteY3" fmla="*/ 0 h 155151"/>
                  <a:gd name="connsiteX4" fmla="*/ 155151 w 155151"/>
                  <a:gd name="connsiteY4" fmla="*/ 77575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5"/>
                    </a:moveTo>
                    <a:cubicBezTo>
                      <a:pt x="155151" y="120419"/>
                      <a:pt x="120419" y="155151"/>
                      <a:pt x="77576" y="155151"/>
                    </a:cubicBezTo>
                    <a:cubicBezTo>
                      <a:pt x="34732" y="155151"/>
                      <a:pt x="0" y="120420"/>
                      <a:pt x="0" y="77575"/>
                    </a:cubicBezTo>
                    <a:cubicBezTo>
                      <a:pt x="0" y="34732"/>
                      <a:pt x="34732" y="0"/>
                      <a:pt x="77576" y="0"/>
                    </a:cubicBezTo>
                    <a:cubicBezTo>
                      <a:pt x="120419" y="0"/>
                      <a:pt x="155151" y="34731"/>
                      <a:pt x="155151" y="77575"/>
                    </a:cubicBezTo>
                    <a:close/>
                  </a:path>
                </a:pathLst>
              </a:custGeom>
              <a:grpFill/>
              <a:ln w="1257" cap="flat">
                <a:noFill/>
                <a:prstDash val="solid"/>
                <a:miter/>
              </a:ln>
            </p:spPr>
            <p:txBody>
              <a:bodyPr rtlCol="0" anchor="ctr"/>
              <a:lstStyle/>
              <a:p>
                <a:endParaRPr lang="en-US"/>
              </a:p>
            </p:txBody>
          </p:sp>
          <p:sp>
            <p:nvSpPr>
              <p:cNvPr id="382" name="Freeform: Shape 381">
                <a:extLst>
                  <a:ext uri="{FF2B5EF4-FFF2-40B4-BE49-F238E27FC236}">
                    <a16:creationId xmlns:a16="http://schemas.microsoft.com/office/drawing/2014/main" id="{D861E2E1-A9F4-B659-A57C-A18462023A29}"/>
                  </a:ext>
                </a:extLst>
              </p:cNvPr>
              <p:cNvSpPr/>
              <p:nvPr/>
            </p:nvSpPr>
            <p:spPr>
              <a:xfrm>
                <a:off x="1086838" y="2363722"/>
                <a:ext cx="117506" cy="117506"/>
              </a:xfrm>
              <a:custGeom>
                <a:avLst/>
                <a:gdLst>
                  <a:gd name="connsiteX0" fmla="*/ 155151 w 155151"/>
                  <a:gd name="connsiteY0" fmla="*/ 77575 h 155151"/>
                  <a:gd name="connsiteX1" fmla="*/ 77576 w 155151"/>
                  <a:gd name="connsiteY1" fmla="*/ 155151 h 155151"/>
                  <a:gd name="connsiteX2" fmla="*/ 0 w 155151"/>
                  <a:gd name="connsiteY2" fmla="*/ 77575 h 155151"/>
                  <a:gd name="connsiteX3" fmla="*/ 77576 w 155151"/>
                  <a:gd name="connsiteY3" fmla="*/ 0 h 155151"/>
                  <a:gd name="connsiteX4" fmla="*/ 155151 w 155151"/>
                  <a:gd name="connsiteY4" fmla="*/ 77575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5"/>
                    </a:moveTo>
                    <a:cubicBezTo>
                      <a:pt x="155151" y="120419"/>
                      <a:pt x="120419" y="155151"/>
                      <a:pt x="77576" y="155151"/>
                    </a:cubicBezTo>
                    <a:cubicBezTo>
                      <a:pt x="34732" y="155151"/>
                      <a:pt x="0" y="120420"/>
                      <a:pt x="0" y="77575"/>
                    </a:cubicBezTo>
                    <a:cubicBezTo>
                      <a:pt x="0" y="34732"/>
                      <a:pt x="34732" y="0"/>
                      <a:pt x="77576" y="0"/>
                    </a:cubicBezTo>
                    <a:cubicBezTo>
                      <a:pt x="120419" y="0"/>
                      <a:pt x="155151" y="34731"/>
                      <a:pt x="155151" y="77575"/>
                    </a:cubicBezTo>
                    <a:close/>
                  </a:path>
                </a:pathLst>
              </a:custGeom>
              <a:grpFill/>
              <a:ln w="1257" cap="flat">
                <a:noFill/>
                <a:prstDash val="solid"/>
                <a:miter/>
              </a:ln>
            </p:spPr>
            <p:txBody>
              <a:bodyPr rtlCol="0" anchor="ctr"/>
              <a:lstStyle/>
              <a:p>
                <a:endParaRPr lang="en-US"/>
              </a:p>
            </p:txBody>
          </p:sp>
          <p:sp>
            <p:nvSpPr>
              <p:cNvPr id="383" name="Freeform: Shape 382">
                <a:extLst>
                  <a:ext uri="{FF2B5EF4-FFF2-40B4-BE49-F238E27FC236}">
                    <a16:creationId xmlns:a16="http://schemas.microsoft.com/office/drawing/2014/main" id="{6C36DC66-2608-558C-6E05-5ECA3066695B}"/>
                  </a:ext>
                </a:extLst>
              </p:cNvPr>
              <p:cNvSpPr/>
              <p:nvPr/>
            </p:nvSpPr>
            <p:spPr>
              <a:xfrm>
                <a:off x="1297088" y="2472453"/>
                <a:ext cx="117506" cy="117506"/>
              </a:xfrm>
              <a:custGeom>
                <a:avLst/>
                <a:gdLst>
                  <a:gd name="connsiteX0" fmla="*/ 155151 w 155151"/>
                  <a:gd name="connsiteY0" fmla="*/ 77576 h 155151"/>
                  <a:gd name="connsiteX1" fmla="*/ 77576 w 155151"/>
                  <a:gd name="connsiteY1" fmla="*/ 155151 h 155151"/>
                  <a:gd name="connsiteX2" fmla="*/ 0 w 155151"/>
                  <a:gd name="connsiteY2" fmla="*/ 77576 h 155151"/>
                  <a:gd name="connsiteX3" fmla="*/ 77576 w 155151"/>
                  <a:gd name="connsiteY3" fmla="*/ 0 h 155151"/>
                  <a:gd name="connsiteX4" fmla="*/ 155151 w 155151"/>
                  <a:gd name="connsiteY4" fmla="*/ 77576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6"/>
                    </a:moveTo>
                    <a:cubicBezTo>
                      <a:pt x="155151" y="120419"/>
                      <a:pt x="120419" y="155151"/>
                      <a:pt x="77576" y="155151"/>
                    </a:cubicBezTo>
                    <a:cubicBezTo>
                      <a:pt x="34732" y="155151"/>
                      <a:pt x="0" y="120420"/>
                      <a:pt x="0" y="77576"/>
                    </a:cubicBezTo>
                    <a:cubicBezTo>
                      <a:pt x="0" y="34732"/>
                      <a:pt x="34732" y="0"/>
                      <a:pt x="77576" y="0"/>
                    </a:cubicBezTo>
                    <a:cubicBezTo>
                      <a:pt x="120419" y="0"/>
                      <a:pt x="155151" y="34731"/>
                      <a:pt x="155151" y="77576"/>
                    </a:cubicBezTo>
                    <a:close/>
                  </a:path>
                </a:pathLst>
              </a:custGeom>
              <a:grpFill/>
              <a:ln w="1257" cap="flat">
                <a:noFill/>
                <a:prstDash val="solid"/>
                <a:miter/>
              </a:ln>
            </p:spPr>
            <p:txBody>
              <a:bodyPr rtlCol="0" anchor="ctr"/>
              <a:lstStyle/>
              <a:p>
                <a:endParaRPr lang="en-US"/>
              </a:p>
            </p:txBody>
          </p:sp>
          <p:sp>
            <p:nvSpPr>
              <p:cNvPr id="3072" name="Freeform: Shape 3071">
                <a:extLst>
                  <a:ext uri="{FF2B5EF4-FFF2-40B4-BE49-F238E27FC236}">
                    <a16:creationId xmlns:a16="http://schemas.microsoft.com/office/drawing/2014/main" id="{3F478116-69B4-FB02-345E-ADA3B5D3C89E}"/>
                  </a:ext>
                </a:extLst>
              </p:cNvPr>
              <p:cNvSpPr/>
              <p:nvPr/>
            </p:nvSpPr>
            <p:spPr>
              <a:xfrm>
                <a:off x="1539176" y="2511496"/>
                <a:ext cx="117506" cy="117506"/>
              </a:xfrm>
              <a:custGeom>
                <a:avLst/>
                <a:gdLst>
                  <a:gd name="connsiteX0" fmla="*/ 155151 w 155151"/>
                  <a:gd name="connsiteY0" fmla="*/ 77575 h 155151"/>
                  <a:gd name="connsiteX1" fmla="*/ 77575 w 155151"/>
                  <a:gd name="connsiteY1" fmla="*/ 155151 h 155151"/>
                  <a:gd name="connsiteX2" fmla="*/ 0 w 155151"/>
                  <a:gd name="connsiteY2" fmla="*/ 77575 h 155151"/>
                  <a:gd name="connsiteX3" fmla="*/ 77575 w 155151"/>
                  <a:gd name="connsiteY3" fmla="*/ 0 h 155151"/>
                  <a:gd name="connsiteX4" fmla="*/ 155151 w 155151"/>
                  <a:gd name="connsiteY4" fmla="*/ 77575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5"/>
                    </a:moveTo>
                    <a:cubicBezTo>
                      <a:pt x="155151" y="120419"/>
                      <a:pt x="120419" y="155151"/>
                      <a:pt x="77575" y="155151"/>
                    </a:cubicBezTo>
                    <a:cubicBezTo>
                      <a:pt x="34732" y="155151"/>
                      <a:pt x="0" y="120419"/>
                      <a:pt x="0" y="77575"/>
                    </a:cubicBezTo>
                    <a:cubicBezTo>
                      <a:pt x="0" y="34732"/>
                      <a:pt x="34732" y="0"/>
                      <a:pt x="77575" y="0"/>
                    </a:cubicBezTo>
                    <a:cubicBezTo>
                      <a:pt x="120419" y="0"/>
                      <a:pt x="155151" y="34731"/>
                      <a:pt x="155151" y="77575"/>
                    </a:cubicBezTo>
                    <a:close/>
                  </a:path>
                </a:pathLst>
              </a:custGeom>
              <a:grpFill/>
              <a:ln w="1257" cap="flat">
                <a:noFill/>
                <a:prstDash val="solid"/>
                <a:miter/>
              </a:ln>
            </p:spPr>
            <p:txBody>
              <a:bodyPr rtlCol="0" anchor="ctr"/>
              <a:lstStyle/>
              <a:p>
                <a:endParaRPr lang="en-US"/>
              </a:p>
            </p:txBody>
          </p:sp>
          <p:sp>
            <p:nvSpPr>
              <p:cNvPr id="3073" name="Freeform: Shape 3072">
                <a:extLst>
                  <a:ext uri="{FF2B5EF4-FFF2-40B4-BE49-F238E27FC236}">
                    <a16:creationId xmlns:a16="http://schemas.microsoft.com/office/drawing/2014/main" id="{A9A187B1-DB10-6E23-9EC9-2D78142DFD9E}"/>
                  </a:ext>
                </a:extLst>
              </p:cNvPr>
              <p:cNvSpPr/>
              <p:nvPr/>
            </p:nvSpPr>
            <p:spPr>
              <a:xfrm>
                <a:off x="1781270" y="2472453"/>
                <a:ext cx="117506" cy="117506"/>
              </a:xfrm>
              <a:custGeom>
                <a:avLst/>
                <a:gdLst>
                  <a:gd name="connsiteX0" fmla="*/ 155151 w 155151"/>
                  <a:gd name="connsiteY0" fmla="*/ 77576 h 155151"/>
                  <a:gd name="connsiteX1" fmla="*/ 77575 w 155151"/>
                  <a:gd name="connsiteY1" fmla="*/ 155151 h 155151"/>
                  <a:gd name="connsiteX2" fmla="*/ 0 w 155151"/>
                  <a:gd name="connsiteY2" fmla="*/ 77576 h 155151"/>
                  <a:gd name="connsiteX3" fmla="*/ 77575 w 155151"/>
                  <a:gd name="connsiteY3" fmla="*/ 0 h 155151"/>
                  <a:gd name="connsiteX4" fmla="*/ 155151 w 155151"/>
                  <a:gd name="connsiteY4" fmla="*/ 77576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6"/>
                    </a:moveTo>
                    <a:cubicBezTo>
                      <a:pt x="155151" y="120419"/>
                      <a:pt x="120419" y="155151"/>
                      <a:pt x="77575" y="155151"/>
                    </a:cubicBezTo>
                    <a:cubicBezTo>
                      <a:pt x="34732" y="155151"/>
                      <a:pt x="0" y="120420"/>
                      <a:pt x="0" y="77576"/>
                    </a:cubicBezTo>
                    <a:cubicBezTo>
                      <a:pt x="0" y="34732"/>
                      <a:pt x="34732" y="0"/>
                      <a:pt x="77575" y="0"/>
                    </a:cubicBezTo>
                    <a:cubicBezTo>
                      <a:pt x="120419" y="0"/>
                      <a:pt x="155151" y="34731"/>
                      <a:pt x="155151" y="77576"/>
                    </a:cubicBezTo>
                    <a:close/>
                  </a:path>
                </a:pathLst>
              </a:custGeom>
              <a:grpFill/>
              <a:ln w="1257" cap="flat">
                <a:noFill/>
                <a:prstDash val="solid"/>
                <a:miter/>
              </a:ln>
            </p:spPr>
            <p:txBody>
              <a:bodyPr rtlCol="0" anchor="ctr"/>
              <a:lstStyle/>
              <a:p>
                <a:endParaRPr lang="en-US"/>
              </a:p>
            </p:txBody>
          </p:sp>
          <p:sp>
            <p:nvSpPr>
              <p:cNvPr id="3074" name="Freeform: Shape 3073">
                <a:extLst>
                  <a:ext uri="{FF2B5EF4-FFF2-40B4-BE49-F238E27FC236}">
                    <a16:creationId xmlns:a16="http://schemas.microsoft.com/office/drawing/2014/main" id="{92DAE47C-E924-520E-E13C-169DFAE97135}"/>
                  </a:ext>
                </a:extLst>
              </p:cNvPr>
              <p:cNvSpPr/>
              <p:nvPr/>
            </p:nvSpPr>
            <p:spPr>
              <a:xfrm>
                <a:off x="1991521" y="2363722"/>
                <a:ext cx="117506" cy="117506"/>
              </a:xfrm>
              <a:custGeom>
                <a:avLst/>
                <a:gdLst>
                  <a:gd name="connsiteX0" fmla="*/ 155151 w 155151"/>
                  <a:gd name="connsiteY0" fmla="*/ 77575 h 155151"/>
                  <a:gd name="connsiteX1" fmla="*/ 77575 w 155151"/>
                  <a:gd name="connsiteY1" fmla="*/ 155151 h 155151"/>
                  <a:gd name="connsiteX2" fmla="*/ 0 w 155151"/>
                  <a:gd name="connsiteY2" fmla="*/ 77575 h 155151"/>
                  <a:gd name="connsiteX3" fmla="*/ 77575 w 155151"/>
                  <a:gd name="connsiteY3" fmla="*/ 0 h 155151"/>
                  <a:gd name="connsiteX4" fmla="*/ 155151 w 155151"/>
                  <a:gd name="connsiteY4" fmla="*/ 77575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5"/>
                    </a:moveTo>
                    <a:cubicBezTo>
                      <a:pt x="155151" y="120419"/>
                      <a:pt x="120419" y="155151"/>
                      <a:pt x="77575" y="155151"/>
                    </a:cubicBezTo>
                    <a:cubicBezTo>
                      <a:pt x="34732" y="155151"/>
                      <a:pt x="0" y="120420"/>
                      <a:pt x="0" y="77575"/>
                    </a:cubicBezTo>
                    <a:cubicBezTo>
                      <a:pt x="0" y="34732"/>
                      <a:pt x="34732" y="0"/>
                      <a:pt x="77575" y="0"/>
                    </a:cubicBezTo>
                    <a:cubicBezTo>
                      <a:pt x="120419" y="0"/>
                      <a:pt x="155151" y="34731"/>
                      <a:pt x="155151" y="77575"/>
                    </a:cubicBezTo>
                    <a:close/>
                  </a:path>
                </a:pathLst>
              </a:custGeom>
              <a:grpFill/>
              <a:ln w="1257" cap="flat">
                <a:noFill/>
                <a:prstDash val="solid"/>
                <a:miter/>
              </a:ln>
            </p:spPr>
            <p:txBody>
              <a:bodyPr rtlCol="0" anchor="ctr"/>
              <a:lstStyle/>
              <a:p>
                <a:endParaRPr lang="en-US"/>
              </a:p>
            </p:txBody>
          </p:sp>
          <p:sp>
            <p:nvSpPr>
              <p:cNvPr id="3075" name="Freeform: Shape 3074">
                <a:extLst>
                  <a:ext uri="{FF2B5EF4-FFF2-40B4-BE49-F238E27FC236}">
                    <a16:creationId xmlns:a16="http://schemas.microsoft.com/office/drawing/2014/main" id="{081F8EF7-8756-A766-4C64-72C8ADA14B02}"/>
                  </a:ext>
                </a:extLst>
              </p:cNvPr>
              <p:cNvSpPr/>
              <p:nvPr/>
            </p:nvSpPr>
            <p:spPr>
              <a:xfrm>
                <a:off x="2157320" y="2197922"/>
                <a:ext cx="117506" cy="117506"/>
              </a:xfrm>
              <a:custGeom>
                <a:avLst/>
                <a:gdLst>
                  <a:gd name="connsiteX0" fmla="*/ 155151 w 155151"/>
                  <a:gd name="connsiteY0" fmla="*/ 77575 h 155151"/>
                  <a:gd name="connsiteX1" fmla="*/ 77576 w 155151"/>
                  <a:gd name="connsiteY1" fmla="*/ 155151 h 155151"/>
                  <a:gd name="connsiteX2" fmla="*/ 0 w 155151"/>
                  <a:gd name="connsiteY2" fmla="*/ 77575 h 155151"/>
                  <a:gd name="connsiteX3" fmla="*/ 77576 w 155151"/>
                  <a:gd name="connsiteY3" fmla="*/ 0 h 155151"/>
                  <a:gd name="connsiteX4" fmla="*/ 155151 w 155151"/>
                  <a:gd name="connsiteY4" fmla="*/ 77575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5"/>
                    </a:moveTo>
                    <a:cubicBezTo>
                      <a:pt x="155151" y="120419"/>
                      <a:pt x="120419" y="155151"/>
                      <a:pt x="77576" y="155151"/>
                    </a:cubicBezTo>
                    <a:cubicBezTo>
                      <a:pt x="34732" y="155151"/>
                      <a:pt x="0" y="120420"/>
                      <a:pt x="0" y="77575"/>
                    </a:cubicBezTo>
                    <a:cubicBezTo>
                      <a:pt x="0" y="34732"/>
                      <a:pt x="34732" y="0"/>
                      <a:pt x="77576" y="0"/>
                    </a:cubicBezTo>
                    <a:cubicBezTo>
                      <a:pt x="120420" y="0"/>
                      <a:pt x="155151" y="34731"/>
                      <a:pt x="155151" y="77575"/>
                    </a:cubicBezTo>
                    <a:close/>
                  </a:path>
                </a:pathLst>
              </a:custGeom>
              <a:grpFill/>
              <a:ln w="1257" cap="flat">
                <a:noFill/>
                <a:prstDash val="solid"/>
                <a:miter/>
              </a:ln>
            </p:spPr>
            <p:txBody>
              <a:bodyPr rtlCol="0" anchor="ctr"/>
              <a:lstStyle/>
              <a:p>
                <a:endParaRPr lang="en-US"/>
              </a:p>
            </p:txBody>
          </p:sp>
          <p:sp>
            <p:nvSpPr>
              <p:cNvPr id="3076" name="Freeform: Shape 3075">
                <a:extLst>
                  <a:ext uri="{FF2B5EF4-FFF2-40B4-BE49-F238E27FC236}">
                    <a16:creationId xmlns:a16="http://schemas.microsoft.com/office/drawing/2014/main" id="{6FF70354-54EB-AB77-BDAC-0F414A1C5BDD}"/>
                  </a:ext>
                </a:extLst>
              </p:cNvPr>
              <p:cNvSpPr/>
              <p:nvPr/>
            </p:nvSpPr>
            <p:spPr>
              <a:xfrm>
                <a:off x="2266045" y="1987672"/>
                <a:ext cx="117506" cy="117506"/>
              </a:xfrm>
              <a:custGeom>
                <a:avLst/>
                <a:gdLst>
                  <a:gd name="connsiteX0" fmla="*/ 155151 w 155151"/>
                  <a:gd name="connsiteY0" fmla="*/ 77575 h 155151"/>
                  <a:gd name="connsiteX1" fmla="*/ 77576 w 155151"/>
                  <a:gd name="connsiteY1" fmla="*/ 155151 h 155151"/>
                  <a:gd name="connsiteX2" fmla="*/ 0 w 155151"/>
                  <a:gd name="connsiteY2" fmla="*/ 77575 h 155151"/>
                  <a:gd name="connsiteX3" fmla="*/ 77576 w 155151"/>
                  <a:gd name="connsiteY3" fmla="*/ 0 h 155151"/>
                  <a:gd name="connsiteX4" fmla="*/ 155151 w 155151"/>
                  <a:gd name="connsiteY4" fmla="*/ 77575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5"/>
                    </a:moveTo>
                    <a:cubicBezTo>
                      <a:pt x="155151" y="120419"/>
                      <a:pt x="120419" y="155151"/>
                      <a:pt x="77576" y="155151"/>
                    </a:cubicBezTo>
                    <a:cubicBezTo>
                      <a:pt x="34732" y="155151"/>
                      <a:pt x="0" y="120420"/>
                      <a:pt x="0" y="77575"/>
                    </a:cubicBezTo>
                    <a:cubicBezTo>
                      <a:pt x="0" y="34732"/>
                      <a:pt x="34732" y="0"/>
                      <a:pt x="77576" y="0"/>
                    </a:cubicBezTo>
                    <a:cubicBezTo>
                      <a:pt x="120420" y="0"/>
                      <a:pt x="155151" y="34731"/>
                      <a:pt x="155151" y="77575"/>
                    </a:cubicBezTo>
                    <a:close/>
                  </a:path>
                </a:pathLst>
              </a:custGeom>
              <a:grpFill/>
              <a:ln w="1257" cap="flat">
                <a:noFill/>
                <a:prstDash val="solid"/>
                <a:miter/>
              </a:ln>
            </p:spPr>
            <p:txBody>
              <a:bodyPr rtlCol="0" anchor="ctr"/>
              <a:lstStyle/>
              <a:p>
                <a:endParaRPr lang="en-US"/>
              </a:p>
            </p:txBody>
          </p:sp>
          <p:sp>
            <p:nvSpPr>
              <p:cNvPr id="3078" name="Freeform: Shape 3077">
                <a:extLst>
                  <a:ext uri="{FF2B5EF4-FFF2-40B4-BE49-F238E27FC236}">
                    <a16:creationId xmlns:a16="http://schemas.microsoft.com/office/drawing/2014/main" id="{16780D4E-B883-06FD-8FCB-C61ADBAD6C6D}"/>
                  </a:ext>
                </a:extLst>
              </p:cNvPr>
              <p:cNvSpPr/>
              <p:nvPr/>
            </p:nvSpPr>
            <p:spPr>
              <a:xfrm>
                <a:off x="2305094" y="1745584"/>
                <a:ext cx="117506" cy="117506"/>
              </a:xfrm>
              <a:custGeom>
                <a:avLst/>
                <a:gdLst>
                  <a:gd name="connsiteX0" fmla="*/ 155151 w 155151"/>
                  <a:gd name="connsiteY0" fmla="*/ 77576 h 155151"/>
                  <a:gd name="connsiteX1" fmla="*/ 77576 w 155151"/>
                  <a:gd name="connsiteY1" fmla="*/ 155151 h 155151"/>
                  <a:gd name="connsiteX2" fmla="*/ 0 w 155151"/>
                  <a:gd name="connsiteY2" fmla="*/ 77576 h 155151"/>
                  <a:gd name="connsiteX3" fmla="*/ 77576 w 155151"/>
                  <a:gd name="connsiteY3" fmla="*/ 0 h 155151"/>
                  <a:gd name="connsiteX4" fmla="*/ 155151 w 155151"/>
                  <a:gd name="connsiteY4" fmla="*/ 77576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6"/>
                    </a:moveTo>
                    <a:cubicBezTo>
                      <a:pt x="155151" y="120419"/>
                      <a:pt x="120419" y="155151"/>
                      <a:pt x="77576" y="155151"/>
                    </a:cubicBezTo>
                    <a:cubicBezTo>
                      <a:pt x="34732" y="155151"/>
                      <a:pt x="0" y="120420"/>
                      <a:pt x="0" y="77576"/>
                    </a:cubicBezTo>
                    <a:cubicBezTo>
                      <a:pt x="0" y="34732"/>
                      <a:pt x="34732" y="0"/>
                      <a:pt x="77576" y="0"/>
                    </a:cubicBezTo>
                    <a:cubicBezTo>
                      <a:pt x="120419" y="0"/>
                      <a:pt x="155151" y="34732"/>
                      <a:pt x="155151" y="77576"/>
                    </a:cubicBezTo>
                    <a:close/>
                  </a:path>
                </a:pathLst>
              </a:custGeom>
              <a:grpFill/>
              <a:ln w="1257" cap="flat">
                <a:noFill/>
                <a:prstDash val="solid"/>
                <a:miter/>
              </a:ln>
            </p:spPr>
            <p:txBody>
              <a:bodyPr rtlCol="0" anchor="ctr"/>
              <a:lstStyle/>
              <a:p>
                <a:endParaRPr lang="en-US"/>
              </a:p>
            </p:txBody>
          </p:sp>
          <p:sp>
            <p:nvSpPr>
              <p:cNvPr id="3079" name="Freeform: Shape 3078">
                <a:extLst>
                  <a:ext uri="{FF2B5EF4-FFF2-40B4-BE49-F238E27FC236}">
                    <a16:creationId xmlns:a16="http://schemas.microsoft.com/office/drawing/2014/main" id="{E06B5D62-E7B7-9243-11AE-6C90761C54F5}"/>
                  </a:ext>
                </a:extLst>
              </p:cNvPr>
              <p:cNvSpPr/>
              <p:nvPr/>
            </p:nvSpPr>
            <p:spPr>
              <a:xfrm>
                <a:off x="2266045" y="1503490"/>
                <a:ext cx="117506" cy="117506"/>
              </a:xfrm>
              <a:custGeom>
                <a:avLst/>
                <a:gdLst>
                  <a:gd name="connsiteX0" fmla="*/ 155151 w 155151"/>
                  <a:gd name="connsiteY0" fmla="*/ 77575 h 155151"/>
                  <a:gd name="connsiteX1" fmla="*/ 77576 w 155151"/>
                  <a:gd name="connsiteY1" fmla="*/ 155151 h 155151"/>
                  <a:gd name="connsiteX2" fmla="*/ 0 w 155151"/>
                  <a:gd name="connsiteY2" fmla="*/ 77575 h 155151"/>
                  <a:gd name="connsiteX3" fmla="*/ 77576 w 155151"/>
                  <a:gd name="connsiteY3" fmla="*/ 0 h 155151"/>
                  <a:gd name="connsiteX4" fmla="*/ 155151 w 155151"/>
                  <a:gd name="connsiteY4" fmla="*/ 77575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5"/>
                    </a:moveTo>
                    <a:cubicBezTo>
                      <a:pt x="155151" y="120419"/>
                      <a:pt x="120419" y="155151"/>
                      <a:pt x="77576" y="155151"/>
                    </a:cubicBezTo>
                    <a:cubicBezTo>
                      <a:pt x="34732" y="155151"/>
                      <a:pt x="0" y="120419"/>
                      <a:pt x="0" y="77575"/>
                    </a:cubicBezTo>
                    <a:cubicBezTo>
                      <a:pt x="0" y="34732"/>
                      <a:pt x="34732" y="0"/>
                      <a:pt x="77576" y="0"/>
                    </a:cubicBezTo>
                    <a:cubicBezTo>
                      <a:pt x="120420" y="0"/>
                      <a:pt x="155151" y="34732"/>
                      <a:pt x="155151" y="77575"/>
                    </a:cubicBezTo>
                    <a:close/>
                  </a:path>
                </a:pathLst>
              </a:custGeom>
              <a:grpFill/>
              <a:ln w="1257" cap="flat">
                <a:noFill/>
                <a:prstDash val="solid"/>
                <a:miter/>
              </a:ln>
            </p:spPr>
            <p:txBody>
              <a:bodyPr rtlCol="0" anchor="ctr"/>
              <a:lstStyle/>
              <a:p>
                <a:endParaRPr lang="en-US"/>
              </a:p>
            </p:txBody>
          </p:sp>
          <p:sp>
            <p:nvSpPr>
              <p:cNvPr id="3080" name="Freeform: Shape 3079">
                <a:extLst>
                  <a:ext uri="{FF2B5EF4-FFF2-40B4-BE49-F238E27FC236}">
                    <a16:creationId xmlns:a16="http://schemas.microsoft.com/office/drawing/2014/main" id="{9F44FD78-C04C-6549-C163-EEBDE8B90481}"/>
                  </a:ext>
                </a:extLst>
              </p:cNvPr>
              <p:cNvSpPr/>
              <p:nvPr/>
            </p:nvSpPr>
            <p:spPr>
              <a:xfrm>
                <a:off x="2157320" y="1293239"/>
                <a:ext cx="117506" cy="117506"/>
              </a:xfrm>
              <a:custGeom>
                <a:avLst/>
                <a:gdLst>
                  <a:gd name="connsiteX0" fmla="*/ 155151 w 155151"/>
                  <a:gd name="connsiteY0" fmla="*/ 77575 h 155151"/>
                  <a:gd name="connsiteX1" fmla="*/ 77576 w 155151"/>
                  <a:gd name="connsiteY1" fmla="*/ 155151 h 155151"/>
                  <a:gd name="connsiteX2" fmla="*/ 0 w 155151"/>
                  <a:gd name="connsiteY2" fmla="*/ 77575 h 155151"/>
                  <a:gd name="connsiteX3" fmla="*/ 77576 w 155151"/>
                  <a:gd name="connsiteY3" fmla="*/ 0 h 155151"/>
                  <a:gd name="connsiteX4" fmla="*/ 155151 w 155151"/>
                  <a:gd name="connsiteY4" fmla="*/ 77575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5"/>
                    </a:moveTo>
                    <a:cubicBezTo>
                      <a:pt x="155151" y="120419"/>
                      <a:pt x="120419" y="155151"/>
                      <a:pt x="77576" y="155151"/>
                    </a:cubicBezTo>
                    <a:cubicBezTo>
                      <a:pt x="34732" y="155151"/>
                      <a:pt x="0" y="120419"/>
                      <a:pt x="0" y="77575"/>
                    </a:cubicBezTo>
                    <a:cubicBezTo>
                      <a:pt x="0" y="34732"/>
                      <a:pt x="34732" y="0"/>
                      <a:pt x="77576" y="0"/>
                    </a:cubicBezTo>
                    <a:cubicBezTo>
                      <a:pt x="120420" y="0"/>
                      <a:pt x="155151" y="34732"/>
                      <a:pt x="155151" y="77575"/>
                    </a:cubicBezTo>
                    <a:close/>
                  </a:path>
                </a:pathLst>
              </a:custGeom>
              <a:grpFill/>
              <a:ln w="1257" cap="flat">
                <a:noFill/>
                <a:prstDash val="solid"/>
                <a:miter/>
              </a:ln>
            </p:spPr>
            <p:txBody>
              <a:bodyPr rtlCol="0" anchor="ctr"/>
              <a:lstStyle/>
              <a:p>
                <a:endParaRPr lang="en-US"/>
              </a:p>
            </p:txBody>
          </p:sp>
          <p:sp>
            <p:nvSpPr>
              <p:cNvPr id="3081" name="Freeform: Shape 3080">
                <a:extLst>
                  <a:ext uri="{FF2B5EF4-FFF2-40B4-BE49-F238E27FC236}">
                    <a16:creationId xmlns:a16="http://schemas.microsoft.com/office/drawing/2014/main" id="{2796CFED-380D-E1A1-83B3-BCB0FA4C6931}"/>
                  </a:ext>
                </a:extLst>
              </p:cNvPr>
              <p:cNvSpPr/>
              <p:nvPr/>
            </p:nvSpPr>
            <p:spPr>
              <a:xfrm>
                <a:off x="1991521" y="1127439"/>
                <a:ext cx="117506" cy="117506"/>
              </a:xfrm>
              <a:custGeom>
                <a:avLst/>
                <a:gdLst>
                  <a:gd name="connsiteX0" fmla="*/ 155151 w 155151"/>
                  <a:gd name="connsiteY0" fmla="*/ 77575 h 155151"/>
                  <a:gd name="connsiteX1" fmla="*/ 77575 w 155151"/>
                  <a:gd name="connsiteY1" fmla="*/ 155151 h 155151"/>
                  <a:gd name="connsiteX2" fmla="*/ 0 w 155151"/>
                  <a:gd name="connsiteY2" fmla="*/ 77575 h 155151"/>
                  <a:gd name="connsiteX3" fmla="*/ 77575 w 155151"/>
                  <a:gd name="connsiteY3" fmla="*/ 0 h 155151"/>
                  <a:gd name="connsiteX4" fmla="*/ 155151 w 155151"/>
                  <a:gd name="connsiteY4" fmla="*/ 77575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5"/>
                    </a:moveTo>
                    <a:cubicBezTo>
                      <a:pt x="155151" y="120419"/>
                      <a:pt x="120419" y="155151"/>
                      <a:pt x="77575" y="155151"/>
                    </a:cubicBezTo>
                    <a:cubicBezTo>
                      <a:pt x="34732" y="155151"/>
                      <a:pt x="0" y="120419"/>
                      <a:pt x="0" y="77575"/>
                    </a:cubicBezTo>
                    <a:cubicBezTo>
                      <a:pt x="0" y="34732"/>
                      <a:pt x="34732" y="0"/>
                      <a:pt x="77575" y="0"/>
                    </a:cubicBezTo>
                    <a:cubicBezTo>
                      <a:pt x="120419" y="0"/>
                      <a:pt x="155151" y="34732"/>
                      <a:pt x="155151" y="77575"/>
                    </a:cubicBezTo>
                    <a:close/>
                  </a:path>
                </a:pathLst>
              </a:custGeom>
              <a:grpFill/>
              <a:ln w="1257" cap="flat">
                <a:noFill/>
                <a:prstDash val="solid"/>
                <a:miter/>
              </a:ln>
            </p:spPr>
            <p:txBody>
              <a:bodyPr rtlCol="0" anchor="ctr"/>
              <a:lstStyle/>
              <a:p>
                <a:endParaRPr lang="en-US"/>
              </a:p>
            </p:txBody>
          </p:sp>
          <p:sp>
            <p:nvSpPr>
              <p:cNvPr id="3082" name="Freeform: Shape 3081">
                <a:extLst>
                  <a:ext uri="{FF2B5EF4-FFF2-40B4-BE49-F238E27FC236}">
                    <a16:creationId xmlns:a16="http://schemas.microsoft.com/office/drawing/2014/main" id="{11FE5001-7D72-6B88-931C-ECFAD3270878}"/>
                  </a:ext>
                </a:extLst>
              </p:cNvPr>
              <p:cNvSpPr/>
              <p:nvPr/>
            </p:nvSpPr>
            <p:spPr>
              <a:xfrm>
                <a:off x="1781270" y="1018708"/>
                <a:ext cx="117506" cy="117506"/>
              </a:xfrm>
              <a:custGeom>
                <a:avLst/>
                <a:gdLst>
                  <a:gd name="connsiteX0" fmla="*/ 155151 w 155151"/>
                  <a:gd name="connsiteY0" fmla="*/ 77576 h 155151"/>
                  <a:gd name="connsiteX1" fmla="*/ 77575 w 155151"/>
                  <a:gd name="connsiteY1" fmla="*/ 155151 h 155151"/>
                  <a:gd name="connsiteX2" fmla="*/ 0 w 155151"/>
                  <a:gd name="connsiteY2" fmla="*/ 77576 h 155151"/>
                  <a:gd name="connsiteX3" fmla="*/ 77575 w 155151"/>
                  <a:gd name="connsiteY3" fmla="*/ 0 h 155151"/>
                  <a:gd name="connsiteX4" fmla="*/ 155151 w 155151"/>
                  <a:gd name="connsiteY4" fmla="*/ 77576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6"/>
                    </a:moveTo>
                    <a:cubicBezTo>
                      <a:pt x="155151" y="120419"/>
                      <a:pt x="120419" y="155151"/>
                      <a:pt x="77575" y="155151"/>
                    </a:cubicBezTo>
                    <a:cubicBezTo>
                      <a:pt x="34732" y="155151"/>
                      <a:pt x="0" y="120419"/>
                      <a:pt x="0" y="77576"/>
                    </a:cubicBezTo>
                    <a:cubicBezTo>
                      <a:pt x="0" y="34732"/>
                      <a:pt x="34732" y="0"/>
                      <a:pt x="77575" y="0"/>
                    </a:cubicBezTo>
                    <a:cubicBezTo>
                      <a:pt x="120419" y="0"/>
                      <a:pt x="155151" y="34732"/>
                      <a:pt x="155151" y="77576"/>
                    </a:cubicBezTo>
                    <a:close/>
                  </a:path>
                </a:pathLst>
              </a:custGeom>
              <a:grpFill/>
              <a:ln w="1257" cap="flat">
                <a:noFill/>
                <a:prstDash val="solid"/>
                <a:miter/>
              </a:ln>
            </p:spPr>
            <p:txBody>
              <a:bodyPr rtlCol="0" anchor="ctr"/>
              <a:lstStyle/>
              <a:p>
                <a:endParaRPr lang="en-US"/>
              </a:p>
            </p:txBody>
          </p:sp>
        </p:grpSp>
        <p:sp>
          <p:nvSpPr>
            <p:cNvPr id="3083" name="Arc 3082">
              <a:extLst>
                <a:ext uri="{FF2B5EF4-FFF2-40B4-BE49-F238E27FC236}">
                  <a16:creationId xmlns:a16="http://schemas.microsoft.com/office/drawing/2014/main" id="{3A5B4CE0-A6DB-6204-E264-D8D083524231}"/>
                </a:ext>
              </a:extLst>
            </p:cNvPr>
            <p:cNvSpPr/>
            <p:nvPr/>
          </p:nvSpPr>
          <p:spPr>
            <a:xfrm>
              <a:off x="4084040" y="2723892"/>
              <a:ext cx="1531837" cy="1531837"/>
            </a:xfrm>
            <a:prstGeom prst="arc">
              <a:avLst>
                <a:gd name="adj1" fmla="val 16200000"/>
                <a:gd name="adj2" fmla="val 10963027"/>
              </a:avLst>
            </a:prstGeom>
            <a:noFill/>
            <a:ln w="139700" cap="rnd">
              <a:solidFill>
                <a:srgbClr val="00B050"/>
              </a:solidFill>
              <a:prstDash val="solid"/>
              <a:miter/>
            </a:ln>
          </p:spPr>
          <p:txBody>
            <a:bodyPr rtlCol="0" anchor="ctr"/>
            <a:lstStyle/>
            <a:p>
              <a:endParaRPr lang="en-US"/>
            </a:p>
          </p:txBody>
        </p:sp>
        <p:sp>
          <p:nvSpPr>
            <p:cNvPr id="3084" name="Freeform: Shape 3083">
              <a:extLst>
                <a:ext uri="{FF2B5EF4-FFF2-40B4-BE49-F238E27FC236}">
                  <a16:creationId xmlns:a16="http://schemas.microsoft.com/office/drawing/2014/main" id="{143B8789-DF2E-C4DF-1E57-9EE6B8049F88}"/>
                </a:ext>
              </a:extLst>
            </p:cNvPr>
            <p:cNvSpPr/>
            <p:nvPr/>
          </p:nvSpPr>
          <p:spPr>
            <a:xfrm>
              <a:off x="4310270" y="2950125"/>
              <a:ext cx="1079376" cy="1079372"/>
            </a:xfrm>
            <a:custGeom>
              <a:avLst/>
              <a:gdLst>
                <a:gd name="connsiteX0" fmla="*/ 3086591 w 3086591"/>
                <a:gd name="connsiteY0" fmla="*/ 1543295 h 3086590"/>
                <a:gd name="connsiteX1" fmla="*/ 1543296 w 3086591"/>
                <a:gd name="connsiteY1" fmla="*/ 3086591 h 3086590"/>
                <a:gd name="connsiteX2" fmla="*/ 0 w 3086591"/>
                <a:gd name="connsiteY2" fmla="*/ 1543295 h 3086590"/>
                <a:gd name="connsiteX3" fmla="*/ 1543296 w 3086591"/>
                <a:gd name="connsiteY3" fmla="*/ 0 h 3086590"/>
                <a:gd name="connsiteX4" fmla="*/ 3086591 w 3086591"/>
                <a:gd name="connsiteY4" fmla="*/ 1543295 h 3086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86591" h="3086590">
                  <a:moveTo>
                    <a:pt x="3086591" y="1543295"/>
                  </a:moveTo>
                  <a:cubicBezTo>
                    <a:pt x="3086591" y="2395634"/>
                    <a:pt x="2395634" y="3086591"/>
                    <a:pt x="1543296" y="3086591"/>
                  </a:cubicBezTo>
                  <a:cubicBezTo>
                    <a:pt x="690957" y="3086591"/>
                    <a:pt x="0" y="2395634"/>
                    <a:pt x="0" y="1543295"/>
                  </a:cubicBezTo>
                  <a:cubicBezTo>
                    <a:pt x="0" y="690957"/>
                    <a:pt x="690957" y="0"/>
                    <a:pt x="1543296" y="0"/>
                  </a:cubicBezTo>
                  <a:cubicBezTo>
                    <a:pt x="2395634" y="0"/>
                    <a:pt x="3086591" y="690957"/>
                    <a:pt x="3086591" y="1543295"/>
                  </a:cubicBezTo>
                  <a:close/>
                </a:path>
              </a:pathLst>
            </a:custGeom>
            <a:solidFill>
              <a:schemeClr val="bg1"/>
            </a:solidFill>
            <a:ln w="12700" cap="flat">
              <a:noFill/>
              <a:prstDash val="solid"/>
              <a:miter/>
            </a:ln>
          </p:spPr>
          <p:txBody>
            <a:bodyPr rtlCol="0" anchor="ctr"/>
            <a:lstStyle/>
            <a:p>
              <a:endParaRPr lang="en-US"/>
            </a:p>
          </p:txBody>
        </p:sp>
        <p:sp>
          <p:nvSpPr>
            <p:cNvPr id="3085" name="TextBox 3084">
              <a:extLst>
                <a:ext uri="{FF2B5EF4-FFF2-40B4-BE49-F238E27FC236}">
                  <a16:creationId xmlns:a16="http://schemas.microsoft.com/office/drawing/2014/main" id="{37D63464-EE2C-BCD7-285D-61C9C1D94749}"/>
                </a:ext>
              </a:extLst>
            </p:cNvPr>
            <p:cNvSpPr txBox="1"/>
            <p:nvPr/>
          </p:nvSpPr>
          <p:spPr>
            <a:xfrm>
              <a:off x="4493932" y="3115101"/>
              <a:ext cx="712054" cy="400110"/>
            </a:xfrm>
            <a:prstGeom prst="rect">
              <a:avLst/>
            </a:prstGeom>
            <a:noFill/>
          </p:spPr>
          <p:txBody>
            <a:bodyPr wrap="none" lIns="91440" tIns="45720" rIns="91440" bIns="45720" rtlCol="0" anchor="t">
              <a:spAutoFit/>
            </a:bodyPr>
            <a:lstStyle/>
            <a:p>
              <a:pPr algn="ctr"/>
              <a:r>
                <a:rPr lang="en-US" sz="2000" b="1">
                  <a:solidFill>
                    <a:schemeClr val="accent5"/>
                  </a:solidFill>
                </a:rPr>
                <a:t>75%</a:t>
              </a:r>
            </a:p>
          </p:txBody>
        </p:sp>
        <p:sp>
          <p:nvSpPr>
            <p:cNvPr id="3086" name="TextBox 3085">
              <a:extLst>
                <a:ext uri="{FF2B5EF4-FFF2-40B4-BE49-F238E27FC236}">
                  <a16:creationId xmlns:a16="http://schemas.microsoft.com/office/drawing/2014/main" id="{2762E004-0514-AA95-C76D-6078024C56DC}"/>
                </a:ext>
              </a:extLst>
            </p:cNvPr>
            <p:cNvSpPr txBox="1"/>
            <p:nvPr/>
          </p:nvSpPr>
          <p:spPr>
            <a:xfrm>
              <a:off x="4306383" y="3464411"/>
              <a:ext cx="1087157" cy="461665"/>
            </a:xfrm>
            <a:prstGeom prst="rect">
              <a:avLst/>
            </a:prstGeom>
            <a:noFill/>
          </p:spPr>
          <p:txBody>
            <a:bodyPr wrap="none" rtlCol="0">
              <a:spAutoFit/>
            </a:bodyPr>
            <a:lstStyle/>
            <a:p>
              <a:pPr algn="ctr"/>
              <a:r>
                <a:rPr lang="en-US" sz="1200" b="1"/>
                <a:t>ARVE%</a:t>
              </a:r>
            </a:p>
            <a:p>
              <a:pPr algn="ctr"/>
              <a:r>
                <a:rPr lang="en-US" sz="1200"/>
                <a:t>(Target 70%)</a:t>
              </a:r>
            </a:p>
          </p:txBody>
        </p:sp>
      </p:grpSp>
      <p:sp>
        <p:nvSpPr>
          <p:cNvPr id="3087" name="TextBox 3086">
            <a:extLst>
              <a:ext uri="{FF2B5EF4-FFF2-40B4-BE49-F238E27FC236}">
                <a16:creationId xmlns:a16="http://schemas.microsoft.com/office/drawing/2014/main" id="{116911C6-FC9A-1B60-9F45-151102DED69C}"/>
              </a:ext>
            </a:extLst>
          </p:cNvPr>
          <p:cNvSpPr txBox="1"/>
          <p:nvPr/>
        </p:nvSpPr>
        <p:spPr>
          <a:xfrm>
            <a:off x="5600402" y="4904524"/>
            <a:ext cx="1020129" cy="371513"/>
          </a:xfrm>
          <a:prstGeom prst="rect">
            <a:avLst/>
          </a:prstGeom>
          <a:noFill/>
        </p:spPr>
        <p:txBody>
          <a:bodyPr vert="horz" wrap="none" lIns="90000" tIns="46800" rIns="90000" bIns="46800" rtlCol="0" anchor="ctr">
            <a:spAutoFit/>
          </a:bodyPr>
          <a:lstStyle/>
          <a:p>
            <a:pPr algn="ctr">
              <a:spcBef>
                <a:spcPct val="0"/>
              </a:spcBef>
            </a:pPr>
            <a:r>
              <a:rPr lang="en-IN" b="1"/>
              <a:t>ARVE%</a:t>
            </a:r>
          </a:p>
        </p:txBody>
      </p:sp>
      <p:grpSp>
        <p:nvGrpSpPr>
          <p:cNvPr id="42" name="Group 41">
            <a:extLst>
              <a:ext uri="{FF2B5EF4-FFF2-40B4-BE49-F238E27FC236}">
                <a16:creationId xmlns:a16="http://schemas.microsoft.com/office/drawing/2014/main" id="{95D2F180-60DF-9211-FB63-AB1F3912F0F5}"/>
              </a:ext>
            </a:extLst>
          </p:cNvPr>
          <p:cNvGrpSpPr/>
          <p:nvPr/>
        </p:nvGrpSpPr>
        <p:grpSpPr>
          <a:xfrm>
            <a:off x="7891036" y="2146170"/>
            <a:ext cx="1945444" cy="1945443"/>
            <a:chOff x="7157938" y="2392814"/>
            <a:chExt cx="1945444" cy="1945443"/>
          </a:xfrm>
          <a:effectLst>
            <a:outerShdw blurRad="63500" sx="102000" sy="102000" algn="ctr" rotWithShape="0">
              <a:prstClr val="black">
                <a:alpha val="40000"/>
              </a:prstClr>
            </a:outerShdw>
          </a:effectLst>
        </p:grpSpPr>
        <p:sp>
          <p:nvSpPr>
            <p:cNvPr id="3113" name="Freeform: Shape 3112">
              <a:extLst>
                <a:ext uri="{FF2B5EF4-FFF2-40B4-BE49-F238E27FC236}">
                  <a16:creationId xmlns:a16="http://schemas.microsoft.com/office/drawing/2014/main" id="{F5510395-C4BE-A0B9-95D9-BFC41094D89D}"/>
                </a:ext>
              </a:extLst>
            </p:cNvPr>
            <p:cNvSpPr/>
            <p:nvPr/>
          </p:nvSpPr>
          <p:spPr>
            <a:xfrm>
              <a:off x="7157938" y="2392814"/>
              <a:ext cx="1945444" cy="1945443"/>
            </a:xfrm>
            <a:custGeom>
              <a:avLst/>
              <a:gdLst>
                <a:gd name="connsiteX0" fmla="*/ 3086591 w 3086591"/>
                <a:gd name="connsiteY0" fmla="*/ 1543295 h 3086590"/>
                <a:gd name="connsiteX1" fmla="*/ 1543296 w 3086591"/>
                <a:gd name="connsiteY1" fmla="*/ 3086591 h 3086590"/>
                <a:gd name="connsiteX2" fmla="*/ 0 w 3086591"/>
                <a:gd name="connsiteY2" fmla="*/ 1543295 h 3086590"/>
                <a:gd name="connsiteX3" fmla="*/ 1543296 w 3086591"/>
                <a:gd name="connsiteY3" fmla="*/ 0 h 3086590"/>
                <a:gd name="connsiteX4" fmla="*/ 3086591 w 3086591"/>
                <a:gd name="connsiteY4" fmla="*/ 1543295 h 3086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86591" h="3086590">
                  <a:moveTo>
                    <a:pt x="3086591" y="1543295"/>
                  </a:moveTo>
                  <a:cubicBezTo>
                    <a:pt x="3086591" y="2395634"/>
                    <a:pt x="2395634" y="3086591"/>
                    <a:pt x="1543296" y="3086591"/>
                  </a:cubicBezTo>
                  <a:cubicBezTo>
                    <a:pt x="690957" y="3086591"/>
                    <a:pt x="0" y="2395634"/>
                    <a:pt x="0" y="1543295"/>
                  </a:cubicBezTo>
                  <a:cubicBezTo>
                    <a:pt x="0" y="690957"/>
                    <a:pt x="690957" y="0"/>
                    <a:pt x="1543296" y="0"/>
                  </a:cubicBezTo>
                  <a:cubicBezTo>
                    <a:pt x="2395634" y="0"/>
                    <a:pt x="3086591" y="690957"/>
                    <a:pt x="3086591" y="1543295"/>
                  </a:cubicBezTo>
                  <a:close/>
                </a:path>
              </a:pathLst>
            </a:custGeom>
            <a:gradFill>
              <a:gsLst>
                <a:gs pos="0">
                  <a:srgbClr val="3AAAFF">
                    <a:alpha val="14000"/>
                  </a:srgbClr>
                </a:gs>
                <a:gs pos="100000">
                  <a:srgbClr val="044FA3">
                    <a:alpha val="14000"/>
                  </a:srgbClr>
                </a:gs>
              </a:gsLst>
              <a:lin ang="5400000" scaled="1"/>
            </a:gradFill>
            <a:ln w="12700" cap="flat">
              <a:noFill/>
              <a:prstDash val="solid"/>
              <a:miter/>
            </a:ln>
          </p:spPr>
          <p:txBody>
            <a:bodyPr rtlCol="0" anchor="ctr"/>
            <a:lstStyle/>
            <a:p>
              <a:endParaRPr lang="en-US"/>
            </a:p>
          </p:txBody>
        </p:sp>
        <p:grpSp>
          <p:nvGrpSpPr>
            <p:cNvPr id="3114" name="Group 3113">
              <a:extLst>
                <a:ext uri="{FF2B5EF4-FFF2-40B4-BE49-F238E27FC236}">
                  <a16:creationId xmlns:a16="http://schemas.microsoft.com/office/drawing/2014/main" id="{4FEFD43D-1EFA-9CB8-3876-44EF45A5E567}"/>
                </a:ext>
              </a:extLst>
            </p:cNvPr>
            <p:cNvGrpSpPr/>
            <p:nvPr/>
          </p:nvGrpSpPr>
          <p:grpSpPr>
            <a:xfrm>
              <a:off x="7305992" y="2540867"/>
              <a:ext cx="1649336" cy="1649337"/>
              <a:chOff x="773264" y="979665"/>
              <a:chExt cx="1649336" cy="1649337"/>
            </a:xfrm>
            <a:solidFill>
              <a:schemeClr val="bg1"/>
            </a:solidFill>
          </p:grpSpPr>
          <p:sp>
            <p:nvSpPr>
              <p:cNvPr id="3115" name="Freeform: Shape 3114">
                <a:extLst>
                  <a:ext uri="{FF2B5EF4-FFF2-40B4-BE49-F238E27FC236}">
                    <a16:creationId xmlns:a16="http://schemas.microsoft.com/office/drawing/2014/main" id="{2C8B1267-D5A2-C2B3-5775-71117268B924}"/>
                  </a:ext>
                </a:extLst>
              </p:cNvPr>
              <p:cNvSpPr/>
              <p:nvPr/>
            </p:nvSpPr>
            <p:spPr>
              <a:xfrm>
                <a:off x="1539176" y="979665"/>
                <a:ext cx="117506" cy="117506"/>
              </a:xfrm>
              <a:custGeom>
                <a:avLst/>
                <a:gdLst>
                  <a:gd name="connsiteX0" fmla="*/ 155151 w 155151"/>
                  <a:gd name="connsiteY0" fmla="*/ 77576 h 155151"/>
                  <a:gd name="connsiteX1" fmla="*/ 77575 w 155151"/>
                  <a:gd name="connsiteY1" fmla="*/ 155151 h 155151"/>
                  <a:gd name="connsiteX2" fmla="*/ 0 w 155151"/>
                  <a:gd name="connsiteY2" fmla="*/ 77576 h 155151"/>
                  <a:gd name="connsiteX3" fmla="*/ 77575 w 155151"/>
                  <a:gd name="connsiteY3" fmla="*/ 0 h 155151"/>
                  <a:gd name="connsiteX4" fmla="*/ 155151 w 155151"/>
                  <a:gd name="connsiteY4" fmla="*/ 77576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6"/>
                    </a:moveTo>
                    <a:cubicBezTo>
                      <a:pt x="155151" y="120419"/>
                      <a:pt x="120419" y="155151"/>
                      <a:pt x="77575" y="155151"/>
                    </a:cubicBezTo>
                    <a:cubicBezTo>
                      <a:pt x="34732" y="155151"/>
                      <a:pt x="0" y="120419"/>
                      <a:pt x="0" y="77576"/>
                    </a:cubicBezTo>
                    <a:cubicBezTo>
                      <a:pt x="0" y="34732"/>
                      <a:pt x="34732" y="0"/>
                      <a:pt x="77575" y="0"/>
                    </a:cubicBezTo>
                    <a:cubicBezTo>
                      <a:pt x="120419" y="0"/>
                      <a:pt x="155151" y="34732"/>
                      <a:pt x="155151" y="77576"/>
                    </a:cubicBezTo>
                    <a:close/>
                  </a:path>
                </a:pathLst>
              </a:custGeom>
              <a:grpFill/>
              <a:ln w="1257" cap="flat">
                <a:noFill/>
                <a:prstDash val="solid"/>
                <a:miter/>
              </a:ln>
            </p:spPr>
            <p:txBody>
              <a:bodyPr rtlCol="0" anchor="ctr"/>
              <a:lstStyle/>
              <a:p>
                <a:endParaRPr lang="en-US"/>
              </a:p>
            </p:txBody>
          </p:sp>
          <p:sp>
            <p:nvSpPr>
              <p:cNvPr id="3116" name="Freeform: Shape 3115">
                <a:extLst>
                  <a:ext uri="{FF2B5EF4-FFF2-40B4-BE49-F238E27FC236}">
                    <a16:creationId xmlns:a16="http://schemas.microsoft.com/office/drawing/2014/main" id="{F73B65B6-C3F5-AB21-D6F7-BB11138BA72C}"/>
                  </a:ext>
                </a:extLst>
              </p:cNvPr>
              <p:cNvSpPr/>
              <p:nvPr/>
            </p:nvSpPr>
            <p:spPr>
              <a:xfrm>
                <a:off x="1297088" y="1018708"/>
                <a:ext cx="117506" cy="117506"/>
              </a:xfrm>
              <a:custGeom>
                <a:avLst/>
                <a:gdLst>
                  <a:gd name="connsiteX0" fmla="*/ 155151 w 155151"/>
                  <a:gd name="connsiteY0" fmla="*/ 77576 h 155151"/>
                  <a:gd name="connsiteX1" fmla="*/ 77576 w 155151"/>
                  <a:gd name="connsiteY1" fmla="*/ 155151 h 155151"/>
                  <a:gd name="connsiteX2" fmla="*/ 0 w 155151"/>
                  <a:gd name="connsiteY2" fmla="*/ 77576 h 155151"/>
                  <a:gd name="connsiteX3" fmla="*/ 77576 w 155151"/>
                  <a:gd name="connsiteY3" fmla="*/ 0 h 155151"/>
                  <a:gd name="connsiteX4" fmla="*/ 155151 w 155151"/>
                  <a:gd name="connsiteY4" fmla="*/ 77576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6"/>
                    </a:moveTo>
                    <a:cubicBezTo>
                      <a:pt x="155151" y="120419"/>
                      <a:pt x="120419" y="155151"/>
                      <a:pt x="77576" y="155151"/>
                    </a:cubicBezTo>
                    <a:cubicBezTo>
                      <a:pt x="34732" y="155151"/>
                      <a:pt x="0" y="120419"/>
                      <a:pt x="0" y="77576"/>
                    </a:cubicBezTo>
                    <a:cubicBezTo>
                      <a:pt x="0" y="34732"/>
                      <a:pt x="34732" y="0"/>
                      <a:pt x="77576" y="0"/>
                    </a:cubicBezTo>
                    <a:cubicBezTo>
                      <a:pt x="120419" y="0"/>
                      <a:pt x="155151" y="34732"/>
                      <a:pt x="155151" y="77576"/>
                    </a:cubicBezTo>
                    <a:close/>
                  </a:path>
                </a:pathLst>
              </a:custGeom>
              <a:grpFill/>
              <a:ln w="1257" cap="flat">
                <a:noFill/>
                <a:prstDash val="solid"/>
                <a:miter/>
              </a:ln>
            </p:spPr>
            <p:txBody>
              <a:bodyPr rtlCol="0" anchor="ctr"/>
              <a:lstStyle/>
              <a:p>
                <a:endParaRPr lang="en-US"/>
              </a:p>
            </p:txBody>
          </p:sp>
          <p:sp>
            <p:nvSpPr>
              <p:cNvPr id="3117" name="Freeform: Shape 3116">
                <a:extLst>
                  <a:ext uri="{FF2B5EF4-FFF2-40B4-BE49-F238E27FC236}">
                    <a16:creationId xmlns:a16="http://schemas.microsoft.com/office/drawing/2014/main" id="{80F553C6-BA38-676F-08D2-A443393BF59F}"/>
                  </a:ext>
                </a:extLst>
              </p:cNvPr>
              <p:cNvSpPr/>
              <p:nvPr/>
            </p:nvSpPr>
            <p:spPr>
              <a:xfrm>
                <a:off x="1086838" y="1127439"/>
                <a:ext cx="117506" cy="117506"/>
              </a:xfrm>
              <a:custGeom>
                <a:avLst/>
                <a:gdLst>
                  <a:gd name="connsiteX0" fmla="*/ 155151 w 155151"/>
                  <a:gd name="connsiteY0" fmla="*/ 77575 h 155151"/>
                  <a:gd name="connsiteX1" fmla="*/ 77576 w 155151"/>
                  <a:gd name="connsiteY1" fmla="*/ 155151 h 155151"/>
                  <a:gd name="connsiteX2" fmla="*/ 0 w 155151"/>
                  <a:gd name="connsiteY2" fmla="*/ 77575 h 155151"/>
                  <a:gd name="connsiteX3" fmla="*/ 77576 w 155151"/>
                  <a:gd name="connsiteY3" fmla="*/ 0 h 155151"/>
                  <a:gd name="connsiteX4" fmla="*/ 155151 w 155151"/>
                  <a:gd name="connsiteY4" fmla="*/ 77575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5"/>
                    </a:moveTo>
                    <a:cubicBezTo>
                      <a:pt x="155151" y="120419"/>
                      <a:pt x="120419" y="155151"/>
                      <a:pt x="77576" y="155151"/>
                    </a:cubicBezTo>
                    <a:cubicBezTo>
                      <a:pt x="34732" y="155151"/>
                      <a:pt x="0" y="120419"/>
                      <a:pt x="0" y="77575"/>
                    </a:cubicBezTo>
                    <a:cubicBezTo>
                      <a:pt x="0" y="34732"/>
                      <a:pt x="34732" y="0"/>
                      <a:pt x="77576" y="0"/>
                    </a:cubicBezTo>
                    <a:cubicBezTo>
                      <a:pt x="120419" y="0"/>
                      <a:pt x="155151" y="34732"/>
                      <a:pt x="155151" y="77575"/>
                    </a:cubicBezTo>
                    <a:close/>
                  </a:path>
                </a:pathLst>
              </a:custGeom>
              <a:grpFill/>
              <a:ln w="1257" cap="flat">
                <a:noFill/>
                <a:prstDash val="solid"/>
                <a:miter/>
              </a:ln>
            </p:spPr>
            <p:txBody>
              <a:bodyPr rtlCol="0" anchor="ctr"/>
              <a:lstStyle/>
              <a:p>
                <a:endParaRPr lang="en-US"/>
              </a:p>
            </p:txBody>
          </p:sp>
          <p:sp>
            <p:nvSpPr>
              <p:cNvPr id="3118" name="Freeform: Shape 3117">
                <a:extLst>
                  <a:ext uri="{FF2B5EF4-FFF2-40B4-BE49-F238E27FC236}">
                    <a16:creationId xmlns:a16="http://schemas.microsoft.com/office/drawing/2014/main" id="{81386B3D-1EDB-FC91-94E3-BC1AB9696C57}"/>
                  </a:ext>
                </a:extLst>
              </p:cNvPr>
              <p:cNvSpPr/>
              <p:nvPr/>
            </p:nvSpPr>
            <p:spPr>
              <a:xfrm>
                <a:off x="921038" y="1293239"/>
                <a:ext cx="117506" cy="117506"/>
              </a:xfrm>
              <a:custGeom>
                <a:avLst/>
                <a:gdLst>
                  <a:gd name="connsiteX0" fmla="*/ 155151 w 155151"/>
                  <a:gd name="connsiteY0" fmla="*/ 77575 h 155151"/>
                  <a:gd name="connsiteX1" fmla="*/ 77576 w 155151"/>
                  <a:gd name="connsiteY1" fmla="*/ 155151 h 155151"/>
                  <a:gd name="connsiteX2" fmla="*/ 0 w 155151"/>
                  <a:gd name="connsiteY2" fmla="*/ 77575 h 155151"/>
                  <a:gd name="connsiteX3" fmla="*/ 77576 w 155151"/>
                  <a:gd name="connsiteY3" fmla="*/ 0 h 155151"/>
                  <a:gd name="connsiteX4" fmla="*/ 155151 w 155151"/>
                  <a:gd name="connsiteY4" fmla="*/ 77575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5"/>
                    </a:moveTo>
                    <a:cubicBezTo>
                      <a:pt x="155151" y="120419"/>
                      <a:pt x="120419" y="155151"/>
                      <a:pt x="77576" y="155151"/>
                    </a:cubicBezTo>
                    <a:cubicBezTo>
                      <a:pt x="34732" y="155151"/>
                      <a:pt x="0" y="120419"/>
                      <a:pt x="0" y="77575"/>
                    </a:cubicBezTo>
                    <a:cubicBezTo>
                      <a:pt x="0" y="34732"/>
                      <a:pt x="34732" y="0"/>
                      <a:pt x="77576" y="0"/>
                    </a:cubicBezTo>
                    <a:cubicBezTo>
                      <a:pt x="120419" y="0"/>
                      <a:pt x="155151" y="34732"/>
                      <a:pt x="155151" y="77575"/>
                    </a:cubicBezTo>
                    <a:close/>
                  </a:path>
                </a:pathLst>
              </a:custGeom>
              <a:grpFill/>
              <a:ln w="1257" cap="flat">
                <a:noFill/>
                <a:prstDash val="solid"/>
                <a:miter/>
              </a:ln>
            </p:spPr>
            <p:txBody>
              <a:bodyPr rtlCol="0" anchor="ctr"/>
              <a:lstStyle/>
              <a:p>
                <a:endParaRPr lang="en-US"/>
              </a:p>
            </p:txBody>
          </p:sp>
          <p:sp>
            <p:nvSpPr>
              <p:cNvPr id="3119" name="Freeform: Shape 3118">
                <a:extLst>
                  <a:ext uri="{FF2B5EF4-FFF2-40B4-BE49-F238E27FC236}">
                    <a16:creationId xmlns:a16="http://schemas.microsoft.com/office/drawing/2014/main" id="{8F1E1E3A-6629-44D9-44BE-51D247E96883}"/>
                  </a:ext>
                </a:extLst>
              </p:cNvPr>
              <p:cNvSpPr/>
              <p:nvPr/>
            </p:nvSpPr>
            <p:spPr>
              <a:xfrm>
                <a:off x="812307" y="1503490"/>
                <a:ext cx="117506" cy="117506"/>
              </a:xfrm>
              <a:custGeom>
                <a:avLst/>
                <a:gdLst>
                  <a:gd name="connsiteX0" fmla="*/ 155151 w 155151"/>
                  <a:gd name="connsiteY0" fmla="*/ 77575 h 155151"/>
                  <a:gd name="connsiteX1" fmla="*/ 77576 w 155151"/>
                  <a:gd name="connsiteY1" fmla="*/ 155151 h 155151"/>
                  <a:gd name="connsiteX2" fmla="*/ 0 w 155151"/>
                  <a:gd name="connsiteY2" fmla="*/ 77575 h 155151"/>
                  <a:gd name="connsiteX3" fmla="*/ 77576 w 155151"/>
                  <a:gd name="connsiteY3" fmla="*/ 0 h 155151"/>
                  <a:gd name="connsiteX4" fmla="*/ 155151 w 155151"/>
                  <a:gd name="connsiteY4" fmla="*/ 77575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5"/>
                    </a:moveTo>
                    <a:cubicBezTo>
                      <a:pt x="155151" y="120419"/>
                      <a:pt x="120419" y="155151"/>
                      <a:pt x="77576" y="155151"/>
                    </a:cubicBezTo>
                    <a:cubicBezTo>
                      <a:pt x="34732" y="155151"/>
                      <a:pt x="0" y="120419"/>
                      <a:pt x="0" y="77575"/>
                    </a:cubicBezTo>
                    <a:cubicBezTo>
                      <a:pt x="0" y="34732"/>
                      <a:pt x="34732" y="0"/>
                      <a:pt x="77576" y="0"/>
                    </a:cubicBezTo>
                    <a:cubicBezTo>
                      <a:pt x="120419" y="0"/>
                      <a:pt x="155151" y="34732"/>
                      <a:pt x="155151" y="77575"/>
                    </a:cubicBezTo>
                    <a:close/>
                  </a:path>
                </a:pathLst>
              </a:custGeom>
              <a:grpFill/>
              <a:ln w="1257" cap="flat">
                <a:noFill/>
                <a:prstDash val="solid"/>
                <a:miter/>
              </a:ln>
            </p:spPr>
            <p:txBody>
              <a:bodyPr rtlCol="0" anchor="ctr"/>
              <a:lstStyle/>
              <a:p>
                <a:endParaRPr lang="en-US"/>
              </a:p>
            </p:txBody>
          </p:sp>
          <p:sp>
            <p:nvSpPr>
              <p:cNvPr id="3120" name="Freeform: Shape 3119">
                <a:extLst>
                  <a:ext uri="{FF2B5EF4-FFF2-40B4-BE49-F238E27FC236}">
                    <a16:creationId xmlns:a16="http://schemas.microsoft.com/office/drawing/2014/main" id="{C0874D05-EAEA-A2F1-0D4D-29CC822D9F79}"/>
                  </a:ext>
                </a:extLst>
              </p:cNvPr>
              <p:cNvSpPr/>
              <p:nvPr/>
            </p:nvSpPr>
            <p:spPr>
              <a:xfrm>
                <a:off x="773264" y="1745584"/>
                <a:ext cx="117506" cy="117506"/>
              </a:xfrm>
              <a:custGeom>
                <a:avLst/>
                <a:gdLst>
                  <a:gd name="connsiteX0" fmla="*/ 155151 w 155151"/>
                  <a:gd name="connsiteY0" fmla="*/ 77576 h 155151"/>
                  <a:gd name="connsiteX1" fmla="*/ 77576 w 155151"/>
                  <a:gd name="connsiteY1" fmla="*/ 155151 h 155151"/>
                  <a:gd name="connsiteX2" fmla="*/ 0 w 155151"/>
                  <a:gd name="connsiteY2" fmla="*/ 77576 h 155151"/>
                  <a:gd name="connsiteX3" fmla="*/ 77576 w 155151"/>
                  <a:gd name="connsiteY3" fmla="*/ 0 h 155151"/>
                  <a:gd name="connsiteX4" fmla="*/ 155151 w 155151"/>
                  <a:gd name="connsiteY4" fmla="*/ 77576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6"/>
                    </a:moveTo>
                    <a:cubicBezTo>
                      <a:pt x="155151" y="120419"/>
                      <a:pt x="120419" y="155151"/>
                      <a:pt x="77576" y="155151"/>
                    </a:cubicBezTo>
                    <a:cubicBezTo>
                      <a:pt x="34732" y="155151"/>
                      <a:pt x="0" y="120420"/>
                      <a:pt x="0" y="77576"/>
                    </a:cubicBezTo>
                    <a:cubicBezTo>
                      <a:pt x="0" y="34732"/>
                      <a:pt x="34732" y="0"/>
                      <a:pt x="77576" y="0"/>
                    </a:cubicBezTo>
                    <a:cubicBezTo>
                      <a:pt x="120419" y="0"/>
                      <a:pt x="155151" y="34732"/>
                      <a:pt x="155151" y="77576"/>
                    </a:cubicBezTo>
                    <a:close/>
                  </a:path>
                </a:pathLst>
              </a:custGeom>
              <a:grpFill/>
              <a:ln w="1257" cap="flat">
                <a:noFill/>
                <a:prstDash val="solid"/>
                <a:miter/>
              </a:ln>
            </p:spPr>
            <p:txBody>
              <a:bodyPr rtlCol="0" anchor="ctr"/>
              <a:lstStyle/>
              <a:p>
                <a:endParaRPr lang="en-US"/>
              </a:p>
            </p:txBody>
          </p:sp>
          <p:sp>
            <p:nvSpPr>
              <p:cNvPr id="3121" name="Freeform: Shape 3120">
                <a:extLst>
                  <a:ext uri="{FF2B5EF4-FFF2-40B4-BE49-F238E27FC236}">
                    <a16:creationId xmlns:a16="http://schemas.microsoft.com/office/drawing/2014/main" id="{2F5E5BFA-4730-A623-7B84-29527B65359E}"/>
                  </a:ext>
                </a:extLst>
              </p:cNvPr>
              <p:cNvSpPr/>
              <p:nvPr/>
            </p:nvSpPr>
            <p:spPr>
              <a:xfrm>
                <a:off x="812307" y="1987672"/>
                <a:ext cx="117506" cy="117506"/>
              </a:xfrm>
              <a:custGeom>
                <a:avLst/>
                <a:gdLst>
                  <a:gd name="connsiteX0" fmla="*/ 155151 w 155151"/>
                  <a:gd name="connsiteY0" fmla="*/ 77575 h 155151"/>
                  <a:gd name="connsiteX1" fmla="*/ 77576 w 155151"/>
                  <a:gd name="connsiteY1" fmla="*/ 155151 h 155151"/>
                  <a:gd name="connsiteX2" fmla="*/ 0 w 155151"/>
                  <a:gd name="connsiteY2" fmla="*/ 77575 h 155151"/>
                  <a:gd name="connsiteX3" fmla="*/ 77576 w 155151"/>
                  <a:gd name="connsiteY3" fmla="*/ 0 h 155151"/>
                  <a:gd name="connsiteX4" fmla="*/ 155151 w 155151"/>
                  <a:gd name="connsiteY4" fmla="*/ 77575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5"/>
                    </a:moveTo>
                    <a:cubicBezTo>
                      <a:pt x="155151" y="120419"/>
                      <a:pt x="120419" y="155151"/>
                      <a:pt x="77576" y="155151"/>
                    </a:cubicBezTo>
                    <a:cubicBezTo>
                      <a:pt x="34732" y="155151"/>
                      <a:pt x="0" y="120420"/>
                      <a:pt x="0" y="77575"/>
                    </a:cubicBezTo>
                    <a:cubicBezTo>
                      <a:pt x="0" y="34732"/>
                      <a:pt x="34732" y="0"/>
                      <a:pt x="77576" y="0"/>
                    </a:cubicBezTo>
                    <a:cubicBezTo>
                      <a:pt x="120419" y="0"/>
                      <a:pt x="155151" y="34731"/>
                      <a:pt x="155151" y="77575"/>
                    </a:cubicBezTo>
                    <a:close/>
                  </a:path>
                </a:pathLst>
              </a:custGeom>
              <a:grpFill/>
              <a:ln w="1257" cap="flat">
                <a:noFill/>
                <a:prstDash val="solid"/>
                <a:miter/>
              </a:ln>
            </p:spPr>
            <p:txBody>
              <a:bodyPr rtlCol="0" anchor="ctr"/>
              <a:lstStyle/>
              <a:p>
                <a:endParaRPr lang="en-US"/>
              </a:p>
            </p:txBody>
          </p:sp>
          <p:sp>
            <p:nvSpPr>
              <p:cNvPr id="3122" name="Freeform: Shape 3121">
                <a:extLst>
                  <a:ext uri="{FF2B5EF4-FFF2-40B4-BE49-F238E27FC236}">
                    <a16:creationId xmlns:a16="http://schemas.microsoft.com/office/drawing/2014/main" id="{3BC98174-747E-C311-F5B4-704EFDE2B3EF}"/>
                  </a:ext>
                </a:extLst>
              </p:cNvPr>
              <p:cNvSpPr/>
              <p:nvPr/>
            </p:nvSpPr>
            <p:spPr>
              <a:xfrm>
                <a:off x="921038" y="2197922"/>
                <a:ext cx="117506" cy="117506"/>
              </a:xfrm>
              <a:custGeom>
                <a:avLst/>
                <a:gdLst>
                  <a:gd name="connsiteX0" fmla="*/ 155151 w 155151"/>
                  <a:gd name="connsiteY0" fmla="*/ 77575 h 155151"/>
                  <a:gd name="connsiteX1" fmla="*/ 77576 w 155151"/>
                  <a:gd name="connsiteY1" fmla="*/ 155151 h 155151"/>
                  <a:gd name="connsiteX2" fmla="*/ 0 w 155151"/>
                  <a:gd name="connsiteY2" fmla="*/ 77575 h 155151"/>
                  <a:gd name="connsiteX3" fmla="*/ 77576 w 155151"/>
                  <a:gd name="connsiteY3" fmla="*/ 0 h 155151"/>
                  <a:gd name="connsiteX4" fmla="*/ 155151 w 155151"/>
                  <a:gd name="connsiteY4" fmla="*/ 77575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5"/>
                    </a:moveTo>
                    <a:cubicBezTo>
                      <a:pt x="155151" y="120419"/>
                      <a:pt x="120419" y="155151"/>
                      <a:pt x="77576" y="155151"/>
                    </a:cubicBezTo>
                    <a:cubicBezTo>
                      <a:pt x="34732" y="155151"/>
                      <a:pt x="0" y="120420"/>
                      <a:pt x="0" y="77575"/>
                    </a:cubicBezTo>
                    <a:cubicBezTo>
                      <a:pt x="0" y="34732"/>
                      <a:pt x="34732" y="0"/>
                      <a:pt x="77576" y="0"/>
                    </a:cubicBezTo>
                    <a:cubicBezTo>
                      <a:pt x="120419" y="0"/>
                      <a:pt x="155151" y="34731"/>
                      <a:pt x="155151" y="77575"/>
                    </a:cubicBezTo>
                    <a:close/>
                  </a:path>
                </a:pathLst>
              </a:custGeom>
              <a:grpFill/>
              <a:ln w="1257" cap="flat">
                <a:noFill/>
                <a:prstDash val="solid"/>
                <a:miter/>
              </a:ln>
            </p:spPr>
            <p:txBody>
              <a:bodyPr rtlCol="0" anchor="ctr"/>
              <a:lstStyle/>
              <a:p>
                <a:endParaRPr lang="en-US"/>
              </a:p>
            </p:txBody>
          </p:sp>
          <p:sp>
            <p:nvSpPr>
              <p:cNvPr id="3123" name="Freeform: Shape 3122">
                <a:extLst>
                  <a:ext uri="{FF2B5EF4-FFF2-40B4-BE49-F238E27FC236}">
                    <a16:creationId xmlns:a16="http://schemas.microsoft.com/office/drawing/2014/main" id="{178CF8C9-4820-2737-3511-427E766AC515}"/>
                  </a:ext>
                </a:extLst>
              </p:cNvPr>
              <p:cNvSpPr/>
              <p:nvPr/>
            </p:nvSpPr>
            <p:spPr>
              <a:xfrm>
                <a:off x="1086838" y="2363722"/>
                <a:ext cx="117506" cy="117506"/>
              </a:xfrm>
              <a:custGeom>
                <a:avLst/>
                <a:gdLst>
                  <a:gd name="connsiteX0" fmla="*/ 155151 w 155151"/>
                  <a:gd name="connsiteY0" fmla="*/ 77575 h 155151"/>
                  <a:gd name="connsiteX1" fmla="*/ 77576 w 155151"/>
                  <a:gd name="connsiteY1" fmla="*/ 155151 h 155151"/>
                  <a:gd name="connsiteX2" fmla="*/ 0 w 155151"/>
                  <a:gd name="connsiteY2" fmla="*/ 77575 h 155151"/>
                  <a:gd name="connsiteX3" fmla="*/ 77576 w 155151"/>
                  <a:gd name="connsiteY3" fmla="*/ 0 h 155151"/>
                  <a:gd name="connsiteX4" fmla="*/ 155151 w 155151"/>
                  <a:gd name="connsiteY4" fmla="*/ 77575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5"/>
                    </a:moveTo>
                    <a:cubicBezTo>
                      <a:pt x="155151" y="120419"/>
                      <a:pt x="120419" y="155151"/>
                      <a:pt x="77576" y="155151"/>
                    </a:cubicBezTo>
                    <a:cubicBezTo>
                      <a:pt x="34732" y="155151"/>
                      <a:pt x="0" y="120420"/>
                      <a:pt x="0" y="77575"/>
                    </a:cubicBezTo>
                    <a:cubicBezTo>
                      <a:pt x="0" y="34732"/>
                      <a:pt x="34732" y="0"/>
                      <a:pt x="77576" y="0"/>
                    </a:cubicBezTo>
                    <a:cubicBezTo>
                      <a:pt x="120419" y="0"/>
                      <a:pt x="155151" y="34731"/>
                      <a:pt x="155151" y="77575"/>
                    </a:cubicBezTo>
                    <a:close/>
                  </a:path>
                </a:pathLst>
              </a:custGeom>
              <a:grpFill/>
              <a:ln w="1257" cap="flat">
                <a:noFill/>
                <a:prstDash val="solid"/>
                <a:miter/>
              </a:ln>
            </p:spPr>
            <p:txBody>
              <a:bodyPr rtlCol="0" anchor="ctr"/>
              <a:lstStyle/>
              <a:p>
                <a:endParaRPr lang="en-US"/>
              </a:p>
            </p:txBody>
          </p:sp>
          <p:sp>
            <p:nvSpPr>
              <p:cNvPr id="3124" name="Freeform: Shape 3123">
                <a:extLst>
                  <a:ext uri="{FF2B5EF4-FFF2-40B4-BE49-F238E27FC236}">
                    <a16:creationId xmlns:a16="http://schemas.microsoft.com/office/drawing/2014/main" id="{7E533E8B-65B9-F876-7AD8-6A28C2FDD9DB}"/>
                  </a:ext>
                </a:extLst>
              </p:cNvPr>
              <p:cNvSpPr/>
              <p:nvPr/>
            </p:nvSpPr>
            <p:spPr>
              <a:xfrm>
                <a:off x="1297088" y="2472453"/>
                <a:ext cx="117506" cy="117506"/>
              </a:xfrm>
              <a:custGeom>
                <a:avLst/>
                <a:gdLst>
                  <a:gd name="connsiteX0" fmla="*/ 155151 w 155151"/>
                  <a:gd name="connsiteY0" fmla="*/ 77576 h 155151"/>
                  <a:gd name="connsiteX1" fmla="*/ 77576 w 155151"/>
                  <a:gd name="connsiteY1" fmla="*/ 155151 h 155151"/>
                  <a:gd name="connsiteX2" fmla="*/ 0 w 155151"/>
                  <a:gd name="connsiteY2" fmla="*/ 77576 h 155151"/>
                  <a:gd name="connsiteX3" fmla="*/ 77576 w 155151"/>
                  <a:gd name="connsiteY3" fmla="*/ 0 h 155151"/>
                  <a:gd name="connsiteX4" fmla="*/ 155151 w 155151"/>
                  <a:gd name="connsiteY4" fmla="*/ 77576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6"/>
                    </a:moveTo>
                    <a:cubicBezTo>
                      <a:pt x="155151" y="120419"/>
                      <a:pt x="120419" y="155151"/>
                      <a:pt x="77576" y="155151"/>
                    </a:cubicBezTo>
                    <a:cubicBezTo>
                      <a:pt x="34732" y="155151"/>
                      <a:pt x="0" y="120420"/>
                      <a:pt x="0" y="77576"/>
                    </a:cubicBezTo>
                    <a:cubicBezTo>
                      <a:pt x="0" y="34732"/>
                      <a:pt x="34732" y="0"/>
                      <a:pt x="77576" y="0"/>
                    </a:cubicBezTo>
                    <a:cubicBezTo>
                      <a:pt x="120419" y="0"/>
                      <a:pt x="155151" y="34731"/>
                      <a:pt x="155151" y="77576"/>
                    </a:cubicBezTo>
                    <a:close/>
                  </a:path>
                </a:pathLst>
              </a:custGeom>
              <a:grpFill/>
              <a:ln w="1257" cap="flat">
                <a:noFill/>
                <a:prstDash val="solid"/>
                <a:miter/>
              </a:ln>
            </p:spPr>
            <p:txBody>
              <a:bodyPr rtlCol="0" anchor="ctr"/>
              <a:lstStyle/>
              <a:p>
                <a:endParaRPr lang="en-US"/>
              </a:p>
            </p:txBody>
          </p:sp>
          <p:sp>
            <p:nvSpPr>
              <p:cNvPr id="3125" name="Freeform: Shape 3124">
                <a:extLst>
                  <a:ext uri="{FF2B5EF4-FFF2-40B4-BE49-F238E27FC236}">
                    <a16:creationId xmlns:a16="http://schemas.microsoft.com/office/drawing/2014/main" id="{C19091EF-9612-8B23-D22A-983E2C649A7E}"/>
                  </a:ext>
                </a:extLst>
              </p:cNvPr>
              <p:cNvSpPr/>
              <p:nvPr/>
            </p:nvSpPr>
            <p:spPr>
              <a:xfrm>
                <a:off x="1539176" y="2511496"/>
                <a:ext cx="117506" cy="117506"/>
              </a:xfrm>
              <a:custGeom>
                <a:avLst/>
                <a:gdLst>
                  <a:gd name="connsiteX0" fmla="*/ 155151 w 155151"/>
                  <a:gd name="connsiteY0" fmla="*/ 77575 h 155151"/>
                  <a:gd name="connsiteX1" fmla="*/ 77575 w 155151"/>
                  <a:gd name="connsiteY1" fmla="*/ 155151 h 155151"/>
                  <a:gd name="connsiteX2" fmla="*/ 0 w 155151"/>
                  <a:gd name="connsiteY2" fmla="*/ 77575 h 155151"/>
                  <a:gd name="connsiteX3" fmla="*/ 77575 w 155151"/>
                  <a:gd name="connsiteY3" fmla="*/ 0 h 155151"/>
                  <a:gd name="connsiteX4" fmla="*/ 155151 w 155151"/>
                  <a:gd name="connsiteY4" fmla="*/ 77575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5"/>
                    </a:moveTo>
                    <a:cubicBezTo>
                      <a:pt x="155151" y="120419"/>
                      <a:pt x="120419" y="155151"/>
                      <a:pt x="77575" y="155151"/>
                    </a:cubicBezTo>
                    <a:cubicBezTo>
                      <a:pt x="34732" y="155151"/>
                      <a:pt x="0" y="120419"/>
                      <a:pt x="0" y="77575"/>
                    </a:cubicBezTo>
                    <a:cubicBezTo>
                      <a:pt x="0" y="34732"/>
                      <a:pt x="34732" y="0"/>
                      <a:pt x="77575" y="0"/>
                    </a:cubicBezTo>
                    <a:cubicBezTo>
                      <a:pt x="120419" y="0"/>
                      <a:pt x="155151" y="34731"/>
                      <a:pt x="155151" y="77575"/>
                    </a:cubicBezTo>
                    <a:close/>
                  </a:path>
                </a:pathLst>
              </a:custGeom>
              <a:grpFill/>
              <a:ln w="1257" cap="flat">
                <a:noFill/>
                <a:prstDash val="solid"/>
                <a:miter/>
              </a:ln>
            </p:spPr>
            <p:txBody>
              <a:bodyPr rtlCol="0" anchor="ctr"/>
              <a:lstStyle/>
              <a:p>
                <a:endParaRPr lang="en-US"/>
              </a:p>
            </p:txBody>
          </p:sp>
          <p:sp>
            <p:nvSpPr>
              <p:cNvPr id="3126" name="Freeform: Shape 3125">
                <a:extLst>
                  <a:ext uri="{FF2B5EF4-FFF2-40B4-BE49-F238E27FC236}">
                    <a16:creationId xmlns:a16="http://schemas.microsoft.com/office/drawing/2014/main" id="{CF355C34-16DD-F664-6EA1-926BFA05CAB5}"/>
                  </a:ext>
                </a:extLst>
              </p:cNvPr>
              <p:cNvSpPr/>
              <p:nvPr/>
            </p:nvSpPr>
            <p:spPr>
              <a:xfrm>
                <a:off x="1781270" y="2472453"/>
                <a:ext cx="117506" cy="117506"/>
              </a:xfrm>
              <a:custGeom>
                <a:avLst/>
                <a:gdLst>
                  <a:gd name="connsiteX0" fmla="*/ 155151 w 155151"/>
                  <a:gd name="connsiteY0" fmla="*/ 77576 h 155151"/>
                  <a:gd name="connsiteX1" fmla="*/ 77575 w 155151"/>
                  <a:gd name="connsiteY1" fmla="*/ 155151 h 155151"/>
                  <a:gd name="connsiteX2" fmla="*/ 0 w 155151"/>
                  <a:gd name="connsiteY2" fmla="*/ 77576 h 155151"/>
                  <a:gd name="connsiteX3" fmla="*/ 77575 w 155151"/>
                  <a:gd name="connsiteY3" fmla="*/ 0 h 155151"/>
                  <a:gd name="connsiteX4" fmla="*/ 155151 w 155151"/>
                  <a:gd name="connsiteY4" fmla="*/ 77576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6"/>
                    </a:moveTo>
                    <a:cubicBezTo>
                      <a:pt x="155151" y="120419"/>
                      <a:pt x="120419" y="155151"/>
                      <a:pt x="77575" y="155151"/>
                    </a:cubicBezTo>
                    <a:cubicBezTo>
                      <a:pt x="34732" y="155151"/>
                      <a:pt x="0" y="120420"/>
                      <a:pt x="0" y="77576"/>
                    </a:cubicBezTo>
                    <a:cubicBezTo>
                      <a:pt x="0" y="34732"/>
                      <a:pt x="34732" y="0"/>
                      <a:pt x="77575" y="0"/>
                    </a:cubicBezTo>
                    <a:cubicBezTo>
                      <a:pt x="120419" y="0"/>
                      <a:pt x="155151" y="34731"/>
                      <a:pt x="155151" y="77576"/>
                    </a:cubicBezTo>
                    <a:close/>
                  </a:path>
                </a:pathLst>
              </a:custGeom>
              <a:grpFill/>
              <a:ln w="1257" cap="flat">
                <a:noFill/>
                <a:prstDash val="solid"/>
                <a:miter/>
              </a:ln>
            </p:spPr>
            <p:txBody>
              <a:bodyPr rtlCol="0" anchor="ctr"/>
              <a:lstStyle/>
              <a:p>
                <a:endParaRPr lang="en-US"/>
              </a:p>
            </p:txBody>
          </p:sp>
          <p:sp>
            <p:nvSpPr>
              <p:cNvPr id="3127" name="Freeform: Shape 3126">
                <a:extLst>
                  <a:ext uri="{FF2B5EF4-FFF2-40B4-BE49-F238E27FC236}">
                    <a16:creationId xmlns:a16="http://schemas.microsoft.com/office/drawing/2014/main" id="{0BCE5EE2-B7F2-3124-D57F-B2602BABF955}"/>
                  </a:ext>
                </a:extLst>
              </p:cNvPr>
              <p:cNvSpPr/>
              <p:nvPr/>
            </p:nvSpPr>
            <p:spPr>
              <a:xfrm>
                <a:off x="1991521" y="2363722"/>
                <a:ext cx="117506" cy="117506"/>
              </a:xfrm>
              <a:custGeom>
                <a:avLst/>
                <a:gdLst>
                  <a:gd name="connsiteX0" fmla="*/ 155151 w 155151"/>
                  <a:gd name="connsiteY0" fmla="*/ 77575 h 155151"/>
                  <a:gd name="connsiteX1" fmla="*/ 77575 w 155151"/>
                  <a:gd name="connsiteY1" fmla="*/ 155151 h 155151"/>
                  <a:gd name="connsiteX2" fmla="*/ 0 w 155151"/>
                  <a:gd name="connsiteY2" fmla="*/ 77575 h 155151"/>
                  <a:gd name="connsiteX3" fmla="*/ 77575 w 155151"/>
                  <a:gd name="connsiteY3" fmla="*/ 0 h 155151"/>
                  <a:gd name="connsiteX4" fmla="*/ 155151 w 155151"/>
                  <a:gd name="connsiteY4" fmla="*/ 77575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5"/>
                    </a:moveTo>
                    <a:cubicBezTo>
                      <a:pt x="155151" y="120419"/>
                      <a:pt x="120419" y="155151"/>
                      <a:pt x="77575" y="155151"/>
                    </a:cubicBezTo>
                    <a:cubicBezTo>
                      <a:pt x="34732" y="155151"/>
                      <a:pt x="0" y="120420"/>
                      <a:pt x="0" y="77575"/>
                    </a:cubicBezTo>
                    <a:cubicBezTo>
                      <a:pt x="0" y="34732"/>
                      <a:pt x="34732" y="0"/>
                      <a:pt x="77575" y="0"/>
                    </a:cubicBezTo>
                    <a:cubicBezTo>
                      <a:pt x="120419" y="0"/>
                      <a:pt x="155151" y="34731"/>
                      <a:pt x="155151" y="77575"/>
                    </a:cubicBezTo>
                    <a:close/>
                  </a:path>
                </a:pathLst>
              </a:custGeom>
              <a:grpFill/>
              <a:ln w="1257" cap="flat">
                <a:noFill/>
                <a:prstDash val="solid"/>
                <a:miter/>
              </a:ln>
            </p:spPr>
            <p:txBody>
              <a:bodyPr rtlCol="0" anchor="ctr"/>
              <a:lstStyle/>
              <a:p>
                <a:endParaRPr lang="en-US"/>
              </a:p>
            </p:txBody>
          </p:sp>
          <p:sp>
            <p:nvSpPr>
              <p:cNvPr id="3128" name="Freeform: Shape 3127">
                <a:extLst>
                  <a:ext uri="{FF2B5EF4-FFF2-40B4-BE49-F238E27FC236}">
                    <a16:creationId xmlns:a16="http://schemas.microsoft.com/office/drawing/2014/main" id="{D62FDC6A-AB98-5989-521D-03A691073BD3}"/>
                  </a:ext>
                </a:extLst>
              </p:cNvPr>
              <p:cNvSpPr/>
              <p:nvPr/>
            </p:nvSpPr>
            <p:spPr>
              <a:xfrm>
                <a:off x="2157320" y="2197922"/>
                <a:ext cx="117506" cy="117506"/>
              </a:xfrm>
              <a:custGeom>
                <a:avLst/>
                <a:gdLst>
                  <a:gd name="connsiteX0" fmla="*/ 155151 w 155151"/>
                  <a:gd name="connsiteY0" fmla="*/ 77575 h 155151"/>
                  <a:gd name="connsiteX1" fmla="*/ 77576 w 155151"/>
                  <a:gd name="connsiteY1" fmla="*/ 155151 h 155151"/>
                  <a:gd name="connsiteX2" fmla="*/ 0 w 155151"/>
                  <a:gd name="connsiteY2" fmla="*/ 77575 h 155151"/>
                  <a:gd name="connsiteX3" fmla="*/ 77576 w 155151"/>
                  <a:gd name="connsiteY3" fmla="*/ 0 h 155151"/>
                  <a:gd name="connsiteX4" fmla="*/ 155151 w 155151"/>
                  <a:gd name="connsiteY4" fmla="*/ 77575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5"/>
                    </a:moveTo>
                    <a:cubicBezTo>
                      <a:pt x="155151" y="120419"/>
                      <a:pt x="120419" y="155151"/>
                      <a:pt x="77576" y="155151"/>
                    </a:cubicBezTo>
                    <a:cubicBezTo>
                      <a:pt x="34732" y="155151"/>
                      <a:pt x="0" y="120420"/>
                      <a:pt x="0" y="77575"/>
                    </a:cubicBezTo>
                    <a:cubicBezTo>
                      <a:pt x="0" y="34732"/>
                      <a:pt x="34732" y="0"/>
                      <a:pt x="77576" y="0"/>
                    </a:cubicBezTo>
                    <a:cubicBezTo>
                      <a:pt x="120420" y="0"/>
                      <a:pt x="155151" y="34731"/>
                      <a:pt x="155151" y="77575"/>
                    </a:cubicBezTo>
                    <a:close/>
                  </a:path>
                </a:pathLst>
              </a:custGeom>
              <a:grpFill/>
              <a:ln w="1257" cap="flat">
                <a:noFill/>
                <a:prstDash val="solid"/>
                <a:miter/>
              </a:ln>
            </p:spPr>
            <p:txBody>
              <a:bodyPr rtlCol="0" anchor="ctr"/>
              <a:lstStyle/>
              <a:p>
                <a:endParaRPr lang="en-US"/>
              </a:p>
            </p:txBody>
          </p:sp>
          <p:sp>
            <p:nvSpPr>
              <p:cNvPr id="3129" name="Freeform: Shape 3128">
                <a:extLst>
                  <a:ext uri="{FF2B5EF4-FFF2-40B4-BE49-F238E27FC236}">
                    <a16:creationId xmlns:a16="http://schemas.microsoft.com/office/drawing/2014/main" id="{23265252-8678-9B8E-5DDE-65502D7DC616}"/>
                  </a:ext>
                </a:extLst>
              </p:cNvPr>
              <p:cNvSpPr/>
              <p:nvPr/>
            </p:nvSpPr>
            <p:spPr>
              <a:xfrm>
                <a:off x="2266045" y="1987672"/>
                <a:ext cx="117506" cy="117506"/>
              </a:xfrm>
              <a:custGeom>
                <a:avLst/>
                <a:gdLst>
                  <a:gd name="connsiteX0" fmla="*/ 155151 w 155151"/>
                  <a:gd name="connsiteY0" fmla="*/ 77575 h 155151"/>
                  <a:gd name="connsiteX1" fmla="*/ 77576 w 155151"/>
                  <a:gd name="connsiteY1" fmla="*/ 155151 h 155151"/>
                  <a:gd name="connsiteX2" fmla="*/ 0 w 155151"/>
                  <a:gd name="connsiteY2" fmla="*/ 77575 h 155151"/>
                  <a:gd name="connsiteX3" fmla="*/ 77576 w 155151"/>
                  <a:gd name="connsiteY3" fmla="*/ 0 h 155151"/>
                  <a:gd name="connsiteX4" fmla="*/ 155151 w 155151"/>
                  <a:gd name="connsiteY4" fmla="*/ 77575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5"/>
                    </a:moveTo>
                    <a:cubicBezTo>
                      <a:pt x="155151" y="120419"/>
                      <a:pt x="120419" y="155151"/>
                      <a:pt x="77576" y="155151"/>
                    </a:cubicBezTo>
                    <a:cubicBezTo>
                      <a:pt x="34732" y="155151"/>
                      <a:pt x="0" y="120420"/>
                      <a:pt x="0" y="77575"/>
                    </a:cubicBezTo>
                    <a:cubicBezTo>
                      <a:pt x="0" y="34732"/>
                      <a:pt x="34732" y="0"/>
                      <a:pt x="77576" y="0"/>
                    </a:cubicBezTo>
                    <a:cubicBezTo>
                      <a:pt x="120420" y="0"/>
                      <a:pt x="155151" y="34731"/>
                      <a:pt x="155151" y="77575"/>
                    </a:cubicBezTo>
                    <a:close/>
                  </a:path>
                </a:pathLst>
              </a:custGeom>
              <a:grpFill/>
              <a:ln w="1257" cap="flat">
                <a:noFill/>
                <a:prstDash val="solid"/>
                <a:miter/>
              </a:ln>
            </p:spPr>
            <p:txBody>
              <a:bodyPr rtlCol="0" anchor="ctr"/>
              <a:lstStyle/>
              <a:p>
                <a:endParaRPr lang="en-US"/>
              </a:p>
            </p:txBody>
          </p:sp>
          <p:sp>
            <p:nvSpPr>
              <p:cNvPr id="3130" name="Freeform: Shape 3129">
                <a:extLst>
                  <a:ext uri="{FF2B5EF4-FFF2-40B4-BE49-F238E27FC236}">
                    <a16:creationId xmlns:a16="http://schemas.microsoft.com/office/drawing/2014/main" id="{2E661280-FB0B-2D4C-87BA-E57D2F0B2AC7}"/>
                  </a:ext>
                </a:extLst>
              </p:cNvPr>
              <p:cNvSpPr/>
              <p:nvPr/>
            </p:nvSpPr>
            <p:spPr>
              <a:xfrm>
                <a:off x="2305094" y="1745584"/>
                <a:ext cx="117506" cy="117506"/>
              </a:xfrm>
              <a:custGeom>
                <a:avLst/>
                <a:gdLst>
                  <a:gd name="connsiteX0" fmla="*/ 155151 w 155151"/>
                  <a:gd name="connsiteY0" fmla="*/ 77576 h 155151"/>
                  <a:gd name="connsiteX1" fmla="*/ 77576 w 155151"/>
                  <a:gd name="connsiteY1" fmla="*/ 155151 h 155151"/>
                  <a:gd name="connsiteX2" fmla="*/ 0 w 155151"/>
                  <a:gd name="connsiteY2" fmla="*/ 77576 h 155151"/>
                  <a:gd name="connsiteX3" fmla="*/ 77576 w 155151"/>
                  <a:gd name="connsiteY3" fmla="*/ 0 h 155151"/>
                  <a:gd name="connsiteX4" fmla="*/ 155151 w 155151"/>
                  <a:gd name="connsiteY4" fmla="*/ 77576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6"/>
                    </a:moveTo>
                    <a:cubicBezTo>
                      <a:pt x="155151" y="120419"/>
                      <a:pt x="120419" y="155151"/>
                      <a:pt x="77576" y="155151"/>
                    </a:cubicBezTo>
                    <a:cubicBezTo>
                      <a:pt x="34732" y="155151"/>
                      <a:pt x="0" y="120420"/>
                      <a:pt x="0" y="77576"/>
                    </a:cubicBezTo>
                    <a:cubicBezTo>
                      <a:pt x="0" y="34732"/>
                      <a:pt x="34732" y="0"/>
                      <a:pt x="77576" y="0"/>
                    </a:cubicBezTo>
                    <a:cubicBezTo>
                      <a:pt x="120419" y="0"/>
                      <a:pt x="155151" y="34732"/>
                      <a:pt x="155151" y="77576"/>
                    </a:cubicBezTo>
                    <a:close/>
                  </a:path>
                </a:pathLst>
              </a:custGeom>
              <a:grpFill/>
              <a:ln w="1257" cap="flat">
                <a:noFill/>
                <a:prstDash val="solid"/>
                <a:miter/>
              </a:ln>
            </p:spPr>
            <p:txBody>
              <a:bodyPr rtlCol="0" anchor="ctr"/>
              <a:lstStyle/>
              <a:p>
                <a:endParaRPr lang="en-US"/>
              </a:p>
            </p:txBody>
          </p:sp>
          <p:sp>
            <p:nvSpPr>
              <p:cNvPr id="3131" name="Freeform: Shape 3130">
                <a:extLst>
                  <a:ext uri="{FF2B5EF4-FFF2-40B4-BE49-F238E27FC236}">
                    <a16:creationId xmlns:a16="http://schemas.microsoft.com/office/drawing/2014/main" id="{03A4324E-62EC-8B72-248F-FBADCB420C79}"/>
                  </a:ext>
                </a:extLst>
              </p:cNvPr>
              <p:cNvSpPr/>
              <p:nvPr/>
            </p:nvSpPr>
            <p:spPr>
              <a:xfrm>
                <a:off x="2266045" y="1503490"/>
                <a:ext cx="117506" cy="117506"/>
              </a:xfrm>
              <a:custGeom>
                <a:avLst/>
                <a:gdLst>
                  <a:gd name="connsiteX0" fmla="*/ 155151 w 155151"/>
                  <a:gd name="connsiteY0" fmla="*/ 77575 h 155151"/>
                  <a:gd name="connsiteX1" fmla="*/ 77576 w 155151"/>
                  <a:gd name="connsiteY1" fmla="*/ 155151 h 155151"/>
                  <a:gd name="connsiteX2" fmla="*/ 0 w 155151"/>
                  <a:gd name="connsiteY2" fmla="*/ 77575 h 155151"/>
                  <a:gd name="connsiteX3" fmla="*/ 77576 w 155151"/>
                  <a:gd name="connsiteY3" fmla="*/ 0 h 155151"/>
                  <a:gd name="connsiteX4" fmla="*/ 155151 w 155151"/>
                  <a:gd name="connsiteY4" fmla="*/ 77575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5"/>
                    </a:moveTo>
                    <a:cubicBezTo>
                      <a:pt x="155151" y="120419"/>
                      <a:pt x="120419" y="155151"/>
                      <a:pt x="77576" y="155151"/>
                    </a:cubicBezTo>
                    <a:cubicBezTo>
                      <a:pt x="34732" y="155151"/>
                      <a:pt x="0" y="120419"/>
                      <a:pt x="0" y="77575"/>
                    </a:cubicBezTo>
                    <a:cubicBezTo>
                      <a:pt x="0" y="34732"/>
                      <a:pt x="34732" y="0"/>
                      <a:pt x="77576" y="0"/>
                    </a:cubicBezTo>
                    <a:cubicBezTo>
                      <a:pt x="120420" y="0"/>
                      <a:pt x="155151" y="34732"/>
                      <a:pt x="155151" y="77575"/>
                    </a:cubicBezTo>
                    <a:close/>
                  </a:path>
                </a:pathLst>
              </a:custGeom>
              <a:grpFill/>
              <a:ln w="1257" cap="flat">
                <a:noFill/>
                <a:prstDash val="solid"/>
                <a:miter/>
              </a:ln>
            </p:spPr>
            <p:txBody>
              <a:bodyPr rtlCol="0" anchor="ctr"/>
              <a:lstStyle/>
              <a:p>
                <a:endParaRPr lang="en-US"/>
              </a:p>
            </p:txBody>
          </p:sp>
          <p:sp>
            <p:nvSpPr>
              <p:cNvPr id="3132" name="Freeform: Shape 3131">
                <a:extLst>
                  <a:ext uri="{FF2B5EF4-FFF2-40B4-BE49-F238E27FC236}">
                    <a16:creationId xmlns:a16="http://schemas.microsoft.com/office/drawing/2014/main" id="{B0259901-E0B1-F762-4E6A-4F49FCE4E2AC}"/>
                  </a:ext>
                </a:extLst>
              </p:cNvPr>
              <p:cNvSpPr/>
              <p:nvPr/>
            </p:nvSpPr>
            <p:spPr>
              <a:xfrm>
                <a:off x="2157320" y="1293239"/>
                <a:ext cx="117506" cy="117506"/>
              </a:xfrm>
              <a:custGeom>
                <a:avLst/>
                <a:gdLst>
                  <a:gd name="connsiteX0" fmla="*/ 155151 w 155151"/>
                  <a:gd name="connsiteY0" fmla="*/ 77575 h 155151"/>
                  <a:gd name="connsiteX1" fmla="*/ 77576 w 155151"/>
                  <a:gd name="connsiteY1" fmla="*/ 155151 h 155151"/>
                  <a:gd name="connsiteX2" fmla="*/ 0 w 155151"/>
                  <a:gd name="connsiteY2" fmla="*/ 77575 h 155151"/>
                  <a:gd name="connsiteX3" fmla="*/ 77576 w 155151"/>
                  <a:gd name="connsiteY3" fmla="*/ 0 h 155151"/>
                  <a:gd name="connsiteX4" fmla="*/ 155151 w 155151"/>
                  <a:gd name="connsiteY4" fmla="*/ 77575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5"/>
                    </a:moveTo>
                    <a:cubicBezTo>
                      <a:pt x="155151" y="120419"/>
                      <a:pt x="120419" y="155151"/>
                      <a:pt x="77576" y="155151"/>
                    </a:cubicBezTo>
                    <a:cubicBezTo>
                      <a:pt x="34732" y="155151"/>
                      <a:pt x="0" y="120419"/>
                      <a:pt x="0" y="77575"/>
                    </a:cubicBezTo>
                    <a:cubicBezTo>
                      <a:pt x="0" y="34732"/>
                      <a:pt x="34732" y="0"/>
                      <a:pt x="77576" y="0"/>
                    </a:cubicBezTo>
                    <a:cubicBezTo>
                      <a:pt x="120420" y="0"/>
                      <a:pt x="155151" y="34732"/>
                      <a:pt x="155151" y="77575"/>
                    </a:cubicBezTo>
                    <a:close/>
                  </a:path>
                </a:pathLst>
              </a:custGeom>
              <a:grpFill/>
              <a:ln w="1257" cap="flat">
                <a:noFill/>
                <a:prstDash val="solid"/>
                <a:miter/>
              </a:ln>
            </p:spPr>
            <p:txBody>
              <a:bodyPr rtlCol="0" anchor="ctr"/>
              <a:lstStyle/>
              <a:p>
                <a:endParaRPr lang="en-US"/>
              </a:p>
            </p:txBody>
          </p:sp>
          <p:sp>
            <p:nvSpPr>
              <p:cNvPr id="3133" name="Freeform: Shape 3132">
                <a:extLst>
                  <a:ext uri="{FF2B5EF4-FFF2-40B4-BE49-F238E27FC236}">
                    <a16:creationId xmlns:a16="http://schemas.microsoft.com/office/drawing/2014/main" id="{1CA440A8-DD67-D9BA-8C26-7659F55A0C1B}"/>
                  </a:ext>
                </a:extLst>
              </p:cNvPr>
              <p:cNvSpPr/>
              <p:nvPr/>
            </p:nvSpPr>
            <p:spPr>
              <a:xfrm>
                <a:off x="1991521" y="1127439"/>
                <a:ext cx="117506" cy="117506"/>
              </a:xfrm>
              <a:custGeom>
                <a:avLst/>
                <a:gdLst>
                  <a:gd name="connsiteX0" fmla="*/ 155151 w 155151"/>
                  <a:gd name="connsiteY0" fmla="*/ 77575 h 155151"/>
                  <a:gd name="connsiteX1" fmla="*/ 77575 w 155151"/>
                  <a:gd name="connsiteY1" fmla="*/ 155151 h 155151"/>
                  <a:gd name="connsiteX2" fmla="*/ 0 w 155151"/>
                  <a:gd name="connsiteY2" fmla="*/ 77575 h 155151"/>
                  <a:gd name="connsiteX3" fmla="*/ 77575 w 155151"/>
                  <a:gd name="connsiteY3" fmla="*/ 0 h 155151"/>
                  <a:gd name="connsiteX4" fmla="*/ 155151 w 155151"/>
                  <a:gd name="connsiteY4" fmla="*/ 77575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5"/>
                    </a:moveTo>
                    <a:cubicBezTo>
                      <a:pt x="155151" y="120419"/>
                      <a:pt x="120419" y="155151"/>
                      <a:pt x="77575" y="155151"/>
                    </a:cubicBezTo>
                    <a:cubicBezTo>
                      <a:pt x="34732" y="155151"/>
                      <a:pt x="0" y="120419"/>
                      <a:pt x="0" y="77575"/>
                    </a:cubicBezTo>
                    <a:cubicBezTo>
                      <a:pt x="0" y="34732"/>
                      <a:pt x="34732" y="0"/>
                      <a:pt x="77575" y="0"/>
                    </a:cubicBezTo>
                    <a:cubicBezTo>
                      <a:pt x="120419" y="0"/>
                      <a:pt x="155151" y="34732"/>
                      <a:pt x="155151" y="77575"/>
                    </a:cubicBezTo>
                    <a:close/>
                  </a:path>
                </a:pathLst>
              </a:custGeom>
              <a:grpFill/>
              <a:ln w="1257" cap="flat">
                <a:noFill/>
                <a:prstDash val="solid"/>
                <a:miter/>
              </a:ln>
            </p:spPr>
            <p:txBody>
              <a:bodyPr rtlCol="0" anchor="ctr"/>
              <a:lstStyle/>
              <a:p>
                <a:endParaRPr lang="en-US"/>
              </a:p>
            </p:txBody>
          </p:sp>
          <p:sp>
            <p:nvSpPr>
              <p:cNvPr id="3134" name="Freeform: Shape 3133">
                <a:extLst>
                  <a:ext uri="{FF2B5EF4-FFF2-40B4-BE49-F238E27FC236}">
                    <a16:creationId xmlns:a16="http://schemas.microsoft.com/office/drawing/2014/main" id="{C22A52FF-C42F-BB16-C1BD-B32F5C19F49F}"/>
                  </a:ext>
                </a:extLst>
              </p:cNvPr>
              <p:cNvSpPr/>
              <p:nvPr/>
            </p:nvSpPr>
            <p:spPr>
              <a:xfrm>
                <a:off x="1781270" y="1018708"/>
                <a:ext cx="117506" cy="117506"/>
              </a:xfrm>
              <a:custGeom>
                <a:avLst/>
                <a:gdLst>
                  <a:gd name="connsiteX0" fmla="*/ 155151 w 155151"/>
                  <a:gd name="connsiteY0" fmla="*/ 77576 h 155151"/>
                  <a:gd name="connsiteX1" fmla="*/ 77575 w 155151"/>
                  <a:gd name="connsiteY1" fmla="*/ 155151 h 155151"/>
                  <a:gd name="connsiteX2" fmla="*/ 0 w 155151"/>
                  <a:gd name="connsiteY2" fmla="*/ 77576 h 155151"/>
                  <a:gd name="connsiteX3" fmla="*/ 77575 w 155151"/>
                  <a:gd name="connsiteY3" fmla="*/ 0 h 155151"/>
                  <a:gd name="connsiteX4" fmla="*/ 155151 w 155151"/>
                  <a:gd name="connsiteY4" fmla="*/ 77576 h 155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51" h="155151">
                    <a:moveTo>
                      <a:pt x="155151" y="77576"/>
                    </a:moveTo>
                    <a:cubicBezTo>
                      <a:pt x="155151" y="120419"/>
                      <a:pt x="120419" y="155151"/>
                      <a:pt x="77575" y="155151"/>
                    </a:cubicBezTo>
                    <a:cubicBezTo>
                      <a:pt x="34732" y="155151"/>
                      <a:pt x="0" y="120419"/>
                      <a:pt x="0" y="77576"/>
                    </a:cubicBezTo>
                    <a:cubicBezTo>
                      <a:pt x="0" y="34732"/>
                      <a:pt x="34732" y="0"/>
                      <a:pt x="77575" y="0"/>
                    </a:cubicBezTo>
                    <a:cubicBezTo>
                      <a:pt x="120419" y="0"/>
                      <a:pt x="155151" y="34732"/>
                      <a:pt x="155151" y="77576"/>
                    </a:cubicBezTo>
                    <a:close/>
                  </a:path>
                </a:pathLst>
              </a:custGeom>
              <a:grpFill/>
              <a:ln w="1257" cap="flat">
                <a:noFill/>
                <a:prstDash val="solid"/>
                <a:miter/>
              </a:ln>
            </p:spPr>
            <p:txBody>
              <a:bodyPr rtlCol="0" anchor="ctr"/>
              <a:lstStyle/>
              <a:p>
                <a:endParaRPr lang="en-US"/>
              </a:p>
            </p:txBody>
          </p:sp>
        </p:grpSp>
        <p:sp>
          <p:nvSpPr>
            <p:cNvPr id="3135" name="Arc 3134">
              <a:extLst>
                <a:ext uri="{FF2B5EF4-FFF2-40B4-BE49-F238E27FC236}">
                  <a16:creationId xmlns:a16="http://schemas.microsoft.com/office/drawing/2014/main" id="{99A80FCE-F98B-A7F8-F4BE-DA0F789DFE44}"/>
                </a:ext>
              </a:extLst>
            </p:cNvPr>
            <p:cNvSpPr/>
            <p:nvPr/>
          </p:nvSpPr>
          <p:spPr>
            <a:xfrm>
              <a:off x="7364742" y="2599617"/>
              <a:ext cx="1531837" cy="1531837"/>
            </a:xfrm>
            <a:prstGeom prst="arc">
              <a:avLst>
                <a:gd name="adj1" fmla="val 16200000"/>
                <a:gd name="adj2" fmla="val 6260934"/>
              </a:avLst>
            </a:prstGeom>
            <a:noFill/>
            <a:ln w="139700" cap="rnd">
              <a:gradFill>
                <a:gsLst>
                  <a:gs pos="0">
                    <a:srgbClr val="37A6FA"/>
                  </a:gs>
                  <a:gs pos="50000">
                    <a:srgbClr val="2C83CA"/>
                  </a:gs>
                  <a:gs pos="100000">
                    <a:schemeClr val="tx2">
                      <a:lumMod val="75000"/>
                      <a:lumOff val="25000"/>
                    </a:schemeClr>
                  </a:gs>
                </a:gsLst>
                <a:lin ang="5400000" scaled="1"/>
              </a:gradFill>
              <a:prstDash val="solid"/>
              <a:miter/>
            </a:ln>
          </p:spPr>
          <p:txBody>
            <a:bodyPr rtlCol="0" anchor="ctr"/>
            <a:lstStyle/>
            <a:p>
              <a:endParaRPr lang="en-US"/>
            </a:p>
          </p:txBody>
        </p:sp>
        <p:sp>
          <p:nvSpPr>
            <p:cNvPr id="3136" name="Freeform: Shape 3135">
              <a:extLst>
                <a:ext uri="{FF2B5EF4-FFF2-40B4-BE49-F238E27FC236}">
                  <a16:creationId xmlns:a16="http://schemas.microsoft.com/office/drawing/2014/main" id="{12866E4E-ECD1-4775-6234-5B564F68C84C}"/>
                </a:ext>
              </a:extLst>
            </p:cNvPr>
            <p:cNvSpPr/>
            <p:nvPr/>
          </p:nvSpPr>
          <p:spPr>
            <a:xfrm>
              <a:off x="7590972" y="2825850"/>
              <a:ext cx="1079376" cy="1079372"/>
            </a:xfrm>
            <a:custGeom>
              <a:avLst/>
              <a:gdLst>
                <a:gd name="connsiteX0" fmla="*/ 3086591 w 3086591"/>
                <a:gd name="connsiteY0" fmla="*/ 1543295 h 3086590"/>
                <a:gd name="connsiteX1" fmla="*/ 1543296 w 3086591"/>
                <a:gd name="connsiteY1" fmla="*/ 3086591 h 3086590"/>
                <a:gd name="connsiteX2" fmla="*/ 0 w 3086591"/>
                <a:gd name="connsiteY2" fmla="*/ 1543295 h 3086590"/>
                <a:gd name="connsiteX3" fmla="*/ 1543296 w 3086591"/>
                <a:gd name="connsiteY3" fmla="*/ 0 h 3086590"/>
                <a:gd name="connsiteX4" fmla="*/ 3086591 w 3086591"/>
                <a:gd name="connsiteY4" fmla="*/ 1543295 h 3086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86591" h="3086590">
                  <a:moveTo>
                    <a:pt x="3086591" y="1543295"/>
                  </a:moveTo>
                  <a:cubicBezTo>
                    <a:pt x="3086591" y="2395634"/>
                    <a:pt x="2395634" y="3086591"/>
                    <a:pt x="1543296" y="3086591"/>
                  </a:cubicBezTo>
                  <a:cubicBezTo>
                    <a:pt x="690957" y="3086591"/>
                    <a:pt x="0" y="2395634"/>
                    <a:pt x="0" y="1543295"/>
                  </a:cubicBezTo>
                  <a:cubicBezTo>
                    <a:pt x="0" y="690957"/>
                    <a:pt x="690957" y="0"/>
                    <a:pt x="1543296" y="0"/>
                  </a:cubicBezTo>
                  <a:cubicBezTo>
                    <a:pt x="2395634" y="0"/>
                    <a:pt x="3086591" y="690957"/>
                    <a:pt x="3086591" y="1543295"/>
                  </a:cubicBezTo>
                  <a:close/>
                </a:path>
              </a:pathLst>
            </a:custGeom>
            <a:solidFill>
              <a:schemeClr val="bg1"/>
            </a:solidFill>
            <a:ln w="12700" cap="flat">
              <a:noFill/>
              <a:prstDash val="solid"/>
              <a:miter/>
            </a:ln>
          </p:spPr>
          <p:txBody>
            <a:bodyPr rtlCol="0" anchor="ctr"/>
            <a:lstStyle/>
            <a:p>
              <a:endParaRPr lang="en-US"/>
            </a:p>
          </p:txBody>
        </p:sp>
        <p:sp>
          <p:nvSpPr>
            <p:cNvPr id="3137" name="TextBox 3136">
              <a:extLst>
                <a:ext uri="{FF2B5EF4-FFF2-40B4-BE49-F238E27FC236}">
                  <a16:creationId xmlns:a16="http://schemas.microsoft.com/office/drawing/2014/main" id="{5B40B516-8F10-45C3-1703-7B6A3E3D4A7F}"/>
                </a:ext>
              </a:extLst>
            </p:cNvPr>
            <p:cNvSpPr txBox="1"/>
            <p:nvPr/>
          </p:nvSpPr>
          <p:spPr>
            <a:xfrm>
              <a:off x="7774632" y="2990826"/>
              <a:ext cx="712054" cy="400110"/>
            </a:xfrm>
            <a:prstGeom prst="rect">
              <a:avLst/>
            </a:prstGeom>
            <a:noFill/>
          </p:spPr>
          <p:txBody>
            <a:bodyPr wrap="none" rtlCol="0">
              <a:spAutoFit/>
            </a:bodyPr>
            <a:lstStyle/>
            <a:p>
              <a:pPr algn="ctr"/>
              <a:r>
                <a:rPr lang="en-US" sz="2000" b="1">
                  <a:gradFill>
                    <a:gsLst>
                      <a:gs pos="0">
                        <a:srgbClr val="288CE1"/>
                      </a:gs>
                      <a:gs pos="100000">
                        <a:srgbClr val="044FA3"/>
                      </a:gs>
                    </a:gsLst>
                    <a:lin ang="5400000" scaled="1"/>
                  </a:gradFill>
                </a:rPr>
                <a:t>54%</a:t>
              </a:r>
            </a:p>
          </p:txBody>
        </p:sp>
        <p:sp>
          <p:nvSpPr>
            <p:cNvPr id="3138" name="TextBox 3137">
              <a:extLst>
                <a:ext uri="{FF2B5EF4-FFF2-40B4-BE49-F238E27FC236}">
                  <a16:creationId xmlns:a16="http://schemas.microsoft.com/office/drawing/2014/main" id="{AA54EEA2-BF0A-2C34-DC2B-03F7FA9418D4}"/>
                </a:ext>
              </a:extLst>
            </p:cNvPr>
            <p:cNvSpPr txBox="1"/>
            <p:nvPr/>
          </p:nvSpPr>
          <p:spPr>
            <a:xfrm>
              <a:off x="7587087" y="3340136"/>
              <a:ext cx="1087157" cy="461665"/>
            </a:xfrm>
            <a:prstGeom prst="rect">
              <a:avLst/>
            </a:prstGeom>
            <a:noFill/>
          </p:spPr>
          <p:txBody>
            <a:bodyPr wrap="none" rtlCol="0">
              <a:spAutoFit/>
            </a:bodyPr>
            <a:lstStyle/>
            <a:p>
              <a:pPr algn="ctr"/>
              <a:r>
                <a:rPr lang="en-US" sz="1200" b="1"/>
                <a:t>CM% Inter </a:t>
              </a:r>
            </a:p>
            <a:p>
              <a:pPr algn="ctr"/>
              <a:r>
                <a:rPr lang="en-US" sz="1200"/>
                <a:t>(Target 46%)</a:t>
              </a:r>
            </a:p>
          </p:txBody>
        </p:sp>
      </p:grpSp>
      <p:sp>
        <p:nvSpPr>
          <p:cNvPr id="3165" name="TextBox 3164">
            <a:extLst>
              <a:ext uri="{FF2B5EF4-FFF2-40B4-BE49-F238E27FC236}">
                <a16:creationId xmlns:a16="http://schemas.microsoft.com/office/drawing/2014/main" id="{5C154CFD-CE4D-B85B-C1A2-B0E5D6DA0D8A}"/>
              </a:ext>
            </a:extLst>
          </p:cNvPr>
          <p:cNvSpPr txBox="1"/>
          <p:nvPr/>
        </p:nvSpPr>
        <p:spPr>
          <a:xfrm>
            <a:off x="8037905" y="4812192"/>
            <a:ext cx="1651711" cy="556179"/>
          </a:xfrm>
          <a:prstGeom prst="rect">
            <a:avLst/>
          </a:prstGeom>
          <a:noFill/>
        </p:spPr>
        <p:txBody>
          <a:bodyPr vert="horz" wrap="none" lIns="90000" tIns="46800" rIns="90000" bIns="46800" rtlCol="0" anchor="ctr">
            <a:spAutoFit/>
          </a:bodyPr>
          <a:lstStyle/>
          <a:p>
            <a:pPr algn="ctr">
              <a:spcBef>
                <a:spcPct val="0"/>
              </a:spcBef>
            </a:pPr>
            <a:r>
              <a:rPr lang="en-IN" b="1"/>
              <a:t>CM% (INTER)</a:t>
            </a:r>
          </a:p>
          <a:p>
            <a:pPr algn="ctr">
              <a:spcBef>
                <a:spcPct val="0"/>
              </a:spcBef>
            </a:pPr>
            <a:r>
              <a:rPr lang="en-IN" sz="1200" b="1"/>
              <a:t>as of May</a:t>
            </a:r>
            <a:endParaRPr lang="en-IN" b="1"/>
          </a:p>
        </p:txBody>
      </p:sp>
      <p:sp>
        <p:nvSpPr>
          <p:cNvPr id="3" name="TextBox 2">
            <a:extLst>
              <a:ext uri="{FF2B5EF4-FFF2-40B4-BE49-F238E27FC236}">
                <a16:creationId xmlns:a16="http://schemas.microsoft.com/office/drawing/2014/main" id="{1E7AEF43-BAC0-9890-5D92-8F884921AA06}"/>
              </a:ext>
            </a:extLst>
          </p:cNvPr>
          <p:cNvSpPr txBox="1"/>
          <p:nvPr/>
        </p:nvSpPr>
        <p:spPr>
          <a:xfrm>
            <a:off x="116913" y="6101355"/>
            <a:ext cx="2912488" cy="433068"/>
          </a:xfrm>
          <a:prstGeom prst="rect">
            <a:avLst/>
          </a:prstGeom>
          <a:noFill/>
        </p:spPr>
        <p:txBody>
          <a:bodyPr rot="0" spcFirstLastPara="0" vertOverflow="overflow" horzOverflow="overflow" vert="horz" wrap="square" lIns="90000" tIns="46800" rIns="90000" bIns="46800" numCol="1" spcCol="0" rtlCol="0" fromWordArt="0" anchor="ctr" anchorCtr="0" forceAA="0" compatLnSpc="1">
            <a:prstTxWarp prst="textNoShape">
              <a:avLst/>
            </a:prstTxWarp>
            <a:spAutoFit/>
          </a:bodyPr>
          <a:lstStyle/>
          <a:p>
            <a:pPr>
              <a:spcBef>
                <a:spcPct val="0"/>
              </a:spcBef>
            </a:pPr>
            <a:r>
              <a:rPr lang="en-GB" sz="1100"/>
              <a:t>ARVE: Activity Rate (Vacation Excluded) </a:t>
            </a:r>
            <a:br>
              <a:rPr lang="en-GB" sz="1100"/>
            </a:br>
            <a:r>
              <a:rPr lang="en-GB" sz="1100"/>
              <a:t>CM: Contribution Margin</a:t>
            </a:r>
          </a:p>
        </p:txBody>
      </p:sp>
      <p:cxnSp>
        <p:nvCxnSpPr>
          <p:cNvPr id="6" name="Straight Connector 5">
            <a:extLst>
              <a:ext uri="{FF2B5EF4-FFF2-40B4-BE49-F238E27FC236}">
                <a16:creationId xmlns:a16="http://schemas.microsoft.com/office/drawing/2014/main" id="{2CD2CD01-5767-DA15-4846-5A1379E06EDF}"/>
              </a:ext>
            </a:extLst>
          </p:cNvPr>
          <p:cNvCxnSpPr>
            <a:cxnSpLocks/>
          </p:cNvCxnSpPr>
          <p:nvPr/>
        </p:nvCxnSpPr>
        <p:spPr>
          <a:xfrm>
            <a:off x="7440455" y="1934244"/>
            <a:ext cx="0" cy="3341794"/>
          </a:xfrm>
          <a:prstGeom prst="line">
            <a:avLst/>
          </a:prstGeom>
          <a:ln w="38100">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sp>
        <p:nvSpPr>
          <p:cNvPr id="41" name="Freeform: Shape 3135">
            <a:extLst>
              <a:ext uri="{FF2B5EF4-FFF2-40B4-BE49-F238E27FC236}">
                <a16:creationId xmlns:a16="http://schemas.microsoft.com/office/drawing/2014/main" id="{15D31C5D-3E84-7FFA-D262-C0785B3B501E}"/>
              </a:ext>
            </a:extLst>
          </p:cNvPr>
          <p:cNvSpPr/>
          <p:nvPr/>
        </p:nvSpPr>
        <p:spPr>
          <a:xfrm>
            <a:off x="10237377" y="2939120"/>
            <a:ext cx="1079376" cy="1079372"/>
          </a:xfrm>
          <a:custGeom>
            <a:avLst/>
            <a:gdLst>
              <a:gd name="connsiteX0" fmla="*/ 3086591 w 3086591"/>
              <a:gd name="connsiteY0" fmla="*/ 1543295 h 3086590"/>
              <a:gd name="connsiteX1" fmla="*/ 1543296 w 3086591"/>
              <a:gd name="connsiteY1" fmla="*/ 3086591 h 3086590"/>
              <a:gd name="connsiteX2" fmla="*/ 0 w 3086591"/>
              <a:gd name="connsiteY2" fmla="*/ 1543295 h 3086590"/>
              <a:gd name="connsiteX3" fmla="*/ 1543296 w 3086591"/>
              <a:gd name="connsiteY3" fmla="*/ 0 h 3086590"/>
              <a:gd name="connsiteX4" fmla="*/ 3086591 w 3086591"/>
              <a:gd name="connsiteY4" fmla="*/ 1543295 h 3086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86591" h="3086590">
                <a:moveTo>
                  <a:pt x="3086591" y="1543295"/>
                </a:moveTo>
                <a:cubicBezTo>
                  <a:pt x="3086591" y="2395634"/>
                  <a:pt x="2395634" y="3086591"/>
                  <a:pt x="1543296" y="3086591"/>
                </a:cubicBezTo>
                <a:cubicBezTo>
                  <a:pt x="690957" y="3086591"/>
                  <a:pt x="0" y="2395634"/>
                  <a:pt x="0" y="1543295"/>
                </a:cubicBezTo>
                <a:cubicBezTo>
                  <a:pt x="0" y="690957"/>
                  <a:pt x="690957" y="0"/>
                  <a:pt x="1543296" y="0"/>
                </a:cubicBezTo>
                <a:cubicBezTo>
                  <a:pt x="2395634" y="0"/>
                  <a:pt x="3086591" y="690957"/>
                  <a:pt x="3086591" y="1543295"/>
                </a:cubicBezTo>
                <a:close/>
              </a:path>
            </a:pathLst>
          </a:custGeom>
          <a:solidFill>
            <a:schemeClr val="bg1"/>
          </a:solidFill>
          <a:ln w="12700" cap="flat">
            <a:noFill/>
            <a:prstDash val="solid"/>
            <a:miter/>
          </a:ln>
        </p:spPr>
        <p:txBody>
          <a:bodyPr rtlCol="0" anchor="ctr"/>
          <a:lstStyle/>
          <a:p>
            <a:endParaRPr lang="en-US"/>
          </a:p>
        </p:txBody>
      </p:sp>
      <p:sp>
        <p:nvSpPr>
          <p:cNvPr id="4" name="Rectangle 3">
            <a:extLst>
              <a:ext uri="{FF2B5EF4-FFF2-40B4-BE49-F238E27FC236}">
                <a16:creationId xmlns:a16="http://schemas.microsoft.com/office/drawing/2014/main" id="{7706689D-E46E-FC62-F475-3A2140A1C2C7}"/>
              </a:ext>
            </a:extLst>
          </p:cNvPr>
          <p:cNvSpPr/>
          <p:nvPr/>
        </p:nvSpPr>
        <p:spPr>
          <a:xfrm>
            <a:off x="12093700" y="0"/>
            <a:ext cx="108000" cy="6858000"/>
          </a:xfrm>
          <a:prstGeom prst="rect">
            <a:avLst/>
          </a:prstGeom>
          <a:gradFill>
            <a:gsLst>
              <a:gs pos="0">
                <a:schemeClr val="accent1"/>
              </a:gs>
              <a:gs pos="56000">
                <a:schemeClr val="accent2"/>
              </a:gs>
              <a:gs pos="83000">
                <a:schemeClr val="accent4"/>
              </a:gs>
            </a:gsLst>
            <a:lin ang="5400000" scaled="1"/>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sz="1400" err="1">
              <a:solidFill>
                <a:schemeClr val="tx1"/>
              </a:solidFill>
            </a:endParaRPr>
          </a:p>
        </p:txBody>
      </p:sp>
      <p:sp>
        <p:nvSpPr>
          <p:cNvPr id="7" name="Rectangle 6">
            <a:extLst>
              <a:ext uri="{FF2B5EF4-FFF2-40B4-BE49-F238E27FC236}">
                <a16:creationId xmlns:a16="http://schemas.microsoft.com/office/drawing/2014/main" id="{7E3F0893-6317-686C-BAB3-F328F2F01A10}"/>
              </a:ext>
            </a:extLst>
          </p:cNvPr>
          <p:cNvSpPr/>
          <p:nvPr/>
        </p:nvSpPr>
        <p:spPr>
          <a:xfrm>
            <a:off x="-17978" y="0"/>
            <a:ext cx="108000" cy="6858000"/>
          </a:xfrm>
          <a:prstGeom prst="rect">
            <a:avLst/>
          </a:prstGeom>
          <a:gradFill>
            <a:gsLst>
              <a:gs pos="0">
                <a:schemeClr val="accent1"/>
              </a:gs>
              <a:gs pos="56000">
                <a:schemeClr val="accent2"/>
              </a:gs>
              <a:gs pos="83000">
                <a:schemeClr val="accent4"/>
              </a:gs>
            </a:gsLst>
            <a:lin ang="5400000" scaled="1"/>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sz="1400" err="1">
              <a:solidFill>
                <a:schemeClr val="tx1"/>
              </a:solidFill>
            </a:endParaRPr>
          </a:p>
        </p:txBody>
      </p:sp>
    </p:spTree>
    <p:extLst>
      <p:ext uri="{BB962C8B-B14F-4D97-AF65-F5344CB8AC3E}">
        <p14:creationId xmlns:p14="http://schemas.microsoft.com/office/powerpoint/2010/main" val="3458927748"/>
      </p:ext>
    </p:extLst>
  </p:cSld>
  <p:clrMapOvr>
    <a:masterClrMapping/>
  </p:clrMapOvr>
  <p:transition spd="med">
    <p:pull dir="u"/>
  </p:transition>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065AF66-0E05-A9A3-4888-81382E10818B}"/>
            </a:ext>
          </a:extLst>
        </p:cNvPr>
        <p:cNvGrpSpPr/>
        <p:nvPr/>
      </p:nvGrpSpPr>
      <p:grpSpPr>
        <a:xfrm>
          <a:off x="0" y="0"/>
          <a:ext cx="0" cy="0"/>
          <a:chOff x="0" y="0"/>
          <a:chExt cx="0" cy="0"/>
        </a:xfrm>
      </p:grpSpPr>
      <p:sp>
        <p:nvSpPr>
          <p:cNvPr id="8" name="Title 88">
            <a:extLst>
              <a:ext uri="{FF2B5EF4-FFF2-40B4-BE49-F238E27FC236}">
                <a16:creationId xmlns:a16="http://schemas.microsoft.com/office/drawing/2014/main" id="{2F5546E0-C5F9-1A0B-DC12-F90FA20A55F2}"/>
              </a:ext>
            </a:extLst>
          </p:cNvPr>
          <p:cNvSpPr>
            <a:spLocks noGrp="1"/>
          </p:cNvSpPr>
          <p:nvPr>
            <p:ph type="title"/>
          </p:nvPr>
        </p:nvSpPr>
        <p:spPr>
          <a:xfrm>
            <a:off x="402713" y="232940"/>
            <a:ext cx="10947772" cy="716711"/>
          </a:xfrm>
        </p:spPr>
        <p:txBody>
          <a:bodyPr/>
          <a:lstStyle/>
          <a:p>
            <a:r>
              <a:rPr lang="en-IN" sz="2800">
                <a:solidFill>
                  <a:schemeClr val="tx1"/>
                </a:solidFill>
              </a:rPr>
              <a:t>RFPs &amp; Proactive Pitches</a:t>
            </a:r>
            <a:endParaRPr lang="en-US"/>
          </a:p>
        </p:txBody>
      </p:sp>
      <p:sp>
        <p:nvSpPr>
          <p:cNvPr id="6" name="Date Placeholder 2">
            <a:extLst>
              <a:ext uri="{FF2B5EF4-FFF2-40B4-BE49-F238E27FC236}">
                <a16:creationId xmlns:a16="http://schemas.microsoft.com/office/drawing/2014/main" id="{B1082C0B-7FE2-1C7A-B2D8-2472A24B618D}"/>
              </a:ext>
            </a:extLst>
          </p:cNvPr>
          <p:cNvSpPr>
            <a:spLocks noGrp="1"/>
          </p:cNvSpPr>
          <p:nvPr>
            <p:ph type="dt" sz="half" idx="10"/>
          </p:nvPr>
        </p:nvSpPr>
        <p:spPr>
          <a:xfrm>
            <a:off x="9177452" y="6627476"/>
            <a:ext cx="2817177" cy="123111"/>
          </a:xfrm>
        </p:spPr>
        <p:txBody>
          <a:bodyPr/>
          <a:lstStyle/>
          <a:p>
            <a:pPr>
              <a:spcBef>
                <a:spcPts val="1000"/>
              </a:spcBef>
              <a:buFont typeface="Arial" panose="020B0604020202020204" pitchFamily="34" charset="0"/>
              <a:buNone/>
            </a:pPr>
            <a:r>
              <a:rPr lang="en-US" sz="900"/>
              <a:t>Company Confidential © Capgemini 2026. All rights reserved.</a:t>
            </a:r>
          </a:p>
        </p:txBody>
      </p:sp>
      <p:sp>
        <p:nvSpPr>
          <p:cNvPr id="10" name="Footer Placeholder 17">
            <a:extLst>
              <a:ext uri="{FF2B5EF4-FFF2-40B4-BE49-F238E27FC236}">
                <a16:creationId xmlns:a16="http://schemas.microsoft.com/office/drawing/2014/main" id="{7601FEC1-6FD0-1A4A-C357-C46F5E107EEC}"/>
              </a:ext>
            </a:extLst>
          </p:cNvPr>
          <p:cNvSpPr txBox="1">
            <a:spLocks/>
          </p:cNvSpPr>
          <p:nvPr/>
        </p:nvSpPr>
        <p:spPr>
          <a:xfrm>
            <a:off x="190234" y="6565921"/>
            <a:ext cx="4716524" cy="123111"/>
          </a:xfrm>
          <a:prstGeom prst="rect">
            <a:avLst/>
          </a:prstGeom>
        </p:spPr>
        <p:txBody>
          <a:bodyPr wrap="none" lIns="0" tIns="0" rIns="0" bIns="0" anchor="ctr" anchorCtr="0">
            <a:noAutofit/>
          </a:bodyPr>
          <a:lstStyle>
            <a:defPPr>
              <a:defRPr lang="en-PL"/>
            </a:defPPr>
            <a:lvl1pPr marL="0" algn="l" defTabSz="914400" rtl="0" eaLnBrk="1" latinLnBrk="0" hangingPunct="1">
              <a:defRPr lang="de-DE" sz="800" kern="1200">
                <a:solidFill>
                  <a:schemeClr val="bg1">
                    <a:lumMod val="6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ts val="1000"/>
              </a:spcBef>
              <a:buFont typeface="Arial" panose="020B0604020202020204" pitchFamily="34" charset="0"/>
              <a:buNone/>
            </a:pPr>
            <a:r>
              <a:rPr lang="en-US" sz="900">
                <a:solidFill>
                  <a:schemeClr val="tx1"/>
                </a:solidFill>
              </a:rPr>
              <a:t>TMT Monthly Update |  July 2026</a:t>
            </a:r>
          </a:p>
        </p:txBody>
      </p:sp>
      <p:sp>
        <p:nvSpPr>
          <p:cNvPr id="3" name="Rectangle 2">
            <a:extLst>
              <a:ext uri="{FF2B5EF4-FFF2-40B4-BE49-F238E27FC236}">
                <a16:creationId xmlns:a16="http://schemas.microsoft.com/office/drawing/2014/main" id="{5832CBDA-243B-BFAB-C2F0-2032D1878044}"/>
              </a:ext>
            </a:extLst>
          </p:cNvPr>
          <p:cNvSpPr/>
          <p:nvPr/>
        </p:nvSpPr>
        <p:spPr>
          <a:xfrm>
            <a:off x="12093700" y="0"/>
            <a:ext cx="108000" cy="6858000"/>
          </a:xfrm>
          <a:prstGeom prst="rect">
            <a:avLst/>
          </a:prstGeom>
          <a:gradFill>
            <a:gsLst>
              <a:gs pos="0">
                <a:schemeClr val="accent1"/>
              </a:gs>
              <a:gs pos="56000">
                <a:schemeClr val="accent2"/>
              </a:gs>
              <a:gs pos="83000">
                <a:schemeClr val="accent4"/>
              </a:gs>
            </a:gsLst>
            <a:lin ang="5400000" scaled="1"/>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sz="1400" err="1">
              <a:solidFill>
                <a:schemeClr val="tx1"/>
              </a:solidFill>
            </a:endParaRPr>
          </a:p>
        </p:txBody>
      </p:sp>
      <p:sp>
        <p:nvSpPr>
          <p:cNvPr id="25" name="Rectangle 24">
            <a:extLst>
              <a:ext uri="{FF2B5EF4-FFF2-40B4-BE49-F238E27FC236}">
                <a16:creationId xmlns:a16="http://schemas.microsoft.com/office/drawing/2014/main" id="{22485BA1-559E-F0A7-FA1E-73629C87E24A}"/>
              </a:ext>
            </a:extLst>
          </p:cNvPr>
          <p:cNvSpPr/>
          <p:nvPr/>
        </p:nvSpPr>
        <p:spPr>
          <a:xfrm>
            <a:off x="-17978" y="0"/>
            <a:ext cx="108000" cy="6858000"/>
          </a:xfrm>
          <a:prstGeom prst="rect">
            <a:avLst/>
          </a:prstGeom>
          <a:gradFill>
            <a:gsLst>
              <a:gs pos="0">
                <a:schemeClr val="accent1"/>
              </a:gs>
              <a:gs pos="56000">
                <a:schemeClr val="accent2"/>
              </a:gs>
              <a:gs pos="83000">
                <a:schemeClr val="accent4"/>
              </a:gs>
            </a:gsLst>
            <a:lin ang="5400000" scaled="1"/>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sz="1400" err="1">
              <a:solidFill>
                <a:schemeClr val="tx1"/>
              </a:solidFill>
            </a:endParaRPr>
          </a:p>
        </p:txBody>
      </p:sp>
      <p:sp>
        <p:nvSpPr>
          <p:cNvPr id="30" name="Rectangle 29">
            <a:extLst>
              <a:ext uri="{FF2B5EF4-FFF2-40B4-BE49-F238E27FC236}">
                <a16:creationId xmlns:a16="http://schemas.microsoft.com/office/drawing/2014/main" id="{1ECB0496-5ABC-FFA7-FFA1-D73D3D9EA605}"/>
              </a:ext>
            </a:extLst>
          </p:cNvPr>
          <p:cNvSpPr/>
          <p:nvPr/>
        </p:nvSpPr>
        <p:spPr>
          <a:xfrm>
            <a:off x="-17978" y="-5872"/>
            <a:ext cx="12240000" cy="109034"/>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sz="1400" err="1">
              <a:solidFill>
                <a:schemeClr val="tx1"/>
              </a:solidFill>
            </a:endParaRPr>
          </a:p>
        </p:txBody>
      </p:sp>
      <p:sp>
        <p:nvSpPr>
          <p:cNvPr id="58" name="Rounded Rectangle 5">
            <a:extLst>
              <a:ext uri="{FF2B5EF4-FFF2-40B4-BE49-F238E27FC236}">
                <a16:creationId xmlns:a16="http://schemas.microsoft.com/office/drawing/2014/main" id="{95929996-D6BD-6FB1-8D8E-BE74441A9A49}"/>
              </a:ext>
            </a:extLst>
          </p:cNvPr>
          <p:cNvSpPr/>
          <p:nvPr/>
        </p:nvSpPr>
        <p:spPr>
          <a:xfrm>
            <a:off x="670242" y="1076269"/>
            <a:ext cx="1906135" cy="2289049"/>
          </a:xfrm>
          <a:prstGeom prst="roundRect">
            <a:avLst>
              <a:gd name="adj" fmla="val 17713"/>
            </a:avLst>
          </a:prstGeom>
          <a:solidFill>
            <a:schemeClr val="bg1">
              <a:lumMod val="85000"/>
            </a:schemeClr>
          </a:solidFill>
          <a:ln>
            <a:noFill/>
          </a:ln>
          <a:effectLst>
            <a:glow rad="63500">
              <a:schemeClr val="accent1">
                <a:satMod val="175000"/>
                <a:alpha val="40000"/>
              </a:schemeClr>
            </a:glow>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554">
              <a:defRPr/>
            </a:pPr>
            <a:endParaRPr lang="en-US">
              <a:solidFill>
                <a:schemeClr val="tx1"/>
              </a:solidFill>
            </a:endParaRPr>
          </a:p>
        </p:txBody>
      </p:sp>
      <p:sp>
        <p:nvSpPr>
          <p:cNvPr id="61" name="Rounded Rectangle 6">
            <a:extLst>
              <a:ext uri="{FF2B5EF4-FFF2-40B4-BE49-F238E27FC236}">
                <a16:creationId xmlns:a16="http://schemas.microsoft.com/office/drawing/2014/main" id="{658B2C9D-432D-8275-849D-B34AC1451943}"/>
              </a:ext>
            </a:extLst>
          </p:cNvPr>
          <p:cNvSpPr/>
          <p:nvPr/>
        </p:nvSpPr>
        <p:spPr>
          <a:xfrm>
            <a:off x="507248" y="1670713"/>
            <a:ext cx="2170437" cy="271248"/>
          </a:xfrm>
          <a:prstGeom prst="roundRect">
            <a:avLst>
              <a:gd name="adj" fmla="val 50000"/>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554">
              <a:defRPr/>
            </a:pPr>
            <a:r>
              <a:rPr lang="en-US" sz="1600" err="1">
                <a:solidFill>
                  <a:srgbClr val="FFFFFF"/>
                </a:solidFill>
              </a:rPr>
              <a:t>Tuatahi</a:t>
            </a:r>
            <a:endParaRPr lang="en-US" sz="1600">
              <a:solidFill>
                <a:srgbClr val="FFFFFF"/>
              </a:solidFill>
            </a:endParaRPr>
          </a:p>
        </p:txBody>
      </p:sp>
      <p:sp>
        <p:nvSpPr>
          <p:cNvPr id="63" name="Rectangle 62">
            <a:extLst>
              <a:ext uri="{FF2B5EF4-FFF2-40B4-BE49-F238E27FC236}">
                <a16:creationId xmlns:a16="http://schemas.microsoft.com/office/drawing/2014/main" id="{7C4D1DF4-8829-A376-1A67-967C5826AF0A}"/>
              </a:ext>
            </a:extLst>
          </p:cNvPr>
          <p:cNvSpPr/>
          <p:nvPr/>
        </p:nvSpPr>
        <p:spPr>
          <a:xfrm>
            <a:off x="670242" y="1941961"/>
            <a:ext cx="1906135" cy="1277273"/>
          </a:xfrm>
          <a:prstGeom prst="rect">
            <a:avLst/>
          </a:prstGeom>
        </p:spPr>
        <p:txBody>
          <a:bodyPr wrap="square">
            <a:spAutoFit/>
          </a:bodyPr>
          <a:lstStyle/>
          <a:p>
            <a:pPr algn="ctr" defTabSz="228554">
              <a:defRPr/>
            </a:pPr>
            <a:r>
              <a:rPr lang="en-IN" sz="1100"/>
              <a:t>Leading OSS and product‑rationalization transformation using ServiceNow, ArcGIS, Salesforce, MACD automation and PLM with Invent, DCX and Sogeti</a:t>
            </a:r>
          </a:p>
        </p:txBody>
      </p:sp>
      <p:pic>
        <p:nvPicPr>
          <p:cNvPr id="1024" name="Picture 2" descr="Tuatahi First Fibre 2026 Company Profile: Valuation, Funding ...">
            <a:extLst>
              <a:ext uri="{FF2B5EF4-FFF2-40B4-BE49-F238E27FC236}">
                <a16:creationId xmlns:a16="http://schemas.microsoft.com/office/drawing/2014/main" id="{FC253A20-534E-5F9C-83ED-57712AC1515B}"/>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a:stretch>
            <a:fillRect/>
          </a:stretch>
        </p:blipFill>
        <p:spPr bwMode="auto">
          <a:xfrm>
            <a:off x="1353309" y="1114047"/>
            <a:ext cx="540000" cy="540000"/>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72" name="Rounded Rectangle 5">
            <a:extLst>
              <a:ext uri="{FF2B5EF4-FFF2-40B4-BE49-F238E27FC236}">
                <a16:creationId xmlns:a16="http://schemas.microsoft.com/office/drawing/2014/main" id="{1D8C36B9-0660-C334-318E-8911B2D666BC}"/>
              </a:ext>
            </a:extLst>
          </p:cNvPr>
          <p:cNvSpPr/>
          <p:nvPr/>
        </p:nvSpPr>
        <p:spPr>
          <a:xfrm>
            <a:off x="2838442" y="1076269"/>
            <a:ext cx="1906135" cy="2289049"/>
          </a:xfrm>
          <a:prstGeom prst="roundRect">
            <a:avLst>
              <a:gd name="adj" fmla="val 17713"/>
            </a:avLst>
          </a:prstGeom>
          <a:solidFill>
            <a:schemeClr val="bg1">
              <a:lumMod val="85000"/>
            </a:schemeClr>
          </a:solidFill>
          <a:ln>
            <a:noFill/>
          </a:ln>
          <a:effectLst>
            <a:glow rad="63500">
              <a:schemeClr val="accent1">
                <a:satMod val="175000"/>
                <a:alpha val="40000"/>
              </a:schemeClr>
            </a:glow>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554"/>
            <a:endParaRPr lang="en-US">
              <a:solidFill>
                <a:srgbClr val="FFFFFF"/>
              </a:solidFill>
            </a:endParaRPr>
          </a:p>
        </p:txBody>
      </p:sp>
      <p:sp>
        <p:nvSpPr>
          <p:cNvPr id="1073" name="Rounded Rectangle 6">
            <a:extLst>
              <a:ext uri="{FF2B5EF4-FFF2-40B4-BE49-F238E27FC236}">
                <a16:creationId xmlns:a16="http://schemas.microsoft.com/office/drawing/2014/main" id="{3932E094-E78E-6CC2-3053-FE58785D3540}"/>
              </a:ext>
            </a:extLst>
          </p:cNvPr>
          <p:cNvSpPr/>
          <p:nvPr/>
        </p:nvSpPr>
        <p:spPr>
          <a:xfrm>
            <a:off x="2675448" y="1670713"/>
            <a:ext cx="2170437" cy="271248"/>
          </a:xfrm>
          <a:prstGeom prst="roundRect">
            <a:avLst>
              <a:gd name="adj" fmla="val 50000"/>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554"/>
            <a:r>
              <a:rPr lang="en-US" sz="1600">
                <a:solidFill>
                  <a:srgbClr val="FFFFFF"/>
                </a:solidFill>
              </a:rPr>
              <a:t>Telia</a:t>
            </a:r>
          </a:p>
        </p:txBody>
      </p:sp>
      <p:sp>
        <p:nvSpPr>
          <p:cNvPr id="1074" name="Rectangle 1073">
            <a:extLst>
              <a:ext uri="{FF2B5EF4-FFF2-40B4-BE49-F238E27FC236}">
                <a16:creationId xmlns:a16="http://schemas.microsoft.com/office/drawing/2014/main" id="{481F38E4-59F1-96FC-056D-6C56475CF111}"/>
              </a:ext>
            </a:extLst>
          </p:cNvPr>
          <p:cNvSpPr/>
          <p:nvPr/>
        </p:nvSpPr>
        <p:spPr>
          <a:xfrm>
            <a:off x="2776756" y="1941961"/>
            <a:ext cx="2046570" cy="1446550"/>
          </a:xfrm>
          <a:prstGeom prst="rect">
            <a:avLst/>
          </a:prstGeom>
        </p:spPr>
        <p:txBody>
          <a:bodyPr wrap="square" lIns="91440" tIns="45720" rIns="91440" bIns="45720" anchor="t">
            <a:spAutoFit/>
          </a:bodyPr>
          <a:lstStyle/>
          <a:p>
            <a:pPr algn="ctr" defTabSz="228554">
              <a:defRPr/>
            </a:pPr>
            <a:r>
              <a:rPr lang="en-IN" sz="1100"/>
              <a:t>Proactive Agentic workflow for L2OAccelerating Agentic AI‑powered finance modernization across FP&amp;A, forecasting, fraud management, and planning with tailored AI use‑case development</a:t>
            </a:r>
            <a:endParaRPr lang="en-US"/>
          </a:p>
        </p:txBody>
      </p:sp>
      <p:sp>
        <p:nvSpPr>
          <p:cNvPr id="1075" name="Rounded Rectangle 5">
            <a:extLst>
              <a:ext uri="{FF2B5EF4-FFF2-40B4-BE49-F238E27FC236}">
                <a16:creationId xmlns:a16="http://schemas.microsoft.com/office/drawing/2014/main" id="{E74D50E7-6530-0DEC-868E-05CEEAD76356}"/>
              </a:ext>
            </a:extLst>
          </p:cNvPr>
          <p:cNvSpPr/>
          <p:nvPr/>
        </p:nvSpPr>
        <p:spPr>
          <a:xfrm>
            <a:off x="5006642" y="1076268"/>
            <a:ext cx="1906135" cy="2289049"/>
          </a:xfrm>
          <a:prstGeom prst="roundRect">
            <a:avLst>
              <a:gd name="adj" fmla="val 17713"/>
            </a:avLst>
          </a:prstGeom>
          <a:solidFill>
            <a:schemeClr val="bg1">
              <a:lumMod val="85000"/>
            </a:schemeClr>
          </a:solidFill>
          <a:ln>
            <a:noFill/>
          </a:ln>
          <a:effectLst>
            <a:glow rad="63500">
              <a:schemeClr val="accent1">
                <a:satMod val="175000"/>
                <a:alpha val="40000"/>
              </a:schemeClr>
            </a:glow>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554"/>
            <a:endParaRPr lang="en-US">
              <a:solidFill>
                <a:srgbClr val="FFFFFF"/>
              </a:solidFill>
            </a:endParaRPr>
          </a:p>
        </p:txBody>
      </p:sp>
      <p:sp>
        <p:nvSpPr>
          <p:cNvPr id="1076" name="Rounded Rectangle 6">
            <a:extLst>
              <a:ext uri="{FF2B5EF4-FFF2-40B4-BE49-F238E27FC236}">
                <a16:creationId xmlns:a16="http://schemas.microsoft.com/office/drawing/2014/main" id="{2B276502-DCF7-5D14-D623-C4B865FA0AB0}"/>
              </a:ext>
            </a:extLst>
          </p:cNvPr>
          <p:cNvSpPr/>
          <p:nvPr/>
        </p:nvSpPr>
        <p:spPr>
          <a:xfrm>
            <a:off x="4843648" y="1670712"/>
            <a:ext cx="2170437" cy="271248"/>
          </a:xfrm>
          <a:prstGeom prst="roundRect">
            <a:avLst>
              <a:gd name="adj" fmla="val 50000"/>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554"/>
            <a:r>
              <a:rPr lang="en-US" sz="1600">
                <a:solidFill>
                  <a:srgbClr val="FFFFFF"/>
                </a:solidFill>
              </a:rPr>
              <a:t>Orange</a:t>
            </a:r>
          </a:p>
        </p:txBody>
      </p:sp>
      <p:sp>
        <p:nvSpPr>
          <p:cNvPr id="1077" name="Rectangle 1076">
            <a:extLst>
              <a:ext uri="{FF2B5EF4-FFF2-40B4-BE49-F238E27FC236}">
                <a16:creationId xmlns:a16="http://schemas.microsoft.com/office/drawing/2014/main" id="{2FBCE460-6F20-C8E1-8197-33679715FAB5}"/>
              </a:ext>
            </a:extLst>
          </p:cNvPr>
          <p:cNvSpPr/>
          <p:nvPr/>
        </p:nvSpPr>
        <p:spPr>
          <a:xfrm>
            <a:off x="5006642" y="1907456"/>
            <a:ext cx="1906135" cy="1446550"/>
          </a:xfrm>
          <a:prstGeom prst="rect">
            <a:avLst/>
          </a:prstGeom>
        </p:spPr>
        <p:txBody>
          <a:bodyPr wrap="square">
            <a:spAutoFit/>
          </a:bodyPr>
          <a:lstStyle/>
          <a:p>
            <a:pPr algn="ctr" defTabSz="228554">
              <a:defRPr/>
            </a:pPr>
            <a:r>
              <a:rPr lang="en-IN" sz="1100"/>
              <a:t>POV was intended to showcase the benefit of IT Mutualization which covered the best practices for implementation, recommended IT mutualization Architecture and learnings from failures</a:t>
            </a:r>
          </a:p>
        </p:txBody>
      </p:sp>
      <p:sp>
        <p:nvSpPr>
          <p:cNvPr id="1078" name="Rounded Rectangle 5">
            <a:extLst>
              <a:ext uri="{FF2B5EF4-FFF2-40B4-BE49-F238E27FC236}">
                <a16:creationId xmlns:a16="http://schemas.microsoft.com/office/drawing/2014/main" id="{C6A54BBC-B6D4-04A7-D4B6-6E68332C67E5}"/>
              </a:ext>
            </a:extLst>
          </p:cNvPr>
          <p:cNvSpPr/>
          <p:nvPr/>
        </p:nvSpPr>
        <p:spPr>
          <a:xfrm>
            <a:off x="7174842" y="1076269"/>
            <a:ext cx="1906135" cy="2289049"/>
          </a:xfrm>
          <a:prstGeom prst="roundRect">
            <a:avLst>
              <a:gd name="adj" fmla="val 17713"/>
            </a:avLst>
          </a:prstGeom>
          <a:solidFill>
            <a:schemeClr val="bg1">
              <a:lumMod val="85000"/>
            </a:schemeClr>
          </a:solidFill>
          <a:ln>
            <a:noFill/>
          </a:ln>
          <a:effectLst>
            <a:glow rad="63500">
              <a:schemeClr val="accent1">
                <a:satMod val="175000"/>
                <a:alpha val="40000"/>
              </a:schemeClr>
            </a:glow>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554"/>
            <a:endParaRPr lang="en-US">
              <a:solidFill>
                <a:srgbClr val="FFFFFF"/>
              </a:solidFill>
            </a:endParaRPr>
          </a:p>
        </p:txBody>
      </p:sp>
      <p:sp>
        <p:nvSpPr>
          <p:cNvPr id="1079" name="Rounded Rectangle 6">
            <a:extLst>
              <a:ext uri="{FF2B5EF4-FFF2-40B4-BE49-F238E27FC236}">
                <a16:creationId xmlns:a16="http://schemas.microsoft.com/office/drawing/2014/main" id="{E8E35327-534F-EE63-F20F-ECA4F7F130EE}"/>
              </a:ext>
            </a:extLst>
          </p:cNvPr>
          <p:cNvSpPr/>
          <p:nvPr/>
        </p:nvSpPr>
        <p:spPr>
          <a:xfrm>
            <a:off x="7011848" y="1670713"/>
            <a:ext cx="2170437" cy="271248"/>
          </a:xfrm>
          <a:prstGeom prst="roundRect">
            <a:avLst>
              <a:gd name="adj" fmla="val 50000"/>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554"/>
            <a:r>
              <a:rPr lang="en-US" sz="1600">
                <a:solidFill>
                  <a:srgbClr val="FFFFFF"/>
                </a:solidFill>
              </a:rPr>
              <a:t>Maxis</a:t>
            </a:r>
          </a:p>
        </p:txBody>
      </p:sp>
      <p:sp>
        <p:nvSpPr>
          <p:cNvPr id="1080" name="Rectangle 1079">
            <a:extLst>
              <a:ext uri="{FF2B5EF4-FFF2-40B4-BE49-F238E27FC236}">
                <a16:creationId xmlns:a16="http://schemas.microsoft.com/office/drawing/2014/main" id="{DD548C36-E244-0332-58E7-1A176DAE52C5}"/>
              </a:ext>
            </a:extLst>
          </p:cNvPr>
          <p:cNvSpPr/>
          <p:nvPr/>
        </p:nvSpPr>
        <p:spPr>
          <a:xfrm>
            <a:off x="7174842" y="1941961"/>
            <a:ext cx="1906135" cy="1446550"/>
          </a:xfrm>
          <a:prstGeom prst="rect">
            <a:avLst/>
          </a:prstGeom>
        </p:spPr>
        <p:txBody>
          <a:bodyPr wrap="square">
            <a:spAutoFit/>
          </a:bodyPr>
          <a:lstStyle/>
          <a:p>
            <a:pPr algn="ctr" defTabSz="228554">
              <a:defRPr/>
            </a:pPr>
            <a:r>
              <a:rPr lang="en-IN" sz="1100"/>
              <a:t>Wholesale will become a platform-led digital infrastructure player through a data-driven strategy, operating model transformation, and a five-year roadmap for scalable growth</a:t>
            </a:r>
          </a:p>
        </p:txBody>
      </p:sp>
      <p:sp>
        <p:nvSpPr>
          <p:cNvPr id="1081" name="Rounded Rectangle 5">
            <a:extLst>
              <a:ext uri="{FF2B5EF4-FFF2-40B4-BE49-F238E27FC236}">
                <a16:creationId xmlns:a16="http://schemas.microsoft.com/office/drawing/2014/main" id="{D09B2902-3279-FA07-CBC0-EA793A33588E}"/>
              </a:ext>
            </a:extLst>
          </p:cNvPr>
          <p:cNvSpPr/>
          <p:nvPr/>
        </p:nvSpPr>
        <p:spPr>
          <a:xfrm>
            <a:off x="9343042" y="1076269"/>
            <a:ext cx="1906135" cy="2289049"/>
          </a:xfrm>
          <a:prstGeom prst="roundRect">
            <a:avLst>
              <a:gd name="adj" fmla="val 17713"/>
            </a:avLst>
          </a:prstGeom>
          <a:solidFill>
            <a:schemeClr val="bg1">
              <a:lumMod val="85000"/>
            </a:schemeClr>
          </a:solidFill>
          <a:ln>
            <a:noFill/>
          </a:ln>
          <a:effectLst>
            <a:glow rad="63500">
              <a:schemeClr val="accent1">
                <a:satMod val="175000"/>
                <a:alpha val="40000"/>
              </a:schemeClr>
            </a:glow>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554"/>
            <a:endParaRPr lang="en-US">
              <a:solidFill>
                <a:schemeClr val="tx1"/>
              </a:solidFill>
            </a:endParaRPr>
          </a:p>
        </p:txBody>
      </p:sp>
      <p:sp>
        <p:nvSpPr>
          <p:cNvPr id="1082" name="Rounded Rectangle 6">
            <a:extLst>
              <a:ext uri="{FF2B5EF4-FFF2-40B4-BE49-F238E27FC236}">
                <a16:creationId xmlns:a16="http://schemas.microsoft.com/office/drawing/2014/main" id="{8B6DA2B4-9808-6EA3-D52B-ADA1BDA91044}"/>
              </a:ext>
            </a:extLst>
          </p:cNvPr>
          <p:cNvSpPr/>
          <p:nvPr/>
        </p:nvSpPr>
        <p:spPr>
          <a:xfrm>
            <a:off x="9180048" y="1670713"/>
            <a:ext cx="2170437" cy="271248"/>
          </a:xfrm>
          <a:prstGeom prst="roundRect">
            <a:avLst>
              <a:gd name="adj" fmla="val 50000"/>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554"/>
            <a:r>
              <a:rPr lang="en-US" sz="1600">
                <a:solidFill>
                  <a:srgbClr val="FFFFFF"/>
                </a:solidFill>
              </a:rPr>
              <a:t>Dell</a:t>
            </a:r>
          </a:p>
        </p:txBody>
      </p:sp>
      <p:sp>
        <p:nvSpPr>
          <p:cNvPr id="1083" name="Rectangle 1082">
            <a:extLst>
              <a:ext uri="{FF2B5EF4-FFF2-40B4-BE49-F238E27FC236}">
                <a16:creationId xmlns:a16="http://schemas.microsoft.com/office/drawing/2014/main" id="{1573D96E-44A2-3DBA-BE5C-440BA1C4BBCC}"/>
              </a:ext>
            </a:extLst>
          </p:cNvPr>
          <p:cNvSpPr/>
          <p:nvPr/>
        </p:nvSpPr>
        <p:spPr>
          <a:xfrm>
            <a:off x="9343042" y="1941961"/>
            <a:ext cx="1906135" cy="1446550"/>
          </a:xfrm>
          <a:prstGeom prst="rect">
            <a:avLst/>
          </a:prstGeom>
        </p:spPr>
        <p:txBody>
          <a:bodyPr wrap="square">
            <a:spAutoFit/>
          </a:bodyPr>
          <a:lstStyle/>
          <a:p>
            <a:pPr algn="ctr" defTabSz="228554">
              <a:defRPr/>
            </a:pPr>
            <a:r>
              <a:rPr lang="en-IN" sz="1100"/>
              <a:t>Dell will enhance online care to boost self-service, reduce support tickets, and improve customer experience, with Invent leading solution architecture and product management</a:t>
            </a:r>
          </a:p>
        </p:txBody>
      </p:sp>
      <p:sp>
        <p:nvSpPr>
          <p:cNvPr id="1087" name="Rounded Rectangle 5">
            <a:extLst>
              <a:ext uri="{FF2B5EF4-FFF2-40B4-BE49-F238E27FC236}">
                <a16:creationId xmlns:a16="http://schemas.microsoft.com/office/drawing/2014/main" id="{E9C882E5-BF29-4708-A4A2-E6F084E8F1AE}"/>
              </a:ext>
            </a:extLst>
          </p:cNvPr>
          <p:cNvSpPr/>
          <p:nvPr/>
        </p:nvSpPr>
        <p:spPr>
          <a:xfrm>
            <a:off x="670242" y="3644152"/>
            <a:ext cx="1906135" cy="2289049"/>
          </a:xfrm>
          <a:prstGeom prst="roundRect">
            <a:avLst>
              <a:gd name="adj" fmla="val 17713"/>
            </a:avLst>
          </a:prstGeom>
          <a:solidFill>
            <a:schemeClr val="bg1">
              <a:lumMod val="85000"/>
            </a:schemeClr>
          </a:solidFill>
          <a:ln>
            <a:noFill/>
          </a:ln>
          <a:effectLst>
            <a:glow rad="63500">
              <a:schemeClr val="accent1">
                <a:satMod val="175000"/>
                <a:alpha val="40000"/>
              </a:schemeClr>
            </a:glow>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554"/>
            <a:endParaRPr lang="en-US">
              <a:solidFill>
                <a:srgbClr val="FFFFFF"/>
              </a:solidFill>
            </a:endParaRPr>
          </a:p>
        </p:txBody>
      </p:sp>
      <p:sp>
        <p:nvSpPr>
          <p:cNvPr id="1088" name="Rounded Rectangle 6">
            <a:extLst>
              <a:ext uri="{FF2B5EF4-FFF2-40B4-BE49-F238E27FC236}">
                <a16:creationId xmlns:a16="http://schemas.microsoft.com/office/drawing/2014/main" id="{14DE7625-37AC-907D-80D3-F48C239231EA}"/>
              </a:ext>
            </a:extLst>
          </p:cNvPr>
          <p:cNvSpPr/>
          <p:nvPr/>
        </p:nvSpPr>
        <p:spPr>
          <a:xfrm>
            <a:off x="507248" y="4238596"/>
            <a:ext cx="2170437" cy="271248"/>
          </a:xfrm>
          <a:prstGeom prst="roundRect">
            <a:avLst>
              <a:gd name="adj" fmla="val 50000"/>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554"/>
            <a:r>
              <a:rPr lang="en-US" sz="1600">
                <a:solidFill>
                  <a:srgbClr val="FFFFFF"/>
                </a:solidFill>
              </a:rPr>
              <a:t>Saudi Telecom</a:t>
            </a:r>
          </a:p>
        </p:txBody>
      </p:sp>
      <p:sp>
        <p:nvSpPr>
          <p:cNvPr id="1089" name="Rectangle 1088">
            <a:extLst>
              <a:ext uri="{FF2B5EF4-FFF2-40B4-BE49-F238E27FC236}">
                <a16:creationId xmlns:a16="http://schemas.microsoft.com/office/drawing/2014/main" id="{565D0200-1584-D738-052B-41F55F310F05}"/>
              </a:ext>
            </a:extLst>
          </p:cNvPr>
          <p:cNvSpPr/>
          <p:nvPr/>
        </p:nvSpPr>
        <p:spPr>
          <a:xfrm>
            <a:off x="670242" y="4509844"/>
            <a:ext cx="1906135" cy="1107996"/>
          </a:xfrm>
          <a:prstGeom prst="rect">
            <a:avLst/>
          </a:prstGeom>
        </p:spPr>
        <p:txBody>
          <a:bodyPr wrap="square">
            <a:spAutoFit/>
          </a:bodyPr>
          <a:lstStyle/>
          <a:p>
            <a:pPr algn="ctr" defTabSz="228554">
              <a:defRPr/>
            </a:pPr>
            <a:r>
              <a:rPr lang="en-IN" sz="1100"/>
              <a:t>Re‑engineering 464+ wholesale processes using ARIS‑driven process design, supported collaboratively by Invent India and Invent Germany</a:t>
            </a:r>
          </a:p>
        </p:txBody>
      </p:sp>
      <p:sp>
        <p:nvSpPr>
          <p:cNvPr id="1090" name="Rounded Rectangle 5">
            <a:extLst>
              <a:ext uri="{FF2B5EF4-FFF2-40B4-BE49-F238E27FC236}">
                <a16:creationId xmlns:a16="http://schemas.microsoft.com/office/drawing/2014/main" id="{ED516ECF-3A61-E945-C4B7-92361B6B1A3B}"/>
              </a:ext>
            </a:extLst>
          </p:cNvPr>
          <p:cNvSpPr/>
          <p:nvPr/>
        </p:nvSpPr>
        <p:spPr>
          <a:xfrm>
            <a:off x="2838442" y="3644152"/>
            <a:ext cx="1906135" cy="2289049"/>
          </a:xfrm>
          <a:prstGeom prst="roundRect">
            <a:avLst>
              <a:gd name="adj" fmla="val 17713"/>
            </a:avLst>
          </a:prstGeom>
          <a:solidFill>
            <a:schemeClr val="bg1">
              <a:lumMod val="85000"/>
            </a:schemeClr>
          </a:solidFill>
          <a:ln>
            <a:noFill/>
          </a:ln>
          <a:effectLst>
            <a:glow rad="63500">
              <a:schemeClr val="accent1">
                <a:satMod val="175000"/>
                <a:alpha val="40000"/>
              </a:schemeClr>
            </a:glow>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554"/>
            <a:endParaRPr lang="en-US">
              <a:solidFill>
                <a:srgbClr val="FFFFFF"/>
              </a:solidFill>
            </a:endParaRPr>
          </a:p>
        </p:txBody>
      </p:sp>
      <p:sp>
        <p:nvSpPr>
          <p:cNvPr id="1091" name="Rounded Rectangle 6">
            <a:extLst>
              <a:ext uri="{FF2B5EF4-FFF2-40B4-BE49-F238E27FC236}">
                <a16:creationId xmlns:a16="http://schemas.microsoft.com/office/drawing/2014/main" id="{19A7ED70-F05E-9F4B-7CF5-65579641C077}"/>
              </a:ext>
            </a:extLst>
          </p:cNvPr>
          <p:cNvSpPr/>
          <p:nvPr/>
        </p:nvSpPr>
        <p:spPr>
          <a:xfrm>
            <a:off x="2675448" y="4238596"/>
            <a:ext cx="2170437" cy="271248"/>
          </a:xfrm>
          <a:prstGeom prst="roundRect">
            <a:avLst>
              <a:gd name="adj" fmla="val 50000"/>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554"/>
            <a:r>
              <a:rPr lang="en-US" sz="1600">
                <a:solidFill>
                  <a:srgbClr val="FFFFFF"/>
                </a:solidFill>
              </a:rPr>
              <a:t>Liberty LAM</a:t>
            </a:r>
          </a:p>
        </p:txBody>
      </p:sp>
      <p:sp>
        <p:nvSpPr>
          <p:cNvPr id="1092" name="Rectangle 1091">
            <a:extLst>
              <a:ext uri="{FF2B5EF4-FFF2-40B4-BE49-F238E27FC236}">
                <a16:creationId xmlns:a16="http://schemas.microsoft.com/office/drawing/2014/main" id="{D20E9188-9967-9AA7-1990-277CC7E81DD2}"/>
              </a:ext>
            </a:extLst>
          </p:cNvPr>
          <p:cNvSpPr/>
          <p:nvPr/>
        </p:nvSpPr>
        <p:spPr>
          <a:xfrm>
            <a:off x="2776756" y="4509844"/>
            <a:ext cx="2046570" cy="1277273"/>
          </a:xfrm>
          <a:prstGeom prst="rect">
            <a:avLst/>
          </a:prstGeom>
        </p:spPr>
        <p:txBody>
          <a:bodyPr wrap="square">
            <a:spAutoFit/>
          </a:bodyPr>
          <a:lstStyle/>
          <a:p>
            <a:pPr algn="ctr" defTabSz="228554">
              <a:defRPr/>
            </a:pPr>
            <a:r>
              <a:rPr lang="en-IN" sz="1100"/>
              <a:t>The AI Governance RFP defines Define AI governance and establish a Use Case Factory to standardize, scale, and accelerate compliant AI value delivery</a:t>
            </a:r>
          </a:p>
        </p:txBody>
      </p:sp>
      <p:sp>
        <p:nvSpPr>
          <p:cNvPr id="1093" name="Rounded Rectangle 5">
            <a:extLst>
              <a:ext uri="{FF2B5EF4-FFF2-40B4-BE49-F238E27FC236}">
                <a16:creationId xmlns:a16="http://schemas.microsoft.com/office/drawing/2014/main" id="{DF94BBE1-8FEF-1C7E-9DA1-D50091627AA0}"/>
              </a:ext>
            </a:extLst>
          </p:cNvPr>
          <p:cNvSpPr/>
          <p:nvPr/>
        </p:nvSpPr>
        <p:spPr>
          <a:xfrm>
            <a:off x="5006642" y="3644151"/>
            <a:ext cx="1906135" cy="2289049"/>
          </a:xfrm>
          <a:prstGeom prst="roundRect">
            <a:avLst>
              <a:gd name="adj" fmla="val 17713"/>
            </a:avLst>
          </a:prstGeom>
          <a:solidFill>
            <a:schemeClr val="bg1">
              <a:lumMod val="85000"/>
            </a:schemeClr>
          </a:solidFill>
          <a:ln>
            <a:noFill/>
          </a:ln>
          <a:effectLst>
            <a:glow rad="63500">
              <a:schemeClr val="accent1">
                <a:satMod val="175000"/>
                <a:alpha val="40000"/>
              </a:schemeClr>
            </a:glow>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554"/>
            <a:endParaRPr lang="en-US">
              <a:solidFill>
                <a:srgbClr val="FFFFFF"/>
              </a:solidFill>
            </a:endParaRPr>
          </a:p>
        </p:txBody>
      </p:sp>
      <p:sp>
        <p:nvSpPr>
          <p:cNvPr id="1094" name="Rounded Rectangle 6">
            <a:extLst>
              <a:ext uri="{FF2B5EF4-FFF2-40B4-BE49-F238E27FC236}">
                <a16:creationId xmlns:a16="http://schemas.microsoft.com/office/drawing/2014/main" id="{71633FC9-3EEF-ABAE-B059-FCA2A51F7A82}"/>
              </a:ext>
            </a:extLst>
          </p:cNvPr>
          <p:cNvSpPr/>
          <p:nvPr/>
        </p:nvSpPr>
        <p:spPr>
          <a:xfrm>
            <a:off x="4843648" y="4238595"/>
            <a:ext cx="2170437" cy="271248"/>
          </a:xfrm>
          <a:prstGeom prst="roundRect">
            <a:avLst>
              <a:gd name="adj" fmla="val 50000"/>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554"/>
            <a:r>
              <a:rPr lang="en-US" sz="1600" err="1">
                <a:solidFill>
                  <a:srgbClr val="FFFFFF"/>
                </a:solidFill>
              </a:rPr>
              <a:t>Fastweb</a:t>
            </a:r>
            <a:r>
              <a:rPr lang="en-US" sz="1600">
                <a:solidFill>
                  <a:srgbClr val="FFFFFF"/>
                </a:solidFill>
              </a:rPr>
              <a:t> + Vodafone</a:t>
            </a:r>
          </a:p>
        </p:txBody>
      </p:sp>
      <p:sp>
        <p:nvSpPr>
          <p:cNvPr id="1095" name="Rectangle 1094">
            <a:extLst>
              <a:ext uri="{FF2B5EF4-FFF2-40B4-BE49-F238E27FC236}">
                <a16:creationId xmlns:a16="http://schemas.microsoft.com/office/drawing/2014/main" id="{3D8BCB85-EFFD-9FB1-2E89-B4B38FE238D8}"/>
              </a:ext>
            </a:extLst>
          </p:cNvPr>
          <p:cNvSpPr/>
          <p:nvPr/>
        </p:nvSpPr>
        <p:spPr>
          <a:xfrm>
            <a:off x="5006642" y="4509843"/>
            <a:ext cx="1906135" cy="1446550"/>
          </a:xfrm>
          <a:prstGeom prst="rect">
            <a:avLst/>
          </a:prstGeom>
        </p:spPr>
        <p:txBody>
          <a:bodyPr wrap="square">
            <a:spAutoFit/>
          </a:bodyPr>
          <a:lstStyle/>
          <a:p>
            <a:pPr algn="ctr" defTabSz="228554">
              <a:defRPr/>
            </a:pPr>
            <a:r>
              <a:rPr lang="en-IN" sz="1100" err="1"/>
              <a:t>Fastweb</a:t>
            </a:r>
            <a:r>
              <a:rPr lang="en-IN" sz="1100"/>
              <a:t> and Vodafone will consolidate vendors and automate operations to cut overlap, reduce costs, improve efficiency, and scale through centralization and harmonization</a:t>
            </a:r>
          </a:p>
        </p:txBody>
      </p:sp>
      <p:sp>
        <p:nvSpPr>
          <p:cNvPr id="1096" name="Rounded Rectangle 5">
            <a:extLst>
              <a:ext uri="{FF2B5EF4-FFF2-40B4-BE49-F238E27FC236}">
                <a16:creationId xmlns:a16="http://schemas.microsoft.com/office/drawing/2014/main" id="{9868E8ED-DA70-09FD-099A-6AED4E8465EA}"/>
              </a:ext>
            </a:extLst>
          </p:cNvPr>
          <p:cNvSpPr/>
          <p:nvPr/>
        </p:nvSpPr>
        <p:spPr>
          <a:xfrm>
            <a:off x="7174842" y="3644152"/>
            <a:ext cx="1906135" cy="2289049"/>
          </a:xfrm>
          <a:prstGeom prst="roundRect">
            <a:avLst>
              <a:gd name="adj" fmla="val 17713"/>
            </a:avLst>
          </a:prstGeom>
          <a:solidFill>
            <a:schemeClr val="bg1">
              <a:lumMod val="85000"/>
            </a:schemeClr>
          </a:solidFill>
          <a:ln>
            <a:noFill/>
          </a:ln>
          <a:effectLst>
            <a:glow rad="63500">
              <a:schemeClr val="accent1">
                <a:satMod val="175000"/>
                <a:alpha val="40000"/>
              </a:schemeClr>
            </a:glow>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554"/>
            <a:endParaRPr lang="en-US">
              <a:solidFill>
                <a:srgbClr val="FFFFFF"/>
              </a:solidFill>
            </a:endParaRPr>
          </a:p>
        </p:txBody>
      </p:sp>
      <p:sp>
        <p:nvSpPr>
          <p:cNvPr id="1097" name="Rounded Rectangle 6">
            <a:extLst>
              <a:ext uri="{FF2B5EF4-FFF2-40B4-BE49-F238E27FC236}">
                <a16:creationId xmlns:a16="http://schemas.microsoft.com/office/drawing/2014/main" id="{12747731-5342-4F54-1E73-E92481810E54}"/>
              </a:ext>
            </a:extLst>
          </p:cNvPr>
          <p:cNvSpPr/>
          <p:nvPr/>
        </p:nvSpPr>
        <p:spPr>
          <a:xfrm>
            <a:off x="7011848" y="4238596"/>
            <a:ext cx="2170437" cy="271248"/>
          </a:xfrm>
          <a:prstGeom prst="roundRect">
            <a:avLst>
              <a:gd name="adj" fmla="val 50000"/>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554"/>
            <a:r>
              <a:rPr lang="en-US" sz="1600">
                <a:solidFill>
                  <a:srgbClr val="FFFFFF"/>
                </a:solidFill>
              </a:rPr>
              <a:t>ASML</a:t>
            </a:r>
          </a:p>
        </p:txBody>
      </p:sp>
      <p:sp>
        <p:nvSpPr>
          <p:cNvPr id="1098" name="Rectangle 1097">
            <a:extLst>
              <a:ext uri="{FF2B5EF4-FFF2-40B4-BE49-F238E27FC236}">
                <a16:creationId xmlns:a16="http://schemas.microsoft.com/office/drawing/2014/main" id="{79987E14-DDD9-3DBA-6DCC-3815A5A021DF}"/>
              </a:ext>
            </a:extLst>
          </p:cNvPr>
          <p:cNvSpPr/>
          <p:nvPr/>
        </p:nvSpPr>
        <p:spPr>
          <a:xfrm>
            <a:off x="7174842" y="4509844"/>
            <a:ext cx="1906135" cy="1277273"/>
          </a:xfrm>
          <a:prstGeom prst="rect">
            <a:avLst/>
          </a:prstGeom>
        </p:spPr>
        <p:txBody>
          <a:bodyPr wrap="square">
            <a:spAutoFit/>
          </a:bodyPr>
          <a:lstStyle/>
          <a:p>
            <a:pPr algn="ctr" defTabSz="228554">
              <a:defRPr/>
            </a:pPr>
            <a:r>
              <a:rPr lang="en-IN" sz="1100"/>
              <a:t>RFI seeks suppliers able to provide platform-neutral, validated benchmark data for annual workplace benchmarking and ambition-setting across key people drivers</a:t>
            </a:r>
          </a:p>
        </p:txBody>
      </p:sp>
      <p:sp>
        <p:nvSpPr>
          <p:cNvPr id="1099" name="Rounded Rectangle 5">
            <a:extLst>
              <a:ext uri="{FF2B5EF4-FFF2-40B4-BE49-F238E27FC236}">
                <a16:creationId xmlns:a16="http://schemas.microsoft.com/office/drawing/2014/main" id="{CC527E6C-F7A6-6A72-FA63-5EF2EAD44010}"/>
              </a:ext>
            </a:extLst>
          </p:cNvPr>
          <p:cNvSpPr/>
          <p:nvPr/>
        </p:nvSpPr>
        <p:spPr>
          <a:xfrm>
            <a:off x="9343042" y="3644152"/>
            <a:ext cx="1906135" cy="2289049"/>
          </a:xfrm>
          <a:prstGeom prst="roundRect">
            <a:avLst>
              <a:gd name="adj" fmla="val 17713"/>
            </a:avLst>
          </a:prstGeom>
          <a:solidFill>
            <a:schemeClr val="bg1">
              <a:lumMod val="85000"/>
            </a:schemeClr>
          </a:solidFill>
          <a:ln>
            <a:noFill/>
          </a:ln>
          <a:effectLst>
            <a:glow rad="63500">
              <a:schemeClr val="accent1">
                <a:satMod val="175000"/>
                <a:alpha val="40000"/>
              </a:schemeClr>
            </a:glow>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sz="1100">
              <a:solidFill>
                <a:schemeClr val="tx1"/>
              </a:solidFill>
            </a:endParaRPr>
          </a:p>
          <a:p>
            <a:endParaRPr lang="en-IN" sz="1100">
              <a:solidFill>
                <a:schemeClr val="tx1"/>
              </a:solidFill>
            </a:endParaRPr>
          </a:p>
          <a:p>
            <a:endParaRPr lang="en-IN" sz="1100">
              <a:solidFill>
                <a:schemeClr val="tx1"/>
              </a:solidFill>
            </a:endParaRPr>
          </a:p>
          <a:p>
            <a:endParaRPr lang="en-IN" sz="1100">
              <a:solidFill>
                <a:schemeClr val="tx1"/>
              </a:solidFill>
            </a:endParaRPr>
          </a:p>
          <a:p>
            <a:endParaRPr lang="en-IN" sz="1100">
              <a:solidFill>
                <a:schemeClr val="tx1"/>
              </a:solidFill>
            </a:endParaRPr>
          </a:p>
          <a:p>
            <a:pPr algn="ctr" defTabSz="228554">
              <a:defRPr/>
            </a:pPr>
            <a:r>
              <a:rPr lang="en-IN" sz="1100">
                <a:solidFill>
                  <a:schemeClr val="tx1"/>
                </a:solidFill>
              </a:rPr>
              <a:t>NBN RFP targets accelerating enterprise digital and AI transformation, focusing on execution, value-driven roadmaps, process transformation, and scalable AI</a:t>
            </a:r>
          </a:p>
        </p:txBody>
      </p:sp>
      <p:sp>
        <p:nvSpPr>
          <p:cNvPr id="1100" name="Rounded Rectangle 6">
            <a:extLst>
              <a:ext uri="{FF2B5EF4-FFF2-40B4-BE49-F238E27FC236}">
                <a16:creationId xmlns:a16="http://schemas.microsoft.com/office/drawing/2014/main" id="{38705ED1-3657-B3B9-6047-91695FB07022}"/>
              </a:ext>
            </a:extLst>
          </p:cNvPr>
          <p:cNvSpPr/>
          <p:nvPr/>
        </p:nvSpPr>
        <p:spPr>
          <a:xfrm>
            <a:off x="9180048" y="4238596"/>
            <a:ext cx="2170437" cy="271248"/>
          </a:xfrm>
          <a:prstGeom prst="roundRect">
            <a:avLst>
              <a:gd name="adj" fmla="val 50000"/>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554"/>
            <a:r>
              <a:rPr lang="en-US" sz="1600">
                <a:solidFill>
                  <a:srgbClr val="FFFFFF"/>
                </a:solidFill>
              </a:rPr>
              <a:t>NBN</a:t>
            </a:r>
          </a:p>
        </p:txBody>
      </p:sp>
      <p:sp>
        <p:nvSpPr>
          <p:cNvPr id="1104" name="Oval 1103">
            <a:extLst>
              <a:ext uri="{FF2B5EF4-FFF2-40B4-BE49-F238E27FC236}">
                <a16:creationId xmlns:a16="http://schemas.microsoft.com/office/drawing/2014/main" id="{37E86F37-14F2-83FA-BC5E-840701EC208D}"/>
              </a:ext>
            </a:extLst>
          </p:cNvPr>
          <p:cNvSpPr>
            <a:spLocks noChangeAspect="1"/>
          </p:cNvSpPr>
          <p:nvPr/>
        </p:nvSpPr>
        <p:spPr>
          <a:xfrm>
            <a:off x="1322466" y="3660912"/>
            <a:ext cx="540000" cy="540000"/>
          </a:xfrm>
          <a:prstGeom prst="ellipse">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ea typeface="+mn-ea"/>
              <a:cs typeface="+mn-cs"/>
            </a:endParaRPr>
          </a:p>
        </p:txBody>
      </p:sp>
      <p:pic>
        <p:nvPicPr>
          <p:cNvPr id="1103" name="Picture 1102" descr="A purple and black logo&#10;&#10;Description automatically generated">
            <a:extLst>
              <a:ext uri="{FF2B5EF4-FFF2-40B4-BE49-F238E27FC236}">
                <a16:creationId xmlns:a16="http://schemas.microsoft.com/office/drawing/2014/main" id="{916A3502-03F6-4949-7C63-DBBF8A41A6DA}"/>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341509" y="3791997"/>
            <a:ext cx="520957" cy="260479"/>
          </a:xfrm>
          <a:prstGeom prst="rect">
            <a:avLst/>
          </a:prstGeom>
        </p:spPr>
      </p:pic>
      <p:sp>
        <p:nvSpPr>
          <p:cNvPr id="1105" name="Oval 1104">
            <a:extLst>
              <a:ext uri="{FF2B5EF4-FFF2-40B4-BE49-F238E27FC236}">
                <a16:creationId xmlns:a16="http://schemas.microsoft.com/office/drawing/2014/main" id="{8221EA3A-4981-61FD-D470-90FDEB746537}"/>
              </a:ext>
            </a:extLst>
          </p:cNvPr>
          <p:cNvSpPr>
            <a:spLocks noChangeAspect="1"/>
          </p:cNvSpPr>
          <p:nvPr/>
        </p:nvSpPr>
        <p:spPr>
          <a:xfrm>
            <a:off x="3490666" y="1092614"/>
            <a:ext cx="540000" cy="540000"/>
          </a:xfrm>
          <a:prstGeom prst="ellipse">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ea typeface="+mn-ea"/>
              <a:cs typeface="+mn-cs"/>
            </a:endParaRPr>
          </a:p>
        </p:txBody>
      </p:sp>
      <p:sp>
        <p:nvSpPr>
          <p:cNvPr id="1106" name="Oval 1105">
            <a:extLst>
              <a:ext uri="{FF2B5EF4-FFF2-40B4-BE49-F238E27FC236}">
                <a16:creationId xmlns:a16="http://schemas.microsoft.com/office/drawing/2014/main" id="{7F4051BA-C718-70AE-D535-C4DF66CF4F50}"/>
              </a:ext>
            </a:extLst>
          </p:cNvPr>
          <p:cNvSpPr>
            <a:spLocks noChangeAspect="1"/>
          </p:cNvSpPr>
          <p:nvPr/>
        </p:nvSpPr>
        <p:spPr>
          <a:xfrm>
            <a:off x="3490666" y="3669488"/>
            <a:ext cx="540000" cy="540000"/>
          </a:xfrm>
          <a:prstGeom prst="ellipse">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ea typeface="+mn-ea"/>
              <a:cs typeface="+mn-cs"/>
            </a:endParaRPr>
          </a:p>
        </p:txBody>
      </p:sp>
      <p:sp>
        <p:nvSpPr>
          <p:cNvPr id="1107" name="Oval 1106">
            <a:extLst>
              <a:ext uri="{FF2B5EF4-FFF2-40B4-BE49-F238E27FC236}">
                <a16:creationId xmlns:a16="http://schemas.microsoft.com/office/drawing/2014/main" id="{C761CFFC-821A-97F2-9EC2-73B1BB29DBF4}"/>
              </a:ext>
            </a:extLst>
          </p:cNvPr>
          <p:cNvSpPr>
            <a:spLocks noChangeAspect="1"/>
          </p:cNvSpPr>
          <p:nvPr/>
        </p:nvSpPr>
        <p:spPr>
          <a:xfrm>
            <a:off x="5663961" y="1092614"/>
            <a:ext cx="540000" cy="540000"/>
          </a:xfrm>
          <a:prstGeom prst="ellipse">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ea typeface="+mn-ea"/>
              <a:cs typeface="+mn-cs"/>
            </a:endParaRPr>
          </a:p>
        </p:txBody>
      </p:sp>
      <p:sp>
        <p:nvSpPr>
          <p:cNvPr id="1108" name="Oval 1107">
            <a:extLst>
              <a:ext uri="{FF2B5EF4-FFF2-40B4-BE49-F238E27FC236}">
                <a16:creationId xmlns:a16="http://schemas.microsoft.com/office/drawing/2014/main" id="{E5622734-828E-9302-F8BB-481226FC7520}"/>
              </a:ext>
            </a:extLst>
          </p:cNvPr>
          <p:cNvSpPr>
            <a:spLocks noChangeAspect="1"/>
          </p:cNvSpPr>
          <p:nvPr/>
        </p:nvSpPr>
        <p:spPr>
          <a:xfrm>
            <a:off x="5663961" y="3669488"/>
            <a:ext cx="540000" cy="540000"/>
          </a:xfrm>
          <a:prstGeom prst="ellipse">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ea typeface="+mn-ea"/>
              <a:cs typeface="+mn-cs"/>
            </a:endParaRPr>
          </a:p>
        </p:txBody>
      </p:sp>
      <p:sp>
        <p:nvSpPr>
          <p:cNvPr id="1109" name="Oval 1108">
            <a:extLst>
              <a:ext uri="{FF2B5EF4-FFF2-40B4-BE49-F238E27FC236}">
                <a16:creationId xmlns:a16="http://schemas.microsoft.com/office/drawing/2014/main" id="{2A9927BF-C16E-2192-BD68-B8F036DDF9FB}"/>
              </a:ext>
            </a:extLst>
          </p:cNvPr>
          <p:cNvSpPr>
            <a:spLocks noChangeAspect="1"/>
          </p:cNvSpPr>
          <p:nvPr/>
        </p:nvSpPr>
        <p:spPr>
          <a:xfrm>
            <a:off x="7825937" y="1114047"/>
            <a:ext cx="540000" cy="540000"/>
          </a:xfrm>
          <a:prstGeom prst="ellipse">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ea typeface="+mn-ea"/>
              <a:cs typeface="+mn-cs"/>
            </a:endParaRPr>
          </a:p>
        </p:txBody>
      </p:sp>
      <p:sp>
        <p:nvSpPr>
          <p:cNvPr id="1110" name="Oval 1109">
            <a:extLst>
              <a:ext uri="{FF2B5EF4-FFF2-40B4-BE49-F238E27FC236}">
                <a16:creationId xmlns:a16="http://schemas.microsoft.com/office/drawing/2014/main" id="{B5CEF78B-AB95-887E-4CDF-018BC58AB5C3}"/>
              </a:ext>
            </a:extLst>
          </p:cNvPr>
          <p:cNvSpPr>
            <a:spLocks noChangeAspect="1"/>
          </p:cNvSpPr>
          <p:nvPr/>
        </p:nvSpPr>
        <p:spPr>
          <a:xfrm>
            <a:off x="7825937" y="3690921"/>
            <a:ext cx="540000" cy="540000"/>
          </a:xfrm>
          <a:prstGeom prst="ellipse">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ea typeface="+mn-ea"/>
              <a:cs typeface="+mn-cs"/>
            </a:endParaRPr>
          </a:p>
        </p:txBody>
      </p:sp>
      <p:sp>
        <p:nvSpPr>
          <p:cNvPr id="1111" name="Oval 1110">
            <a:extLst>
              <a:ext uri="{FF2B5EF4-FFF2-40B4-BE49-F238E27FC236}">
                <a16:creationId xmlns:a16="http://schemas.microsoft.com/office/drawing/2014/main" id="{94621238-431B-D6BB-1732-7CE6C32A3704}"/>
              </a:ext>
            </a:extLst>
          </p:cNvPr>
          <p:cNvSpPr>
            <a:spLocks noChangeAspect="1"/>
          </p:cNvSpPr>
          <p:nvPr/>
        </p:nvSpPr>
        <p:spPr>
          <a:xfrm>
            <a:off x="9999232" y="1114047"/>
            <a:ext cx="540000" cy="540000"/>
          </a:xfrm>
          <a:prstGeom prst="ellipse">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ea typeface="+mn-ea"/>
              <a:cs typeface="+mn-cs"/>
            </a:endParaRPr>
          </a:p>
        </p:txBody>
      </p:sp>
      <p:sp>
        <p:nvSpPr>
          <p:cNvPr id="1112" name="Oval 1111">
            <a:extLst>
              <a:ext uri="{FF2B5EF4-FFF2-40B4-BE49-F238E27FC236}">
                <a16:creationId xmlns:a16="http://schemas.microsoft.com/office/drawing/2014/main" id="{89207846-0FBE-569F-83FE-5DD96BCF9AFF}"/>
              </a:ext>
            </a:extLst>
          </p:cNvPr>
          <p:cNvSpPr>
            <a:spLocks noChangeAspect="1"/>
          </p:cNvSpPr>
          <p:nvPr/>
        </p:nvSpPr>
        <p:spPr>
          <a:xfrm>
            <a:off x="9999232" y="3690921"/>
            <a:ext cx="540000" cy="540000"/>
          </a:xfrm>
          <a:prstGeom prst="ellipse">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ea typeface="+mn-ea"/>
              <a:cs typeface="+mn-cs"/>
            </a:endParaRPr>
          </a:p>
        </p:txBody>
      </p:sp>
      <p:pic>
        <p:nvPicPr>
          <p:cNvPr id="1113" name="Picture 1112" descr="A purple logo with black background&#10;&#10;Description automatically generated">
            <a:extLst>
              <a:ext uri="{FF2B5EF4-FFF2-40B4-BE49-F238E27FC236}">
                <a16:creationId xmlns:a16="http://schemas.microsoft.com/office/drawing/2014/main" id="{82C6DB22-1327-2BCA-BDB0-E26CF6A85DA3}"/>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3534486" y="1265012"/>
            <a:ext cx="452360" cy="178683"/>
          </a:xfrm>
          <a:prstGeom prst="rect">
            <a:avLst/>
          </a:prstGeom>
        </p:spPr>
      </p:pic>
      <p:pic>
        <p:nvPicPr>
          <p:cNvPr id="1114" name="Picture 1113" descr="A logo with a flower&#10;&#10;AI-generated content may be incorrect.">
            <a:extLst>
              <a:ext uri="{FF2B5EF4-FFF2-40B4-BE49-F238E27FC236}">
                <a16:creationId xmlns:a16="http://schemas.microsoft.com/office/drawing/2014/main" id="{7864392D-158D-AA6C-58D0-6ED1CFA8FC08}"/>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3606864" y="3728278"/>
            <a:ext cx="333821" cy="405268"/>
          </a:xfrm>
          <a:prstGeom prst="rect">
            <a:avLst/>
          </a:prstGeom>
        </p:spPr>
      </p:pic>
      <p:pic>
        <p:nvPicPr>
          <p:cNvPr id="1115" name="Picture 1114">
            <a:extLst>
              <a:ext uri="{FF2B5EF4-FFF2-40B4-BE49-F238E27FC236}">
                <a16:creationId xmlns:a16="http://schemas.microsoft.com/office/drawing/2014/main" id="{8C7A6381-9437-7197-0E1C-1372807B7069}"/>
              </a:ext>
            </a:extLst>
          </p:cNvPr>
          <p:cNvPicPr>
            <a:picLocks noChangeAspect="1"/>
          </p:cNvPicPr>
          <p:nvPr/>
        </p:nvPicPr>
        <p:blipFill>
          <a:blip r:embed="rId8"/>
          <a:srcRect l="26743" t="18834" r="25788" b="18834"/>
          <a:stretch>
            <a:fillRect/>
          </a:stretch>
        </p:blipFill>
        <p:spPr>
          <a:xfrm>
            <a:off x="5773587" y="1192464"/>
            <a:ext cx="330112" cy="319782"/>
          </a:xfrm>
          <a:prstGeom prst="rect">
            <a:avLst/>
          </a:prstGeom>
        </p:spPr>
      </p:pic>
      <p:pic>
        <p:nvPicPr>
          <p:cNvPr id="1116" name="Picture 1115">
            <a:extLst>
              <a:ext uri="{FF2B5EF4-FFF2-40B4-BE49-F238E27FC236}">
                <a16:creationId xmlns:a16="http://schemas.microsoft.com/office/drawing/2014/main" id="{723E4457-3DD6-0E22-1439-E5B7D96A1955}"/>
              </a:ext>
            </a:extLst>
          </p:cNvPr>
          <p:cNvPicPr>
            <a:picLocks noChangeAspect="1"/>
          </p:cNvPicPr>
          <p:nvPr/>
        </p:nvPicPr>
        <p:blipFill>
          <a:blip r:embed="rId9"/>
          <a:stretch>
            <a:fillRect/>
          </a:stretch>
        </p:blipFill>
        <p:spPr>
          <a:xfrm>
            <a:off x="7477436" y="1014539"/>
            <a:ext cx="1237002" cy="696510"/>
          </a:xfrm>
          <a:prstGeom prst="rect">
            <a:avLst/>
          </a:prstGeom>
        </p:spPr>
      </p:pic>
      <p:pic>
        <p:nvPicPr>
          <p:cNvPr id="1118" name="Picture 1117" descr="semiconductor industry">
            <a:extLst>
              <a:ext uri="{FF2B5EF4-FFF2-40B4-BE49-F238E27FC236}">
                <a16:creationId xmlns:a16="http://schemas.microsoft.com/office/drawing/2014/main" id="{03E99BAF-1AC0-540A-F77C-01D14BA7A770}"/>
              </a:ext>
            </a:extLst>
          </p:cNvPr>
          <p:cNvPicPr>
            <a:picLocks noChangeAspect="1"/>
          </p:cNvPicPr>
          <p:nvPr/>
        </p:nvPicPr>
        <p:blipFill>
          <a:blip r:embed="rId10"/>
          <a:srcRect l="3394" t="21142" r="935" b="21807"/>
          <a:stretch>
            <a:fillRect/>
          </a:stretch>
        </p:blipFill>
        <p:spPr>
          <a:xfrm>
            <a:off x="7905123" y="3840923"/>
            <a:ext cx="381627" cy="230825"/>
          </a:xfrm>
          <a:prstGeom prst="rect">
            <a:avLst/>
          </a:prstGeom>
        </p:spPr>
      </p:pic>
      <p:pic>
        <p:nvPicPr>
          <p:cNvPr id="1120" name="Picture 1119">
            <a:extLst>
              <a:ext uri="{FF2B5EF4-FFF2-40B4-BE49-F238E27FC236}">
                <a16:creationId xmlns:a16="http://schemas.microsoft.com/office/drawing/2014/main" id="{DEE3E008-A7BF-B5FB-7A02-39183248BC68}"/>
              </a:ext>
            </a:extLst>
          </p:cNvPr>
          <p:cNvPicPr>
            <a:picLocks noChangeAspect="1"/>
          </p:cNvPicPr>
          <p:nvPr/>
        </p:nvPicPr>
        <p:blipFill>
          <a:blip r:embed="rId11"/>
          <a:srcRect l="16628" t="17150" r="15753" b="14802"/>
          <a:stretch>
            <a:fillRect/>
          </a:stretch>
        </p:blipFill>
        <p:spPr>
          <a:xfrm>
            <a:off x="10085275" y="1209219"/>
            <a:ext cx="361771" cy="364070"/>
          </a:xfrm>
          <a:prstGeom prst="rect">
            <a:avLst/>
          </a:prstGeom>
        </p:spPr>
      </p:pic>
      <p:cxnSp>
        <p:nvCxnSpPr>
          <p:cNvPr id="2" name="Straight Connector 1">
            <a:extLst>
              <a:ext uri="{FF2B5EF4-FFF2-40B4-BE49-F238E27FC236}">
                <a16:creationId xmlns:a16="http://schemas.microsoft.com/office/drawing/2014/main" id="{F963EFD8-31DC-BB24-567A-44A839419D71}"/>
              </a:ext>
            </a:extLst>
          </p:cNvPr>
          <p:cNvCxnSpPr>
            <a:cxnSpLocks/>
          </p:cNvCxnSpPr>
          <p:nvPr/>
        </p:nvCxnSpPr>
        <p:spPr>
          <a:xfrm>
            <a:off x="569343" y="3508002"/>
            <a:ext cx="10781142" cy="0"/>
          </a:xfrm>
          <a:prstGeom prst="line">
            <a:avLst/>
          </a:prstGeom>
          <a:ln w="38100">
            <a:solidFill>
              <a:schemeClr val="accent2">
                <a:lumMod val="75000"/>
              </a:schemeClr>
            </a:solidFill>
            <a:prstDash val="dash"/>
          </a:ln>
        </p:spPr>
        <p:style>
          <a:lnRef idx="1">
            <a:schemeClr val="accent1"/>
          </a:lnRef>
          <a:fillRef idx="0">
            <a:schemeClr val="accent1"/>
          </a:fillRef>
          <a:effectRef idx="0">
            <a:schemeClr val="accent1"/>
          </a:effectRef>
          <a:fontRef idx="minor">
            <a:schemeClr val="tx1"/>
          </a:fontRef>
        </p:style>
      </p:cxnSp>
      <p:pic>
        <p:nvPicPr>
          <p:cNvPr id="1026" name="Picture 2">
            <a:extLst>
              <a:ext uri="{FF2B5EF4-FFF2-40B4-BE49-F238E27FC236}">
                <a16:creationId xmlns:a16="http://schemas.microsoft.com/office/drawing/2014/main" id="{FA5E78D7-9236-5576-34CA-F735AD19D7A9}"/>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639778" y="3842160"/>
            <a:ext cx="597730" cy="229588"/>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B49CDEA6-5FA1-2B1F-9E1A-7BCB4DF4061F}"/>
              </a:ext>
            </a:extLst>
          </p:cNvPr>
          <p:cNvPicPr>
            <a:picLocks noChangeAspect="1"/>
          </p:cNvPicPr>
          <p:nvPr/>
        </p:nvPicPr>
        <p:blipFill>
          <a:blip r:embed="rId13"/>
          <a:srcRect l="24648" t="38670" r="23238" b="37737"/>
          <a:stretch>
            <a:fillRect/>
          </a:stretch>
        </p:blipFill>
        <p:spPr>
          <a:xfrm>
            <a:off x="10085275" y="3872271"/>
            <a:ext cx="416836" cy="188707"/>
          </a:xfrm>
          <a:prstGeom prst="rect">
            <a:avLst/>
          </a:prstGeom>
        </p:spPr>
      </p:pic>
      <p:sp>
        <p:nvSpPr>
          <p:cNvPr id="5" name="Rectangle 4">
            <a:extLst>
              <a:ext uri="{FF2B5EF4-FFF2-40B4-BE49-F238E27FC236}">
                <a16:creationId xmlns:a16="http://schemas.microsoft.com/office/drawing/2014/main" id="{728124A2-7D0C-016B-B678-1FBF9FA738D1}"/>
              </a:ext>
            </a:extLst>
          </p:cNvPr>
          <p:cNvSpPr/>
          <p:nvPr/>
        </p:nvSpPr>
        <p:spPr>
          <a:xfrm>
            <a:off x="9343042" y="245846"/>
            <a:ext cx="2328530" cy="581345"/>
          </a:xfrm>
          <a:prstGeom prst="rect">
            <a:avLst/>
          </a:prstGeom>
          <a:solidFill>
            <a:srgbClr val="FFFF0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a:solidFill>
                  <a:schemeClr val="tx1"/>
                </a:solidFill>
              </a:rPr>
              <a:t>Anurag/Riya/Shripriya</a:t>
            </a:r>
            <a:endParaRPr lang="en-IN" sz="1400" err="1">
              <a:solidFill>
                <a:schemeClr val="tx1"/>
              </a:solidFill>
            </a:endParaRPr>
          </a:p>
        </p:txBody>
      </p:sp>
    </p:spTree>
    <p:extLst>
      <p:ext uri="{BB962C8B-B14F-4D97-AF65-F5344CB8AC3E}">
        <p14:creationId xmlns:p14="http://schemas.microsoft.com/office/powerpoint/2010/main" val="2072774555"/>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p:ext uri="{6950BFC3-D8DA-4A85-94F7-54DA5524770B}">
      <p188:commentRel xmlns:p188="http://schemas.microsoft.com/office/powerpoint/2018/8/main" r:id="rId3"/>
    </p:ext>
  </p:extLst>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C8322D8-FC76-3F49-5489-8ABBF9572051}"/>
            </a:ext>
          </a:extLst>
        </p:cNvPr>
        <p:cNvGrpSpPr/>
        <p:nvPr/>
      </p:nvGrpSpPr>
      <p:grpSpPr>
        <a:xfrm>
          <a:off x="0" y="0"/>
          <a:ext cx="0" cy="0"/>
          <a:chOff x="0" y="0"/>
          <a:chExt cx="0" cy="0"/>
        </a:xfrm>
      </p:grpSpPr>
      <p:sp>
        <p:nvSpPr>
          <p:cNvPr id="8" name="Title 88">
            <a:extLst>
              <a:ext uri="{FF2B5EF4-FFF2-40B4-BE49-F238E27FC236}">
                <a16:creationId xmlns:a16="http://schemas.microsoft.com/office/drawing/2014/main" id="{1BED363E-3575-985A-96CB-8C04230B6CC9}"/>
              </a:ext>
            </a:extLst>
          </p:cNvPr>
          <p:cNvSpPr>
            <a:spLocks noGrp="1"/>
          </p:cNvSpPr>
          <p:nvPr>
            <p:ph type="title"/>
          </p:nvPr>
        </p:nvSpPr>
        <p:spPr>
          <a:xfrm>
            <a:off x="402713" y="200378"/>
            <a:ext cx="10947772" cy="716711"/>
          </a:xfrm>
        </p:spPr>
        <p:txBody>
          <a:bodyPr/>
          <a:lstStyle/>
          <a:p>
            <a:r>
              <a:rPr lang="en-IN" sz="2800">
                <a:solidFill>
                  <a:schemeClr val="tx1"/>
                </a:solidFill>
              </a:rPr>
              <a:t>Ongoing Assignments</a:t>
            </a:r>
          </a:p>
        </p:txBody>
      </p:sp>
      <p:sp>
        <p:nvSpPr>
          <p:cNvPr id="2" name="Date Placeholder 2">
            <a:extLst>
              <a:ext uri="{FF2B5EF4-FFF2-40B4-BE49-F238E27FC236}">
                <a16:creationId xmlns:a16="http://schemas.microsoft.com/office/drawing/2014/main" id="{F5733C96-C9F9-E92B-49C0-0E2835D68320}"/>
              </a:ext>
            </a:extLst>
          </p:cNvPr>
          <p:cNvSpPr>
            <a:spLocks noGrp="1"/>
          </p:cNvSpPr>
          <p:nvPr>
            <p:ph type="dt" sz="half" idx="10"/>
          </p:nvPr>
        </p:nvSpPr>
        <p:spPr>
          <a:xfrm>
            <a:off x="8823960" y="6650661"/>
            <a:ext cx="2817177" cy="123111"/>
          </a:xfrm>
        </p:spPr>
        <p:txBody>
          <a:bodyPr/>
          <a:lstStyle/>
          <a:p>
            <a:pPr>
              <a:spcBef>
                <a:spcPts val="1000"/>
              </a:spcBef>
              <a:buFont typeface="Arial" panose="020B0604020202020204" pitchFamily="34" charset="0"/>
              <a:buNone/>
            </a:pPr>
            <a:r>
              <a:rPr lang="en-US"/>
              <a:t>Company Confidential © Capgemini 2026. All rights reserved.</a:t>
            </a:r>
          </a:p>
        </p:txBody>
      </p:sp>
      <p:sp>
        <p:nvSpPr>
          <p:cNvPr id="14" name="Footer Placeholder 17">
            <a:extLst>
              <a:ext uri="{FF2B5EF4-FFF2-40B4-BE49-F238E27FC236}">
                <a16:creationId xmlns:a16="http://schemas.microsoft.com/office/drawing/2014/main" id="{A49A53D8-EC8E-A295-5571-6547F36544B2}"/>
              </a:ext>
            </a:extLst>
          </p:cNvPr>
          <p:cNvSpPr txBox="1">
            <a:spLocks/>
          </p:cNvSpPr>
          <p:nvPr/>
        </p:nvSpPr>
        <p:spPr>
          <a:xfrm>
            <a:off x="558423" y="6608608"/>
            <a:ext cx="4716524" cy="123111"/>
          </a:xfrm>
          <a:prstGeom prst="rect">
            <a:avLst/>
          </a:prstGeom>
        </p:spPr>
        <p:txBody>
          <a:bodyPr wrap="none" lIns="0" tIns="0" rIns="0" bIns="0" anchor="ctr" anchorCtr="0">
            <a:noAutofit/>
          </a:bodyPr>
          <a:lstStyle>
            <a:defPPr>
              <a:defRPr lang="en-PL"/>
            </a:defPPr>
            <a:lvl1pPr marL="0" algn="l" defTabSz="914400" rtl="0" eaLnBrk="1" latinLnBrk="0" hangingPunct="1">
              <a:defRPr lang="de-DE" sz="800" kern="1200">
                <a:solidFill>
                  <a:schemeClr val="bg1">
                    <a:lumMod val="6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ts val="1000"/>
              </a:spcBef>
              <a:buFont typeface="Arial" panose="020B0604020202020204" pitchFamily="34" charset="0"/>
              <a:buNone/>
            </a:pPr>
            <a:r>
              <a:rPr lang="en-US"/>
              <a:t>TMT Monthly Update |  July 2026</a:t>
            </a:r>
          </a:p>
        </p:txBody>
      </p:sp>
      <p:sp>
        <p:nvSpPr>
          <p:cNvPr id="18" name="Rectangle 17">
            <a:extLst>
              <a:ext uri="{FF2B5EF4-FFF2-40B4-BE49-F238E27FC236}">
                <a16:creationId xmlns:a16="http://schemas.microsoft.com/office/drawing/2014/main" id="{6A9209B6-7E83-8E25-41E1-F487AF5D2B45}"/>
              </a:ext>
            </a:extLst>
          </p:cNvPr>
          <p:cNvSpPr/>
          <p:nvPr/>
        </p:nvSpPr>
        <p:spPr>
          <a:xfrm>
            <a:off x="12093700" y="0"/>
            <a:ext cx="108000" cy="6858000"/>
          </a:xfrm>
          <a:prstGeom prst="rect">
            <a:avLst/>
          </a:prstGeom>
          <a:gradFill>
            <a:gsLst>
              <a:gs pos="0">
                <a:schemeClr val="accent1"/>
              </a:gs>
              <a:gs pos="56000">
                <a:schemeClr val="accent2"/>
              </a:gs>
              <a:gs pos="83000">
                <a:schemeClr val="accent4"/>
              </a:gs>
            </a:gsLst>
            <a:lin ang="5400000" scaled="1"/>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sz="1400" err="1">
              <a:solidFill>
                <a:schemeClr val="tx1"/>
              </a:solidFill>
            </a:endParaRPr>
          </a:p>
        </p:txBody>
      </p:sp>
      <p:sp>
        <p:nvSpPr>
          <p:cNvPr id="24" name="Rectangle 23">
            <a:extLst>
              <a:ext uri="{FF2B5EF4-FFF2-40B4-BE49-F238E27FC236}">
                <a16:creationId xmlns:a16="http://schemas.microsoft.com/office/drawing/2014/main" id="{7AF044A8-3A92-72EA-259C-F462FEBB98F9}"/>
              </a:ext>
            </a:extLst>
          </p:cNvPr>
          <p:cNvSpPr/>
          <p:nvPr/>
        </p:nvSpPr>
        <p:spPr>
          <a:xfrm>
            <a:off x="-17978" y="0"/>
            <a:ext cx="108000" cy="6858000"/>
          </a:xfrm>
          <a:prstGeom prst="rect">
            <a:avLst/>
          </a:prstGeom>
          <a:gradFill>
            <a:gsLst>
              <a:gs pos="0">
                <a:schemeClr val="accent1"/>
              </a:gs>
              <a:gs pos="56000">
                <a:schemeClr val="accent2"/>
              </a:gs>
              <a:gs pos="83000">
                <a:schemeClr val="accent4"/>
              </a:gs>
            </a:gsLst>
            <a:lin ang="5400000" scaled="1"/>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sz="1400" err="1">
              <a:solidFill>
                <a:schemeClr val="tx1"/>
              </a:solidFill>
            </a:endParaRPr>
          </a:p>
        </p:txBody>
      </p:sp>
      <p:sp>
        <p:nvSpPr>
          <p:cNvPr id="25" name="Rectangle 24">
            <a:extLst>
              <a:ext uri="{FF2B5EF4-FFF2-40B4-BE49-F238E27FC236}">
                <a16:creationId xmlns:a16="http://schemas.microsoft.com/office/drawing/2014/main" id="{537B0C04-B54B-8F13-63A9-6376EE97A9C7}"/>
              </a:ext>
            </a:extLst>
          </p:cNvPr>
          <p:cNvSpPr/>
          <p:nvPr/>
        </p:nvSpPr>
        <p:spPr>
          <a:xfrm>
            <a:off x="-24000" y="6782398"/>
            <a:ext cx="12240000" cy="109034"/>
          </a:xfrm>
          <a:prstGeom prst="rect">
            <a:avLst/>
          </a:prstGeom>
          <a:solidFill>
            <a:srgbClr val="00828E"/>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sz="1400" err="1">
              <a:solidFill>
                <a:schemeClr val="tx1"/>
              </a:solidFill>
            </a:endParaRPr>
          </a:p>
        </p:txBody>
      </p:sp>
      <p:sp>
        <p:nvSpPr>
          <p:cNvPr id="27" name="Rounded Rectangle 5">
            <a:extLst>
              <a:ext uri="{FF2B5EF4-FFF2-40B4-BE49-F238E27FC236}">
                <a16:creationId xmlns:a16="http://schemas.microsoft.com/office/drawing/2014/main" id="{C027FF86-2CBB-E8FE-BB73-8C46AAFE6267}"/>
              </a:ext>
            </a:extLst>
          </p:cNvPr>
          <p:cNvSpPr/>
          <p:nvPr/>
        </p:nvSpPr>
        <p:spPr>
          <a:xfrm>
            <a:off x="670242" y="1068452"/>
            <a:ext cx="1906135" cy="2289049"/>
          </a:xfrm>
          <a:prstGeom prst="roundRect">
            <a:avLst>
              <a:gd name="adj" fmla="val 17713"/>
            </a:avLst>
          </a:prstGeom>
          <a:solidFill>
            <a:schemeClr val="bg1">
              <a:lumMod val="85000"/>
            </a:schemeClr>
          </a:solidFill>
          <a:ln>
            <a:noFill/>
          </a:ln>
          <a:effectLst>
            <a:glow rad="63500">
              <a:schemeClr val="accent2">
                <a:satMod val="175000"/>
                <a:alpha val="40000"/>
              </a:schemeClr>
            </a:glow>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554">
              <a:defRPr/>
            </a:pPr>
            <a:endParaRPr lang="en-US">
              <a:solidFill>
                <a:srgbClr val="FFFFFF"/>
              </a:solidFill>
            </a:endParaRPr>
          </a:p>
        </p:txBody>
      </p:sp>
      <p:sp>
        <p:nvSpPr>
          <p:cNvPr id="31" name="Rounded Rectangle 6">
            <a:extLst>
              <a:ext uri="{FF2B5EF4-FFF2-40B4-BE49-F238E27FC236}">
                <a16:creationId xmlns:a16="http://schemas.microsoft.com/office/drawing/2014/main" id="{A5329611-5555-D432-C8A3-4959FD8F0EC5}"/>
              </a:ext>
            </a:extLst>
          </p:cNvPr>
          <p:cNvSpPr/>
          <p:nvPr/>
        </p:nvSpPr>
        <p:spPr>
          <a:xfrm>
            <a:off x="507248" y="1670713"/>
            <a:ext cx="2170437" cy="271248"/>
          </a:xfrm>
          <a:prstGeom prst="roundRect">
            <a:avLst>
              <a:gd name="adj" fmla="val 50000"/>
            </a:avLst>
          </a:prstGeom>
          <a:solidFill>
            <a:srgbClr val="0082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554">
              <a:defRPr/>
            </a:pPr>
            <a:r>
              <a:rPr lang="en-US" sz="1600">
                <a:solidFill>
                  <a:srgbClr val="FFFFFF"/>
                </a:solidFill>
              </a:rPr>
              <a:t>Business Analyst</a:t>
            </a:r>
          </a:p>
        </p:txBody>
      </p:sp>
      <p:sp>
        <p:nvSpPr>
          <p:cNvPr id="33" name="Rectangle 32">
            <a:extLst>
              <a:ext uri="{FF2B5EF4-FFF2-40B4-BE49-F238E27FC236}">
                <a16:creationId xmlns:a16="http://schemas.microsoft.com/office/drawing/2014/main" id="{9958E82A-DFC6-93CB-EFB2-567719E89977}"/>
              </a:ext>
            </a:extLst>
          </p:cNvPr>
          <p:cNvSpPr/>
          <p:nvPr/>
        </p:nvSpPr>
        <p:spPr>
          <a:xfrm>
            <a:off x="670242" y="1941961"/>
            <a:ext cx="1906135" cy="769441"/>
          </a:xfrm>
          <a:prstGeom prst="rect">
            <a:avLst/>
          </a:prstGeom>
        </p:spPr>
        <p:txBody>
          <a:bodyPr wrap="square">
            <a:spAutoFit/>
          </a:bodyPr>
          <a:lstStyle/>
          <a:p>
            <a:pPr algn="ctr" defTabSz="228554">
              <a:defRPr/>
            </a:pPr>
            <a:r>
              <a:rPr lang="en-IN" sz="1100"/>
              <a:t>We are working with the IndiGo AI Innovation Lab to build and scale AI-driven products for the airline</a:t>
            </a:r>
          </a:p>
        </p:txBody>
      </p:sp>
      <p:sp>
        <p:nvSpPr>
          <p:cNvPr id="35" name="Rounded Rectangle 5">
            <a:extLst>
              <a:ext uri="{FF2B5EF4-FFF2-40B4-BE49-F238E27FC236}">
                <a16:creationId xmlns:a16="http://schemas.microsoft.com/office/drawing/2014/main" id="{66F175C0-E756-74CF-B5CB-2DDF79FCA622}"/>
              </a:ext>
            </a:extLst>
          </p:cNvPr>
          <p:cNvSpPr/>
          <p:nvPr/>
        </p:nvSpPr>
        <p:spPr>
          <a:xfrm>
            <a:off x="2838442" y="1076269"/>
            <a:ext cx="1906135" cy="2289049"/>
          </a:xfrm>
          <a:prstGeom prst="roundRect">
            <a:avLst>
              <a:gd name="adj" fmla="val 17713"/>
            </a:avLst>
          </a:prstGeom>
          <a:solidFill>
            <a:schemeClr val="bg1">
              <a:lumMod val="85000"/>
            </a:schemeClr>
          </a:solidFill>
          <a:ln>
            <a:noFill/>
          </a:ln>
          <a:effectLst>
            <a:glow rad="63500">
              <a:schemeClr val="accent2">
                <a:satMod val="175000"/>
                <a:alpha val="40000"/>
              </a:schemeClr>
            </a:glow>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554">
              <a:defRPr/>
            </a:pPr>
            <a:endParaRPr lang="en-US">
              <a:solidFill>
                <a:srgbClr val="FFFFFF"/>
              </a:solidFill>
            </a:endParaRPr>
          </a:p>
        </p:txBody>
      </p:sp>
      <p:sp>
        <p:nvSpPr>
          <p:cNvPr id="38" name="Rounded Rectangle 6">
            <a:extLst>
              <a:ext uri="{FF2B5EF4-FFF2-40B4-BE49-F238E27FC236}">
                <a16:creationId xmlns:a16="http://schemas.microsoft.com/office/drawing/2014/main" id="{AD4BC194-DAE2-5F7F-1721-5BE56AFEF66B}"/>
              </a:ext>
            </a:extLst>
          </p:cNvPr>
          <p:cNvSpPr/>
          <p:nvPr/>
        </p:nvSpPr>
        <p:spPr>
          <a:xfrm>
            <a:off x="2675448" y="1670713"/>
            <a:ext cx="2170437" cy="271248"/>
          </a:xfrm>
          <a:prstGeom prst="roundRect">
            <a:avLst>
              <a:gd name="adj" fmla="val 50000"/>
            </a:avLst>
          </a:prstGeom>
          <a:solidFill>
            <a:srgbClr val="0082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554"/>
            <a:r>
              <a:rPr lang="en-US" sz="1600">
                <a:solidFill>
                  <a:srgbClr val="FFFFFF"/>
                </a:solidFill>
              </a:rPr>
              <a:t>SD and </a:t>
            </a:r>
            <a:r>
              <a:rPr lang="en-US" sz="1600" dirty="0" err="1">
                <a:solidFill>
                  <a:srgbClr val="FFFFFF"/>
                </a:solidFill>
              </a:rPr>
              <a:t>PgM</a:t>
            </a:r>
            <a:endParaRPr lang="en-US" sz="1600">
              <a:solidFill>
                <a:srgbClr val="FFFFFF"/>
              </a:solidFill>
            </a:endParaRPr>
          </a:p>
        </p:txBody>
      </p:sp>
      <p:sp>
        <p:nvSpPr>
          <p:cNvPr id="39" name="Rectangle 38">
            <a:extLst>
              <a:ext uri="{FF2B5EF4-FFF2-40B4-BE49-F238E27FC236}">
                <a16:creationId xmlns:a16="http://schemas.microsoft.com/office/drawing/2014/main" id="{72CA8069-1FB6-4DF3-8CC5-4D45A471EB9B}"/>
              </a:ext>
            </a:extLst>
          </p:cNvPr>
          <p:cNvSpPr/>
          <p:nvPr/>
        </p:nvSpPr>
        <p:spPr>
          <a:xfrm>
            <a:off x="2776756" y="1941961"/>
            <a:ext cx="2046570" cy="938719"/>
          </a:xfrm>
          <a:prstGeom prst="rect">
            <a:avLst/>
          </a:prstGeom>
        </p:spPr>
        <p:txBody>
          <a:bodyPr wrap="square">
            <a:spAutoFit/>
          </a:bodyPr>
          <a:lstStyle/>
          <a:p>
            <a:pPr algn="ctr" defTabSz="228554">
              <a:defRPr/>
            </a:pPr>
            <a:r>
              <a:rPr lang="en-IN" sz="1100"/>
              <a:t>Responsible for creating </a:t>
            </a:r>
            <a:r>
              <a:rPr lang="en-IN" sz="1100" err="1"/>
              <a:t>Nuuday’s</a:t>
            </a:r>
            <a:r>
              <a:rPr lang="en-IN" sz="1100"/>
              <a:t> own independent Provisioning and Assurance stack, to move away from TDC IT stack</a:t>
            </a:r>
          </a:p>
        </p:txBody>
      </p:sp>
      <p:sp>
        <p:nvSpPr>
          <p:cNvPr id="43" name="Rounded Rectangle 5">
            <a:extLst>
              <a:ext uri="{FF2B5EF4-FFF2-40B4-BE49-F238E27FC236}">
                <a16:creationId xmlns:a16="http://schemas.microsoft.com/office/drawing/2014/main" id="{319B6D3F-4E64-FA70-1B07-1F60C2FF3DBF}"/>
              </a:ext>
            </a:extLst>
          </p:cNvPr>
          <p:cNvSpPr/>
          <p:nvPr/>
        </p:nvSpPr>
        <p:spPr>
          <a:xfrm>
            <a:off x="5006642" y="1076268"/>
            <a:ext cx="1906135" cy="2289049"/>
          </a:xfrm>
          <a:prstGeom prst="roundRect">
            <a:avLst>
              <a:gd name="adj" fmla="val 17713"/>
            </a:avLst>
          </a:prstGeom>
          <a:solidFill>
            <a:schemeClr val="bg1">
              <a:lumMod val="85000"/>
            </a:schemeClr>
          </a:solidFill>
          <a:ln>
            <a:noFill/>
          </a:ln>
          <a:effectLst>
            <a:glow rad="63500">
              <a:schemeClr val="accent2">
                <a:satMod val="175000"/>
                <a:alpha val="40000"/>
              </a:schemeClr>
            </a:glow>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554">
              <a:defRPr/>
            </a:pPr>
            <a:endParaRPr lang="en-US">
              <a:solidFill>
                <a:srgbClr val="FFFFFF"/>
              </a:solidFill>
            </a:endParaRPr>
          </a:p>
        </p:txBody>
      </p:sp>
      <p:sp>
        <p:nvSpPr>
          <p:cNvPr id="50" name="Rounded Rectangle 6">
            <a:extLst>
              <a:ext uri="{FF2B5EF4-FFF2-40B4-BE49-F238E27FC236}">
                <a16:creationId xmlns:a16="http://schemas.microsoft.com/office/drawing/2014/main" id="{05F1C56D-E418-5725-E244-2F62C4534544}"/>
              </a:ext>
            </a:extLst>
          </p:cNvPr>
          <p:cNvSpPr/>
          <p:nvPr/>
        </p:nvSpPr>
        <p:spPr>
          <a:xfrm>
            <a:off x="4843648" y="1670712"/>
            <a:ext cx="2170437" cy="271248"/>
          </a:xfrm>
          <a:prstGeom prst="roundRect">
            <a:avLst>
              <a:gd name="adj" fmla="val 50000"/>
            </a:avLst>
          </a:prstGeom>
          <a:solidFill>
            <a:srgbClr val="0082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554"/>
            <a:r>
              <a:rPr lang="en-US" sz="1600">
                <a:solidFill>
                  <a:srgbClr val="FFFFFF"/>
                </a:solidFill>
              </a:rPr>
              <a:t>Solution Arch.</a:t>
            </a:r>
          </a:p>
        </p:txBody>
      </p:sp>
      <p:sp>
        <p:nvSpPr>
          <p:cNvPr id="53" name="Rectangle 52">
            <a:extLst>
              <a:ext uri="{FF2B5EF4-FFF2-40B4-BE49-F238E27FC236}">
                <a16:creationId xmlns:a16="http://schemas.microsoft.com/office/drawing/2014/main" id="{ACF7F2DC-337B-8A4E-0FE7-BA16B0A2DE89}"/>
              </a:ext>
            </a:extLst>
          </p:cNvPr>
          <p:cNvSpPr/>
          <p:nvPr/>
        </p:nvSpPr>
        <p:spPr>
          <a:xfrm>
            <a:off x="5006642" y="1932245"/>
            <a:ext cx="1906135" cy="1107996"/>
          </a:xfrm>
          <a:prstGeom prst="rect">
            <a:avLst/>
          </a:prstGeom>
        </p:spPr>
        <p:txBody>
          <a:bodyPr wrap="square">
            <a:spAutoFit/>
          </a:bodyPr>
          <a:lstStyle/>
          <a:p>
            <a:pPr algn="ctr" defTabSz="228554">
              <a:defRPr/>
            </a:pPr>
            <a:r>
              <a:rPr lang="en-IN" sz="1100"/>
              <a:t>Bridges the gap between business, architecture, and development to ensure smooth, efficient, and accurate delivery of technical solutions</a:t>
            </a:r>
          </a:p>
        </p:txBody>
      </p:sp>
      <p:sp>
        <p:nvSpPr>
          <p:cNvPr id="58" name="Rounded Rectangle 5">
            <a:extLst>
              <a:ext uri="{FF2B5EF4-FFF2-40B4-BE49-F238E27FC236}">
                <a16:creationId xmlns:a16="http://schemas.microsoft.com/office/drawing/2014/main" id="{9B34278B-B619-02E2-A2FE-5747A0578572}"/>
              </a:ext>
            </a:extLst>
          </p:cNvPr>
          <p:cNvSpPr/>
          <p:nvPr/>
        </p:nvSpPr>
        <p:spPr>
          <a:xfrm>
            <a:off x="7174842" y="1076269"/>
            <a:ext cx="1906135" cy="2289049"/>
          </a:xfrm>
          <a:prstGeom prst="roundRect">
            <a:avLst>
              <a:gd name="adj" fmla="val 17713"/>
            </a:avLst>
          </a:prstGeom>
          <a:solidFill>
            <a:schemeClr val="bg1">
              <a:lumMod val="85000"/>
            </a:schemeClr>
          </a:solidFill>
          <a:ln>
            <a:noFill/>
          </a:ln>
          <a:effectLst>
            <a:glow rad="63500">
              <a:schemeClr val="accent2">
                <a:satMod val="175000"/>
                <a:alpha val="40000"/>
              </a:schemeClr>
            </a:glow>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554">
              <a:defRPr/>
            </a:pPr>
            <a:endParaRPr lang="en-US">
              <a:solidFill>
                <a:srgbClr val="FFFFFF"/>
              </a:solidFill>
            </a:endParaRPr>
          </a:p>
        </p:txBody>
      </p:sp>
      <p:sp>
        <p:nvSpPr>
          <p:cNvPr id="2048" name="Rounded Rectangle 6">
            <a:extLst>
              <a:ext uri="{FF2B5EF4-FFF2-40B4-BE49-F238E27FC236}">
                <a16:creationId xmlns:a16="http://schemas.microsoft.com/office/drawing/2014/main" id="{9CB54B36-D0E0-95AD-5968-E6BD547C55EA}"/>
              </a:ext>
            </a:extLst>
          </p:cNvPr>
          <p:cNvSpPr/>
          <p:nvPr/>
        </p:nvSpPr>
        <p:spPr>
          <a:xfrm>
            <a:off x="7011848" y="1670713"/>
            <a:ext cx="2170437" cy="271248"/>
          </a:xfrm>
          <a:prstGeom prst="roundRect">
            <a:avLst>
              <a:gd name="adj" fmla="val 50000"/>
            </a:avLst>
          </a:prstGeom>
          <a:solidFill>
            <a:srgbClr val="0082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554"/>
            <a:r>
              <a:rPr lang="en-US" sz="1600">
                <a:solidFill>
                  <a:srgbClr val="FFFFFF"/>
                </a:solidFill>
              </a:rPr>
              <a:t>Business Analyst</a:t>
            </a:r>
          </a:p>
        </p:txBody>
      </p:sp>
      <p:sp>
        <p:nvSpPr>
          <p:cNvPr id="2049" name="Rectangle 2048">
            <a:extLst>
              <a:ext uri="{FF2B5EF4-FFF2-40B4-BE49-F238E27FC236}">
                <a16:creationId xmlns:a16="http://schemas.microsoft.com/office/drawing/2014/main" id="{978822F8-BB5B-F47C-CA5C-9CAE00986B13}"/>
              </a:ext>
            </a:extLst>
          </p:cNvPr>
          <p:cNvSpPr/>
          <p:nvPr/>
        </p:nvSpPr>
        <p:spPr>
          <a:xfrm>
            <a:off x="7174842" y="1941961"/>
            <a:ext cx="1906135" cy="938719"/>
          </a:xfrm>
          <a:prstGeom prst="rect">
            <a:avLst/>
          </a:prstGeom>
        </p:spPr>
        <p:txBody>
          <a:bodyPr wrap="square">
            <a:spAutoFit/>
          </a:bodyPr>
          <a:lstStyle/>
          <a:p>
            <a:pPr algn="ctr" defTabSz="228554">
              <a:defRPr/>
            </a:pPr>
            <a:r>
              <a:rPr lang="en-IN" sz="1100"/>
              <a:t>Responsible for business analysis and solution design within a large‑scale B2B transformation program</a:t>
            </a:r>
          </a:p>
        </p:txBody>
      </p:sp>
      <p:sp>
        <p:nvSpPr>
          <p:cNvPr id="2051" name="Rounded Rectangle 5">
            <a:extLst>
              <a:ext uri="{FF2B5EF4-FFF2-40B4-BE49-F238E27FC236}">
                <a16:creationId xmlns:a16="http://schemas.microsoft.com/office/drawing/2014/main" id="{1E77913F-947A-A65D-B0D4-E620BEAABDAC}"/>
              </a:ext>
            </a:extLst>
          </p:cNvPr>
          <p:cNvSpPr/>
          <p:nvPr/>
        </p:nvSpPr>
        <p:spPr>
          <a:xfrm>
            <a:off x="9343042" y="1076269"/>
            <a:ext cx="1906135" cy="2289049"/>
          </a:xfrm>
          <a:prstGeom prst="roundRect">
            <a:avLst>
              <a:gd name="adj" fmla="val 17713"/>
            </a:avLst>
          </a:prstGeom>
          <a:solidFill>
            <a:schemeClr val="bg1">
              <a:lumMod val="85000"/>
            </a:schemeClr>
          </a:solidFill>
          <a:ln>
            <a:noFill/>
          </a:ln>
          <a:effectLst>
            <a:glow rad="63500">
              <a:schemeClr val="accent2">
                <a:satMod val="175000"/>
                <a:alpha val="40000"/>
              </a:schemeClr>
            </a:glow>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554">
              <a:defRPr/>
            </a:pPr>
            <a:endParaRPr lang="en-US">
              <a:solidFill>
                <a:srgbClr val="FFFFFF"/>
              </a:solidFill>
            </a:endParaRPr>
          </a:p>
        </p:txBody>
      </p:sp>
      <p:sp>
        <p:nvSpPr>
          <p:cNvPr id="2052" name="Rounded Rectangle 6">
            <a:extLst>
              <a:ext uri="{FF2B5EF4-FFF2-40B4-BE49-F238E27FC236}">
                <a16:creationId xmlns:a16="http://schemas.microsoft.com/office/drawing/2014/main" id="{2235BA27-53DF-B18E-CCAA-590F0FE93E74}"/>
              </a:ext>
            </a:extLst>
          </p:cNvPr>
          <p:cNvSpPr/>
          <p:nvPr/>
        </p:nvSpPr>
        <p:spPr>
          <a:xfrm>
            <a:off x="9180048" y="1670713"/>
            <a:ext cx="2170437" cy="271248"/>
          </a:xfrm>
          <a:prstGeom prst="roundRect">
            <a:avLst>
              <a:gd name="adj" fmla="val 50000"/>
            </a:avLst>
          </a:prstGeom>
          <a:solidFill>
            <a:srgbClr val="0082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554"/>
            <a:r>
              <a:rPr lang="en-US" sz="1600">
                <a:solidFill>
                  <a:srgbClr val="FFFFFF"/>
                </a:solidFill>
              </a:rPr>
              <a:t>Epic Owner</a:t>
            </a:r>
          </a:p>
        </p:txBody>
      </p:sp>
      <p:sp>
        <p:nvSpPr>
          <p:cNvPr id="2053" name="Rectangle 2052">
            <a:extLst>
              <a:ext uri="{FF2B5EF4-FFF2-40B4-BE49-F238E27FC236}">
                <a16:creationId xmlns:a16="http://schemas.microsoft.com/office/drawing/2014/main" id="{3C46623E-4432-AD73-557F-AA8946FFCD19}"/>
              </a:ext>
            </a:extLst>
          </p:cNvPr>
          <p:cNvSpPr/>
          <p:nvPr/>
        </p:nvSpPr>
        <p:spPr>
          <a:xfrm>
            <a:off x="9343042" y="1941961"/>
            <a:ext cx="1906135" cy="1107996"/>
          </a:xfrm>
          <a:prstGeom prst="rect">
            <a:avLst/>
          </a:prstGeom>
        </p:spPr>
        <p:txBody>
          <a:bodyPr wrap="square">
            <a:spAutoFit/>
          </a:bodyPr>
          <a:lstStyle/>
          <a:p>
            <a:pPr algn="ctr" defTabSz="228554">
              <a:defRPr/>
            </a:pPr>
            <a:r>
              <a:rPr lang="en-IN" sz="1100"/>
              <a:t>Leading strategic capability definition and delivery through integrated business analysis and solution design</a:t>
            </a:r>
          </a:p>
        </p:txBody>
      </p:sp>
      <p:sp>
        <p:nvSpPr>
          <p:cNvPr id="2055" name="Rounded Rectangle 5">
            <a:extLst>
              <a:ext uri="{FF2B5EF4-FFF2-40B4-BE49-F238E27FC236}">
                <a16:creationId xmlns:a16="http://schemas.microsoft.com/office/drawing/2014/main" id="{C11EB742-C022-6B22-AF20-E6A3349F3A8A}"/>
              </a:ext>
            </a:extLst>
          </p:cNvPr>
          <p:cNvSpPr/>
          <p:nvPr/>
        </p:nvSpPr>
        <p:spPr>
          <a:xfrm>
            <a:off x="670242" y="3644152"/>
            <a:ext cx="1906135" cy="2289049"/>
          </a:xfrm>
          <a:prstGeom prst="roundRect">
            <a:avLst>
              <a:gd name="adj" fmla="val 17713"/>
            </a:avLst>
          </a:prstGeom>
          <a:solidFill>
            <a:schemeClr val="bg1">
              <a:lumMod val="85000"/>
            </a:schemeClr>
          </a:solidFill>
          <a:ln>
            <a:noFill/>
          </a:ln>
          <a:effectLst>
            <a:glow rad="63500">
              <a:schemeClr val="accent2">
                <a:satMod val="175000"/>
                <a:alpha val="40000"/>
              </a:schemeClr>
            </a:glow>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554">
              <a:defRPr/>
            </a:pPr>
            <a:endParaRPr lang="en-US">
              <a:solidFill>
                <a:srgbClr val="FFFFFF"/>
              </a:solidFill>
            </a:endParaRPr>
          </a:p>
        </p:txBody>
      </p:sp>
      <p:sp>
        <p:nvSpPr>
          <p:cNvPr id="2056" name="Rounded Rectangle 6">
            <a:extLst>
              <a:ext uri="{FF2B5EF4-FFF2-40B4-BE49-F238E27FC236}">
                <a16:creationId xmlns:a16="http://schemas.microsoft.com/office/drawing/2014/main" id="{BF3C5DB9-8D1C-BAA4-A9F9-A9A4E45E862A}"/>
              </a:ext>
            </a:extLst>
          </p:cNvPr>
          <p:cNvSpPr/>
          <p:nvPr/>
        </p:nvSpPr>
        <p:spPr>
          <a:xfrm>
            <a:off x="507248" y="4238596"/>
            <a:ext cx="2170437" cy="271248"/>
          </a:xfrm>
          <a:prstGeom prst="roundRect">
            <a:avLst>
              <a:gd name="adj" fmla="val 50000"/>
            </a:avLst>
          </a:prstGeom>
          <a:solidFill>
            <a:srgbClr val="0082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554">
              <a:defRPr/>
            </a:pPr>
            <a:r>
              <a:rPr lang="en-US" sz="1600">
                <a:solidFill>
                  <a:srgbClr val="FFFFFF"/>
                </a:solidFill>
              </a:rPr>
              <a:t>BA/SD &amp; TPM</a:t>
            </a:r>
          </a:p>
        </p:txBody>
      </p:sp>
      <p:sp>
        <p:nvSpPr>
          <p:cNvPr id="2057" name="Rectangle 2056">
            <a:extLst>
              <a:ext uri="{FF2B5EF4-FFF2-40B4-BE49-F238E27FC236}">
                <a16:creationId xmlns:a16="http://schemas.microsoft.com/office/drawing/2014/main" id="{92E931C3-E5E1-5B74-33D9-CC6E3926FC2E}"/>
              </a:ext>
            </a:extLst>
          </p:cNvPr>
          <p:cNvSpPr/>
          <p:nvPr/>
        </p:nvSpPr>
        <p:spPr>
          <a:xfrm>
            <a:off x="677392" y="4527365"/>
            <a:ext cx="1906135" cy="1277273"/>
          </a:xfrm>
          <a:prstGeom prst="rect">
            <a:avLst/>
          </a:prstGeom>
        </p:spPr>
        <p:txBody>
          <a:bodyPr wrap="square">
            <a:spAutoFit/>
          </a:bodyPr>
          <a:lstStyle/>
          <a:p>
            <a:pPr algn="ctr" defTabSz="228554">
              <a:defRPr/>
            </a:pPr>
            <a:r>
              <a:rPr lang="en-IN" sz="1100"/>
              <a:t>Comcast’s XTO Experience Transformation program, supporting a multi‑year initiative to overhaul customer service and overall customer experience</a:t>
            </a:r>
          </a:p>
        </p:txBody>
      </p:sp>
      <p:sp>
        <p:nvSpPr>
          <p:cNvPr id="2058" name="Rounded Rectangle 5">
            <a:extLst>
              <a:ext uri="{FF2B5EF4-FFF2-40B4-BE49-F238E27FC236}">
                <a16:creationId xmlns:a16="http://schemas.microsoft.com/office/drawing/2014/main" id="{04FFFCF5-C1F2-4CAA-55F3-D7A821050D9F}"/>
              </a:ext>
            </a:extLst>
          </p:cNvPr>
          <p:cNvSpPr/>
          <p:nvPr/>
        </p:nvSpPr>
        <p:spPr>
          <a:xfrm>
            <a:off x="2838442" y="3644152"/>
            <a:ext cx="1906135" cy="2289049"/>
          </a:xfrm>
          <a:prstGeom prst="roundRect">
            <a:avLst>
              <a:gd name="adj" fmla="val 17713"/>
            </a:avLst>
          </a:prstGeom>
          <a:solidFill>
            <a:schemeClr val="bg1">
              <a:lumMod val="85000"/>
            </a:schemeClr>
          </a:solidFill>
          <a:ln>
            <a:noFill/>
          </a:ln>
          <a:effectLst>
            <a:glow rad="63500">
              <a:schemeClr val="accent2">
                <a:satMod val="175000"/>
                <a:alpha val="40000"/>
              </a:schemeClr>
            </a:glow>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554">
              <a:defRPr/>
            </a:pPr>
            <a:endParaRPr lang="en-US">
              <a:solidFill>
                <a:srgbClr val="FFFFFF"/>
              </a:solidFill>
            </a:endParaRPr>
          </a:p>
        </p:txBody>
      </p:sp>
      <p:sp>
        <p:nvSpPr>
          <p:cNvPr id="2059" name="Rounded Rectangle 6">
            <a:extLst>
              <a:ext uri="{FF2B5EF4-FFF2-40B4-BE49-F238E27FC236}">
                <a16:creationId xmlns:a16="http://schemas.microsoft.com/office/drawing/2014/main" id="{C6E2592E-D77E-3DD7-55F2-8A383DFCD005}"/>
              </a:ext>
            </a:extLst>
          </p:cNvPr>
          <p:cNvSpPr/>
          <p:nvPr/>
        </p:nvSpPr>
        <p:spPr>
          <a:xfrm>
            <a:off x="2675448" y="4238596"/>
            <a:ext cx="2170437" cy="271248"/>
          </a:xfrm>
          <a:prstGeom prst="roundRect">
            <a:avLst>
              <a:gd name="adj" fmla="val 50000"/>
            </a:avLst>
          </a:prstGeom>
          <a:solidFill>
            <a:srgbClr val="0082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554">
              <a:defRPr/>
            </a:pPr>
            <a:r>
              <a:rPr lang="en-US" sz="1600">
                <a:solidFill>
                  <a:srgbClr val="FFFFFF"/>
                </a:solidFill>
              </a:rPr>
              <a:t>Process Designer</a:t>
            </a:r>
          </a:p>
        </p:txBody>
      </p:sp>
      <p:sp>
        <p:nvSpPr>
          <p:cNvPr id="2060" name="Rectangle 2059">
            <a:extLst>
              <a:ext uri="{FF2B5EF4-FFF2-40B4-BE49-F238E27FC236}">
                <a16:creationId xmlns:a16="http://schemas.microsoft.com/office/drawing/2014/main" id="{A668842B-3C87-0C0C-892D-EB839EAB2E3A}"/>
              </a:ext>
            </a:extLst>
          </p:cNvPr>
          <p:cNvSpPr/>
          <p:nvPr/>
        </p:nvSpPr>
        <p:spPr>
          <a:xfrm>
            <a:off x="2776756" y="4538952"/>
            <a:ext cx="2046570" cy="1107996"/>
          </a:xfrm>
          <a:prstGeom prst="rect">
            <a:avLst/>
          </a:prstGeom>
        </p:spPr>
        <p:txBody>
          <a:bodyPr wrap="square">
            <a:spAutoFit/>
          </a:bodyPr>
          <a:lstStyle/>
          <a:p>
            <a:pPr algn="ctr" defTabSz="228554">
              <a:defRPr/>
            </a:pPr>
            <a:r>
              <a:rPr lang="en-IN" sz="1100" i="1"/>
              <a:t>(Telefonica Spain)</a:t>
            </a:r>
          </a:p>
          <a:p>
            <a:pPr algn="ctr" defTabSz="228554">
              <a:defRPr/>
            </a:pPr>
            <a:r>
              <a:rPr lang="en-IN" sz="1100"/>
              <a:t>Leading end‑to‑end capability design and delivery to enable a more integrated, scalable and efficient operating model</a:t>
            </a:r>
          </a:p>
        </p:txBody>
      </p:sp>
      <p:sp>
        <p:nvSpPr>
          <p:cNvPr id="2061" name="Rounded Rectangle 5">
            <a:extLst>
              <a:ext uri="{FF2B5EF4-FFF2-40B4-BE49-F238E27FC236}">
                <a16:creationId xmlns:a16="http://schemas.microsoft.com/office/drawing/2014/main" id="{C4BD554C-48E9-59ED-8E98-FCCBB5200C8F}"/>
              </a:ext>
            </a:extLst>
          </p:cNvPr>
          <p:cNvSpPr/>
          <p:nvPr/>
        </p:nvSpPr>
        <p:spPr>
          <a:xfrm>
            <a:off x="5006642" y="3644151"/>
            <a:ext cx="1906135" cy="2289049"/>
          </a:xfrm>
          <a:prstGeom prst="roundRect">
            <a:avLst>
              <a:gd name="adj" fmla="val 17713"/>
            </a:avLst>
          </a:prstGeom>
          <a:solidFill>
            <a:schemeClr val="bg1">
              <a:lumMod val="85000"/>
            </a:schemeClr>
          </a:solidFill>
          <a:ln>
            <a:noFill/>
          </a:ln>
          <a:effectLst>
            <a:glow rad="63500">
              <a:schemeClr val="accent2">
                <a:satMod val="175000"/>
                <a:alpha val="40000"/>
              </a:schemeClr>
            </a:glow>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554">
              <a:defRPr/>
            </a:pPr>
            <a:endParaRPr lang="en-US">
              <a:solidFill>
                <a:srgbClr val="FFFFFF"/>
              </a:solidFill>
            </a:endParaRPr>
          </a:p>
        </p:txBody>
      </p:sp>
      <p:sp>
        <p:nvSpPr>
          <p:cNvPr id="2062" name="Rounded Rectangle 6">
            <a:extLst>
              <a:ext uri="{FF2B5EF4-FFF2-40B4-BE49-F238E27FC236}">
                <a16:creationId xmlns:a16="http://schemas.microsoft.com/office/drawing/2014/main" id="{C81B5C01-E381-1D00-96D7-4567DB3FF454}"/>
              </a:ext>
            </a:extLst>
          </p:cNvPr>
          <p:cNvSpPr/>
          <p:nvPr/>
        </p:nvSpPr>
        <p:spPr>
          <a:xfrm>
            <a:off x="4843648" y="4238595"/>
            <a:ext cx="2170437" cy="271248"/>
          </a:xfrm>
          <a:prstGeom prst="roundRect">
            <a:avLst>
              <a:gd name="adj" fmla="val 50000"/>
            </a:avLst>
          </a:prstGeom>
          <a:solidFill>
            <a:srgbClr val="0082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554">
              <a:defRPr/>
            </a:pPr>
            <a:r>
              <a:rPr lang="en-US" sz="1600">
                <a:solidFill>
                  <a:srgbClr val="FFFFFF"/>
                </a:solidFill>
              </a:rPr>
              <a:t>Business Analyst</a:t>
            </a:r>
          </a:p>
        </p:txBody>
      </p:sp>
      <p:sp>
        <p:nvSpPr>
          <p:cNvPr id="2064" name="Rounded Rectangle 5">
            <a:extLst>
              <a:ext uri="{FF2B5EF4-FFF2-40B4-BE49-F238E27FC236}">
                <a16:creationId xmlns:a16="http://schemas.microsoft.com/office/drawing/2014/main" id="{4D0CD1AD-8717-5E91-C78A-6AFAC1F12B37}"/>
              </a:ext>
            </a:extLst>
          </p:cNvPr>
          <p:cNvSpPr/>
          <p:nvPr/>
        </p:nvSpPr>
        <p:spPr>
          <a:xfrm>
            <a:off x="7174842" y="3644152"/>
            <a:ext cx="1906135" cy="2289049"/>
          </a:xfrm>
          <a:prstGeom prst="roundRect">
            <a:avLst>
              <a:gd name="adj" fmla="val 17713"/>
            </a:avLst>
          </a:prstGeom>
          <a:solidFill>
            <a:schemeClr val="bg1">
              <a:lumMod val="85000"/>
            </a:schemeClr>
          </a:solidFill>
          <a:ln>
            <a:noFill/>
          </a:ln>
          <a:effectLst>
            <a:glow rad="63500">
              <a:schemeClr val="accent2">
                <a:satMod val="175000"/>
                <a:alpha val="40000"/>
              </a:schemeClr>
            </a:glow>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554">
              <a:defRPr/>
            </a:pPr>
            <a:endParaRPr lang="en-US">
              <a:solidFill>
                <a:srgbClr val="FFFFFF"/>
              </a:solidFill>
            </a:endParaRPr>
          </a:p>
        </p:txBody>
      </p:sp>
      <p:sp>
        <p:nvSpPr>
          <p:cNvPr id="2065" name="Rounded Rectangle 6">
            <a:extLst>
              <a:ext uri="{FF2B5EF4-FFF2-40B4-BE49-F238E27FC236}">
                <a16:creationId xmlns:a16="http://schemas.microsoft.com/office/drawing/2014/main" id="{97B47630-F513-6131-44CC-08154F49F952}"/>
              </a:ext>
            </a:extLst>
          </p:cNvPr>
          <p:cNvSpPr/>
          <p:nvPr/>
        </p:nvSpPr>
        <p:spPr>
          <a:xfrm>
            <a:off x="7011848" y="4238596"/>
            <a:ext cx="2170437" cy="271248"/>
          </a:xfrm>
          <a:prstGeom prst="roundRect">
            <a:avLst>
              <a:gd name="adj" fmla="val 50000"/>
            </a:avLst>
          </a:prstGeom>
          <a:solidFill>
            <a:srgbClr val="0082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554">
              <a:defRPr/>
            </a:pPr>
            <a:r>
              <a:rPr lang="en-US" sz="1600">
                <a:solidFill>
                  <a:srgbClr val="FFFFFF"/>
                </a:solidFill>
              </a:rPr>
              <a:t>PMO</a:t>
            </a:r>
          </a:p>
        </p:txBody>
      </p:sp>
      <p:sp>
        <p:nvSpPr>
          <p:cNvPr id="2067" name="Rounded Rectangle 5">
            <a:extLst>
              <a:ext uri="{FF2B5EF4-FFF2-40B4-BE49-F238E27FC236}">
                <a16:creationId xmlns:a16="http://schemas.microsoft.com/office/drawing/2014/main" id="{53D4CD34-6827-81A1-DD03-4AC392AD4BD1}"/>
              </a:ext>
            </a:extLst>
          </p:cNvPr>
          <p:cNvSpPr/>
          <p:nvPr/>
        </p:nvSpPr>
        <p:spPr>
          <a:xfrm>
            <a:off x="9343042" y="3644152"/>
            <a:ext cx="1906135" cy="2289049"/>
          </a:xfrm>
          <a:prstGeom prst="roundRect">
            <a:avLst>
              <a:gd name="adj" fmla="val 17713"/>
            </a:avLst>
          </a:prstGeom>
          <a:solidFill>
            <a:schemeClr val="bg1">
              <a:lumMod val="85000"/>
            </a:schemeClr>
          </a:solidFill>
          <a:ln>
            <a:noFill/>
          </a:ln>
          <a:effectLst>
            <a:glow rad="63500">
              <a:schemeClr val="accent2">
                <a:satMod val="175000"/>
                <a:alpha val="40000"/>
              </a:schemeClr>
            </a:glow>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554">
              <a:defRPr/>
            </a:pPr>
            <a:endParaRPr lang="en-US">
              <a:solidFill>
                <a:srgbClr val="FFFFFF"/>
              </a:solidFill>
            </a:endParaRPr>
          </a:p>
        </p:txBody>
      </p:sp>
      <p:sp>
        <p:nvSpPr>
          <p:cNvPr id="2068" name="Rounded Rectangle 6">
            <a:extLst>
              <a:ext uri="{FF2B5EF4-FFF2-40B4-BE49-F238E27FC236}">
                <a16:creationId xmlns:a16="http://schemas.microsoft.com/office/drawing/2014/main" id="{C42EE43D-77AA-7216-92A3-9BB86F15BA87}"/>
              </a:ext>
            </a:extLst>
          </p:cNvPr>
          <p:cNvSpPr/>
          <p:nvPr/>
        </p:nvSpPr>
        <p:spPr>
          <a:xfrm>
            <a:off x="9180048" y="4238596"/>
            <a:ext cx="2170437" cy="271248"/>
          </a:xfrm>
          <a:prstGeom prst="roundRect">
            <a:avLst>
              <a:gd name="adj" fmla="val 50000"/>
            </a:avLst>
          </a:prstGeom>
          <a:solidFill>
            <a:srgbClr val="0082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554">
              <a:defRPr/>
            </a:pPr>
            <a:r>
              <a:rPr lang="en-US" sz="1600">
                <a:solidFill>
                  <a:srgbClr val="FFFFFF"/>
                </a:solidFill>
              </a:rPr>
              <a:t>BA/PO</a:t>
            </a:r>
          </a:p>
        </p:txBody>
      </p:sp>
      <p:sp>
        <p:nvSpPr>
          <p:cNvPr id="2070" name="Oval 2069">
            <a:extLst>
              <a:ext uri="{FF2B5EF4-FFF2-40B4-BE49-F238E27FC236}">
                <a16:creationId xmlns:a16="http://schemas.microsoft.com/office/drawing/2014/main" id="{4A6E21C1-D55A-7C64-D51B-0F69C17E8752}"/>
              </a:ext>
            </a:extLst>
          </p:cNvPr>
          <p:cNvSpPr>
            <a:spLocks noChangeAspect="1"/>
          </p:cNvSpPr>
          <p:nvPr/>
        </p:nvSpPr>
        <p:spPr>
          <a:xfrm>
            <a:off x="1322466" y="3660912"/>
            <a:ext cx="540000" cy="540000"/>
          </a:xfrm>
          <a:prstGeom prst="ellipse">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ea typeface="+mn-ea"/>
              <a:cs typeface="+mn-cs"/>
            </a:endParaRPr>
          </a:p>
        </p:txBody>
      </p:sp>
      <p:sp>
        <p:nvSpPr>
          <p:cNvPr id="2072" name="Oval 2071">
            <a:extLst>
              <a:ext uri="{FF2B5EF4-FFF2-40B4-BE49-F238E27FC236}">
                <a16:creationId xmlns:a16="http://schemas.microsoft.com/office/drawing/2014/main" id="{5D31BE52-4CE7-C125-132C-761F74337F53}"/>
              </a:ext>
            </a:extLst>
          </p:cNvPr>
          <p:cNvSpPr>
            <a:spLocks noChangeAspect="1"/>
          </p:cNvSpPr>
          <p:nvPr/>
        </p:nvSpPr>
        <p:spPr>
          <a:xfrm>
            <a:off x="3490666" y="1092614"/>
            <a:ext cx="540000" cy="540000"/>
          </a:xfrm>
          <a:prstGeom prst="ellipse">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ea typeface="+mn-ea"/>
              <a:cs typeface="+mn-cs"/>
            </a:endParaRPr>
          </a:p>
        </p:txBody>
      </p:sp>
      <p:sp>
        <p:nvSpPr>
          <p:cNvPr id="2073" name="Oval 2072">
            <a:extLst>
              <a:ext uri="{FF2B5EF4-FFF2-40B4-BE49-F238E27FC236}">
                <a16:creationId xmlns:a16="http://schemas.microsoft.com/office/drawing/2014/main" id="{FBBD7163-51B3-8E1E-345A-8B839B37A444}"/>
              </a:ext>
            </a:extLst>
          </p:cNvPr>
          <p:cNvSpPr>
            <a:spLocks noChangeAspect="1"/>
          </p:cNvSpPr>
          <p:nvPr/>
        </p:nvSpPr>
        <p:spPr>
          <a:xfrm>
            <a:off x="3490666" y="3669488"/>
            <a:ext cx="540000" cy="540000"/>
          </a:xfrm>
          <a:prstGeom prst="ellipse">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ea typeface="+mn-ea"/>
              <a:cs typeface="+mn-cs"/>
            </a:endParaRPr>
          </a:p>
        </p:txBody>
      </p:sp>
      <p:sp>
        <p:nvSpPr>
          <p:cNvPr id="2074" name="Oval 2073">
            <a:extLst>
              <a:ext uri="{FF2B5EF4-FFF2-40B4-BE49-F238E27FC236}">
                <a16:creationId xmlns:a16="http://schemas.microsoft.com/office/drawing/2014/main" id="{91D62968-67CF-0704-2B04-8399C0CE28D9}"/>
              </a:ext>
            </a:extLst>
          </p:cNvPr>
          <p:cNvSpPr>
            <a:spLocks noChangeAspect="1"/>
          </p:cNvSpPr>
          <p:nvPr/>
        </p:nvSpPr>
        <p:spPr>
          <a:xfrm>
            <a:off x="5663961" y="1092614"/>
            <a:ext cx="540000" cy="540000"/>
          </a:xfrm>
          <a:prstGeom prst="ellipse">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ea typeface="+mn-ea"/>
              <a:cs typeface="+mn-cs"/>
            </a:endParaRPr>
          </a:p>
        </p:txBody>
      </p:sp>
      <p:sp>
        <p:nvSpPr>
          <p:cNvPr id="2075" name="Oval 2074">
            <a:extLst>
              <a:ext uri="{FF2B5EF4-FFF2-40B4-BE49-F238E27FC236}">
                <a16:creationId xmlns:a16="http://schemas.microsoft.com/office/drawing/2014/main" id="{25FF57BC-28EE-DF25-D114-486F52A86336}"/>
              </a:ext>
            </a:extLst>
          </p:cNvPr>
          <p:cNvSpPr>
            <a:spLocks noChangeAspect="1"/>
          </p:cNvSpPr>
          <p:nvPr/>
        </p:nvSpPr>
        <p:spPr>
          <a:xfrm>
            <a:off x="5663961" y="3669488"/>
            <a:ext cx="540000" cy="540000"/>
          </a:xfrm>
          <a:prstGeom prst="ellipse">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ea typeface="+mn-ea"/>
              <a:cs typeface="+mn-cs"/>
            </a:endParaRPr>
          </a:p>
        </p:txBody>
      </p:sp>
      <p:sp>
        <p:nvSpPr>
          <p:cNvPr id="2076" name="Oval 2075">
            <a:extLst>
              <a:ext uri="{FF2B5EF4-FFF2-40B4-BE49-F238E27FC236}">
                <a16:creationId xmlns:a16="http://schemas.microsoft.com/office/drawing/2014/main" id="{83FB8978-1B51-4C13-240E-90609730DB43}"/>
              </a:ext>
            </a:extLst>
          </p:cNvPr>
          <p:cNvSpPr>
            <a:spLocks noChangeAspect="1"/>
          </p:cNvSpPr>
          <p:nvPr/>
        </p:nvSpPr>
        <p:spPr>
          <a:xfrm>
            <a:off x="7825937" y="1114047"/>
            <a:ext cx="540000" cy="540000"/>
          </a:xfrm>
          <a:prstGeom prst="ellipse">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ea typeface="+mn-ea"/>
              <a:cs typeface="+mn-cs"/>
            </a:endParaRPr>
          </a:p>
        </p:txBody>
      </p:sp>
      <p:sp>
        <p:nvSpPr>
          <p:cNvPr id="2077" name="Oval 2076">
            <a:extLst>
              <a:ext uri="{FF2B5EF4-FFF2-40B4-BE49-F238E27FC236}">
                <a16:creationId xmlns:a16="http://schemas.microsoft.com/office/drawing/2014/main" id="{4A8AFEBF-8861-DFCD-EF3D-A7D4513DBF10}"/>
              </a:ext>
            </a:extLst>
          </p:cNvPr>
          <p:cNvSpPr>
            <a:spLocks noChangeAspect="1"/>
          </p:cNvSpPr>
          <p:nvPr/>
        </p:nvSpPr>
        <p:spPr>
          <a:xfrm>
            <a:off x="7825937" y="3690921"/>
            <a:ext cx="540000" cy="540000"/>
          </a:xfrm>
          <a:prstGeom prst="ellipse">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ea typeface="+mn-ea"/>
              <a:cs typeface="+mn-cs"/>
            </a:endParaRPr>
          </a:p>
        </p:txBody>
      </p:sp>
      <p:sp>
        <p:nvSpPr>
          <p:cNvPr id="2078" name="Oval 2077">
            <a:extLst>
              <a:ext uri="{FF2B5EF4-FFF2-40B4-BE49-F238E27FC236}">
                <a16:creationId xmlns:a16="http://schemas.microsoft.com/office/drawing/2014/main" id="{FF0C9348-BD48-4241-3FFA-BADABFE66098}"/>
              </a:ext>
            </a:extLst>
          </p:cNvPr>
          <p:cNvSpPr>
            <a:spLocks noChangeAspect="1"/>
          </p:cNvSpPr>
          <p:nvPr/>
        </p:nvSpPr>
        <p:spPr>
          <a:xfrm>
            <a:off x="9999232" y="1114047"/>
            <a:ext cx="540000" cy="540000"/>
          </a:xfrm>
          <a:prstGeom prst="ellipse">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ea typeface="+mn-ea"/>
              <a:cs typeface="+mn-cs"/>
            </a:endParaRPr>
          </a:p>
        </p:txBody>
      </p:sp>
      <p:sp>
        <p:nvSpPr>
          <p:cNvPr id="2079" name="Oval 2078">
            <a:extLst>
              <a:ext uri="{FF2B5EF4-FFF2-40B4-BE49-F238E27FC236}">
                <a16:creationId xmlns:a16="http://schemas.microsoft.com/office/drawing/2014/main" id="{573999B7-5055-B384-216A-E5F52E758B19}"/>
              </a:ext>
            </a:extLst>
          </p:cNvPr>
          <p:cNvSpPr>
            <a:spLocks noChangeAspect="1"/>
          </p:cNvSpPr>
          <p:nvPr/>
        </p:nvSpPr>
        <p:spPr>
          <a:xfrm>
            <a:off x="9999232" y="3690921"/>
            <a:ext cx="540000" cy="540000"/>
          </a:xfrm>
          <a:prstGeom prst="ellipse">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ea typeface="+mn-ea"/>
              <a:cs typeface="+mn-cs"/>
            </a:endParaRPr>
          </a:p>
        </p:txBody>
      </p:sp>
      <p:sp>
        <p:nvSpPr>
          <p:cNvPr id="1049" name="Oval 1048">
            <a:extLst>
              <a:ext uri="{FF2B5EF4-FFF2-40B4-BE49-F238E27FC236}">
                <a16:creationId xmlns:a16="http://schemas.microsoft.com/office/drawing/2014/main" id="{7A9817B2-C340-56A6-222D-F0F3D0452182}"/>
              </a:ext>
            </a:extLst>
          </p:cNvPr>
          <p:cNvSpPr>
            <a:spLocks noChangeAspect="1"/>
          </p:cNvSpPr>
          <p:nvPr/>
        </p:nvSpPr>
        <p:spPr>
          <a:xfrm>
            <a:off x="1314237" y="1107134"/>
            <a:ext cx="540000" cy="540000"/>
          </a:xfrm>
          <a:prstGeom prst="ellipse">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ea typeface="+mn-ea"/>
              <a:cs typeface="+mn-cs"/>
            </a:endParaRPr>
          </a:p>
        </p:txBody>
      </p:sp>
      <p:pic>
        <p:nvPicPr>
          <p:cNvPr id="10242" name="Picture 2" descr="InterGlobe Aviation (IndiGo) logo in ...">
            <a:extLst>
              <a:ext uri="{FF2B5EF4-FFF2-40B4-BE49-F238E27FC236}">
                <a16:creationId xmlns:a16="http://schemas.microsoft.com/office/drawing/2014/main" id="{F477CBD2-914B-BD0D-5A44-CFC8237DBD8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31926" y="1219190"/>
            <a:ext cx="330679" cy="330679"/>
          </a:xfrm>
          <a:prstGeom prst="rect">
            <a:avLst/>
          </a:prstGeom>
          <a:noFill/>
          <a:extLst>
            <a:ext uri="{909E8E84-426E-40DD-AFC4-6F175D3DCCD1}">
              <a14:hiddenFill xmlns:a14="http://schemas.microsoft.com/office/drawing/2010/main">
                <a:solidFill>
                  <a:srgbClr val="FFFFFF"/>
                </a:solidFill>
              </a14:hiddenFill>
            </a:ext>
          </a:extLst>
        </p:spPr>
      </p:pic>
      <p:pic>
        <p:nvPicPr>
          <p:cNvPr id="1051" name="Picture 1050">
            <a:extLst>
              <a:ext uri="{FF2B5EF4-FFF2-40B4-BE49-F238E27FC236}">
                <a16:creationId xmlns:a16="http://schemas.microsoft.com/office/drawing/2014/main" id="{3C1CFA60-9316-E380-FF0B-B7FE56B6438B}"/>
              </a:ext>
            </a:extLst>
          </p:cNvPr>
          <p:cNvPicPr>
            <a:picLocks noChangeAspect="1"/>
          </p:cNvPicPr>
          <p:nvPr/>
        </p:nvPicPr>
        <p:blipFill>
          <a:blip r:embed="rId5"/>
          <a:stretch>
            <a:fillRect/>
          </a:stretch>
        </p:blipFill>
        <p:spPr>
          <a:xfrm>
            <a:off x="3562956" y="1231592"/>
            <a:ext cx="412779" cy="208393"/>
          </a:xfrm>
          <a:prstGeom prst="rect">
            <a:avLst/>
          </a:prstGeom>
        </p:spPr>
      </p:pic>
      <p:pic>
        <p:nvPicPr>
          <p:cNvPr id="10244" name="Picture 4">
            <a:extLst>
              <a:ext uri="{FF2B5EF4-FFF2-40B4-BE49-F238E27FC236}">
                <a16:creationId xmlns:a16="http://schemas.microsoft.com/office/drawing/2014/main" id="{37BF4CD6-095A-3AE9-3575-C7ADE12C334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01584" y="1277179"/>
            <a:ext cx="481415" cy="153617"/>
          </a:xfrm>
          <a:prstGeom prst="rect">
            <a:avLst/>
          </a:prstGeom>
          <a:noFill/>
          <a:extLst>
            <a:ext uri="{909E8E84-426E-40DD-AFC4-6F175D3DCCD1}">
              <a14:hiddenFill xmlns:a14="http://schemas.microsoft.com/office/drawing/2010/main">
                <a:solidFill>
                  <a:srgbClr val="FFFFFF"/>
                </a:solidFill>
              </a14:hiddenFill>
            </a:ext>
          </a:extLst>
        </p:spPr>
      </p:pic>
      <p:pic>
        <p:nvPicPr>
          <p:cNvPr id="1055" name="Picture 1054" descr="A purple logo with black background&#10;&#10;Description automatically generated">
            <a:extLst>
              <a:ext uri="{FF2B5EF4-FFF2-40B4-BE49-F238E27FC236}">
                <a16:creationId xmlns:a16="http://schemas.microsoft.com/office/drawing/2014/main" id="{A5FE8789-CE3B-CF08-621C-64F5BAFF0D03}"/>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7861305" y="1269934"/>
            <a:ext cx="469263" cy="185359"/>
          </a:xfrm>
          <a:prstGeom prst="rect">
            <a:avLst/>
          </a:prstGeom>
        </p:spPr>
      </p:pic>
      <p:pic>
        <p:nvPicPr>
          <p:cNvPr id="10240" name="Picture 2" descr="Orange Logo, symbol, meaning, history, PNG, brand">
            <a:extLst>
              <a:ext uri="{FF2B5EF4-FFF2-40B4-BE49-F238E27FC236}">
                <a16:creationId xmlns:a16="http://schemas.microsoft.com/office/drawing/2014/main" id="{F23ACDC0-D9BB-A7E7-D59C-ABE5C2EE9934}"/>
              </a:ext>
            </a:extLst>
          </p:cNvPr>
          <p:cNvPicPr>
            <a:picLocks noChangeAspect="1" noChangeArrowheads="1"/>
          </p:cNvPicPr>
          <p:nvPr/>
        </p:nvPicPr>
        <p:blipFill>
          <a:blip r:embed="rId8" cstate="screen">
            <a:extLst>
              <a:ext uri="{28A0092B-C50C-407E-A947-70E740481C1C}">
                <a14:useLocalDpi xmlns:a14="http://schemas.microsoft.com/office/drawing/2010/main"/>
              </a:ext>
            </a:extLst>
          </a:blip>
          <a:srcRect/>
          <a:stretch>
            <a:fillRect/>
          </a:stretch>
        </p:blipFill>
        <p:spPr bwMode="auto">
          <a:xfrm>
            <a:off x="10045126" y="1260218"/>
            <a:ext cx="440279" cy="247657"/>
          </a:xfrm>
          <a:prstGeom prst="rect">
            <a:avLst/>
          </a:prstGeom>
          <a:noFill/>
          <a:extLst>
            <a:ext uri="{909E8E84-426E-40DD-AFC4-6F175D3DCCD1}">
              <a14:hiddenFill xmlns:a14="http://schemas.microsoft.com/office/drawing/2010/main">
                <a:solidFill>
                  <a:srgbClr val="FFFFFF"/>
                </a:solidFill>
              </a14:hiddenFill>
            </a:ext>
          </a:extLst>
        </p:spPr>
      </p:pic>
      <p:pic>
        <p:nvPicPr>
          <p:cNvPr id="10241" name="Picture 10240" descr="List of assets owned by Comcast - Wikipedia">
            <a:extLst>
              <a:ext uri="{FF2B5EF4-FFF2-40B4-BE49-F238E27FC236}">
                <a16:creationId xmlns:a16="http://schemas.microsoft.com/office/drawing/2014/main" id="{60AF4983-1FAE-AE3F-400E-B796122B2255}"/>
              </a:ext>
            </a:extLst>
          </p:cNvPr>
          <p:cNvPicPr>
            <a:picLocks noChangeAspect="1" noChangeArrowheads="1"/>
          </p:cNvPicPr>
          <p:nvPr/>
        </p:nvPicPr>
        <p:blipFill>
          <a:blip r:embed="rId9" cstate="screen">
            <a:extLst>
              <a:ext uri="{28A0092B-C50C-407E-A947-70E740481C1C}">
                <a14:useLocalDpi xmlns:a14="http://schemas.microsoft.com/office/drawing/2010/main"/>
              </a:ext>
            </a:extLst>
          </a:blip>
          <a:srcRect/>
          <a:stretch>
            <a:fillRect/>
          </a:stretch>
        </p:blipFill>
        <p:spPr bwMode="auto">
          <a:xfrm>
            <a:off x="1369752" y="3851040"/>
            <a:ext cx="421079" cy="152914"/>
          </a:xfrm>
          <a:prstGeom prst="rect">
            <a:avLst/>
          </a:prstGeom>
          <a:noFill/>
          <a:extLst>
            <a:ext uri="{909E8E84-426E-40DD-AFC4-6F175D3DCCD1}">
              <a14:hiddenFill xmlns:a14="http://schemas.microsoft.com/office/drawing/2010/main">
                <a:solidFill>
                  <a:srgbClr val="FFFFFF"/>
                </a:solidFill>
              </a14:hiddenFill>
            </a:ext>
          </a:extLst>
        </p:spPr>
      </p:pic>
      <p:pic>
        <p:nvPicPr>
          <p:cNvPr id="10247" name="Picture 6" descr="transparent PNG and vectorized SVG ...">
            <a:extLst>
              <a:ext uri="{FF2B5EF4-FFF2-40B4-BE49-F238E27FC236}">
                <a16:creationId xmlns:a16="http://schemas.microsoft.com/office/drawing/2014/main" id="{CB9D5E9C-0FC4-806D-F46D-FDE618A3BC53}"/>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625042" y="3806385"/>
            <a:ext cx="271248" cy="271248"/>
          </a:xfrm>
          <a:prstGeom prst="rect">
            <a:avLst/>
          </a:prstGeom>
          <a:noFill/>
          <a:extLst>
            <a:ext uri="{909E8E84-426E-40DD-AFC4-6F175D3DCCD1}">
              <a14:hiddenFill xmlns:a14="http://schemas.microsoft.com/office/drawing/2010/main">
                <a:solidFill>
                  <a:srgbClr val="FFFFFF"/>
                </a:solidFill>
              </a14:hiddenFill>
            </a:ext>
          </a:extLst>
        </p:spPr>
      </p:pic>
      <p:pic>
        <p:nvPicPr>
          <p:cNvPr id="10248" name="Picture 10247" descr="A logo with a flower&#10;&#10;AI-generated content may be incorrect.">
            <a:extLst>
              <a:ext uri="{FF2B5EF4-FFF2-40B4-BE49-F238E27FC236}">
                <a16:creationId xmlns:a16="http://schemas.microsoft.com/office/drawing/2014/main" id="{EBC33511-1254-4C02-CB1E-CBF50C468DF7}"/>
              </a:ext>
            </a:extLst>
          </p:cNvPr>
          <p:cNvPicPr>
            <a:picLocks noChangeAspect="1"/>
          </p:cNvPicPr>
          <p:nvPr/>
        </p:nvPicPr>
        <p:blipFill>
          <a:blip r:embed="rId11" cstate="screen">
            <a:extLst>
              <a:ext uri="{28A0092B-C50C-407E-A947-70E740481C1C}">
                <a14:useLocalDpi xmlns:a14="http://schemas.microsoft.com/office/drawing/2010/main"/>
              </a:ext>
            </a:extLst>
          </a:blip>
          <a:stretch>
            <a:fillRect/>
          </a:stretch>
        </p:blipFill>
        <p:spPr>
          <a:xfrm>
            <a:off x="10098354" y="3773130"/>
            <a:ext cx="333821" cy="405268"/>
          </a:xfrm>
          <a:prstGeom prst="rect">
            <a:avLst/>
          </a:prstGeom>
        </p:spPr>
      </p:pic>
      <p:pic>
        <p:nvPicPr>
          <p:cNvPr id="10252" name="Picture 6" descr="CMA CGM - Wikipedia">
            <a:extLst>
              <a:ext uri="{FF2B5EF4-FFF2-40B4-BE49-F238E27FC236}">
                <a16:creationId xmlns:a16="http://schemas.microsoft.com/office/drawing/2014/main" id="{7F743340-BED6-0338-87B1-0CA46D61F0A9}"/>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903419" y="3809259"/>
            <a:ext cx="427149" cy="260457"/>
          </a:xfrm>
          <a:prstGeom prst="rect">
            <a:avLst/>
          </a:prstGeom>
          <a:noFill/>
          <a:extLst>
            <a:ext uri="{909E8E84-426E-40DD-AFC4-6F175D3DCCD1}">
              <a14:hiddenFill xmlns:a14="http://schemas.microsoft.com/office/drawing/2010/main">
                <a:solidFill>
                  <a:srgbClr val="FFFFFF"/>
                </a:solidFill>
              </a14:hiddenFill>
            </a:ext>
          </a:extLst>
        </p:spPr>
      </p:pic>
      <p:cxnSp>
        <p:nvCxnSpPr>
          <p:cNvPr id="3" name="Straight Connector 2">
            <a:extLst>
              <a:ext uri="{FF2B5EF4-FFF2-40B4-BE49-F238E27FC236}">
                <a16:creationId xmlns:a16="http://schemas.microsoft.com/office/drawing/2014/main" id="{C68CE43F-E9B1-70A5-6691-DADCD9B4FE07}"/>
              </a:ext>
            </a:extLst>
          </p:cNvPr>
          <p:cNvCxnSpPr>
            <a:cxnSpLocks/>
          </p:cNvCxnSpPr>
          <p:nvPr/>
        </p:nvCxnSpPr>
        <p:spPr>
          <a:xfrm>
            <a:off x="569343" y="3508002"/>
            <a:ext cx="10781142" cy="0"/>
          </a:xfrm>
          <a:prstGeom prst="line">
            <a:avLst/>
          </a:prstGeom>
          <a:ln w="38100">
            <a:solidFill>
              <a:srgbClr val="00828E"/>
            </a:solidFill>
            <a:prstDash val="dash"/>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5E8B15F3-E621-90EB-98A2-D0B06959653D}"/>
              </a:ext>
            </a:extLst>
          </p:cNvPr>
          <p:cNvSpPr/>
          <p:nvPr/>
        </p:nvSpPr>
        <p:spPr>
          <a:xfrm>
            <a:off x="9343042" y="245846"/>
            <a:ext cx="2328530" cy="581345"/>
          </a:xfrm>
          <a:prstGeom prst="rect">
            <a:avLst/>
          </a:prstGeom>
          <a:solidFill>
            <a:srgbClr val="FFFF0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a:solidFill>
                  <a:schemeClr val="tx1"/>
                </a:solidFill>
              </a:rPr>
              <a:t>Anurag/Riya/Shripriya</a:t>
            </a:r>
            <a:endParaRPr lang="en-IN" sz="1400" err="1">
              <a:solidFill>
                <a:schemeClr val="tx1"/>
              </a:solidFill>
            </a:endParaRPr>
          </a:p>
        </p:txBody>
      </p:sp>
      <p:sp>
        <p:nvSpPr>
          <p:cNvPr id="4" name="Rectangle 3">
            <a:extLst>
              <a:ext uri="{FF2B5EF4-FFF2-40B4-BE49-F238E27FC236}">
                <a16:creationId xmlns:a16="http://schemas.microsoft.com/office/drawing/2014/main" id="{4F30CD81-EB6B-F192-ACCF-527A2F27591A}"/>
              </a:ext>
            </a:extLst>
          </p:cNvPr>
          <p:cNvSpPr/>
          <p:nvPr/>
        </p:nvSpPr>
        <p:spPr>
          <a:xfrm>
            <a:off x="9353558" y="4525531"/>
            <a:ext cx="1906135" cy="1446550"/>
          </a:xfrm>
          <a:prstGeom prst="rect">
            <a:avLst/>
          </a:prstGeom>
        </p:spPr>
        <p:txBody>
          <a:bodyPr wrap="square">
            <a:spAutoFit/>
          </a:bodyPr>
          <a:lstStyle/>
          <a:p>
            <a:pPr algn="ctr" defTabSz="228554">
              <a:defRPr/>
            </a:pPr>
            <a:r>
              <a:rPr lang="en-IN" sz="1100"/>
              <a:t>Service Manager Migration, implementing WOA for Feasibility Check and New Service Provisioning (incl. MACD) in Colombia and scaling WOA and integrations across LATAM</a:t>
            </a:r>
          </a:p>
        </p:txBody>
      </p:sp>
      <p:sp>
        <p:nvSpPr>
          <p:cNvPr id="6" name="Rectangle 5">
            <a:extLst>
              <a:ext uri="{FF2B5EF4-FFF2-40B4-BE49-F238E27FC236}">
                <a16:creationId xmlns:a16="http://schemas.microsoft.com/office/drawing/2014/main" id="{3B3BA3BD-F403-AB1C-EDCE-5FC3A04AC85F}"/>
              </a:ext>
            </a:extLst>
          </p:cNvPr>
          <p:cNvSpPr/>
          <p:nvPr/>
        </p:nvSpPr>
        <p:spPr>
          <a:xfrm>
            <a:off x="7180100" y="4628807"/>
            <a:ext cx="1906135" cy="769441"/>
          </a:xfrm>
          <a:prstGeom prst="rect">
            <a:avLst/>
          </a:prstGeom>
        </p:spPr>
        <p:txBody>
          <a:bodyPr wrap="square">
            <a:spAutoFit/>
          </a:bodyPr>
          <a:lstStyle/>
          <a:p>
            <a:pPr algn="ctr" defTabSz="228554">
              <a:defRPr/>
            </a:pPr>
            <a:r>
              <a:rPr lang="en-IN" sz="1100"/>
              <a:t>Program Management for CMA CGM’s R&amp;D Hub with focus on building AI-driven industrial digital twins</a:t>
            </a:r>
          </a:p>
        </p:txBody>
      </p:sp>
      <p:pic>
        <p:nvPicPr>
          <p:cNvPr id="7" name="Picture 6" descr="transparent PNG and vectorized SVG ...">
            <a:extLst>
              <a:ext uri="{FF2B5EF4-FFF2-40B4-BE49-F238E27FC236}">
                <a16:creationId xmlns:a16="http://schemas.microsoft.com/office/drawing/2014/main" id="{B1F3A2E0-837C-031F-69AB-6E4E8FD85348}"/>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806667" y="3803074"/>
            <a:ext cx="271248" cy="271248"/>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8B22C76C-E697-DDE1-6543-280CC0A4E05A}"/>
              </a:ext>
            </a:extLst>
          </p:cNvPr>
          <p:cNvSpPr/>
          <p:nvPr/>
        </p:nvSpPr>
        <p:spPr>
          <a:xfrm>
            <a:off x="4961068" y="4539761"/>
            <a:ext cx="1906135" cy="1446550"/>
          </a:xfrm>
          <a:prstGeom prst="rect">
            <a:avLst/>
          </a:prstGeom>
        </p:spPr>
        <p:txBody>
          <a:bodyPr wrap="square">
            <a:spAutoFit/>
          </a:bodyPr>
          <a:lstStyle/>
          <a:p>
            <a:pPr algn="ctr" defTabSz="228554">
              <a:defRPr/>
            </a:pPr>
            <a:r>
              <a:rPr lang="en-IN" sz="1100" i="1"/>
              <a:t>(Telefonica Germany)</a:t>
            </a:r>
          </a:p>
          <a:p>
            <a:pPr algn="ctr" defTabSz="228554">
              <a:defRPr/>
            </a:pPr>
            <a:r>
              <a:rPr lang="en-IN" sz="1100"/>
              <a:t>Focused on translating business requirements into clear, actionable inputs for developers, supporting data-driven solutions using Data Lake technologies in the OSS domain</a:t>
            </a:r>
          </a:p>
        </p:txBody>
      </p:sp>
    </p:spTree>
    <p:extLst>
      <p:ext uri="{BB962C8B-B14F-4D97-AF65-F5344CB8AC3E}">
        <p14:creationId xmlns:p14="http://schemas.microsoft.com/office/powerpoint/2010/main" val="1575569621"/>
      </p:ext>
    </p:extLst>
  </p:cSld>
  <p:clrMapOvr>
    <a:masterClrMapping/>
  </p:clrMapOvr>
  <p:transition spd="med">
    <p:pull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p:ext uri="{6950BFC3-D8DA-4A85-94F7-54DA5524770B}">
      <p188:commentRel xmlns:p188="http://schemas.microsoft.com/office/powerpoint/2018/8/main" r:id="rId3"/>
    </p:ext>
  </p:extLst>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7ED5B69-B1F4-F775-A736-A21DDC596B2E}"/>
            </a:ext>
          </a:extLst>
        </p:cNvPr>
        <p:cNvGrpSpPr/>
        <p:nvPr/>
      </p:nvGrpSpPr>
      <p:grpSpPr>
        <a:xfrm>
          <a:off x="0" y="0"/>
          <a:ext cx="0" cy="0"/>
          <a:chOff x="0" y="0"/>
          <a:chExt cx="0" cy="0"/>
        </a:xfrm>
      </p:grpSpPr>
      <p:sp>
        <p:nvSpPr>
          <p:cNvPr id="8" name="Title 88">
            <a:extLst>
              <a:ext uri="{FF2B5EF4-FFF2-40B4-BE49-F238E27FC236}">
                <a16:creationId xmlns:a16="http://schemas.microsoft.com/office/drawing/2014/main" id="{14A7385B-9AD8-CD94-D047-21DD5B5FE658}"/>
              </a:ext>
            </a:extLst>
          </p:cNvPr>
          <p:cNvSpPr>
            <a:spLocks noGrp="1"/>
          </p:cNvSpPr>
          <p:nvPr>
            <p:ph type="title"/>
          </p:nvPr>
        </p:nvSpPr>
        <p:spPr>
          <a:xfrm>
            <a:off x="402713" y="200378"/>
            <a:ext cx="10947772" cy="716711"/>
          </a:xfrm>
        </p:spPr>
        <p:txBody>
          <a:bodyPr/>
          <a:lstStyle/>
          <a:p>
            <a:r>
              <a:rPr lang="en-IN" sz="2800">
                <a:solidFill>
                  <a:schemeClr val="tx1"/>
                </a:solidFill>
              </a:rPr>
              <a:t>Ongoing Assignments</a:t>
            </a:r>
          </a:p>
        </p:txBody>
      </p:sp>
      <p:sp>
        <p:nvSpPr>
          <p:cNvPr id="2" name="Date Placeholder 2">
            <a:extLst>
              <a:ext uri="{FF2B5EF4-FFF2-40B4-BE49-F238E27FC236}">
                <a16:creationId xmlns:a16="http://schemas.microsoft.com/office/drawing/2014/main" id="{54816FF1-3D4B-92C2-E8F4-348611B4C30F}"/>
              </a:ext>
            </a:extLst>
          </p:cNvPr>
          <p:cNvSpPr>
            <a:spLocks noGrp="1"/>
          </p:cNvSpPr>
          <p:nvPr>
            <p:ph type="dt" sz="half" idx="10"/>
          </p:nvPr>
        </p:nvSpPr>
        <p:spPr>
          <a:xfrm>
            <a:off x="8823960" y="6650661"/>
            <a:ext cx="2817177" cy="123111"/>
          </a:xfrm>
        </p:spPr>
        <p:txBody>
          <a:bodyPr/>
          <a:lstStyle/>
          <a:p>
            <a:pPr>
              <a:spcBef>
                <a:spcPts val="1000"/>
              </a:spcBef>
              <a:buFont typeface="Arial" panose="020B0604020202020204" pitchFamily="34" charset="0"/>
              <a:buNone/>
            </a:pPr>
            <a:r>
              <a:rPr lang="en-US"/>
              <a:t>Company Confidential © Capgemini 2026. All rights reserved.</a:t>
            </a:r>
          </a:p>
        </p:txBody>
      </p:sp>
      <p:sp>
        <p:nvSpPr>
          <p:cNvPr id="14" name="Footer Placeholder 17">
            <a:extLst>
              <a:ext uri="{FF2B5EF4-FFF2-40B4-BE49-F238E27FC236}">
                <a16:creationId xmlns:a16="http://schemas.microsoft.com/office/drawing/2014/main" id="{F05F2817-96D1-FDF4-BA8C-6E18AF858873}"/>
              </a:ext>
            </a:extLst>
          </p:cNvPr>
          <p:cNvSpPr txBox="1">
            <a:spLocks/>
          </p:cNvSpPr>
          <p:nvPr/>
        </p:nvSpPr>
        <p:spPr>
          <a:xfrm>
            <a:off x="558423" y="6608608"/>
            <a:ext cx="4716524" cy="123111"/>
          </a:xfrm>
          <a:prstGeom prst="rect">
            <a:avLst/>
          </a:prstGeom>
        </p:spPr>
        <p:txBody>
          <a:bodyPr wrap="none" lIns="0" tIns="0" rIns="0" bIns="0" anchor="ctr" anchorCtr="0">
            <a:noAutofit/>
          </a:bodyPr>
          <a:lstStyle>
            <a:defPPr>
              <a:defRPr lang="en-PL"/>
            </a:defPPr>
            <a:lvl1pPr marL="0" algn="l" defTabSz="914400" rtl="0" eaLnBrk="1" latinLnBrk="0" hangingPunct="1">
              <a:defRPr lang="de-DE" sz="800" kern="1200">
                <a:solidFill>
                  <a:schemeClr val="bg1">
                    <a:lumMod val="6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ts val="1000"/>
              </a:spcBef>
              <a:buFont typeface="Arial" panose="020B0604020202020204" pitchFamily="34" charset="0"/>
              <a:buNone/>
            </a:pPr>
            <a:r>
              <a:rPr lang="en-US"/>
              <a:t>TMT Monthly Update |  July 2026</a:t>
            </a:r>
          </a:p>
        </p:txBody>
      </p:sp>
      <p:sp>
        <p:nvSpPr>
          <p:cNvPr id="18" name="Rectangle 17">
            <a:extLst>
              <a:ext uri="{FF2B5EF4-FFF2-40B4-BE49-F238E27FC236}">
                <a16:creationId xmlns:a16="http://schemas.microsoft.com/office/drawing/2014/main" id="{EEE8D302-3CA1-E197-4CA6-DFC1102FB6B7}"/>
              </a:ext>
            </a:extLst>
          </p:cNvPr>
          <p:cNvSpPr/>
          <p:nvPr/>
        </p:nvSpPr>
        <p:spPr>
          <a:xfrm>
            <a:off x="12093700" y="0"/>
            <a:ext cx="108000" cy="6858000"/>
          </a:xfrm>
          <a:prstGeom prst="rect">
            <a:avLst/>
          </a:prstGeom>
          <a:gradFill>
            <a:gsLst>
              <a:gs pos="0">
                <a:schemeClr val="accent1"/>
              </a:gs>
              <a:gs pos="56000">
                <a:schemeClr val="accent2"/>
              </a:gs>
              <a:gs pos="83000">
                <a:schemeClr val="accent4"/>
              </a:gs>
            </a:gsLst>
            <a:lin ang="5400000" scaled="1"/>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sz="1400" err="1">
              <a:solidFill>
                <a:schemeClr val="tx1"/>
              </a:solidFill>
            </a:endParaRPr>
          </a:p>
        </p:txBody>
      </p:sp>
      <p:sp>
        <p:nvSpPr>
          <p:cNvPr id="24" name="Rectangle 23">
            <a:extLst>
              <a:ext uri="{FF2B5EF4-FFF2-40B4-BE49-F238E27FC236}">
                <a16:creationId xmlns:a16="http://schemas.microsoft.com/office/drawing/2014/main" id="{132CC768-4632-E21E-5FEA-212C93BF4A95}"/>
              </a:ext>
            </a:extLst>
          </p:cNvPr>
          <p:cNvSpPr/>
          <p:nvPr/>
        </p:nvSpPr>
        <p:spPr>
          <a:xfrm>
            <a:off x="-17978" y="0"/>
            <a:ext cx="108000" cy="6858000"/>
          </a:xfrm>
          <a:prstGeom prst="rect">
            <a:avLst/>
          </a:prstGeom>
          <a:gradFill>
            <a:gsLst>
              <a:gs pos="0">
                <a:schemeClr val="accent1"/>
              </a:gs>
              <a:gs pos="56000">
                <a:schemeClr val="accent2"/>
              </a:gs>
              <a:gs pos="83000">
                <a:schemeClr val="accent4"/>
              </a:gs>
            </a:gsLst>
            <a:lin ang="5400000" scaled="1"/>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sz="1400" err="1">
              <a:solidFill>
                <a:schemeClr val="tx1"/>
              </a:solidFill>
            </a:endParaRPr>
          </a:p>
        </p:txBody>
      </p:sp>
      <p:sp>
        <p:nvSpPr>
          <p:cNvPr id="25" name="Rectangle 24">
            <a:extLst>
              <a:ext uri="{FF2B5EF4-FFF2-40B4-BE49-F238E27FC236}">
                <a16:creationId xmlns:a16="http://schemas.microsoft.com/office/drawing/2014/main" id="{1355DDD9-F627-B172-4D63-A340420B384E}"/>
              </a:ext>
            </a:extLst>
          </p:cNvPr>
          <p:cNvSpPr/>
          <p:nvPr/>
        </p:nvSpPr>
        <p:spPr>
          <a:xfrm>
            <a:off x="-24000" y="6782398"/>
            <a:ext cx="12240000" cy="109034"/>
          </a:xfrm>
          <a:prstGeom prst="rect">
            <a:avLst/>
          </a:prstGeom>
          <a:solidFill>
            <a:srgbClr val="00828E"/>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sz="1400" err="1">
              <a:solidFill>
                <a:schemeClr val="tx1"/>
              </a:solidFill>
            </a:endParaRPr>
          </a:p>
        </p:txBody>
      </p:sp>
      <p:sp>
        <p:nvSpPr>
          <p:cNvPr id="2055" name="Rounded Rectangle 5">
            <a:extLst>
              <a:ext uri="{FF2B5EF4-FFF2-40B4-BE49-F238E27FC236}">
                <a16:creationId xmlns:a16="http://schemas.microsoft.com/office/drawing/2014/main" id="{E4A5C071-7FF5-6F85-D34E-A04ABC535BFA}"/>
              </a:ext>
            </a:extLst>
          </p:cNvPr>
          <p:cNvSpPr/>
          <p:nvPr/>
        </p:nvSpPr>
        <p:spPr>
          <a:xfrm>
            <a:off x="663622" y="1057468"/>
            <a:ext cx="1906135" cy="2289049"/>
          </a:xfrm>
          <a:prstGeom prst="roundRect">
            <a:avLst>
              <a:gd name="adj" fmla="val 17713"/>
            </a:avLst>
          </a:prstGeom>
          <a:solidFill>
            <a:schemeClr val="bg1">
              <a:lumMod val="85000"/>
            </a:schemeClr>
          </a:solidFill>
          <a:ln>
            <a:noFill/>
          </a:ln>
          <a:effectLst>
            <a:glow rad="63500">
              <a:schemeClr val="accent2">
                <a:satMod val="175000"/>
                <a:alpha val="40000"/>
              </a:schemeClr>
            </a:glow>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554">
              <a:defRPr/>
            </a:pPr>
            <a:endParaRPr lang="en-US">
              <a:solidFill>
                <a:srgbClr val="FFFFFF"/>
              </a:solidFill>
            </a:endParaRPr>
          </a:p>
        </p:txBody>
      </p:sp>
      <p:sp>
        <p:nvSpPr>
          <p:cNvPr id="2056" name="Rounded Rectangle 6">
            <a:extLst>
              <a:ext uri="{FF2B5EF4-FFF2-40B4-BE49-F238E27FC236}">
                <a16:creationId xmlns:a16="http://schemas.microsoft.com/office/drawing/2014/main" id="{395D79F6-463E-D1BB-72B2-0BEB5BD26CDD}"/>
              </a:ext>
            </a:extLst>
          </p:cNvPr>
          <p:cNvSpPr/>
          <p:nvPr/>
        </p:nvSpPr>
        <p:spPr>
          <a:xfrm>
            <a:off x="512150" y="1686452"/>
            <a:ext cx="2170437" cy="271248"/>
          </a:xfrm>
          <a:prstGeom prst="roundRect">
            <a:avLst>
              <a:gd name="adj" fmla="val 50000"/>
            </a:avLst>
          </a:prstGeom>
          <a:solidFill>
            <a:srgbClr val="0082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554">
              <a:defRPr/>
            </a:pPr>
            <a:r>
              <a:rPr lang="en-US" sz="1600">
                <a:solidFill>
                  <a:srgbClr val="FFFFFF"/>
                </a:solidFill>
              </a:rPr>
              <a:t>Business Analyst</a:t>
            </a:r>
          </a:p>
        </p:txBody>
      </p:sp>
      <p:sp>
        <p:nvSpPr>
          <p:cNvPr id="2072" name="Oval 2071">
            <a:extLst>
              <a:ext uri="{FF2B5EF4-FFF2-40B4-BE49-F238E27FC236}">
                <a16:creationId xmlns:a16="http://schemas.microsoft.com/office/drawing/2014/main" id="{7C2CE8D6-E3AE-B1D6-9E36-338BC4B652D9}"/>
              </a:ext>
            </a:extLst>
          </p:cNvPr>
          <p:cNvSpPr>
            <a:spLocks noChangeAspect="1"/>
          </p:cNvSpPr>
          <p:nvPr/>
        </p:nvSpPr>
        <p:spPr>
          <a:xfrm>
            <a:off x="3490666" y="1092614"/>
            <a:ext cx="540000" cy="540000"/>
          </a:xfrm>
          <a:prstGeom prst="ellipse">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ea typeface="+mn-ea"/>
              <a:cs typeface="+mn-cs"/>
            </a:endParaRPr>
          </a:p>
        </p:txBody>
      </p:sp>
      <p:sp>
        <p:nvSpPr>
          <p:cNvPr id="2073" name="Oval 2072">
            <a:extLst>
              <a:ext uri="{FF2B5EF4-FFF2-40B4-BE49-F238E27FC236}">
                <a16:creationId xmlns:a16="http://schemas.microsoft.com/office/drawing/2014/main" id="{6528B506-241A-E644-7937-ADA0DE7438F4}"/>
              </a:ext>
            </a:extLst>
          </p:cNvPr>
          <p:cNvSpPr>
            <a:spLocks noChangeAspect="1"/>
          </p:cNvSpPr>
          <p:nvPr/>
        </p:nvSpPr>
        <p:spPr>
          <a:xfrm>
            <a:off x="3490666" y="3669488"/>
            <a:ext cx="540000" cy="540000"/>
          </a:xfrm>
          <a:prstGeom prst="ellipse">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ea typeface="+mn-ea"/>
              <a:cs typeface="+mn-cs"/>
            </a:endParaRPr>
          </a:p>
        </p:txBody>
      </p:sp>
      <p:sp>
        <p:nvSpPr>
          <p:cNvPr id="2074" name="Oval 2073">
            <a:extLst>
              <a:ext uri="{FF2B5EF4-FFF2-40B4-BE49-F238E27FC236}">
                <a16:creationId xmlns:a16="http://schemas.microsoft.com/office/drawing/2014/main" id="{F2F54313-B049-8C1E-1E15-155BC3F4FA17}"/>
              </a:ext>
            </a:extLst>
          </p:cNvPr>
          <p:cNvSpPr>
            <a:spLocks noChangeAspect="1"/>
          </p:cNvSpPr>
          <p:nvPr/>
        </p:nvSpPr>
        <p:spPr>
          <a:xfrm>
            <a:off x="5663961" y="1092614"/>
            <a:ext cx="540000" cy="540000"/>
          </a:xfrm>
          <a:prstGeom prst="ellipse">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ea typeface="+mn-ea"/>
              <a:cs typeface="+mn-cs"/>
            </a:endParaRPr>
          </a:p>
        </p:txBody>
      </p:sp>
      <p:sp>
        <p:nvSpPr>
          <p:cNvPr id="2075" name="Oval 2074">
            <a:extLst>
              <a:ext uri="{FF2B5EF4-FFF2-40B4-BE49-F238E27FC236}">
                <a16:creationId xmlns:a16="http://schemas.microsoft.com/office/drawing/2014/main" id="{EA9F7869-F4EB-1B60-9CFD-29E611D1DCC4}"/>
              </a:ext>
            </a:extLst>
          </p:cNvPr>
          <p:cNvSpPr>
            <a:spLocks noChangeAspect="1"/>
          </p:cNvSpPr>
          <p:nvPr/>
        </p:nvSpPr>
        <p:spPr>
          <a:xfrm>
            <a:off x="5663961" y="3669488"/>
            <a:ext cx="540000" cy="540000"/>
          </a:xfrm>
          <a:prstGeom prst="ellipse">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ea typeface="+mn-ea"/>
              <a:cs typeface="+mn-cs"/>
            </a:endParaRPr>
          </a:p>
        </p:txBody>
      </p:sp>
      <p:sp>
        <p:nvSpPr>
          <p:cNvPr id="2076" name="Oval 2075">
            <a:extLst>
              <a:ext uri="{FF2B5EF4-FFF2-40B4-BE49-F238E27FC236}">
                <a16:creationId xmlns:a16="http://schemas.microsoft.com/office/drawing/2014/main" id="{5E3955EE-2C08-18C6-ED1F-8A8D7772C5B1}"/>
              </a:ext>
            </a:extLst>
          </p:cNvPr>
          <p:cNvSpPr>
            <a:spLocks noChangeAspect="1"/>
          </p:cNvSpPr>
          <p:nvPr/>
        </p:nvSpPr>
        <p:spPr>
          <a:xfrm>
            <a:off x="7825937" y="1114047"/>
            <a:ext cx="540000" cy="540000"/>
          </a:xfrm>
          <a:prstGeom prst="ellipse">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ea typeface="+mn-ea"/>
              <a:cs typeface="+mn-cs"/>
            </a:endParaRPr>
          </a:p>
        </p:txBody>
      </p:sp>
      <p:sp>
        <p:nvSpPr>
          <p:cNvPr id="2077" name="Oval 2076">
            <a:extLst>
              <a:ext uri="{FF2B5EF4-FFF2-40B4-BE49-F238E27FC236}">
                <a16:creationId xmlns:a16="http://schemas.microsoft.com/office/drawing/2014/main" id="{A05B81E0-1EFB-C3F3-6CDC-EDD946FB65E2}"/>
              </a:ext>
            </a:extLst>
          </p:cNvPr>
          <p:cNvSpPr>
            <a:spLocks noChangeAspect="1"/>
          </p:cNvSpPr>
          <p:nvPr/>
        </p:nvSpPr>
        <p:spPr>
          <a:xfrm>
            <a:off x="7825937" y="3690921"/>
            <a:ext cx="540000" cy="540000"/>
          </a:xfrm>
          <a:prstGeom prst="ellipse">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ea typeface="+mn-ea"/>
              <a:cs typeface="+mn-cs"/>
            </a:endParaRPr>
          </a:p>
        </p:txBody>
      </p:sp>
      <p:sp>
        <p:nvSpPr>
          <p:cNvPr id="2079" name="Oval 2078">
            <a:extLst>
              <a:ext uri="{FF2B5EF4-FFF2-40B4-BE49-F238E27FC236}">
                <a16:creationId xmlns:a16="http://schemas.microsoft.com/office/drawing/2014/main" id="{CB16C73A-E4A5-13BB-54B0-0878260C0E7A}"/>
              </a:ext>
            </a:extLst>
          </p:cNvPr>
          <p:cNvSpPr>
            <a:spLocks noChangeAspect="1"/>
          </p:cNvSpPr>
          <p:nvPr/>
        </p:nvSpPr>
        <p:spPr>
          <a:xfrm>
            <a:off x="9999232" y="3690921"/>
            <a:ext cx="540000" cy="540000"/>
          </a:xfrm>
          <a:prstGeom prst="ellipse">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ea typeface="+mn-ea"/>
              <a:cs typeface="+mn-cs"/>
            </a:endParaRPr>
          </a:p>
        </p:txBody>
      </p:sp>
      <p:sp>
        <p:nvSpPr>
          <p:cNvPr id="1049" name="Oval 1048">
            <a:extLst>
              <a:ext uri="{FF2B5EF4-FFF2-40B4-BE49-F238E27FC236}">
                <a16:creationId xmlns:a16="http://schemas.microsoft.com/office/drawing/2014/main" id="{EA9EC9CA-18BA-0FD1-A6DE-512A90FAA1AE}"/>
              </a:ext>
            </a:extLst>
          </p:cNvPr>
          <p:cNvSpPr>
            <a:spLocks noChangeAspect="1"/>
          </p:cNvSpPr>
          <p:nvPr/>
        </p:nvSpPr>
        <p:spPr>
          <a:xfrm>
            <a:off x="1314237" y="1107134"/>
            <a:ext cx="540000" cy="540000"/>
          </a:xfrm>
          <a:prstGeom prst="ellipse">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ea typeface="+mn-ea"/>
              <a:cs typeface="+mn-cs"/>
            </a:endParaRPr>
          </a:p>
        </p:txBody>
      </p:sp>
      <p:sp>
        <p:nvSpPr>
          <p:cNvPr id="5" name="Rectangle 4">
            <a:extLst>
              <a:ext uri="{FF2B5EF4-FFF2-40B4-BE49-F238E27FC236}">
                <a16:creationId xmlns:a16="http://schemas.microsoft.com/office/drawing/2014/main" id="{19B7D51B-4806-839B-169B-BA8FBB6698A4}"/>
              </a:ext>
            </a:extLst>
          </p:cNvPr>
          <p:cNvSpPr/>
          <p:nvPr/>
        </p:nvSpPr>
        <p:spPr>
          <a:xfrm>
            <a:off x="9343042" y="245846"/>
            <a:ext cx="2328530" cy="581345"/>
          </a:xfrm>
          <a:prstGeom prst="rect">
            <a:avLst/>
          </a:prstGeom>
          <a:solidFill>
            <a:srgbClr val="FFFF0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a:solidFill>
                  <a:schemeClr val="tx1"/>
                </a:solidFill>
              </a:rPr>
              <a:t>Anurag/Riya/Shripriya</a:t>
            </a:r>
            <a:endParaRPr lang="en-IN" sz="1400" err="1">
              <a:solidFill>
                <a:schemeClr val="tx1"/>
              </a:solidFill>
            </a:endParaRPr>
          </a:p>
        </p:txBody>
      </p:sp>
      <p:sp>
        <p:nvSpPr>
          <p:cNvPr id="4" name="Rectangle 3">
            <a:extLst>
              <a:ext uri="{FF2B5EF4-FFF2-40B4-BE49-F238E27FC236}">
                <a16:creationId xmlns:a16="http://schemas.microsoft.com/office/drawing/2014/main" id="{7C633D83-280B-423D-F16C-9DA8234DF1C6}"/>
              </a:ext>
            </a:extLst>
          </p:cNvPr>
          <p:cNvSpPr/>
          <p:nvPr/>
        </p:nvSpPr>
        <p:spPr>
          <a:xfrm>
            <a:off x="607865" y="1939285"/>
            <a:ext cx="2073249" cy="1446550"/>
          </a:xfrm>
          <a:prstGeom prst="rect">
            <a:avLst/>
          </a:prstGeom>
        </p:spPr>
        <p:txBody>
          <a:bodyPr wrap="square">
            <a:spAutoFit/>
          </a:bodyPr>
          <a:lstStyle/>
          <a:p>
            <a:pPr algn="ctr" defTabSz="228554">
              <a:defRPr/>
            </a:pPr>
            <a:r>
              <a:rPr lang="en-IN" sz="1100"/>
              <a:t>To support a billing-transformation initiative through Requirements Framework, reference data model and Target Operating model, including technology gap assessment for Kenan and Oracle BRM</a:t>
            </a:r>
          </a:p>
        </p:txBody>
      </p:sp>
      <p:pic>
        <p:nvPicPr>
          <p:cNvPr id="15" name="Picture 14">
            <a:extLst>
              <a:ext uri="{FF2B5EF4-FFF2-40B4-BE49-F238E27FC236}">
                <a16:creationId xmlns:a16="http://schemas.microsoft.com/office/drawing/2014/main" id="{302A19AE-71F9-5B56-8A56-E6927FA37BAA}"/>
              </a:ext>
            </a:extLst>
          </p:cNvPr>
          <p:cNvPicPr>
            <a:picLocks noChangeAspect="1"/>
          </p:cNvPicPr>
          <p:nvPr/>
        </p:nvPicPr>
        <p:blipFill>
          <a:blip r:embed="rId3"/>
          <a:stretch>
            <a:fillRect/>
          </a:stretch>
        </p:blipFill>
        <p:spPr>
          <a:xfrm>
            <a:off x="1417277" y="1224114"/>
            <a:ext cx="306040" cy="306040"/>
          </a:xfrm>
          <a:prstGeom prst="rect">
            <a:avLst/>
          </a:prstGeom>
        </p:spPr>
      </p:pic>
      <p:sp>
        <p:nvSpPr>
          <p:cNvPr id="16" name="Rounded Rectangle 5">
            <a:extLst>
              <a:ext uri="{FF2B5EF4-FFF2-40B4-BE49-F238E27FC236}">
                <a16:creationId xmlns:a16="http://schemas.microsoft.com/office/drawing/2014/main" id="{3D6C4DDB-B081-0EF0-36C5-CF470C243884}"/>
              </a:ext>
            </a:extLst>
          </p:cNvPr>
          <p:cNvSpPr/>
          <p:nvPr/>
        </p:nvSpPr>
        <p:spPr>
          <a:xfrm>
            <a:off x="2889443" y="1092614"/>
            <a:ext cx="1906135" cy="2289049"/>
          </a:xfrm>
          <a:prstGeom prst="roundRect">
            <a:avLst>
              <a:gd name="adj" fmla="val 17713"/>
            </a:avLst>
          </a:prstGeom>
          <a:solidFill>
            <a:schemeClr val="bg1">
              <a:lumMod val="85000"/>
            </a:schemeClr>
          </a:solidFill>
          <a:ln>
            <a:noFill/>
          </a:ln>
          <a:effectLst>
            <a:glow rad="63500">
              <a:schemeClr val="accent2">
                <a:satMod val="175000"/>
                <a:alpha val="40000"/>
              </a:schemeClr>
            </a:glow>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554">
              <a:defRPr/>
            </a:pPr>
            <a:endParaRPr lang="en-US">
              <a:solidFill>
                <a:srgbClr val="FFFFFF"/>
              </a:solidFill>
            </a:endParaRPr>
          </a:p>
        </p:txBody>
      </p:sp>
      <p:sp>
        <p:nvSpPr>
          <p:cNvPr id="17" name="Rounded Rectangle 6">
            <a:extLst>
              <a:ext uri="{FF2B5EF4-FFF2-40B4-BE49-F238E27FC236}">
                <a16:creationId xmlns:a16="http://schemas.microsoft.com/office/drawing/2014/main" id="{18D4FDD7-B9F6-7A5D-B49D-1ECDD5C2BE42}"/>
              </a:ext>
            </a:extLst>
          </p:cNvPr>
          <p:cNvSpPr/>
          <p:nvPr/>
        </p:nvSpPr>
        <p:spPr>
          <a:xfrm>
            <a:off x="2757291" y="1683293"/>
            <a:ext cx="2170437" cy="271248"/>
          </a:xfrm>
          <a:prstGeom prst="roundRect">
            <a:avLst>
              <a:gd name="adj" fmla="val 50000"/>
            </a:avLst>
          </a:prstGeom>
          <a:solidFill>
            <a:srgbClr val="0082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28554">
              <a:defRPr/>
            </a:pPr>
            <a:r>
              <a:rPr lang="en-US" sz="1600">
                <a:solidFill>
                  <a:srgbClr val="FFFFFF"/>
                </a:solidFill>
              </a:rPr>
              <a:t>Lead BA</a:t>
            </a:r>
          </a:p>
        </p:txBody>
      </p:sp>
      <p:sp>
        <p:nvSpPr>
          <p:cNvPr id="19" name="Oval 18">
            <a:extLst>
              <a:ext uri="{FF2B5EF4-FFF2-40B4-BE49-F238E27FC236}">
                <a16:creationId xmlns:a16="http://schemas.microsoft.com/office/drawing/2014/main" id="{308EBC33-9538-D3C8-CC98-51DC326715B5}"/>
              </a:ext>
            </a:extLst>
          </p:cNvPr>
          <p:cNvSpPr>
            <a:spLocks noChangeAspect="1"/>
          </p:cNvSpPr>
          <p:nvPr/>
        </p:nvSpPr>
        <p:spPr>
          <a:xfrm>
            <a:off x="3544936" y="1114047"/>
            <a:ext cx="540000" cy="540000"/>
          </a:xfrm>
          <a:prstGeom prst="ellipse">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ea typeface="+mn-ea"/>
              <a:cs typeface="+mn-cs"/>
            </a:endParaRPr>
          </a:p>
        </p:txBody>
      </p:sp>
      <p:pic>
        <p:nvPicPr>
          <p:cNvPr id="20" name="Picture 19">
            <a:extLst>
              <a:ext uri="{FF2B5EF4-FFF2-40B4-BE49-F238E27FC236}">
                <a16:creationId xmlns:a16="http://schemas.microsoft.com/office/drawing/2014/main" id="{6D9A9478-1EEB-9B58-73E2-1F423877CEE8}"/>
              </a:ext>
            </a:extLst>
          </p:cNvPr>
          <p:cNvPicPr>
            <a:picLocks noChangeAspect="1"/>
          </p:cNvPicPr>
          <p:nvPr/>
        </p:nvPicPr>
        <p:blipFill>
          <a:blip r:embed="rId4"/>
          <a:srcRect l="24648" t="38670" r="23238" b="37737"/>
          <a:stretch>
            <a:fillRect/>
          </a:stretch>
        </p:blipFill>
        <p:spPr>
          <a:xfrm>
            <a:off x="3573650" y="1302949"/>
            <a:ext cx="482572" cy="218467"/>
          </a:xfrm>
          <a:prstGeom prst="rect">
            <a:avLst/>
          </a:prstGeom>
        </p:spPr>
      </p:pic>
      <p:sp>
        <p:nvSpPr>
          <p:cNvPr id="21" name="Rectangle 20">
            <a:extLst>
              <a:ext uri="{FF2B5EF4-FFF2-40B4-BE49-F238E27FC236}">
                <a16:creationId xmlns:a16="http://schemas.microsoft.com/office/drawing/2014/main" id="{3696AB85-4690-F903-A018-0B0A7536368F}"/>
              </a:ext>
            </a:extLst>
          </p:cNvPr>
          <p:cNvSpPr/>
          <p:nvPr/>
        </p:nvSpPr>
        <p:spPr>
          <a:xfrm>
            <a:off x="2802250" y="1903640"/>
            <a:ext cx="1906135" cy="1615827"/>
          </a:xfrm>
          <a:prstGeom prst="rect">
            <a:avLst/>
          </a:prstGeom>
        </p:spPr>
        <p:txBody>
          <a:bodyPr wrap="square" lIns="91440" tIns="45720" rIns="91440" bIns="45720" anchor="t">
            <a:spAutoFit/>
          </a:bodyPr>
          <a:lstStyle/>
          <a:p>
            <a:pPr algn="ctr" defTabSz="228554">
              <a:defRPr/>
            </a:pPr>
            <a:r>
              <a:rPr lang="en-IN" sz="1100">
                <a:latin typeface="Segoe UI"/>
                <a:cs typeface="Segoe UI"/>
              </a:rPr>
              <a:t>For complex billing transformations by translating end-to-end billing processes into clear requirements, process flows, and delivery-ready solutions across business and technology teams.</a:t>
            </a:r>
            <a:endParaRPr lang="en-US"/>
          </a:p>
          <a:p>
            <a:pPr algn="ctr" defTabSz="228554">
              <a:defRPr/>
            </a:pPr>
            <a:endParaRPr lang="en-IN" sz="1100"/>
          </a:p>
        </p:txBody>
      </p:sp>
    </p:spTree>
    <p:extLst>
      <p:ext uri="{BB962C8B-B14F-4D97-AF65-F5344CB8AC3E}">
        <p14:creationId xmlns:p14="http://schemas.microsoft.com/office/powerpoint/2010/main" val="3885298271"/>
      </p:ext>
    </p:extLst>
  </p:cSld>
  <p:clrMapOvr>
    <a:masterClrMapping/>
  </p:clrMapOvr>
  <p:transition spd="med">
    <p:pull dir="u"/>
  </p:transition>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E2475F6-127D-9C33-6D0A-226184A278CB}"/>
            </a:ext>
          </a:extLst>
        </p:cNvPr>
        <p:cNvGrpSpPr/>
        <p:nvPr/>
      </p:nvGrpSpPr>
      <p:grpSpPr>
        <a:xfrm>
          <a:off x="0" y="0"/>
          <a:ext cx="0" cy="0"/>
          <a:chOff x="0" y="0"/>
          <a:chExt cx="0" cy="0"/>
        </a:xfrm>
      </p:grpSpPr>
      <p:sp>
        <p:nvSpPr>
          <p:cNvPr id="28" name="Rectangle: Rounded Corners 27">
            <a:extLst>
              <a:ext uri="{FF2B5EF4-FFF2-40B4-BE49-F238E27FC236}">
                <a16:creationId xmlns:a16="http://schemas.microsoft.com/office/drawing/2014/main" id="{E1E675BB-7FF8-EB64-5077-557AED505B4F}"/>
              </a:ext>
            </a:extLst>
          </p:cNvPr>
          <p:cNvSpPr/>
          <p:nvPr/>
        </p:nvSpPr>
        <p:spPr>
          <a:xfrm>
            <a:off x="9172120" y="1409042"/>
            <a:ext cx="2163686" cy="1567943"/>
          </a:xfrm>
          <a:prstGeom prst="roundRect">
            <a:avLst/>
          </a:prstGeom>
          <a:solidFill>
            <a:srgbClr val="00828E"/>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Ubuntu"/>
                <a:ea typeface="+mn-ea"/>
                <a:cs typeface="+mn-cs"/>
              </a:rPr>
              <a:t>Worst Case</a:t>
            </a:r>
            <a:endParaRPr kumimoji="0" lang="en-IN" sz="1200" b="1" i="0" u="none" strike="noStrike" kern="1200" cap="none" spc="0" normalizeH="0" baseline="0" noProof="0" err="1">
              <a:ln>
                <a:noFill/>
              </a:ln>
              <a:solidFill>
                <a:srgbClr val="FFFFFF"/>
              </a:solidFill>
              <a:effectLst/>
              <a:uLnTx/>
              <a:uFillTx/>
              <a:latin typeface="Ubuntu"/>
              <a:ea typeface="+mn-ea"/>
              <a:cs typeface="+mn-cs"/>
            </a:endParaRPr>
          </a:p>
        </p:txBody>
      </p:sp>
      <p:sp>
        <p:nvSpPr>
          <p:cNvPr id="27" name="Rectangle: Rounded Corners 26">
            <a:extLst>
              <a:ext uri="{FF2B5EF4-FFF2-40B4-BE49-F238E27FC236}">
                <a16:creationId xmlns:a16="http://schemas.microsoft.com/office/drawing/2014/main" id="{08F7AAF7-5120-F31B-6E54-614C3AFA8585}"/>
              </a:ext>
            </a:extLst>
          </p:cNvPr>
          <p:cNvSpPr/>
          <p:nvPr/>
        </p:nvSpPr>
        <p:spPr>
          <a:xfrm>
            <a:off x="6197619" y="1409280"/>
            <a:ext cx="2584523" cy="1567943"/>
          </a:xfrm>
          <a:prstGeom prst="roundRect">
            <a:avLst/>
          </a:prstGeom>
          <a:solidFill>
            <a:srgbClr val="00828E"/>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Ubuntu"/>
                <a:ea typeface="+mn-ea"/>
                <a:cs typeface="+mn-cs"/>
              </a:rPr>
              <a:t>Best Case</a:t>
            </a:r>
            <a:endParaRPr kumimoji="0" lang="en-IN" sz="1200" b="1" i="0" u="none" strike="noStrike" kern="1200" cap="none" spc="0" normalizeH="0" baseline="0" noProof="0" err="1">
              <a:ln>
                <a:noFill/>
              </a:ln>
              <a:solidFill>
                <a:srgbClr val="FFFFFF"/>
              </a:solidFill>
              <a:effectLst/>
              <a:uLnTx/>
              <a:uFillTx/>
              <a:latin typeface="Ubuntu"/>
              <a:ea typeface="+mn-ea"/>
              <a:cs typeface="+mn-cs"/>
            </a:endParaRPr>
          </a:p>
        </p:txBody>
      </p:sp>
      <p:sp>
        <p:nvSpPr>
          <p:cNvPr id="26" name="Rectangle: Rounded Corners 25">
            <a:extLst>
              <a:ext uri="{FF2B5EF4-FFF2-40B4-BE49-F238E27FC236}">
                <a16:creationId xmlns:a16="http://schemas.microsoft.com/office/drawing/2014/main" id="{8938D504-B191-7C08-8372-FFC315443D42}"/>
              </a:ext>
            </a:extLst>
          </p:cNvPr>
          <p:cNvSpPr/>
          <p:nvPr/>
        </p:nvSpPr>
        <p:spPr>
          <a:xfrm>
            <a:off x="3606157" y="1422502"/>
            <a:ext cx="2163686" cy="1567943"/>
          </a:xfrm>
          <a:prstGeom prst="roundRect">
            <a:avLst/>
          </a:prstGeom>
          <a:solidFill>
            <a:srgbClr val="00828E"/>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Ubuntu"/>
                <a:ea typeface="+mn-ea"/>
                <a:cs typeface="+mn-cs"/>
              </a:rPr>
              <a:t>Possible Case</a:t>
            </a:r>
            <a:endParaRPr kumimoji="0" lang="en-IN" sz="1200" b="1" i="0" u="none" strike="noStrike" kern="1200" cap="none" spc="0" normalizeH="0" baseline="0" noProof="0" err="1">
              <a:ln>
                <a:noFill/>
              </a:ln>
              <a:solidFill>
                <a:srgbClr val="FFFFFF"/>
              </a:solidFill>
              <a:effectLst/>
              <a:uLnTx/>
              <a:uFillTx/>
              <a:latin typeface="Ubuntu"/>
              <a:ea typeface="+mn-ea"/>
              <a:cs typeface="+mn-cs"/>
            </a:endParaRPr>
          </a:p>
        </p:txBody>
      </p:sp>
      <p:cxnSp>
        <p:nvCxnSpPr>
          <p:cNvPr id="16" name="Straight Arrow Connector 15">
            <a:extLst>
              <a:ext uri="{FF2B5EF4-FFF2-40B4-BE49-F238E27FC236}">
                <a16:creationId xmlns:a16="http://schemas.microsoft.com/office/drawing/2014/main" id="{A2E01335-D731-BCC8-6697-6395CD977BC0}"/>
              </a:ext>
            </a:extLst>
          </p:cNvPr>
          <p:cNvCxnSpPr>
            <a:cxnSpLocks/>
          </p:cNvCxnSpPr>
          <p:nvPr/>
        </p:nvCxnSpPr>
        <p:spPr>
          <a:xfrm flipH="1">
            <a:off x="1093293" y="2005191"/>
            <a:ext cx="8511" cy="4377778"/>
          </a:xfrm>
          <a:prstGeom prst="straightConnector1">
            <a:avLst/>
          </a:prstGeom>
          <a:ln w="28575">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56B12A0B-5A34-9188-6AA3-700221C3A9E6}"/>
              </a:ext>
            </a:extLst>
          </p:cNvPr>
          <p:cNvSpPr/>
          <p:nvPr/>
        </p:nvSpPr>
        <p:spPr>
          <a:xfrm>
            <a:off x="12093700" y="0"/>
            <a:ext cx="108000" cy="6858000"/>
          </a:xfrm>
          <a:prstGeom prst="rect">
            <a:avLst/>
          </a:prstGeom>
          <a:gradFill>
            <a:gsLst>
              <a:gs pos="0">
                <a:schemeClr val="accent1"/>
              </a:gs>
              <a:gs pos="56000">
                <a:schemeClr val="accent2"/>
              </a:gs>
              <a:gs pos="83000">
                <a:schemeClr val="accent4"/>
              </a:gs>
            </a:gsLst>
            <a:lin ang="5400000" scaled="1"/>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400" b="0" i="0" u="none" strike="noStrike" kern="1200" cap="none" spc="0" normalizeH="0" baseline="0" noProof="0" err="1">
              <a:ln>
                <a:noFill/>
              </a:ln>
              <a:solidFill>
                <a:srgbClr val="000000"/>
              </a:solidFill>
              <a:effectLst/>
              <a:uLnTx/>
              <a:uFillTx/>
              <a:latin typeface="Ubuntu"/>
              <a:ea typeface="+mn-ea"/>
              <a:cs typeface="+mn-cs"/>
            </a:endParaRPr>
          </a:p>
        </p:txBody>
      </p:sp>
      <p:sp>
        <p:nvSpPr>
          <p:cNvPr id="19" name="Rectangle 18">
            <a:extLst>
              <a:ext uri="{FF2B5EF4-FFF2-40B4-BE49-F238E27FC236}">
                <a16:creationId xmlns:a16="http://schemas.microsoft.com/office/drawing/2014/main" id="{3C1793DF-57E0-B067-FA24-3E9BBF13F91F}"/>
              </a:ext>
            </a:extLst>
          </p:cNvPr>
          <p:cNvSpPr/>
          <p:nvPr/>
        </p:nvSpPr>
        <p:spPr>
          <a:xfrm>
            <a:off x="-17978" y="0"/>
            <a:ext cx="108000" cy="6858000"/>
          </a:xfrm>
          <a:prstGeom prst="rect">
            <a:avLst/>
          </a:prstGeom>
          <a:gradFill>
            <a:gsLst>
              <a:gs pos="0">
                <a:schemeClr val="accent1"/>
              </a:gs>
              <a:gs pos="56000">
                <a:schemeClr val="accent2"/>
              </a:gs>
              <a:gs pos="83000">
                <a:schemeClr val="accent4"/>
              </a:gs>
            </a:gsLst>
            <a:lin ang="5400000" scaled="1"/>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400" b="0" i="0" u="none" strike="noStrike" kern="1200" cap="none" spc="0" normalizeH="0" baseline="0" noProof="0" err="1">
              <a:ln>
                <a:noFill/>
              </a:ln>
              <a:solidFill>
                <a:srgbClr val="000000"/>
              </a:solidFill>
              <a:effectLst/>
              <a:uLnTx/>
              <a:uFillTx/>
              <a:latin typeface="Ubuntu"/>
              <a:ea typeface="+mn-ea"/>
              <a:cs typeface="+mn-cs"/>
            </a:endParaRPr>
          </a:p>
        </p:txBody>
      </p:sp>
      <p:sp>
        <p:nvSpPr>
          <p:cNvPr id="52" name="TextBox 51">
            <a:extLst>
              <a:ext uri="{FF2B5EF4-FFF2-40B4-BE49-F238E27FC236}">
                <a16:creationId xmlns:a16="http://schemas.microsoft.com/office/drawing/2014/main" id="{03BB2332-271D-8FC0-365A-FFA06B36BDC7}"/>
              </a:ext>
            </a:extLst>
          </p:cNvPr>
          <p:cNvSpPr txBox="1"/>
          <p:nvPr/>
        </p:nvSpPr>
        <p:spPr>
          <a:xfrm>
            <a:off x="197800" y="828751"/>
            <a:ext cx="3017234" cy="338554"/>
          </a:xfrm>
          <a:prstGeom prst="rect">
            <a:avLst/>
          </a:prstGeom>
          <a:noFill/>
        </p:spPr>
        <p:txBody>
          <a:bodyPr wrap="square" lIns="91440" tIns="45720" rIns="91440" bIns="45720" rtlCol="0" anchor="t">
            <a:spAutoFit/>
          </a:bodyPr>
          <a:lstStyle>
            <a:defPPr>
              <a:defRPr lang="de-DE"/>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a:lstStyle>
          <a:p>
            <a:pPr marL="0" marR="0" lvl="0" indent="0" algn="l" defTabSz="1097236"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a:ln>
                  <a:noFill/>
                </a:ln>
                <a:solidFill>
                  <a:srgbClr val="000000"/>
                </a:solidFill>
                <a:effectLst/>
                <a:uLnTx/>
                <a:uFillTx/>
                <a:latin typeface="Ubuntu"/>
                <a:ea typeface="+mn-ea"/>
                <a:cs typeface="+mn-cs"/>
              </a:rPr>
              <a:t>Target Revenue : </a:t>
            </a:r>
            <a:r>
              <a:rPr kumimoji="0" lang="en-IN" sz="1600" b="1" i="0" u="none" strike="noStrike" kern="1200" cap="none" spc="0" normalizeH="0" baseline="0" noProof="0">
                <a:ln>
                  <a:noFill/>
                </a:ln>
                <a:solidFill>
                  <a:srgbClr val="0058AB"/>
                </a:solidFill>
                <a:effectLst/>
                <a:uLnTx/>
                <a:uFillTx/>
                <a:latin typeface="Ubuntu"/>
                <a:ea typeface="+mn-ea"/>
                <a:cs typeface="+mn-cs"/>
              </a:rPr>
              <a:t>2400K</a:t>
            </a:r>
          </a:p>
        </p:txBody>
      </p:sp>
      <p:sp>
        <p:nvSpPr>
          <p:cNvPr id="55" name="TextBox 54">
            <a:extLst>
              <a:ext uri="{FF2B5EF4-FFF2-40B4-BE49-F238E27FC236}">
                <a16:creationId xmlns:a16="http://schemas.microsoft.com/office/drawing/2014/main" id="{1FFA129C-A607-0B58-2067-7B129CC9116C}"/>
              </a:ext>
            </a:extLst>
          </p:cNvPr>
          <p:cNvSpPr txBox="1"/>
          <p:nvPr/>
        </p:nvSpPr>
        <p:spPr>
          <a:xfrm>
            <a:off x="2550975" y="824267"/>
            <a:ext cx="9108443" cy="560153"/>
          </a:xfrm>
          <a:prstGeom prst="rect">
            <a:avLst/>
          </a:prstGeom>
          <a:noFill/>
        </p:spPr>
        <p:txBody>
          <a:bodyPr wrap="square" rtlCol="0">
            <a:spAutoFit/>
          </a:bodyPr>
          <a:lstStyle>
            <a:defPPr>
              <a:defRPr lang="de-DE"/>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a:lstStyle>
          <a:p>
            <a:pPr marL="0" marR="0" lvl="0" indent="0" algn="l" defTabSz="1097236" rtl="0" eaLnBrk="1" fontAlgn="auto" latinLnBrk="0" hangingPunct="1">
              <a:lnSpc>
                <a:spcPct val="100000"/>
              </a:lnSpc>
              <a:spcBef>
                <a:spcPts val="0"/>
              </a:spcBef>
              <a:spcAft>
                <a:spcPts val="0"/>
              </a:spcAft>
              <a:buClrTx/>
              <a:buSzTx/>
              <a:buFontTx/>
              <a:buNone/>
              <a:tabLst/>
              <a:defRPr/>
            </a:pPr>
            <a:r>
              <a:rPr kumimoji="0" lang="en-IN" sz="1400" b="1" i="0" u="none" strike="noStrike" kern="1200" cap="none" spc="0" normalizeH="0" baseline="0" noProof="0">
                <a:ln>
                  <a:noFill/>
                </a:ln>
                <a:solidFill>
                  <a:srgbClr val="000000"/>
                </a:solidFill>
                <a:effectLst/>
                <a:uLnTx/>
                <a:uFillTx/>
                <a:latin typeface="Ubuntu"/>
                <a:ea typeface="+mn-ea"/>
                <a:cs typeface="+mn-cs"/>
              </a:rPr>
              <a:t>CURRENT:</a:t>
            </a:r>
            <a:r>
              <a:rPr kumimoji="0" lang="en-IN" sz="1400" b="0" i="0" u="none" strike="noStrike" kern="1200" cap="none" spc="0" normalizeH="0" baseline="0" noProof="0">
                <a:ln>
                  <a:noFill/>
                </a:ln>
                <a:solidFill>
                  <a:srgbClr val="000000"/>
                </a:solidFill>
                <a:effectLst/>
                <a:uLnTx/>
                <a:uFillTx/>
                <a:latin typeface="Ubuntu"/>
                <a:ea typeface="+mn-ea"/>
                <a:cs typeface="+mn-cs"/>
              </a:rPr>
              <a:t> Resources: </a:t>
            </a:r>
            <a:r>
              <a:rPr kumimoji="0" lang="en-IN" sz="1600" b="1" i="0" u="none" strike="noStrike" kern="1200" cap="none" spc="0" normalizeH="0" baseline="0" noProof="0">
                <a:ln>
                  <a:noFill/>
                </a:ln>
                <a:solidFill>
                  <a:srgbClr val="0058AB"/>
                </a:solidFill>
                <a:effectLst/>
                <a:uLnTx/>
                <a:uFillTx/>
                <a:latin typeface="Ubuntu"/>
                <a:ea typeface="+mn-ea"/>
                <a:cs typeface="+mn-cs"/>
              </a:rPr>
              <a:t>47</a:t>
            </a:r>
            <a:r>
              <a:rPr kumimoji="0" lang="en-IN" sz="1440" b="1" i="0" u="none" strike="noStrike" kern="1200" cap="none" spc="0" normalizeH="0" baseline="0" noProof="0">
                <a:ln>
                  <a:noFill/>
                </a:ln>
                <a:solidFill>
                  <a:srgbClr val="000000"/>
                </a:solidFill>
                <a:effectLst/>
                <a:uLnTx/>
                <a:uFillTx/>
                <a:latin typeface="Ubuntu"/>
                <a:ea typeface="+mn-ea"/>
                <a:cs typeface="+mn-cs"/>
              </a:rPr>
              <a:t> </a:t>
            </a:r>
            <a:r>
              <a:rPr kumimoji="0" lang="en-IN" sz="1600" b="1" i="0" u="none" strike="noStrike" kern="1200" cap="none" spc="0" normalizeH="0" baseline="0" noProof="0">
                <a:ln>
                  <a:noFill/>
                </a:ln>
                <a:solidFill>
                  <a:srgbClr val="000000"/>
                </a:solidFill>
                <a:effectLst/>
                <a:uLnTx/>
                <a:uFillTx/>
                <a:latin typeface="Ubuntu"/>
                <a:ea typeface="+mn-ea"/>
                <a:cs typeface="+mn-cs"/>
              </a:rPr>
              <a:t>|</a:t>
            </a:r>
            <a:r>
              <a:rPr kumimoji="0" lang="en-IN" sz="1440" b="1" i="0" u="none" strike="noStrike" kern="1200" cap="none" spc="0" normalizeH="0" baseline="0" noProof="0">
                <a:ln>
                  <a:noFill/>
                </a:ln>
                <a:solidFill>
                  <a:srgbClr val="000000"/>
                </a:solidFill>
                <a:effectLst/>
                <a:uLnTx/>
                <a:uFillTx/>
                <a:latin typeface="Ubuntu"/>
                <a:ea typeface="+mn-ea"/>
                <a:cs typeface="+mn-cs"/>
              </a:rPr>
              <a:t> </a:t>
            </a:r>
            <a:r>
              <a:rPr kumimoji="0" lang="en-IN" sz="1400" b="0" i="0" u="none" strike="noStrike" kern="1200" cap="none" spc="0" normalizeH="0" baseline="0" noProof="0">
                <a:ln>
                  <a:noFill/>
                </a:ln>
                <a:solidFill>
                  <a:srgbClr val="000000"/>
                </a:solidFill>
                <a:effectLst/>
                <a:uLnTx/>
                <a:uFillTx/>
                <a:latin typeface="Ubuntu"/>
                <a:ea typeface="+mn-ea"/>
                <a:cs typeface="+mn-cs"/>
              </a:rPr>
              <a:t>Bench: </a:t>
            </a:r>
            <a:r>
              <a:rPr kumimoji="0" lang="en-IN" sz="1600" b="1" i="0" u="none" strike="noStrike" kern="1200" cap="none" spc="0" normalizeH="0" baseline="0" noProof="0">
                <a:ln>
                  <a:noFill/>
                </a:ln>
                <a:solidFill>
                  <a:srgbClr val="0058AB"/>
                </a:solidFill>
                <a:effectLst/>
                <a:uLnTx/>
                <a:uFillTx/>
                <a:latin typeface="Ubuntu"/>
                <a:ea typeface="+mn-ea"/>
                <a:cs typeface="+mn-cs"/>
              </a:rPr>
              <a:t>10</a:t>
            </a:r>
            <a:r>
              <a:rPr kumimoji="0" lang="en-IN" sz="1440" b="1" i="0" u="none" strike="noStrike" kern="1200" cap="none" spc="0" normalizeH="0" baseline="0" noProof="0">
                <a:ln>
                  <a:noFill/>
                </a:ln>
                <a:solidFill>
                  <a:srgbClr val="000000"/>
                </a:solidFill>
                <a:effectLst/>
                <a:uLnTx/>
                <a:uFillTx/>
                <a:latin typeface="Ubuntu"/>
                <a:ea typeface="+mn-ea"/>
                <a:cs typeface="+mn-cs"/>
              </a:rPr>
              <a:t> </a:t>
            </a:r>
            <a:r>
              <a:rPr kumimoji="0" lang="en-IN" sz="1600" b="1" i="0" u="none" strike="noStrike" kern="1200" cap="none" spc="0" normalizeH="0" baseline="0" noProof="0">
                <a:ln>
                  <a:noFill/>
                </a:ln>
                <a:solidFill>
                  <a:srgbClr val="000000"/>
                </a:solidFill>
                <a:effectLst/>
                <a:uLnTx/>
                <a:uFillTx/>
                <a:latin typeface="Ubuntu"/>
                <a:ea typeface="+mn-ea"/>
                <a:cs typeface="+mn-cs"/>
              </a:rPr>
              <a:t>|</a:t>
            </a:r>
            <a:r>
              <a:rPr kumimoji="0" lang="en-IN" sz="1440" b="1" i="0" u="none" strike="noStrike" kern="1200" cap="none" spc="0" normalizeH="0" baseline="0" noProof="0">
                <a:ln>
                  <a:noFill/>
                </a:ln>
                <a:solidFill>
                  <a:srgbClr val="000000"/>
                </a:solidFill>
                <a:effectLst/>
                <a:uLnTx/>
                <a:uFillTx/>
                <a:latin typeface="Ubuntu"/>
                <a:ea typeface="+mn-ea"/>
                <a:cs typeface="+mn-cs"/>
              </a:rPr>
              <a:t> </a:t>
            </a:r>
            <a:r>
              <a:rPr kumimoji="0" lang="en-IN" sz="1400" b="0" i="0" u="none" strike="noStrike" kern="1200" cap="none" spc="0" normalizeH="0" baseline="0" noProof="0">
                <a:ln>
                  <a:noFill/>
                </a:ln>
                <a:solidFill>
                  <a:srgbClr val="000000"/>
                </a:solidFill>
                <a:effectLst/>
                <a:uLnTx/>
                <a:uFillTx/>
                <a:latin typeface="Ubuntu"/>
                <a:ea typeface="+mn-ea"/>
                <a:cs typeface="+mn-cs"/>
              </a:rPr>
              <a:t>Inter Projects: </a:t>
            </a:r>
            <a:r>
              <a:rPr kumimoji="0" lang="en-IN" sz="1600" b="1" i="0" u="none" strike="noStrike" kern="1200" cap="none" spc="0" normalizeH="0" baseline="0" noProof="0">
                <a:ln>
                  <a:noFill/>
                </a:ln>
                <a:solidFill>
                  <a:srgbClr val="FF0000"/>
                </a:solidFill>
                <a:effectLst/>
                <a:uLnTx/>
                <a:uFillTx/>
                <a:latin typeface="Ubuntu"/>
                <a:ea typeface="+mn-ea"/>
                <a:cs typeface="+mn-cs"/>
              </a:rPr>
              <a:t>49%</a:t>
            </a:r>
            <a:r>
              <a:rPr kumimoji="0" lang="en-IN" sz="1600" b="1" i="0" u="none" strike="noStrike" kern="1200" cap="none" spc="0" normalizeH="0" baseline="0" noProof="0">
                <a:ln>
                  <a:noFill/>
                </a:ln>
                <a:solidFill>
                  <a:srgbClr val="000000"/>
                </a:solidFill>
                <a:effectLst/>
                <a:uLnTx/>
                <a:uFillTx/>
                <a:latin typeface="Ubuntu"/>
                <a:ea typeface="+mn-ea"/>
                <a:cs typeface="+mn-cs"/>
              </a:rPr>
              <a:t> | </a:t>
            </a:r>
            <a:r>
              <a:rPr kumimoji="0" lang="en-IN" sz="1400" b="0" i="0" u="none" strike="noStrike" kern="1200" cap="none" spc="0" normalizeH="0" baseline="0" noProof="0">
                <a:ln>
                  <a:noFill/>
                </a:ln>
                <a:solidFill>
                  <a:srgbClr val="000000"/>
                </a:solidFill>
                <a:effectLst/>
                <a:uLnTx/>
                <a:uFillTx/>
                <a:latin typeface="Ubuntu"/>
                <a:ea typeface="+mn-ea"/>
                <a:cs typeface="+mn-cs"/>
              </a:rPr>
              <a:t>New Joiners Confirmed: </a:t>
            </a:r>
            <a:r>
              <a:rPr kumimoji="0" lang="en-IN" sz="1400" b="1" i="0" u="none" strike="noStrike" kern="1200" cap="none" spc="0" normalizeH="0" baseline="0" noProof="0">
                <a:ln>
                  <a:noFill/>
                </a:ln>
                <a:solidFill>
                  <a:srgbClr val="000000"/>
                </a:solidFill>
                <a:effectLst/>
                <a:uLnTx/>
                <a:uFillTx/>
                <a:latin typeface="Ubuntu"/>
                <a:ea typeface="+mn-ea"/>
                <a:cs typeface="+mn-cs"/>
              </a:rPr>
              <a:t>3 I </a:t>
            </a:r>
            <a:r>
              <a:rPr kumimoji="0" lang="en-IN" sz="1400" b="0" i="0" u="none" strike="noStrike" kern="1200" cap="none" spc="0" normalizeH="0" baseline="0" noProof="0">
                <a:ln>
                  <a:noFill/>
                </a:ln>
                <a:solidFill>
                  <a:srgbClr val="000000"/>
                </a:solidFill>
                <a:effectLst/>
                <a:uLnTx/>
                <a:uFillTx/>
                <a:latin typeface="Ubuntu"/>
                <a:ea typeface="+mn-ea"/>
                <a:cs typeface="+mn-cs"/>
              </a:rPr>
              <a:t>New Hires Planned: </a:t>
            </a:r>
            <a:r>
              <a:rPr kumimoji="0" lang="en-IN" sz="1400" b="1" i="0" u="none" strike="noStrike" kern="1200" cap="none" spc="0" normalizeH="0" baseline="0" noProof="0">
                <a:ln>
                  <a:noFill/>
                </a:ln>
                <a:solidFill>
                  <a:srgbClr val="000000"/>
                </a:solidFill>
                <a:effectLst/>
                <a:uLnTx/>
                <a:uFillTx/>
                <a:latin typeface="Ubuntu"/>
                <a:ea typeface="+mn-ea"/>
                <a:cs typeface="+mn-cs"/>
              </a:rPr>
              <a:t>4</a:t>
            </a:r>
          </a:p>
          <a:p>
            <a:pPr marL="0" marR="0" lvl="0" indent="0" algn="l" defTabSz="1097236" rtl="0" eaLnBrk="1" fontAlgn="auto" latinLnBrk="0" hangingPunct="1">
              <a:lnSpc>
                <a:spcPct val="100000"/>
              </a:lnSpc>
              <a:spcBef>
                <a:spcPts val="0"/>
              </a:spcBef>
              <a:spcAft>
                <a:spcPts val="0"/>
              </a:spcAft>
              <a:buClrTx/>
              <a:buSzTx/>
              <a:buFontTx/>
              <a:buNone/>
              <a:tabLst/>
              <a:defRPr/>
            </a:pPr>
            <a:r>
              <a:rPr kumimoji="0" lang="en-IN" sz="1440" b="1" i="0" u="none" strike="noStrike" kern="1200" cap="none" spc="0" normalizeH="0" baseline="0" noProof="0">
                <a:ln>
                  <a:noFill/>
                </a:ln>
                <a:solidFill>
                  <a:srgbClr val="000000"/>
                </a:solidFill>
                <a:effectLst/>
                <a:uLnTx/>
                <a:uFillTx/>
                <a:latin typeface="Ubuntu"/>
                <a:ea typeface="+mn-ea"/>
                <a:cs typeface="+mn-cs"/>
              </a:rPr>
              <a:t> </a:t>
            </a:r>
          </a:p>
        </p:txBody>
      </p:sp>
      <p:sp>
        <p:nvSpPr>
          <p:cNvPr id="65" name="TextBox 64">
            <a:extLst>
              <a:ext uri="{FF2B5EF4-FFF2-40B4-BE49-F238E27FC236}">
                <a16:creationId xmlns:a16="http://schemas.microsoft.com/office/drawing/2014/main" id="{D6BE34D7-5437-BEEC-1487-61C3D146B7FD}"/>
              </a:ext>
            </a:extLst>
          </p:cNvPr>
          <p:cNvSpPr txBox="1"/>
          <p:nvPr/>
        </p:nvSpPr>
        <p:spPr>
          <a:xfrm>
            <a:off x="358746" y="243976"/>
            <a:ext cx="11474508" cy="584775"/>
          </a:xfrm>
          <a:prstGeom prst="rect">
            <a:avLst/>
          </a:prstGeom>
          <a:noFill/>
        </p:spPr>
        <p:txBody>
          <a:bodyPr wrap="square" lIns="91440" tIns="45720" rIns="91440" bIns="45720" anchor="t">
            <a:spAutoFit/>
          </a:bodyPr>
          <a:lstStyle>
            <a:defPPr>
              <a:defRPr lang="de-DE"/>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a:lstStyle>
          <a:p>
            <a:pPr marL="0" marR="0" lvl="0" indent="0" algn="l" defTabSz="1097236" rtl="0" eaLnBrk="1" fontAlgn="auto" latinLnBrk="0" hangingPunct="1">
              <a:lnSpc>
                <a:spcPct val="100000"/>
              </a:lnSpc>
              <a:spcBef>
                <a:spcPts val="0"/>
              </a:spcBef>
              <a:spcAft>
                <a:spcPts val="0"/>
              </a:spcAft>
              <a:buClrTx/>
              <a:buSzTx/>
              <a:buFontTx/>
              <a:buNone/>
              <a:tabLst/>
              <a:defRPr/>
            </a:pPr>
            <a:r>
              <a:rPr kumimoji="0" lang="en-IN" sz="3200" b="1" i="0" u="none" strike="noStrike" kern="1200" cap="none" spc="0" normalizeH="0" baseline="0" noProof="0">
                <a:ln>
                  <a:noFill/>
                </a:ln>
                <a:solidFill>
                  <a:srgbClr val="000000"/>
                </a:solidFill>
                <a:effectLst/>
                <a:uLnTx/>
                <a:uFillTx/>
                <a:latin typeface="Ubuntu Medium" panose="020B0604030602030204" pitchFamily="34" charset="0"/>
                <a:ea typeface="Aptos" panose="020B0004020202020204" pitchFamily="34" charset="0"/>
                <a:cs typeface="Times New Roman"/>
              </a:rPr>
              <a:t>Strategic Revenue Growth Levers</a:t>
            </a:r>
            <a:endParaRPr kumimoji="0" lang="en-IN" sz="3200" b="0" i="0" u="none" strike="noStrike" kern="1200" cap="none" spc="0" normalizeH="0" baseline="0" noProof="0">
              <a:ln>
                <a:noFill/>
              </a:ln>
              <a:solidFill>
                <a:srgbClr val="000000"/>
              </a:solidFill>
              <a:effectLst/>
              <a:uLnTx/>
              <a:uFillTx/>
              <a:latin typeface="Ubuntu Medium" panose="020B0604030602030204" pitchFamily="34" charset="0"/>
              <a:ea typeface="+mn-ea"/>
              <a:cs typeface="Times New Roman"/>
            </a:endParaRPr>
          </a:p>
        </p:txBody>
      </p:sp>
      <p:sp>
        <p:nvSpPr>
          <p:cNvPr id="17" name="Footer Placeholder 17">
            <a:extLst>
              <a:ext uri="{FF2B5EF4-FFF2-40B4-BE49-F238E27FC236}">
                <a16:creationId xmlns:a16="http://schemas.microsoft.com/office/drawing/2014/main" id="{A2457177-6067-5D86-74D8-DE65BE92BD18}"/>
              </a:ext>
            </a:extLst>
          </p:cNvPr>
          <p:cNvSpPr>
            <a:spLocks noGrp="1"/>
          </p:cNvSpPr>
          <p:nvPr>
            <p:ph type="ftr" sz="quarter" idx="11"/>
          </p:nvPr>
        </p:nvSpPr>
        <p:spPr>
          <a:xfrm>
            <a:off x="550863" y="6650662"/>
            <a:ext cx="4716524" cy="123112"/>
          </a:xfrm>
        </p:spPr>
        <p:txBody>
          <a:bodyPr/>
          <a:lstStyle/>
          <a:p>
            <a:pPr marL="0" marR="0" lvl="0" indent="0" algn="l" defTabSz="914364" rtl="0" eaLnBrk="1" fontAlgn="auto" latinLnBrk="0" hangingPunct="1">
              <a:lnSpc>
                <a:spcPct val="100000"/>
              </a:lnSpc>
              <a:spcBef>
                <a:spcPts val="1000"/>
              </a:spcBef>
              <a:spcAft>
                <a:spcPts val="0"/>
              </a:spcAft>
              <a:buClrTx/>
              <a:buSzTx/>
              <a:buFontTx/>
              <a:buNone/>
              <a:tabLst/>
              <a:defRPr/>
            </a:pPr>
            <a:r>
              <a:rPr kumimoji="0" lang="en-US" sz="800" b="0" i="0" u="none" strike="noStrike" kern="1200" cap="none" spc="0" normalizeH="0" baseline="0" noProof="0">
                <a:ln>
                  <a:noFill/>
                </a:ln>
                <a:solidFill>
                  <a:srgbClr val="FFFFFF">
                    <a:lumMod val="65000"/>
                  </a:srgbClr>
                </a:solidFill>
                <a:effectLst/>
                <a:uLnTx/>
                <a:uFillTx/>
                <a:latin typeface="Ubuntu"/>
                <a:ea typeface="+mn-ea"/>
                <a:cs typeface="+mn-cs"/>
              </a:rPr>
              <a:t>TMT Monthly Update |  July 2026</a:t>
            </a:r>
          </a:p>
        </p:txBody>
      </p:sp>
      <p:sp>
        <p:nvSpPr>
          <p:cNvPr id="30" name="Rectangle 29">
            <a:extLst>
              <a:ext uri="{FF2B5EF4-FFF2-40B4-BE49-F238E27FC236}">
                <a16:creationId xmlns:a16="http://schemas.microsoft.com/office/drawing/2014/main" id="{05AF5B29-FF15-0D21-B569-719F10CB0E59}"/>
              </a:ext>
            </a:extLst>
          </p:cNvPr>
          <p:cNvSpPr/>
          <p:nvPr/>
        </p:nvSpPr>
        <p:spPr>
          <a:xfrm>
            <a:off x="-24000" y="6782398"/>
            <a:ext cx="12240000" cy="109034"/>
          </a:xfrm>
          <a:prstGeom prst="rect">
            <a:avLst/>
          </a:prstGeom>
          <a:solidFill>
            <a:srgbClr val="00828E"/>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400" b="0" i="0" u="none" strike="noStrike" kern="1200" cap="none" spc="0" normalizeH="0" baseline="0" noProof="0" err="1">
              <a:ln>
                <a:noFill/>
              </a:ln>
              <a:solidFill>
                <a:srgbClr val="000000"/>
              </a:solidFill>
              <a:effectLst/>
              <a:uLnTx/>
              <a:uFillTx/>
              <a:latin typeface="Ubuntu"/>
              <a:ea typeface="+mn-ea"/>
              <a:cs typeface="+mn-cs"/>
            </a:endParaRPr>
          </a:p>
        </p:txBody>
      </p:sp>
      <p:sp>
        <p:nvSpPr>
          <p:cNvPr id="31" name="Date Placeholder 16">
            <a:extLst>
              <a:ext uri="{FF2B5EF4-FFF2-40B4-BE49-F238E27FC236}">
                <a16:creationId xmlns:a16="http://schemas.microsoft.com/office/drawing/2014/main" id="{4D89AF0E-2003-6151-7114-9F21FE37E3F3}"/>
              </a:ext>
            </a:extLst>
          </p:cNvPr>
          <p:cNvSpPr>
            <a:spLocks noGrp="1"/>
          </p:cNvSpPr>
          <p:nvPr>
            <p:ph type="dt" sz="half" idx="10"/>
          </p:nvPr>
        </p:nvSpPr>
        <p:spPr>
          <a:xfrm>
            <a:off x="9809927" y="6650661"/>
            <a:ext cx="1831210" cy="123111"/>
          </a:xfrm>
        </p:spPr>
        <p:txBody>
          <a:bodyPr/>
          <a:lstStyle/>
          <a:p>
            <a:pPr marL="0" marR="0" lvl="0" indent="0" algn="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sz="800" b="0" i="0" u="none" strike="noStrike" kern="1200" cap="none" spc="0" normalizeH="0" baseline="0" noProof="0">
                <a:ln>
                  <a:noFill/>
                </a:ln>
                <a:solidFill>
                  <a:srgbClr val="FFFFFF">
                    <a:lumMod val="65000"/>
                  </a:srgbClr>
                </a:solidFill>
                <a:effectLst/>
                <a:uLnTx/>
                <a:uFillTx/>
                <a:latin typeface="Ubuntu"/>
                <a:ea typeface="+mn-ea"/>
                <a:cs typeface="+mn-cs"/>
              </a:rPr>
              <a:t>Company Confidential © Capgemini 2026. All rights reserved.</a:t>
            </a:r>
          </a:p>
        </p:txBody>
      </p:sp>
      <p:sp>
        <p:nvSpPr>
          <p:cNvPr id="32" name="Slide Number Placeholder 18">
            <a:extLst>
              <a:ext uri="{FF2B5EF4-FFF2-40B4-BE49-F238E27FC236}">
                <a16:creationId xmlns:a16="http://schemas.microsoft.com/office/drawing/2014/main" id="{B3EBEF06-8EE6-E98C-6DBA-9FBA77DFAC06}"/>
              </a:ext>
            </a:extLst>
          </p:cNvPr>
          <p:cNvSpPr>
            <a:spLocks noGrp="1"/>
          </p:cNvSpPr>
          <p:nvPr>
            <p:ph type="sldNum" sz="quarter" idx="12"/>
          </p:nvPr>
        </p:nvSpPr>
        <p:spPr>
          <a:xfrm>
            <a:off x="11778341" y="6650661"/>
            <a:ext cx="232665" cy="123111"/>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9A5160-6218-4E5A-B9E6-B93E3DAE377C}" type="slidenum">
              <a:rPr kumimoji="0" lang="en-US" sz="800" b="0" i="0" u="none" strike="noStrike" kern="1200" cap="none" spc="0" normalizeH="0" baseline="0" noProof="0" smtClean="0">
                <a:ln>
                  <a:noFill/>
                </a:ln>
                <a:solidFill>
                  <a:srgbClr val="FFFFFF">
                    <a:lumMod val="65000"/>
                  </a:srgbClr>
                </a:solidFill>
                <a:effectLst/>
                <a:uLnTx/>
                <a:uFillTx/>
                <a:latin typeface="Ubuntu"/>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US" sz="800" b="0" i="0" u="none" strike="noStrike" kern="1200" cap="none" spc="0" normalizeH="0" baseline="0" noProof="0">
              <a:ln>
                <a:noFill/>
              </a:ln>
              <a:solidFill>
                <a:srgbClr val="FFFFFF">
                  <a:lumMod val="65000"/>
                </a:srgbClr>
              </a:solidFill>
              <a:effectLst/>
              <a:uLnTx/>
              <a:uFillTx/>
              <a:latin typeface="Ubuntu"/>
              <a:ea typeface="+mn-ea"/>
              <a:cs typeface="Arial" panose="020B0604020202020204" pitchFamily="34" charset="0"/>
            </a:endParaRPr>
          </a:p>
        </p:txBody>
      </p:sp>
      <p:sp>
        <p:nvSpPr>
          <p:cNvPr id="203" name="TextBox 202">
            <a:extLst>
              <a:ext uri="{FF2B5EF4-FFF2-40B4-BE49-F238E27FC236}">
                <a16:creationId xmlns:a16="http://schemas.microsoft.com/office/drawing/2014/main" id="{68648BAD-C0BB-C701-9A08-B4E3CCB0BC11}"/>
              </a:ext>
            </a:extLst>
          </p:cNvPr>
          <p:cNvSpPr txBox="1"/>
          <p:nvPr/>
        </p:nvSpPr>
        <p:spPr>
          <a:xfrm>
            <a:off x="7600951" y="23736"/>
            <a:ext cx="4040186" cy="525401"/>
          </a:xfrm>
          <a:prstGeom prst="rect">
            <a:avLst/>
          </a:prstGeom>
          <a:noFill/>
        </p:spPr>
        <p:txBody>
          <a:bodyPr vert="horz" wrap="none" lIns="90000" tIns="46800" rIns="90000" bIns="46800" rtlCol="0" anchor="ctr">
            <a:sp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IN" sz="1400" b="0" i="0" u="none" strike="noStrike" kern="1200" cap="none" spc="0" normalizeH="0" baseline="0" noProof="0">
                <a:ln>
                  <a:noFill/>
                </a:ln>
                <a:solidFill>
                  <a:srgbClr val="000000"/>
                </a:solidFill>
                <a:effectLst/>
                <a:uLnTx/>
                <a:uFillTx/>
                <a:latin typeface="Ubuntu"/>
                <a:ea typeface="+mn-ea"/>
                <a:cs typeface="+mn-cs"/>
              </a:rPr>
              <a:t>Revenue Confirmed till Jun’26 </a:t>
            </a:r>
            <a:r>
              <a:rPr kumimoji="0" lang="en-IN" sz="2800" b="1" i="0" u="none" strike="noStrike" kern="1200" cap="none" spc="0" normalizeH="0" baseline="0" noProof="0">
                <a:ln>
                  <a:noFill/>
                </a:ln>
                <a:solidFill>
                  <a:srgbClr val="00B050"/>
                </a:solidFill>
                <a:effectLst/>
                <a:uLnTx/>
                <a:uFillTx/>
                <a:latin typeface="Ubuntu"/>
                <a:ea typeface="+mn-ea"/>
                <a:cs typeface="+mn-cs"/>
              </a:rPr>
              <a:t>1109 KE</a:t>
            </a:r>
          </a:p>
        </p:txBody>
      </p:sp>
      <p:sp>
        <p:nvSpPr>
          <p:cNvPr id="204" name="TextBox 203">
            <a:extLst>
              <a:ext uri="{FF2B5EF4-FFF2-40B4-BE49-F238E27FC236}">
                <a16:creationId xmlns:a16="http://schemas.microsoft.com/office/drawing/2014/main" id="{9E71E8C1-9E89-DE6A-74E2-CD04B0788501}"/>
              </a:ext>
            </a:extLst>
          </p:cNvPr>
          <p:cNvSpPr txBox="1"/>
          <p:nvPr/>
        </p:nvSpPr>
        <p:spPr>
          <a:xfrm>
            <a:off x="3729114" y="1750692"/>
            <a:ext cx="1917247" cy="1110177"/>
          </a:xfrm>
          <a:prstGeom prst="rect">
            <a:avLst/>
          </a:prstGeom>
          <a:noFill/>
        </p:spPr>
        <p:txBody>
          <a:bodyPr vert="horz" wrap="square" lIns="90000" tIns="46800" rIns="90000" bIns="46800" rtlCol="0" anchor="ctr">
            <a:sp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IN" sz="1400" b="0" i="0" u="none" strike="noStrike" kern="1200" cap="none" spc="0" normalizeH="0" baseline="0" noProof="0">
                <a:ln>
                  <a:noFill/>
                </a:ln>
                <a:solidFill>
                  <a:srgbClr val="000000"/>
                </a:solidFill>
                <a:effectLst/>
                <a:uLnTx/>
                <a:uFillTx/>
                <a:latin typeface="Ubuntu"/>
                <a:ea typeface="+mn-ea"/>
                <a:cs typeface="+mn-cs"/>
              </a:rPr>
              <a:t>Resources = 50</a:t>
            </a:r>
            <a:r>
              <a:rPr kumimoji="0" lang="en-IN" sz="1400" b="1" i="0" u="none" strike="noStrike" kern="1200" cap="none" spc="0" normalizeH="0" baseline="0" noProof="0">
                <a:ln>
                  <a:noFill/>
                </a:ln>
                <a:solidFill>
                  <a:srgbClr val="00B050"/>
                </a:solidFill>
                <a:effectLst/>
                <a:uLnTx/>
                <a:uFillTx/>
                <a:latin typeface="Ubuntu"/>
                <a:ea typeface="+mn-ea"/>
                <a:cs typeface="+mn-cs"/>
              </a:rPr>
              <a:t> </a:t>
            </a:r>
            <a:endParaRPr kumimoji="0" lang="en-IN" sz="1400" b="0" i="0" u="none" strike="noStrike" kern="1200" cap="none" spc="0" normalizeH="0" baseline="0" noProof="0">
              <a:ln>
                <a:noFill/>
              </a:ln>
              <a:solidFill>
                <a:srgbClr val="000000"/>
              </a:solidFill>
              <a:effectLst/>
              <a:uLnTx/>
              <a:uFillTx/>
              <a:latin typeface="Ubuntu"/>
              <a:ea typeface="+mn-ea"/>
              <a:cs typeface="+mn-cs"/>
            </a:endParaRP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IN" sz="1400" b="0" i="0" u="none" strike="noStrike" kern="1200" cap="none" spc="0" normalizeH="0" baseline="0" noProof="0">
                <a:ln>
                  <a:noFill/>
                </a:ln>
                <a:solidFill>
                  <a:srgbClr val="000000"/>
                </a:solidFill>
                <a:effectLst/>
                <a:uLnTx/>
                <a:uFillTx/>
                <a:latin typeface="Ubuntu"/>
                <a:ea typeface="+mn-ea"/>
                <a:cs typeface="+mn-cs"/>
              </a:rPr>
              <a:t>Current Bench = </a:t>
            </a:r>
            <a:r>
              <a:rPr kumimoji="0" lang="en-IN" sz="1400" b="0" i="0" u="none" strike="noStrike" kern="1200" cap="none" spc="0" normalizeH="0" baseline="0" noProof="0">
                <a:ln>
                  <a:noFill/>
                </a:ln>
                <a:solidFill>
                  <a:srgbClr val="FFFFFF"/>
                </a:solidFill>
                <a:effectLst/>
                <a:uLnTx/>
                <a:uFillTx/>
                <a:latin typeface="Ubuntu"/>
                <a:ea typeface="+mn-ea"/>
                <a:cs typeface="+mn-cs"/>
              </a:rPr>
              <a:t>10 </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IN" sz="1000" b="0" i="0" u="none" strike="noStrike" kern="1200" cap="none" spc="0" normalizeH="0" baseline="0" noProof="0">
                <a:ln>
                  <a:noFill/>
                </a:ln>
                <a:solidFill>
                  <a:srgbClr val="FFFFFF"/>
                </a:solidFill>
                <a:effectLst/>
                <a:uLnTx/>
                <a:uFillTx/>
                <a:latin typeface="Ubuntu"/>
                <a:ea typeface="+mn-ea"/>
                <a:cs typeface="+mn-cs"/>
              </a:rPr>
              <a:t>(8 Moved to Intra, 2 on Bench)</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IN" sz="1400" b="0" i="0" u="none" strike="noStrike" kern="1200" cap="none" spc="0" normalizeH="0" baseline="0" noProof="0">
                <a:ln>
                  <a:noFill/>
                </a:ln>
                <a:solidFill>
                  <a:srgbClr val="000000"/>
                </a:solidFill>
                <a:effectLst/>
                <a:uLnTx/>
                <a:uFillTx/>
                <a:latin typeface="Ubuntu"/>
                <a:ea typeface="+mn-ea"/>
                <a:cs typeface="+mn-cs"/>
              </a:rPr>
              <a:t>Inter = </a:t>
            </a:r>
            <a:r>
              <a:rPr kumimoji="0" lang="en-IN" sz="1400" b="0" i="0" u="none" strike="noStrike" kern="1200" cap="none" spc="0" normalizeH="0" baseline="0" noProof="0">
                <a:ln>
                  <a:noFill/>
                </a:ln>
                <a:solidFill>
                  <a:srgbClr val="C00000"/>
                </a:solidFill>
                <a:effectLst/>
                <a:uLnTx/>
                <a:uFillTx/>
                <a:latin typeface="Ubuntu"/>
                <a:ea typeface="+mn-ea"/>
                <a:cs typeface="+mn-cs"/>
              </a:rPr>
              <a:t>38% (18)</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IN" sz="1400" b="0" i="0" u="none" strike="noStrike" kern="1200" cap="none" spc="0" normalizeH="0" baseline="0" noProof="0">
                <a:ln>
                  <a:noFill/>
                </a:ln>
                <a:solidFill>
                  <a:srgbClr val="000000"/>
                </a:solidFill>
                <a:effectLst/>
                <a:uLnTx/>
                <a:uFillTx/>
                <a:latin typeface="Ubuntu"/>
                <a:ea typeface="+mn-ea"/>
                <a:cs typeface="+mn-cs"/>
              </a:rPr>
              <a:t>Intra = </a:t>
            </a:r>
            <a:r>
              <a:rPr kumimoji="0" lang="en-IN" sz="1400" b="0" i="0" u="none" strike="noStrike" kern="1200" cap="none" spc="0" normalizeH="0" baseline="0" noProof="0">
                <a:ln>
                  <a:noFill/>
                </a:ln>
                <a:solidFill>
                  <a:srgbClr val="C00000"/>
                </a:solidFill>
                <a:effectLst/>
                <a:uLnTx/>
                <a:uFillTx/>
                <a:latin typeface="Ubuntu"/>
                <a:ea typeface="+mn-ea"/>
                <a:cs typeface="+mn-cs"/>
              </a:rPr>
              <a:t>62% (30)</a:t>
            </a:r>
          </a:p>
        </p:txBody>
      </p:sp>
      <p:sp>
        <p:nvSpPr>
          <p:cNvPr id="206" name="TextBox 205">
            <a:extLst>
              <a:ext uri="{FF2B5EF4-FFF2-40B4-BE49-F238E27FC236}">
                <a16:creationId xmlns:a16="http://schemas.microsoft.com/office/drawing/2014/main" id="{48CC5366-B16B-43E4-9A86-4B06FDE0C995}"/>
              </a:ext>
            </a:extLst>
          </p:cNvPr>
          <p:cNvSpPr txBox="1"/>
          <p:nvPr/>
        </p:nvSpPr>
        <p:spPr>
          <a:xfrm>
            <a:off x="6266944" y="1743942"/>
            <a:ext cx="2476643" cy="1110177"/>
          </a:xfrm>
          <a:prstGeom prst="rect">
            <a:avLst/>
          </a:prstGeom>
          <a:noFill/>
        </p:spPr>
        <p:txBody>
          <a:bodyPr vert="horz" wrap="square" lIns="90000" tIns="46800" rIns="90000" bIns="46800" rtlCol="0" anchor="ctr">
            <a:sp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IN" sz="1400" b="0" i="0" u="none" strike="noStrike" kern="1200" cap="none" spc="0" normalizeH="0" baseline="0" noProof="0">
                <a:ln>
                  <a:noFill/>
                </a:ln>
                <a:solidFill>
                  <a:srgbClr val="000000"/>
                </a:solidFill>
                <a:effectLst/>
                <a:uLnTx/>
                <a:uFillTx/>
                <a:latin typeface="Ubuntu"/>
                <a:ea typeface="+mn-ea"/>
                <a:cs typeface="+mn-cs"/>
              </a:rPr>
              <a:t>Resources = 50</a:t>
            </a:r>
            <a:r>
              <a:rPr kumimoji="0" lang="en-IN" sz="1400" b="1" i="0" u="none" strike="noStrike" kern="1200" cap="none" spc="0" normalizeH="0" baseline="0" noProof="0">
                <a:ln>
                  <a:noFill/>
                </a:ln>
                <a:solidFill>
                  <a:srgbClr val="00B050"/>
                </a:solidFill>
                <a:effectLst/>
                <a:uLnTx/>
                <a:uFillTx/>
                <a:latin typeface="Ubuntu"/>
                <a:ea typeface="+mn-ea"/>
                <a:cs typeface="+mn-cs"/>
              </a:rPr>
              <a:t> </a:t>
            </a:r>
            <a:endParaRPr kumimoji="0" lang="en-IN" sz="1400" b="0" i="0" u="none" strike="noStrike" kern="1200" cap="none" spc="0" normalizeH="0" baseline="0" noProof="0">
              <a:ln>
                <a:noFill/>
              </a:ln>
              <a:solidFill>
                <a:srgbClr val="000000"/>
              </a:solidFill>
              <a:effectLst/>
              <a:uLnTx/>
              <a:uFillTx/>
              <a:latin typeface="Ubuntu"/>
              <a:ea typeface="+mn-ea"/>
              <a:cs typeface="+mn-cs"/>
            </a:endParaRP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IN" sz="1400" b="0" i="0" u="none" strike="noStrike" kern="1200" cap="none" spc="0" normalizeH="0" baseline="0" noProof="0">
                <a:ln>
                  <a:noFill/>
                </a:ln>
                <a:solidFill>
                  <a:srgbClr val="000000"/>
                </a:solidFill>
                <a:effectLst/>
                <a:uLnTx/>
                <a:uFillTx/>
                <a:latin typeface="Ubuntu"/>
                <a:ea typeface="+mn-ea"/>
                <a:cs typeface="+mn-cs"/>
              </a:rPr>
              <a:t>Bench = </a:t>
            </a:r>
            <a:r>
              <a:rPr kumimoji="0" lang="en-IN" sz="1400" b="0" i="0" u="none" strike="noStrike" kern="1200" cap="none" spc="0" normalizeH="0" baseline="0" noProof="0">
                <a:ln>
                  <a:noFill/>
                </a:ln>
                <a:solidFill>
                  <a:srgbClr val="FFFFFF"/>
                </a:solidFill>
                <a:effectLst/>
                <a:uLnTx/>
                <a:uFillTx/>
                <a:latin typeface="Ubuntu"/>
                <a:ea typeface="+mn-ea"/>
                <a:cs typeface="+mn-cs"/>
              </a:rPr>
              <a:t>2 </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IN" sz="1000" b="0" i="0" u="none" strike="noStrike" kern="1200" cap="none" spc="0" normalizeH="0" baseline="0" noProof="0">
                <a:ln>
                  <a:noFill/>
                </a:ln>
                <a:solidFill>
                  <a:srgbClr val="FFFFFF"/>
                </a:solidFill>
                <a:effectLst/>
                <a:uLnTx/>
                <a:uFillTx/>
                <a:latin typeface="Ubuntu"/>
                <a:ea typeface="+mn-ea"/>
                <a:cs typeface="+mn-cs"/>
              </a:rPr>
              <a:t>(8 Moved to Inter, 2 on Bench)</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IN" sz="1400" b="0" i="0" u="none" strike="noStrike" kern="1200" cap="none" spc="0" normalizeH="0" baseline="0" noProof="0">
                <a:ln>
                  <a:noFill/>
                </a:ln>
                <a:solidFill>
                  <a:srgbClr val="000000"/>
                </a:solidFill>
                <a:effectLst/>
                <a:uLnTx/>
                <a:uFillTx/>
                <a:latin typeface="Ubuntu"/>
                <a:ea typeface="+mn-ea"/>
                <a:cs typeface="+mn-cs"/>
              </a:rPr>
              <a:t>Inter = </a:t>
            </a:r>
            <a:r>
              <a:rPr kumimoji="0" lang="en-IN" sz="1400" b="0" i="0" u="none" strike="noStrike" kern="1200" cap="none" spc="0" normalizeH="0" baseline="0" noProof="0">
                <a:ln>
                  <a:noFill/>
                </a:ln>
                <a:solidFill>
                  <a:srgbClr val="FFFFFF"/>
                </a:solidFill>
                <a:effectLst/>
                <a:uLnTx/>
                <a:uFillTx/>
                <a:latin typeface="Ubuntu"/>
                <a:ea typeface="+mn-ea"/>
                <a:cs typeface="+mn-cs"/>
              </a:rPr>
              <a:t>60% (29)</a:t>
            </a:r>
            <a:endParaRPr kumimoji="0" lang="en-IN" sz="1400" b="0" i="0" u="none" strike="noStrike" kern="1200" cap="none" spc="0" normalizeH="0" baseline="0" noProof="0">
              <a:ln>
                <a:noFill/>
              </a:ln>
              <a:solidFill>
                <a:srgbClr val="C00000"/>
              </a:solidFill>
              <a:effectLst/>
              <a:uLnTx/>
              <a:uFillTx/>
              <a:latin typeface="Ubuntu"/>
              <a:ea typeface="+mn-ea"/>
              <a:cs typeface="+mn-cs"/>
            </a:endParaRP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IN" sz="1400" b="0" i="0" u="none" strike="noStrike" kern="1200" cap="none" spc="0" normalizeH="0" baseline="0" noProof="0">
                <a:ln>
                  <a:noFill/>
                </a:ln>
                <a:solidFill>
                  <a:srgbClr val="000000"/>
                </a:solidFill>
                <a:effectLst/>
                <a:uLnTx/>
                <a:uFillTx/>
                <a:latin typeface="Ubuntu"/>
                <a:ea typeface="+mn-ea"/>
                <a:cs typeface="+mn-cs"/>
              </a:rPr>
              <a:t>Intra = </a:t>
            </a:r>
            <a:r>
              <a:rPr kumimoji="0" lang="en-IN" sz="1400" b="0" i="0" u="none" strike="noStrike" kern="1200" cap="none" spc="0" normalizeH="0" baseline="0" noProof="0">
                <a:ln>
                  <a:noFill/>
                </a:ln>
                <a:solidFill>
                  <a:srgbClr val="FFFFFF"/>
                </a:solidFill>
                <a:effectLst/>
                <a:uLnTx/>
                <a:uFillTx/>
                <a:latin typeface="Ubuntu"/>
                <a:ea typeface="+mn-ea"/>
                <a:cs typeface="+mn-cs"/>
              </a:rPr>
              <a:t>40% (19)</a:t>
            </a:r>
          </a:p>
        </p:txBody>
      </p:sp>
      <p:sp>
        <p:nvSpPr>
          <p:cNvPr id="208" name="TextBox 207">
            <a:extLst>
              <a:ext uri="{FF2B5EF4-FFF2-40B4-BE49-F238E27FC236}">
                <a16:creationId xmlns:a16="http://schemas.microsoft.com/office/drawing/2014/main" id="{53DF179C-1C30-C866-381E-FAB1705F8DBA}"/>
              </a:ext>
            </a:extLst>
          </p:cNvPr>
          <p:cNvSpPr txBox="1"/>
          <p:nvPr/>
        </p:nvSpPr>
        <p:spPr>
          <a:xfrm>
            <a:off x="9300373" y="1820887"/>
            <a:ext cx="1920740" cy="956288"/>
          </a:xfrm>
          <a:prstGeom prst="rect">
            <a:avLst/>
          </a:prstGeom>
          <a:noFill/>
        </p:spPr>
        <p:txBody>
          <a:bodyPr vert="horz" wrap="square" lIns="90000" tIns="46800" rIns="90000" bIns="46800" rtlCol="0" anchor="ctr">
            <a:sp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IN" sz="1400" b="0" i="0" u="none" strike="noStrike" kern="1200" cap="none" spc="0" normalizeH="0" baseline="0" noProof="0">
                <a:ln>
                  <a:noFill/>
                </a:ln>
                <a:solidFill>
                  <a:srgbClr val="000000"/>
                </a:solidFill>
                <a:effectLst/>
                <a:uLnTx/>
                <a:uFillTx/>
                <a:latin typeface="Ubuntu"/>
                <a:ea typeface="+mn-ea"/>
                <a:cs typeface="+mn-cs"/>
              </a:rPr>
              <a:t>Resources = 50</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IN" sz="1400" b="0" i="0" u="none" strike="noStrike" kern="1200" cap="none" spc="0" normalizeH="0" baseline="0" noProof="0">
                <a:ln>
                  <a:noFill/>
                </a:ln>
                <a:solidFill>
                  <a:srgbClr val="000000"/>
                </a:solidFill>
                <a:effectLst/>
                <a:uLnTx/>
                <a:uFillTx/>
                <a:latin typeface="Ubuntu"/>
                <a:ea typeface="+mn-ea"/>
                <a:cs typeface="+mn-cs"/>
              </a:rPr>
              <a:t>Bench = </a:t>
            </a:r>
            <a:r>
              <a:rPr kumimoji="0" lang="en-IN" sz="1400" b="0" i="0" u="none" strike="noStrike" kern="1200" cap="none" spc="0" normalizeH="0" baseline="0" noProof="0">
                <a:ln>
                  <a:noFill/>
                </a:ln>
                <a:solidFill>
                  <a:srgbClr val="FFFFFF"/>
                </a:solidFill>
                <a:effectLst/>
                <a:uLnTx/>
                <a:uFillTx/>
                <a:latin typeface="Ubuntu"/>
                <a:ea typeface="+mn-ea"/>
                <a:cs typeface="+mn-cs"/>
              </a:rPr>
              <a:t>5</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IN" sz="1400" b="0" i="0" u="none" strike="noStrike" kern="1200" cap="none" spc="0" normalizeH="0" baseline="0" noProof="0">
                <a:ln>
                  <a:noFill/>
                </a:ln>
                <a:solidFill>
                  <a:srgbClr val="000000"/>
                </a:solidFill>
                <a:effectLst/>
                <a:uLnTx/>
                <a:uFillTx/>
                <a:latin typeface="Ubuntu"/>
                <a:ea typeface="+mn-ea"/>
                <a:cs typeface="+mn-cs"/>
              </a:rPr>
              <a:t>Inter = </a:t>
            </a:r>
            <a:r>
              <a:rPr kumimoji="0" lang="en-IN" sz="1400" b="0" i="0" u="none" strike="noStrike" kern="1200" cap="none" spc="0" normalizeH="0" baseline="0" noProof="0">
                <a:ln>
                  <a:noFill/>
                </a:ln>
                <a:solidFill>
                  <a:srgbClr val="C00000"/>
                </a:solidFill>
                <a:effectLst/>
                <a:uLnTx/>
                <a:uFillTx/>
                <a:latin typeface="Ubuntu"/>
                <a:ea typeface="+mn-ea"/>
                <a:cs typeface="+mn-cs"/>
              </a:rPr>
              <a:t>40% (18)</a:t>
            </a:r>
            <a:r>
              <a:rPr kumimoji="0" lang="en-IN" sz="1400" b="1" i="0" u="none" strike="noStrike" kern="1200" cap="none" spc="0" normalizeH="0" baseline="0" noProof="0">
                <a:ln>
                  <a:noFill/>
                </a:ln>
                <a:solidFill>
                  <a:srgbClr val="C00000"/>
                </a:solidFill>
                <a:effectLst/>
                <a:uLnTx/>
                <a:uFillTx/>
                <a:latin typeface="Ubuntu"/>
                <a:ea typeface="+mn-ea"/>
                <a:cs typeface="+mn-cs"/>
              </a:rPr>
              <a:t> </a:t>
            </a:r>
            <a:endParaRPr kumimoji="0" lang="en-IN" sz="1400" b="0" i="0" u="none" strike="noStrike" kern="1200" cap="none" spc="0" normalizeH="0" baseline="0" noProof="0">
              <a:ln>
                <a:noFill/>
              </a:ln>
              <a:solidFill>
                <a:srgbClr val="C00000"/>
              </a:solidFill>
              <a:effectLst/>
              <a:uLnTx/>
              <a:uFillTx/>
              <a:latin typeface="Ubuntu"/>
              <a:ea typeface="+mn-ea"/>
              <a:cs typeface="+mn-cs"/>
            </a:endParaRP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IN" sz="1400" b="0" i="0" u="none" strike="noStrike" kern="1200" cap="none" spc="0" normalizeH="0" baseline="0" noProof="0">
                <a:ln>
                  <a:noFill/>
                </a:ln>
                <a:solidFill>
                  <a:srgbClr val="000000"/>
                </a:solidFill>
                <a:effectLst/>
                <a:uLnTx/>
                <a:uFillTx/>
                <a:latin typeface="Ubuntu"/>
                <a:ea typeface="+mn-ea"/>
                <a:cs typeface="+mn-cs"/>
              </a:rPr>
              <a:t>Intra = </a:t>
            </a:r>
            <a:r>
              <a:rPr kumimoji="0" lang="en-IN" sz="1400" b="0" i="0" u="none" strike="noStrike" kern="1200" cap="none" spc="0" normalizeH="0" baseline="0" noProof="0">
                <a:ln>
                  <a:noFill/>
                </a:ln>
                <a:solidFill>
                  <a:srgbClr val="C00000"/>
                </a:solidFill>
                <a:effectLst/>
                <a:uLnTx/>
                <a:uFillTx/>
                <a:latin typeface="Ubuntu"/>
                <a:ea typeface="+mn-ea"/>
                <a:cs typeface="+mn-cs"/>
              </a:rPr>
              <a:t>60% (27)</a:t>
            </a:r>
            <a:r>
              <a:rPr kumimoji="0" lang="en-IN" sz="1400" b="1" i="0" u="none" strike="noStrike" kern="1200" cap="none" spc="0" normalizeH="0" baseline="0" noProof="0">
                <a:ln>
                  <a:noFill/>
                </a:ln>
                <a:solidFill>
                  <a:srgbClr val="C00000"/>
                </a:solidFill>
                <a:effectLst/>
                <a:uLnTx/>
                <a:uFillTx/>
                <a:latin typeface="Ubuntu"/>
                <a:ea typeface="+mn-ea"/>
                <a:cs typeface="+mn-cs"/>
              </a:rPr>
              <a:t> </a:t>
            </a:r>
            <a:endParaRPr kumimoji="0" lang="en-IN" sz="1400" b="0" i="0" u="none" strike="noStrike" kern="1200" cap="none" spc="0" normalizeH="0" baseline="0" noProof="0">
              <a:ln>
                <a:noFill/>
              </a:ln>
              <a:solidFill>
                <a:srgbClr val="C00000"/>
              </a:solidFill>
              <a:effectLst/>
              <a:uLnTx/>
              <a:uFillTx/>
              <a:latin typeface="Ubuntu"/>
              <a:ea typeface="+mn-ea"/>
              <a:cs typeface="+mn-cs"/>
            </a:endParaRPr>
          </a:p>
        </p:txBody>
      </p:sp>
      <p:sp>
        <p:nvSpPr>
          <p:cNvPr id="3" name="Rectangle: Rounded Corners 2">
            <a:extLst>
              <a:ext uri="{FF2B5EF4-FFF2-40B4-BE49-F238E27FC236}">
                <a16:creationId xmlns:a16="http://schemas.microsoft.com/office/drawing/2014/main" id="{9FD509DD-AB65-8ED8-8567-BEB14A34B607}"/>
              </a:ext>
            </a:extLst>
          </p:cNvPr>
          <p:cNvSpPr/>
          <p:nvPr/>
        </p:nvSpPr>
        <p:spPr>
          <a:xfrm>
            <a:off x="3600284" y="5044637"/>
            <a:ext cx="7778689" cy="1606024"/>
          </a:xfrm>
          <a:prstGeom prst="roundRect">
            <a:avLst/>
          </a:prstGeom>
          <a:solidFill>
            <a:schemeClr val="tx2">
              <a:lumMod val="20000"/>
              <a:lumOff val="80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Ubuntu"/>
                <a:ea typeface="+mn-ea"/>
                <a:cs typeface="+mn-cs"/>
              </a:rPr>
              <a:t>Key Takeaways</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000000"/>
                </a:solidFill>
                <a:effectLst/>
                <a:uLnTx/>
                <a:uFillTx/>
                <a:latin typeface="Ubuntu"/>
                <a:ea typeface="+mn-ea"/>
                <a:cs typeface="+mn-cs"/>
              </a:rPr>
              <a:t>Reduce Bench resources from 10 to 4/5</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000000"/>
                </a:solidFill>
                <a:effectLst/>
                <a:uLnTx/>
                <a:uFillTx/>
                <a:latin typeface="Ubuntu"/>
                <a:ea typeface="+mn-ea"/>
                <a:cs typeface="+mn-cs"/>
              </a:rPr>
              <a:t>Prioritize INTER roles compared to INTRA</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000000"/>
                </a:solidFill>
                <a:effectLst/>
                <a:uLnTx/>
                <a:uFillTx/>
                <a:latin typeface="Ubuntu"/>
                <a:ea typeface="+mn-ea"/>
                <a:cs typeface="+mn-cs"/>
              </a:rPr>
              <a:t>Take up Cross domain roles where applicable</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000000"/>
                </a:solidFill>
                <a:effectLst/>
                <a:uLnTx/>
                <a:uFillTx/>
                <a:latin typeface="Ubuntu"/>
                <a:ea typeface="+mn-ea"/>
                <a:cs typeface="+mn-cs"/>
              </a:rPr>
              <a:t>Maintain 100% utilization </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000000"/>
                </a:solidFill>
                <a:effectLst/>
                <a:uLnTx/>
                <a:uFillTx/>
                <a:latin typeface="Ubuntu"/>
                <a:ea typeface="+mn-ea"/>
                <a:cs typeface="+mn-cs"/>
              </a:rPr>
              <a:t>Callout to Account owners with INTER accounts, to explore new roles with their counterparts</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000000"/>
                </a:solidFill>
                <a:effectLst/>
                <a:uLnTx/>
                <a:uFillTx/>
                <a:latin typeface="Ubuntu"/>
                <a:ea typeface="+mn-ea"/>
                <a:cs typeface="+mn-cs"/>
              </a:rPr>
              <a:t>Continue new hiring (of additional 4 resource) for FY’26, only if there is upcoming confirmed opportunity. Else revenue gap will increase further for FY’26.</a:t>
            </a:r>
            <a:endParaRPr kumimoji="0" lang="en-IN" sz="1200" b="0" i="0" u="none" strike="noStrike" kern="1200" cap="none" spc="0" normalizeH="0" baseline="0" noProof="0">
              <a:ln>
                <a:noFill/>
              </a:ln>
              <a:solidFill>
                <a:srgbClr val="000000"/>
              </a:solidFill>
              <a:effectLst/>
              <a:uLnTx/>
              <a:uFillTx/>
              <a:latin typeface="Ubuntu"/>
              <a:ea typeface="+mn-ea"/>
              <a:cs typeface="+mn-cs"/>
            </a:endParaRPr>
          </a:p>
        </p:txBody>
      </p:sp>
      <p:sp>
        <p:nvSpPr>
          <p:cNvPr id="4" name="Rectangle 3">
            <a:extLst>
              <a:ext uri="{FF2B5EF4-FFF2-40B4-BE49-F238E27FC236}">
                <a16:creationId xmlns:a16="http://schemas.microsoft.com/office/drawing/2014/main" id="{FAA0AA1A-FA56-76B8-9065-92A8EEF1CBA1}"/>
              </a:ext>
            </a:extLst>
          </p:cNvPr>
          <p:cNvSpPr/>
          <p:nvPr/>
        </p:nvSpPr>
        <p:spPr>
          <a:xfrm>
            <a:off x="771161" y="-152023"/>
            <a:ext cx="2328530" cy="581345"/>
          </a:xfrm>
          <a:prstGeom prst="rect">
            <a:avLst/>
          </a:prstGeom>
          <a:solidFill>
            <a:srgbClr val="FFFF0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Ubuntu"/>
                <a:ea typeface="+mn-ea"/>
                <a:cs typeface="+mn-cs"/>
              </a:rPr>
              <a:t>Chandamita/Nilesh/Shikha</a:t>
            </a:r>
            <a:endParaRPr kumimoji="0" lang="en-IN" sz="1400" b="0" i="0" u="none" strike="noStrike" kern="1200" cap="none" spc="0" normalizeH="0" baseline="0" noProof="0">
              <a:ln>
                <a:noFill/>
              </a:ln>
              <a:solidFill>
                <a:srgbClr val="000000"/>
              </a:solidFill>
              <a:effectLst/>
              <a:uLnTx/>
              <a:uFillTx/>
              <a:latin typeface="Ubuntu"/>
              <a:ea typeface="+mn-ea"/>
              <a:cs typeface="+mn-cs"/>
            </a:endParaRPr>
          </a:p>
        </p:txBody>
      </p:sp>
      <p:sp>
        <p:nvSpPr>
          <p:cNvPr id="5" name="Oval 4">
            <a:extLst>
              <a:ext uri="{FF2B5EF4-FFF2-40B4-BE49-F238E27FC236}">
                <a16:creationId xmlns:a16="http://schemas.microsoft.com/office/drawing/2014/main" id="{9D7A4582-3F4E-664C-2C9D-925B2D38AA87}"/>
              </a:ext>
            </a:extLst>
          </p:cNvPr>
          <p:cNvSpPr/>
          <p:nvPr/>
        </p:nvSpPr>
        <p:spPr>
          <a:xfrm>
            <a:off x="906396" y="4584117"/>
            <a:ext cx="388800" cy="388800"/>
          </a:xfrm>
          <a:prstGeom prst="ellipse">
            <a:avLst/>
          </a:prstGeom>
          <a:solidFill>
            <a:schemeClr val="accent4"/>
          </a:solidFill>
          <a:ln>
            <a:noFill/>
          </a:ln>
        </p:spPr>
        <p:style>
          <a:lnRef idx="2">
            <a:schemeClr val="accent6">
              <a:shade val="50000"/>
            </a:schemeClr>
          </a:lnRef>
          <a:fillRef idx="1">
            <a:schemeClr val="accent6"/>
          </a:fillRef>
          <a:effectRef idx="0">
            <a:schemeClr val="accent6"/>
          </a:effectRef>
          <a:fontRef idx="minor">
            <a:schemeClr val="lt1"/>
          </a:fontRef>
        </p:style>
        <p:txBody>
          <a:bodyPr rot="0" spcFirstLastPara="0" vertOverflow="overflow" horzOverflow="overflow" vert="horz" wrap="square" lIns="109728" tIns="54864" rIns="109728" bIns="54864" numCol="1" spcCol="0" rtlCol="0" fromWordArt="0" anchor="ctr" anchorCtr="0" forceAA="0" compatLnSpc="1">
            <a:prstTxWarp prst="textNoShape">
              <a:avLst/>
            </a:prstTxWarp>
            <a:noAutofit/>
          </a:bodyPr>
          <a:lstStyle>
            <a:defPPr>
              <a:defRPr lang="de-DE"/>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a:lstStyle>
          <a:p>
            <a:pPr marL="0" marR="0" lvl="0" indent="0" algn="ctr" defTabSz="1097280" rtl="0" eaLnBrk="1" fontAlgn="auto" latinLnBrk="0" hangingPunct="1">
              <a:lnSpc>
                <a:spcPct val="100000"/>
              </a:lnSpc>
              <a:spcBef>
                <a:spcPts val="0"/>
              </a:spcBef>
              <a:spcAft>
                <a:spcPts val="0"/>
              </a:spcAft>
              <a:buClrTx/>
              <a:buSzTx/>
              <a:buFontTx/>
              <a:buNone/>
              <a:tabLst/>
              <a:defRPr/>
            </a:pPr>
            <a:endParaRPr kumimoji="0" lang="en-US" sz="2592" b="0" i="0" u="none" strike="noStrike" kern="1200" cap="none" spc="0" normalizeH="0" baseline="0" noProof="0">
              <a:ln>
                <a:noFill/>
              </a:ln>
              <a:solidFill>
                <a:srgbClr val="000000"/>
              </a:solidFill>
              <a:effectLst/>
              <a:uLnTx/>
              <a:uFillTx/>
              <a:latin typeface="Ubuntu"/>
              <a:ea typeface="+mn-ea"/>
              <a:cs typeface="+mn-cs"/>
            </a:endParaRPr>
          </a:p>
        </p:txBody>
      </p:sp>
      <p:sp>
        <p:nvSpPr>
          <p:cNvPr id="6" name="Oval 5">
            <a:extLst>
              <a:ext uri="{FF2B5EF4-FFF2-40B4-BE49-F238E27FC236}">
                <a16:creationId xmlns:a16="http://schemas.microsoft.com/office/drawing/2014/main" id="{8CAE26BD-7AC5-3293-73D8-FF2820B48A76}"/>
              </a:ext>
            </a:extLst>
          </p:cNvPr>
          <p:cNvSpPr/>
          <p:nvPr/>
        </p:nvSpPr>
        <p:spPr>
          <a:xfrm>
            <a:off x="912040" y="2342012"/>
            <a:ext cx="388800" cy="388800"/>
          </a:xfrm>
          <a:prstGeom prst="ellipse">
            <a:avLst/>
          </a:prstGeom>
          <a:solidFill>
            <a:schemeClr val="tx2">
              <a:lumMod val="20000"/>
              <a:lumOff val="80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ot="0" spcFirstLastPara="0" vertOverflow="overflow" horzOverflow="overflow" vert="horz" wrap="square" lIns="109728" tIns="54864" rIns="109728" bIns="54864" numCol="1" spcCol="0" rtlCol="0" fromWordArt="0" anchor="ctr" anchorCtr="0" forceAA="0" compatLnSpc="1">
            <a:prstTxWarp prst="textNoShape">
              <a:avLst/>
            </a:prstTxWarp>
            <a:noAutofit/>
          </a:bodyPr>
          <a:lstStyle>
            <a:defPPr>
              <a:defRPr lang="de-DE"/>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a:lstStyle>
          <a:p>
            <a:pPr marL="0" marR="0" lvl="0" indent="0" algn="ctr" defTabSz="1097280" rtl="0" eaLnBrk="1" fontAlgn="auto" latinLnBrk="0" hangingPunct="1">
              <a:lnSpc>
                <a:spcPct val="100000"/>
              </a:lnSpc>
              <a:spcBef>
                <a:spcPts val="0"/>
              </a:spcBef>
              <a:spcAft>
                <a:spcPts val="0"/>
              </a:spcAft>
              <a:buClrTx/>
              <a:buSzTx/>
              <a:buFontTx/>
              <a:buNone/>
              <a:tabLst/>
              <a:defRPr/>
            </a:pPr>
            <a:endParaRPr kumimoji="0" lang="en-US" sz="2592" b="0" i="0" u="none" strike="noStrike" kern="1200" cap="none" spc="0" normalizeH="0" baseline="0" noProof="0">
              <a:ln>
                <a:noFill/>
              </a:ln>
              <a:solidFill>
                <a:srgbClr val="000000"/>
              </a:solidFill>
              <a:effectLst/>
              <a:uLnTx/>
              <a:uFillTx/>
              <a:latin typeface="Ubuntu"/>
              <a:ea typeface="+mn-ea"/>
              <a:cs typeface="+mn-cs"/>
            </a:endParaRPr>
          </a:p>
        </p:txBody>
      </p:sp>
      <p:sp>
        <p:nvSpPr>
          <p:cNvPr id="7" name="TextBox 6">
            <a:extLst>
              <a:ext uri="{FF2B5EF4-FFF2-40B4-BE49-F238E27FC236}">
                <a16:creationId xmlns:a16="http://schemas.microsoft.com/office/drawing/2014/main" id="{F1E55275-1C57-EB27-1F47-79A26FDAD3DC}"/>
              </a:ext>
            </a:extLst>
          </p:cNvPr>
          <p:cNvSpPr txBox="1"/>
          <p:nvPr/>
        </p:nvSpPr>
        <p:spPr>
          <a:xfrm>
            <a:off x="1346790" y="2929141"/>
            <a:ext cx="1838530" cy="430887"/>
          </a:xfrm>
          <a:prstGeom prst="rect">
            <a:avLst/>
          </a:prstGeom>
          <a:noFill/>
        </p:spPr>
        <p:txBody>
          <a:bodyPr wrap="square" lIns="91440" tIns="45720" rIns="91440" bIns="45720" rtlCol="0" anchor="t">
            <a:spAutoFit/>
          </a:bodyPr>
          <a:lstStyle>
            <a:defPPr>
              <a:defRPr lang="de-DE"/>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a:lstStyle>
          <a:p>
            <a:pPr marL="0" marR="0" lvl="0" indent="0" algn="l" defTabSz="109728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a:ln>
                  <a:noFill/>
                </a:ln>
                <a:solidFill>
                  <a:srgbClr val="000000"/>
                </a:solidFill>
                <a:effectLst/>
                <a:uLnTx/>
                <a:uFillTx/>
                <a:latin typeface="Ubuntu"/>
                <a:ea typeface="+mn-ea"/>
                <a:cs typeface="+mn-cs"/>
              </a:rPr>
              <a:t>Inter: Intra project ratio is </a:t>
            </a:r>
            <a:r>
              <a:rPr kumimoji="0" lang="en-IN" sz="1100" b="1" i="0" u="none" strike="noStrike" kern="1200" cap="none" spc="0" normalizeH="0" baseline="0" noProof="0">
                <a:ln>
                  <a:noFill/>
                </a:ln>
                <a:solidFill>
                  <a:srgbClr val="FF0000"/>
                </a:solidFill>
                <a:effectLst/>
                <a:uLnTx/>
                <a:uFillTx/>
                <a:latin typeface="Ubuntu"/>
                <a:ea typeface="+mn-ea"/>
                <a:cs typeface="+mn-cs"/>
              </a:rPr>
              <a:t>~49:51</a:t>
            </a:r>
          </a:p>
        </p:txBody>
      </p:sp>
      <p:sp>
        <p:nvSpPr>
          <p:cNvPr id="8" name="TextBox 7">
            <a:extLst>
              <a:ext uri="{FF2B5EF4-FFF2-40B4-BE49-F238E27FC236}">
                <a16:creationId xmlns:a16="http://schemas.microsoft.com/office/drawing/2014/main" id="{FD38B929-4C16-5118-5D29-08FEDB7170C0}"/>
              </a:ext>
            </a:extLst>
          </p:cNvPr>
          <p:cNvSpPr txBox="1"/>
          <p:nvPr/>
        </p:nvSpPr>
        <p:spPr>
          <a:xfrm>
            <a:off x="1338479" y="3563513"/>
            <a:ext cx="1838530" cy="449354"/>
          </a:xfrm>
          <a:prstGeom prst="rect">
            <a:avLst/>
          </a:prstGeom>
          <a:noFill/>
        </p:spPr>
        <p:txBody>
          <a:bodyPr wrap="square" lIns="109728" tIns="54864" rIns="109728" bIns="54864" rtlCol="0" anchor="t">
            <a:spAutoFit/>
          </a:bodyPr>
          <a:lstStyle>
            <a:defPPr>
              <a:defRPr lang="de-DE"/>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a:lstStyle>
          <a:p>
            <a:pPr marL="0" marR="0" lvl="0" indent="0" algn="l" defTabSz="109728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Ubuntu"/>
                <a:ea typeface="+mn-ea"/>
                <a:cs typeface="+mn-cs"/>
              </a:rPr>
              <a:t>The total TMT  Headcount will be </a:t>
            </a:r>
            <a:r>
              <a:rPr kumimoji="0" lang="en-US" sz="1100" b="1" i="0" u="none" strike="noStrike" kern="1200" cap="none" spc="0" normalizeH="0" baseline="0" noProof="0">
                <a:ln>
                  <a:noFill/>
                </a:ln>
                <a:solidFill>
                  <a:srgbClr val="0058AB">
                    <a:lumMod val="60000"/>
                    <a:lumOff val="40000"/>
                  </a:srgbClr>
                </a:solidFill>
                <a:effectLst/>
                <a:uLnTx/>
                <a:uFillTx/>
                <a:latin typeface="Ubuntu"/>
                <a:ea typeface="+mn-ea"/>
                <a:cs typeface="+mn-cs"/>
              </a:rPr>
              <a:t>~50</a:t>
            </a:r>
          </a:p>
        </p:txBody>
      </p:sp>
      <p:sp>
        <p:nvSpPr>
          <p:cNvPr id="9" name="TextBox 8">
            <a:extLst>
              <a:ext uri="{FF2B5EF4-FFF2-40B4-BE49-F238E27FC236}">
                <a16:creationId xmlns:a16="http://schemas.microsoft.com/office/drawing/2014/main" id="{C418EA18-47F2-DB46-069D-1D36F138B0DA}"/>
              </a:ext>
            </a:extLst>
          </p:cNvPr>
          <p:cNvSpPr txBox="1"/>
          <p:nvPr/>
        </p:nvSpPr>
        <p:spPr>
          <a:xfrm>
            <a:off x="1261161" y="4617688"/>
            <a:ext cx="1838530" cy="600164"/>
          </a:xfrm>
          <a:prstGeom prst="rect">
            <a:avLst/>
          </a:prstGeom>
          <a:noFill/>
        </p:spPr>
        <p:txBody>
          <a:bodyPr wrap="square" lIns="91440" tIns="45720" rIns="91440" bIns="45720" rtlCol="0" anchor="t">
            <a:spAutoFit/>
          </a:bodyPr>
          <a:lstStyle>
            <a:defPPr>
              <a:defRPr lang="de-DE"/>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a:lstStyle>
          <a:p>
            <a:pPr marL="0" marR="0" lvl="0" indent="0" algn="l" defTabSz="109728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Ubuntu"/>
                <a:ea typeface="+mn-ea"/>
                <a:cs typeface="+mn-cs"/>
              </a:rPr>
              <a:t>Bench should be minimized to </a:t>
            </a:r>
            <a:r>
              <a:rPr kumimoji="0" lang="en-US" sz="1100" b="1" i="0" u="none" strike="noStrike" kern="1200" cap="none" spc="0" normalizeH="0" baseline="0" noProof="0">
                <a:ln>
                  <a:noFill/>
                </a:ln>
                <a:solidFill>
                  <a:srgbClr val="0058AB">
                    <a:lumMod val="60000"/>
                    <a:lumOff val="40000"/>
                  </a:srgbClr>
                </a:solidFill>
                <a:effectLst/>
                <a:uLnTx/>
                <a:uFillTx/>
                <a:latin typeface="Ubuntu"/>
                <a:ea typeface="+mn-ea"/>
                <a:cs typeface="+mn-cs"/>
              </a:rPr>
              <a:t>2-5</a:t>
            </a:r>
            <a:r>
              <a:rPr kumimoji="0" lang="en-US" sz="1100" b="0" i="0" u="none" strike="noStrike" kern="1200" cap="none" spc="0" normalizeH="0" baseline="0" noProof="0">
                <a:ln>
                  <a:noFill/>
                </a:ln>
                <a:solidFill>
                  <a:srgbClr val="000000"/>
                </a:solidFill>
                <a:effectLst/>
                <a:uLnTx/>
                <a:uFillTx/>
                <a:latin typeface="Ubuntu"/>
                <a:ea typeface="+mn-ea"/>
                <a:cs typeface="+mn-cs"/>
              </a:rPr>
              <a:t> resources </a:t>
            </a:r>
          </a:p>
        </p:txBody>
      </p:sp>
      <p:sp>
        <p:nvSpPr>
          <p:cNvPr id="11" name="TextBox 10">
            <a:extLst>
              <a:ext uri="{FF2B5EF4-FFF2-40B4-BE49-F238E27FC236}">
                <a16:creationId xmlns:a16="http://schemas.microsoft.com/office/drawing/2014/main" id="{5FC626D7-0D70-602C-02C4-3201669695DF}"/>
              </a:ext>
            </a:extLst>
          </p:cNvPr>
          <p:cNvSpPr txBox="1"/>
          <p:nvPr/>
        </p:nvSpPr>
        <p:spPr>
          <a:xfrm>
            <a:off x="404985" y="1465795"/>
            <a:ext cx="1883609" cy="309958"/>
          </a:xfrm>
          <a:prstGeom prst="rect">
            <a:avLst/>
          </a:prstGeom>
          <a:noFill/>
        </p:spPr>
        <p:txBody>
          <a:bodyPr rot="0" spcFirstLastPara="0" vertOverflow="overflow" horzOverflow="overflow" vert="horz" wrap="square" lIns="90000" tIns="46800" rIns="90000" bIns="4680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400" b="1" i="0" u="none" strike="noStrike" kern="1200" cap="none" spc="0" normalizeH="0" baseline="0" noProof="0">
                <a:ln>
                  <a:noFill/>
                </a:ln>
                <a:solidFill>
                  <a:srgbClr val="000000"/>
                </a:solidFill>
                <a:effectLst/>
                <a:uLnTx/>
                <a:uFillTx/>
                <a:latin typeface="Ubuntu"/>
                <a:ea typeface="+mn-ea"/>
                <a:cs typeface="+mn-cs"/>
              </a:rPr>
              <a:t>Milestones </a:t>
            </a:r>
          </a:p>
        </p:txBody>
      </p:sp>
      <p:sp>
        <p:nvSpPr>
          <p:cNvPr id="12" name="Oval 11">
            <a:extLst>
              <a:ext uri="{FF2B5EF4-FFF2-40B4-BE49-F238E27FC236}">
                <a16:creationId xmlns:a16="http://schemas.microsoft.com/office/drawing/2014/main" id="{5B0EB81E-0381-4D09-9E29-A101B1E99751}"/>
              </a:ext>
            </a:extLst>
          </p:cNvPr>
          <p:cNvSpPr/>
          <p:nvPr/>
        </p:nvSpPr>
        <p:spPr>
          <a:xfrm>
            <a:off x="917029" y="3574341"/>
            <a:ext cx="388800" cy="388800"/>
          </a:xfrm>
          <a:prstGeom prst="ellipse">
            <a:avLst/>
          </a:prstGeom>
          <a:solidFill>
            <a:srgbClr val="0070C0"/>
          </a:solidFill>
          <a:ln>
            <a:noFill/>
          </a:ln>
        </p:spPr>
        <p:style>
          <a:lnRef idx="2">
            <a:schemeClr val="accent6">
              <a:shade val="50000"/>
            </a:schemeClr>
          </a:lnRef>
          <a:fillRef idx="1">
            <a:schemeClr val="accent6"/>
          </a:fillRef>
          <a:effectRef idx="0">
            <a:schemeClr val="accent6"/>
          </a:effectRef>
          <a:fontRef idx="minor">
            <a:schemeClr val="lt1"/>
          </a:fontRef>
        </p:style>
        <p:txBody>
          <a:bodyPr rot="0" spcFirstLastPara="0" vertOverflow="overflow" horzOverflow="overflow" vert="horz" wrap="square" lIns="109728" tIns="54864" rIns="109728" bIns="54864" numCol="1" spcCol="0" rtlCol="0" fromWordArt="0" anchor="ctr" anchorCtr="0" forceAA="0" compatLnSpc="1">
            <a:prstTxWarp prst="textNoShape">
              <a:avLst/>
            </a:prstTxWarp>
            <a:noAutofit/>
          </a:bodyPr>
          <a:lstStyle>
            <a:defPPr>
              <a:defRPr lang="de-DE"/>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a:lstStyle>
          <a:p>
            <a:pPr marL="0" marR="0" lvl="0" indent="0" algn="ctr" defTabSz="1097280" rtl="0" eaLnBrk="1" fontAlgn="auto" latinLnBrk="0" hangingPunct="1">
              <a:lnSpc>
                <a:spcPct val="100000"/>
              </a:lnSpc>
              <a:spcBef>
                <a:spcPts val="0"/>
              </a:spcBef>
              <a:spcAft>
                <a:spcPts val="0"/>
              </a:spcAft>
              <a:buClrTx/>
              <a:buSzTx/>
              <a:buFontTx/>
              <a:buNone/>
              <a:tabLst/>
              <a:defRPr/>
            </a:pPr>
            <a:endParaRPr kumimoji="0" lang="en-US" sz="2592" b="0" i="0" u="none" strike="noStrike" kern="1200" cap="none" spc="0" normalizeH="0" baseline="0" noProof="0">
              <a:ln>
                <a:noFill/>
              </a:ln>
              <a:solidFill>
                <a:srgbClr val="000000"/>
              </a:solidFill>
              <a:effectLst/>
              <a:uLnTx/>
              <a:uFillTx/>
              <a:latin typeface="Ubuntu"/>
              <a:ea typeface="+mn-ea"/>
              <a:cs typeface="+mn-cs"/>
            </a:endParaRPr>
          </a:p>
        </p:txBody>
      </p:sp>
      <p:sp>
        <p:nvSpPr>
          <p:cNvPr id="13" name="Oval 12">
            <a:extLst>
              <a:ext uri="{FF2B5EF4-FFF2-40B4-BE49-F238E27FC236}">
                <a16:creationId xmlns:a16="http://schemas.microsoft.com/office/drawing/2014/main" id="{990C0266-39C1-0F1B-077A-12DC992F914D}"/>
              </a:ext>
            </a:extLst>
          </p:cNvPr>
          <p:cNvSpPr/>
          <p:nvPr/>
        </p:nvSpPr>
        <p:spPr>
          <a:xfrm>
            <a:off x="896609" y="5620846"/>
            <a:ext cx="388800" cy="388800"/>
          </a:xfrm>
          <a:prstGeom prst="ellipse">
            <a:avLst/>
          </a:prstGeom>
          <a:solidFill>
            <a:schemeClr val="accent4"/>
          </a:solidFill>
          <a:ln>
            <a:noFill/>
          </a:ln>
        </p:spPr>
        <p:style>
          <a:lnRef idx="2">
            <a:schemeClr val="accent6">
              <a:shade val="50000"/>
            </a:schemeClr>
          </a:lnRef>
          <a:fillRef idx="1">
            <a:schemeClr val="accent6"/>
          </a:fillRef>
          <a:effectRef idx="0">
            <a:schemeClr val="accent6"/>
          </a:effectRef>
          <a:fontRef idx="minor">
            <a:schemeClr val="lt1"/>
          </a:fontRef>
        </p:style>
        <p:txBody>
          <a:bodyPr rot="0" spcFirstLastPara="0" vertOverflow="overflow" horzOverflow="overflow" vert="horz" wrap="square" lIns="109728" tIns="54864" rIns="109728" bIns="54864" numCol="1" spcCol="0" rtlCol="0" fromWordArt="0" anchor="ctr" anchorCtr="0" forceAA="0" compatLnSpc="1">
            <a:prstTxWarp prst="textNoShape">
              <a:avLst/>
            </a:prstTxWarp>
            <a:noAutofit/>
          </a:bodyPr>
          <a:lstStyle>
            <a:defPPr>
              <a:defRPr lang="de-DE"/>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a:lstStyle>
          <a:p>
            <a:pPr marL="0" marR="0" lvl="0" indent="0" algn="ctr" defTabSz="1097280" rtl="0" eaLnBrk="1" fontAlgn="auto" latinLnBrk="0" hangingPunct="1">
              <a:lnSpc>
                <a:spcPct val="100000"/>
              </a:lnSpc>
              <a:spcBef>
                <a:spcPts val="0"/>
              </a:spcBef>
              <a:spcAft>
                <a:spcPts val="0"/>
              </a:spcAft>
              <a:buClrTx/>
              <a:buSzTx/>
              <a:buFontTx/>
              <a:buNone/>
              <a:tabLst/>
              <a:defRPr/>
            </a:pPr>
            <a:endParaRPr kumimoji="0" lang="en-US" sz="2592" b="0" i="0" u="none" strike="noStrike" kern="1200" cap="none" spc="0" normalizeH="0" baseline="0" noProof="0">
              <a:ln>
                <a:noFill/>
              </a:ln>
              <a:solidFill>
                <a:srgbClr val="000000"/>
              </a:solidFill>
              <a:effectLst/>
              <a:uLnTx/>
              <a:uFillTx/>
              <a:latin typeface="Ubuntu"/>
              <a:ea typeface="+mn-ea"/>
              <a:cs typeface="+mn-cs"/>
            </a:endParaRPr>
          </a:p>
        </p:txBody>
      </p:sp>
      <p:sp>
        <p:nvSpPr>
          <p:cNvPr id="15" name="TextBox 14">
            <a:extLst>
              <a:ext uri="{FF2B5EF4-FFF2-40B4-BE49-F238E27FC236}">
                <a16:creationId xmlns:a16="http://schemas.microsoft.com/office/drawing/2014/main" id="{5541B0B8-3729-9CB9-D078-4BC6E248ADD2}"/>
              </a:ext>
            </a:extLst>
          </p:cNvPr>
          <p:cNvSpPr txBox="1"/>
          <p:nvPr/>
        </p:nvSpPr>
        <p:spPr>
          <a:xfrm>
            <a:off x="1273102" y="5620846"/>
            <a:ext cx="1859638" cy="600164"/>
          </a:xfrm>
          <a:prstGeom prst="rect">
            <a:avLst/>
          </a:prstGeom>
          <a:noFill/>
        </p:spPr>
        <p:txBody>
          <a:bodyPr wrap="square" lIns="91440" tIns="45720" rIns="91440" bIns="45720" rtlCol="0" anchor="t">
            <a:spAutoFit/>
          </a:bodyPr>
          <a:lstStyle>
            <a:defPPr>
              <a:defRPr lang="de-DE"/>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a:lstStyle>
          <a:p>
            <a:pPr marL="0" marR="0" lvl="0" indent="0" algn="l" defTabSz="109728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Ubuntu"/>
                <a:ea typeface="+mn-ea"/>
                <a:cs typeface="+mn-cs"/>
              </a:rPr>
              <a:t>Total TMT Resource count, if additional 4 New Resources Hired </a:t>
            </a:r>
            <a:r>
              <a:rPr kumimoji="0" lang="en-US" sz="1100" b="1" i="0" u="none" strike="noStrike" kern="1200" cap="none" spc="0" normalizeH="0" baseline="0" noProof="0">
                <a:ln>
                  <a:noFill/>
                </a:ln>
                <a:solidFill>
                  <a:srgbClr val="0058AB">
                    <a:lumMod val="60000"/>
                    <a:lumOff val="40000"/>
                  </a:srgbClr>
                </a:solidFill>
                <a:effectLst/>
                <a:uLnTx/>
                <a:uFillTx/>
                <a:latin typeface="Ubuntu"/>
                <a:ea typeface="+mn-ea"/>
                <a:cs typeface="+mn-cs"/>
              </a:rPr>
              <a:t>~ 54</a:t>
            </a:r>
          </a:p>
        </p:txBody>
      </p:sp>
      <p:graphicFrame>
        <p:nvGraphicFramePr>
          <p:cNvPr id="20" name="Table 19">
            <a:extLst>
              <a:ext uri="{FF2B5EF4-FFF2-40B4-BE49-F238E27FC236}">
                <a16:creationId xmlns:a16="http://schemas.microsoft.com/office/drawing/2014/main" id="{762FCCBB-DDCA-5E11-ABA0-0322CC4E96E2}"/>
              </a:ext>
            </a:extLst>
          </p:cNvPr>
          <p:cNvGraphicFramePr>
            <a:graphicFrameLocks noGrp="1"/>
          </p:cNvGraphicFramePr>
          <p:nvPr/>
        </p:nvGraphicFramePr>
        <p:xfrm>
          <a:off x="3600285" y="3098326"/>
          <a:ext cx="7766716" cy="1796515"/>
        </p:xfrm>
        <a:graphic>
          <a:graphicData uri="http://schemas.openxmlformats.org/drawingml/2006/table">
            <a:tbl>
              <a:tblPr>
                <a:tableStyleId>{5C22544A-7EE6-4342-B048-85BDC9FD1C3A}</a:tableStyleId>
              </a:tblPr>
              <a:tblGrid>
                <a:gridCol w="4927027">
                  <a:extLst>
                    <a:ext uri="{9D8B030D-6E8A-4147-A177-3AD203B41FA5}">
                      <a16:colId xmlns:a16="http://schemas.microsoft.com/office/drawing/2014/main" val="1470176173"/>
                    </a:ext>
                  </a:extLst>
                </a:gridCol>
                <a:gridCol w="2839689">
                  <a:extLst>
                    <a:ext uri="{9D8B030D-6E8A-4147-A177-3AD203B41FA5}">
                      <a16:colId xmlns:a16="http://schemas.microsoft.com/office/drawing/2014/main" val="3750384505"/>
                    </a:ext>
                  </a:extLst>
                </a:gridCol>
              </a:tblGrid>
              <a:tr h="503343">
                <a:tc>
                  <a:txBody>
                    <a:bodyPr/>
                    <a:lstStyle/>
                    <a:p>
                      <a:pPr algn="ctr" fontAlgn="b">
                        <a:buNone/>
                      </a:pPr>
                      <a:r>
                        <a:rPr lang="en-IN" sz="1200" b="1" u="none" strike="noStrike">
                          <a:solidFill>
                            <a:schemeClr val="bg1"/>
                          </a:solidFill>
                          <a:effectLst/>
                        </a:rPr>
                        <a:t>Scenarios (With 47+3 Resource)</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p>
                      <a:pPr lvl="0" algn="ctr">
                        <a:buNone/>
                      </a:pPr>
                      <a:r>
                        <a:rPr lang="en-IN" sz="1200" b="1" u="none" strike="noStrike">
                          <a:solidFill>
                            <a:schemeClr val="bg1"/>
                          </a:solidFill>
                          <a:effectLst/>
                        </a:rPr>
                        <a:t>Revenue Forecast</a:t>
                      </a:r>
                      <a:endParaRPr lang="en-US" sz="1200" b="1">
                        <a:solidFill>
                          <a:schemeClr val="bg1"/>
                        </a:solidFill>
                      </a:endParaRP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0C0"/>
                    </a:solidFill>
                  </a:tcPr>
                </a:tc>
                <a:extLst>
                  <a:ext uri="{0D108BD9-81ED-4DB2-BD59-A6C34878D82A}">
                    <a16:rowId xmlns:a16="http://schemas.microsoft.com/office/drawing/2014/main" val="353364339"/>
                  </a:ext>
                </a:extLst>
              </a:tr>
              <a:tr h="377575">
                <a:tc>
                  <a:txBody>
                    <a:bodyPr/>
                    <a:lstStyle/>
                    <a:p>
                      <a:pPr marL="0" marR="0" lvl="0" indent="0" algn="ctr" defTabSz="1015964" rtl="0" eaLnBrk="1" fontAlgn="auto" latinLnBrk="0" hangingPunct="1">
                        <a:lnSpc>
                          <a:spcPct val="100000"/>
                        </a:lnSpc>
                        <a:spcBef>
                          <a:spcPts val="0"/>
                        </a:spcBef>
                        <a:spcAft>
                          <a:spcPts val="0"/>
                        </a:spcAft>
                        <a:buClrTx/>
                        <a:buSzTx/>
                        <a:buFontTx/>
                        <a:buNone/>
                        <a:tabLst/>
                        <a:defRPr/>
                      </a:pPr>
                      <a:r>
                        <a:rPr lang="en-IN" sz="1100" b="1" kern="1200">
                          <a:solidFill>
                            <a:schemeClr val="dk1"/>
                          </a:solidFill>
                          <a:latin typeface="+mn-lt"/>
                          <a:ea typeface="+mn-ea"/>
                          <a:cs typeface="+mn-cs"/>
                        </a:rPr>
                        <a:t>Possible Case</a:t>
                      </a:r>
                    </a:p>
                    <a:p>
                      <a:pPr marL="171450" marR="0" lvl="0" indent="-171450" algn="ctr" defTabSz="1015964"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IN" sz="1100" b="0" kern="1200">
                          <a:solidFill>
                            <a:schemeClr val="dk1"/>
                          </a:solidFill>
                          <a:latin typeface="+mn-lt"/>
                          <a:ea typeface="+mn-ea"/>
                          <a:cs typeface="+mn-cs"/>
                        </a:rPr>
                        <a:t>All  Bench </a:t>
                      </a:r>
                      <a:r>
                        <a:rPr lang="en-IN" sz="1100" kern="1200">
                          <a:solidFill>
                            <a:schemeClr val="dk1"/>
                          </a:solidFill>
                          <a:latin typeface="+mn-lt"/>
                          <a:ea typeface="+mn-ea"/>
                          <a:cs typeface="+mn-cs"/>
                        </a:rPr>
                        <a:t>&amp; New resource, on Intra</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1015964" rtl="0" eaLnBrk="1" fontAlgn="auto" latinLnBrk="0" hangingPunct="1">
                        <a:lnSpc>
                          <a:spcPct val="100000"/>
                        </a:lnSpc>
                        <a:spcBef>
                          <a:spcPts val="0"/>
                        </a:spcBef>
                        <a:spcAft>
                          <a:spcPts val="0"/>
                        </a:spcAft>
                        <a:buClrTx/>
                        <a:buSzTx/>
                        <a:buFontTx/>
                        <a:buNone/>
                        <a:tabLst/>
                        <a:defRPr/>
                      </a:pPr>
                      <a:r>
                        <a:rPr lang="en-IN" sz="1100" kern="1200">
                          <a:solidFill>
                            <a:srgbClr val="C00000"/>
                          </a:solidFill>
                          <a:latin typeface="+mn-lt"/>
                          <a:ea typeface="+mn-ea"/>
                          <a:cs typeface="+mn-cs"/>
                        </a:rPr>
                        <a:t>2006 K, with gap of 394 K</a:t>
                      </a:r>
                      <a:endParaRPr lang="en-US" sz="1100" kern="1200">
                        <a:solidFill>
                          <a:srgbClr val="C00000"/>
                        </a:solidFill>
                        <a:latin typeface="+mn-lt"/>
                        <a:ea typeface="+mn-ea"/>
                        <a:cs typeface="+mn-cs"/>
                      </a:endParaRP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448754892"/>
                  </a:ext>
                </a:extLst>
              </a:tr>
              <a:tr h="538022">
                <a:tc>
                  <a:txBody>
                    <a:bodyPr/>
                    <a:lstStyle/>
                    <a:p>
                      <a:pPr marL="0" marR="0" lvl="0" indent="0" algn="ctr" defTabSz="1015964" rtl="0" eaLnBrk="1" fontAlgn="auto" latinLnBrk="0" hangingPunct="1">
                        <a:lnSpc>
                          <a:spcPct val="100000"/>
                        </a:lnSpc>
                        <a:spcBef>
                          <a:spcPts val="0"/>
                        </a:spcBef>
                        <a:spcAft>
                          <a:spcPts val="0"/>
                        </a:spcAft>
                        <a:buClrTx/>
                        <a:buSzTx/>
                        <a:buFontTx/>
                        <a:buNone/>
                        <a:tabLst/>
                        <a:defRPr/>
                      </a:pPr>
                      <a:r>
                        <a:rPr lang="en-IN" sz="1100" b="1" kern="1200">
                          <a:solidFill>
                            <a:schemeClr val="dk1"/>
                          </a:solidFill>
                          <a:latin typeface="+mn-lt"/>
                          <a:ea typeface="+mn-ea"/>
                          <a:cs typeface="+mn-cs"/>
                        </a:rPr>
                        <a:t>Best Case </a:t>
                      </a:r>
                    </a:p>
                    <a:p>
                      <a:pPr marL="171450" marR="0" lvl="0" indent="-171450" algn="ctr" defTabSz="1015964"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IN" sz="1100" kern="1200">
                          <a:solidFill>
                            <a:schemeClr val="dk1"/>
                          </a:solidFill>
                          <a:latin typeface="+mn-lt"/>
                          <a:ea typeface="+mn-ea"/>
                          <a:cs typeface="+mn-cs"/>
                        </a:rPr>
                        <a:t>All Bench &amp; New resource, on Inter</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1015964" rtl="0" eaLnBrk="1" fontAlgn="auto" latinLnBrk="0" hangingPunct="1">
                        <a:lnSpc>
                          <a:spcPct val="100000"/>
                        </a:lnSpc>
                        <a:spcBef>
                          <a:spcPts val="0"/>
                        </a:spcBef>
                        <a:spcAft>
                          <a:spcPts val="0"/>
                        </a:spcAft>
                        <a:buClrTx/>
                        <a:buSzTx/>
                        <a:buFontTx/>
                        <a:buNone/>
                        <a:tabLst/>
                        <a:defRPr/>
                      </a:pPr>
                      <a:r>
                        <a:rPr lang="en-IN" sz="1100" kern="1200">
                          <a:solidFill>
                            <a:srgbClr val="00B050"/>
                          </a:solidFill>
                          <a:latin typeface="+mn-lt"/>
                          <a:ea typeface="+mn-ea"/>
                          <a:cs typeface="+mn-cs"/>
                        </a:rPr>
                        <a:t>2411 K, exceeding target</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299683184"/>
                  </a:ext>
                </a:extLst>
              </a:tr>
              <a:tr h="377575">
                <a:tc>
                  <a:txBody>
                    <a:bodyPr/>
                    <a:lstStyle/>
                    <a:p>
                      <a:pPr marL="0" marR="0" lvl="0" indent="0" algn="ctr" defTabSz="1015964" rtl="0" eaLnBrk="1" fontAlgn="auto" latinLnBrk="0" hangingPunct="1">
                        <a:lnSpc>
                          <a:spcPct val="100000"/>
                        </a:lnSpc>
                        <a:spcBef>
                          <a:spcPts val="0"/>
                        </a:spcBef>
                        <a:spcAft>
                          <a:spcPts val="0"/>
                        </a:spcAft>
                        <a:buClrTx/>
                        <a:buSzTx/>
                        <a:buFontTx/>
                        <a:buNone/>
                        <a:tabLst/>
                        <a:defRPr/>
                      </a:pPr>
                      <a:r>
                        <a:rPr lang="en-IN" sz="1100" b="1" kern="1200">
                          <a:solidFill>
                            <a:schemeClr val="dk1"/>
                          </a:solidFill>
                          <a:latin typeface="+mn-lt"/>
                          <a:ea typeface="+mn-ea"/>
                          <a:cs typeface="+mn-cs"/>
                        </a:rPr>
                        <a:t>Worst Case</a:t>
                      </a:r>
                    </a:p>
                    <a:p>
                      <a:pPr marL="171450" marR="0" lvl="0" indent="-171450" algn="ctr" defTabSz="1015964"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IN" sz="1100" kern="1200">
                          <a:solidFill>
                            <a:schemeClr val="dk1"/>
                          </a:solidFill>
                          <a:latin typeface="+mn-lt"/>
                          <a:ea typeface="+mn-ea"/>
                          <a:cs typeface="+mn-cs"/>
                        </a:rPr>
                        <a:t>New resources and 2 existing on bench, remaining bench on Intra </a:t>
                      </a: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1015964" rtl="0" eaLnBrk="1" fontAlgn="auto" latinLnBrk="0" hangingPunct="1">
                        <a:lnSpc>
                          <a:spcPct val="100000"/>
                        </a:lnSpc>
                        <a:spcBef>
                          <a:spcPts val="0"/>
                        </a:spcBef>
                        <a:spcAft>
                          <a:spcPts val="0"/>
                        </a:spcAft>
                        <a:buClrTx/>
                        <a:buSzTx/>
                        <a:buFontTx/>
                        <a:buNone/>
                        <a:tabLst/>
                        <a:defRPr/>
                      </a:pPr>
                      <a:r>
                        <a:rPr lang="en-IN" sz="1100" kern="1200">
                          <a:solidFill>
                            <a:srgbClr val="C00000"/>
                          </a:solidFill>
                          <a:latin typeface="+mn-lt"/>
                          <a:ea typeface="+mn-ea"/>
                          <a:cs typeface="+mn-cs"/>
                        </a:rPr>
                        <a:t>1841 K, with gap of 559 K</a:t>
                      </a:r>
                      <a:endParaRPr lang="en-US" sz="1100" kern="1200">
                        <a:solidFill>
                          <a:srgbClr val="C00000"/>
                        </a:solidFill>
                        <a:latin typeface="+mn-lt"/>
                        <a:ea typeface="+mn-ea"/>
                        <a:cs typeface="+mn-cs"/>
                      </a:endParaRPr>
                    </a:p>
                  </a:txBody>
                  <a:tcPr marL="7620" marR="7620" marT="762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248305925"/>
                  </a:ext>
                </a:extLst>
              </a:tr>
            </a:tbl>
          </a:graphicData>
        </a:graphic>
      </p:graphicFrame>
      <p:sp>
        <p:nvSpPr>
          <p:cNvPr id="21" name="TextBox 20">
            <a:extLst>
              <a:ext uri="{FF2B5EF4-FFF2-40B4-BE49-F238E27FC236}">
                <a16:creationId xmlns:a16="http://schemas.microsoft.com/office/drawing/2014/main" id="{E78B8D15-FB7E-E451-E822-631792735023}"/>
              </a:ext>
            </a:extLst>
          </p:cNvPr>
          <p:cNvSpPr txBox="1"/>
          <p:nvPr/>
        </p:nvSpPr>
        <p:spPr>
          <a:xfrm>
            <a:off x="389334" y="3666671"/>
            <a:ext cx="642392" cy="253916"/>
          </a:xfrm>
          <a:prstGeom prst="rect">
            <a:avLst/>
          </a:prstGeom>
          <a:noFill/>
        </p:spPr>
        <p:txBody>
          <a:bodyPr wrap="square" lIns="91440" tIns="45720" rIns="91440" bIns="45720" rtlCol="0" anchor="t">
            <a:spAutoFit/>
          </a:bodyPr>
          <a:lstStyle>
            <a:defPPr>
              <a:defRPr lang="de-DE"/>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a:lstStyle>
          <a:p>
            <a:pPr marL="0" marR="0" lvl="0" indent="0" algn="l" defTabSz="109728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000000"/>
                </a:solidFill>
                <a:effectLst/>
                <a:uLnTx/>
                <a:uFillTx/>
                <a:latin typeface="Ubuntu"/>
                <a:ea typeface="+mn-ea"/>
                <a:cs typeface="+mn-cs"/>
              </a:rPr>
              <a:t>Aug</a:t>
            </a:r>
            <a:endParaRPr kumimoji="0" lang="en-IN" sz="1050" b="1" i="0" u="none" strike="noStrike" kern="1200" cap="none" spc="0" normalizeH="0" baseline="0" noProof="0">
              <a:ln>
                <a:noFill/>
              </a:ln>
              <a:solidFill>
                <a:srgbClr val="000000"/>
              </a:solidFill>
              <a:effectLst/>
              <a:uLnTx/>
              <a:uFillTx/>
              <a:latin typeface="Ubuntu"/>
              <a:ea typeface="+mn-ea"/>
              <a:cs typeface="+mn-cs"/>
            </a:endParaRPr>
          </a:p>
        </p:txBody>
      </p:sp>
      <p:sp>
        <p:nvSpPr>
          <p:cNvPr id="22" name="TextBox 21">
            <a:extLst>
              <a:ext uri="{FF2B5EF4-FFF2-40B4-BE49-F238E27FC236}">
                <a16:creationId xmlns:a16="http://schemas.microsoft.com/office/drawing/2014/main" id="{C01861AE-327E-59C9-3101-D42FB636F147}"/>
              </a:ext>
            </a:extLst>
          </p:cNvPr>
          <p:cNvSpPr txBox="1"/>
          <p:nvPr/>
        </p:nvSpPr>
        <p:spPr>
          <a:xfrm>
            <a:off x="393777" y="4651559"/>
            <a:ext cx="493121" cy="253916"/>
          </a:xfrm>
          <a:prstGeom prst="rect">
            <a:avLst/>
          </a:prstGeom>
          <a:noFill/>
        </p:spPr>
        <p:txBody>
          <a:bodyPr wrap="square" lIns="91440" tIns="45720" rIns="91440" bIns="45720" rtlCol="0" anchor="t">
            <a:spAutoFit/>
          </a:bodyPr>
          <a:lstStyle>
            <a:defPPr>
              <a:defRPr lang="de-DE"/>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a:lstStyle>
          <a:p>
            <a:pPr marL="0" marR="0" lvl="0" indent="0" algn="l" defTabSz="109728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000000"/>
                </a:solidFill>
                <a:effectLst/>
                <a:uLnTx/>
                <a:uFillTx/>
                <a:latin typeface="Ubuntu"/>
                <a:ea typeface="+mn-ea"/>
                <a:cs typeface="+mn-cs"/>
              </a:rPr>
              <a:t>Sep</a:t>
            </a:r>
            <a:endParaRPr kumimoji="0" lang="en-IN" sz="1050" b="1" i="0" u="none" strike="noStrike" kern="1200" cap="none" spc="0" normalizeH="0" baseline="0" noProof="0">
              <a:ln>
                <a:noFill/>
              </a:ln>
              <a:solidFill>
                <a:srgbClr val="000000"/>
              </a:solidFill>
              <a:effectLst/>
              <a:uLnTx/>
              <a:uFillTx/>
              <a:latin typeface="Ubuntu"/>
              <a:ea typeface="+mn-ea"/>
              <a:cs typeface="+mn-cs"/>
            </a:endParaRPr>
          </a:p>
        </p:txBody>
      </p:sp>
      <p:sp>
        <p:nvSpPr>
          <p:cNvPr id="23" name="TextBox 22">
            <a:extLst>
              <a:ext uri="{FF2B5EF4-FFF2-40B4-BE49-F238E27FC236}">
                <a16:creationId xmlns:a16="http://schemas.microsoft.com/office/drawing/2014/main" id="{C8BFC872-EB55-3726-BE15-4EC7978AD570}"/>
              </a:ext>
            </a:extLst>
          </p:cNvPr>
          <p:cNvSpPr txBox="1"/>
          <p:nvPr/>
        </p:nvSpPr>
        <p:spPr>
          <a:xfrm>
            <a:off x="386834" y="2418557"/>
            <a:ext cx="532267" cy="253916"/>
          </a:xfrm>
          <a:prstGeom prst="rect">
            <a:avLst/>
          </a:prstGeom>
          <a:noFill/>
        </p:spPr>
        <p:txBody>
          <a:bodyPr wrap="square" lIns="91440" tIns="45720" rIns="91440" bIns="45720" rtlCol="0" anchor="t">
            <a:spAutoFit/>
          </a:bodyPr>
          <a:lstStyle>
            <a:defPPr>
              <a:defRPr lang="de-DE"/>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a:lstStyle>
          <a:p>
            <a:pPr marL="0" marR="0" lvl="0" indent="0" algn="l" defTabSz="109728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000000"/>
                </a:solidFill>
                <a:effectLst/>
                <a:uLnTx/>
                <a:uFillTx/>
                <a:latin typeface="Ubuntu"/>
                <a:ea typeface="+mn-ea"/>
                <a:cs typeface="+mn-cs"/>
              </a:rPr>
              <a:t>July</a:t>
            </a:r>
            <a:endParaRPr kumimoji="0" lang="en-IN" sz="1050" b="1" i="0" u="none" strike="noStrike" kern="1200" cap="none" spc="0" normalizeH="0" baseline="0" noProof="0">
              <a:ln>
                <a:noFill/>
              </a:ln>
              <a:solidFill>
                <a:srgbClr val="000000"/>
              </a:solidFill>
              <a:effectLst/>
              <a:uLnTx/>
              <a:uFillTx/>
              <a:latin typeface="Ubuntu"/>
              <a:ea typeface="+mn-ea"/>
              <a:cs typeface="+mn-cs"/>
            </a:endParaRPr>
          </a:p>
        </p:txBody>
      </p:sp>
      <p:sp>
        <p:nvSpPr>
          <p:cNvPr id="24" name="TextBox 23">
            <a:extLst>
              <a:ext uri="{FF2B5EF4-FFF2-40B4-BE49-F238E27FC236}">
                <a16:creationId xmlns:a16="http://schemas.microsoft.com/office/drawing/2014/main" id="{19DCC617-2FC3-9146-5A4B-93D75C1F4BAE}"/>
              </a:ext>
            </a:extLst>
          </p:cNvPr>
          <p:cNvSpPr txBox="1"/>
          <p:nvPr/>
        </p:nvSpPr>
        <p:spPr>
          <a:xfrm>
            <a:off x="379758" y="5685980"/>
            <a:ext cx="522497" cy="258532"/>
          </a:xfrm>
          <a:prstGeom prst="rect">
            <a:avLst/>
          </a:prstGeom>
          <a:noFill/>
        </p:spPr>
        <p:txBody>
          <a:bodyPr wrap="square" lIns="91440" tIns="45720" rIns="91440" bIns="45720" rtlCol="0" anchor="t">
            <a:spAutoFit/>
          </a:bodyPr>
          <a:lstStyle>
            <a:defPPr>
              <a:defRPr lang="de-DE"/>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a:lstStyle>
          <a:p>
            <a:pPr marL="0" marR="0" lvl="0" indent="0" algn="l" defTabSz="109728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000000"/>
                </a:solidFill>
                <a:effectLst/>
                <a:uLnTx/>
                <a:uFillTx/>
                <a:latin typeface="Ubuntu"/>
                <a:ea typeface="+mn-ea"/>
                <a:cs typeface="+mn-cs"/>
              </a:rPr>
              <a:t>Nov</a:t>
            </a:r>
            <a:endParaRPr kumimoji="0" lang="en-IN" sz="1050" b="1" i="0" u="none" strike="noStrike" kern="1200" cap="none" spc="0" normalizeH="0" baseline="0" noProof="0">
              <a:ln>
                <a:noFill/>
              </a:ln>
              <a:solidFill>
                <a:srgbClr val="000000"/>
              </a:solidFill>
              <a:effectLst/>
              <a:uLnTx/>
              <a:uFillTx/>
              <a:latin typeface="Ubuntu"/>
              <a:ea typeface="+mn-ea"/>
              <a:cs typeface="+mn-cs"/>
            </a:endParaRPr>
          </a:p>
        </p:txBody>
      </p:sp>
      <p:sp>
        <p:nvSpPr>
          <p:cNvPr id="25" name="TextBox 24">
            <a:extLst>
              <a:ext uri="{FF2B5EF4-FFF2-40B4-BE49-F238E27FC236}">
                <a16:creationId xmlns:a16="http://schemas.microsoft.com/office/drawing/2014/main" id="{DC76D02B-0028-A99A-63FC-0E145C2437BF}"/>
              </a:ext>
            </a:extLst>
          </p:cNvPr>
          <p:cNvSpPr txBox="1"/>
          <p:nvPr/>
        </p:nvSpPr>
        <p:spPr>
          <a:xfrm>
            <a:off x="1346790" y="2324270"/>
            <a:ext cx="1838530" cy="449354"/>
          </a:xfrm>
          <a:prstGeom prst="rect">
            <a:avLst/>
          </a:prstGeom>
          <a:noFill/>
        </p:spPr>
        <p:txBody>
          <a:bodyPr wrap="square" lIns="109728" tIns="54864" rIns="109728" bIns="54864" rtlCol="0" anchor="t">
            <a:spAutoFit/>
          </a:bodyPr>
          <a:lstStyle>
            <a:defPPr>
              <a:defRPr lang="de-DE"/>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a:lstStyle>
          <a:p>
            <a:pPr marL="0" marR="0" lvl="0" indent="0" algn="l" defTabSz="109728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Ubuntu"/>
                <a:ea typeface="+mn-ea"/>
                <a:cs typeface="+mn-cs"/>
              </a:rPr>
              <a:t>Inter </a:t>
            </a:r>
            <a:r>
              <a:rPr kumimoji="0" lang="en-US" sz="1100" b="0" i="0" u="none" strike="noStrike" kern="1200" cap="none" spc="0" normalizeH="0" baseline="0" noProof="0">
                <a:ln>
                  <a:noFill/>
                </a:ln>
                <a:solidFill>
                  <a:srgbClr val="FF0000"/>
                </a:solidFill>
                <a:effectLst/>
                <a:uLnTx/>
                <a:uFillTx/>
                <a:latin typeface="Ubuntu"/>
                <a:ea typeface="+mn-ea"/>
                <a:cs typeface="+mn-cs"/>
              </a:rPr>
              <a:t>% increased </a:t>
            </a:r>
            <a:r>
              <a:rPr kumimoji="0" lang="en-US" sz="1100" b="0" i="0" u="none" strike="noStrike" kern="1200" cap="none" spc="0" normalizeH="0" baseline="0" noProof="0">
                <a:ln>
                  <a:noFill/>
                </a:ln>
                <a:solidFill>
                  <a:srgbClr val="000000"/>
                </a:solidFill>
                <a:effectLst/>
                <a:uLnTx/>
                <a:uFillTx/>
                <a:latin typeface="Ubuntu"/>
                <a:ea typeface="+mn-ea"/>
                <a:cs typeface="+mn-cs"/>
              </a:rPr>
              <a:t>by </a:t>
            </a:r>
            <a:r>
              <a:rPr kumimoji="0" lang="en-US" sz="1100" b="1" i="0" u="none" strike="noStrike" kern="1200" cap="none" spc="0" normalizeH="0" baseline="0" noProof="0">
                <a:ln>
                  <a:noFill/>
                </a:ln>
                <a:solidFill>
                  <a:srgbClr val="FF0000"/>
                </a:solidFill>
                <a:effectLst/>
                <a:uLnTx/>
                <a:uFillTx/>
                <a:latin typeface="Ubuntu"/>
                <a:ea typeface="+mn-ea"/>
                <a:cs typeface="+mn-cs"/>
              </a:rPr>
              <a:t>4%</a:t>
            </a:r>
            <a:r>
              <a:rPr kumimoji="0" lang="en-US" sz="1100" b="0" i="0" u="none" strike="noStrike" kern="1200" cap="none" spc="0" normalizeH="0" baseline="0" noProof="0">
                <a:ln>
                  <a:noFill/>
                </a:ln>
                <a:solidFill>
                  <a:srgbClr val="000000"/>
                </a:solidFill>
                <a:effectLst/>
                <a:uLnTx/>
                <a:uFillTx/>
                <a:latin typeface="Ubuntu"/>
                <a:ea typeface="+mn-ea"/>
                <a:cs typeface="+mn-cs"/>
              </a:rPr>
              <a:t> since Jun</a:t>
            </a:r>
          </a:p>
        </p:txBody>
      </p:sp>
    </p:spTree>
    <p:extLst>
      <p:ext uri="{BB962C8B-B14F-4D97-AF65-F5344CB8AC3E}">
        <p14:creationId xmlns:p14="http://schemas.microsoft.com/office/powerpoint/2010/main" val="2381500606"/>
      </p:ext>
    </p:extLst>
  </p:cSld>
  <p:clrMapOvr>
    <a:masterClrMapping/>
  </p:clrMapOvr>
  <p:transition spd="med">
    <p:pull dir="u"/>
  </p:transition>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Capgemini_Bright_2025">
  <a:themeElements>
    <a:clrScheme name="Capgemini Bright 2026">
      <a:dk1>
        <a:srgbClr val="000000"/>
      </a:dk1>
      <a:lt1>
        <a:srgbClr val="FFFFFF"/>
      </a:lt1>
      <a:dk2>
        <a:srgbClr val="0058AB"/>
      </a:dk2>
      <a:lt2>
        <a:srgbClr val="FFFFFF"/>
      </a:lt2>
      <a:accent1>
        <a:srgbClr val="0058AB"/>
      </a:accent1>
      <a:accent2>
        <a:srgbClr val="1DB8F2"/>
      </a:accent2>
      <a:accent3>
        <a:srgbClr val="121A38"/>
      </a:accent3>
      <a:accent4>
        <a:srgbClr val="00828E"/>
      </a:accent4>
      <a:accent5>
        <a:srgbClr val="BE4D00"/>
      </a:accent5>
      <a:accent6>
        <a:srgbClr val="8F3237"/>
      </a:accent6>
      <a:hlink>
        <a:srgbClr val="0058AB"/>
      </a:hlink>
      <a:folHlink>
        <a:srgbClr val="1DB8F2"/>
      </a:folHlink>
    </a:clrScheme>
    <a:fontScheme name="Capgemini 2024">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w="9525">
          <a:noFill/>
          <a:prstDash val="soli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400" dirty="0" err="1">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bg1">
              <a:lumMod val="65000"/>
            </a:schemeClr>
          </a:solidFill>
        </a:ln>
      </a:spPr>
      <a:bodyPr/>
      <a:lstStyle/>
      <a:style>
        <a:lnRef idx="1">
          <a:schemeClr val="accent1"/>
        </a:lnRef>
        <a:fillRef idx="0">
          <a:schemeClr val="accent1"/>
        </a:fillRef>
        <a:effectRef idx="0">
          <a:schemeClr val="accent1"/>
        </a:effectRef>
        <a:fontRef idx="minor">
          <a:schemeClr val="tx1"/>
        </a:fontRef>
      </a:style>
    </a:lnDef>
    <a:txDef>
      <a:spPr>
        <a:noFill/>
      </a:spPr>
      <a:bodyPr vert="horz" wrap="square" lIns="90000" tIns="46800" rIns="90000" bIns="46800" rtlCol="0" anchor="ctr">
        <a:spAutoFit/>
      </a:bodyPr>
      <a:lstStyle>
        <a:defPPr algn="l">
          <a:spcBef>
            <a:spcPct val="0"/>
          </a:spcBef>
          <a:defRPr sz="1400" dirty="0" err="1" smtClean="0"/>
        </a:defPPr>
      </a:lstStyle>
    </a:txDef>
  </a:objectDefaults>
  <a:extraClrSchemeLst/>
  <a:custClrLst>
    <a:custClr name="Turquoise">
      <a:srgbClr val="00D5D0"/>
    </a:custClr>
    <a:custClr name="Yellow">
      <a:srgbClr val="FEB100"/>
    </a:custClr>
    <a:custClr name="Orange">
      <a:srgbClr val="FF816E"/>
    </a:custClr>
    <a:custClr name="Lilac">
      <a:srgbClr val="D4D3F1"/>
    </a:custClr>
    <a:custClr name="Teal">
      <a:srgbClr val="00828E"/>
    </a:custClr>
    <a:custClr name="Terracotta">
      <a:srgbClr val="BE4D00"/>
    </a:custClr>
    <a:custClr name="Deep Red">
      <a:srgbClr val="8F3237"/>
    </a:custClr>
    <a:custClr name="Purple">
      <a:srgbClr val="71609E"/>
    </a:custClr>
  </a:custClrLst>
  <a:extLst>
    <a:ext uri="{05A4C25C-085E-4340-85A3-A5531E510DB2}">
      <thm15:themeFamily xmlns:thm15="http://schemas.microsoft.com/office/thememl/2012/main" name="Capgemini_PPT-template_Master_November-3-2025" id="{B28FD86B-E578-8545-82C4-F462A45D5984}" vid="{6C394B1A-876D-CB40-BC40-3094E7ACAE5C}"/>
    </a:ext>
  </a:extLst>
</a:theme>
</file>

<file path=ppt/theme/theme2.xml><?xml version="1.0" encoding="utf-8"?>
<a:theme xmlns:a="http://schemas.openxmlformats.org/drawingml/2006/main" name="Capgemini_Dark_2025">
  <a:themeElements>
    <a:clrScheme name="Capgemini Dark 2026">
      <a:dk1>
        <a:sysClr val="windowText" lastClr="000000"/>
      </a:dk1>
      <a:lt1>
        <a:srgbClr val="FFFFFF"/>
      </a:lt1>
      <a:dk2>
        <a:srgbClr val="121A38"/>
      </a:dk2>
      <a:lt2>
        <a:srgbClr val="FFFFFF"/>
      </a:lt2>
      <a:accent1>
        <a:srgbClr val="0058AB"/>
      </a:accent1>
      <a:accent2>
        <a:srgbClr val="1DB8F2"/>
      </a:accent2>
      <a:accent3>
        <a:srgbClr val="D4D3F1"/>
      </a:accent3>
      <a:accent4>
        <a:srgbClr val="00D5D0"/>
      </a:accent4>
      <a:accent5>
        <a:srgbClr val="FEB100"/>
      </a:accent5>
      <a:accent6>
        <a:srgbClr val="FF816E"/>
      </a:accent6>
      <a:hlink>
        <a:srgbClr val="1DB8F2"/>
      </a:hlink>
      <a:folHlink>
        <a:srgbClr val="77D3F7"/>
      </a:folHlink>
    </a:clrScheme>
    <a:fontScheme name="Capgemini 2024">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w="9525">
          <a:noFill/>
          <a:prstDash val="soli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400" dirty="0" err="1">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bg1">
              <a:lumMod val="65000"/>
            </a:schemeClr>
          </a:solidFill>
        </a:ln>
      </a:spPr>
      <a:bodyPr/>
      <a:lstStyle/>
      <a:style>
        <a:lnRef idx="1">
          <a:schemeClr val="accent1"/>
        </a:lnRef>
        <a:fillRef idx="0">
          <a:schemeClr val="accent1"/>
        </a:fillRef>
        <a:effectRef idx="0">
          <a:schemeClr val="accent1"/>
        </a:effectRef>
        <a:fontRef idx="minor">
          <a:schemeClr val="tx1"/>
        </a:fontRef>
      </a:style>
    </a:lnDef>
    <a:txDef>
      <a:spPr>
        <a:noFill/>
      </a:spPr>
      <a:bodyPr vert="horz" wrap="square" lIns="90000" tIns="46800" rIns="90000" bIns="46800" rtlCol="0" anchor="ctr">
        <a:spAutoFit/>
      </a:bodyPr>
      <a:lstStyle>
        <a:defPPr algn="l">
          <a:spcBef>
            <a:spcPct val="0"/>
          </a:spcBef>
          <a:defRPr sz="1400" dirty="0" err="1" smtClean="0">
            <a:solidFill>
              <a:schemeClr val="bg1"/>
            </a:solidFill>
          </a:defRPr>
        </a:defPPr>
      </a:lstStyle>
    </a:txDef>
  </a:objectDefaults>
  <a:extraClrSchemeLst/>
  <a:custClrLst>
    <a:custClr name="Turquoise">
      <a:srgbClr val="00D5D0"/>
    </a:custClr>
    <a:custClr name="Yellow">
      <a:srgbClr val="FEB100"/>
    </a:custClr>
    <a:custClr name="Orange">
      <a:srgbClr val="FF816E"/>
    </a:custClr>
    <a:custClr name="Lilac">
      <a:srgbClr val="D4D3F1"/>
    </a:custClr>
    <a:custClr name="Teal">
      <a:srgbClr val="00828E"/>
    </a:custClr>
    <a:custClr name="Terracotta">
      <a:srgbClr val="BE4D00"/>
    </a:custClr>
    <a:custClr name="Deep Red">
      <a:srgbClr val="8F3237"/>
    </a:custClr>
    <a:custClr name="Purple">
      <a:srgbClr val="71609E"/>
    </a:custClr>
  </a:custClrLst>
  <a:extLst>
    <a:ext uri="{05A4C25C-085E-4340-85A3-A5531E510DB2}">
      <thm15:themeFamily xmlns:thm15="http://schemas.microsoft.com/office/thememl/2012/main" name="Capgemini_PPT-template_Master_November-3-2025" id="{B28FD86B-E578-8545-82C4-F462A45D5984}" vid="{AB4B70C9-0EB9-9E4F-B9DD-F7ECF5978BF0}"/>
    </a:ext>
  </a:extLst>
</a:theme>
</file>

<file path=ppt/theme/theme3.xml><?xml version="1.0" encoding="utf-8"?>
<a:theme xmlns:a="http://schemas.openxmlformats.org/drawingml/2006/main" name="1_Capgemini_Bright_2025">
  <a:themeElements>
    <a:clrScheme name="Capgemini Bright 2026">
      <a:dk1>
        <a:srgbClr val="000000"/>
      </a:dk1>
      <a:lt1>
        <a:srgbClr val="FFFFFF"/>
      </a:lt1>
      <a:dk2>
        <a:srgbClr val="0058AB"/>
      </a:dk2>
      <a:lt2>
        <a:srgbClr val="FFFFFF"/>
      </a:lt2>
      <a:accent1>
        <a:srgbClr val="0058AB"/>
      </a:accent1>
      <a:accent2>
        <a:srgbClr val="1DB8F2"/>
      </a:accent2>
      <a:accent3>
        <a:srgbClr val="121A38"/>
      </a:accent3>
      <a:accent4>
        <a:srgbClr val="00828E"/>
      </a:accent4>
      <a:accent5>
        <a:srgbClr val="BE4D00"/>
      </a:accent5>
      <a:accent6>
        <a:srgbClr val="8F3237"/>
      </a:accent6>
      <a:hlink>
        <a:srgbClr val="0058AB"/>
      </a:hlink>
      <a:folHlink>
        <a:srgbClr val="1DB8F2"/>
      </a:folHlink>
    </a:clrScheme>
    <a:fontScheme name="Capgemini 2024">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w="9525">
          <a:noFill/>
          <a:prstDash val="soli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400" dirty="0" err="1">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bg1">
              <a:lumMod val="65000"/>
            </a:schemeClr>
          </a:solidFill>
        </a:ln>
      </a:spPr>
      <a:bodyPr/>
      <a:lstStyle/>
      <a:style>
        <a:lnRef idx="1">
          <a:schemeClr val="accent1"/>
        </a:lnRef>
        <a:fillRef idx="0">
          <a:schemeClr val="accent1"/>
        </a:fillRef>
        <a:effectRef idx="0">
          <a:schemeClr val="accent1"/>
        </a:effectRef>
        <a:fontRef idx="minor">
          <a:schemeClr val="tx1"/>
        </a:fontRef>
      </a:style>
    </a:lnDef>
    <a:txDef>
      <a:spPr>
        <a:noFill/>
      </a:spPr>
      <a:bodyPr vert="horz" wrap="square" lIns="90000" tIns="46800" rIns="90000" bIns="46800" rtlCol="0" anchor="ctr">
        <a:spAutoFit/>
      </a:bodyPr>
      <a:lstStyle>
        <a:defPPr algn="l">
          <a:spcBef>
            <a:spcPct val="0"/>
          </a:spcBef>
          <a:defRPr sz="1400" dirty="0" err="1" smtClean="0"/>
        </a:defPPr>
      </a:lstStyle>
    </a:txDef>
  </a:objectDefaults>
  <a:extraClrSchemeLst/>
  <a:custClrLst>
    <a:custClr name="Turquoise">
      <a:srgbClr val="00D5D0"/>
    </a:custClr>
    <a:custClr name="Yellow">
      <a:srgbClr val="FEB100"/>
    </a:custClr>
    <a:custClr name="Orange">
      <a:srgbClr val="FF816E"/>
    </a:custClr>
    <a:custClr name="Lilac">
      <a:srgbClr val="D4D3F1"/>
    </a:custClr>
    <a:custClr name="Teal">
      <a:srgbClr val="00828E"/>
    </a:custClr>
    <a:custClr name="Terracotta">
      <a:srgbClr val="BE4D00"/>
    </a:custClr>
    <a:custClr name="Deep Red">
      <a:srgbClr val="8F3237"/>
    </a:custClr>
    <a:custClr name="Purple">
      <a:srgbClr val="71609E"/>
    </a:custClr>
  </a:custClrLst>
  <a:extLst>
    <a:ext uri="{05A4C25C-085E-4340-85A3-A5531E510DB2}">
      <thm15:themeFamily xmlns:thm15="http://schemas.microsoft.com/office/thememl/2012/main" name="Capgemini_PPT-template_Master_February-02-2026" id="{643CFCD9-5D42-47EC-8CC7-8D856D17DCD2}" vid="{146F7EC5-EAD0-403A-8A34-B166E4CB0DEC}"/>
    </a:ext>
  </a:extLst>
</a:theme>
</file>

<file path=ppt/theme/theme4.xml><?xml version="1.0" encoding="utf-8"?>
<a:theme xmlns:a="http://schemas.openxmlformats.org/drawingml/2006/main" name="2_Capgemini_Bright_2025">
  <a:themeElements>
    <a:clrScheme name="New Brand October 2025">
      <a:dk1>
        <a:srgbClr val="000000"/>
      </a:dk1>
      <a:lt1>
        <a:srgbClr val="FFFFFF"/>
      </a:lt1>
      <a:dk2>
        <a:srgbClr val="0057AB"/>
      </a:dk2>
      <a:lt2>
        <a:srgbClr val="FFFFFF"/>
      </a:lt2>
      <a:accent1>
        <a:srgbClr val="1DB6F3"/>
      </a:accent1>
      <a:accent2>
        <a:srgbClr val="111937"/>
      </a:accent2>
      <a:accent3>
        <a:srgbClr val="00828E"/>
      </a:accent3>
      <a:accent4>
        <a:srgbClr val="BE4D01"/>
      </a:accent4>
      <a:accent5>
        <a:srgbClr val="903137"/>
      </a:accent5>
      <a:accent6>
        <a:srgbClr val="725F9F"/>
      </a:accent6>
      <a:hlink>
        <a:srgbClr val="0058AB"/>
      </a:hlink>
      <a:folHlink>
        <a:srgbClr val="1DB7F3"/>
      </a:folHlink>
    </a:clrScheme>
    <a:fontScheme name="Capgemini 2024">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w="9525">
          <a:noFill/>
          <a:prstDash val="soli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400" dirty="0" err="1">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bg1">
              <a:lumMod val="65000"/>
            </a:schemeClr>
          </a:solidFill>
        </a:ln>
      </a:spPr>
      <a:bodyPr/>
      <a:lstStyle/>
      <a:style>
        <a:lnRef idx="1">
          <a:schemeClr val="accent1"/>
        </a:lnRef>
        <a:fillRef idx="0">
          <a:schemeClr val="accent1"/>
        </a:fillRef>
        <a:effectRef idx="0">
          <a:schemeClr val="accent1"/>
        </a:effectRef>
        <a:fontRef idx="minor">
          <a:schemeClr val="tx1"/>
        </a:fontRef>
      </a:style>
    </a:lnDef>
    <a:txDef>
      <a:spPr>
        <a:noFill/>
      </a:spPr>
      <a:bodyPr vert="horz" wrap="square" lIns="90000" tIns="46800" rIns="90000" bIns="46800" rtlCol="0" anchor="ctr">
        <a:spAutoFit/>
      </a:bodyPr>
      <a:lstStyle>
        <a:defPPr algn="l">
          <a:spcBef>
            <a:spcPct val="0"/>
          </a:spcBef>
          <a:defRPr sz="1400" dirty="0" err="1" smtClean="0"/>
        </a:defPPr>
      </a:lstStyle>
    </a:txDef>
  </a:objectDefaults>
  <a:extraClrSchemeLst/>
  <a:custClrLst>
    <a:custClr name="Turquoise on Dark">
      <a:srgbClr val="00D5D0"/>
    </a:custClr>
    <a:custClr name="Amber on Dark">
      <a:srgbClr val="FEB100"/>
    </a:custClr>
    <a:custClr name="Coral on Dark">
      <a:srgbClr val="FF816E"/>
    </a:custClr>
    <a:custClr name="Lilac on Dark">
      <a:srgbClr val="D4D5F2"/>
    </a:custClr>
    <a:custClr name="Teal on Light">
      <a:srgbClr val="00828E"/>
    </a:custClr>
    <a:custClr name="Burnt Orange on Light">
      <a:srgbClr val="BE4D01"/>
    </a:custClr>
    <a:custClr name="Maroon on Light">
      <a:srgbClr val="903137"/>
    </a:custClr>
    <a:custClr name="Mauve on Light">
      <a:srgbClr val="725F9F"/>
    </a:custClr>
  </a:custClrLst>
  <a:extLst>
    <a:ext uri="{05A4C25C-085E-4340-85A3-A5531E510DB2}">
      <thm15:themeFamily xmlns:thm15="http://schemas.microsoft.com/office/thememl/2012/main" name="Presentation2a" id="{54B48036-629F-244A-B72F-FEE00158A729}" vid="{AE017846-5CC7-DB48-8FA1-F3660C658736}"/>
    </a:ext>
  </a:extLst>
</a:theme>
</file>

<file path=ppt/theme/theme5.xml><?xml version="1.0" encoding="utf-8"?>
<a:theme xmlns:a="http://schemas.openxmlformats.org/drawingml/2006/main" name="3_Capgemini_Bright_2025">
  <a:themeElements>
    <a:clrScheme name="Capgemini Bright 2026">
      <a:dk1>
        <a:srgbClr val="000000"/>
      </a:dk1>
      <a:lt1>
        <a:srgbClr val="FFFFFF"/>
      </a:lt1>
      <a:dk2>
        <a:srgbClr val="0058AB"/>
      </a:dk2>
      <a:lt2>
        <a:srgbClr val="FFFFFF"/>
      </a:lt2>
      <a:accent1>
        <a:srgbClr val="0058AB"/>
      </a:accent1>
      <a:accent2>
        <a:srgbClr val="1DB8F2"/>
      </a:accent2>
      <a:accent3>
        <a:srgbClr val="121A38"/>
      </a:accent3>
      <a:accent4>
        <a:srgbClr val="00828E"/>
      </a:accent4>
      <a:accent5>
        <a:srgbClr val="BE4D00"/>
      </a:accent5>
      <a:accent6>
        <a:srgbClr val="8F3237"/>
      </a:accent6>
      <a:hlink>
        <a:srgbClr val="0058AB"/>
      </a:hlink>
      <a:folHlink>
        <a:srgbClr val="1DB8F2"/>
      </a:folHlink>
    </a:clrScheme>
    <a:fontScheme name="Capgemini 2024">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w="9525">
          <a:noFill/>
          <a:prstDash val="soli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400" dirty="0" err="1">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bg1">
              <a:lumMod val="65000"/>
            </a:schemeClr>
          </a:solidFill>
        </a:ln>
      </a:spPr>
      <a:bodyPr/>
      <a:lstStyle/>
      <a:style>
        <a:lnRef idx="1">
          <a:schemeClr val="accent1"/>
        </a:lnRef>
        <a:fillRef idx="0">
          <a:schemeClr val="accent1"/>
        </a:fillRef>
        <a:effectRef idx="0">
          <a:schemeClr val="accent1"/>
        </a:effectRef>
        <a:fontRef idx="minor">
          <a:schemeClr val="tx1"/>
        </a:fontRef>
      </a:style>
    </a:lnDef>
    <a:txDef>
      <a:spPr>
        <a:noFill/>
      </a:spPr>
      <a:bodyPr vert="horz" wrap="square" lIns="90000" tIns="46800" rIns="90000" bIns="46800" rtlCol="0" anchor="ctr">
        <a:spAutoFit/>
      </a:bodyPr>
      <a:lstStyle>
        <a:defPPr algn="l">
          <a:spcBef>
            <a:spcPct val="0"/>
          </a:spcBef>
          <a:defRPr sz="1400" dirty="0" err="1" smtClean="0"/>
        </a:defPPr>
      </a:lstStyle>
    </a:txDef>
  </a:objectDefaults>
  <a:extraClrSchemeLst/>
  <a:custClrLst>
    <a:custClr name="Turquoise">
      <a:srgbClr val="00D5D0"/>
    </a:custClr>
    <a:custClr name="Yellow">
      <a:srgbClr val="FEB100"/>
    </a:custClr>
    <a:custClr name="Orange">
      <a:srgbClr val="FF816E"/>
    </a:custClr>
    <a:custClr name="Lilac">
      <a:srgbClr val="D4D3F1"/>
    </a:custClr>
    <a:custClr name="Teal">
      <a:srgbClr val="00828E"/>
    </a:custClr>
    <a:custClr name="Terracotta">
      <a:srgbClr val="BE4D00"/>
    </a:custClr>
    <a:custClr name="Deep Red">
      <a:srgbClr val="8F3237"/>
    </a:custClr>
    <a:custClr name="Purple">
      <a:srgbClr val="71609E"/>
    </a:custClr>
  </a:custClrLst>
  <a:extLst>
    <a:ext uri="{05A4C25C-085E-4340-85A3-A5531E510DB2}">
      <thm15:themeFamily xmlns:thm15="http://schemas.microsoft.com/office/thememl/2012/main" name="Capgemini_PPT-template_Master_November-3-2025" id="{B28FD86B-E578-8545-82C4-F462A45D5984}" vid="{6C394B1A-876D-CB40-BC40-3094E7ACAE5C}"/>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Capgemini-Invent_2024">
  <a:themeElements>
    <a:clrScheme name="Capgemini 2024">
      <a:dk1>
        <a:sysClr val="windowText" lastClr="000000"/>
      </a:dk1>
      <a:lt1>
        <a:srgbClr val="FFFFFF"/>
      </a:lt1>
      <a:dk2>
        <a:srgbClr val="000000"/>
      </a:dk2>
      <a:lt2>
        <a:srgbClr val="F6F6F6"/>
      </a:lt2>
      <a:accent1>
        <a:srgbClr val="0070AD"/>
      </a:accent1>
      <a:accent2>
        <a:srgbClr val="12ABDB"/>
      </a:accent2>
      <a:accent3>
        <a:srgbClr val="14596B"/>
      </a:accent3>
      <a:accent4>
        <a:srgbClr val="272936"/>
      </a:accent4>
      <a:accent5>
        <a:srgbClr val="0F878A"/>
      </a:accent5>
      <a:accent6>
        <a:srgbClr val="00BFBF"/>
      </a:accent6>
      <a:hlink>
        <a:srgbClr val="00929B"/>
      </a:hlink>
      <a:folHlink>
        <a:srgbClr val="00BFBF"/>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w="9525">
          <a:noFill/>
          <a:prstDash val="soli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400" dirty="0" err="1">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bg1">
              <a:lumMod val="65000"/>
            </a:schemeClr>
          </a:solidFill>
        </a:ln>
      </a:spPr>
      <a:bodyPr/>
      <a:lstStyle/>
      <a:style>
        <a:lnRef idx="1">
          <a:schemeClr val="accent1"/>
        </a:lnRef>
        <a:fillRef idx="0">
          <a:schemeClr val="accent1"/>
        </a:fillRef>
        <a:effectRef idx="0">
          <a:schemeClr val="accent1"/>
        </a:effectRef>
        <a:fontRef idx="minor">
          <a:schemeClr val="tx1"/>
        </a:fontRef>
      </a:style>
    </a:lnDef>
    <a:txDef>
      <a:spPr>
        <a:noFill/>
      </a:spPr>
      <a:bodyPr vert="horz" wrap="square" lIns="90000" tIns="46800" rIns="90000" bIns="46800" rtlCol="0" anchor="ctr">
        <a:spAutoFit/>
      </a:bodyPr>
      <a:lstStyle>
        <a:defPPr algn="l">
          <a:spcBef>
            <a:spcPct val="0"/>
          </a:spcBef>
          <a:defRPr sz="1400" dirty="0" err="1" smtClean="0"/>
        </a:defPPr>
      </a:lstStyle>
    </a:txDef>
  </a:objectDefaults>
  <a:extraClrSchemeLst/>
  <a:custClrLst>
    <a:custClr name="Green A">
      <a:srgbClr val="57CF80"/>
    </a:custClr>
    <a:custClr name="Green B">
      <a:srgbClr val="33B569"/>
    </a:custClr>
    <a:custClr name="Green C">
      <a:srgbClr val="2EA657"/>
    </a:custClr>
    <a:custClr name="Green D">
      <a:srgbClr val="178C3D"/>
    </a:custClr>
    <a:custClr name="Green E">
      <a:srgbClr val="176036"/>
    </a:custClr>
    <a:custClr name="Teal A">
      <a:srgbClr val="00E6E3"/>
    </a:custClr>
    <a:custClr name="Teal B">
      <a:srgbClr val="00D5D0"/>
    </a:custClr>
    <a:custClr name="Teal C">
      <a:srgbClr val="00BFBF"/>
    </a:custClr>
    <a:custClr name="Teal D">
      <a:srgbClr val="00929B"/>
    </a:custClr>
    <a:custClr name="Teal E">
      <a:srgbClr val="007D74"/>
    </a:custClr>
    <a:custClr name="Peacock A">
      <a:srgbClr val="00E0CB"/>
    </a:custClr>
    <a:custClr name="Peacock B">
      <a:srgbClr val="00B2A2"/>
    </a:custClr>
    <a:custClr name="Peacock C">
      <a:srgbClr val="0F878A"/>
    </a:custClr>
    <a:custClr name="Peacock D">
      <a:srgbClr val="0F6A73"/>
    </a:custClr>
    <a:custClr name="Peacock E">
      <a:srgbClr val="0F434A"/>
    </a:custClr>
    <a:custClr name="Sapphire A">
      <a:srgbClr val="338091"/>
    </a:custClr>
    <a:custClr name="Sapphire B">
      <a:srgbClr val="336B7D"/>
    </a:custClr>
    <a:custClr name="Sapphire C">
      <a:srgbClr val="14596B"/>
    </a:custClr>
    <a:custClr name="Sapphire D">
      <a:srgbClr val="214554"/>
    </a:custClr>
    <a:custClr name="Sapphire E">
      <a:srgbClr val="173340"/>
    </a:custClr>
    <a:custClr name="Violet A">
      <a:srgbClr val="E557AD"/>
    </a:custClr>
    <a:custClr name="Violet B">
      <a:srgbClr val="D13A8C"/>
    </a:custClr>
    <a:custClr name="Violet C">
      <a:srgbClr val="BA2980"/>
    </a:custClr>
    <a:custClr name="Violet D">
      <a:srgbClr val="A12980"/>
    </a:custClr>
    <a:custClr name="Violet E">
      <a:srgbClr val="811B6F"/>
    </a:custClr>
    <a:custClr name="Yellow A">
      <a:srgbClr val="FFDA80"/>
    </a:custClr>
    <a:custClr name="Yellow B">
      <a:srgbClr val="FFD068"/>
    </a:custClr>
    <a:custClr name="Yellow C">
      <a:srgbClr val="FFB24A"/>
    </a:custClr>
    <a:custClr name="Yellow D">
      <a:srgbClr val="FF9C29"/>
    </a:custClr>
    <a:custClr name="Yellow E">
      <a:srgbClr val="FF8E12"/>
    </a:custClr>
    <a:custClr name="Velvet A">
      <a:srgbClr val="9E4780"/>
    </a:custClr>
    <a:custClr name="Velvet B">
      <a:srgbClr val="802B73"/>
    </a:custClr>
    <a:custClr name="Velvet C">
      <a:srgbClr val="750D5C"/>
    </a:custClr>
    <a:custClr name="Velvet D">
      <a:srgbClr val="590A42"/>
    </a:custClr>
    <a:custClr name="Velvet E">
      <a:srgbClr val="42142E"/>
    </a:custClr>
    <a:custClr name="Red A">
      <a:srgbClr val="FF5770"/>
    </a:custClr>
    <a:custClr name="Red B">
      <a:srgbClr val="FF455E"/>
    </a:custClr>
    <a:custClr name="Red C">
      <a:srgbClr val="FF304D"/>
    </a:custClr>
    <a:custClr name="Red D">
      <a:srgbClr val="E30021"/>
    </a:custClr>
    <a:custClr name="Red E">
      <a:srgbClr val="A6001A"/>
    </a:custClr>
  </a:custClrLst>
  <a:extLst>
    <a:ext uri="{05A4C25C-085E-4340-85A3-A5531E510DB2}">
      <thm15:themeFamily xmlns:thm15="http://schemas.microsoft.com/office/thememl/2012/main" name="Présentation5" id="{24C91BA7-39C1-4E6E-82F6-5B852495ED75}" vid="{5386FD97-D803-46EB-9A64-40EAA98527EF}"/>
    </a:ext>
  </a:extLst>
</a:theme>
</file>

<file path=ppt/theme/theme8.xml><?xml version="1.0" encoding="utf-8"?>
<a:theme xmlns:a="http://schemas.openxmlformats.org/drawingml/2006/main" name="4_Capgemini_Bright_2025">
  <a:themeElements>
    <a:clrScheme name="Capgemini Bright 2026">
      <a:dk1>
        <a:srgbClr val="000000"/>
      </a:dk1>
      <a:lt1>
        <a:srgbClr val="FFFFFF"/>
      </a:lt1>
      <a:dk2>
        <a:srgbClr val="0058AB"/>
      </a:dk2>
      <a:lt2>
        <a:srgbClr val="FFFFFF"/>
      </a:lt2>
      <a:accent1>
        <a:srgbClr val="0058AB"/>
      </a:accent1>
      <a:accent2>
        <a:srgbClr val="1DB8F2"/>
      </a:accent2>
      <a:accent3>
        <a:srgbClr val="121A38"/>
      </a:accent3>
      <a:accent4>
        <a:srgbClr val="00828E"/>
      </a:accent4>
      <a:accent5>
        <a:srgbClr val="BE4D00"/>
      </a:accent5>
      <a:accent6>
        <a:srgbClr val="8F3237"/>
      </a:accent6>
      <a:hlink>
        <a:srgbClr val="0058AB"/>
      </a:hlink>
      <a:folHlink>
        <a:srgbClr val="1DB8F2"/>
      </a:folHlink>
    </a:clrScheme>
    <a:fontScheme name="Capgemini 2024">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w="9525">
          <a:noFill/>
          <a:prstDash val="soli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400" dirty="0" err="1">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bg1">
              <a:lumMod val="65000"/>
            </a:schemeClr>
          </a:solidFill>
        </a:ln>
      </a:spPr>
      <a:bodyPr/>
      <a:lstStyle/>
      <a:style>
        <a:lnRef idx="1">
          <a:schemeClr val="accent1"/>
        </a:lnRef>
        <a:fillRef idx="0">
          <a:schemeClr val="accent1"/>
        </a:fillRef>
        <a:effectRef idx="0">
          <a:schemeClr val="accent1"/>
        </a:effectRef>
        <a:fontRef idx="minor">
          <a:schemeClr val="tx1"/>
        </a:fontRef>
      </a:style>
    </a:lnDef>
    <a:txDef>
      <a:spPr>
        <a:noFill/>
      </a:spPr>
      <a:bodyPr vert="horz" wrap="square" lIns="90000" tIns="46800" rIns="90000" bIns="46800" rtlCol="0" anchor="ctr">
        <a:spAutoFit/>
      </a:bodyPr>
      <a:lstStyle>
        <a:defPPr algn="l">
          <a:spcBef>
            <a:spcPct val="0"/>
          </a:spcBef>
          <a:defRPr sz="1400" dirty="0" err="1" smtClean="0"/>
        </a:defPPr>
      </a:lstStyle>
    </a:txDef>
  </a:objectDefaults>
  <a:extraClrSchemeLst/>
  <a:custClrLst>
    <a:custClr name="Turquoise">
      <a:srgbClr val="00D5D0"/>
    </a:custClr>
    <a:custClr name="Yellow">
      <a:srgbClr val="FEB100"/>
    </a:custClr>
    <a:custClr name="Orange">
      <a:srgbClr val="FF816E"/>
    </a:custClr>
    <a:custClr name="Lilac">
      <a:srgbClr val="D4D3F1"/>
    </a:custClr>
    <a:custClr name="Teal">
      <a:srgbClr val="00828E"/>
    </a:custClr>
    <a:custClr name="Terracotta">
      <a:srgbClr val="BE4D00"/>
    </a:custClr>
    <a:custClr name="Deep Red">
      <a:srgbClr val="8F3237"/>
    </a:custClr>
    <a:custClr name="Purple">
      <a:srgbClr val="71609E"/>
    </a:custClr>
  </a:custClrLst>
  <a:extLst>
    <a:ext uri="{05A4C25C-085E-4340-85A3-A5531E510DB2}">
      <thm15:themeFamily xmlns:thm15="http://schemas.microsoft.com/office/thememl/2012/main" name="Capgemini_PPT-template_Master_November-3-2025" id="{B28FD86B-E578-8545-82C4-F462A45D5984}" vid="{6C394B1A-876D-CB40-BC40-3094E7ACAE5C}"/>
    </a:ext>
  </a:extLst>
</a:theme>
</file>

<file path=ppt/theme/theme9.xml><?xml version="1.0" encoding="utf-8"?>
<a:theme xmlns:a="http://schemas.openxmlformats.org/drawingml/2006/main" name="5_Capgemini_Bright_2025">
  <a:themeElements>
    <a:clrScheme name="Capgemini Bright 2026">
      <a:dk1>
        <a:srgbClr val="000000"/>
      </a:dk1>
      <a:lt1>
        <a:srgbClr val="FFFFFF"/>
      </a:lt1>
      <a:dk2>
        <a:srgbClr val="0058AB"/>
      </a:dk2>
      <a:lt2>
        <a:srgbClr val="FFFFFF"/>
      </a:lt2>
      <a:accent1>
        <a:srgbClr val="0058AB"/>
      </a:accent1>
      <a:accent2>
        <a:srgbClr val="1DB8F2"/>
      </a:accent2>
      <a:accent3>
        <a:srgbClr val="121A38"/>
      </a:accent3>
      <a:accent4>
        <a:srgbClr val="00828E"/>
      </a:accent4>
      <a:accent5>
        <a:srgbClr val="BE4D00"/>
      </a:accent5>
      <a:accent6>
        <a:srgbClr val="8F3237"/>
      </a:accent6>
      <a:hlink>
        <a:srgbClr val="0058AB"/>
      </a:hlink>
      <a:folHlink>
        <a:srgbClr val="1DB8F2"/>
      </a:folHlink>
    </a:clrScheme>
    <a:fontScheme name="Capgemini 2024">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w="9525">
          <a:noFill/>
          <a:prstDash val="soli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400" dirty="0" err="1">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bg1">
              <a:lumMod val="65000"/>
            </a:schemeClr>
          </a:solidFill>
        </a:ln>
      </a:spPr>
      <a:bodyPr/>
      <a:lstStyle/>
      <a:style>
        <a:lnRef idx="1">
          <a:schemeClr val="accent1"/>
        </a:lnRef>
        <a:fillRef idx="0">
          <a:schemeClr val="accent1"/>
        </a:fillRef>
        <a:effectRef idx="0">
          <a:schemeClr val="accent1"/>
        </a:effectRef>
        <a:fontRef idx="minor">
          <a:schemeClr val="tx1"/>
        </a:fontRef>
      </a:style>
    </a:lnDef>
    <a:txDef>
      <a:spPr>
        <a:noFill/>
      </a:spPr>
      <a:bodyPr vert="horz" wrap="square" lIns="90000" tIns="46800" rIns="90000" bIns="46800" rtlCol="0" anchor="ctr">
        <a:spAutoFit/>
      </a:bodyPr>
      <a:lstStyle>
        <a:defPPr algn="l">
          <a:spcBef>
            <a:spcPct val="0"/>
          </a:spcBef>
          <a:defRPr sz="1400" dirty="0" err="1" smtClean="0"/>
        </a:defPPr>
      </a:lstStyle>
    </a:txDef>
  </a:objectDefaults>
  <a:extraClrSchemeLst/>
  <a:custClrLst>
    <a:custClr name="Turquoise">
      <a:srgbClr val="00D5D0"/>
    </a:custClr>
    <a:custClr name="Yellow">
      <a:srgbClr val="FEB100"/>
    </a:custClr>
    <a:custClr name="Orange">
      <a:srgbClr val="FF816E"/>
    </a:custClr>
    <a:custClr name="Lilac">
      <a:srgbClr val="D4D3F1"/>
    </a:custClr>
    <a:custClr name="Teal">
      <a:srgbClr val="00828E"/>
    </a:custClr>
    <a:custClr name="Terracotta">
      <a:srgbClr val="BE4D00"/>
    </a:custClr>
    <a:custClr name="Deep Red">
      <a:srgbClr val="8F3237"/>
    </a:custClr>
    <a:custClr name="Purple">
      <a:srgbClr val="71609E"/>
    </a:custClr>
  </a:custClrLst>
  <a:extLst>
    <a:ext uri="{05A4C25C-085E-4340-85A3-A5531E510DB2}">
      <thm15:themeFamily xmlns:thm15="http://schemas.microsoft.com/office/thememl/2012/main" name="Capgemini_PPT-template_Master_February-02-2026" id="{643CFCD9-5D42-47EC-8CC7-8D856D17DCD2}" vid="{146F7EC5-EAD0-403A-8A34-B166E4CB0DEC}"/>
    </a:ext>
  </a:extLst>
</a:theme>
</file>

<file path=ppt/theme/theme10.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6a00c37a-6f72-4698-9b02-81ff9fa7b20d">
      <Terms xmlns="http://schemas.microsoft.com/office/infopath/2007/PartnerControls"/>
    </lcf76f155ced4ddcb4097134ff3c332f>
    <ReuseCount xmlns="6a00c37a-6f72-4698-9b02-81ff9fa7b20d">0</ReuseCount>
    <FolderDescription xmlns="6a00c37a-6f72-4698-9b02-81ff9fa7b20d" xsi:nil="true"/>
    <TaxCatchAll xmlns="17de28ac-b190-4cd4-a606-47e679de9d2c" xsi:nil="true"/>
    <Date xmlns="6a00c37a-6f72-4698-9b02-81ff9fa7b20d"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32993BBBD560C845A787DDE997A41243" ma:contentTypeVersion="21" ma:contentTypeDescription="Create a new document." ma:contentTypeScope="" ma:versionID="7774313bbbd3cc6bca78dc11c77e4d3d">
  <xsd:schema xmlns:xsd="http://www.w3.org/2001/XMLSchema" xmlns:xs="http://www.w3.org/2001/XMLSchema" xmlns:p="http://schemas.microsoft.com/office/2006/metadata/properties" xmlns:ns2="6a00c37a-6f72-4698-9b02-81ff9fa7b20d" xmlns:ns3="17de28ac-b190-4cd4-a606-47e679de9d2c" targetNamespace="http://schemas.microsoft.com/office/2006/metadata/properties" ma:root="true" ma:fieldsID="98f59f16fa9c36c0d2125b1fb9868cbf" ns2:_="" ns3:_="">
    <xsd:import namespace="6a00c37a-6f72-4698-9b02-81ff9fa7b20d"/>
    <xsd:import namespace="17de28ac-b190-4cd4-a606-47e679de9d2c"/>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AutoTags" minOccurs="0"/>
                <xsd:element ref="ns2:MediaServiceGenerationTime" minOccurs="0"/>
                <xsd:element ref="ns2:MediaServiceEventHashCode" minOccurs="0"/>
                <xsd:element ref="ns2:MediaServiceOCR" minOccurs="0"/>
                <xsd:element ref="ns2:MediaServiceDateTaken" minOccurs="0"/>
                <xsd:element ref="ns2:MediaLengthInSeconds" minOccurs="0"/>
                <xsd:element ref="ns2:lcf76f155ced4ddcb4097134ff3c332f" minOccurs="0"/>
                <xsd:element ref="ns3:TaxCatchAll" minOccurs="0"/>
                <xsd:element ref="ns2:FolderDescription" minOccurs="0"/>
                <xsd:element ref="ns2:MediaServiceObjectDetectorVersions" minOccurs="0"/>
                <xsd:element ref="ns2:ReuseCount" minOccurs="0"/>
                <xsd:element ref="ns2:MediaServiceSearchProperties" minOccurs="0"/>
                <xsd:element ref="ns2:MediaServiceBillingMetadata" minOccurs="0"/>
                <xsd:element ref="ns2:Dat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a00c37a-6f72-4698-9b02-81ff9fa7b20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b3623ea3-be23-4189-a25b-bcadb097ef14" ma:termSetId="09814cd3-568e-fe90-9814-8d621ff8fb84" ma:anchorId="fba54fb3-c3e1-fe81-a776-ca4b69148c4d" ma:open="true" ma:isKeyword="false">
      <xsd:complexType>
        <xsd:sequence>
          <xsd:element ref="pc:Terms" minOccurs="0" maxOccurs="1"/>
        </xsd:sequence>
      </xsd:complexType>
    </xsd:element>
    <xsd:element name="FolderDescription" ma:index="23" nillable="true" ma:displayName="Folder Description" ma:description="Brief description of each folder contents" ma:format="Dropdown" ma:internalName="FolderDescription">
      <xsd:simpleType>
        <xsd:restriction base="dms:Text">
          <xsd:maxLength value="255"/>
        </xsd:restriction>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ReuseCount" ma:index="25" nillable="true" ma:displayName="Reuse Count" ma:default="0" ma:description="Increase the count by 1 if you have re-used this artifact into your deliverables" ma:format="Dropdown" ma:internalName="ReuseCount" ma:percentage="FALSE">
      <xsd:simpleType>
        <xsd:restriction base="dms:Number"/>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MediaServiceBillingMetadata" ma:index="27" nillable="true" ma:displayName="MediaServiceBillingMetadata" ma:hidden="true" ma:internalName="MediaServiceBillingMetadata" ma:readOnly="true">
      <xsd:simpleType>
        <xsd:restriction base="dms:Note"/>
      </xsd:simpleType>
    </xsd:element>
    <xsd:element name="Date" ma:index="28" nillable="true" ma:displayName="Date" ma:format="DateOnly" ma:internalName="Date">
      <xsd:simpleType>
        <xsd:restriction base="dms:DateTime"/>
      </xsd:simpleType>
    </xsd:element>
  </xsd:schema>
  <xsd:schema xmlns:xsd="http://www.w3.org/2001/XMLSchema" xmlns:xs="http://www.w3.org/2001/XMLSchema" xmlns:dms="http://schemas.microsoft.com/office/2006/documentManagement/types" xmlns:pc="http://schemas.microsoft.com/office/infopath/2007/PartnerControls" targetNamespace="17de28ac-b190-4cd4-a606-47e679de9d2c"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ae8bb8a3-01a0-48c5-9974-15bafd10c127}" ma:internalName="TaxCatchAll" ma:showField="CatchAllData" ma:web="17de28ac-b190-4cd4-a606-47e679de9d2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7CF04F0-456A-483D-A7D2-D6142AA5B354}">
  <ds:schemaRefs>
    <ds:schemaRef ds:uri="http://schemas.microsoft.com/sharepoint/v3/contenttype/forms"/>
  </ds:schemaRefs>
</ds:datastoreItem>
</file>

<file path=customXml/itemProps2.xml><?xml version="1.0" encoding="utf-8"?>
<ds:datastoreItem xmlns:ds="http://schemas.openxmlformats.org/officeDocument/2006/customXml" ds:itemID="{B0A0046D-0765-4685-8521-7D1E34B9A377}">
  <ds:schemaRefs>
    <ds:schemaRef ds:uri="http://schemas.microsoft.com/office/2006/documentManagement/types"/>
    <ds:schemaRef ds:uri="17de28ac-b190-4cd4-a606-47e679de9d2c"/>
    <ds:schemaRef ds:uri="http://www.w3.org/XML/1998/namespace"/>
    <ds:schemaRef ds:uri="http://schemas.microsoft.com/office/2006/metadata/properties"/>
    <ds:schemaRef ds:uri="http://schemas.microsoft.com/office/infopath/2007/PartnerControls"/>
    <ds:schemaRef ds:uri="http://schemas.openxmlformats.org/package/2006/metadata/core-properties"/>
    <ds:schemaRef ds:uri="http://purl.org/dc/dcmitype/"/>
    <ds:schemaRef ds:uri="6a00c37a-6f72-4698-9b02-81ff9fa7b20d"/>
    <ds:schemaRef ds:uri="http://purl.org/dc/terms/"/>
    <ds:schemaRef ds:uri="http://purl.org/dc/elements/1.1/"/>
  </ds:schemaRefs>
</ds:datastoreItem>
</file>

<file path=customXml/itemProps3.xml><?xml version="1.0" encoding="utf-8"?>
<ds:datastoreItem xmlns:ds="http://schemas.openxmlformats.org/officeDocument/2006/customXml" ds:itemID="{11C41EAE-9DD1-409D-A71F-6983FA3281B1}">
  <ds:schemaRefs>
    <ds:schemaRef ds:uri="17de28ac-b190-4cd4-a606-47e679de9d2c"/>
    <ds:schemaRef ds:uri="6a00c37a-6f72-4698-9b02-81ff9fa7b20d"/>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bb5d96ea-ab39-44a0-a6d6-b6f0aac5958b}" enabled="1" method="Privileged" siteId="{76a2ae5a-9f00-4f6b-95ed-5d33d77c4d61}" removed="0"/>
</clbl:labelList>
</file>

<file path=docProps/app.xml><?xml version="1.0" encoding="utf-8"?>
<Properties xmlns="http://schemas.openxmlformats.org/officeDocument/2006/extended-properties" xmlns:vt="http://schemas.openxmlformats.org/officeDocument/2006/docPropsVTypes">
  <Template>Capgemini-master_Powerpoint-template-10_2025</Template>
  <TotalTime>1002</TotalTime>
  <Words>4755</Words>
  <Application>Microsoft Office PowerPoint</Application>
  <PresentationFormat>Widescreen</PresentationFormat>
  <Paragraphs>869</Paragraphs>
  <Slides>34</Slides>
  <Notes>19</Notes>
  <HiddenSlides>9</HiddenSlides>
  <MMClips>0</MMClips>
  <ScaleCrop>false</ScaleCrop>
  <HeadingPairs>
    <vt:vector size="8" baseType="variant">
      <vt:variant>
        <vt:lpstr>Fonts Used</vt:lpstr>
      </vt:variant>
      <vt:variant>
        <vt:i4>14</vt:i4>
      </vt:variant>
      <vt:variant>
        <vt:lpstr>Theme</vt:lpstr>
      </vt:variant>
      <vt:variant>
        <vt:i4>9</vt:i4>
      </vt:variant>
      <vt:variant>
        <vt:lpstr>Embedded OLE Servers</vt:lpstr>
      </vt:variant>
      <vt:variant>
        <vt:i4>1</vt:i4>
      </vt:variant>
      <vt:variant>
        <vt:lpstr>Slide Titles</vt:lpstr>
      </vt:variant>
      <vt:variant>
        <vt:i4>34</vt:i4>
      </vt:variant>
    </vt:vector>
  </HeadingPairs>
  <TitlesOfParts>
    <vt:vector size="58" baseType="lpstr">
      <vt:lpstr>Aptos</vt:lpstr>
      <vt:lpstr>Arial</vt:lpstr>
      <vt:lpstr>Avenir Next LT Pro</vt:lpstr>
      <vt:lpstr>Calibri</vt:lpstr>
      <vt:lpstr>Montserrat</vt:lpstr>
      <vt:lpstr>Roboto</vt:lpstr>
      <vt:lpstr>Segoe UI</vt:lpstr>
      <vt:lpstr>Segoe UI Light</vt:lpstr>
      <vt:lpstr>System Font Regular</vt:lpstr>
      <vt:lpstr>Ubuntu</vt:lpstr>
      <vt:lpstr>Ubuntu Light</vt:lpstr>
      <vt:lpstr>Ubuntu Medium</vt:lpstr>
      <vt:lpstr>Verdana</vt:lpstr>
      <vt:lpstr>Wingdings</vt:lpstr>
      <vt:lpstr>Capgemini_Bright_2025</vt:lpstr>
      <vt:lpstr>Capgemini_Dark_2025</vt:lpstr>
      <vt:lpstr>1_Capgemini_Bright_2025</vt:lpstr>
      <vt:lpstr>2_Capgemini_Bright_2025</vt:lpstr>
      <vt:lpstr>3_Capgemini_Bright_2025</vt:lpstr>
      <vt:lpstr>Office Theme</vt:lpstr>
      <vt:lpstr>Capgemini-Invent_2024</vt:lpstr>
      <vt:lpstr>4_Capgemini_Bright_2025</vt:lpstr>
      <vt:lpstr>5_Capgemini_Bright_2025</vt:lpstr>
      <vt:lpstr>think-cell Slide</vt:lpstr>
      <vt:lpstr>Invent India TMT – Monthly Updates</vt:lpstr>
      <vt:lpstr>Agenda</vt:lpstr>
      <vt:lpstr>Welcome to Invent India Telco Team !!</vt:lpstr>
      <vt:lpstr>Birthday Wishes to our Team Members</vt:lpstr>
      <vt:lpstr>Work Anniversary of our Team Member</vt:lpstr>
      <vt:lpstr>Awards and Recognition</vt:lpstr>
      <vt:lpstr>Agenda</vt:lpstr>
      <vt:lpstr>2026 Growth Objectives: Bookings &amp; Revenue</vt:lpstr>
      <vt:lpstr>Agenda</vt:lpstr>
      <vt:lpstr>June 2026 Performance Dashboard (Booking &amp; Pipeline)</vt:lpstr>
      <vt:lpstr>PowerPoint Presentation</vt:lpstr>
      <vt:lpstr>June 2026 Performance Dashboard  (Top Markets &amp; Accounts - Booking) </vt:lpstr>
      <vt:lpstr>June 2026 Performance Dashboard  (Top Markets &amp; Accounts - Pipeline) </vt:lpstr>
      <vt:lpstr>Revenue | ARVE | Inter CM</vt:lpstr>
      <vt:lpstr>PowerPoint Presentation</vt:lpstr>
      <vt:lpstr>Agenda</vt:lpstr>
      <vt:lpstr>ENABLE: </vt:lpstr>
      <vt:lpstr>PowerPoint Presentation</vt:lpstr>
      <vt:lpstr>PowerPoint Presentation</vt:lpstr>
      <vt:lpstr>Agenda</vt:lpstr>
      <vt:lpstr>RFPs &amp; Proactive Pitches</vt:lpstr>
      <vt:lpstr>Ongoing Assignments</vt:lpstr>
      <vt:lpstr>Agenda</vt:lpstr>
      <vt:lpstr>PowerPoint Presentation</vt:lpstr>
      <vt:lpstr>PowerPoint Presentation</vt:lpstr>
      <vt:lpstr>PowerPoint Presentation</vt:lpstr>
      <vt:lpstr>PowerPoint Presentation</vt:lpstr>
      <vt:lpstr>PowerPoint Presentation</vt:lpstr>
      <vt:lpstr>May 2026 Performance Dashboard  (Top Markets &amp; Accounts – Wt. Pipeline) </vt:lpstr>
      <vt:lpstr>Revenue | ARVE | Inter CM  </vt:lpstr>
      <vt:lpstr>RFPs &amp; Proactive Pitches</vt:lpstr>
      <vt:lpstr>Ongoing Assignments</vt:lpstr>
      <vt:lpstr>Ongoing Assignments</vt:lpstr>
      <vt:lpstr>PowerPoint Presentation</vt:lpstr>
    </vt:vector>
  </TitlesOfParts>
  <Manager/>
  <Company>Capgemini</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Roy, Subrata</dc:creator>
  <cp:keywords/>
  <dc:description/>
  <cp:lastModifiedBy>Borah, Chandamita</cp:lastModifiedBy>
  <cp:revision>11</cp:revision>
  <dcterms:created xsi:type="dcterms:W3CDTF">2026-01-05T11:37:06Z</dcterms:created>
  <dcterms:modified xsi:type="dcterms:W3CDTF">2026-07-27T11:01:48Z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0x01010032993BBBD560C845A787DDE997A41243</vt:lpwstr>
  </property>
</Properties>
</file>